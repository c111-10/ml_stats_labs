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4.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5.xml" ContentType="application/inkml+xml"/>
  <Override PartName="/ppt/ink/ink6.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7.xml" ContentType="application/inkml+xml"/>
  <Override PartName="/ppt/notesSlides/notesSlide15.xml" ContentType="application/vnd.openxmlformats-officedocument.presentationml.notesSlide+xml"/>
  <Override PartName="/ppt/ink/ink8.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9.xml" ContentType="application/inkml+xml"/>
  <Override PartName="/ppt/notesSlides/notesSlide18.xml" ContentType="application/vnd.openxmlformats-officedocument.presentationml.notesSlide+xml"/>
  <Override PartName="/ppt/ink/ink10.xml" ContentType="application/inkml+xml"/>
  <Override PartName="/ppt/notesSlides/notesSlide19.xml" ContentType="application/vnd.openxmlformats-officedocument.presentationml.notesSlide+xml"/>
  <Override PartName="/ppt/ink/ink11.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3.xml" ContentType="application/inkml+xml"/>
  <Override PartName="/ppt/notesSlides/notesSlide29.xml" ContentType="application/vnd.openxmlformats-officedocument.presentationml.notesSlide+xml"/>
  <Override PartName="/ppt/ink/ink14.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15.xml" ContentType="application/inkml+xml"/>
  <Override PartName="/ppt/notesSlides/notesSlide32.xml" ContentType="application/vnd.openxmlformats-officedocument.presentationml.notesSlide+xml"/>
  <Override PartName="/ppt/ink/ink16.xml" ContentType="application/inkml+xml"/>
  <Override PartName="/ppt/notesSlides/notesSlide33.xml" ContentType="application/vnd.openxmlformats-officedocument.presentationml.notesSlide+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4"/>
    <p:sldMasterId id="2147483866" r:id="rId5"/>
    <p:sldMasterId id="2147483843" r:id="rId6"/>
  </p:sldMasterIdLst>
  <p:notesMasterIdLst>
    <p:notesMasterId r:id="rId41"/>
  </p:notesMasterIdLst>
  <p:handoutMasterIdLst>
    <p:handoutMasterId r:id="rId42"/>
  </p:handoutMasterIdLst>
  <p:sldIdLst>
    <p:sldId id="256" r:id="rId7"/>
    <p:sldId id="316"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74" r:id="rId35"/>
    <p:sldId id="372" r:id="rId36"/>
    <p:sldId id="371" r:id="rId37"/>
    <p:sldId id="375" r:id="rId38"/>
    <p:sldId id="373" r:id="rId39"/>
    <p:sldId id="294" r:id="rId40"/>
  </p:sldIdLst>
  <p:sldSz cx="9144000" cy="5143500" type="screen16x9"/>
  <p:notesSz cx="6858000" cy="9144000"/>
  <p:defaultText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7DD0B69D-9948-46F3-B07D-8BF81D90CAFD}">
          <p14:sldIdLst>
            <p14:sldId id="256"/>
            <p14:sldId id="316"/>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4"/>
            <p14:sldId id="372"/>
            <p14:sldId id="371"/>
            <p14:sldId id="375"/>
            <p14:sldId id="373"/>
            <p14:sldId id="29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D74"/>
    <a:srgbClr val="1F7791"/>
    <a:srgbClr val="10746A"/>
    <a:srgbClr val="EC008C"/>
    <a:srgbClr val="2DB8C5"/>
    <a:srgbClr val="73B82B"/>
    <a:srgbClr val="F18500"/>
    <a:srgbClr val="8D3786"/>
    <a:srgbClr val="CDA60C"/>
    <a:srgbClr val="2DB8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7" d="100"/>
          <a:sy n="117" d="100"/>
        </p:scale>
        <p:origin x="162" y="60"/>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handoutMaster" Target="handoutMasters/handout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0859996977948773"/>
          <c:y val="1.4467262737367422E-3"/>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009355875836059E-2"/>
          <c:y val="0.13986788302602043"/>
          <c:w val="0.67931177666812181"/>
          <c:h val="0.76021553992215929"/>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A9-4D25-9A08-E785591F91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A9-4D25-9A08-E785591F912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A9-4D25-9A08-E785591F912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A9-4D25-9A08-E785591F912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CA9-4D25-9A08-E785591F912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CA9-4D25-9A08-E785591F912F}"/>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CA9-4D25-9A08-E785591F912F}"/>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8</c:v>
                </c:pt>
                <c:pt idx="1">
                  <c:v>6</c:v>
                </c:pt>
                <c:pt idx="2">
                  <c:v>4</c:v>
                </c:pt>
                <c:pt idx="3">
                  <c:v>3</c:v>
                </c:pt>
                <c:pt idx="4">
                  <c:v>2</c:v>
                </c:pt>
                <c:pt idx="5">
                  <c:v>1</c:v>
                </c:pt>
                <c:pt idx="6">
                  <c:v>0.5</c:v>
                </c:pt>
              </c:numCache>
            </c:numRef>
          </c:val>
          <c:extLst>
            <c:ext xmlns:c16="http://schemas.microsoft.com/office/drawing/2014/chart" uri="{C3380CC4-5D6E-409C-BE32-E72D297353CC}">
              <c16:uniqueId val="{0000000E-CCA9-4D25-9A08-E785591F912F}"/>
            </c:ext>
          </c:extLst>
        </c:ser>
        <c:dLbls>
          <c:showLegendKey val="0"/>
          <c:showVal val="0"/>
          <c:showCatName val="0"/>
          <c:showSerName val="0"/>
          <c:showPercent val="0"/>
          <c:showBubbleSize val="0"/>
          <c:showLeaderLines val="1"/>
        </c:dLbls>
        <c:firstSliceAng val="0"/>
        <c:holeSize val="64"/>
      </c:doughnutChart>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69977572318967052"/>
          <c:y val="0.1928179891354784"/>
          <c:w val="0.30022436435136202"/>
          <c:h val="0.65283604829086761"/>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4416114174553275"/>
          <c:y val="1.4062543327461475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7531567990058079E-2"/>
          <c:y val="0.11931885404850991"/>
          <c:w val="0.63197913902634784"/>
          <c:h val="0.65308987739149349"/>
        </c:manualLayout>
      </c:layout>
      <c:barChart>
        <c:barDir val="col"/>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3151-495A-8996-44DF7C239E04}"/>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3151-495A-8996-44DF7C239E04}"/>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3151-495A-8996-44DF7C239E04}"/>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3151-495A-8996-44DF7C239E04}"/>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3151-495A-8996-44DF7C239E04}"/>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3151-495A-8996-44DF7C239E04}"/>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3151-495A-8996-44DF7C239E04}"/>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0.5</c:v>
                </c:pt>
                <c:pt idx="1">
                  <c:v>1.5</c:v>
                </c:pt>
                <c:pt idx="2">
                  <c:v>2.5</c:v>
                </c:pt>
                <c:pt idx="3">
                  <c:v>3.5</c:v>
                </c:pt>
                <c:pt idx="4">
                  <c:v>4.5</c:v>
                </c:pt>
                <c:pt idx="5">
                  <c:v>5.5</c:v>
                </c:pt>
                <c:pt idx="6">
                  <c:v>6</c:v>
                </c:pt>
              </c:numCache>
            </c:numRef>
          </c:val>
          <c:extLst>
            <c:ext xmlns:c16="http://schemas.microsoft.com/office/drawing/2014/chart" uri="{C3380CC4-5D6E-409C-BE32-E72D297353CC}">
              <c16:uniqueId val="{0000000E-3151-495A-8996-44DF7C239E04}"/>
            </c:ext>
          </c:extLst>
        </c:ser>
        <c:dLbls>
          <c:showLegendKey val="0"/>
          <c:showVal val="0"/>
          <c:showCatName val="0"/>
          <c:showSerName val="0"/>
          <c:showPercent val="0"/>
          <c:showBubbleSize val="0"/>
        </c:dLbls>
        <c:gapWidth val="150"/>
        <c:axId val="853237616"/>
        <c:axId val="774982448"/>
      </c:barChart>
      <c:valAx>
        <c:axId val="774982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b"/>
        <c:numFmt formatCode="General" sourceLinked="1"/>
        <c:majorTickMark val="out"/>
        <c:minorTickMark val="none"/>
        <c:tickLblPos val="low"/>
        <c:spPr>
          <a:noFill/>
          <a:ln w="6350" cap="flat" cmpd="sng" algn="ctr">
            <a:solidFill>
              <a:schemeClr val="dk1"/>
            </a:solidFill>
            <a:prstDash val="solid"/>
            <a:miter lim="800000"/>
          </a:ln>
          <a:effectLst/>
        </c:spPr>
        <c:txPr>
          <a:bodyPr rot="5400000" spcFirstLastPara="1" vertOverflow="ellipsis" wrap="square" anchor="ctr" anchorCtr="1"/>
          <a:lstStyle/>
          <a:p>
            <a:pPr>
              <a:defRPr sz="1197" b="0" i="0" u="none" strike="noStrike" kern="1200" baseline="0">
                <a:solidFill>
                  <a:schemeClr val="tx1"/>
                </a:solidFill>
                <a:latin typeface="+mn-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056497372130657"/>
          <c:y val="0.23026675851480399"/>
          <c:w val="0.24631125718087762"/>
          <c:h val="0.60697960708651189"/>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9648043799212601"/>
          <c:y val="1.4062499134934847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8017085530237922"/>
          <c:y val="0.11931885404850991"/>
          <c:w val="0.59848297447332355"/>
          <c:h val="0.80052066313077841"/>
        </c:manualLayout>
      </c:layout>
      <c:barChart>
        <c:barDir val="bar"/>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4E79-46EC-ACD0-05064C0E4F15}"/>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4E79-46EC-ACD0-05064C0E4F15}"/>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4E79-46EC-ACD0-05064C0E4F15}"/>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4E79-46EC-ACD0-05064C0E4F15}"/>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4E79-46EC-ACD0-05064C0E4F15}"/>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4E79-46EC-ACD0-05064C0E4F15}"/>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E79-46EC-ACD0-05064C0E4F15}"/>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7</c:v>
                </c:pt>
                <c:pt idx="1">
                  <c:v>6</c:v>
                </c:pt>
                <c:pt idx="2">
                  <c:v>5</c:v>
                </c:pt>
                <c:pt idx="3">
                  <c:v>4</c:v>
                </c:pt>
                <c:pt idx="4">
                  <c:v>3</c:v>
                </c:pt>
                <c:pt idx="5">
                  <c:v>2</c:v>
                </c:pt>
                <c:pt idx="6">
                  <c:v>1</c:v>
                </c:pt>
              </c:numCache>
            </c:numRef>
          </c:val>
          <c:extLst>
            <c:ext xmlns:c16="http://schemas.microsoft.com/office/drawing/2014/chart" uri="{C3380CC4-5D6E-409C-BE32-E72D297353CC}">
              <c16:uniqueId val="{0000000E-4E79-46EC-ACD0-05064C0E4F15}"/>
            </c:ext>
          </c:extLst>
        </c:ser>
        <c:dLbls>
          <c:showLegendKey val="0"/>
          <c:showVal val="0"/>
          <c:showCatName val="0"/>
          <c:showSerName val="0"/>
          <c:showPercent val="0"/>
          <c:showBubbleSize val="0"/>
        </c:dLbls>
        <c:gapWidth val="79"/>
        <c:axId val="853237616"/>
        <c:axId val="774982448"/>
      </c:barChart>
      <c:valAx>
        <c:axId val="7749824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1B71"/>
                </a:solidFill>
                <a:latin typeface="+mj-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396512040726835"/>
          <c:y val="9.6391868962480462E-2"/>
          <c:w val="0.2760348679438433"/>
          <c:h val="0.80923730636217983"/>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664FB5-82AF-48A4-80F1-9AEEE0DF4B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CF0742E-D5E1-4FF3-A442-958EA2A786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D066F8-4FE9-4315-A56E-3EA256F5907F}" type="datetimeFigureOut">
              <a:rPr lang="en-GB" smtClean="0"/>
              <a:t>02/10/2023</a:t>
            </a:fld>
            <a:endParaRPr lang="en-GB"/>
          </a:p>
        </p:txBody>
      </p:sp>
      <p:sp>
        <p:nvSpPr>
          <p:cNvPr id="4" name="Footer Placeholder 3">
            <a:extLst>
              <a:ext uri="{FF2B5EF4-FFF2-40B4-BE49-F238E27FC236}">
                <a16:creationId xmlns:a16="http://schemas.microsoft.com/office/drawing/2014/main" id="{A1F2F771-FAFF-4FF6-AE5C-96F43E8CB7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8EB88F3-0CB9-4921-9214-BFA9C4B808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F73B9F-E786-4DE9-B054-AF2D3B642399}" type="slidenum">
              <a:rPr lang="en-GB" smtClean="0"/>
              <a:t>‹#›</a:t>
            </a:fld>
            <a:endParaRPr lang="en-GB"/>
          </a:p>
        </p:txBody>
      </p:sp>
    </p:spTree>
    <p:extLst>
      <p:ext uri="{BB962C8B-B14F-4D97-AF65-F5344CB8AC3E}">
        <p14:creationId xmlns:p14="http://schemas.microsoft.com/office/powerpoint/2010/main" val="39351152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8:44:49.288"/>
    </inkml:context>
    <inkml:brush xml:id="br0">
      <inkml:brushProperty name="width" value="0.05292" units="cm"/>
      <inkml:brushProperty name="height" value="0.05292" units="cm"/>
    </inkml:brush>
  </inkml:definitions>
  <inkml:trace contextRef="#ctx0" brushRef="#br0">642 13232 3503 0,'0'-3'320'0,"-1"3"-320"15,1-2 0-15,0 2 0 0,0 0 0 0,0 0 0 16,0 0 0-16,0 0 0 0,0 0 0 0,-1 0 0 16,1 2 0-16,0-2 0 0,0 1 0 0,0 1 0 15,0 0 0-15,1 0 0 0,-1 0 0 0,1 1 0 16,0-1 0-16,-1-1 0 0,2 1 0 0,-2 0 0 16,-1 0 0-16,-1 1 0 0</inkml:trace>
</inkml:ink>
</file>

<file path=ppt/ink/ink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8:46:12.037"/>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4048 4013 8287 0,'0'-2'736'16,"0"-1"-592"-16,0 1-144 0,0 2 0 16,0-1 880-16,-1 0 144 0,1-4 16 0,-1 0 16 15,1-2 704-15,-1 0 144 0,0 3 16 0,1 1 16 0,-1 3-336 0,0 0-80 16,-1 2-16-16,1 1 0 0,0 1-400 0,0 1-80 16,-1 0 0-16,2 2-16 0,-1 0-320 0,1 0-64 15,0-1-16-15,1 1 0 0,-1 1-352 0,1 2-64 16,0 0 0-16,0-1-16 15,0 3-176-15,0 0 0 0,-1-12 0 0,3 28 128 16,-3-28-128-16,2 34 0 0,-2-34 0 0,4 45 0 0,-2-22 0 16,0 3 0-16,0 0 128 0,0-1-128 0,-2 0 0 0,0-25 0 15,3 44 0-15,-3-44 0 0,3 32 0 0,-3-32 0 0,0 0 0 16,0 0 0-16,0 0 0 0,0 0 0 0,0 0 0 0,0 0 0 16,0 0 160-16,0 0 96 0,0 0 32 15,0 0 0-15,28-5 352 0,-23-9 80 0,2-3 16 0,0-4 0 16,1 3-400-16,0-3-80 0,2-4 0 15,2 1-16-15,1-2-240 0,1-2 0 0,2-3 0 0,-1 2 0 16,0 1 0-16,-2 2 0 0,-1 4 0 0,-2 4 0 16,-2 2 0-16,-1 3 0 0,-2 4 0 0,-1 1 0 15,-2 2-256-15,-1 3 0 0,-1 1 0 0,-2 2 0 32,0 2-976-32,0 1-192 0,-1-1-48 0,2 2-7872 0,-1 0-1600 15</inkml:trace>
  <inkml:trace contextRef="#ctx0" brushRef="#br0" timeOffset="412.59">4481 3966 3679 0,'0'-2'320'0,"0"-1"-320"16,0 3 0-16,0-2 0 15,0 2 1216-15,0-1 160 0,0 1 32 0,-1-2 16 0,0 0 368 0,0-3 64 0,-1 3 0 0,0-1 16 0,-1 3-544 0,-1 0-112 31,2 0-32-31,-3 3 0 0,1-1-368 0,-1 3-80 16,-1 0-16-16,1 3 0 0,-1 0-144 0,-1 2-48 16,0 4 0-16,1 0 0 0,0-2-320 0,0 5-64 15,1 1-16-15,-1 6 0 0,1 0 48 0,0 4 0 16,1 1 0-16,3 0 0 0,1 0 208 0,1-2 32 16,-1-27 16-16,7 46 0 0,-7-46-224 0,12 35-32 15,-12-35-16-15,0 0 0 16,0 0-576-16,32 31-112 0,-32-31-32 0,0 0-7248 15,29-5-1472-15</inkml:trace>
  <inkml:trace contextRef="#ctx0" brushRef="#br0" timeOffset="702.97">4584 4034 5519 0,'-1'0'240'16,"0"0"64"-16,0 1-304 0,0-1 0 0,1 0 0 0,0 2 0 15,0-2 1728-15,0 2 272 0,0 1 64 0,0 1 16 0,1-1 384 0,0 4 80 16,1-3 16-16,1 4 0 0,0-1-688 0,-3-7-128 16,0 0-16-16,0 0-16 15,0 0-544-15,30 45-96 0,-30-45-32 0,0 0 0 0,26 33-432 0,-26-33-96 16,0 0 0-16,27 38-16 0,-27-38-496 0,0 0 128 15,28 36-128-15,-28-36 0 0,0 0 0 0,30 38 0 16,-30-38 0-16,0 0 0 16,0 0-1216-16,36 35-144 0,-36-35-32 0,0 0-7792 15,0 0-1568-15</inkml:trace>
  <inkml:trace contextRef="#ctx0" brushRef="#br0" timeOffset="917.36">4809 4039 8287 0,'-4'0'736'0,"1"3"-592"0,1-2-144 0,0 0 0 16,2 1 672-16,-3 1 96 0,-2 2 32 0,-3 1 0 15,-4 4 736-15,-2 4 160 0,-3 0 32 0,0 3 0 16,2 0-128-16,-2-1 0 0,1 1-16 0,-1-2 0 16,3 1-176-16,0-2-16 0,1 0-16 0,2-2 0 15,2 0-928-15,3-2-192 0,0-3-48 0,2 2 0 16,1 1-832-1,0-3-160-15,1 2-48 0,1 1-11136 0</inkml:trace>
  <inkml:trace contextRef="#ctx0" brushRef="#br0" timeOffset="1379.42">4524 4082 7359 0,'0'0'656'0,"0"0"-528"16,1 0-128-16,0 0 0 15,1 0 992-15,-1-2 160 0,2 2 48 0,2-3 0 0,1-2 528 0,5 1 96 0,1-3 32 0,1 0 0 32,1-1-512-32,1 1-112 0,1-2-16 0,1 1 0 0,-1 2-496 0,0-1-96 0,0 2-32 0,0 1 0 15,-1 3-400 1,-15 1-192-16,0 0 160 0,34 0-160 0,-34 0-480 0,0 0-192 0,0 0-32 0,0 0-9776 16</inkml:trace>
  <inkml:trace contextRef="#ctx0" brushRef="#br0" timeOffset="1648.96">4582 4253 7359 0,'-3'5'320'0,"1"-3"80"0,0 0-400 0,1 1 0 15,0-1 0-15,1 0 0 0,0 1 1024 0,-1-1 112 16,0 5 16-16,1 2 16 0,-1 0 16 0,1 0 0 16,0-9 0-16,0 0 0 0,0 0-576 0,0 0-112 0,10 35-32 0,-7-32 0 15,-3-3 64-15,0 0 16 0,0 0 0 0,0 0 0 16,42 5 672-16,-30-6 144 0,2-3 32 0,2-1 0 16,1 1-272-16,2-2-48 0,1-1-16 0,0 0 0 15,-2 2 1088-15,0 0 224 0,-1 1 32 0,-2 1 16 16,-15 3-4288-1,27-7-864-15,-14 4-160 0,-2 0-6288 0,-1 0-1248 0</inkml:trace>
  <inkml:trace contextRef="#ctx0" brushRef="#br0" timeOffset="1973.45">4922 3978 7359 0,'-4'-7'320'0,"2"4"80"0,2 1-400 0,0 0 0 0,1-1 0 0,0 3 0 16,1-2 1664-16,2 1 240 16,0-1 48-16,4 2 16 0,2-1 144 0,-10 1 16 0,0 0 16 0,0 0 0 15,45 21-496-15,-45-21-112 0,0 0 0 0,34 35-16 16,-34-35-704-16,0 0-144 0,28 47-32 0,-28-47 0 15,0 0 544-15,18 48 96 0,-18-48 32 0,7 33 0 16,-7-33-992-16,1 36-192 0,-3-17-128 0,-3-3 160 16,-1-2-160-16,-3 1 160 0,-2-1-160 0,-2 2 160 15,-1-4-832-15,-3 2-160 16,-2 1-48-16,-3-1-13904 0</inkml:trace>
  <inkml:trace contextRef="#ctx0" brushRef="#br0" timeOffset="2405.32">5234 4127 1839 0,'-5'-2'160'0,"1"1"-160"0,0 1 0 0,2-2 0 16,1 2 928-16,1 0 160 0,0 0 16 0,-1-1 16 15,-1 0 1056-15,0 1 224 16,1-2 32-16,1-1 16 0,1 3-400 0,1-2-64 0,2-1-32 0,1 3 0 16,2-2 0-16,1 0 0 0,1 2 0 0,3-2 0 0,-12 2-752 0,29-3-160 15,-29 3-16-15,32-2-16 0,-15 1-560 0,-1-1-128 32,-16 2 0-32,29-2-16 0,-29 2-304 0,25 0 0 0,-14-2 0 0,-2 2 0 31,-1-2-720-31,0 1-48 0,-2 1-16 0,-1 0 0 15,-1 0-1520-15,-3 0-320 0</inkml:trace>
  <inkml:trace contextRef="#ctx0" brushRef="#br0" timeOffset="2566.5">5303 4168 5519 0,'-7'4'240'0,"4"-2"64"0,0 1-304 0,2-1 0 16,0-1 0-16,1-1 0 16,1 2 2240-16,0-2 384 0,1 2 64 0,2 0 32 0,1 0 432 0,3-2 96 0,-8 0 16 0,0 0 0 31,35-4-1008-31,-22 2-192 0,0-1-32 0,1-2-16 15,0 1-1056-15,-1-1-192 0,1 2-64 0,-2 0 0 0,0 0-576 0,1 0-128 16,-2 1 0-16,-1-1-16384 16</inkml:trace>
  <inkml:trace contextRef="#ctx0" brushRef="#br0" timeOffset="4363.38">5748 4077 5519 0,'-2'0'496'0,"0"-2"-496"15,1 2 0-15,1 0 0 0,0 0 672 0,0 0 32 32,-1-2 16-32,-1 1 0 0,-2-1 896 0,1 1 176 0,0 0 48 0,1-1 0 0,1 1 48 0,0 0 16 15,2 1 0-15,0-1 0 0,1 1-304 0,2 0-64 16,2 0-16-16,1-3 0 0,2 3-848 0,0-2-160 15,4 0-48-15,0-3 0 0,2 1-144 0,0 1-16 16,4-1-16-16,-1 1 0 16,0-2-288-16,0 3 0 0,-18 2 0 0,34-4 0 0,-34 4 0 0,32 0-176 15,-32 0 32-15,0 0 0 16,35 4-1296-16,-28-4-256 0,-7 0-48 16,0 0-9504-16</inkml:trace>
  <inkml:trace contextRef="#ctx0" brushRef="#br0" timeOffset="4808.13">5720 4115 7199 0,'-10'3'144'0,"3"-3"48"0,1 2 0 0,3-2 16 0,2 1-208 0,0-1 0 0,1 1 0 0,-1-1 0 16,-1 2 1680-16,1-2 304 16,0 1 48-16,2 1 16 0,1-2-496 0,0 0-80 15,2 0-32-15,1 0 0 0,0 0-208 0,2-2-32 16,0 2-16-16,2-1 0 0,-1 1-128 0,1 0-32 15,1 1 0-15,-2 1 0 0,-8-2-256 0,0 0-64 16,0 0-16-16,38 17 0 0,-38-17-336 0,0 0-64 16,0 0-16-16,31 33 0 0,-31-33-272 0,0 0 0 15,18 40 0-15,-18-40 0 0,0 0 0 0,8 43-176 16,-8-29 176-16,-2 0-160 16,-3-2-352-16,-1 0-64 0,-2-2 0 0,-1 1-16 15,-2-3 32-15,-1 1 16 0,0-2 0 0,-3 2 0 0,-1-1 416 0,-1 1 128 16,0-3 0-16,-4 2 0 15,0-1-448-15,0-1 32 0,5 0 0 0,0-1 0 0,3 0 112 0,1-1 32 0,3 2 0 0,-1 0 0 16,4-1 528-16,0 0 128 0,4-3 0 0,0 0 16 16,2 1-240-16,2-3-160 0,2 2 192 0,3-2-192 15,1 0 432-15,2-2-32 0,3-1 0 0,3 1 0 16,4-2 128-16,1-3 32 0,4 2 0 0,1-3 0 16,1-1-80-16,1-2-16 0,2 1 0 0,0 0 0 15,0 3-160-15,-2-2-48 0,-2 2 0 0,-2 2 0 16,0 0-96-16,-5 2-32 0,-19 3 0 0,32-3 0 0,-32 3-400 15,0 0-96-15,0 0-16 0,0 0 0 16,0 0-1600-16,0 0-336 0</inkml:trace>
  <inkml:trace contextRef="#ctx0" brushRef="#br0" timeOffset="5349.01">5813 3778 11055 0,'0'-7'480'0,"0"2"112"16,0 2-464-16,0 0-128 0,0 3 0 0,0-2 0 15,0 1 1248-15,0 1 224 0,1-2 64 0,-1 2 0 0,-1 0 352 0,0 2 80 16,-1 1 16-16,0 3 0 16,1 2-1056-16,-2 2-208 0,0 2-32 0,0 4-16 0,0-1-384 0,0 3-80 15,-1 1-16-15,-1 0 0 0,1 2 0 0,-1 1-16 16,0-1 0-16,1-2 0 0,1-5-176 0,-1-2 0 15,2-7 0-15,2-2 128 0,-1-3-128 0,2-1 0 16,-1-2 0-16,1-3 0 16,1-4-656-16,1 0-64 0,1-4-16 0,-1-1 0 15,3-2-432-15,0-1-96 0,-1 2-16 0,0-1 0 16,0 3 256-16,0-2 64 0,1 1 0 0,-2 1 0 16,0 2 640-16,0-2 128 0,1 1 16 0,0 0 16 0,-1 1 688 0,0 2 144 0,1 4 32 0,-1-2 0 15,0 6 128-15,1 0 48 0,-2 2 0 0,1 3 0 16,-1 0 32-16,-3-3 16 0,0 0 0 0,0 0 0 15,11 42-224-15,-11-42-64 0,4 32 0 0,-3-13 0 0,-1-19-320 16,0 41-80 0,0-22-16-16,0-3 0 0,0-2-96 0,0-4 0 0,1-2-128 0,1-2 192 0,-1-3-192 0,1-1 0 15,0-2 128-15,2-3-12928 32</inkml:trace>
  <inkml:trace contextRef="#ctx0" brushRef="#br0" timeOffset="7474.12">5568 4720 4607 0,'-2'2'400'15,"0"-2"-400"-15,2 2 0 0,-1-2 0 0,1 1 1088 0,-2 1 144 16,0 0 32-16,-2 1 0 0,0 1 400 0,-1-1 96 16,1 2 16-16,1-3 0 0,2-1-368 0,0 0-64 15,0-1 0-15,2 0-16 0,0-1-384 0,0 0-80 16,1-1-16-16,2-3 0 0,1 2-176 0,-1-1-32 16,2-1-16-16,-1 0 0 0,2 3-272 0,-1-3-48 15,0 0-16-15,0 1 0 0,1-1-128 0,-1 2-32 16,0 0 0-16,-1 0 0 0,-1 2-128 0,1-1 0 0,-2 0 144 0,-1 1-144 15,1 1 0-15,-1-2 0 0,0 2 0 0,0-1 128 16,-1 1-128-16,0 0 0 0,-1 0 0 0,0 0 0 16,0 0 0-16,0 1 0 0,-1 1 0 0,-1-1 0 0,1 3 0 0,-1 0 0 15,-1 2 0-15,1-1 0 0,-1 1 0 0,0 2 128 16,-1-1-128-16,1 2 128 16,-1 1-128-16,0-1 144 0,1 1-144 0,1-1 160 0,0 1-160 0,0-1 128 15,0 1-128-15,2-1 128 16,-1 1 64-16,2-1 0 0,1 0 0 0,0-3 0 0,-2-6 32 0,0 0 16 15,0 0 0-15,0 0 0 0,0 0-240 0,0 0 0 16,0 0 128-16,43 21-128 16,-34-24 0-16,-2-1 0 0,0 1 0 0,2-4 0 0,-2 3-208 0,1-4-96 0,-1 1-16 0,1 0 0 31,-2 0-1312-31,-1 0-272 0</inkml:trace>
  <inkml:trace contextRef="#ctx0" brushRef="#br0" timeOffset="7707.73">5568 4616 3679 0,'-2'-8'160'0,"1"6"32"0,0-2-192 0,1 1 0 16,0 3 0-16,0-2 0 16,0 1 880-16,0-1 128 0,1 1 16 0,1-2 16 0,1 1 864 0,2 1 160 15,-1 1 48-15,2 1 0 0,-6-1 384 0,0 0 64 16,0 0 32-16,0 0 0 15,44 14-1072-15,-44-14-224 16,0 0-32-16,37 8-16 0,-37-8-880 0,0 0-176 0,38 6-48 0,-38-6 0 16,0 0-1872-16,0 0-384 0</inkml:trace>
  <inkml:trace contextRef="#ctx0" brushRef="#br0" timeOffset="7929.69">5765 4670 9215 0,'2'2'400'0,"-1"-2"96"0,0 1-496 0,-1 0 0 0,1-1 0 0,0 1 0 16,0 1 1840-16,1-2 272 0,2 3 48 0,1-1 16 15,1-2-480-15,-6 0-96 0,0 0 0 0,0 0-16 16,0 0-1056-16,38 1-208 0,-30-2-32 0,0-1-16 15,-1 2-592-15,0-3-112 0,-1 3-16 0,0-2-16 16,-1 1-1008-16,-1 0-192 0</inkml:trace>
  <inkml:trace contextRef="#ctx0" brushRef="#br0" timeOffset="8131.45">5758 4779 7359 0,'-1'3'320'0,"0"-3"80"0,1 2-400 0,1-2 0 0,0 0 0 0,0 0 0 15,0 0 1280-15,2 0 192 0,2 1 16 0,1-1 16 16,-6 0-128-16,0 0-32 0,27-3 0 0,-18 0 0 16,1 0-384-16,1-1-64 0,0 0-32 0,0-2 0 15,1 2-240-15,-2-1-48 0,0 2-16 0,0-1 0 16,-2 2-560-16,-2-1 0 0,2 1-192 0,-3 2-9808 16</inkml:trace>
  <inkml:trace contextRef="#ctx0" brushRef="#br0" timeOffset="8371.04">6088 4573 10127 0,'0'-7'448'0,"1"2"96"0,0 0-544 0,0 3 0 15,-1 0 0-15,1 0 0 0,-1 1 1824 0,1-1 256 16,0 1 48-16,1 1 16 0,-1 1 432 0,0 6 96 16,-1 2 16-16,-1 6 0 0,0 3-752 0,-2 6-144 15,1 7-16-15,-1 2-16 0,-2 3-848 0,0-5-160 16,2-2-48-16,0-4 0 0,0-1-544 0,1-3-160 0,2-21 0 0,0 36-16144 16</inkml:trace>
  <inkml:trace contextRef="#ctx0" brushRef="#br0" timeOffset="9908.65">6364 3923 6447 0,'0'-2'576'0,"0"-1"-576"0,0 1 0 0,0 0 0 0,0 2 1072 0,1-3 96 15,-1 1 32-15,0-3 0 0,1-1 208 0,-1 0 64 0,0 4 0 0,0 0 0 31,0 2-240-31,0 4-32 0,0 2-16 0,-1 5 0 0,-1 4 96 0,1 3 32 16,-1 6 0-16,0 0 0 0,0 4-272 0,1 0-48 0,0-2-16 0,0 1 0 31,0 2-416-31,0 1-96 0,-2 0-16 0,2-1 0 16,1-2-288-16,-1-2-160 0,1-4 160 0,0-21-160 0,1 32-192 16,-1-32-128-16,0 0-16 0,0 0-16 15,0 0-1424-15,0 0-272 0,0 0-64 0,0 0-5264 16,0 0-1056-16</inkml:trace>
  <inkml:trace contextRef="#ctx0" brushRef="#br0" timeOffset="10170.71">6291 3852 5519 0,'-2'-5'240'0,"0"1"64"0,2 1-304 0,0 1 0 15,1 2 0-15,1-2 0 0,0 2 896 0,1-3 112 0,3-2 16 0,2-1 16 0,4-2 256 0,3-1 48 16,4 0 16-16,0 1 0 0,2-2-768 0,0 2-144 16,2 1-48-16,-1 1 0 0,-1 2 16 0,-21 4 0 15,38 4 0-15,-38-4 0 0,0 0 288 0,38 24 48 16,-38-24 16-16,0 0 0 0,11 52-272 0,-14-33-48 16,-4 5-16-16,-5 2 0 0,-5 2-80 0,-3 0-16 15,-4 4 0-15,-3-6 0 0,-3-3-176 0,2-2-32 16,3-4-128-16,4-4 192 0,-1 0-48 0,6-5-16 15,1-1 0-15,3-3 0 0,2-1-320 0,4-4-80 16</inkml:trace>
  <inkml:trace contextRef="#ctx0" brushRef="#br0" timeOffset="10708.44">6561 4290 8287 0,'-4'3'736'0,"2"-3"-592"0,0 1-144 0,1-1 0 15,0 1 832-15,-1 0 144 0,-1 2 32 0,-3 0 0 0,0 2 480 16,-1 0 112-16,2-1 0 0,1 2 16 16,1-3 48-16,2 0 16 0,1 0 0 0,2-1 0 15,2-2-400-15,1 0-64 0,2-2-32 0,1-1 0 0,2-1-368 0,2-4-80 16,1 2-16-16,0-2 0 0,-2 2-480 0,2-2-112 0,1-1 0 0,0 0-128 15,0 1 0-15,-2 1 0 16,-2 1 0-16,1 0 0 0,-4 2 0 0,0 1 0 16,-3 2 0-16,-1 0 0 0,-1 1 128 0,-1 1-128 15,-2 0 0-15,0 2 0 0,-2 1 160 0,-1 1-160 0,0 0 128 0,-1 2-128 16,0 0 256-16,0 2-48 0,-1-1 0 0,1 1 0 31,1 0 176-31,2 1 48 0,1-2 0 0,1 1 0 0,0-9-16 0,0 0 0 16,0 0 0-16,0 0 0 0,21 37-96 0,-21-37 0 15,0 0-16-15,0 0 0 0,0 0-160 0,39 18-16 16,-39-18-128-16,0 0 192 0,0 0-192 0,33-1-160 16,-26-2 32-16,-2-1 0 15,2-1-1792-15,-3-2-336 0</inkml:trace>
  <inkml:trace contextRef="#ctx0" brushRef="#br0" timeOffset="10867.96">6650 4049 16575 0,'0'2'1472'0,"1"-1"-1168"0,1 1-304 0,-1-2 0 15,1 2 1936-15,0-1 336 0,1 2 64 0,-3-3 16 16,0 0 144-16,0 0 16 0,0 0 16 0,40 26 0 16,-40-26-1632-16,0 0-320 0,0 0-64 0,45 17-16192 15</inkml:trace>
  <inkml:trace contextRef="#ctx0" brushRef="#br0" timeOffset="15786.58">7186 3895 911 0,'1'-3'0'0,"-1"1"0"0,0 0 0 0,0 2 0 16,1-2 736-16,-1 1 64 0,1-1 16 0,0-1 0 15,0-1 128-15,0-1 16 16,0 2 16-16,0 0 0 16,-1 2 160-16,-1-1 16 0,0 2 16 0,0 0 0 15,0 0-192-15,-1 0-32 0,0 0-16 0,-1 2 0 0,1 0-64 0,-1 0-16 16,0 1 0-16,0 0 0 0,-1 0-144 0,0 0-48 15,0 2 0-15,-2 1 0 0,1 0 48 0,0 1 16 0,-1 0 0 0,1 1 0 0,-2 3 160 0,1 0 16 32,0 3 16-32,0 1 0 0,0 5 48 0,1-2 0 15,-1 2 0-15,2 1 0 0,1-2-160 0,0 5-32 0,1 0 0 0,2 1 0 0,0-25-64 0,5 41-32 32,-5-41 0-32,13 38 0 0,-13-38-384 0,0 0-80 0,27 42-16 0,-27-42 0 0,0 0-192 0,0 0 0 31,40 24 0-31,-40-24 0 15,0 0-512-15,30 0-80 0,-20-2-32 0,-2-1 0 16,2-1-1968-16,-3 1-400 0</inkml:trace>
  <inkml:trace contextRef="#ctx0" brushRef="#br0" timeOffset="16404.31">7309 4077 3679 0,'-1'-2'320'0,"0"2"-320"16,1-2 0-16,0 1 0 0,0 1 896 0,0 0 96 0,-1-2 32 15,1 0 0-15,-1-1 400 0,0-1 96 0,1 1 16 0,-1 1 0 16,2-2-320-16,-1 1-48 0,1-2-16 0,0 3 0 15,1-1-288-15,0-2-64 16,2 1-16-16,-1-1 0 0,1 0-208 0,2-1-64 0,-2 0 0 0,2-2 0 16,0 1-128-16,1-1-16 0,0 1-16 0,0-3 0 15,0 3-48-15,0 0-16 0,0-2 0 0,-1 4 0 16,-1 0-128-16,0 0-32 0,-1 1 0 0,1 1 0 16,0 1 112-16,-2 0 16 0,0 2 0 0,0 2 0 0,0 0 32 0,0 1 16 15,-2 3 0-15,-1-6 0 0,0 0 144 0,0 0 48 16,15 46 0-16,-15-46 0 0,0 0-64 0,17 42-16 15,-17-42 0-15,0 0 0 0,20 41-160 0,-20-41-16 16,0 0-16-16,23 35 0 0,-23-35-224 0,0 0 128 16,0 0-128-16,38 29 0 0,-38-29 160 0,0 0-160 15,0 0 160-15,0 0-160 0,38 14 144 0,-33-12-144 16,-5-2 128-16,0 0-128 0,0 0 0 0,0 0 128 16,0 0-128-16,0 0 0 15,0 0 0-15,37 17 0 0,-34-15 0 0,0 0 0 16,-1 1-384-16,0-1-96 0,-1 1-32 0,1-3 0 15,0 1-1344-15,1-1-256 0</inkml:trace>
  <inkml:trace contextRef="#ctx0" brushRef="#br0" timeOffset="16625.11">7621 3903 7359 0,'-1'0'320'0,"-1"1"80"16,-1 1-400-16,2 1 0 0,-1-1 0 15,0 3 2128-15,-2 2 352 0,-5 7 64 0,-2 3 16 16,-4 4-80-16,-2 3-16 0,-2-3 0 0,0 2 0 0,-3 0-848 0,0 0-160 16,0 1-48-16,2-4 0 0,2 0-384 0,1-3-64 15,2-1-32-15,2-2 0 0,3-2-928 0,2-1 0 16,2-2-160-16,2-2-9792 16,1 2-1952-16</inkml:trace>
  <inkml:trace contextRef="#ctx0" brushRef="#br0" timeOffset="17371.74">7732 4075 911 0,'-3'2'0'0,"1"-2"0"15,0 0 0-15,1 0 0 0,1 1 672 0,-1-1 48 16,0 2 16-16,-3-2 0 0,-1 2 528 0,1-2 96 16,-2 2 32-16,2-2 0 0,1 0 48 0,0 0 16 15,0 0 0-15,1-2 0 0,1 2 80 0,2-2 32 16,0-1 0-16,2 1 0 0,2-1 32 0,0-1 0 15,2-1 0-15,1 2 0 0,2-1-112 0,1 0-16 0,-11 4 0 0,27-5 0 16,-27 5-544-16,27-3-112 0,-27 3-32 0,26-2 0 16,-26 2-496-16,0 0-96 0,38 1-32 0,-38-1 0 15,0 0-160-15,39 0 0 0,-39 0 0 0,24-1 0 16,-24 1-128-16,0 0-16 0,32-5 0 0,-23 3-9808 16,0-1-1952-16</inkml:trace>
  <inkml:trace contextRef="#ctx0" brushRef="#br0" timeOffset="18568.3">8186 4141 6447 0,'0'1'576'0,"0"1"-576"0,0-2 0 0,0 0 0 16,0 0 1344-16,0 2 144 0,0-2 48 0,0 2 0 15,-1 3 288-15,1-2 64 0,1 1 16 0,-1-1 0 0,2-1-352 0,-1 0-64 16,2-1-16-16,0-2 0 0,-1 1-336 0,3-4-80 16,0 1-16-16,0-1 0 0,2-4-208 0,-1 1-32 15,3-1-16-15,-1-3 0 0,0 2-384 0,2-1-80 16,-1-1 0-16,0 1-16 0,-1-2-304 0,0 0 160 16,1 0-160-16,-1 0 128 15,-1-1-128-15,0 1 0 0,0 0 0 0,-2 2 0 0,1-2 0 0,-1 1 0 16,-2-1 0-16,1 1 0 0,0 0-160 0,-2 4 160 15,-1 0 0-15,0 2-144 16,-1-2 144-16,0 1-128 0,0 2 128 0,0 0-128 0,0 0 128 0,0 3 0 0,0-1 0 0,-1 2 0 31,1 0 0-31,-2 2 0 0,1-2 0 0,0 3 0 0,0-1 0 0,-1 0 0 0,0 3 128 0,-1-2-128 16,2 3 144-16,-2 0-144 16,0 1 192-16,-1 3-192 0,2 1 288 0,-2 1-48 0,1 2-16 0,-1 0 0 15,2 0 128-15,-1 0 32 0,0 1 0 0,0-1 0 16,1 0-128-16,1 0 0 0,0 1-16 0,1-15 0 15,2 26-80-15,-2-26-16 0,0 0 0 16,0 0 0-16,16 40-144 0,-16-40 0 0,0 0 0 0,0 0 128 16,0 0-128-16,0 0 0 15,38 14 0-15,-29-16 0 0,3-5 0 0,-2 2 0 0,-3-2 0 0,2-2 0 16,2-1-272-16,-1-3 16 0,1 0 0 0,-2 1 0 16,1-2-320-16,-3 2-48 15,0-2-16-15,-1 2 0 0,-1 0 64 0,-1 0 0 0,-1 2 0 0,0 1 0 16,-2 0 80-16,0-1 32 0,-1 0 0 0,-1 4 0 31,0-4-112-31,1 5-32 0,-1 0 0 0,0-1 0 0,-1 3 368 0,1-2 80 16,0 3 16-16,0 0 0 0,1-1 144 0,-1 3 0 0,1-2 0 0,-1 4 0 0,1-1 0 0,0 1 176 15,-1 0-48-15,1 3 0 0,0 0 368 0,-1-1 64 16,1 4 16-16,-1 1 0 0,0 2 112 0,0-1 16 0,0 2 16 0,1-12 0 16,-1 28-80-16,1-28 0 0,1 26-16 0,-1-26 0 15,1 24-80-15,-1-24-16 0,0 0 0 0,6 37 0 16,-6-37-208-16,0 0-64 15,0 0 0-15,0 0 0 16,25 37-256-16,-25-37 0 0,0 0 0 0,0 0 0 31,33 0-1088-31,-25-5-336 0,1-1-64 0,1-2-13088 0</inkml:trace>
  <inkml:trace contextRef="#ctx0" brushRef="#br0" timeOffset="19042.25">8776 3866 9215 0,'-1'0'816'0,"1"-2"-656"0,1 2-160 0,-1-2 0 16,1 2 1312-16,0-2 224 15,0-1 64-15,2-2 0 0,-1 0 352 0,2-2 80 0,2 1 16 0,-1 0 0 16,1-1-736-16,-1 2-144 0,1 2-16 0,0 0-16 15,-1 2 80-15,0 2 0 0,-5-1 16 0,0 0 0 16,0 0-144-16,0 0-16 0,0 0-16 0,32 35 0 16,-32-35-416-16,0 0-64 0,14 40-32 0,-14-40 0 15,8 31-160-15,-8-31-16 0,5 38-16 0,-5-38 0 0,3 36-96 0,-3-36 0 16,1 31-16-16,-1-31 0 0,-2 33-112 16,0-18 0-16,0 0-128 0,-1 0 192 0,-1 1-192 0,-1-1 0 15,0 1 0-15,-2-3 0 0,1 0 0 0,-2 1 0 16,-1 1 0-16,-2 1 0 0,0 1 0 0,0-3 0 15,-1 0 0-15,1-2-11664 16,2-2-2224-16</inkml:trace>
  <inkml:trace contextRef="#ctx0" brushRef="#br0" timeOffset="19886.21">8914 3612 6447 0,'-1'-2'576'0,"1"0"-576"16,0 2 0-16,-1 0 0 0,1 0 864 0,0-2 64 0,0 2 16 0,0-3 0 16,-1 1 560-16,-1-1 112 0,1 2 32 0,0 0 0 15,1-1-352-15,0 2-64 16,1-2-16-16,1 1 0 0,0-1 192 0,1 0 48 0,2 1 0 0,-1-2 0 15,2 2-128-15,0-2-32 0,0-1 0 0,2 1 0 16,1 1-400-16,0-2-64 0,2 1-32 0,0 0 0 16,-11 3-240-16,25-2-48 0,-25 2-16 0,0 0 0 15,37 8-240-15,-37-8-64 0,0 0 0 0,0 0 0 16,34 26-192-16,-34-26 0 0,0 0 0 0,5 30 0 0,-8-22 0 16,-3 1 0-16,-1 2 0 0,-3-1 0 0,-3 0 0 0,0-1-128 15,1 0 128-15,-1-1-160 0,0 1 0 0,0-3 0 16,0 2 0-16,1-3 0 0,0-1 160 0,1 0 0 15,1 0 0-15,1-3-128 0,0 0 128 0,3-1 0 16,2-1 0-16,2 0 0 0,2 1 128 16,3-4-128-16,3 1 128 0,2 0-128 0,1-1 512 0,2-1 48 15,3 0 0-15,3 3 0 0,2-3-112 0,2 2 0 16,3-1-16-16,3 2 0 0,-1-1-288 0,0 1-144 16,-26 2 160-16,45-3-160 0,-45 3 0 0,39-2 0 15,-39 2-176-15,38-4-16880 16</inkml:trace>
  <inkml:trace contextRef="#ctx0" brushRef="#br0" timeOffset="26867.7">9391 3978 2751 0,'-3'-3'256'0,"1"3"-256"0,1-2 0 0,0 2 544 0,1 0 64 16,-1 0 16-16,1 0 0 0,-1 0 656 0,0 0 144 15,0 0 32-15,0-2 0 0,2 1-80 0,0 1-16 16,1 0 0-16,-1 0 0 0,3-2-16 0,1 2 0 15,1 0 0-15,2-2 0 0,1 0-240 0,0 0-48 16,2-1-16-16,2 0 0 0,0 3-352 0,0-2-80 16,2 0-16-16,-1-1 0 0,0-1-288 0,0 1-64 15,-1 1-16-15,0-1 0 0,-1-2-224 0,1 2-208 16,-2 0 32-16,0 0 16 16,-2 1-896-16,1-1-176 0,-3 3-48 0,0-2 0 15,-1 0-784-15,-1 2-176 0</inkml:trace>
  <inkml:trace contextRef="#ctx0" brushRef="#br0" timeOffset="27088.5">9417 4070 3679 0,'-1'0'320'0,"1"0"-320"0,0 0 0 0,1 0 0 16,0 0 1152-16,0 0 144 0,1 0 48 0,0 0 0 15,3-1 608-15,1 0 128 0,2 1 32 0,0-3 0 0,2 2-640 0,0 0-128 16,0-1-32-16,0 1 0 0,0 1-304 0,1 0-64 15,0-2-16-15,0 2 0 16,0-1-224-16,-1 0-64 0,1-1 0 0,1 0 0 0,0 1-416 0,0-1-96 16,1-1 0-16,0 1-128 15,0-2-576-15,0 1-240 0,2 0-32 0,0-1-10240 16</inkml:trace>
  <inkml:trace contextRef="#ctx0" brushRef="#br0" timeOffset="27582.05">10212 3862 4607 0,'-6'0'400'0,"2"0"-400"0,3 0 0 0,-1 0 0 15,1 0 896-15,0 0 80 0,1 2 32 0,0-2 0 0,1 0 624 0,1 0 128 0,1 1 32 0,4-1 0 16,2-1-688-16,2 1-128 0,3-2-16 0,3-1-16 16,1 1-192-16,3-1-48 0,1-1 0 0,1 1 0 15,1-2-64-15,1 2 0 0,-1 0-16 0,-3-2 0 16,-2 2-208-16,1-1-32 0,-1 1-16 0,-2 1 0 15,-3-1-368-15,-2 1 0 0,-2 1 0 16,-1 0 128-16,-3-2-672 0,-2 3-128 16,-2 0-32-16,-3 1-9360 0</inkml:trace>
  <inkml:trace contextRef="#ctx0" brushRef="#br0" timeOffset="28079.9">10207 3902 4607 0,'-7'-2'192'0,"2"0"64"0,1 1-256 0,2 1 0 0,1-2 0 0,1 1 0 0,-1 1 1088 0,0-2 192 0,0 2 16 0,-1-2 16 31,0-2 208-31,1 1 32 0,0 0 16 0,2 1 0 16,0 1-176-16,0 0-48 0,1 1 0 0,0-2 0 16,0 4-128-16,0-2-16 0,2 2-16 0,0 0 0 15,0 1-224-15,3-1-32 0,-1 3-16 0,-6-5 0 16,0 0-272-16,0 0-64 0,38 14-16 0,-38-14 0 15,0 0-176-15,37 10-48 0,-37-10 0 0,0 0 0 16,43 9-80-16,-43-9-32 0,0 0 0 0,42 9 0 16,-42-9-224-16,0 0 0 0,0 0 128 0,42 17-128 15,-42-17 0-15,0 0 0 0,0 0 0 0,0 0-160 16,0 0 32-16,14 41 0 0,-19-34 0 0,-1 2 0 16,-2 3-208-16,-1-4-48 0,-2 3 0 0,-2-2 0 0,-1 3 0 0,-1-1 0 15,-2 2 0-15,-1-3 0 16,-2 1 96-16,0-1 16 0,-2-1 0 0,1 1 0 15,2-3-368-15,-1 0-64 0,1 0 0 0,0-1-16 0,4 0 336 0,1-1 64 16,1-1 0-16,2 1 16 0,2 0 304 0,1-1 0 16,2-1 176-16,1 0-176 0,3 0 272 0,1-2-48 15,1 1-16-15,2-2 0 0,2-2 272 0,3 1 48 16,2-2 16-16,2 0 0 0,1-2 208 0,2 3 32 16,2-3 16-16,2 0 0 0,7 1-240 0,1-1-48 15,3 0-16-15,0 1 0 0,2-3-96 0,-2 4-16 0,1-2 0 16,-1 1 0-16,-2 1-144 0,-1 3-48 0,-1-1 0 15,0 1 0-15,-25 0-192 0,42 1 0 0,-42-1 0 16,40 2 0-16,-40-2 0 0,35 0-240 0,-19 0 48 0,-3-2 16 16,-2 0-1120-1,-1 0-240-15,-4-1-32 0,0 0-11312 0</inkml:trace>
  <inkml:trace contextRef="#ctx0" brushRef="#br0" timeOffset="28879.6">10417 3425 11055 0,'1'0'976'0,"-2"0"-784"16,1 0-192-16,-1 1 0 0,1 1 1136 0,-1-2 176 15,0 2 32-15,-1 0 16 0,0 3-208 0,-1 2-64 16,0 0 0-16,-2 3 0 16,1 1-496-16,1 1-96 0,-1 0-32 0,-1 0 0 0,1 2 64 15,-2 0 16-15,1-2 0 0,-1 3 0 0,0-3-32 0,0 2-16 0,-1-3 0 0,2-2 0 16,-1-1-192-16,2-1-48 0,0-2 0 0,0 0 0 15,2-1 0-15,1-1 0 0,0-3 0 0,0 0 0 16,0 0-256-16,1-2 128 16,2 1-128-16,-1-3 0 0,2-1 0 0,0-2 0 0,2-3 0 0,-1 1 0 15,2-3-240-15,-1 0 48 0,0-1 16 0,0 0 0 16,0 2 176-16,0-3 0 0,0 1 0 0,0-3 0 16,0 2 128-16,-1 1 96 0,1 0 32 0,0 1 0 15,-1 2 64-15,3-1 0 0,-2 1 16 0,3 0 0 0,0 3 176 16,0-2 16-16,1 1 16 0,-1 4 0 0,1 0 16 0,-1 3 0 15,-1 1 0-15,0 5 0 16,-7-5-112-16,0 0-32 16,0 0 0-16,0 0 0 0,25 47-192 0,-25-47-32 0,3 36-16 0,-3-36 0 0,-2 43-176 0,0-20 0 15,-1-1 144 1,1-1-144-16,0 0 0 0,2-21 0 0,0 31 0 0,0-31 0 31,0 0-512-31,0 0-192 0,0 0-16 0,0 0-14000 0</inkml:trace>
  <inkml:trace contextRef="#ctx0" brushRef="#br0" timeOffset="29393.71">10076 4379 11967 0,'-2'0'1072'0,"0"1"-864"15,1 0-208-15,0-1 0 0,1 2 912 0,-1-2 144 16,-1 1 32-16,-1 1 0 0,1 0 512 0,-1 0 128 16,1 1 0-16,1-1 16 0,1 0-720 0,2-2-128 0,1 1-48 0,1-2 0 15,2-1-128-15,1-1-16 0,2 0-16 0,0 0 0 16,2-3-256-16,1 2-48 0,0-1-16 0,0 1 0 16,-1 1 16-16,-1-1 16 0,0 2 0 0,-2 1 0 15,-1 1-208-15,-2 0-64 0,-1 0 0 0,-1 1 0 16,-2 3-128-16,0-2 0 0,-2 3 0 0,0 0 0 15,-2 2 0-15,-1 1 0 0,-1 0 0 0,1 0 0 0,-3 3 0 0,1 3 0 16,-1 1 0-16,2-1 0 16,0-2 0-16,1 2 0 0,1 3 0 0,0 1 0 0,1-1 0 0,1-2 192 15,1-15-192-15,0 0 192 0,9 37-64 0,-9-37-128 16,0 0 192-16,0 0-64 0,38 19-128 0,-25-21 0 16,1-3 0-16,1-3 0 15,0-1-1616-15,-1 0-208 0</inkml:trace>
  <inkml:trace contextRef="#ctx0" brushRef="#br0" timeOffset="29598.58">10130 4272 3679 0,'-4'-3'320'16,"2"1"-320"-16,0 2 0 0,1-2 0 15,1 4 1152-15,0-2 144 0,0 0 48 0,1 0 0 16,-1 2 1072-16,1-2 208 0,2 0 64 0,1 1 0 0,3-1-592 0,0-1-112 15,3 1-32-15,2-2 0 16,-12 2-976-16,27-3-192 0,-27 3-32 0,27-2-16 0,-27 2-736 0,28 2-208 16,-28-2-16-16,0 0-7904 15,37 6-1568-15</inkml:trace>
  <inkml:trace contextRef="#ctx0" brushRef="#br0" timeOffset="29787.54">10386 4352 4607 0,'-1'2'400'0,"1"1"-400"0,0-2 0 0,-1 0 0 16,1 0 1712-16,1-1 256 0,0 0 48 0,1 0 16 16,2 2 240-16,0-2 48 0,3-2 16 0,0 1 0 15,1-1-1664-15,-1 2-336 0,0-2-64 0,-1 1-16 16,1 1-688-16,-2 0-144 0,0 3-16 0,-2-3-5344 15,1 3-1056-15</inkml:trace>
  <inkml:trace contextRef="#ctx0" brushRef="#br0" timeOffset="29946.57">10382 4427 6447 0,'-1'3'272'0,"-1"-3"80"0,2 1-352 0,0-1 0 15,1 0 0-15,0 0 0 0,0 0 1504 0,2 0 224 16,1 0 64-16,1 2 0 0,3-2-160 0,1 0-32 15,0 0 0-15,1 0 0 0,-10 0-832 0,0 0-192 16,27 0-16-16,-19 2-16 0,-1-2-704 0,1 0-144 16,-8 0-16-16,0 0-8512 0</inkml:trace>
  <inkml:trace contextRef="#ctx0" brushRef="#br0" timeOffset="30198.27">10732 4302 12895 0,'0'-3'576'0,"0"2"112"15,1-2-560-15,-1 2-128 0,1 1 0 0,-1 0 0 16,1 0 2208-16,0-1 416 0,1 1 64 0,0 1 32 0,0 1-544 0,1 2-96 16,-2 1-32-16,0 4 0 0,-1-9-928 0,0 0-192 15,-1 37-32-15,-1-21-16 0,0 1-368 0,0 1-80 16,1-2-16-16,-2-1 0 15,2 2-416-15,0-2 0 0,1-1 0 0,0-14-15392 16</inkml:trace>
  <inkml:trace contextRef="#ctx0" brushRef="#br0" timeOffset="30800.18">11141 3750 3679 0,'0'-4'320'0,"0"1"-320"15,0 0 0-15,0 1 0 0,0 1 704 0,0 1 80 0,0-1 16 0,0 1 0 0,0 0 832 0,0 0 160 16,1 1 48-16,-2 2 0 0,1 5-96 0,0 1-16 16,0-9 0-16,0 31 0 15,0-31-240-15,1 48-48 0,-1-19-16 16,1 3 0-16,1 1-656 0,-2 1-144 0,0-4-32 16,0-3 0-16,0-27-432 0,1 47-160 0,-1-47 0 0,2 33 144 15,-2-33-1072-15,0 0-224 0,4 33-32 0,-2-28-16 16,1-3-672-16,-1-2-144 0</inkml:trace>
  <inkml:trace contextRef="#ctx0" brushRef="#br0" timeOffset="31052.86">11125 3724 5519 0,'-2'-9'240'0,"1"4"64"0,1-2-304 0,0 4 0 0,1 1 0 0,0 0 0 0,1 0 1456 15,1-1 224-15,3-2 48 0,1-2 16 0,3 0 880 0,3-1 160 16,1-1 32-16,1 2 16 0,1 2-1856 0,1-2-368 0,2 3-80 0,0 1-16 16,2-1 160-16,-2 3 32 15,1 1 0-15,-20 0 0 0,35 6-432 0,-35-6-80 0,0 0 0 0,0 0-16 16,36 44-176-16,-36-44 0 16,-3 36 0-16,-3-19 0 0,-4 2-208 0,-3 1 16 15,-6 2 16-15,1-3 0 16,0-2-208-16,-3 1-32 0,-2 2-16 0,-1-2 0 0,2-3 240 0,2-1 64 15,0 0 0-15,2-5 0 0,4-1 128 0,2-3 0 16,3-1 0-16,4-3 0 16,2-2-288-16,2-1-128 0</inkml:trace>
  <inkml:trace contextRef="#ctx0" brushRef="#br0" timeOffset="31454.66">11345 4132 3679 0,'-2'1'320'0,"1"-1"-320"0,1 1 0 0,0-1 0 0,0 0 1488 0,1-1 240 16,0 1 32-16,0-1 16 0,2 1-16 15,1-2 0-15,1 0 0 0,3-1 0 0,0-1-720 0,0 1-144 16,2-2-16-16,1 0-16 0,1 0 32 0,-1 0 0 16,1 1 0-16,-1-1 0 0,1 0-112 0,0 3-16 15,-2-2 0-15,0 1 0 0,-2 1-464 0,-3 1-112 0,0 1 0 0,-1 0-16 16,-2 1-176-16,-2 1 0 0,0 1 0 0,-3 1 0 16,0 1-176-16,-2 3 176 0,1 0-128 0,-2 2 128 15,0 1 0-15,-1 1 0 0,2 0 0 0,0-1 128 16,1 1 112-16,3 1 16 0,0-3 16 0,2-1 0 15,-1-9-80-15,0 0-32 0,0 0 0 0,0 0 0 16,0 0-160-16,39 21 0 0,-28-23 144 0,-1 0-144 16,-1-3-256-16,1 0-112 0,2 0-16 0,-1-3-11536 15</inkml:trace>
  <inkml:trace contextRef="#ctx0" brushRef="#br0" timeOffset="31661.22">11518 3906 9215 0,'-2'1'816'0,"-1"1"-656"0,2 0-160 0,1-1 0 16,0 1 1632-16,0 0 288 0,-1 1 64 0,-1 4 16 0,0 2 416 0,2 0 80 0,0-9 0 0,0 0 16 16,0 0-1168-16,0 0-224 0,36 35-48 0,-36-35-16 15,0 0-848-15,37 9-208 0</inkml:trace>
  <inkml:trace contextRef="#ctx0" brushRef="#br0" timeOffset="32475.65">11976 3624 3679 0,'1'-2'320'0,"-1"2"-320"0,1 0 0 0,-1 0 0 16,0 0 864-16,0 0 96 0,0 0 32 0,1-2 0 16,1-1 352-16,0 1 64 0,0 0 0 0,-1-1 16 15,0 3 144-15,-1-2 32 0,1 2 0 0,-1-2 0 16,0 0-112-16,-1 1-16 0,1 1 0 0,-1-2 0 15,0 2-480-15,0-1-96 0,0 1-32 0,1 0 0 16,-1 0-400-16,-1 0-80 0,1 0 0 0,0 1-16 0,-1 1-112 0,0 1-32 16,-1-1 0-16,-1 0 0 0,1 1 16 0,-1 1 0 15,-1 1 0-15,2 0 0 0,-2 0 48 0,0 1 16 16,1 2 0-16,-1 1 0 16,-1 3 96-16,-1 2 32 0,0 4 0 0,-1 2 0 0,2 1-16 0,-2 3 0 15,1 3 0-15,-1 3 0 0,2-1-112 0,-1 1-32 16,2-1 0-16,2 0 0 15,0-1-128-15,3-28-16 0,0 43-128 0,0-43 192 0,0 0-192 0,11 40 0 16,-11-40 0-16,0 0 0 0,0 0 0 0,37 23 0 0,-37-23 0 0,0 0 0 16,45 6-192-1,-26-6 32-15,-1-1 0 0,2 1 0 16,0-2-1760-16,-1 2-368 0</inkml:trace>
  <inkml:trace contextRef="#ctx0" brushRef="#br0" timeOffset="32786.64">12170 3786 4607 0,'0'-3'400'0,"0"3"-400"0,1-2 0 0,0 2 0 0,0 0 1360 0,1 0 192 31,0 0 48-31,2 0 0 0,1 0 624 0,2 0 128 0,0 2 16 0,-7-2 16 15,0 0-592-15,0 0-128 0,39 18-32 0,-39-18 0 0,0 0-400 0,33 27-80 16,-33-27 0-16,0 0-16 0,35 43-368 0,-35-43-64 16,0 0 0-16,30 50-16 15,-30-50-240-15,0 0-64 0,27 50 0 0,-27-50 0 0,0 0-384 0,24 40 0 16,-24-40 0-16,0 0 0 0,0 0 0 16,25 33 0-16,-25-33-224 0,0 0 80 15,0 0-960-15,0 0-192 16,0 0-48-16,0 0-11664 0</inkml:trace>
  <inkml:trace contextRef="#ctx0" brushRef="#br0" timeOffset="32945.12">12482 3760 4607 0,'-6'2'400'0,"-1"2"-400"0,2 0 0 0,2 0 0 0,-1 0 1536 0,-1 2 240 15,-5 5 32-15,-6 6 16 0,-6 9 560 0,-6 7 112 16,-2 5 32-16,1-3 0 0,3-1-336 0,2-6-64 15,3-2-16-15,3-2 0 0,3-7-576 0,4-1-112 16,3-6-16-16,3-2-16 0,2-4-1392 0,3-2-368 16</inkml:trace>
  <inkml:trace contextRef="#ctx0" brushRef="#br0" timeOffset="33440.82">12540 3528 9215 0,'-2'2'400'0,"-1"-2"96"16,1 0-496-16,1 0 0 0,1 0 0 0,-1-2 0 0,1 2 1264 0,-1-1 144 15,1 1 48-15,0 0 0 0,0-2 384 0,2-1 80 16,2 3 0-16,0-3 16 16,3 2-256-16,0-2-48 0,2-1-16 0,1 1 0 0,1 1-368 0,2 0-80 15,1 2-16-15,1 0 0 0,-1 0-480 0,-14 0-96 16,0 0-32-16,41 12 0 0,-41-12-352 0,0 0-64 0,0 0 0 0,37 37-128 15,-37-37 0-15,0 0 0 16,1 36 0-16,-6-25 0 0,-3 1-224 0,0-2 48 0,-3-3 16 0,-2 2 0 16,-3 1-96-16,1 0-32 0,1-3 0 0,-1 0 0 15,1 0 288-15,-1-2 0 0,2-1 0 0,1-1 0 0,2 0 0 16,1-1 0 0,4 0 0-16,1-2 0 0,3 0 0 0,2 0 272 0,2-2-48 0,2 2-16 0,3-3 80 0,3 1 16 15,3 0 0 1,2-1 0-16,1 1 48 0,3-1 16 0,0-2 0 0,2 2 0 15,-1 0-368-15,-2 1 0 0,1 1 0 0,-3 1 0 32,-17 0-960-32,33 3-224 0,-33-3-32 0,0 0-13120 0</inkml:trace>
  <inkml:trace contextRef="#ctx0" brushRef="#br0" timeOffset="33820.24">12838 3886 10127 0,'-5'2'448'0,"1"-2"96"0,1 0-544 0,1-2 0 16,1 2 0-16,1 0 0 0,0 0 1024 0,0-1 80 16,-1 1 32-16,2-2 0 0,0 0 480 0,1 1 112 15,2-2 0-15,1 2 16 0,2-2-192 0,2-1-32 16,1 1-16-16,3-1 0 0,1 1-416 0,2-2-96 15,3 3-16-15,-1-3 0 0,0 3-528 0,-2-1-128 0,1 0 0 0,0 2-16 32,-2-1-640-32,-2 0-128 0,-1 1-32 0,-2 1-8256 0,-2 0-1648 0</inkml:trace>
  <inkml:trace contextRef="#ctx0" brushRef="#br0" timeOffset="34643.15">13232 3748 10127 0,'0'-2'896'0,"0"1"-704"16,1-1-192-16,-1 2 0 0,1 0 1104 0,0 0 192 15,0 0 48-15,1-3 0 0,2 1 48 0,0 0 16 16,3-2 0-16,0 1 0 0,2 1-128 0,1 1-32 16,0-1 0-16,1 2 0 0,1 0-160 0,-12 0-48 0,0 0 0 0,36 5 0 15,-36-5-416-15,0 0-96 0,0 0-16 0,38 21 0 16,-38-21-320-16,0 0-192 0,0 0 192 0,0 0-192 15,0 0 0-15,28 40 0 0,-26-32 0 0,-2-2 0 16,-1 2 0-16,-1-1 0 16,-2 0 0-16,1-2 0 0,-3 2 144 0,0-3-144 0,-4 4 0 0,0-1 144 15,-1 0-144-15,-1 0 0 0,0 2 0 0,-2-1 128 16,-1 1-128-16,1 0 192 0,0-1-192 0,1-1 192 16,2 0-192-16,3 0 0 0,1-2 0 0,2-1 0 15,2-1 128-15,2-1-128 0,1 1 0 0,3-3 128 0,0 0-128 16,2-3 0-16,3 1 0 0,1-3 0 0,2 0 0 15,1-2 0 1,1 3 0-16,2-4 0 0,2 2 144 0,-2 0 48 16,2 2 16-16,0-1 0 0,0 0 64 0,2 3 16 15,0-2 0-15,-2 1 0 0,1 1-128 0,-2 1-32 0,-2 1 0 0,-14 0 0 0,25 0-128 0,-15 0 0 16,-10 0 0-16,0 0 0 16,0 0 0-16,0 0-224 0,0 0 80 0,0 0-9712 15,0 0-1920-15</inkml:trace>
  <inkml:trace contextRef="#ctx0" brushRef="#br0" timeOffset="35563.07">13583 4095 9215 0,'-1'1'816'0,"1"1"-656"0,0-2-160 0,0 0 0 16,1 0 1248-16,0 0 224 0,-1 0 32 0,2 0 16 0,0 0-96 0,1-2-16 15,3 0 0-15,0-3 0 16,3 0-192-16,0-4-32 0,3 0-16 0,2-1 0 0,1-4-192 15,2 0-32-15,1-3-16 0,1-1 0 0,0-2-176 0,0-1-48 16,-1 1 0-16,-2 0 0 0,-1 2 464 0,0-3 96 16,-2-2 16-16,2-3 0 15,-1-2-1888-15,0-2-368 0,-2 0-80 0,-1-1-16 16,0 0 272-16,-1 1 48 0,-1 4 16 0,-2 4 0 0,0 5 304 0,-2 3 64 16,-1 5 16-16,-1 4 0 0,-2 2 352 0,0 4 0 15,-1 3 192-15,-2 1-64 0,0 2 192 0,-1 3 48 16,-2 6 0-16,-1-1 0 0,1 1-128 0,-2 3-32 0,2-2 0 15,-1-1 0-15,0 1-48 0,1 2-16 16,-1-2 0-16,1 1 0 0,0-1 80 0,0-3 16 0,2 1 0 0,0-1 0 16,0 0-80-16,1 0-16 0,0-2 0 0,2-3 0 15,0-9-144-15,0 0 0 0,0 0 0 0,4 32 0 16,-4-32 0-16,0 0 0 0,0 0 128 0,0 0-128 16,0 0 0-16,38 6 0 15,-29-8 0-15,2-5 0 0,1 0-192 0,1-3 16 0,2-1 16 0,-1 1 0 0,0-1-176 0,1-2-48 16,2-1 0-16,0-3 0 15,-2 2-48-15,0-2-16 0,-3 0 0 0,-2 1 0 16,-1-1-80-16,-3 0-32 0,-2 2 0 0,-1 0 0 0,-3 2 256 0,-1 1 48 16,-2 3 16-16,0 4 0 15,0 3 432-15,-1 0 96 0,-1 6 16 0,1-1 0 0,-2 4 512 0,0 0 96 0,1 4 32 16,-2-1 0-16,1 2-272 0,-1 0-48 0,1 2-16 0,0-1 0 16,3 0-112-16,-1 1-32 0,0 3 0 0,4-17 0 15,-1 33 80-15,1-33 16 0,0 0 0 16,10 45 0-16,-10-45-208 0,0 0-32 15,0 0-16-15,39 38 0 16,-39-38-752-16,0 0-160 0,40 14-32 0,-40-14-14736 16</inkml:trace>
  <inkml:trace contextRef="#ctx0" brushRef="#br0" timeOffset="36165.44">14337 3636 10127 0,'2'-2'896'0,"-1"0"-704"15,0 2-192-15,-1 0 0 0,1 0 1312 0,-1 0 224 16,2 0 64-16,2-2 0 0,0 2 464 0,-4 0 112 16,0 0 0-16,0 0 16 0,0 0-352 0,39 35-80 0,-39-35-16 0,0 0 0 15,35 49-640-15,-35-49-128 0,29 36-16 16,-29-36-16-16,27 36-320 0,-27-36-64 0,0 0-16 0,40 44 0 16,-40-44-336-16,0 0-64 0,41 43-16 0,-41-43 0 31,0 0-768-31,34 24-144 0,-34-24-48 0,0 0-9296 0,27 3-1872 0</inkml:trace>
  <inkml:trace contextRef="#ctx0" brushRef="#br0" timeOffset="36328.35">14613 3630 10127 0,'-3'-1'448'0,"0"-1"96"15,0 4-544-15,0-1 0 0,0 1 0 0,1 1 0 16,-2 0 1936-16,-3 5 288 0,-4 2 48 0,-4 7 16 0,-8 4 64 0,-3 4 16 15,-2 1 0-15,-1 0 0 0,-1-1-1312 0,1 0-256 16,2-4-48-16,5-4-16 0,4 0-352 0,4-5-80 16,3-3-16-16,4-2-13712 0</inkml:trace>
  <inkml:trace contextRef="#ctx0" brushRef="#br0" timeOffset="36941.76">14676 3736 6447 0,'-2'0'576'0,"1"0"-576"32,0 0 0-32,1 0 0 0,1 0 1120 0,-1 0 112 15,0 0 32-15,-1 0 0 0,1 1 464 0,2-1 80 0,0 0 32 0,2 0 0 0,3 0-624 0,1-1-128 16,2 1-32-16,3-2 0 16,2-1 0-16,2 1 0 0,1-1 0 0,1 1 0 15,-2 0-144-15,2-3-16 16,1 2-16-16,1-3 0 0,-1 1-432 0,-1 1-64 0,-2-1-32 0,-2 2 0 0,-1-2-352 0,-3 3-128 15,-2-1 0-15,-2 1 0 16,-2-1-928-16,-2 1-176 0,-1 1-48 0,-3 1-6592 0,-1-1-1344 16</inkml:trace>
  <inkml:trace contextRef="#ctx0" brushRef="#br0" timeOffset="37145.85">14845 3558 3679 0,'3'0'320'0,"-1"-2"-320"0,-1 2 0 0,-1 2 0 15,1-2 1664-15,0 2 256 0,0 1 48 16,-1-3 16-16,0 0 384 0,0 0 96 16,12 47 16-16,-12-47 0 0,-1 41-624 0,-2-18-112 0,-1 1-16 0,-1 0-16 15,1 0-432-15,-2-1-64 0,1-1-32 0,0 0 0 0,0-4-480 0,2-1-112 32,3-17-16-32,-4 30 0 15,4-30-832-15,0 0-160 0,3 31-32 0,-3-31-13440 16</inkml:trace>
  <inkml:trace contextRef="#ctx0" brushRef="#br0" timeOffset="38262.99">15251 3854 10127 0,'-1'3'896'0,"1"-3"-704"0,0 2-192 0,1-2 0 0,-1 0 992 0,1 0 160 16,1 1 48-16,0 1 0 0,2-2 128 0,0 0 16 15,-4 0 16-15,0 0 0 16,23-3-400-16,-14-2-96 0,1 3-16 0,0-5 0 16,0 0 240-16,2-1 32 0,0-1 16 0,0 0 0 0,0-1-432 0,0-1-64 0,1 1-32 0,1-2 0 31,-1 0-448-31,0 0-160 0,0-1 0 0,-1 0 144 0,-1-1-144 0,-1 2 0 0,0-2 0 0,-1 0 0 15,-2 0-224 1,-2-1 32-16,-1-1 0 0,-1-1 0 0,-1-2-64 0,-1 3-16 0,0 1 0 0,-1 1 0 16,1 2 272-16,-2 3 0 15,1 1 0-15,-1 4 0 0,1 0 128 0,-1 3 64 16,1-1 32-16,-1 1 0 0,2 1 160 0,-1 0 16 16,0 0 16-16,0 0 0 0,0 0-240 0,0 1-48 15,0-1-128-15,0 0 192 0,0 0-64 0,0 2 0 0,0-2-128 0,0 1 192 16,-1 1 176-16,0 1 16 15,0 0 16-15,-1 2 0 0,-1 0 144 0,1 3 32 0,-2 3 0 0,0-1 0 16,1 4-160-16,-2 2-32 16,0 1 0-16,2-3 0 0,0 3-144 0,0-3-48 15,3-14 0-15,-3 29 0 0,3-29-192 0,0 0 144 16,1 35-144-16,-1-35 128 0,0 0-128 0,8 33 0 16,-8-33 0-16,0 0 0 0,0 0 0 0,0 0 0 15,0 0 0-15,28 36 0 0,-23-35 0 0,1-1 0 0,0-1 0 16,1-1 0-16,1-3-208 0,1 0 16 0,0-2 16 0,3-2 0 31,-1-1-432-31,1-2-96 0,1-2 0 0,-1 0-16 16,0-1-624-16,0-2-112 0,-2 1-16 0,-2 0-16 15,1-1 144-15,-2-2 48 0,-2-2 0 0,-1 4 0 0,-1-2 736 0,-1 2 160 0,0 1 16 0,-1-1 16 16,0 3 368-16,-1 0 0 0,0 5 0 0,-1 1 0 16,1 4 288-16,-2 1 128 0,1 1 32 0,0 2 0 15,-1 2 208-15,0-1 48 0,2 3 16 0,-2 0 0 16,0 1-144-16,1 0-16 0,-1 3-16 0,1 0 0 15,-1 1 96-15,2-9 0 0,-3 21 16 0,3-21 0 16,0 28-272-16,0-28-48 0,-2 30-16 0,2-30 0 0,-1 38 64 0,1-38 16 16,-1 37 0-16,1-37 0 0,0 35-16 15,0-35-16-15,3 32 0 0,-3-32 0 0,0 0-240 16,8 36-128-16,-8-36 128 0,0 0-128 0,0 0-160 0,0 0-96 16,0 0-32-16,34 26 0 15,-25-28-1120-15,-1-5-208 0,0 0-48 0,1-1-7104 16,-1-1-1408-16</inkml:trace>
  <inkml:trace contextRef="#ctx0" brushRef="#br0" timeOffset="38797.21">15825 3288 11055 0,'-1'0'480'0,"1"0"112"0,0 0-464 0,0 0-128 15,1-2 0-15,0 2 0 0,2-1 848 0,0 1 160 16,2-2 16-16,1-1 16 16,4 1-176-16,1 0-32 0,2-3-16 0,0 3 0 0,1-3 48 0,-1 5 16 15,0-2 0-15,0 2 0 0,-13 0-240 0,0 0-64 0,0 0 0 0,32 12 0 16,-32-12-336-16,0 0-80 0,0 0-16 0,0 0 0 31,-3 33-464-31,-5-24-112 0,-1 3-16 0,-3-2 0 16,-1-1-48-16,0 0-16 0,-1 1 0 0,-1-3 0 0,1 0 256 0,0 0 32 0,1-2 16 15,3 0 0-15,1-2 464 0,3 1 80 0,1-3 32 0,3 0 0 16,2 1 208-16,3-2 32 0,2 0 16 0,1 0 0 16,4 0 0-16,2-2 0 0,3 0 0 0,3 0 0 31,0-1-976-31,0-1-192 0,0 1-32 0,-1 1-6512 0,1-1-1296 0</inkml:trace>
  <inkml:trace contextRef="#ctx0" brushRef="#br0" timeOffset="39763.6">16214 3374 911 0,'2'-3'0'0,"-1"1"0"0,1 1 0 0,-1 0 0 15,-1 0 896-15,1 1 80 0,0-2 32 0,0 0 0 16,2 1 688-16,1-4 144 0,-1 2 16 0,2 0 16 0,0 0-144 0,-1 1-48 16,1 1 0-16,-1-1 0 15,0 2 48-15,1 0 16 0,0 2 0 0,-5-2 0 0,0 0-192 0,0 0-32 16,0 0-16-16,33 29 0 0,-33-29-400 0,0 0-80 15,32 38 0-15,-32-38-16 0,26 32-272 0,-26-32-48 16,31 39-16-16,-31-39 0 0,30 43-272 0,-30-43-48 16,25 46-16-16,-25-46 0 0,18 46-176 0,-18-46-32 15,9 43-128-15,-9-43 192 0,1 38-192 0,-1-38 0 16,-11 36 0-16,3-20 0 0,-3 0 0 0,-4 1 0 16,-3 0 0-16,-4 0 0 15,-5 2-576-15,-3-1-128 0,-5 2 0 0,1-2-14864 16</inkml:trace>
  <inkml:trace contextRef="#ctx0" brushRef="#br0" timeOffset="66748.75">16671 3651 13823 0,'-2'2'1216'15,"1"-2"-960"-15,1 0-256 0,0 0 0 0,1 0 1328 16,0 0 208-16,-1 0 64 0,1 0 0 0,1 0-64 0,2 0-16 15,0 2 0-15,3-2 0 0,0 0-480 0,3-2-80 0,-10 2-32 0,23-2 0 16,-10 1-240-16,0-2-48 16,1-1-16-16,0 0 0 0,-1 1-304 0,-2 1-64 0,1-2-16 0,-3 1 0 15,-1 3-240-15,-2-2 0 0,-1 2 0 0,-3 2 0 32,1-2-1024-32,-3 3-160 0,-1 1-32 0,-2 0-11520 0</inkml:trace>
  <inkml:trace contextRef="#ctx0" brushRef="#br0" timeOffset="66905.92">16643 3758 8287 0,'-1'2'368'0,"2"-2"80"0,1 0-448 0,0 0 0 0,0 0 0 0,1-2 0 0,0 2 2176 0,3-1 368 16,3-1 64-16,4-1 16 0,4-1-240 0,1-1-32 16,-1 0-16-16,0 1 0 0,0-1-1120 0,-3 2-208 15,-1 1-48-15,-2 0-16 16,-3 0-1264-16,-1 2-240 0,0-1-48 0,-1 1-7776 15,1 0-1536-15</inkml:trace>
  <inkml:trace contextRef="#ctx0" brushRef="#br0" timeOffset="67423.31">17126 3594 7359 0,'-3'0'656'0,"2"0"-528"0,0 2-128 0,2-2 0 31,0 0 1040-31,0 0 176 0,1 0 48 0,1 0 0 16,3 0 656-16,-6 0 128 0,21 0 16 0,-4-2 16 0,1 2-816 0,4-3-176 16,1 1-16-16,3-1-16 15,2 0-304-15,1-1-64 0,2 0-16 0,0 1 0 0,0-1-96 0,0-1-32 16,-2 0 0-16,1 1 0 16,-1 1-80-16,-2-2-16 0,-4 3 0 0,-1-2 0 0,-1 0 192 0,-2 1 48 15,-2 0 0-15,-1 0 0 0,-3-1-528 0,-1 3-160 0,-4-1 0 0,-2 1 0 31,-1 0-688-31,-4 1-240 0,-3 0-48 0,-3 2-12160 0</inkml:trace>
  <inkml:trace contextRef="#ctx0" brushRef="#br0" timeOffset="67817.75">17300 3603 9215 0,'-2'-3'400'0,"2"0"96"0,1 0-496 0,0 1 0 15,1 1 0-15,0 1 0 16,0-2 1216-16,1-1 160 0,4 1 32 0,2 0 0 0,3-3 640 0,0 2 144 15,2 1 32-15,-14 2 0 0,28 0-336 0,-28 0-64 32,28 3-16-32,-28-3 0 0,0 0-848 0,36 12-192 0,-36-12-16 0,0 0-16 15,0 0-544-15,34 23-192 16,-34-23 144-16,0 0-144 0,0 0 224 0,0 0-32 16,0 0-16-16,27 38 0 0,-27-38-176 0,0 0 0 0,-5 19 144 0,1-12-144 15,-2 0 0-15,-2 0 0 0,-1 3 0 0,-3-3 0 0,1 0 0 16,-3 0-208-16,0 0 48 0,-3 1 16 0,-2 1-16 0,1-2 0 0,-1 3 0 0,3-3 0 15,0 2 16-15,2-2 0 0,0 1 0 0,1 1 0 16,2 0 144-16,1-2 0 0,2 1 0 0,3-2-128 16,1-2 128-16,2 1 0 0,3-2 0 0,2 0 0 15,1-1 0-15,2-2 0 16,-6 0 0-16,23-2 0 16,-6 0 352-16,4-1 96 0,4 1 32 0,5-3 0 15,2 0 192-15,1 1 32 0,-3-1 16 0,6-1 0 16,2 0-272-16,2 1-48 0,1 1-16 0,1-1 0 15,-1 2-224-15,-1-1-160 0,-1 1 192 0,-4 1-192 16,-4-1 0-16,-4 1 0 0,-3-2 0 0,-6 1 0 16,-5 0-496-16,-4 1-208 0</inkml:trace>
  <inkml:trace contextRef="#ctx0" brushRef="#br0" timeOffset="68400.58">17260 4094 6447 0,'-9'4'576'0,"2"-1"-576"16,1-1 0-16,2 1 0 0,2-1 800 0,0-2 48 15,1 2 16-15,-1-1 0 0,-3 3 32 0,0-1 16 16,0 1 0-16,2-1 0 0,2-1 304 0,2-1 64 16,3-2 16-16,0 1 0 0,4-3 160 0,1 0 16 15,1 0 16-15,1-2 0 0,3 2-512 0,0-1-96 16,2-1-32-16,-1 0 0 0,1 3-336 0,-2-3-80 15,-14 5-16-15,24-3 0 0,-24 3-416 0,0 0 0 0,0 0 0 0,0 0 0 16,0 0-192-16,0 0 0 0,0 0-16 0,0 0 0 16,0 0 80-16,0 0 128 15,2 36-208-15,-10-26 80 0,3-1 272 0,-3 1 64 16,1 2 16-16,0 0 0 0,3 1 96 0,0-3 32 0,4-10 0 0,-3 24 0 16,3-24 16-16,0 0 0 0,0 0 0 0,0 0 0 15,0 0-368-15,28 30 0 0,-28-30 0 0,0 0 0 16,31-4-464-16,-20-1-112 15,-1 0-32-15,1-2-11888 0</inkml:trace>
  <inkml:trace contextRef="#ctx0" brushRef="#br0" timeOffset="68606.31">17335 3930 5519 0,'-3'-2'496'0,"0"0"-496"15,2 2 0-15,0 0 0 0,1 2 1552 0,0-1 224 16,-1 0 32-16,0 2 16 0,-1 2 928 0,2-5 192 15,0 0 48-15,0 0 0 0,0 0-752 0,16 42-128 16,-16-42-48-16,0 0 0 0,31 26-1264 0,-31-26-256 16,0 0-48-16,37 15-16 15,-37-15-1008-15,0 0-208 0,37 10-32 0,-37-10-12688 0</inkml:trace>
  <inkml:trace contextRef="#ctx0" brushRef="#br0" timeOffset="68763.87">17556 4037 11967 0,'0'0'528'16,"1"0"112"-16,1 2-512 0,0-2-128 0,-1 0 0 0,0 0 0 15,2 0 1504-15,1-2 272 0,-4 2 48 0,0 0 16 16,26-3-384-16,-26 3-80 0,0 0-16 0,27 0 0 16,-27 0-1872-16,0 0-368 0,0 0-80 0,0 0 0 15,0 0-768-15,0 0-160 0,0 0-32 0,0 0-5040 16</inkml:trace>
  <inkml:trace contextRef="#ctx0" brushRef="#br0" timeOffset="68906.77">17517 4134 11055 0,'-8'3'480'0,"3"1"112"0,1-3-464 0,2 1-128 0,1-2 0 0,2 0 0 16,-1 0 1440-16,2 0 272 0,1 2 48 0,3-4 16 0,-6 2 480 0,20-3 112 16,-6 1 0-16,0-3 16 0,3 3-1280 0,1-5-256 15,1 3-48-15,-1-1-16 16,1 0-1344-16,-3 2-272 0</inkml:trace>
  <inkml:trace contextRef="#ctx0" brushRef="#br0" timeOffset="69081.3">17901 3942 12895 0,'0'0'1152'0,"0"0"-928"0,0 2-224 0,-1 1 0 0,1-3 2144 15,0 0 384-15,0 0 80 0,-6 31 16 0,6-31-304 0,-9 41-48 16,4-16-16-16,-1 0 0 0,2 0-1744 0,4-25-368 16,-2 42-144-16,2-42-13536 15</inkml:trace>
  <inkml:trace contextRef="#ctx0" brushRef="#br0" timeOffset="69720.89">17480 3169 16575 0,'-1'-2'1472'0,"1"2"-1168"0,0 0-304 0,0 0 0 15,0 0 896-15,-1 0 128 0,1 0 32 0,-1 2 0 16,0 1 912-16,1-3 176 0,0 0 32 0,-6 26 16 16,6-26-1488-16,-8 27-320 0,8-27-48 0,-10 34-16 15,5-16-176-15,-1-2-144 0,1 0 192 0,1-2-192 16,4-14 128-16,-6 18-128 0,4-10 0 0,0-4 0 15,3-1 0-15,0-2 0 0,0-1 0 0,2-1 0 16,1-3 0-16,0-3-272 0,2 0 16 0,0-3 16 16,2-2-1056-16,-1 0-224 0,2-2-32 0,-2 1-16 15,0 0 576-15,0-3 112 0,-1 1 32 0,-1 1 0 0,0-2 1040 0,-1 3 192 16,-1-1 64-16,1 2 0 0,-1 0 560 0,1 0 112 16,0 3 32-16,0 0 0 0,-1 2-128 0,2 2 0 15,1-2-16-15,-1 2 0 0,2 1 16 0,-1 3 16 16,1-1 0-16,-7 2 0 0,0 0-352 0,0 0-80 15,0 0-16-15,35 31 0 0,-35-31-224 16,0 0-48-16,16 56-16 0,-16-56 0 0,4 43-176 0,-4-43-128 0,1 43 192 16,-1-43-192-16,0 33 160 0,0-33-160 0,0 0 128 0,-1 34-11120 15,1-34-2224-15</inkml:trace>
  <inkml:trace contextRef="#ctx0" brushRef="#br0" timeOffset="70858.13">18257 3431 3679 0,'2'-1'320'0,"-1"-1"-320"0,0 2 0 0,-1 0 0 0,0 0 768 0,0 0 64 16,1-2 32-16,1 1 0 0,0-1 16 16,0 0 0-16,2 1 0 0,-1-1 0 15,-1 2 160-15,0 0 48 0,1-1 0 0,-1 1 0 0,-1 0 32 0,0 1 16 16,-1 2 0-16,0 1 0 0,-1 1-160 0,0 0-16 15,1-5-16-15,0 0 0 0,-7 38-128 0,7-38-32 16,-3 42 0-16,3-42 0 0,-4 53-304 16,4-53-64-16,-3 56-16 0,3-56 0 0,-2 50-400 15,2-50 128-15,-1 40-128 0,1-40 0 16,0 0-1184-16,3 34-320 0,-3-34-64 0,0 0-8288 0</inkml:trace>
  <inkml:trace contextRef="#ctx0" brushRef="#br0" timeOffset="71126.14">18253 3359 3679 0,'1'-3'320'0,"0"0"-320"16,1 2 0-16,0-1 0 0,0 2 1600 15,0-1 256-15,1 1 64 0,2 0 0 16,4-2 128-16,3 0 16 0,4 1 16 0,3-1 0 15,0 2-976-15,1-2-192 16,-1 2-32-16,1 0-16 0,-2 0-64 0,-18 0-16 0,34 2 0 0,-34-2 0 0,0 0-400 0,33 10-64 16,-33-10-32-16,0 0 0 0,0 0-48 0,0 0-16 15,0 0 0-15,-8 30 0 0,-5-20 224 0,-5 2 64 16,-3 0 0-16,-2 2 0 16,2-2-768-16,-3 2-128 0,-2 2-48 0,-2-1 0 15,3 2-160-15,4-3-48 0</inkml:trace>
  <inkml:trace contextRef="#ctx0" brushRef="#br0" timeOffset="71540.44">18396 3800 11055 0,'0'-2'976'0,"0"2"-784"15,1-2-192-15,1 1 0 0,0-1 1760 0,0 1 304 16,0 0 64-16,3-2 16 0,3 1-592 0,3-3-112 0,3 0-32 0,2-2 0 16,2 1-512-16,-1 0-96 0,1 2-32 0,-1 0 0 0,-2 0-224 0,-1 2-48 15,-1-3-16 1,-3 3 0-16,-10 2-352 0,15-4-128 0,-9 3 0 0,-1-2 0 15,-2 2 144-15,-1 1-144 0,-2 0 128 0,0 1-128 16,-1 0 128-16,-1 1-128 0,-2 1 128 0,-1 1-128 0,1 1 288 0,-2 2-32 31,0 0 0-31,2 0 0 0,-1 3 128 0,5-10 0 0,-4 16 16 0,4-16 0 0,0 0-112 0,0 0-32 16,0 0 0-16,0 0 0 0,15 37-256 16,-15-37 0-16,0 0 128 0,0 0-128 15,29 4-416 1,-22-5-144-16,1-1-16 0,-2-2-13200 0</inkml:trace>
  <inkml:trace contextRef="#ctx0" brushRef="#br0" timeOffset="71708.09">18575 3542 16575 0,'-4'-3'736'0,"1"3"160"0,1 0-720 0,1 0-176 0,1 1 0 0,0 1 0 15,0-2 1536-15,0 0 256 0,0 0 64 0,0 0 16 16,7 44-32-16,-7-44-16 15,0 0 0-15,17 46 0 0,-17-46-1360 0,0 0-272 0,33 32-48 0,-33-32-13552 16</inkml:trace>
  <inkml:trace contextRef="#ctx0" brushRef="#br0" timeOffset="72493.33">18867 3423 3679 0,'-1'-2'320'16,"1"2"-320"-16,0 0 0 0,0 0 0 16,0 0 720-16,0-1 80 0,0 1 16 0,1 0 0 0,-1-2 592 15,1 1 128-15,0 0 32 0,1-1 0 0,-1 1-304 0,1-1-64 16,-1 0-16-16,1 1 0 0,-1-1-80 0,-1 2-16 15,2-2 0-15,-1 2 0 16,1-2-64-16,0-1-32 0,0 1 0 0,1 0 0 0,0 1-128 0,2-2-32 16,0 0 0-16,0 0 0 0,2 0-272 0,0 1-64 15,2-2-16-15,1 1 0 0,0-2-160 0,1 3-16 16,-1-2-16-16,-1 1 0 0,1 1 96 0,-2 1 32 16,-1 1 0-16,-7 0 0 0,0 0-48 0,0 0-16 0,0 0 0 15,36 14 0 1,-36-14-192-16,0 0-32 0,0 0-128 0,25 39 192 0,-25-39 32 15,0 0 0-15,23 57 0 0,-23-57 0 0,17 42 0 0,-17-42 0 0,17 45 0 0,-17-45 0 16,19 43-224-16,-19-43 0 0,0 0 0 0,27 47 0 16,-27-47 0-16,0 0-288 0,26 31 32 0,-26-31 16 15,0 0-1488 1,0 0-320-16,0 0-48 0,34 12-6624 0,-34-12-1328 16</inkml:trace>
  <inkml:trace contextRef="#ctx0" brushRef="#br0" timeOffset="72695.82">19236 3373 12895 0,'-3'-4'576'0,"-1"3"112"0,1 0-560 15,0 1-128-15,2 1 0 0,-1 0 0 0,0 3 1664 0,-2-1 288 16,-2 6 64-16,-4 1 16 0,-1 7 16 0,-4 3 16 16,-1 4 0-16,-2 2 0 0,-1 5-672 0,-2-2-144 15,2 1-32-15,0-2 0 0,2-4-624 0,3-2-128 16,3-4-16-16,3-3-16 0,8-15-432 0,-7 21 0 15,7-21 128-15,0 0-15056 0</inkml:trace>
  <inkml:trace contextRef="#ctx0" brushRef="#br0" timeOffset="73052.74">19295 3110 8287 0,'1'-9'368'0,"0"5"80"0,1 0-448 0,-2 2 0 16,1 2 0-16,0 0 0 0,0 0 1568 0,2-2 224 16,1 2 64-16,1 0 0 0,1 0 448 0,-6 0 112 15,0 0 16-15,0 0 0 0,0 0-640 0,38 21-112 16,-38-21-16-16,0 0-16 0,31 19-624 0,-31-19-128 15,0 0-32-15,33 17 0 0,-33-17-288 0,0 0-48 16,30 12-16-16,-30-12 0 0,0 0-160 0,0 0-32 16,0 0-16-16,0 0 0 0,0 0-304 0,0 0 0 0,0 0 128 15,10 38-128-15,-19-32 0 0,-1-1 0 0,-2 2 0 0,-2 0 0 16,0-2 0-16,0 2 0 0,1-2 0 16,0-1 0-16,3 2 0 0,2-2 0 0,2-1 0 0,3 1 0 15,1-1 0-15,3-1 0 0,-1-2 0 0,0 0 0 16,0 0 0-16,0 0 0 0,38 5 0 0,-23-8 0 15,1 1 0-15,3-2 0 0,1 1-144 0,0-2-10432 16,-3 3-2096-16</inkml:trace>
  <inkml:trace contextRef="#ctx0" brushRef="#br0" timeOffset="75186.64">19404 3537 5519 0,'-1'0'496'0,"1"0"-496"0,0 0 0 0,0-1 0 0,1 1 848 0,-1 0 80 0,1 0 16 0,1-2 0 16,0 1 528-16,2 0 96 15,0-1 32-15,3-1 0 0,0 1 128 0,2-1 48 0,0 1 0 0,1 0 0 16,1 2-432-16,-2-3-96 0,1 3-16 0,-3 0 0 15,1 0-848-15,-2 0-160 0,0 1-32 0,1-1-11712 16</inkml:trace>
  <inkml:trace contextRef="#ctx0" brushRef="#br0" timeOffset="77119.82">19414 3530 4607 0,'0'-2'400'16,"0"1"-400"-16,0 1 0 0,0 0 0 16,0 0 752-16,0-2 64 0,0 2 16 0,0-2 0 0,-1 1 64 0,1-1 32 15,0 1 0-15,0 0 0 0,0 1 96 0,1 0 32 16,-1 0 0-16,1 0 0 0,1 0 32 0,1 0 0 15,1 1 0-15,1-2 0 0,3 1-128 0,-1-2 0 16,3 1-16-16,1-1 0 0,1 0-480 0,-1-1-80 16,1 2-32-16,0-2 0 0,-1 1-192 0,1-1-32 15,0 0-128-15,-1 1 192 0,-2 0-192 0,0 0 0 16,-3 1 0-16,-1 1 0 0,-1 0-144 0,-2 0-80 16,-2 1-16-16,-1 1 0 0,-2-2-112 0,-2 2-32 15,-1 0 0-15,-1 0 0 16,0 1-432-16,-2 0-80 0,0-1-32 0,-1 0 0 15,0 0 192-15,0 1 32 0,-2-1 16 0,0 1 0 0,1-1 416 0,0 0 80 16,0 1 0-16,1-3 16 0,2 2 176 0,1-1-160 0,-1 1 160 0,-1-2-160 16,2 2 160-16,0 0 192 0,2 0-32 0,0-2-16 15,2 1 272-15,1 1 48 0,0-2 16 0,1 0 0 16,3 0 144-16,-1 1 16 0,0-2 16 0,3 1 0 16,0 0 64-16,1-3 16 0,2 1 0 0,-1 1 0 15,3 0-112-15,-1-1-32 0,1-1 0 0,0 1 0 16,0-1-224-16,0 1-48 0,1 0-16 0,0 0 0 15,-1 1-176-15,0-1-128 0,1 2 144 0,-3-3-144 0,0 3 0 0,0-2 0 16,-2 2 0-16,-2-1 0 0,-1 1 0 16,-1 0 0-16,-1 0 0 0,-1 1 0 0,-2-1-128 0,-1 2-32 15,-2 1 0-15,-1 0 0 16,-1 0-416-16,0 0-96 0,-2 2-16 0,0-2 0 16,-2 0 80-16,1 0 16 0,2 0 0 0,0 0 0 0,1 0 368 0,0-2 80 15,1 1 16-15,-1 1 0 0,1-1 128 0,1-1-208 16,2 1 80-16,1-2 128 0,0 0-176 0,0 0 176 15,1 0-128-15,1 0 128 0,1 0 0 0,0 0 0 16,1 0 0-16,1 0 0 0,0-2 208 0,2 1 32 16,0-1 0-16,2 0 0 0,1-1 320 0,1 1 64 15,1 0 16-15,1-3 0 0,-1 2-96 0,3-1-16 0,0 1 0 16,0-1 0-16,-1 1-240 0,0 1-48 0,2-1-16 0,-1-1 0 31,0 1-928-31,0 1-176 0</inkml:trace>
  <inkml:trace contextRef="#ctx0" brushRef="#br0" timeOffset="77583.98">19833 3349 5519 0,'-2'-2'240'0,"0"2"64"0,1-2-304 0,1 2 0 15,0 0 0-15,0 0 0 0,1 0 688 0,0-1 80 0,2 1 0 0,0 0 16 0,2-2-16 0,3 0 0 16,2 2 0-16,1-4 0 0,2 3 32 0,1-3 0 16,3 1 0-16,4 1 0 15,2 0 176-15,3-1 48 0,4 1 0 0,0-1 0 16,2-1-32-16,-4-2 0 0,0 2 0 0,-5-1 0 0,-2 0-720 0,-4 2-144 15,-4 0-128-15,-2 0 192 16,-3 3-1328-16,-2-3-256 0,-3 3-48 0,-3 0-4080 16,-1 1-816-16</inkml:trace>
  <inkml:trace contextRef="#ctx0" brushRef="#br0" timeOffset="77978.32">19872 3371 7071 0,'2'-2'144'0,"1"1"48"0,1 0 0 16,-1 0 16-16,-1 1-208 0,-1-2 0 0,1 2 0 0,3 0 0 15,1 0 1584-15,4-2 272 0,3 2 48 0,1-1 16 0,0 2-288 0,0 1-48 16,-14-2-16-16,30 7 0 0,-30-7-304 0,0 0-64 16,36 21-16-16,-36-21 0 0,0 0-640 0,0 0-128 15,35 36-32-15,-35-36 0 0,0 0 0 0,0 0 0 16,24 42 0-16,-24-42 0 0,0 0-240 0,0 0-144 15,4 41 160-15,-4-41-160 0,0 0 0 0,-10 31 0 16,3-20 0-16,-2 1 0 0,-1 0-336 0,-2 0 32 16,-1-1 16-16,0-1 0 0,0 2 32 0,-1-2 0 15,-1-1 0-15,1 0 0 0,-1-1 64 0,2 1 0 16,1-2 16-16,1-2 0 0,4 2 176 0,1-2 0 16,4-2-144-16,0 1 144 0,3-3 0 0,0 0 0 15,2-1 0-15,2 0 0 0,1-1 0 0,4 0 160 0,1-3-16 16,2 1 0-16,3 0 112 0,1 1 32 0,3 1 0 15,2-2 0-15,2 2-64 0,2-3-16 0,1 1 0 0,-1 1 0 16,1-2 160-16,0 0 16 0,1 0 16 16,-2 0 0-16,-4 1-48 0,2 0-16 0,-1 1 0 0,0 1 0 15,0 0-336-15,-3-2 0 0,-1 1 0 0,-3 0-128 16,-3 1-1216 0,-3 1-256-16,-3 0-32 0,-3 0-9472 0</inkml:trace>
  <inkml:trace contextRef="#ctx0" brushRef="#br0" timeOffset="78342.1">19797 3962 11055 0,'2'0'976'15,"2"-1"-784"-15,0 1-192 0,-1 0 0 0,1-2 464 0,2 1 48 16,3-2 16-16,7 0 0 0,4-4 432 0,4 0 64 0,4-1 32 0,0 1 0 16,-1-2-448-16,-1 1-96 0,-3 4 0 0,-3-1-16 15,-2 0-96-15,-5 3-16 0,-2 0 0 16,-3 2 0-16,-2 0-256 0,-2 0-128 0,-3 2 0 0,-3 0 128 16,-2 1 320-16,-1 2 64 15,-2 2 16-15,-2 2 0 0,0 1 16 0,-3 1 0 0,1 1 0 0,1 1 0 16,1 1-112-16,0 0-32 0,4 0 0 0,0-2 0 15,5-12 176-15,-3 23 16 0,3-23 16 0,0 0 0 16,0 0-160-16,15 36-48 0,-15-36 0 0,0 0 0 16,0 0-272-16,44 14-128 0,-44-14 0 0,27-3 128 31,-13 1-1360-31,-1-4-288 0</inkml:trace>
  <inkml:trace contextRef="#ctx0" brushRef="#br0" timeOffset="78546.56">20002 3798 9215 0,'-3'0'816'0,"1"-2"-656"16,1 2-160-16,1 0 0 15,0 0 1088-15,1 0 176 0,0 0 32 0,0 2 16 0,2 0 800 0,0-1 144 16,2 0 48-16,-5-1 0 0,0 0-576 0,0 0-96 16,36 7-32-16,-36-7 0 0,28 1-688 0,-28-1-144 15,30 0-16-15,-30 0-16 0,30 2-736 0,-30-2-240 0,28 4 0 0,-28-4-8688 16,0 0-1744-16</inkml:trace>
  <inkml:trace contextRef="#ctx0" brushRef="#br0" timeOffset="78703.92">20189 3885 7359 0,'4'0'320'0,"-2"-2"80"0,2 2-400 0,-1 0 0 16,-1 0 0-16,0 0 0 0,0 0 1072 0,2-2 128 0,3 2 16 0,1 0 16 0,-8 0-848 0,0 0-192 15,29 2-16-15,-29-2-16 0,0 0-160 0,0 0 0 16,0 0 0-16,0 0 0 0</inkml:trace>
  <inkml:trace contextRef="#ctx0" brushRef="#br0" timeOffset="78846.34">20195 3954 1839 0,'-4'1'160'0,"1"0"-160"0,1 1 0 0,1-2 0 0,0 1 2160 0,1 1 400 16,1-2 64-16,0 3 32 0,0-1-112 0,-1-2-32 15,0 0 0-15,0 0 0 0,0 0-1168 0,0 0-224 16,40 13-48-16,-40-13-16 0,24-4-1056 0,-11 2-256 16,0-3-16-16,0 1-10224 0</inkml:trace>
  <inkml:trace contextRef="#ctx0" brushRef="#br0" timeOffset="79004.56">20490 3800 13823 0,'1'-2'608'0,"0"2"128"16,0 0-592-16,0-2-144 16,-1 2 0-16,0 2 0 0,0-2 2064 0,0 2 384 0,0 2 80 0,-1 1 16 0,1-5-80 0,0 0-16 31,-5 31 0-31,5-31 0 0,-7 36-1440 0,7-36-304 16,-8 50-48-16,4-24-16 0,0 2-496 0,4-28-144 0,-2 51 0 0</inkml:trace>
  <inkml:trace contextRef="#ctx0" brushRef="#br0" timeOffset="79813.99">20127 2939 7359 0,'2'-4'656'0,"-1"1"-528"0,-1 1-128 0,1-1 0 0,1 3 944 0,-1-2 144 0,1 2 48 0,1-3 0 0,0 1 1456 0,0 1 288 16,2 0 64-16,0-1 16 0,-3 4-1104 0,0 0-208 16,-2 5-48-16,-1 0-16 0,1-7-752 0,-5 29-128 15,-1-9-48-15,-1 0 0 0,-1 1-272 0,0 1-64 16,1 0-16-16,-2-2 0 16,2 0-304-16,0-4 0 0,2-2 128 0,1-3-128 0,2-3 0 0,1-3 0 15,2 0 0-15,0-3 0 0,2-2 0 0,0-4 0 16,1 1-160-16,2-2 160 15,0-2-704-15,1-2 0 0,1 2-16 0,0-5 0 16,-1 1-464-16,-1 0-96 0,0 0 0 0,0-1-16 16,-1 0 528-16,0-3 96 0,-1-1 32 0,0 0 0 0,1-1 992 0,-1 0 208 0,-1 1 32 0,2-1 16 15,0 3 400-15,0 2 80 0,1 0 0 0,0 3 16 16,2 1-144-16,0 4-48 0,0 0 0 0,1 3 0 16,-2 1-144-16,0 0-48 15,1 5 0-15,-8-5 0 0,0 0-240 0,0 0-48 0,0 0-16 0,25 50 0 16,-25-50-224-16,0 0-64 0,3 49 0 15,-3-49 0-15,-1 33-128 0,1-33 0 0,-1 32 0 0,1-32-10496 16,0 0-2112-16</inkml:trace>
  <inkml:trace contextRef="#ctx0" brushRef="#br0" timeOffset="84390.81">20786 3266 2751 0,'2'-2'256'0,"-1"2"-256"16,0 0 0-16,-1 0 0 0,0 0 736 0,1 0 96 16,0-2 32-16,1 2 0 0,-1-2 480 0,2 1 80 15,0-1 32-15,-1 2 0 0,1 0-176 0,-2 0-16 16,0 0-16-16,0 2 0 15,0 1-96-15,0-1-32 0,-1 3 0 0,0 2 0 0,-1 0-80 0,1-7-16 16,0 0 0-16,-6 40 0 0,6-40-224 0,-6 38-48 16,6-38-16-16,-8 45 0 0,8-45-48 0,-9 52-16 0,5-23 0 0,-2 0 0 15,1 1-288-15,-1 1-64 0,2-4-16 0,4-27 0 16,-6 49-304-16,6-49 0 0,-3 38 128 0,3-38-128 16,0 0-720-16,5 36-208 15,-5-36-32-15,0 0-7232 16,0 0-1424-16</inkml:trace>
  <inkml:trace contextRef="#ctx0" brushRef="#br0" timeOffset="84706.79">20834 3219 4607 0,'-5'-6'192'0,"1"1"64"0,0 1-256 0,3 2 0 15,0 0 0-15,0 2 0 0,0 0 576 0,-1-2 80 16,0-1 16-16,0 1 0 0,1-3 608 0,2 3 128 0,2-3 32 0,1 2 0 16,2 1 160-16,2 1 16 0,0 0 16 0,1 1 0 15,0 0-240-15,-9 0-48 0,0 0-16 0,33 5 0 16,-33-5-432-16,0 0-96 16,36 12-16-16,-36-12 0 0,0 0-368 0,33 21-80 0,-33-21-16 0,0 0 0 15,0 0-320-15,25 36 128 0,-25-36-128 0,0 0 0 16,0 0 0-16,-3 42 0 15,-3-30-192-15,-1 0 64 0,-2 0-64 0,-3-2 0 16,-1 3 0-16,-2-1 0 0,-2-2-32 0,0-1-16 16,2 1 0-16,1-3 0 0,2 0-80 0,0-3-32 0,3 0 0 0,2 0-6848 15,0-2-1376-15</inkml:trace>
  <inkml:trace contextRef="#ctx0" brushRef="#br0" timeOffset="85104.78">20876 3651 4607 0,'-2'2'400'0,"1"0"-400"0,1-2 0 0,0 0 0 16,1 0 912-16,0 0 112 0,0 1 0 0,0 1 16 15,2-2 288-15,0 2 48 0,3-4 16 0,1 2 0 16,0-3-736-16,1-1-144 0,3 0-16 0,-1-2-16 16,2 0-224-16,-1 0-64 0,1-1 0 0,-1 3 0 15,-1-2 320-15,0 2 48 0,-3 0 16 0,-1 1 0 16,-1 2-240-16,-1-1-32 0,-1 1-16 0,-2 0 0 16,0 2-160-16,-1-1-128 0,0 1 144 0,-1 1-144 0,-2 1 320 0,0 2-48 15,-1-1 0-15,-1 1 0 0,-2 2 432 0,1 1 96 16,0-2 16-16,1 0 0 0,0 1-144 0,0 2-32 15,3-2 0-15,0-1 0 0,1 0-304 0,2 0-64 16,1-2-16-16,0 1 0 16,-2-5-80-16,0 0-32 0,0 0 0 0,0 0 0 0,0 0-144 15,40 16 0-15,-31-16 0 0,0-2 0 16,-1 1-1136-16,0-1-96 0,0-3-32 0,0 3-9328 0</inkml:trace>
  <inkml:trace contextRef="#ctx0" brushRef="#br0" timeOffset="85300.24">21008 3434 9215 0,'-2'-2'400'0,"1"1"96"0,0 0-496 0,1 1 0 0,0 0 0 0,0 0 0 16,1 0 1296-16,0 0 176 0,1-2 16 0,0 2 16 15,1 0 400-15,2 0 80 0,1 2 0 0,0-1 16 16,-6-1-528-16,0 0-96 0,0 0-32 0,0 0-8608 15,0 0-1728-15</inkml:trace>
  <inkml:trace contextRef="#ctx0" brushRef="#br0" timeOffset="87571.38">21044 3423 911 0,'0'0'0'0,"-1"0"0"0,1 0 0 0,0-2 0 0,0 2 480 0,0-1 16 15,0 1 0-15,0 0 0 0,0-2 512 16,-1 1 96-16,0 0 32 0,1-2 0 0,-2 2 272 0,2 0 48 16,-1 1 16-16,1 0 0 0,-1 0-96 0,1 0-16 15,0 1 0-15,0 0 0 0,0 2-352 0,0-3-80 16,0 2-16-16,0 0 0 0,0 1-464 0,0 0-80 15,1 1-32-15,-1-2 0 0,0-1-480 0,0 3-112 16,0-3 0-16,0 1-16 0,0-2 16 0,0 2 0 0,-1-2 0 0,1 1 0 16,-1-1 96-16,-1 1 32 15,0-1 0-15,-1 0 0 0,0 2 0 0,1-1 0 16,-2 1 0-16,0-2 0 0,0 2 128 0,0 1 0 0,1-3 0 0,-1 2-128 16,1 0 128-16,2-2 0 0,-1 1 0 0,1-1 0 15,0 0 0-15,1 0 176 0,1-1-176 16,0-1 192-16,1 1 0 0,-1 0 0 0,1-2 0 0,1-1 0 0,1 1 32 0,0 1 16 15,-1-2 0-15,2 0 0 16,-1 1-48-16,-1 0 0 0,1 0 0 0,-1 1 0 16,-1 2-192-16,0 0 0 15,-2 0 128-15,0 0-128 0,0 2 0 0,-1 1 0 16,-1 1 0-16,-1 1 0 0,0 0 0 0,-1 0 0 16,1 2 0-16,-3 0 0 0,2 1 176 0,-1-2-176 15,0 1 192-15,2-2-192 0,-1-2 192 0,1-1-64 16,0 0 0-16,2-2-128 0,1-2 576 0,0 0 16 0,1-1 0 0,0 0 0 15,2-1-144-15,1-3-48 0,-2 3 0 0,2-2 0 16,2-1-400-16,-2 0 0 0,2 1-144 0,0-2 144 31,-3 3-1200-31,1 0-128 0</inkml:trace>
  <inkml:trace contextRef="#ctx0" brushRef="#br0" timeOffset="92344.08">21311 3376 4607 0,'-1'-2'400'0,"1"2"-400"0,0 0 0 0,0 0 0 16,0 0 416-16,-1 0 0 0,0 0 0 0,0 0 0 15,0-1 368-15,0 1 80 0,0 0 16 0,0-2 0 0,1 2-16 0,0 0 0 16,0 0 0-16,0-1 0 0,1 0 48 0,0 0 16 16,0 1 0-16,0-1 0 0,0 0-144 0,0 1-16 15,1-2-16-15,-1 2 0 0,1-2 16 0,0 2 16 16,-1-1 0-16,1 1 0 0,1-2-80 0,0 2 0 15,1-2-16-15,0 1 0 0,2-1-96 0,1 0-16 16,1 0 0-16,0 1 0 0,-1-1 0 0,2-1 0 16,1 1 0-16,0 2 0 0,1-1-128 0,0 0-16 15,0 1-16-15,-2 1 0 0,-1 2-224 0,0-2-64 16,-2 3 0-16,-6-4 0 0,0 0-128 0,0 0 0 16,0 0 0-16,0 0 0 0,10 45 0 0,-14-35 0 15,-2 2 0-15,0 0 0 0,-3 0-208 0,-1 2 80 0,-2-2 128 16,-1 2-208-16,-1 0-112 0,-1-2 0 15,0 0-16-15,-1-2 0 0,1 1 192 0,1-2 144 0,1-1-192 0,0-1 192 16,3 0 0-16,0-3 0 0,1 1 0 0,3-1 0 16,1-1 0-16,2 0 0 0,0-1 0 0,2-1 0 15,1 1-192-15,1-2 192 0,1-2-192 0,0 1 192 16,1 1-320-16,2-2 64 0,0-1 0 0,2 0 0 16,1-1 256-16,1 0 0 0,0 1-128 0,1-1 128 15,0-1 0-15,2 0 128 0,0 0-128 0,0 0 192 16,0 1-16-16,-1-1-16 0,3 0 0 0,-1 1 0 15,0 1 112-15,2-2 32 0,1 3 0 0,-1 0 0 16,1-1 32-16,-2 1 16 0,0 0 0 0,-2 1 0 0,-1 1-352 0,-3-2 0 16,0 2 0-16,-1 0 0 15,-2 0-752-15,-1 2-208 0,-1-2-64 0,-1 0-11136 16</inkml:trace>
  <inkml:trace contextRef="#ctx0" brushRef="#br0" timeOffset="94220.09">21703 3712 2751 0,'2'-2'256'0,"0"0"-256"0,0 1 0 0,-1-1 0 16,0 2 560-16,2-3 64 0,0-1 16 0,3-1 0 0,2-3 560 0,0-1 112 15,4-3 32-15,-1 1 0 0,-1 1-288 0,-1-1-48 16,1 1-16-16,-1-4 0 16,-1 2 432-16,0-1 96 0,0 0 16 0,-1-1 0 0,1 0-240 0,0 0-32 15,-1-1-16-15,-1 0 0 16,1 1-576-16,0-1-112 0,-1 0-32 0,2-1 0 0,0 1-304 0,1-2-64 15,-1 1-16-15,1-3 0 0,0 1-144 0,1 0 0 16,-1-1 0-16,-1 3 128 0,0 1-128 0,-2 1 0 16,-1 2 0-16,-1 3 0 0,-1 1 208 0,-1 2-32 15,0 1-16-15,-1 0 0 0,-1 4 160 16,0 1 48-16,-1 1 0 0,0 1 0 0,-1 1-64 0,0 0-16 16,1 1 0-16,-2 0 0 15,0 2-96-15,1-2 0 0,-1 3-16 0,1-2 0 0,0 3-48 0,-2 0-128 0,1 0 192 16,0 1-64-16,0 3-128 0,-1-2 128 0,0 2-128 0,1 1 128 15,0 0 0-15,-1 1-128 0,4-14 192 0,-5 28-64 16,5-28-128-16,-5 34 160 0,5-34-160 16,-4 37 160-16,4-37-160 0,-1 31 0 0,1-31 0 0,0 0 128 15,0 0-128-15,16 43 0 0,-16-43 0 0,0 0 0 16,0 0-704 0,34 4 0-16,-24-6-16 0,-1-2 0 0,-1-2-432 15,1 0-64-15,-2-1-32 0,0 2 0 0,-1-3-96 0,0 2-32 16,-1-1 0-16,1-1 0 15,-2 1 160-15,0-2 48 0,1 2 0 0,-2-3 0 0,1-2 240 0,1 0 48 0,-2-2 16 0,2-2 0 16,-1 1 304 0,-1-2 64-16,1 1 16 0,0 0 0 0,-1 1 480 0,0 1 192 0,0 2-16 0,0 3 0 0,1 2 784 0,-2 3 176 15,-1 3 16-15,1 1 16 0,-1 1 112 0,-1 2 32 16,0 0 0-16,-1 2 0 0,-1 0 32 0,1 2 16 16,-2 0 0-16,0 2 0 0,1 1-432 0,-1-1-96 15,0 1 0-15,0 2-16 0,-1 1-192 16,4-13-48-16,-5 27 0 0,5-27 0 15,0 0-272-15,0 34-64 0,0-34-16 0,0 0 0 0,6 38-224 16,-6-38 176-16,0 0-176 0,0 0 160 0,20 47-160 0,-20-47 0 0,0 0 0 16,0 0 0-1,22 35-640-15,-22-35-96 0,0 0-32 0,0 0-11952 0</inkml:trace>
  <inkml:trace contextRef="#ctx0" brushRef="#br0" timeOffset="94488.85">22264 3283 6447 0,'-2'0'272'0,"0"0"80"0,1 0-352 16,1 2 0-16,0-2 0 0,1 1 0 16,0 1 1568-16,1 0 240 0,-1 1 48 0,3 2 16 15,-4-5 64-15,0 0 16 0,0 0 0 0,29 32 0 0,-29-32-672 0,0 0-128 31,34 29-16-31,-34-29-16 0,0 0-160 0,36 32-48 16,-36-32 0-16,0 0 0 0,36 34-288 0,-36-34-64 0,0 0-16 0,30 36 0 16,-30-36-368-16,0 0-176 0,27 35 160 0,-27-35-160 31,0 0-480-31,0 0-192 0,31 32-32 0,-31-32-7680 0,0 0-1536 0</inkml:trace>
  <inkml:trace contextRef="#ctx0" brushRef="#br0" timeOffset="94679.08">22557 3266 8287 0,'-2'-4'368'0,"0"2"80"0,1 1-448 0,0-1 0 0,0 2 0 0,0 2 0 16,-1-2 1392-16,-1 3 192 0,0-1 32 0,-4 5 16 16,-2 2 1056-16,-3 3 192 0,-2 5 64 0,-3 0 0 15,0 4-832-15,-6 1-176 0,0 3-16 0,-4 1-16 16,0 3-1168-16,-1-3-224 0,2 0-64 0,3-4 0 15,3-1-448-15,4-2 0 0,4-3 0 0,5-4-14752 16</inkml:trace>
  <inkml:trace contextRef="#ctx0" brushRef="#br0" timeOffset="96560.48">22787 3451 4607 0,'0'0'400'0,"-1"0"-400"0,0 1 0 0,1-1 0 15,0 0 960-15,-1 0 128 16,1 0 0-16,-1 0 16 0,0 0 304 0,0 0 64 0,0 0 16 0,1-1 0 15,0 1-304-15,2 0-64 0,-1 0-16 0,1-2 0 0,0 2-272 0,1-2-48 16,1 1-16-16,0-1 0 0,-1 2-64 0,3-2 0 16,1 0-16-16,3-1 0 0,0 0 112 0,1 1 32 15,2 0 0-15,2-3 0 16,1 1-96-16,2 1-16 0,3-2 0 0,3 0 0 16,1 1-224-16,0-1-48 0,0 1-16 0,-2 1 0 0,-1 1-288 0,-2-1-144 0,-5 1 160 15,-2 0-160 1,-3 1-448-16,-4 1-192 0,-3 0-48 0,-2 3-12224 15</inkml:trace>
  <inkml:trace contextRef="#ctx0" brushRef="#br0" timeOffset="96724.38">23007 3255 11055 0,'4'-3'480'0,"-1"1"112"0,0 0-464 0,-3 0-128 15,1 2 0-15,-1 2 0 0,0 0 1264 0,1 0 224 16,-1 5 48-16,0-7 16 0,0 0-16 0,-5 50 0 0,0-24 0 16,-1 3 0-16,-1 1-256 0,0 1-64 0,-1 0-16 0,3 0 0 15,1-3-624-15,4-28-112 16,-2 51-16-16,2-51-12672 0</inkml:trace>
  <inkml:trace contextRef="#ctx0" brushRef="#br0" timeOffset="97199.8">23218 3262 8287 0,'-3'2'736'0,"1"-2"-592"0,1 0-144 0,1 0 0 15,0 0 0-15,1 0 192 0,0 2-192 0,1-2 192 16,1 0 1248-16,2 0 256 16,3 0 48-16,2-2 16 0,2 2-480 0,1-4-80 0,2 1-32 0,1-2 0 15,1 1-656-15,3-2-128 0,0 2-16 0,2-3-16 16,1 1-192-16,0 0-32 0,1 1-128 0,-3 1 192 15,0 1-192-15,-4-1 144 0,-1 3-144 0,-3-1 128 16,-2 2-384-16,-2 0-64 0,-1 0-32 0,-3 0 0 16,1 0-960-16,-3 0-192 0,-1 0-32 0,-1 0-5728 15</inkml:trace>
  <inkml:trace contextRef="#ctx0" brushRef="#br0" timeOffset="97647.09">23234 3318 11967 0,'-3'0'528'0,"2"-2"112"0,1 2-512 0,0-1-128 0,2 1 0 0,0 0 0 15,-1 0 816-15,3 0 128 0,2-1 16 0,1 1 16 16,3-2 176-16,1 2 16 16,0-2 16-16,-1 1 0 15,0 1 0-15,1 0 0 0,-1 3 0 0,2-3 0 0,-12 0-224 0,0 0-64 0,34 14 0 0,-34-14 0 0,0 0-528 0,33 18-112 31,-33-18-32-31,0 0 0 0,0 0-32 0,35 36 0 0,-35-36 0 16,0 0 0-16,0 0-192 0,0 0 0 0,16 40 0 0,-16-40 0 0,0 0-272 0,0 0 0 16,-11 26 0-16,5-18 0 31,-3-1-240-31,0 0-32 0,-3 1-16 0,-1 0 0 0,0 2 112 0,-2 0 32 0,0-1 0 0,0 1 0 0,2 0 272 0,-2-1 144 31,-1 2-160-31,1-1 160 0,2-1 0 0,2-2 0 16,2 0 0-16,2 1 0 0,3-4 256 0,1 2 128 15,3-1 48-15,1-2 0 0,-1-3 16 0,0 0 16 0,0 0 0 16,0 0 0-16,35 10-16 0,-24-10 0 0,3-2 0 16,4-1 0-16,2-1 32 0,3-1 0 0,4 0 0 0,2-4 0 15,1 1-272-15,2-1-48 0,0 0-16 0,-1-1 0 16,1-2-144-16,-3 5 192 0,-3 0-192 16,-3-2 192-16,0 4-192 0,-5 2 0 0,-2-2-192 0,-4 3 192 15,-3 1-1536 1,-4 2-192-16,-2 1-48 0,-5 1-10192 0</inkml:trace>
  <inkml:trace contextRef="#ctx0" brushRef="#br0" timeOffset="98045.32">23215 3888 6447 0,'2'0'576'0,"0"0"-576"0,1 0 0 0,-2 0 0 16,1 0 0-16,1-2 0 15,2 1-240-15,2-1 80 0,2-1 944 0,2 0 192 0,2-1 48 0,-1 0 0 16,1 0 128-16,-2 1 16 0,0 0 16 0,-2-1 0 15,0 3 448-15,-2 1 96 16,-7 0 0-16,0 0 16 0,0 0-656 0,0 0-144 16,0 0-32-16,0 0 0 0,0 0-448 0,0 0-80 0,11 36-32 0,-14-29 0 0,0 2-352 0,1-1 144 15,-1 1-144-15,3-9 0 16,0 0 240-16,-3 26-64 0,3-26-16 0,0 0 0 0,0 0 224 0,0 0 32 16,0 0 16-16,29 33 0 15,-29-33-112-15,0 0-32 0,29 8 0 0,-17-11 0 0,1 1-448 16,-1-3-96-16,1-2 0 0,-1 1-7888 15,-1-3-1584-15</inkml:trace>
  <inkml:trace contextRef="#ctx0" brushRef="#br0" timeOffset="98219.11">23335 3736 10127 0,'-7'-2'448'0,"3"2"96"0,1 0-544 0,1 0 0 0,2 0 0 0,0 0 0 16,1 2 1216-16,0-2 128 0,0 1 16 0,1 0 16 15,2 1 528-15,2 1 96 16,1-1 32-16,-7-2 0 0,0 0-400 0,29 5-80 0,-29-5-16 0,0 0 0 16,35 3-688-16,-35-3-144 0,0 0-16 0,32 4-16 31,-32-4-1120-31,0 0-240 0,0 0-32 0,27 5-12032 0</inkml:trace>
  <inkml:trace contextRef="#ctx0" brushRef="#br0" timeOffset="98392.88">23508 3762 7359 0,'3'0'656'0,"0"0"-528"15,-1 0-128-15,0 0 0 0,0 0 1040 16,0-2 176-16,1 2 48 0,1 0 0 0,3-2 336 0,1 1 64 16,3-1 0-16,1-1 16 15,0 1-1680-15,-2 0-512 0,-2 2 0 0,0-2-6960 0</inkml:trace>
  <inkml:trace contextRef="#ctx0" brushRef="#br0" timeOffset="98550.23">23466 3866 10527 0,'3'-1'224'0,"0"0"48"0,2 1 16 0,-2-2 32 0,0 2-320 0,0 0 0 0,1-2 0 0,3 1 0 15,4-1 1824-15,4-1 304 16,3-1 64-16,1 1 16 0,0-1-960 0,-1 1-192 15,-1 1-32-15,-3 0-16 0,-4 2-1008 0,-10 0-160 0,0 0-48 0,24-2-16 0</inkml:trace>
  <inkml:trace contextRef="#ctx0" brushRef="#br0" timeOffset="98741.34">23784 3722 18431 0,'-1'5'816'0,"-1"0"160"0,0 1-784 0,0 1-192 0,0-2 0 16,1 0 0-16,-1 2 1904 0,2-7 336 0,-6 26 64 0,6-26 0 15,-8 52-896-15,5-19-176 0,3-33-32 0,1 59-16 32,-1-59-1728-32,10 50-352 0,-10-50-64 0,17 43 0 0</inkml:trace>
  <inkml:trace contextRef="#ctx0" brushRef="#br0" timeOffset="99425.67">23351 2799 14735 0,'1'-7'1312'0,"0"5"-1056"0,0-3-256 0,0 3 0 0,-1 1 256 0,0 1-16 15,0 0 0-15,-1 1 0 16,1 1 1488-16,-1 1 320 0,-1 3 48 0,-1 4 16 0,-2 6-848 0,-1 1-176 16,0 5-16-16,-1 3-16 0,0 2-96 0,1 1-32 15,1 1 0-15,5-29 0 0,-8 52-400 0,8-52-80 16,0 43 0-16,0-43-16 0,0 0-432 0,0 0-304 16,13 43 48-16,-7-41 16 15,-1-4-1424-15,1-3-304 0,0-2-48 0,0-2-16 16,0-2-464-16,-1-1-80 0,1-3-32 0,-1-3 0 15,0-2 16-15,-1 0 0 0,-1-1 0 0,-1-1 0 0,2 3 2592 0,-1-4 704 0,0 0 64 0,0 0 0 16,1 0 640-16,0 2 128 16,0 2 16-16,0 2 16 0,1 4-288 0,-2 2-64 0,1 2-16 0,0 4 0 0,1 1 624 15,-1 3 128-15,1 1 32 0,-1 1 0 16,2 3-320-16,-1 1-48 0,-5-5-16 0,0 0 0 0,0 0-672 0,0 0-144 31,24 52-16-31,-24-52-16 0,0 0-400 0,17 48-80 16,-17-48-16-16,0 0 0 0,13 49-256 0,-13-49 160 0,0 0-160 0,7 38 128 0,-7-38-128 0,0 0 0 15,0 0 0-15,1 38-10192 16,-1-33-2080-16</inkml:trace>
  <inkml:trace contextRef="#ctx0" brushRef="#br0" timeOffset="100601.8">23354 2846 911 0,'-1'-2'0'16,"0"0"0"-16,1 2 0 0,0-2 0 0,1 2 576 0,-2-3 48 15,0 1 0-15,0-3 0 0,0 0 512 0,0-2 96 16,-1 1 32-16,1-2 0 0,0 3-32 0,1 0 0 15,1 2 0-15,-1 0 0 0,1 3 240 0,0-2 32 16,0 2 16-16,0 2 0 0,-1 2-176 0,0 3-48 16,-1 5 0-16,1-12 0 0,-4 29-336 0,4-29-80 15,-6 36-16-15,6-36 0 0,-5 43-864 0,5-43 0 16,-6 39 0-16,6-39-11216 0</inkml:trace>
  <inkml:trace contextRef="#ctx0" brushRef="#br0" timeOffset="101378.04">23378 2881 4607 0,'0'1'400'0,"0"-1"-400"0,0 2 0 0,0-2 0 15,0 0 528-15,0 0 32 0,0 1 0 0,0 1 0 16,1-1 416-16,-1 0 96 16,0 2 16-16,0-3 0 0,0 2 416 0,0-2 96 0,-1 2 0 0,0 1 16 15,0 0-176-15,0 1-32 0,0-1-16 0,-1 4 0 0,1-1-528 0,-1 0-96 16,0 0-32-16,-1 2 0 0,1-1-352 0,1 0-80 15,-1 0-16-15,1 0 0 0,-1 0-96 0,1-2 0 16,0-1-16-16,0-1 0 0,0 0 256 0,0-1 48 16,1 0 16-16,0-2 0 15,0 0 176-15,0-1 32 0,2 0 16 0,-1-4 0 0,1 2-160 0,1-1-48 16,0-3 0-16,0 0 0 0,1-1-192 0,0 2-64 16,-1-3 0-16,1-1 0 0,-1 2-112 0,0-3-16 15,-1 1-128-15,0 1 192 0,-1 0-192 0,0 1 176 16,0-4-176-16,0 3 160 0,-1 0-160 0,1 1 0 15,-1-2 144-15,0 1-144 0,0 0 0 0,0-1 0 16,0 3 0-16,0 1 0 0,1 0 0 0,-1 1 0 16,0 3 0-16,0 0 0 0,0-1 0 0,0 3 0 15,0-2 0-15,-1 2 0 0,1 2 0 0,0-2 0 0,-1 0 0 0,1 1-128 16,0 1 128-16,0 0 0 0,0-1 0 0,0 0 0 16,1 0 0-16,0 0 0 0,0 0 0 0,0 1-128 15,1-2 128-15,-1 0 0 0,2-2 0 0,0 1 0 16,1 0 0-16,-1 0 0 15,1-1 0-15,0 0 0 0,0-1 0 0,0 1 0 0,1-1 0 0,-2 1 0 0,0 1 0 16,-1 0 0-16,0 1 0 0,-1 0-128 16,-1 0 128-16,0 2 0 0,-1 3 0 0,-1 2 0 0,0 0-240 0,0 5 48 15,0 0 0-15,2-12 0 16,-4 31-480-16,4-31-96 0,0 0 0 0,-2 45-12896 0</inkml:trace>
  <inkml:trace contextRef="#ctx0" brushRef="#br0" timeOffset="103554.3">23911 3184 16575 0,'3'-2'1472'16,"0"1"-1168"-16,0 1-304 0,-3 0 0 15,1 0 784-15,-1 0 112 0,2 0 0 0,0 0 16 16,2 1 48-16,-1 3 0 0,-3-4 0 0,0 0 0 0,0 0-224 0,0 0-32 16,6 48-16-16,-6-48 0 0,0 0-336 0,-1 51-64 15,1-51-16-15,0 38 0 0,0-38 32 0,1 36 0 16,-1-36 0-16,4 36 0 0,-4-36-176 0,0 0-128 15,9 49 144-15,-9-49-144 16,0 0-464-16,0 0-192 0,11 45-48 0,-11-45-7216 16,0 0-1440-16</inkml:trace>
  <inkml:trace contextRef="#ctx0" brushRef="#br0" timeOffset="103838.69">23938 3115 6447 0,'0'-1'576'0,"0"-1"-576"16,1 2 0-16,0 0 0 0,0 2 784 0,0-2 48 0,0 0 16 0,2-2 0 15,1 2 720-15,1 0 144 0,2 0 16 0,0-1 16 16,0 1-528-16,2-1-128 0,-1 2 0 0,1-1-16 16,0 1-400-16,0 1-80 0,-9-2-16 0,0 0 0 15,0 0-320-15,36 20-80 0,-36-20-16 0,0 0 0 0,0 0-160 16,20 44-224-16,-20-44 48 0,0 0 16 0,1 38-64 0,-1-38-16 15,-8 24 0-15,4-13 0 16,0-2 48-16,-2 0 16 0,0-1 0 0,-1 0 0 0,1-1 176 16,-2-2 144-16,1 1-16 0,1-2-128 0,1-1 0 0,0-1 0 15,2 0 0-15,2-1-9056 16</inkml:trace>
  <inkml:trace contextRef="#ctx0" brushRef="#br0" timeOffset="104202.2">24087 3472 9215 0,'3'0'400'0,"-1"0"96"0,1 0-496 0,-1 0 0 15,0 0 0-15,-1 0 0 0,1 0 1872 0,0 0 288 0,2 0 48 0,3 0 16 16,-7 0-496-16,0 0-80 0,26 0-32 0,-18 0 0 15,1-2-592-15,-1 1-128 0,-1 0-32 0,0-3 0 16,-1 3-272-16,-1-1-48 0,-2-1-16 0,0 3 0 0,-1-2-16 0,-2 2-16 16,0 0 0-16,-1 2 0 0,-1 1-48 15,-1-1-16-15,0 1 0 0,-1 1 0 0,-1 2-240 0,0 0-32 16,0 4-16-16,1-3 0 16,0 2-144-16,0 1 0 0,4-10 0 0,0 0 0 0,-4 33 0 0,4-33 0 15,0 0 0-15,0 0 0 0,13 41 0 0,-13-41 0 16,0 0 0-16,0 0 128 0,35 28-128 0,-35-28 0 15,0 0 0-15,32 2 0 16,-22-2-624-16,0-2-208 16,-2-1-32-16,-1-2-12512 0</inkml:trace>
  <inkml:trace contextRef="#ctx0" brushRef="#br0" timeOffset="104363.2">24196 3283 11967 0,'-3'2'1072'0,"2"-1"-864"0,-1 1-208 0,1 0 0 16,1 0 1280-16,0 1 192 0,1-1 64 0,0 3 0 16,0-1 752-16,-1-4 144 15,0 0 48-15,0 0 0 0,0 0-1472 0,28 43-304 16,-28-43-48-16,0 0-8864 0,0 0-1776 0</inkml:trace>
  <inkml:trace contextRef="#ctx0" brushRef="#br0" timeOffset="106488.18">24476 3527 3679 0,'-2'1'320'0,"2"1"-320"0,-1 0 0 0,0-2 0 16,1 0 368-16,-1 1 0 0,0 0 0 0,-1 1 0 15,-1 1 848-15,-1 2 160 0,1-1 32 0,0 1 16 16,-2-2-64-16,3 1-16 0,0 1 0 0,-1-2 0 16,1 0 0-16,0 0 0 0,1 0 0 0,0-1 0 15,1-1-144-15,-1 1-48 0,2-1 0 0,-1 0 0 16,1-1-320-16,0-1-80 0,1 0-16 0,0-1 0 16,1-1-224-16,-1-2-64 0,3 1 0 0,0-3 0 15,0 2-240-15,2-5-48 0,1 0-16 0,0-1 0 0,3-1 16 0,-1-4 0 16,2 1 0-16,-1 1 0 15,1-5-32-15,-1 2 0 0,1 1 0 0,-1-3 0 0,-2 2 0 0,-2 1-128 16,0 1 192-16,-3 1-64 0,1 2-128 0,-3-1 0 16,1 3 0-16,-2 0 0 0,-1 3 192 15,0 0 16-15,0 0 0 0,0 0 0 0,-1 2 112 0,-1-1 32 16,1 1 0-16,0-1 0 0,0 2-96 0,1-1-32 16,-1 0 0-16,1 0 0 0,0 1-32 0,0 1-16 15,0 2 0-15,0 0 0 0,1-1-176 0,-1 2 160 0,0 0-160 0,0 2 160 16,-1-1-160-16,1 2 128 0,-1 2-128 0,-1 0 128 15,2-5 0-15,0 0-128 0,-4 26 192 0,4-26-64 16,0 0 0-16,-5 37-128 16,5-37 192-16,-3 29-64 0,3-29-128 0,-2 34 0 0,2-34 0 0,-1 35 128 15,1-35-128-15,0 33 0 0,0-33 0 0,0 0 0 16,6 48 0-16,-6-48 128 0,0 0-128 0,0 0 0 16,18 45 0-16,-18-45 0 0,0 0 0 0,0 0 0 15,0 0 0-15,31 21 0 0,-23-21 0 0,-1-2 0 16,0-2-192-16,1-1-80 0,0 0-16 15,1-2 0-15,-2 0-800 0,0-3-144 0,0 0-48 0,-1 1 0 16,-1-3-32-16,0 0-16 0,-2 1 0 0,0-4 0 31,0 1 304-31,-1-2 48 0,0-1 16 0,-1 0 0 16,0-3 384-16,0 0 96 0,0 1 16 0,1-3 0 0,-1 4 464 0,1-1 240 0,1 2-32 0,-1 5 0 0,-1 2 848 0,0 4 160 31,1 1 48-31,-1 5 0 0,-1 2-160 0,0 3-16 0,0-5-16 0,0 0 0 16,-5 31-96-16,5-31-16 0,-6 33 0 0,6-33 0 15,-7 40-192-15,7-40-64 0,-6 45 0 0,6-45 0 0,-3 41-368 0,3-41-80 0,2 38 0 0,-2-38-16 16,0 0-240-16,13 52 0 16,-13-52 0-16,0 0 0 0,20 42 0 15,-20-42 0-15,0 0-176 0,0 0 176 16,21 36-1232-16,-21-36-128 0,0 0-32 0</inkml:trace>
  <inkml:trace contextRef="#ctx0" brushRef="#br0" timeOffset="106905.55">24836 2932 11967 0,'2'-1'528'0,"-1"0"112"16,0 1-512-16,0-2-128 0,0 2 0 0,0 0 0 0,0 2 1376 0,-1-2 240 0,2 1 48 0,2 0 16 16,0 1-208-16,-4-2-64 0,0 0 0 0,0 0 0 15,0 0-576-15,38 22-112 0,-38-22-16 0,0 0-16 16,31 14-352-16,-31-14-64 0,0 0-16 0,32 10 0 15,-32-10 64-15,0 0 0 0,0 0 0 0,0 0 0 16,0 0-320-16,0 0 0 0,0 0 0 0,-9 28 0 16,-2-21-256-16,-2-1-96 0,0 0-32 0,-1 1 0 15,2 0-336 1,-1 0-80-16,0 1-16 0,2-1 0 0,3 2 560 0,1-4 128 0,4 2 128 0,1-3-208 16,4 1 416-16,1-2 96 0,-3-3 16 0,0 0 0 0,31 4 528 15,-16-4 112-15,3 0 32 0,1-2 0 16,2 1-640-16,1 0-128 0,-2 1-32 0</inkml:trace>
  <inkml:trace contextRef="#ctx0" brushRef="#br0" timeOffset="112567.6">5299 6000 10127 0,'-1'-1'896'0,"0"0"-704"0,2-1-192 0,0 1 0 0,1 1 784 0,0-2 128 16,0 2 32-16,2-2 0 0,2 1 288 0,2-2 64 31,3 0 16-31,2-2 0 0,1 2-400 0,-1 1-80 0,0-2 0 0,0 3-16 0,1-1-64 0,0 2-16 0,0-2 0 0,0 2 0 16,-14 0-320-16,0 0-64 0,37 4-16 0,-28-1 0 15,-9-3-336-15,0 0 0 16,0 0 0 0,0 0 128-1,0 0-608-15,0 0-112 0</inkml:trace>
  <inkml:trace contextRef="#ctx0" brushRef="#br0" timeOffset="112796.58">5372 6114 4607 0,'-4'2'400'0,"2"0"-400"0,1-2 0 0,0 1 0 0,1-1 1776 0,1 0 272 15,0 2 48-15,1-2 16 0,1 2 688 0,1 1 144 16,4-2 16-16,0 0 16 0,-8-1-736 0,0 0-160 16,0 0-32-16,47 7 0 0,-47-7-848 0,29-2-176 15,-29 2-48-15,33-5 0 0,-16 1-672 0,-1 1-144 16,-3 0-32-16,1-1 0 0,-1 0-400 0,-1-1-96 15,0 0-16-15,-1 0-14464 0</inkml:trace>
  <inkml:trace contextRef="#ctx0" brushRef="#br0" timeOffset="114356.92">6011 6010 7359 0,'-2'-2'656'0,"0"1"-528"16,1-1-128-16,1 2 0 0,0-2 832 0,0 1 144 16,-1-1 32-16,0 0 0 0,-1-1 592 0,1-2 112 15,2 1 16-15,1-1 16 0,1 3-112 0,1-1-32 0,3 1 0 16,0 0 0-16,4 0-752 0,1 1-144 0,1-1-48 0,1-1 0 15,2 1-352-15,0-2-80 0,2 1-16 0,-2 0 0 16,1 1-208-16,0-2 0 0,-1 1 0 0,-1-1 0 16,-1 1 0-16,-2-1 0 0,-1 1 0 0,-1-2-160 31,-2 3-816-31,-2 0-176 0,-1 0-16 0,-2 1-9168 0</inkml:trace>
  <inkml:trace contextRef="#ctx0" brushRef="#br0" timeOffset="114733.94">6083 5974 5519 0,'-3'-2'240'0,"1"2"64"0,1-2-304 0,0 1 0 0,1 1 0 0,0 0 0 0,0 0 1152 0,-1 0 160 16,1 0 32-16,0 1 16 0,-1 1-32 0,-1 0-16 16,1 1 0-16,-1 2 0 0,1 1-608 0,-1 1-128 15,0 0-32-15,1-1 0 0,-1 2-272 0,0 2-48 16,0 4-16-16,-1-2 0 0,0 2 64 0,1 4 16 15,-1 2 0-15,0 2 0 0,0 0-64 0,0 1-16 16,1 3 0-16,-2-2 0 0,1-2-208 0,0-1 0 16,0 2 0-16,0-3 0 0,0 0 0 0,0-3 0 15,2-4 0-15,0 0 0 0,1-3 0 0,0-1 0 16,2-3 0-16,1 0 0 0,0-1 0 0,1-3 0 0,-1 0 0 0,2 0 0 16,1 1 0-16,0-2 0 0,1 1 160 0,2 0-32 15,-9-2 400-15,0 0 96 0,0 0 16 0,39 7 0 16,-39-7-128-16,0 0-32 0,40 5 0 0,-40-5 0 15,0 0-192-15,38 2-32 0,-26-2-16 0,2-2 0 16,-14 2-80-16,27-3-16 0,-13-2 0 0,-1 2 0 16,-1-3-144-16,-2 1 0 0,-1-1 0 0,-2 0 0 15,0-1-832-15,-2 0-128 0,-1 0-48 16,-2 1-9200-16</inkml:trace>
  <inkml:trace contextRef="#ctx0" brushRef="#br0" timeOffset="114956.07">6071 6235 9215 0,'-6'-3'400'0,"3"3"96"0,0 0-496 0,1-2 0 0,1 2 0 0,1 0 0 0,0 0 1184 0,-1 0 144 16,0 0 16-16,1-2 16 0,2-1 256 0,2 1 48 15,1-3 16-15,4 1 0 0,2-4-240 16,2 2-48-16,1 0-16 0,2 0 0 15,1 0-480-15,2 2-80 0,1-1-32 0,1 0 0 0,-21 5-400 0,45-3-96 0,-45 3-16 0,43 0 0 16,-43 0-272-16,38 3 0 0,-38-3-176 0,0 0-12592 16</inkml:trace>
  <inkml:trace contextRef="#ctx0" brushRef="#br0" timeOffset="115974.32">6738 5896 7359 0,'2'-7'656'0,"-2"3"-528"0,1 1-128 0,0 0 0 16,-1 3 832-16,0-2 144 0,0 2 32 0,0-3 0 15,0 1 656-15,0-2 128 0,-1 1 16 0,-1 0 16 16,-1 0-480-16,-1 2-112 0,1-1-16 0,-1 2 0 16,-1 2-64-16,-1 0 0 15,0 1-16-15,-1 2 0 0,2 1-240 0,-2 2-64 0,1 1 0 0,-1 0 0 16,3-1-176-16,-2 2-32 0,2 3-16 0,-1 4 0 0,1-1-160 0,1 6-48 16,-1 2 0-16,2 4 0 0,1-2-112 15,1 5-32-15,1 1 0 0,0-2 0 0,1-2 32 0,1 1 0 16,-3-29 0-16,9 52 0 15,-9-52-144-15,10 41-16 0,-10-41-128 16,0 0 192-16,24 38-192 0,-24-38 0 0,0 0 0 0,0 0 0 0,46 18-240 0,-33-21 64 16,0 1 16-1,3-3 0-15,0-3-1072 0,1 0-224 0,-1 3-32 0,0-2-12240 16</inkml:trace>
  <inkml:trace contextRef="#ctx0" brushRef="#br0" timeOffset="116573.39">7007 5956 3679 0,'-1'-6'320'0,"1"4"-320"0,0-3 0 0,0 3 0 16,0-1 992-16,0 1 128 0,0 2 32 0,0-2 0 15,1-1 672-15,0-2 144 0,-1 2 16 0,3 0 16 0,0 3-208 0,0 2-64 16,1 2 0-16,-4-4 0 0,0 0-128 0,0 0-48 16,28 38 0-16,-28-38 0 0,0 0-592 0,30 48-112 15,-30-48-16-15,27 40-16 0,-27-40-208 0,30 43-32 16,-30-43-16-16,28 35 0 0,-28-35-320 0,0 0-64 15,40 48-16-15,-40-48 0 0,0 0-160 0,37 40 0 16,-37-40-160-16,0 0 160 16,0 0-992-16,32 32-96 0,-32-32-32 0,0 0-12016 0</inkml:trace>
  <inkml:trace contextRef="#ctx0" brushRef="#br0" timeOffset="116810.02">7215 5913 14735 0,'-2'-1'640'0,"1"1"160"0,0 1-640 0,0 1-160 0,0 0 0 0,-1 1 0 15,0 1 1248-15,-2 1 224 0,-1 4 32 0,-4 6 16 16,-3 6-48-16,-2 0 0 0,-1 0 0 0,0 1 0 16,-1 2-272-16,-1 0-64 0,1-1-16 0,0-1 0 15,0 0-96-15,2-2-32 0,0-1 0 0,3-2 0 0,1-1-592 16,3-4-112-16,0 0-32 0,3-3 0 0,2-1-256 0,0-1 0 15,1-2-176-15,1-2-9872 16,1 0-1968-16</inkml:trace>
  <inkml:trace contextRef="#ctx0" brushRef="#br0" timeOffset="117279.8">7230 5730 6623 0,'1'-4'128'15,"-1"3"48"-15,1-2 0 0,-1 3 16 0,0-2-192 0,1 1 0 0,0-2 0 0,0 0 0 16,1-4 1920-16,0 2 320 0,1-2 80 0,0 1 16 15,0 1-336-15,0 2-64 0,2-2-16 0,-1 3 0 16,1-1-448-16,0 1-80 0,1 2-32 0,0 0 0 0,2 0-368 0,1 2-80 31,-9-2-16-31,0 0 0 0,0 0-464 0,37 18-112 0,-37-18 0 0,0 0-16 0,0 0-304 0,31 32 160 16,-31-32-160-16,0 0 128 16,0 0-128-16,17 41 0 0,-16-30 0 0,-1-1 0 0,-2-3 0 0,-2 2 0 15,0 0 0 1,-3-1 0-16,0 1 0 0,-1-1 0 0,-1-1 0 0,0 0 0 0,0-2 0 0,0 2 0 15,2-3-128-15,-1-1 128 0,2-1-160 0,0 1 160 16,4-2-208-16,-1 0 80 0,2-1 128 0,2 0 0 16,0 0 0-16,2-2 0 0,3 0 0 0,1-1 0 15,2 0 0-15,1-1 0 0,1-1 0 0,0 1 0 16,0 2 0-16,1-1 0 0,1 0-128 16,-13 3 128-16,25-2-128 0,-25 2 128 0,26-2-304 0,-26 2 32 0,0 0 0 0,38 2-8592 15,-38-2-1712-15</inkml:trace>
  <inkml:trace contextRef="#ctx0" brushRef="#br0" timeOffset="117699.89">7634 5867 5231 0,'0'-5'0'0,"0"1"224"0,0-1-64 0,0 2 0 0,0 1-160 0,0 1 0 0,0 0 0 0,1-3 0 16,1-1 1504-16,1 0 272 0,1-3 48 0,-1 2 16 15,1 1 16-15,1 0 0 0,-1 3 0 0,1-1 0 16,0 1-80-16,-1 2-16 0,1 0 0 0,0 2 0 16,0 1-400-16,1-1-80 0,-6-2 0 0,0 0-16 0,0 0-400 0,0 0-80 15,32 36-16-15,-32-36 0 0,0 0-256 0,0 0-48 16,30 45-16-16,-30-45 0 0,0 0-96 0,18 52-32 16,-18-52 0-16,9 40 0 15,-9-40-128-15,3 39-48 0,-3-14 0 0,-3 2 0 0,-1 1-144 16,-2-2 0-16,-3 0 0 0,-1 0 0 0,-2-4 0 0,0-2 0 15,-2 2 128-15,1-6-128 0,0-3 0 0,1 0 0 16,-1 0 0-16,0-2-15808 0</inkml:trace>
  <inkml:trace contextRef="#ctx0" brushRef="#br1" timeOffset="134908.21">17229 4442 3679 0,'1'-2'320'0,"0"2"-320"0,1 0 0 0,-1 0 0 15,0 0 576-15,1-2 32 0,1 2 16 0,0-3 0 16,3 1 288-16,1-1 64 0,3 0 16 0,-1 0 0 16,2 0-96-16,0 0 0 0,1 1-16 0,2 0 0 15,1 0-240-15,3-1-64 0,0 1 0 0,3-1 0 16,4 0-112-16,1-1-16 0,1-3-16 0,3 3 0 16,3-4 384-16,3 1 80 0,-1-1 0 0,3-1 16 0,1 1 192 0,2 0 48 15,4 1 0-15,1 0 0 0,-3-2-352 16,1 4-64-16,1-2-16 0,1 2 0 15,0-3-32-15,0 2-16 0,4-1 0 0,-1 2 0 0,-1 0 128 0,0 0 32 16,0 1 0-16,2-2 0 0,1 0-336 0,1-1-64 16,4 0-16-16,-2-1 0 0,-7 1 96 0,3 0 0 15,3-5 16-15,2 2 0 16,0 1-240-16,-2-2-48 0,-1 2-16 0,-4-2 0 0,0-1-224 0,-5 0 0 16,-3 3 0-16,-5 1 0 0,-3 2 0 0,-4 0 0 0,-5 3-128 15,-5 0 128 1,-6-1-896-16,-6 4-128 0,-4 0-32 0,-6 0-13760 0</inkml:trace>
  <inkml:trace contextRef="#ctx0" brushRef="#br1" timeOffset="135521.04">17288 4554 911 0,'1'-2'0'0,"0"2"0"0,0-2 0 0,0 1 0 15,0 1 704-15,-1 0 48 0,1 0 16 0,1 0 0 16,2 0 256-16,1-2 48 0,-1 2 16 0,3-1 0 15,-2 1-224-15,1 0-32 0,0 0-16 0,0 0 0 0,-1 1-64 0,1-1-16 0,0 2 0 0,0-2 0 16,1 0-32-16,-1-2 0 0,2 1 0 0,0 1 0 31,2-2 80-31,2 0 16 0,0 0 0 0,2-1 0 0,-1 1 32 0,3-1 16 16,3-1 0-16,3-3 0 16,2 2-128-16,0 0-16 0,1-2-16 0,-2 3 0 0,-1 1-416 0,2-2-80 0,1 3 0 0,2-2-16 15,2 1-176-15,2 0 128 0,2 1-128 0,1-3 128 16,1-2 400-16,2 0 80 0,1 0 16 15,1-2 0-15,-1 2 336 0,4 1 80 0,3 0 16 0,5-2 0 16,4 1-480-16,2-2-80 0,2-2-32 0,0 0 0 16,3 2-336-16,0-2-128 0,4 1 0 0,-1-2 0 0,-1 0 0 0,-3-2 0 15,-2 2 0-15,-2 0 0 0,1 0-160 0,-3 0 32 16,-2 3 0-16,-7 2 0 16,-5-1-384-16,-6 1-64 0,-2 0 0 0,-6 3-16 15,-6 1-320-15,-4 1-64 0,-5 0-16 0,-5 1-11376 16</inkml:trace>
  <inkml:trace contextRef="#ctx0" brushRef="#br1" timeOffset="136387.76">17397 4907 4607 0,'-2'1'400'0,"-1"-1"-400"0,1 2 0 0,2-2 0 15,0 0 560-15,0 0 16 0,-2 0 16 0,0 0 0 16,-1 2 176-16,1-2 48 0,0 0 0 0,1 0 0 16,0 1 80-16,1-2 32 0,1 1 0 0,0-2 0 15,2 0 192-15,-1 1 32 0,2-2 16 0,2 1 0 16,-1 0-128-16,2 0-16 0,2-3-16 0,2 0 0 15,2 1 32-15,3-1 16 0,1 0 0 0,4-2 0 16,-1 0 32-16,3 0 0 0,0 0 0 0,2-1 0 16,-1 1-496-16,-3 0-80 0,0 2-32 0,-2 0 0 15,-2 3-480-15,-3 0 0 0,-1 2-128 0,-4 0 128 16,-2 0-1360-16,-1 0-176 0,-3 0-16 0,-2 1-16 16,-2 0-640-16,-1 1-128 0,-2 1-32 0,0-1 0 31,-4-1 64-31,1 1 16 0,-3 0 0 0,0 0 0 0</inkml:trace>
  <inkml:trace contextRef="#ctx0" brushRef="#br1" timeOffset="136703.06">17540 4869 911 0,'-4'3'0'0,"2"-3"0"15,0 0 0-15,1 0 0 0,1 0 1024 0,-1 0 112 16,-1 2 16-16,-1-2 16 0,0 1 352 0,-1 0 64 0,0 1 16 0,2-2 0 16,0 0-32-16,2 1 0 0,-1 1 0 0,1-2 0 15,0 0-176-15,-1 2-48 0,0 1 0 0,-1-2 0 16,1 2-416-16,-2 0-96 0,0 0 0 0,0 2-16 15,-2 1-448-15,0 0-96 16,-1 0-16-16,-1 1 0 0,0 1-64 0,-1 1 0 0,0 0-16 0,-1 1 0 16,1 2 0-16,-2-1 0 0,1 1 0 0,1 0 0 15,-2 2 208-15,3-1 32 0,0 1 16 0,-1 0 0 16,8-14-96-16,-8 23-16 0,8-23 0 0,0 0 0 16,0 0-64-16,0 0-32 0,0 0 0 0,0 0 0 15,21 39 32-15,-11-37 16 16,2-2 0-16,2-3 0 0,3 1 224 0,2-1 32 0,0 0 16 0,2-1 0 0,0-1-192 15,0 1-32 1,2-1-16-16,-3 1 0 0,-3 1-304 0,0-1 160 0,0 1-160 0,-3 0 128 31,-2 1-1072-31,-1-2-208 0,-2 1-64 0,-2 0-8192 0,-2 0-1664 0</inkml:trace>
  <inkml:trace contextRef="#ctx0" brushRef="#br1" timeOffset="136909.19">17461 5023 6447 0,'0'-2'576'0,"1"2"-576"16,0 0 0-16,1 0 0 0,-1 0 1120 0,1-2 112 0,2 1 32 0,2-1 0 15,3 0 720-15,3-2 128 16,3 0 48-16,1 0 0 0,2-1-368 0,0-2-80 0,2 0-16 0,-1 2 0 16,-2-1-864-16,0 1-192 15,-1 0-16-15,0 0-16 16,-1 0-1184-16,-1 1-224 0,-1 1-48 0,1-2-10320 0</inkml:trace>
  <inkml:trace contextRef="#ctx0" brushRef="#br1" timeOffset="137241.46">17996 4798 1839 0,'0'0'0'0,"-1"-2"160"0,0 2-160 0,0 0 0 0,1 0 0 0,-1 0 0 15,0 0 1264-15,-1 0 208 0,-1 0 64 0,-1 2 0 16,-2 0 368-16,0 1 80 0,-1-1 0 0,0 3 16 15,-1-1-32-15,2 2-16 0,-3 3 0 0,2 0 0 16,0 3-240-16,-2 0-48 0,3 2-16 0,-1 0 0 16,7-14-624-16,-10 32-128 0,10-32-32 0,-6 40 0 15,6-40-448-15,-1 38-96 0,1-38 0 0,0 0-16 16,15 47-144-16,-15-47-32 0,0 0 0 0,33 33 0 16,-33-33-928-16,0 0-192 15,41 22-32-15,-41-22-12256 0</inkml:trace>
  <inkml:trace contextRef="#ctx0" brushRef="#br1" timeOffset="137695.88">18188 4824 8287 0,'2'0'736'15,"0"0"-592"-15,-1 0-144 0,-1 0 0 0,1 2 1040 0,0-2 176 16,1 3 48-16,1 0 0 16,-3-3 496-16,0 0 96 0,0 0 32 0,27 32 0 0,-27-32-224 0,0 0-64 15,27 34 0-15,-27-34 0 0,0 0-64 0,36 40-32 16,-36-40 0-16,29 26 0 0,-29-26-656 0,0 0-128 15,46 36-16-15,-46-36-16 0,0 0-688 0,40 28 0 16,-40-28 0-16,0 0 0 16,0 0-1536-16,37 21-272 0,-37-21-64 0,0 0-10960 0</inkml:trace>
  <inkml:trace contextRef="#ctx0" brushRef="#br1" timeOffset="137893.6">18433 4831 1839 0,'-2'1'160'0,"-1"1"-160"16,0 0 0-16,0 0 0 0,0 1 1008 0,2-1 160 0,-3 3 48 0,-2 0 0 15,-3 6 256-15,-5 3 48 0,-3 3 16 0,-3 2 0 16,-1 0 64-16,-2 0 0 0,2 1 16 0,1-3 0 16,0 0-304-16,3-4-64 0,4 1-16 0,1-5-7184 15,3 1-1424-15</inkml:trace>
  <inkml:trace contextRef="#ctx0" brushRef="#br1" timeOffset="139023.42">18533 4670 3679 0,'-2'0'320'0,"0"0"-320"0,1 0 0 0,0 0 0 0,1 0 640 0,0-2 64 16,-1 2 16-16,-1 0 0 0,-1-2 448 0,2-1 96 15,0 1 16-15,1-1 0 0,1 1 64 0,-1-1 32 0,3 1 0 0,0-1 0 16,0 1-176-16,1 0-48 0,0 0 0 0,2-1 0 15,-1 1-240-15,2-1-48 0,0 1-16 0,2 0 0 16,-1 2-224-16,0-3-48 0,2 1-16 0,1 2 0 0,-2-2-272 0,0 2-48 16,0 0-16-16,-1 2 0 0,-2-2-224 0,-1 3 128 15,-5-3-128-15,0 0 0 16,0 0 0 0,0 0 0-16,0 0-176 0,0 0 176 0,0 45-384 0,-6-36 32 15,0 0 16-15,-1 1 0 0,-2-2-48 0,0-1 0 16,1 1 0-16,-3 0 0 0,3-4 128 0,0 1 0 15,-1 0 16-15,3-1 0 0,0-1 240 0,2-3 0 16,0 2 0-16,2-2 0 0,1 0 128 0,1 0 0 16,2 0 16-16,1-2 0 0,0 0 208 0,3 1 32 15,0-1 16-15,0 0 0 0,2 0 16 0,0-1 0 16,0 1 0-16,1-1 0 0,2-1-128 0,-1 1-32 0,-1 1 0 0,0-1 0 16,1 1-128-16,-1 0-128 0,1 0 192 0,0 0-192 31,0-1-352-31,0 2-176 0,0-1-48 0,0 0-10816 0</inkml:trace>
  <inkml:trace contextRef="#ctx0" brushRef="#br1" timeOffset="139374.93">18955 4656 1839 0,'1'-3'160'0,"-1"2"-160"16,1 0 0-16,0 1 0 0,0 0 1568 0,0 0 288 15,1 0 48-15,2-2 16 0,0 2 960 0,4 2 192 16,1-2 32-16,0 1 16 0,1 1-560 0,-10-2-96 0,0 0-32 0,0 0 0 15,37 26-768-15,-37-26-176 0,0 0-16 0,24 38-16 16,-24-38-624-16,0 0-128 0,15 52-32 0,-15-52 0 16,7 44-320-16,-7-44-64 0,5 48-16 0,-5-48 0 15,1 50-64-15,-1-50-16 0,-4 42 0 0,4-42 0 16,-14 36-192-16,1-17 0 0,-4-5 0 0,-3 3-16896 16</inkml:trace>
  <inkml:trace contextRef="#ctx0" brushRef="#br1" timeOffset="-187213.86">3674 15399 3615 0,'1'-4'320'0,"-1"3"-320"15,0-1 0-15,0 1 0 16,0 0 0-16</inkml:trace>
  <inkml:trace contextRef="#ctx0" brushRef="#br0" timeOffset="-146948.77">8100 6077 3679 0,'-3'-3'320'0,"1"1"-320"0,1 1 0 0,0 1 0 15,0 0 624-15,1 0 48 0,-1 0 16 0,0 0 0 16,0 0 672-16,-2 0 144 16,0 0 32-16,1 0 0 0,-1 0 96 0,-1 1 32 0,0 1 0 0,2 0 0 15,0 0-224-15,0 0-32 0,1 1-16 0,0 0 0 16,2-3-432-16,2 2-64 0,-1-1-32 0,3-1 0 16,2 0-160-16,0-1-16 0,4-1-16 0,2-3 0 0,3 1-32 0,0-2-16 15,1 1 0-15,-1-1 0 0,-1 1-368 16,1 1-80-16,0-1-16 0,1-1 0 15,0 2-160-15,-1 1 0 0,-3-1 0 0,-1 3 0 16,-2-1-608-16,-2 2-48 0</inkml:trace>
  <inkml:trace contextRef="#ctx0" brushRef="#br0" timeOffset="-144271.62">8715 5936 3679 0,'-1'0'320'0,"0"0"-320"0,0 0 0 16,1 0 0-16,1 0 688 0,-2 0 64 0,0-1 16 0,-1 1 0 15,1-1 192-15,0 1 32 16,-1 0 16-16,1-3 0 0,0 3 64 0,1-2 16 0,0 0 0 0,1 1 0 15,0-1-112-15,0 1-16 0,0 0 0 0,1-1 0 0,0 0 0 0,1 1-16 16,-1-1 0-16,1 0 0 0,0 1-128 0,1-1-32 16,1 2 0-16,0-2 0 15,1 0-144-15,0 1-48 0,1-1 0 16,0-1 0-16,2 1-160 0,-1 1-48 0,-1 0 0 0,1-2 0 0,0 2-32 0,0 0-16 16,0 1 0-16,-1-2 0 15,1 2-80-15,-2 2 0 0,1-2-16 0,-2 1 0 0,1 3-112 0,-2-3-128 16,1 2 176-16,-1 0-176 0,-1 2 128 0,-2-1-128 0,2 2 0 0,-2 0 0 15,1 2 0-15,-2-1 0 16,0 2 0-16,-1-2 0 16,0 0 0-16,0 3 0 0,-1-3 0 0,0 2 0 15,-1-1 0-15,0 1 0 0,-1-1 0 0,1-2 0 0,0 0 0 0,-1 0 0 0,-1 1 0 0,-1-2 0 16,-1 2 0-16,0-2 0 0,0 3 0 0,-2-2 0 16,1 1 0-16,-1-2 0 0,0 2 0 0,0-2 0 15,-1 3 0 1,0-2 0-16,1 2 0 0,0-1 0 0,1-1-128 0,0 1 128 0,2-2 0 0,0-1-144 15,2 2 144 1,0-3 0-16,0 0 0 0,1 0 0 0,2-1 0 0,0 1 0 16,1-2 0-16,0 0-128 0,1-1 128 15,-1 2 0-15,2-2 0 0,1 0 0 0,1-2 0 0,0 1 0 16,1 0 0-16,0-2 0 0,0 1 0 0,2 0 0 16,-2 1 0-16,2-2 0 0,-1 2 0 0,1-1 0 15,1-1 0-15,0 0 128 0,0 1-128 0,-1 2 192 16,2-1-64-16,-1 0 0 0,-1 1-128 0,1 0 176 15,1-2-176-15,0 0 192 0,1 1-192 0,-2 1 0 16,-1-2 0-16,-1 0 0 0,0 1 0 0,-1-1 0 16,2 1 0-16,-2-2 0 15,1 0-304-15,-2 0-80 0,1-1-32 0,0 0 0 16,0 1-1552-16,0-2-304 0</inkml:trace>
  <inkml:trace contextRef="#ctx0" brushRef="#br0" timeOffset="-142751.27">9071 6229 911 0,'0'0'0'0,"-1"0"0"0,2 0 0 0,-1 0 0 0,0 0 752 15,0 0 64-15,-1-1 16 0,1 1 0 0,-1 0 240 16,1-3 48-16,0 3 16 0,-1-2 0 0,2-1 64 0,0 1 16 16,0 2 0-16,1-2 0 0,0 0-128 0,1 0 0 15,0 1-16-15,2-3 0 0,0 1-384 0,-1-2-80 16,3 0-16-16,-1-1 0 0,2 0-160 0,-1 0-48 16,1-2 0-16,1-1 0 0,-1 2-16 0,1-5-16 15,1 0 0-15,2 0 0 0,-1-2 96 0,0 1 0 16,1-2 16-16,1-4 0 0,-1 2-160 0,0-4-48 0,-1 2 0 0,0 0 0 15,-1 1-128-15,-1 0-128 0,-1 2 192 0,-1 1-192 16,-2 3 240-16,0 3-64 0,-1 0-16 0,-3 1 0 16,1 2 128-16,-1 0 32 0,0 3 0 0,0 0 0 15,-2 0 0-15,1 0 0 0,-1 2 0 0,0 0 0 16,0 1-64-16,0 0 0 0,0 0 0 0,0 1 0 16,-1 0-128-16,0 0-128 0,0 1 192 0,0 1-192 15,0-1 128-15,0 0-128 0,-1 1 0 0,0 2 0 16,0-1 0-16,0 1 0 0,1 2 0 0,-1 0 0 0,0-2 128 0,0 2-128 15,1 2 0-15,1 3 0 16,-2 2 160-16,0 0-160 0,0 1 128 0,0 2-128 16,2-3 0-16,0 0 0 0,0 0 0 0,0 1 0 0,1-15 0 0,1 26 0 15,-1-26 0-15,0 0 0 0,5 33 0 0,-5-33 0 16,0 0 0-16,0 0-176 0,0 0 176 0,0 0-128 0,0 0 128 16,0 0-128-16,0 0 0 0,36 26 0 0,-31-30 0 0,1 0 0 31,0-2-384-31,2 1-80 0,-1-2-16 0,0 0 0 15,-2 2-160-15,3-3-48 0,-1-1 0 0,0 0 0 16,2-2 96-16,-2-2 16 0,2 0 0 0,1-2 0 16,-2 0 208-16,-1 1 48 0,1-3 16 0,-2 3 0 0,1-2 432 15,-2 2-128-15,1-1 128 0,-2 1 0 0,0 2 0 0,-1 0 0 0,-1 4 144 16,0 0-144-16,-2 3 528 0,0 0 0 0,-1 3 0 0,0 0 0 16,0 2 208-1,0 0 32-15,1 2 16 0,-1 0 0 0,-1 1-256 0,1 0-48 16,0 0-16-16,-1 3 0 0,1-2-128 0,0-1-16 0,-1 4-16 0,0-2 0 0,1 2-80 0,-2 2-16 15,2 0 0 1,-1 1 0-16,0 3-32 0,0 0-16 0,0 3 0 0,0 2 0 0,0 0 48 0,1 1 16 16,0-2 0-16,-1 2 0 0,1 2-96 0,0 1-128 15,1-22 176-15,1 38-176 16,-1-38 0-16,0 0 0 0,9 40 0 0,-9-40 0 16,0 0-784-16,0 0-64 15</inkml:trace>
  <inkml:trace contextRef="#ctx0" brushRef="#br0" timeOffset="-142254.59">9819 5786 4607 0,'-4'-4'192'0,"0"2"64"0,0-1-256 0,2 3 0 15,1-2 0-15,0 2 0 0,0-2 848 0,-1 1 128 16,0-1 32-16,-1 0 0 0,1 0 144 0,1-1 16 16,0 0 16-16,2 1 0 0,2 0-256 0,2 0-48 0,1-1-16 0,2 1 0 15,3-1 64-15,1 1 16 0,2-3 0 0,1 3 0 16,-1 0-288-16,2-1-48 0,1 2-16 0,2-2 0 15,-1 3-48-15,0-2-16 0,-18 2 0 0,37-1 0 16,-19 1-352-16,-3-2-176 0,1 1 160 0,-3-1-160 16,0 0 0-16,-1-2 0 0,-2 1 0 0,0 0 0 15,-3 0 0-15,0 0-192 0,-3 0 48 0,0 1 0 16,-2 1-928 0,-2-1-176-16,-2 2-32 0,-2 0-7552 0</inkml:trace>
  <inkml:trace contextRef="#ctx0" brushRef="#br0" timeOffset="-141661.97">9825 5777 6447 0,'-3'0'272'0,"1"0"80"0,1 0-352 0,1 1 0 0,0-1 0 0,0 0 0 16,0 0 1168-16,0 0 176 0,0 0 16 0,0 0 16 15,1 2 96-15,0-2 32 16,1 0 0-16,0 2 0 0,2-2-480 0,-1 2-80 0,1 0-32 0,1-2 0 15,0 3-176-15,0-2-32 0,1 1-16 0,1 0 0 16,-1-1 80-16,-6-1 0 0,0 0 16 0,0 0 0 16,0 0-160-16,37 9-48 0,-37-9 0 0,0 0 0 15,0 0-368-15,0 0-80 0,0 0 0 0,40 24-128 16,-40-24 0-16,0 0 0 0,0 0 0 0,0 0 0 0,0 0 0 0,18 44 0 16,-18-36 0-16,0 0 0 0,-1 0 0 0,-2 1 0 15,1-2 0-15,-2 3 0 0,0-3-128 0,-1 2 128 16,-1-1 0-16,-1 1-144 0,-1-2 144 15,0 3 0-15,-2-1-144 0,-1-2 144 0,-1 3-288 0,0-3 16 16,2 1 0-16,-1-1 0 16,0 1-176-16,-1 0-48 0,-2 1 0 0,0-2 0 15,0 3-48-15,2-3-16 0,0 2 0 0,2-3 0 0,1 0 416 0,1 1 144 16,1-2 0-16,-1 0-144 0,2 0 144 0,-1-1 0 16,3-2 0-16,-1 1 0 0,2-1 0 0,0 1 0 0,2-1 0 0,-1-2 0 31,0 0 0-31,1 0 0 0,0 0 0 0,0 0 0 0,1 0 0 15,0 0 0-15,1 0 0 0,0-1 0 16,0 1 0-16,0 0 0 0,0-1 128 0,1 1-128 0,0 0 192 0,0-2-16 16,2 1-16-16,0 0 0 0,0 0 272 0,3-2 48 0,1 1 16 0,1 0 0 15,3 0 208-15,2-1 32 0,1-1 16 16,2 1 0-16,0 1 96 0,3-3 32 0,1 2 0 16,2 1 0-16,1 0-416 0,0 0-80 0,1-1 0 0,-1 1-16 15,2 1-368-15,-2-2 144 0,-1 2-144 0,0-3 0 16,2 1 0-16,0 0 0 0,0 0 0 0,-4 0 0 0,-4 2 0 15,-1-3 0-15,3 1 0 0,-1 1 0 0,-1 0 0 16,-2-3 0-16,-2 3 0 0,-2-1 0 16,-1 1-656-16,-1 0-48 0,0-1 0 0,-2 1-12848 15</inkml:trace>
  <inkml:trace contextRef="#ctx0" brushRef="#br0" timeOffset="-140405.02">9645 6365 7359 0,'-1'0'656'0,"0"0"-528"16,1 0-128-16,0 0 0 0,1 0 704 0,0 0 96 16,0-2 32-16,0 2 0 0,0 0 176 0,2-3 32 15,0 1 16-15,2 0 0 0,0 0-160 0,1-1-16 0,1 0-16 16,0 0 0-16,1 2-384 0,2-4-80 15,-1 0-16-15,0 3 0 0,2-3-160 0,0 1-32 0,-2 1-16 0,0-1 0 16,-1 1-176-16,-1 0 128 0,-1 1-128 0,0 2 128 16,-1-1-128-16,-1 0 0 15,-1 1 0-15,-1 0 128 0,-1 2-128 0,0 0 0 0,-1 1 0 0,-1 0 128 16,-1 3 64-16,-1 0 0 0,0 3 0 0,0 0 0 16,-2 6 16-16,0 2 16 0,1-1 0 0,-1 0 0 15,2 1-64-15,0 3-16 0,1 0 0 0,0-1 0 16,2-19 176-16,-1 38 16 0,1-38 16 0,0 0 0 15,9 40-160-15,-9-40-48 16,0 0 0-16,0 0 0 0,0 0-144 0,38 23 0 0,-27-24 0 0,-2-2 0 0,1-1-192 0,0-1 48 16,1-4 0-16,-1-1 0 15,-2 1-1296-15,-2-1-256 0,2 0-48 0,-3 1-6688 16</inkml:trace>
  <inkml:trace contextRef="#ctx0" brushRef="#br0" timeOffset="-140195.54">9804 6258 911 0,'-4'-3'0'0,"1"2"0"16,0-1 0-16,2 2 0 0,0 0 1600 0,1 0 224 0,0 0 48 0,0 0 16 15,-1 0 96-15,1 0 0 16,2 0 16-16,-1 0 0 0,2-2-272 0,2 1-48 0,0 1-16 0,2-3 0 16,1 3-272-16,1-2-64 0,-9 2-16 0,0 0 0 15,28-1-352-15,-28 1-64 0,0 0 0 0,0 0-16 16,34 3-688-16,-34-3-192 0,0 0 0 0,0 0 0 15,0 0-1088-15,0 0-272 0</inkml:trace>
  <inkml:trace contextRef="#ctx0" brushRef="#br0" timeOffset="-139988.98">9967 6342 14735 0,'-2'0'640'0,"1"-2"160"16,1 2-640-16,0-1-160 0,0 1 0 0,1 0 0 0,0 0 1008 0,1-2 160 0,2 2 48 15,-1-2 0-15,4 1-192 0,0-1-16 0,2 2-16 0,-1 0 0 16,0 0-752-16,0 0-240 0,-1 0 128 0,0 2-128 31,0-2-864-31,-1 1-224 0,-1 1-64 0,0 0-7856 0</inkml:trace>
  <inkml:trace contextRef="#ctx0" brushRef="#br0" timeOffset="-139800.2">9955 6420 5327 0,'-2'4'0'0,"1"-1"224"16,0-1-64-16,0-1 16 0,1 1-176 0,1-2 0 0,1 2 0 0,0-2 0 0,2 1 2448 15,1 0 464-15,3 0 96 0,-8-1 16 0,0 0-608 0,34-1-128 16,-23 0-32-16,2-2 0 0,0 0-1328 0,0-2-272 15,0 3-48-15,-1-2-16 16,0 1-1088-16,-1-2-208 0,1 3-64 0,-2-2-10240 0</inkml:trace>
  <inkml:trace contextRef="#ctx0" brushRef="#br0" timeOffset="-139595.92">10287 6261 5519 0,'5'-5'496'0,"-3"1"-496"0,2-2 0 0,-2 4 0 16,0 0 1456-16,-1 2 192 0,0 0 32 0,0-4 16 16,3 3 736-16,0-3 128 0,-1 3 48 0,-1 4 0 15,-1 2-368-15,-1 1-80 0,-1 6-16 0,-1 3 0 16,-1 4-544-16,-1 2-96 0,0-2-32 0,0 2 0 16,-1 3-752-16,1 2-144 0,-1 3-48 0,1-2 0 15,2 0-528-15,2-3 0 0,0-24 0 0,5 43-15936 16</inkml:trace>
  <inkml:trace contextRef="#ctx0" brushRef="#br0" timeOffset="-138995.39">9945 5325 15663 0,'-4'-7'688'0,"2"2"144"15,0 2-656-15,1 2-176 0,1 1 0 0,0 1 0 0,0-1 1312 0,-1 3 224 16,0 4 64-16,0 0 0 0,0 5-80 0,-1 4-16 16,0 6 0-16,0 1 0 15,0 3-928-15,1-2-192 0,0 0-48 0,0-2 0 0,1-2-336 0,0-20 0 16,0 29 0-16,0-20-192 0,0-1 192 0,0-5-160 15,0-2 160-15,1-1-160 0,1-4-128 0,0-2-32 16,0-2 0-16,1-2 0 16,1-4-400-16,1-1-96 0,0-4-16 0,-2 0 0 15,2 0-192 1,-2-1-32-16,0 2-16 0,-2 0 0 0,1-2 832 0,-2 2 240 0,0 1 0 0,0 1 0 0,0 1 752 0,0 5 272 0,0 1 48 16,-1 4 16-1,1 1 224-15,1 1 48 0,-1 1 16 0,1 2 0 0,1-2-336 0,1 2-64 0,1 0-16 0,1 2 0 16,3-2-272-16,0 2-64 0,2 1-16 0,-10-3 0 15,0 0-336-15,36 12-64 0,-36-12-16 0,0 0 0 16,36 21-192-16,-36-21 0 0,0 0 0 0,26 38 0 16,-26-38 0-16,0 0 0 0,11 49 0 0,-11-49 0 15,-5 36 0-15,-2-19 0 0,-1 2 0 0,-1-3 0 16,-2 3 0-16,1-4-160 0,0-1 160 0,3-2-15312 16</inkml:trace>
  <inkml:trace contextRef="#ctx0" brushRef="#br0" timeOffset="-136751.3">10684 5675 11055 0,'0'-4'976'0,"0"1"-784"16,0 2-192-16,0 0 0 0,0 1 1280 0,0-2 224 16,-1-1 32-16,0-2 16 0,0-1 176 0,0 0 16 15,-1-1 16-15,-1 0 0 0,2 3-672 0,-2 2-144 16,2 1-32-16,-1 2 0 15,1 3-464-15,-1 0-80 0,0 5-32 0,1 4 0 0,0 1-64 0,1 6-16 16,-1 6 0-16,2 4 0 0,0 3 80 0,0 3 16 0,1 0 0 0,-1 1 0 16,1 1-224-16,-1-4-128 0,0-2 128 0,1-6-128 15,-1-4-144-15,-1-22-112 0,7 36 0 0,-7-36-16 32,0 0-1984-32,0 0-400 0</inkml:trace>
  <inkml:trace contextRef="#ctx0" brushRef="#br0" timeOffset="-136452.58">10635 5685 6447 0,'-3'-17'272'0,"1"7"80"16,1 1-352-16,1 2 0 0,1 5 0 0,-1-1 0 16,1 1 1104-16,1-3 160 0,2-1 16 0,0-2 16 15,2 1 144-15,-1 0 32 0,2 2 0 0,0 2 0 16,2 1-96-16,0 2-16 15,-1-1 0-15,2 0 0 0,2 1-592 0,0 0-112 0,1 0-16 0,0 0-16 0,-1 0-240 0,-1 0-32 16,-11 0-16-16,0 0 0 16,0 0-160-16,0 0-48 0,37 34 0 0,-35-23 0 15,-2 1-128-15,-2 2 192 0,-3 3-192 0,-2 4 192 0,-3 2-192 16,-3-1 192-16,0 2-192 0,-2 0 192 0,0-3-192 0,-1-1-224 0,0-2 48 16,2-2 16-16,1-4-16 0,1-3 0 0,2 0 0 15,2-5 0 1,2 0-720-16,3-4-128 0,2 0-48 0,2-2-8848 0</inkml:trace>
  <inkml:trace contextRef="#ctx0" brushRef="#br0" timeOffset="-136119.61">10836 6040 12895 0,'-1'0'1152'0,"0"1"-928"16,1 1-224-16,1-2 0 0,0 0 848 0,0 0 128 31,0 2 32-31,1 1 0 0,1-1 144 0,4 0 48 0,-7-2 0 0,0 0 0 0,0 0-736 0,42 3-144 32,-29-4-16-32,0-1-16 0,0 0-48 0,-1-3-16 0,1 0 0 0,0 1 0 15,-1-1 32-15,-3 0 0 0,-1 1 0 0,-1 1 0 0,-3-2-16 0,1 4 0 16,-3 0 0-16,-2 1 0 15,0 1 16-15,-2 0 0 0,-1 4 0 0,-1 0 0 0,-1 2-64 0,-1 0-16 16,2 5 0-16,0-3 0 0,1 1 144 0,1 1 48 16,2 1 0-16,0-12 0 0,0 0-32 0,0 0 0 15,16 39 0-15,-16-39 0 0,0 0-336 0,0 0 0 16,0 0 0-16,40 19 128 16,-40-19-704-1,0 0-144-15,29-5-32 0,-22 2-7280 0,0-1-1456 0</inkml:trace>
  <inkml:trace contextRef="#ctx0" brushRef="#br0" timeOffset="-135952.21">10955 5790 13823 0,'-8'-6'608'0,"4"4"128"0,0 2-592 0,2 0-144 0,1 0 0 0,1 2 0 16,0 3 1792-16,1 0 320 0,-1-5 64 0,4 27 0 15,-4-27-128-15,12 41-48 0,-12-41 0 16,20 43 0-16,-20-43-1344 0,0 0-272 0,36 47-48 15,-36-47-13504-15</inkml:trace>
  <inkml:trace contextRef="#ctx0" brushRef="#br0" timeOffset="-135471.92">11410 5632 9215 0,'-1'-2'816'0,"0"2"-656"16,1 0-160-16,0 2 0 0,1-2 1280 0,0 1 208 15,0 3 48-15,1-1 16 0,1 4 416 0,-3-7 80 16,0 0 0-16,26 40 16 0,-26-40-624 0,29 38-128 16,-29-38-32-16,37 45 0 0,-37-45-768 0,39 40-144 15,-39-40-48-15,38 38 0 16,-38-38-752-16,33 32-144 0,-33-32-48 0,0 0-11200 0</inkml:trace>
  <inkml:trace contextRef="#ctx0" brushRef="#br0" timeOffset="-135250.59">11649 5620 10127 0,'-3'1'896'0,"0"1"-704"0,1 1-192 0,0 0 0 16,1 0 1920-16,-2 0 336 0,-2 4 80 0,-5 5 16 0,-1 2-128 16,-4 5-32-16,-5 2 0 0,0 1 0 15,-3-1-1024-15,-1 1-208 0,-1 1-32 0,1 1-16 0,2-3-208 0,2-3-64 16,4-3 0-16,2-3-9840 16,4-2-1968-16</inkml:trace>
  <inkml:trace contextRef="#ctx0" brushRef="#br0" timeOffset="-130714.79">12207 5956 5519 0,'-3'0'496'0,"1"0"-496"0,1 0 0 0,0 0 0 15,1 2 832-15,-1-2 64 0,-1 0 0 0,0 0 16 0,-2 0 64 0,-1 0 16 16,2 2 0-16,2-2 0 15,-1 0-48-15,1 0-16 0,2 0 0 0,0-2 0 0,1 2-16 0,2-2 0 16,2 1 0-16,0-2 0 16,3 0-16-16,1 0 0 0,1-2 0 0,2 0 0 15,1 0-64-15,-1 0-32 0,-1 1 0 0,3-1 0 0,3-2-208 0,4 0-32 16,1 1-16-16,-1 0 0 0,-1 1-256 16,-1 3-48-16,-2-2-16 0,-2 1 0 0,-16 3-224 0,29-3 0 0,-18 3 0 0,-1-2-160 31,-1 2-544-31,-2 0-96 0,-2 2-32 0,-2-2-10624 0</inkml:trace>
  <inkml:trace contextRef="#ctx0" brushRef="#br0" timeOffset="-130460.46">12361 5737 1839 0,'-2'-3'160'0,"0"3"-160"15,2 0 0-15,0 0 0 0,0 0 1024 0,0 0 160 16,-1 0 32-16,0 0 16 0,0 1 256 0,-1 1 48 16,1 3 16-16,0 0 0 0,2 5-144 0,-1-10-16 15,1 30-16-15,-1-30 0 0,4 47 80 0,-2-19 16 16,0 1 0-16,-1 2 0 0,-1 2-576 0,1 0-128 15,-2-5 0-15,1-1-16 0,0 2-752 0</inkml:trace>
  <inkml:trace contextRef="#ctx0" brushRef="#br1" timeOffset="-75874.66">24478 3712 1839 0,'-2'0'160'0,"0"0"-160"16,2 0 0-16,0 0 0 0,0 0 512 0,-1 0 80 0,0 0 16 0,0 0 0 15,-1 0 64-15,0 0 16 0,0 0 0 0,0-1 0 16,1 0 0-16,0 1 0 0,1-3 0 0,0 2 0 16,0 0 176-16,0-2 32 0,1 3 16 0,0-2 0 15,1 0 48-15,1 0 16 0,1 0 0 0,1 1 0 16,2-1 144-16,1 0 32 0,2 1 0 0,2-1 0 15,2 2-288-15,2-1-48 16,2 1-16-16,1-1 0 0,1 1-160 0,0 0-48 0,0-3 0 0,1 1 0 16,-1-1 80-16,0 1 16 0,-2 0 0 0,0 0 0 15,0-1-368-15,-2 1-64 0,-1 1 0 0,0-1-16 0,-1 2-240 0,-2-1 0 16,0 0 0-16,-3 2 0 31,-2 0-832-31,-2 1-128 0,-2-1 0 0</inkml:trace>
  <inkml:trace contextRef="#ctx0" brushRef="#br1" timeOffset="-75573.26">24507 3795 3903 0,'-1'0'176'0,"0"0"32"0,1 0-208 0,0 0 0 0,0 0 0 0,0 0 0 15,1 1 608-15,0-1 80 0,0 0 16 0,2 0 0 16,1 0 512-16,4-1 96 0,2 1 32 0,3-3 0 16,2 1 224-16,2 0 48 0,3-3 16 0,2 0 0 15,2 1-288-15,3-1-48 0,2 0-16 16,0-1 0-16,-3 3-672 0,-2 0-144 15,-1 0-16-15,-1 2-16 16,-1-2-1376-16,-1 3-272 0,-2 0-48 0</inkml:trace>
  <inkml:trace contextRef="#ctx0" brushRef="#br1" timeOffset="-74547.42">24769 3885 4607 0,'2'-4'192'0,"0"1"64"16,0 2-256-16,-1 0 0 0,0-1 0 0,-1 1 0 0,0 1 832 0,1-2 112 16,0 0 16-16,0 1 16 0,-1-1 368 0,1 0 80 15,0 0 16-15,-1-1 0 16,0 3-304-16,-1 0-64 0,0 0-16 0,1 0 0 0,-2 1-288 0,0 3-48 16,0-2-16-16,-1 1 0 0,0 4 0 0,1 0 0 15,-2 2 0-15,0 3 0 16,1 3-256-16,-3 4-64 0,-1 4-16 0,0-1 0 0,-1 3-176 0,-3-1-48 15,-1 2 0-15,-1 2 0 0,-2 1-144 0,-2 0 0 0,-1 1 0 16,-1 1 0 0,0-2-560-16,1-2-80 0,-1-1-32 0</inkml:trace>
  <inkml:trace contextRef="#ctx0" brushRef="#br1" timeOffset="-72701.44">24000 4729 4607 0,'-3'0'400'16,"2"0"-400"-16,0 1 0 0,1-1 0 0,0 2 752 0,0-2 64 0,0 0 16 0,-1 2 0 16,1 0 32-16,0 1 16 0,1-1 0 0,1-1 0 0,2 3-304 15,0-4-48-15,4 0-16 0,-1 0 0 0,2 0 352 0,1-2 64 16,1-1 16-16,2 1 0 0,2-3 416 16,2 3 96-16,1-3 16 0,1-1 0 0,2 0-512 0,-2 1-112 0,1 1-16 0,-4-3 0 15,0 3-608-15,-3 0-224 0,-3 2 144 0,-1-1-144 31,-3 3-688-31,-2-2-208 0,-2 2-64 0,-3 0-8976 16</inkml:trace>
  <inkml:trace contextRef="#ctx0" brushRef="#br1" timeOffset="-72380.09">24095 4725 8287 0,'3'-1'368'0,"-1"1"80"0,1 0-448 0,-2 0 0 31,0 0 0-31,0 0 0 0,0 0 944 0,0 0 96 16,2 0 32-16,0 0 0 0,0 0-208 0,0 3-32 16,-1-1-16-16,0 1 0 0,-2-1-112 0,0 3 0 15,-2 2-16-15,0 0 0 0,-2 0-160 0,1 3-16 16,-3 2-16-16,1 2 0 0,-2 1-112 0,1 0 0 0,-1 2-16 0,0 2 0 16,-1 0-128-16,1 2-32 0,-1-1 0 0,2 0 0 15,-1 0-208-15,7-20 0 0,-8 36 0 16,8-36 0-16,-4 35 0 0,4-35 0 0,0 0 0 0,0 0 0 15,5 40 0-15,-5-40 0 0,0 0 0 0,0 0 0 16,0 0 528-16,32 17 224 0,-23-17 32 0,2-3 16 16,0-1-96-16,1 0-32 0,1 1 0 0,1-5 0 15,0 1-416-15,0-1-64 0,0 0-32 0,-2 1 0 16,0 0-160-16,-1-1-272 0,-2 1 64 0,-1 2 16 16,-2 0-1168-16,-1 1-240 0</inkml:trace>
  <inkml:trace contextRef="#ctx0" brushRef="#br1" timeOffset="-72169.65">24061 4908 6447 0,'0'0'272'0,"0"0"80"0,1 0-352 0,0 0 0 16,0 0 0-16,0-1 0 0,0 1 1568 0,2 0 240 15,3-2 48-15,1 1 16 0,2-1 112 0,4 0 0 16,1 0 16-16,1-3 0 0,3 2-400 0,-1 0-64 0,1 0-32 15,1 0 0-15,-2 0-624 0,0-1-128 0,0 2-32 0,-3-1 0 16,0-1-576-16,-3 1-144 0,1 3 0 0,-3-2-12592 16</inkml:trace>
  <inkml:trace contextRef="#ctx0" brushRef="#br1" timeOffset="-71759.97">24486 4722 2751 0,'2'-2'128'0,"-1"0"16"0,1 1-144 0,-2 0 0 0,1 1 0 0,-1 0 0 16,0 0 912-16,-1 0 160 0,2 0 16 0,-1 0 16 15,0 0-80-15,-1 0-32 0,0 0 0 0,0 0 0 16,1 0 320-16,-2 0 64 0,1 0 16 0,0 1 0 16,-1 0 160-16,-1 1 48 0,0 0 0 0,0 1 0 15,-1 2-288-15,-1 1-48 0,0 2-16 0,-1 1 0 0,0 1-496 0,1 3-112 16,-1 4 0-16,1-2-16 0,0 0-224 0,5-15-32 15,-7 32-16-15,7-32 0 0,-3 35-96 0,3-35-32 32,0 0 0-32,3 50 0 0,-3-50 736 0,0 0 128 0,13 43 48 0,-13-43 0 0,0 0-944 0,0 0-192 15,25 45 0-15,-25-45 0 16,0 0-1696-16,0 0-304 0,34 24-64 0</inkml:trace>
  <inkml:trace contextRef="#ctx0" brushRef="#br1" timeOffset="-70147.31">24593 4739 8287 0,'0'-3'736'0,"0"3"-592"0,0 0-144 0,0 0 0 0,1 0 0 0,-1 0 128 0,1 1-128 0,0 1 128 15,1 3 912-15,0-1 176 0,0 3 48 0,-2-7 0 16,0 0-48-16,0 0-16 0,0 0 0 0,25 43 0 15,-25-43-64-15,0 0-16 16,0 0 0-16,27 42 0 0,-27-42-224 0,0 0-32 0,0 0-16 0,27 42 0 16,-27-42-416-16,0 0-96 0,0 0-16 0,0 0 0 31,21 46-800-31,-21-46-160 0,0 0-48 0,0 0 0 16,0 0-1264-16,0 0-256 0</inkml:trace>
  <inkml:trace contextRef="#ctx0" brushRef="#br1" timeOffset="-69910.6">24716 4772 7359 0,'-1'-5'320'0,"0"3"80"0,1 0-400 0,-1 1 0 16,1 1 0-16,0 0 0 0,0 0 1488 0,-1 0 224 15,1 1 32-15,-1 1 16 0,-1 0-32 0,-2 1 0 16,1 1 0-16,-2 1 0 0,0 2-624 0,0 1-128 15,-3 1-16-15,0 2-16 0,-1 1-464 0,-1 2-96 16,-1-1 0-16,0 1-16 0,1-2-368 0,0 0 128 16,1 0-128-16,0-1 0 15,3 0-960-15,0-2-272 0</inkml:trace>
  <inkml:trace contextRef="#ctx0" brushRef="#br1" timeOffset="-69572.78">24833 4666 3679 0,'1'-1'320'16,"0"-1"-320"-16,0 2 0 0,-1 2 0 15,0-2 1664-15,1 1 272 0,0 1 48 0,0-2 16 0,1 2 368 0,1 1 80 16,-1 4 16-16,-2-7 0 0,0 0-672 16,0 0-128-16,0 0-16 0,22 45-16 15,-22-45-672-15,0 0-144 0,0 0-32 0,17 51 0 0,-17-51-272 0,0 0-48 16,0 0-16-16,12 53 0 0,-12-53-160 0,0 0-32 16,2 43-16-16,-2-43 0 0,0 0-240 0,-6 42 128 15,1-28-128-15,-1 0 0 0,-3-1 0 0,0 1 0 16,-2 0 0-16,-2-2 0 15,2-3-944-15,-3 2-128 0,0-3-16 0</inkml:trace>
  <inkml:trace contextRef="#ctx0" brushRef="#br1" timeOffset="-68919.08">24953 4525 9215 0,'1'-2'400'0,"0"-1"96"0,0 3-496 0,0-2 0 0,0 2 0 0,-1 0 0 0,1 0 1296 0,-1 0 176 0,3 0 16 0,1 0 16 15,1 0 176-15,0 0 48 16,2 2 0-16,0-2 0 0,0 0-496 0,1 1-80 0,0 1-32 0,1-2 0 16,0 0-496-16,-1 2-112 0,1-2 0 15,-1 0-16-15,-1 0-256 0,0 0-48 16,-1 0-16-16,1 0 0 0,-2-2-176 0,0 0 0 15,0 1 0-15,-2 1 0 0,1-2 0 0,-1 2 0 0,-1-1 0 0,0 0 0 0,-1 1 0 0,-1-2 128 32,0 2-128-32,-1 0 0 0,0 0 128 0,0 0-128 0,0 0 0 0,-1 2 128 0,0-2 32 0,1 2 0 31,-1 0 0-31,0 1 0 0,1-1-16 0,-1 2 0 16,1 0 0-16,-1 1 0 0,1 1 80 0,0-1 16 15,1 2 0-15,-1 3 0 0,1-3-64 0,0-7-16 16,0 0 0-16,0 0 0 0,-1 47-160 0,1-47 192 15,0 0-192-15,-2 45 192 0,2-45-192 0,-2 34 0 16,2-34 0-16,-2 35 0 0,2-35 0 0,-3 34 0 0,3-34 128 16,0 0-128-16,-5 44 0 0,5-44 0 0,0 0 0 0,-3 41 0 15,3-41 128-15,0 0-128 0,-2 45 0 0,2-45 128 16,0 0 64-16,-2 44 16 0,2-44 0 0,0 0 0 16,-3 48 240-16,3-48 64 0,-4 33 0 0,4-33 0 15,-5 31-256-15,5-31-64 0,-7 29 0 0,4-18 0 16,-1 0-64-16,-1-2-128 0,0-2 176 0,-1 0-176 15,1-1 160-15,-2 0-160 0,0-2 128 0,-2 1-128 16,0-2 0-16,-1 1 0 0,-3-2 0 0,0 1 0 16,0-1-1600-16,-2 1-192 0</inkml:trace>
  <inkml:trace contextRef="#ctx0" brushRef="#br1" timeOffset="-68193.17">23871 4618 13823 0,'9'-10'1216'0,"-2"4"-960"0,2 0-256 0,-2 3 0 15,-2 2 0-15,-1-2 0 0,-1 1-144 0,4-1 144 16,4-3 400-16,4-4 176 0,0 3 48 0,-1-2 0 0,-3 0-480 0,-3 1-144 16,-3 2 0-16,-4 2 0 0,-2-1 704 0,-3 2 48 15,-3 0 0-15,-2 3 0 0,-2-2 240 0,-3 2 48 16,-1 0 16-16,-2 0 0 0,1 0-368 0,-1 2-80 16,1-2-16-16,1-2 0 0,1 1-224 0,2 1-48 0,0-2-16 0,3 2 0 15,2-2-64-15,0 1-16 16,2 1 0-16,1-2 0 0,2 2 128 15,0 0 32-15,2 0 0 0,0 0 0 0,2 0-64 0,0 0-16 0,2 2 0 0,-1-1 0 16,1 1 32-16,1 0 16 0,-1 3 0 0,1-3 0 16,0 3-144-16,-2 0-16 0,1 0-16 0,0 2 0 15,-4-7-176-15,0 0 0 0,0 0 0 0,0 0 0 16,0 0 0-16,6 41 0 0,-7-34 0 0,0 1 0 16,-1 0 0-16,0-1 0 0,-2 4 0 0,0 1 0 15,1 2 0-15,-2 1 0 0,-1 4 0 0,1 0 0 0,-2 5 0 16,0 1 0-16,1 1 0 0,-1 1 0 15,1 1-176-15,-1-2 176 0,1 3-128 0,0-3 128 16,6-26-736 0,-8 50-64-16,8-50-16 0,-6 48 0 0,6-48-160 0,-3 42-48 0,3-42 0 0,0 0 0 0,4 47 624 0,-4-47 112 15,0 0 32 1,0 0 0-16,0 0 256 0,23 45 144 0,-23-45-16 0,0 0 0 0,0 0 384 0,40 22 64 16,-40-22 0-16,29 6 16 0,-29-6 112 0,32 5 32 15,-15-2 0-15,1-2 0 0,-1-1-144 0,4 0-16 16,0-1-16-16,0 1 0 0,0 0-560 0,-1 1 0 15,2 0 0-15,2 1-13376 16</inkml:trace>
  <inkml:trace contextRef="#ctx0" brushRef="#br1" timeOffset="-67430.45">25131 4293 8287 0,'-2'-5'368'0,"1"3"80"15,1 0-448-15,0 0 0 0,1 1 0 0,-1 1 0 0,1 0 896 0,0-2 112 16,0 2 16-16,2-3 0 0,0 1 128 0,2 0 48 16,0-1 0-16,-1-1 0 0,2 1-192 0,-1 2-48 0,0 0 0 0,0-1 0 15,0 2 160-15,0-2 32 0,-1 4 0 16,0-2 0-16,0 2-240 0,1 0-32 0,-1 0-16 0,0 3 0 16,0-2-320-16,-1 1-64 0,0 2-16 0,-1-1 0 15,0 1-336-15,-1 0-128 16,0-2 0-16,-1 3 0 0,0-3 0 0,-1-1 0 0,-1 2 0 15,0-2 0-15,0 0 0 0,0 0 0 0,0-1 0 0,-2-2 0 16,1 3 0-16,-1-2-128 0,0 0 128 0,-1 1 0 16,1 1 0-16,1-3 0 0,0 3 0 0,-1 1 0 15,1-2 0-15,1 1 0 0,-1 0 0 0,1 1 0 16,0 0 176-16,0-1-16 0,1 2 0 0,0-3 0 0,0 1 224 0,1 1 64 16,0-1 0-16,2-1 0 15,0 0 80-15,2 0 32 0,2-1 0 0,0-1 0 0,3 0 16 0,2-1 16 16,2 1 0-16,0-3 0 0,3 2-208 0,1-3-32 15,1 1-16-15,-1 0 0 0,-2 1-336 0,-2 0 144 16,-2 0-144-16</inkml:trace>
  <inkml:trace contextRef="#ctx0" brushRef="#br0" timeOffset="-48910.09">13059 5675 4607 0,'-3'0'400'0,"1"-2"-400"0,1 2 0 16,0 0 0-16,1 0 880 0,0 0 80 0,-1 0 32 0,-1-2 0 16,-1 1 128-16,-1 1 32 0,1 0 0 0,-1 0 0 15,1 0-192-15,0 0-48 0,1 1 0 0,1 1 0 16,0 0-96-16,0 1-32 0,1-1 0 0,-1-2 0 16,2 3-96-16,0-1-32 0,0 0 0 0,3-2 0 15,0 1 48-15,1-2 0 0,2 1 0 0,2-2 0 16,1-3 160-16,3 0 32 0,0 0 16 0,1-1 0 15,3 0-144-15,2 0-16 0,0-2-16 0,1 2 0 0,1 0-368 0,0 2-80 16,0-3-16-16,-3 2 0 0,-3 3-272 0,-3 0 0 16,-2 1 0-16,-1 1 0 0,-4 0-256 0,-2 1 0 15,-1 3 0-15,-4-2-12864 16</inkml:trace>
  <inkml:trace contextRef="#ctx0" brushRef="#br0" timeOffset="-48567.62">13107 5666 4607 0,'-1'-2'400'0,"0"2"-400"16,1 0 0-16,0 0 0 0,0 0 1296 0,0 0 176 15,-1 0 48-15,0 2 0 0,0-2 320 0,0 2 64 0,-1 3 16 0,-1 0 0 16,2 2-656-16,-2 0-128 16,1 2-32-16,0 1 0 0,-1 1-608 0,0 1-128 0,-1 0-32 0,1 2 0 15,-1-1-336-15,0 3 0 0,1 1 0 16,-1-1 128-16,1 1-128 0,-1 0 0 15,1-1 0-15,-1 1 128 0,1 0-128 0,0 1 0 0,2 2 128 0,-1 0-128 16,2-2 0-16,0 0 0 0,0-18 0 0,0 0 0 16,8 45 0-16,-8-45 0 0,0 0 0 0,19 38 0 15,-19-38 0-15,0 0 0 0,0 0 0 0,38 24-128 0,-38-24 128 16,0 0 0-16,32 0 0 0,-21-5-128 0,1 3 128 0,-1-5 0 16,1 2 128-16,0-3-128 0,-3 4 256 0,0-5-32 15,1 2 0-15,0-2 0 0,-1 1-224 0,0-1-192 16,0 1 48-16,-1-2 0 15,-2 4-1072-15,-1-2-192 0</inkml:trace>
  <inkml:trace contextRef="#ctx0" brushRef="#br0" timeOffset="-48387.55">13031 5931 6095 0,'-4'-5'128'0,"3"3"16"0,0 0 16 0,1 0 32 0,1 0-192 0,-1 1 0 15,2-1 0-15,1 0 0 0,3-1 1376 0,1-2 224 0,3 0 64 0,2 1 0 16,1-3-640-16,2 3-128 0,1-1-32 0,0 2 0 16,1 0-416-16,-17 3-64 0,36 0-32 0,-36 0 0 15,33 0-672-15,-33 0-128 0,31 3-16 0,-31-3-6384 16</inkml:trace>
  <inkml:trace contextRef="#ctx0" brushRef="#br0" timeOffset="-48018.47">13553 5680 7359 0,'-3'2'320'0,"2"-2"80"0,-1 3-400 0,-1-1 0 16,2-1 0-16,-1 3 0 0,0-2 1104 0,-1 5 144 16,-3 1 32-16,-2 6 0 0,-2 5 384 0,0 2 64 15,1 0 32-15,0 1 0 0,1 0-432 0,2-2-96 16,2-1-16-16,1-2 0 0,2-1-400 0,1-16-96 15,0 0-16-15,10 38 0 0,-10-38-448 0,0 0-80 16,0 0-32-16,36 29 0 0,-36-29-400 0,0 0-64 16,35 7-32-16,-35-7-10736 0</inkml:trace>
  <inkml:trace contextRef="#ctx0" brushRef="#br0" timeOffset="-47801.89">13681 5734 2751 0,'-2'-2'256'0,"1"1"-256"0,0 0 0 0,1 1 0 16,-1 0 1104-16,1 0 176 0,-1 0 48 0,0 1 0 15,0 0 384-15,0 1 80 16,0-1 0-16,0 3 16 0,0 1-176 0,2 2-32 0,0 0-16 0,-1-7 0 0,0 0-64 0,0 0-16 16,21 43 0-16,-21-43 0 0,0 0-608 0,24 45-128 15,-24-45-32-15,0 0 0 0,26 38-384 0,-26-38-80 16,0 0-16-16,0 0 0 0,35 45-256 0,-35-45 0 15,0 0 0-15,0 0 0 0,0 0-208 0,35 26 0 16,-29-25 0-16,0-1 0 16,-1-1-1568-16,-1-2-304 0</inkml:trace>
  <inkml:trace contextRef="#ctx0" brushRef="#br0" timeOffset="-47606.4">13832 5777 4607 0,'-6'-7'192'0,"0"5"64"0,2-1-256 0,1 1 0 0,1 0 0 0,0 1 0 15,0 1 1312-15,-1 0 224 0,-3-2 32 0,-1 1 16 16,-1 1 592-16,-1 1 112 0,1 2 16 0,-2 1 16 16,2 3-592-16,-2 3-128 15,1-2-32-15,-1 5 0 0,-2 2-768 0,0 0-160 0,0 2-16 0,0 0-16 16,2-2-464-16,1-1-144 0,1-2 0 0,2-2 0 16,2-1 0-16,2-1-192 0,1-2 0 15,1-1-11456-15</inkml:trace>
  <inkml:trace contextRef="#ctx0" brushRef="#br0" timeOffset="-47316.78">13889 5690 4607 0,'2'-5'192'0,"-1"0"64"0,1 5-256 0,-1-2 0 16,0 0 0-16,0 1 0 0,0 1 912 0,1 0 144 15,2-2 32-15,0 0 0 16,3 1 320-16,1-1 80 0,2 2 16 0,-1 0 0 16,-9 0 96-16,0 0 32 0,31 7 0 0,-31-7 0 0,0 0-336 0,0 0-64 0,46 26-16 0,-46-26 0 15,0 0-208-15,32 38-48 0,-32-38-16 0,18 36 0 16,-18-36-304-16,15 38-48 0,-15-38-16 0,9 36 0 16,-9-36-224-16,1 33-48 15,-2-21-16-15,-3 0 0 0,0-1-96 0,-4-1-32 0,-1 1 0 16,-2-1 0-16,-1-2-160 0,-1 0 0 0,-1 0 144 0,-4-1-144 15,-1-2-384 1,-2 1-128-16,0-1-48 0,0 0-12864 16</inkml:trace>
  <inkml:trace contextRef="#ctx0" brushRef="#br0" timeOffset="-46701.42">14225 5474 5519 0,'1'0'240'0,"-1"-2"64"15,1 2-304-15,-1 0 0 0,1 0 0 0,0 0 0 16,1 2 1168-16,1-2 176 0,1 1 48 0,1 0 0 15,-5-1 224-15,0 0 48 0,0 0 16 0,39 10 0 0,-39-10-576 0,0 0-112 16,34 2-32-16,-22-2 0 0,-12 0-320 0,22-2-64 16,-12-1 0-16,-1 1-16 0,-1-3 64 0,-2 3 16 15,0-1 0-15,-2-1 0 0,-2 1 0 0,0 2 0 16,0 0 0-16,-2-1 0 0,-1 2-16 0,-1 0 0 16,0 2 0-16,0 0 0 0,-2 3-144 0,1 0-32 15,-2 2 0-15,3 0 0 0,-1 0-224 0,1 0-48 16,0 0-16-16,1 3 0 0,1-10-32 0,0 26-128 15,0-26 192-15,4 31-64 0,-4-31-128 0,6 36 0 0,-6-36 144 0,7 42-144 16,-7-42 0-16,6 42 128 0,-6-42-128 0,9 53 0 16,-9-53 192-16,8 57-16 0,-8-57-16 0,8 56 0 15,-8-56 160-15,7 50 16 0,-7-50 16 0,5 46 0 16,-5-46-144-16,1 49-16 0,-1-49-16 0,0 45 0 16,-2-26-176-16,-1-1 192 0,0 2-192 0,-4-3 192 15,-2-1-192-15,-1 1 0 0,-3-3 144 0,-3 0-144 16,-1-2 0-16,-5 0 128 0,-1-2-128 0,-3-1 0 15,-1-1 0-15,-4-2 0 0,-6 2 0 0,-5-2-15424 16</inkml:trace>
  <inkml:trace contextRef="#ctx0" brushRef="#br0" timeOffset="-46021.03">12913 5476 12895 0,'3'-9'576'0,"0"4"112"0,0 0-560 0,-1 1-128 0,-2 3 0 0,1-1 0 16,0 2 1232-16,1-2 224 0,1-1 32 0,-1-1 16 0,1 1-16 0,-3 1 0 15,-1 0 0-15,-2 0 0 0,0 2-592 0,-2 0-128 16,-3 2-32-16,0 0 0 0,-2-1-176 0,-3 0-48 16,1 1 0-16,0-2 0 0,0 0-256 0,0 0-64 15,2 0-16-15,2-2 0 0,-2 2 80 0,3 0 0 16,1 0 16-16,1 0 0 0,0 2-128 0,1-1-16 16,0 3-128-16,0 1 192 0,0 0-192 0,2 2 0 15,-1 2 0-15,0-1 0 0,1 2 0 0,0 1 0 0,0-1 0 0,0 1 0 16,0-1 0-16,0 1 0 0,1 1 0 0,0-1 0 31,0 0 0-31,1-2 0 0,0 1 0 0,0 1 0 0,1-1 0 16,0 2 0-16,-1-3 0 0,1 1 0 0,-1-10 0 0,3 31 0 15,-3-31 0-15,3 36 0 0,-3-36 0 0,2 46 0 0,-3-20 0 16,0 3 0-16,0 0-128 0,-1-1 128 0,0 3 0 0,-1-2 0 0,1-1-128 0,1-2 128 31,-1 0 0-31,1 0 0 0,0 0-368 0,0 0 48 16,1 0 0-16,0-2 0 0,0-24 128 0,5 43 16 15,-5-43 16-15,7 40 0 0,-7-40 160 0,0 0 0 16,18 43 0-16,-18-43 0 0,0 0 0 0,0 0 0 16,42 31 128-16,-42-31-128 0,0 0 0 0,46 4 144 15,-28-9-144-15,2 1 0 0,0-4 0 0,1-3-192 0</inkml:trace>
  <inkml:trace contextRef="#ctx0" brushRef="#br0" timeOffset="-45419.25">14406 5241 11055 0,'0'-2'976'0,"0"-1"-784"0,0 1-192 0,0 2 0 15,1-1 1216-15,0 0 208 0,0-1 48 0,1-3 0 16,1 0-320-16,1 0-48 0,-1 1-16 0,1 1 0 16,2 2-288-16,-2 0-64 0,3-1-16 0,-1 2 0 15,1 2 224-15,-1 0 32 0,2 0 16 0,-1 1 0 16,-1 2-336-16,1-3-64 0,-1 0-16 0,0 1 0 0,1 2-256 0,-1-3-64 15,-1 2-16-15,-1-1 0 0,0-1-240 0,-2 1 0 16,0-1 128-16,-2 0-128 16,-1 1 0-16,-1 2 0 0,-2-1 128 0,0 1-128 0,-3 0 0 0,0 0 0 15,-3 2 0-15,0 0 0 0,0 0 0 0,0 0 0 16,1-1 0-16,0-2 0 0,3 1 128 0,0-1-128 16,2 0 0-16,3-1 0 0,1 0 256 0,0 0-32 15,5 0-16-15,2-2 0 0,0 1 176 0,-7-2 48 16,0 0 0-16,34 2 0 0,-22-2-64 15,0 0-16-15,1 0 0 0,-1 0 0 0,2 0-352 0,-1 0 0 0,1-2 0 0,-2 2 0 32,-1 0-1024-32,0 2-128 0</inkml:trace>
  <inkml:trace contextRef="#ctx0" brushRef="#br0" timeOffset="-44254.37">15006 5705 5519 0,'-3'-1'496'0,"0"1"-496"0,1 0 0 0,2 0 0 15,0 0 608-15,-1 0 32 0,0 0 0 0,-2 0 0 16,2-2 512-16,-2 1 128 0,2 1 0 0,2-2 16 15,1-1-80-15,3 0 0 0,3 0-16 0,2 0 0 16,1-2-48-16,3 3 0 0,2-3 0 0,1 3 0 16,3-3-352-16,-1 4-80 0,3-2-16 0,-3 1 0 0,-3 1-512 0,-1-1-192 15,0 1 144-15,-1 1-144 0,1-2-176 0,1 0-112 16,-2 0-32-16,-1 0 0 16,-1 1-1008-16,-4-3-208 0,1 3-32 0,-4-2-4176 15,0 2-832-15</inkml:trace>
  <inkml:trace contextRef="#ctx0" brushRef="#br0" timeOffset="-43755.83">15041 5704 6639 0,'-10'2'128'0,"2"-2"48"0,2 2 0 0,2-1 32 16,1-1-208-16,2 0 0 0,0 0 0 0,-1 0 0 0,0 0 1312 16,-3 2 224-16,1-2 32 15,1-2 16-15,1 2 16 0,1-1 16 0,1 1 0 0,1 0 0 0,1 0-16 16,-1-2-16-1,3 2 0-15,0 0 0 0,1 0-304 0,2 0-48 0,-7 0-16 0,0 0 0 16,0 0-352-16,32 5-80 0,-32-5-16 0,0 0 0 0,31 7-288 0,-31-7-64 16,0 0-16-16,36 8 0 0,-36-8-144 0,0 0-48 15,39 13 0-15,-39-13 0 0,0 0-208 0,0 0 0 16,37 26 0-16,-37-26 0 0,0 0-128 0,0 0-32 16,0 0 0-16,11 41 0 0,-12-31-112 0,-4 1-32 0,-2-2 0 0,-1 3 0 31,-1-1-288-31,-1 0-64 0,-2-1-16 0,-1 1 0 15,0-2 176-15,0 1 48 0,0 0 0 0,0-3 0 0,0 2 144 0,-1-1 48 0,-1 1 0 0,0 0 16 32,0 1-272-32,2-3-64 0,2 1-16 0,0-2 0 15,2 1 592-15,0-2 0 0,2 2 0 0,-1-3 0 0,3-1 0 0,-1 2 0 0,3-3 0 16,-1 1 0-16,2 1 0 0,1-3 0 0,1 1 0 0,1 0 0 16,0-2 0-16,2 2 0 0,1-2 0 0,-1 0 0 15,4 0 0 1,-1 0 0-16,2 0 0 0,0-2 0 0,2 2 0 0,-10 0 160 0,22-2-16 0,-22 2 0 0,30-2 304 0,-11 1 48 15,1-1 16-15,1-1 0 0,3 1 16 0,0 1 16 32,1 0 0-32,1-1 0 0,2 0-224 0,0-1-64 15,1-1 0-15,-2-1 0 0,-2 0-96 0,-3 2-32 0,-1-2 0 0,-4 1 0 0,-1 1-400 0,-3 1-96 32,-3 2-16-32,-4 0-12640 0</inkml:trace>
  <inkml:trace contextRef="#ctx0" brushRef="#br0" timeOffset="-42969.71">14853 6292 5519 0,'0'0'496'0,"-1"1"-496"0,1-1 0 0,0 1 0 0,1-1 1056 0,-1 0 112 15,0 2 32-15,0-1 0 0,1 1 352 0,0 0 80 16,2 1 16-16,1-1 0 0,0-2-560 15,1-2-128-15,1 2 0 0,0-3-16 0,2-1-336 0,-1 0-64 16,1 0-16-16,0-1 0 0,-2 1-336 16,1-1-64-16,-1 1 0 0,0 1-128 0,-2 1 128 0,1-1-128 0,-2 1 0 0,-1 0 0 15,0 1 128-15,0 1-128 16,-1 0 0-16,1 0 0 0,-1-2 0 0,-1 2 0 16,0 2 0-16,1-2 0 0,-1 3 0 0,-1-1 0 15,1 1 0-15,-2-1 0 16,1 0 192-16,0 3-64 0,-1 1 0 0,1 0-128 0,-1 0 384 0,0 0-48 0,-1 2 0 0,0-1 0 15,1 1-96-15,0 2-32 16,-1-2 0-16,0 0 0 0,1 2 16 0,0-2 0 16,2-2 0-16,0 2 0 0,0-2 96 0,0-1 0 0,2-1 16 0,0-1 0 15,2 0-208-15,0-1-128 16,0-2 128-16,1 0-128 0,0-2 0 0,2-1 0 0,0 1 0 0,2-3 0 0,-2 0 0 0,1-1 0 16,1 0 0-16,-2-2 0 15,1 2-1184-15,-1-1-208 0,-1 2-32 0,-1-1-5488 16,1-1-1088-1</inkml:trace>
  <inkml:trace contextRef="#ctx0" brushRef="#br0" timeOffset="-42769.54">14946 6124 7359 0,'-4'-3'656'0,"0"3"-528"0,2 0-128 0,2 0 0 15,0 0 944-15,-1 0 144 0,-1 0 48 0,-1 0 0 31,1 1 400-31,-1 0 64 0,1 0 32 0,2 1 0 0,2 0-48 0,2 0-16 0,-4-2 0 0,0 0 0 16,0 0-384-16,0 0-80 0,0 0-16 0,43 20 0 16,-43-20-928-16,0 0-160 0,0 0 0 0,0 0-11968 15</inkml:trace>
  <inkml:trace contextRef="#ctx0" brushRef="#br0" timeOffset="-42411.81">15138 6223 13823 0,'-3'0'608'0,"2"0"128"0,1 0-592 0,0-2-144 0,1 2 0 0,0-1 0 0,1 1 1648 0,1 0 288 16,3-2 64-16,0 0 16 0,3-2-208 0,1 1-32 16,1 0-16-16,-11 3 0 0,18-2-1120 0,-18 2-208 15,0 0-48-15,0 0-16 31,0 0-848-31,35 2-160 0,-35-2-48 0,0 0 0 0,0 0-1600 0,0 0-320 0,0 0-64 0,0 0-16 32,0 0 384-32,0 0 64 0,0 0 0 0,0 0 16 15,-1 27 800-15,-5-25 144 0,0 0 48 0,0 1 0 0,0 0 720 0,-3 0 128 0,1 0 48 16,-1-2 0-16,1 3 144 0,0 0 48 0,1-1 0 0,1 0 0 16,1 1 1088-16,1-2 208 0,1 1 64 0,0 0 0 15,3 1 416-15,-1-2 96 0,2 0 0 0,0 1 16 16,-1-3-272-16,0 0-48 0,0 0-16 0,0 0 0 15,0 0-368-15,0 0-80 0,0 0 0 0,0 0-16 16,43 9-384-16,-43-9-80 0,0 0-16 0,0 0 0 16,32-3-288-16,-24 0-176 0,1 2 192 0,-2-3-192 15,1 1-768-15,-1 1-256 0</inkml:trace>
  <inkml:trace contextRef="#ctx0" brushRef="#br0" timeOffset="-42202.77">15408 6154 11967 0,'-1'0'528'0,"0"0"112"0,0 0-512 0,0 2-128 15,0-2 0-15,1 0 0 0,-1 1 1408 0,1 1 240 16,-1 3 48-16,-2-1 16 0,1 2 272 0,0 0 64 16,0 2 16-16,0 1 0 0,2-9-1024 0,-1 20-208 0,1-20-32 15,-1 23-16-15,1-23-400 0,0 0-96 0,1 38-16 0,-1-38 0 16,0 0-272-16,3 35 0 0,-3-35 0 0,0 0-8624 15,6 32-1808-15</inkml:trace>
  <inkml:trace contextRef="#ctx0" brushRef="#br0" timeOffset="-41691.59">15090 5304 2751 0,'-2'-8'256'0,"1"1"-256"16,0 2 0-16,0 1 0 15,1 3 1856-15,1 1 336 0,0-2 64 0,0 0 16 0,0-1 224 0,0 1 32 16,0 0 16-16,0 0 0 0,-1 4-624 0,-1 2-112 0,-1 3-16 0,0 3-16 15,-2 4-720-15,0 5-144 0,0 0-16 0,-1 2-16 16,-1 3-560-16,-1 2-128 0,2-1 0 0,-1-2-16 16,3-2-176-16,-1-2 0 0,2-3 0 0,2-16 0 15,0 0 0-15,1 29-176 0,2-24 176 0,0-3-128 32,0-2-768-32,1-4-160 0,2-2-32 0,-2-1 0 0,3-2-656 0,-2-3-144 0,2 0-32 0,-3-2 0 15,1-2 528-15,-2 1 112 0,0-4 0 0,-2 3 16 16,-1 1 1264-16,1-1 0 15,-2-1 128-15,1 1 32 0,0 4 672 0,-1-2 128 16,0 0 16-16,-1 2 16 0,1 2-16 0,1 0 0 0,0 1 0 16,2 2 0-16,0 2 256 0,0 0 48 0,2 1 16 0,2 1 0 15,1 1-256-15,0 0-48 0,3 1-16 0,0 1 0 16,0 1-256-16,-10-1-48 0,0 0-16 0,34 9 0 16,-34-9-432-16,0 0-96 0,0 0 0 0,38 28-128 0,-38-28 0 0,0 0 0 15,22 39 0-15,-22-39 0 0,0 0 0 16,7 45 0-16,-7-45 0 0,-4 35 0 0,-1-16 0 15,-2-3 0-15,0 1 0 0,-1-2 0 16,1-1-832-16,2-2-128 0</inkml:trace>
  <inkml:trace contextRef="#ctx0" brushRef="#br0" timeOffset="-40575.47">15835 5521 10127 0,'0'-4'896'0,"0"1"-704"16,1 1-192-16,-1 2 0 0,0-2 1232 0,0 1 224 0,1-3 32 0,-1 0 16 15,1-2 96-15,0 1 0 0,0 1 16 16,0 1 0-16,0 4-336 0,0 3-80 0,-1 0-16 0,0 4 0 16,0-8-192-16,0 27-32 0,-1-7-16 0,1-20 0 15,-1 47-368-15,-1-22-80 0,1 5-16 0,0-1 0 0,-2 2-224 0,1 0-64 16,-1-1 0-16,-1-2 0 0,3-2-192 0,-2-2 0 16,3-24 0-16,-1 38 0 0,1-38 0 0,0 0 0 15,3 38 0-15,-3-38-160 31,0 0-656-31,0 0-128 0,0 0-16 0,0 0-16 0,0 0-496 0,0 0-112 0,0 0-16 0,0 0-9104 16</inkml:trace>
  <inkml:trace contextRef="#ctx0" brushRef="#br0" timeOffset="-40287.59">15837 5644 4607 0,'-3'-21'192'0,"0"7"64"0,1 2-256 0,1 3 0 0,1 4 0 15,0 2 0 1,-1-1 1168-16,0-4 192 0,1-3 48 0,-1-1 0 15,1-3 176-15,1 2 32 0,1 3 16 0,1 1 0 0,1 1-224 0,0 1-64 16,4 0 0-16,0 2 0 0,1-2-320 0,4 0-80 0,0 0-16 0,2 0 0 16,1 1-448-16,0 0-96 0,1 1 0 0,-1 1-16 15,1 2-368-15,-17 2 0 0,30 4 0 0,-30-4 0 16,0 0 144-16,44 24-144 0,-44-24 192 0,0 0-192 16,27 38 128-16,-27-38-128 0,0 0 0 0,1 42 0 15,-6-27 0-15,-2 1 0 16,-5-1-128-16,-3 1 128 0,0-2 0 0,-1 0 0 0,0 0-128 0,-3-2 128 0,-1 0 0 0,2 0 128 15,-1-2 0-15,2-3-128 0,4 0 128 0,-1-3-128 16,2-1 0-16,2-3-7504 16,2 2-1584-16</inkml:trace>
  <inkml:trace contextRef="#ctx0" brushRef="#br0" timeOffset="-39798.62">16052 5974 911 0,'-3'0'0'0,"1"0"0"0,0 0 0 0,2-2 0 0,0 2 1408 0,0 0 208 16,0-2 48-16,0 1 0 0,0 1 384 0,1-2 64 16,0-1 32-16,1 1 0 0,0 0-432 0,1 0-96 15,-1-1-16-15,3 0 0 0,-1 0-96 0,1 0-32 16,1 1 0-16,0-1 0 0,2-2-672 0,0 3-144 16,1-3-16-16,2 0-16 0,0 1-368 0,0-1-80 15,1 0-16-15,0 0 0 0,0 1-160 0,-1 1 0 16,-2 1 0-16,0-2 0 0,-9 4 0 0,0 0 0 0,0 0 0 0,26-1 0 15,-23 1 0-15,0 2 0 0,-1 1 0 16,-1-1 0-16,-1 3 0 0,-1-2 0 0,0 1 0 16,-1 0 0-16,0 2 0 0,-1-2 0 0,0 4 0 0,0-1 0 15,0 2 288-15,1-1-32 0,-1 0 0 0,1 2 0 16,1-2-16-16,-1 0-16 0,2-8 0 0,0 0 0 16,0 0 32-16,0 0 16 0,8 34 0 0,-8-34 0 15,0 0-80-15,0 0-32 0,0 0 0 0,34 26 0 16,-34-26-160-16,0 0 0 0,31 2 0 0,-31-2 0 15,19-2 0-15,-11 0 0 0,2-3-128 0,1-2 128 16,-2 2-576-16,0-2-32 0,1-1-16 0,-1 0 0 16,-3 0-1200-16,2-2-240 0,-2 2-48 0,-1 0-8832 15</inkml:trace>
  <inkml:trace contextRef="#ctx0" brushRef="#br0" timeOffset="-39641.31">16277 5760 11055 0,'-11'-9'480'0,"3"2"112"0,3 2-464 0,1 1-128 15,2 3 0-15,2 1 0 0,0 0 1792 0,-1-2 320 16,1 1 80-16,-2 0 16 0,3 1 288 0,0 0 48 16,2 1 16-16,-3-1 0 0,0 0-1056 0,0 0-208 15,0 0-32-15,36 16-16 0,-36-16-784 0,0 0-144 0,0 0-48 16,46 21-15088-16</inkml:trace>
  <inkml:trace contextRef="#ctx0" brushRef="#br1" timeOffset="-27050.71">9846 6756 911 0,'1'0'0'0,"-1"0"0"16,0 0 0-16,1 0 0 0,-1 0 288 0,1 0-32 0,1 0 0 0,0 0 0 16,2 0 96-16,0 0 16 0,2 0 0 0,0-2 0 15,1 1 64-15,0-2 16 0,2 0 0 0,-1 0 0 16,1 0 240-16,1 0 48 0,1-3 16 0,2 2 0 16,2-1 368-16,1-2 80 0,1 2 16 0,0 0 0 15,5-1-112-15,0-1-16 16,3 2 0-16,3-3 0 0,3 4-176 0,5-4-32 0,0 4-16 0,2-5 0 0,2 2-192 15,0-2-32-15,1-2-16 0,2-1 0 16,1 1-240-16,3 1-64 0,3-1 0 0,0-1 0 0,0 0 32 0,-2-2 0 16,-1 0 0-16,2-1 0 15,4-1 128-15,0 0 32 0,0 1 0 0,-1-2 0 0,-5 2-368 0,-1 1-144 16,0-1 128-16,0 0-128 0,0-1 0 0,-2 3 0 16,-2 2 0-16,-4 1 0 0,-4 0-160 0,-4-1 160 15,-2 1-208-15,-3 1 80 16,-2-1-640-1,-4 3-128-15,-2 2-32 0,-3-1 0 0,-4 1-144 0,-4 2-16 0,-1 3-16 0,-2-2 0 16,-4 2 16-16,-2 0 16 0,-3 2 0 0,-1 0 0 16,-4 1-16-16,-1 2-16 0</inkml:trace>
  <inkml:trace contextRef="#ctx0" brushRef="#br1" timeOffset="-26578.96">10226 6764 4159 0,'-2'3'0'0,"1"-2"176"0,0 1-48 0,0-2 0 0,1 1-128 0,0-1 0 0,0 0 0 0,0 2 0 15,0-2 384-15,0 1 64 0,2 0 16 0,0 0 16 16,0-1-80-16,1 0-16 0,1 0 0 0,1-1 16 16,0 0 112-16,1 0 0 0,-1 1 16 0,2-2 16 15,0 1 96-15,2 1 0 0,0-2 16 0,3 0 16 16,3-3 48-16,2 0 16 0,3 1 0 0,3-4 16 15,3-1 368-15,4 0 80 0,5-3 16 0,4 0 0 16,6 0 320-16,2-2 48 0,0 2 16 0,-1-2 0 16,1 0-832-16,1-3-160 0,3 2-32 0,1-1 0 15,2 2-352-15,-1-2-64 0,1-2-16 0,-4 2 16 0,-4 3-160 16,3-2 0-16,3-4 144 0,0 2-144 0,-1 1 0 0,-7 1 0 16,-5 1 128-16,1 0-128 0,1-1 0 0,-2 1 0 15,-2 0-144-15,-4 4 144 0,-4 1 0 0,-4 4-128 16,-4 1 128-16,-5-1 0 15,-3 5-512-15,-4-2-48 0,-4 2-16 0,-4 2-10768 16</inkml:trace>
  <inkml:trace contextRef="#ctx0" brushRef="#br1" timeOffset="-24957.62">10375 7015 7359 0,'-1'2'656'0,"1"-2"-528"0,0 0-128 0,0 0 0 15,0 0 704-15,0 0 96 0,0 0 32 0,-1 1 0 0,1 1 304 0,1-2 64 16,0 2 16-16,1-2 0 0,1 0-144 0,0 0-32 16,3 0 0-16,0-2 0 0,3 0-176 0,0 1-32 15,0-3-16-15,1 1 0 0,2-2-304 0,0 0-64 16,2 1-16-16,-1-1 0 0,1 0-240 0,-1 1-64 16,0-1 0-16,-2 0 0 0,-2 3-128 0,-1-3 0 15,0 0 0-15,-2 3-176 16,-1 0-672-16,-2-1-144 0,-2 3-32 0,-1 0-5232 15,0 0-1040-15</inkml:trace>
  <inkml:trace contextRef="#ctx0" brushRef="#br1" timeOffset="-24603.83">10427 7017 1839 0,'-1'0'160'0,"1"0"-160"0,0 0 0 0,0-2 0 16,0 2 1088-16,0 0 176 0,1 0 32 0,0-2 16 15,0 1 416-15,0-1 96 0,-1 2 16 0,1-2 0 16,0 2-192-16,-1 0-48 0,0 0 0 0,0 1 0 0,0 2-528 0,-1 0-112 16,0 2-32-16,-2 0 0 15,1 4-352-15,-2 0-64 0,1 1 0 0,-2 1-16 0,-1 4-176 16,0 0-48-16,1-2 0 0,0-1 0 16,-1 3-272-16,1 1 0 0,-1 0 0 0,1-3 0 0,2 1 0 0,-1 0 0 15,1-4 0-15,1 1 0 0,1-3 0 16,1-1 0-16,1 0 0 0,1-1 0 0,1-3 0 15,1 0 0-15,0 0 0 0,1-2 0 0,1-1 0 0,0-1 0 16,2 0-160-16,3-3 160 0,-2 1 0 0,1-1 0 16,2-1 0-16,1-1 0 0,0 2-128 0,1-1 128 15,0 0 0-15,0 1 0 0,0-1 0 0,-1 0 0 0,0 0 0 0,-1 0 0 16,-2 3-176-16,0-2 176 0,-1-1-128 0,0 2 128 31,-2-1-576-31,0 1-16 0,-2-2-16 0,0 1 0 16,-2 1-1024-16,-1 1-208 0</inkml:trace>
  <inkml:trace contextRef="#ctx0" brushRef="#br1" timeOffset="-24402.86">10412 7141 5519 0,'-1'-1'496'0,"1"-1"-496"0,1 2 0 0,-1 0 0 0,1 0 1008 0,0-1 96 15,1 0 32-15,1-2 0 0,1 1 992 0,3-1 208 16,0 0 32-16,2 0 16 0,3 0-448 0,0-2-80 15,1 2-32-15,1-1 0 0,0 2-800 0,0-3-176 16,-1 3-16-16,0 0-16 0,2-3-640 0,-1 2-176 16,-1 1 0-16,-1-2 0 15,-1 1-1376-15,-1-2-352 0</inkml:trace>
  <inkml:trace contextRef="#ctx0" brushRef="#br1" timeOffset="-24128.94">10832 6936 2751 0,'1'-3'256'0,"-1"0"-256"0,1 1 0 0,-1 1 0 15,0 1 1536-15,0 0 256 0,0 0 48 0,-1 0 16 16,1 0 96-16,-2 0 32 16,0 0 0-16,0 1 0 0,-2 1-736 0,0 0-144 15,0 0-16-15,0 3-16 0,-1 0-128 0,1 2-32 0,-2 0 0 16,0 0 0-16,1 2-144 0,-1 1-16 0,2 2-16 0,-2 0 0 0,2 0-64 0,1 2-16 31,0 0 0-31,1 0 0 0,1 0-288 0,1-2-64 16,1 0-16-16,0-1 0 0,-1-11-80 0,0 0-16 0,0 0 0 15,19 37 0-15,-19-37-192 0,0 0 0 0,0 0 0 0,0 0 0 32,41 26-464-32,-41-26-48 0,0 0 0 0,29-2-12464 0</inkml:trace>
  <inkml:trace contextRef="#ctx0" brushRef="#br1" timeOffset="-23875.04">11004 6960 4607 0,'-2'-2'400'0,"0"0"-400"0,0-1 0 0,1 3 0 0,0 0 1664 0,1-2 240 16,0 2 48-16,-1 0 16 15,0 0 272-15,1 0 48 0,0 2 16 0,0-2 0 0,1 3-672 0,2 0-128 16,-3-3-32-16,0 0 0 0,0 0 0 0,0 0 0 15,29 38 0-15,-29-38 0 0,0 0-576 0,0 0-112 16,37 41-16-16,-37-41-16 0,0 0-384 0,33 31-80 16,-33-31-16-16,0 0 0 0,0 0-272 0,39 34 160 15,-39-34-160-15,0 0 128 0,0 0-128 0,37 33 0 0,-37-33 0 0,0 0-176 32,0 0-784-32,0 0-144 0,0 0-48 0,36 2-12928 0</inkml:trace>
  <inkml:trace contextRef="#ctx0" brushRef="#br1" timeOffset="-23686.39">11178 6951 911 0,'-1'-9'0'0,"1"3"0"0,0 2 0 0,0 2 0 15,0 0 1696-15,-1 2 256 0,0 2 48 0,1-2 16 16,-1 2 320-16,-1 2 64 0,-2 4 16 0,-2 1 0 16,-1 4-288-16,-1 3-48 15,-4 0-16-15,0 3 0 0,-1 0-608 0,0 0-128 0,-1 0-32 0,0 0 0 16,-1-1-848-16,2-1-192 0,2-5-16 0,2-2-16 15,2 0-528-15,0-4-96 0,3-1-32 0,1-2-12368 16</inkml:trace>
  <inkml:trace contextRef="#ctx0" brushRef="#br1" timeOffset="-23417.89">11330 6851 8287 0,'3'-5'736'0,"-1"3"-592"0,0 0-144 0,0 2 0 15,-2 0 1840-15,2 0 336 16,2-2 64-16,3 2 0 0,1 0 256 0,-8 0 32 0,0 0 16 0,0 0 0 16,43 28-912-16,-43-28-176 0,0 0-48 0,29 52 0 15,-29-52-688-15,15 40-144 0,-15-40-16 0,8 36-16 16,-8-36-384-16,1 33-160 0,-4-14 128 0,-5 0-128 15,-4-2 0-15,-3 1 0 0,-2-1 0 0,0-4-9744 16,1 0-1888-16</inkml:trace>
  <inkml:trace contextRef="#ctx0" brushRef="#br1" timeOffset="-21351.88">14955 6515 5519 0,'0'-1'496'0,"2"1"-496"0,-1 0 0 0,0 0 0 15,0 0 576-15,0 0 32 0,2 0 0 0,1 0 0 16,1-2-48-16,3 2-16 0,0-1 0 0,3 0 0 16,1 1 192-16,1 0 32 0,1-2 16 0,3-1 0 15,2 0-128-15,4 1-16 0,3-2-16 0,3-1 0 0,3 0 208 0,1 0 32 16,2 0 16-16,-1-1 0 15,0-1-80-15,4 0-16 0,5-1 0 0,4-2 0 0,2 1-208 0,2 0-32 16,1-1-16 0,2-2 0-16,2 1 16 0,1 1 0 0,0 3 0 0,-1-2 0 15,-3 4-240-15,-1-3-48 0,-1 0-16 0,-2 2 0 0,-5 2-240 0,-1-1 0 0,0 2 0 0,-2-1 0 16,-4-1-208-16,-4 0 16 0,-3 1 0 0,-5-4-7216 16,-5 2-1424-16</inkml:trace>
  <inkml:trace contextRef="#ctx0" brushRef="#br1" timeOffset="-20933.15">15196 6648 5055 0,'1'-3'448'0,"-1"1"-448"16,0 1 0-16,0 1 0 0,-1 0 688 0,1 0 32 16,0 0 16-16,-1-2 0 0,-1 1 368 0,0 0 80 15,0 1 16-15,-1 0 16 0,2 0-256 0,-2 0-32 16,1 1-16-16,-1 0 0 0,1-1-352 0,1 0-80 15,-1 0-16-15,2 2 16 0,0-1-208 0,0 1-32 0,0-4-16 16,1 1 0-16,1-1 176 0,1 1 48 0,1 0 0 0,0-1 0 16,2 0 240-16,0 1 32 0,4-1 16 0,1-1 0 15,2 1 96-15,3 0 32 0,1-1 0 0,3-1 0 16,1 1-32-16,6 1 0 0,4-3 0 0,5 2 16 16,3 0-48-16,2 0-16 0,3 1 0 0,0-1 0 15,1 0-368-15,0-1-80 0,0-1-16 0,3 0 16 16,3-2-144-16,1 0-48 0,-1 0 0 0,-3 1 0 15,-2 0-144-15,-4-1 0 0,-1 0 0 0,-1 0 0 0,-1-1-128 16,-2 2-64-16,-1-2 0 0,-2 1-9376 16,-5 0-1888-16</inkml:trace>
  <inkml:trace contextRef="#ctx0" brushRef="#br1" timeOffset="-19944.92">15692 6846 1839 0,'1'-2'160'0,"0"0"-160"0,0 2 0 0,-1-2 0 0,0 2 960 0,1-2 144 16,-1-1 48-16,1 0 0 0,1-1 592 0,0-1 128 0,0-1 32 15,0 0 0-15,-1 1-64 0,0 3-16 16,0-2 0-16,0 1 0 16,-1 1-192-16,0 1-32 0,0 1-16 0,0 0 0 0,0 0-400 0,0 0-80 15,0 0-16-15,0 2 0 0,0 1-416 0,0 0-96 0,0 3 0 0,0 0-16 16,0 3-192-16,-1 2-48 0,1-11 0 0,-1 30 0 15,1-30-112-15,-3 43-16 0,3-43-16 0,-4 49 0 16,2-23-176-16,0 0 0 16,-1-2 144-16,0-1-144 0,1 1 0 0,-1-4 0 0,3-20 0 0,-2 33 0 15,2-33 0-15,0 0 0 0,0 34 0 0,0-25 0 16,0-3-160-16,0-3 160 0,0 1-192 0,0-4 192 16,0 0-1008-16,0-2-80 0,1-1-32 0,1-2 0 15,1-2-1072-15,-1 0-224 0,1-2-32 0,0 0-7728 16,1-1 8128-16,0-7-2768 0,0-2 4432 0,1 1 384 15,-1-2 0 1,0 1 0-16,-3-2 0 0,1 2-144 0,-1 0 144 0,0 0 0 0,0 0 896 0,-1 3 272 16,0-1 48-16,0 2 32 0,0 2 672 0,-1 3 144 15,1 1 32-15,-2 2 16 0,0 2-208 0,0 0-48 16,0 2 0-16,-1 1 32 0,0 2-368 0,1 0-80 16,0 0-16-16,1 2 16 0,0 1-656 0,-1-1-128 15,0 1-16-15,0-1 0 0,1 1-336 0,0 1-64 16,0-1-16-16,1 3 32 0,0 0-128 0,0 1-128 0,0 4 176 15,0-11-48-15,0 0-128 0,3 40 0 16,-3-40 0-16,3 32 0 0,-3-20 0 0,0-12-144 0,1 32 144 16,-1-32-144-16,-1 34 144 0,0-19-192 0,-1 0 192 15,0 0-160-15,0-1 160 0,1-4-160 0,0-1 160 0,0-2-144 16,0-4 144-16,1 0-160 0,0-2 160 0,1-2-144 31,0 0 144-31,0-4 0 0,1-1-144 0,1 0 144 0,0-1 0 0,-1 0 0 0,1-2-128 0,-1-1 128 31,2-2 0-31,0 2-128 0,-1-1 128 0,0-1 0 0,1-3 0 0,-1 1 0 0,0-1 0 0,0 0 0 16,-1-2 0-16,0 0 0 0,-1-1 0 16,0-1 0-16,-1 2 0 0,0 0 0 0,-1 1 0 0,0 1 0 0,1 4 0 0,-1 2 0 15,-1 1 0 1,1 3 0-16,0 1 304 0,0 3-48 0,-1 2 0 0,1 4 0 0,-1 4 32 0,0 3 0 16,-1 5 0-16,1 3 0 0,0 4-144 15,-1 0-16-15,-1 4-128 16,0 1 192-16,2-3-192 0,0 1 0 0,-2 3 0 0,0-4 0 0,1-4 0 0,1-2 0 31,-1 2 0-31,1-3-15424 0</inkml:trace>
  <inkml:trace contextRef="#ctx0" brushRef="#br0" timeOffset="-15415.52">5640 8651 7359 0,'-3'0'656'0,"1"0"-528"0,1 0-128 0,1-2 0 0,0 2 1088 0,-1 0 192 0,0-1 48 0,-1 1 0 15,0-2 64 1,-1 2 16-16,1-1 0 0,1 0 0 0,0 1 0 0,1-2 0 0,1 1 0 0,0 1 0 16,2 0-160-16,0-2-32 0,1 4 0 0,2-2 0 15,-1 1-576-15,3 1-112 0,0 0-16 0,2 1-16 16,-10-3-256-16,0 0-48 0,37 9-16 0,-37-9 0 16,0 0-176-16,46 2 0 0,-30-2 0 0,-1-2 128 15,-2 0-128-15,0-1 0 0,0-1 0 0,0 0 0 16,-1 0 0-16,-2-1-176 0,1 1 48 0,-3-1 0 15,0 0-592-15,-1 3-112 0,-2 0-32 16,-3 0 0-16,-1 4-944 0,-2 0-192 0,-2 5-48 0,-1 0-7296 16</inkml:trace>
  <inkml:trace contextRef="#ctx0" brushRef="#br0" timeOffset="-15222.37">5708 8836 3679 0,'-7'2'160'0,"2"1"32"0,1-1-192 0,2 0 0 16,2-2 0-16,0 0 0 0,0 0 1648 0,0 0 272 15,0 1 64-15,2-1 16 0,0 0 512 0,2 0 112 16,2-1 0-16,1 1 16 0,1 0-624 0,2 0-128 16,0 0-32-16,1 0 0 0,-11 0-752 0,0 0-144 0,39 3-48 0,-39-3 0 15,0 0-592-15,44 3-128 0,-44-3-32 0,0 0 0 32,38 2-496-32,-25-2-112 0,1-1 0 0,0 0-12848 15</inkml:trace>
  <inkml:trace contextRef="#ctx0" brushRef="#br0" timeOffset="-14860.76">6406 8575 1839 0,'-4'0'160'0,"1"0"-160"16,1 0 0-16,2 0 0 0,0 0 1792 0,-1 0 320 0,-1 0 64 0,-1 0 0 15,-2 0 336-15,1 0 64 0,2-2 16 0,-1 2 0 16,2-1-736-16,1 1-128 0,1 0-48 0,0-2 0 15,2 2-720-15,-1-2-160 0,3 2-32 0,0-2 0 16,-2 2-304-16,3-2-64 0,2 1-16 0,2-2 0 16,3 1-48-16,0 0-16 0,0 0 0 0,2 0 0 15,3 1-32-15,-1-1-16 0,-1-1 0 0,-1 1 0 16,-1 0-272-16,-2 2 160 0,-2-2-160 0,0 1 128 16,0 1-128-16,-1 0 0 0,-2 0-192 0,0 0 192 15,-1 0-1200-15,-1 1-112 0,-1 1-32 0,-2 0-7104 16,-1 0-1440-16</inkml:trace>
  <inkml:trace contextRef="#ctx0" brushRef="#br0" timeOffset="-14497.45">6485 8592 6623 0,'-4'-3'128'0,"0"1"48"0,2-1 0 0,0 3 16 0,1-2-192 0,0 2 0 15,1 0 0-15,-2-1 0 0,-1 0 2208 0,-2-1 400 16,0 2 80-16,-1 2 0 0,1 0-608 0,-1 3-128 15,1 0-32-15,0 1 0 0,1 2-640 0,0 2-144 0,0 4-32 0,-1 1 0 16,2 2-656-16,0 1-128 0,-1 2-16 0,0 3-16 16,2 0-160-16,1 0-128 15,0 1 144-15,-1-2-144 0,1 1 144 0,-1-4-144 16,1-2 128-16,1-3-128 0,0 0 0 0,1-2 0 16,0 0 128-16,1-2-128 0,-1-1 0 0,1 0 0 0,-1-1 0 0,1-2 0 15,1 0 0-15,1 0 0 0,-2 0 0 0,2-1 0 16,-1-2 0-16,1 2 0 0,0-2-192 0,1-2 192 15,1 2-384-15,1-3 32 0,0 0 16 16,2 0 0-16,1-2 160 0,0 0 48 0,0-1 0 16,1 1 0-16,2-1 128 0,-1-1 0 0,1 0 0 0,0 1 0 0,0-2-128 15,-1 1 0-15,-1-1 0 0,-2 1 0 32,0-1-880-32,1 1-160 0,-1 0-48 0,-2-3 0 0,0 2-752 0,-4 1-144 0</inkml:trace>
  <inkml:trace contextRef="#ctx0" brushRef="#br0" timeOffset="-14268.35">6414 8838 7359 0,'-8'-1'320'0,"3"0"80"0,1-1-400 0,2 1 0 0,0 1 0 0,1-1 0 16,1 0 1568-16,-1-1 224 0,0-1 64 0,0-1 0 15,2-1-48-15,1 0 0 0,2 0 0 0,2-2 0 31,2 5-752-31,2-3-160 0,2 2-16 0,1 1-16 0,-13 2-192 0,29-2-32 16,-29 2-16-16,34 0 0 0,-34 0-384 0,33 1-80 0,-33-1-16 0,32 0 0 16,-32 0-288-16,32-1-64 0,-15-1-16 0,-1-3-11296 15</inkml:trace>
  <inkml:trace contextRef="#ctx0" brushRef="#br0" timeOffset="-14018.7">6973 8580 1839 0,'-2'-5'160'0,"1"2"-160"0,0 1 0 0,1 2 0 16,-1 0 1776-16,0 0 320 0,-1-1 64 0,-3 0 16 15,0-1 304-15,-3 4 64 0,1 0 16 0,-1 3 0 16,1 1-704-16,-1 2-144 0,0 2-32 0,1 1 0 15,1 1-384-15,1 0-80 0,-2 3 0 0,2 2-16 16,-1 1-512-16,1 3-112 0,0 0 0 0,1 3-16 16,2 0-240-16,1 2-64 0,1-1 0 0,0-25 0 15,5 42-96-15,-5-42-32 0,9 35 0 0,-9-35 0 0,0 0-128 0,26 40 0 16,-26-40-160-16,0 0-9488 16,0 0-1888-16</inkml:trace>
  <inkml:trace contextRef="#ctx0" brushRef="#br0" timeOffset="-13766.66">7161 8636 9215 0,'-3'-3'400'0,"0"2"96"0,1 1-496 0,0 0 0 16,1 0 0-16,0 0 0 0,1 1 1632 0,0 2 224 15,0 0 64-15,0 3 0 0,0 2 384 0,1 2 64 0,-1-10 32 16,0 0 0-16,16 37-816 0,-16-37-176 15,0 0-16-15,31 43-16 0,-31-43-544 0,0 0-96 0,41 45-32 0,-41-45 0 16,0 0-304-16,44 40-64 16,-44-40-16-16,0 0 0 0,41 29-176 0,-41-29-144 0,0 0 192 0,0 0-192 15,48 22-192-15,-48-22-128 0,0 0-48 0,0 0 0 16,39 5-2048-16,-32-6-400 16</inkml:trace>
  <inkml:trace contextRef="#ctx0" brushRef="#br0" timeOffset="-13577.87">7404 8689 11055 0,'-5'-5'480'0,"2"3"112"0,0 0-464 0,1 1-128 16,1 1 0-16,0 0 0 0,-1 1 1472 0,-1 1 256 15,-2 0 64-15,-2 1 16 16,0 4 96-16,-3 2 16 0,1 3 0 0,-1 0 0 0,-1 4-512 0,0 1-80 16,-1 2-32-16,-1 1 0 0,0 3-576 0,0-4-112 15,0 2-32-15,0-5 0 0,2-2-320 0,2-1-80 16,2-2-16-16,1-3 0 15,2-2-528-15,3-1-96 0,0-4-32 0,2 1-13136 0</inkml:trace>
  <inkml:trace contextRef="#ctx0" brushRef="#br0" timeOffset="-13187.4">7462 8372 3679 0,'-1'-3'320'0,"1"0"-320"0,1 2 0 0,-1 0 0 16,1 1 1856-16,-1-2 320 0,1-1 48 0,1-2 16 15,1 1 384-15,2-4 96 16,1 4 16-16,1-3 0 0,2 2-1168 0,1 1-224 16,2 1-64-16,1 1 0 0,0 2-384 0,-13 0-96 0,0 0-16 0,44 9 0 15,-44-9-528-15,0 0-96 0,38 26-32 0,-38-26 0 0,0 0-128 0,21 45 0 16,-21-45 144-16,0 35-144 0,-1-18 176 0,-3 0-48 15,-3-3 0-15,1-2 0 0,-2-2 32 0,-3-1 0 16,1 0 0-16,-1-1 0 16,0-2-160-16,0 0 0 0,1-2 144 0,-1-2-144 0,3-2 0 0,1 0 0 15,0-2 0-15,2 0 128 0,2-1-128 0,2 1 0 16,1 0 128-16,1 1-128 0,2 1 160 16,1 0-32-16,4 0-128 0,0-2 192 0,2 2-192 0,3-2 0 0,3 0 128 0,1-1-128 15,-1 1 0-15,1 0 0 0,2 1-144 0,0-1 144 31,0 0-1328-31,2 2-160 0,0-2-48 0,1 1-6816 0,-2 1-1376 0</inkml:trace>
  <inkml:trace contextRef="#ctx0" brushRef="#br0" timeOffset="-12837.06">7979 8482 7359 0,'0'-7'320'0,"0"0"80"0,1 3-400 0,0-1 0 16,0 3 0-1,0 1 0-15,0-1 1728 0,1-2 256 0,1-2 48 0,0 2 16 16,2-1 512-16,0 2 96 0,0 4 32 0,0 4 0 0,-5-5-544 0,0 0-96 0,0 0-32 0,26 54 0 16,-26-54-960-16,14 43-192 15,-14-43-32-15,13 54-16 0,-13-54-352 0,12 59-64 0,-12-59-16 0,6 52 0 16,-6-52-80-16,3 48-32 0,-4-26 0 0,-3 1 0 16,1-4-272-16,-7 0 0 0,0-2 0 0,-3-2 0 31,-1-2-352-31,-1-1-176 0,-3 0-48 0,-2-3-15296 0</inkml:trace>
  <inkml:trace contextRef="#ctx0" brushRef="#br0" timeOffset="-11038.68">8516 8622 3679 0,'0'0'320'0,"0"0"-320"16,-1 0 0-16,1 0 0 0,0 1 960 0,-1-1 128 0,0 1 32 0,0 0 0 16,-1 1 432-16,-1 1 96 15,1-3 16-15,1 2 0 0,0-1-160 0,0 0-32 0,1-1 0 0,-1 2 0 16,2-2-352-16,-1 1-80 0,1-1-16 0,0 2 0 16,2-2-96-16,1 0-32 0,1 0 0 15,1-2 0-15,0 1 0 0,2-1 0 16,0 1 0-16,2-2 0 0,2 1-176 0,2-1-32 0,2 0-16 0,2 1 0 15,-1-3-256-15,0 3-48 0,0-1-16 0,0 1 0 0,-1 1-352 16,-16 1 128-16,27-1-128 0,-17 1 0 0,-10 0-144 0,0 0-112 16,0 0 0-16,0 0-14128 15</inkml:trace>
  <inkml:trace contextRef="#ctx0" brushRef="#br0" timeOffset="-10394.62">9158 8511 3679 0,'-5'0'320'0,"1"-2"-320"0,0 1 0 0,1 1 0 0,3 0 976 0,-1-2 128 16,0 2 32-16,-2-1 0 0,-1-2 752 0,0 0 160 16,0 0 16-16,1 1 16 0,1 0-384 15,1 2-80-15,2-2-16 0,1 0 0 0,3 2-288 0,0 0-64 0,2 0-16 16,-7 0 0-16,0 0-320 0,29-1-64 0,-29 1-16 0,25-2 0 31,-11-1-576-31,1 1-128 0,1 1-128 0,-1 0 176 16,1-2-176-16,-16 3 0 0,0 0 0 0,34 5 0 0,-34-5 0 0,0 0 0 15,0 0-176-15,0 0 176 0,0 0-384 0,22 45 16 16,-24-36 0-16,-1 1 0 16,-3 2 48-16,-1-2 16 0,0 1 0 0,-1-1 0 15,-3 1 16-15,-1 1 0 0,0-2 0 0,-2 3 0 16,-2-1 32-16,-1 1 0 0,1-3 0 0,2-1 0 16,0 1-128-16,2-1 0 0,0-2-16 0,3-1 0 0,2 0 208 0,2-1 64 15,0-1 0-15,4-2 0 0,1 1 128 0,1-2 176 16,2 1-48-16,3-2 0 0,1-3 528 0,2 0 112 15,0 0 0-15,3 0 16 0,1-2 160 0,1 0 16 16,1 0 16-16,-1 1 0 0,3 1-304 0,0-1-64 16,1-1-16-16,1 0 0 0,-2 1-272 0,0 1-64 15,0 0-16-15,-17 3 0 0,29-3-416 0,-29 3-80 16,0 0 0-16,33-1-13712 0</inkml:trace>
  <inkml:trace contextRef="#ctx0" brushRef="#br0" timeOffset="-9662.89">9651 8781 6447 0,'-4'5'272'0,"1"-3"80"0,1 1-352 0,1-1 0 0,1-1 0 0,0-1 0 15,1 2 1472-15,-1-2 208 16,2 2 48-16,1 0 16 0,1 0 160 0,0-2 16 0,1 0 16 0,1 0 0 15,1-2-656-15,0 0-128 0,3-3-16 0,0 0-16 16,1-2-560-16,0-1-112 0,2-1-32 0,1-2 0 16,0-1-416-16,0 0 0 0,2-4 128 0,-1 1-128 15,3-1 0-15,-1-1-144 0,-3 1 144 0,1 1-208 16,0-3 208-16,1 0 0 0,-1 0 0 0,-1-3 0 16,-2 2 288-16,-3 0-48 15,-1 4-16-15,-2 1 0 0,-1 2 128 0,-3 2 32 0,0 2 0 0,-1 0 0 0,-1 4 16 0,-1-1 16 16,0 4 0-16,-1-1 0 0,1 2-64 0,0 2-16 15,-1 1 0-15,0 0 0 0,0 1-80 0,0 3 0 16,0-1-16-16,0 2 0 0,1-1-240 0,-1 1 144 16,1 1-144-16,0 0 128 0,1-9 16 0,0 26 0 15,0-26 0-15,2 26 0 0,-2-26-144 0,3 30 192 16,-3-30-192-16,0 0 192 0,7 40-192 16,-7-40 160-16,0 0-160 0,0 0 160 0,18 40-160 0,-18-40 0 15,0 0 0-15,0 0 0 0,0 0-208 0,0 0 16 0,42 10 16 16,-33-15 0-1,-1 1-368-15,0-4-80 0,2 1-16 0,0-1 0 16,0-3-48-16,1 1-16 0,-1-1 0 0,1 1 0 16,0-2-624-1,-1-1-128-15,0 1-16 0,-1 0-16 0,0-1 672 0,0 0 144 0,-2 0 32 0,0 0 0 0,-1 1 640 0,-1 1 0 16,-1 2 176-16,-2 0-48 0,0-1 704 0,-1 3 128 16,0 2 16-16,-1 3 16 15,0 0 224-15,-1 2 32 0,0 3 16 0,0 1 0 0,0 3-400 16,-1 0-80-16,0 4-16 0,-1-1 0 0,1 3-80 0,0 0-32 0,2-13 0 0,-1 25 0 15,1-25-288-15,0 27-64 16,0-27-16-16,0 0 0 0,7 38-96 0,-7-38-32 16,0 0 0-16,0 0 0 0,19 36-160 0,-19-36 0 15,0 0 0-15,0 0 0 16,0 0-864-16,44 26-208 0</inkml:trace>
  <inkml:trace contextRef="#ctx0" brushRef="#br0" timeOffset="-9297.77">10570 8423 7199 0,'-3'-2'144'0,"1"2"48"0,1 0 0 0,0 0 16 0,1 0-208 0,-1 0 0 16,-1 2 0-16,1-2 0 0,-2 3 1984 0,1-1 368 16,3 0 64-16,1 0 16 0,-2-2-176 0,0 0-16 15,0 0-16-15,31 3 0 0,-31-3-928 0,27-3-176 16,-11 0-32-16,0-2-16 0,0 0-768 0,1 0-160 15,0 0-16-15,-2 0-128 16,-1-1-448-16,-1 1-192 0,-2 2-32 0,-2 1-16 16,-1-1-1168-16,-1 1-224 0,-2 0-48 0,-1 1-4208 0,-2 2-848 15</inkml:trace>
  <inkml:trace contextRef="#ctx0" brushRef="#br0" timeOffset="-9041.71">10654 8414 5519 0,'-2'0'240'0,"0"0"64"0,1 0-304 0,1 0 0 0,0 1 0 0,0 0 0 16,-1 1 1072-16,0 1 144 0,0 2 48 0,-1 1 0 16,2-6 640-16,-5 24 128 0,2-10 16 0,-2 1 16 0,0 2-720 0,0-1-128 15,-1 3-48-15,-1 0 0 0,0 0-800 0,0 0-176 16,1-5-16-16,1 2-16 0,0 1-160 0,1-2 0 16,2-1 0-16,2-14 0 0,0 0 0 0,1 35 128 15,-1-35-128-15,0 0 0 16,0 0 192-16,0 0-32 0,31 34-16 0,-31-34 0 0,0 0 64 0,38 2 16 15,-38-2 0-15,29-5 0 0,-14 3-352 0,-1-3-80 16,1-1-16-16,0-2 0 16,-2 3-912-16,1-2-176 0,-1 0-32 0,-1 0-7520 0</inkml:trace>
  <inkml:trace contextRef="#ctx0" brushRef="#br0" timeOffset="-8818.42">10596 8613 5519 0,'-2'0'496'0,"1"2"-496"0,1-2 0 0,1 0 0 0,1 0 1888 0,-1 0 288 31,1 0 48-31,2-2 16 0,3 2 160 0,2-3 32 0,3 1 16 0,1-3 0 0,1 0-896 0,2 1-176 31,0-3-32-31,2 1-16 0,1-2-720 0,0 3-144 16,-1-2-16-16,-3 3-16 0,1 1-560 0,-3-2-128 15,0 3 0-15,-2 1-8096 0,-1-1-1616 0</inkml:trace>
  <inkml:trace contextRef="#ctx0" brushRef="#br0" timeOffset="-8547.99">11026 8414 8287 0,'-3'-8'368'0,"1"4"80"0,1-1-448 0,1 3 0 0,-1-1 0 0,1 3 0 15,-1-2 1712-15,0 2 256 0,-1-5 48 0,-2 1 16 16,1 1 80-16,0 2 0 0,-1 2 16 0,0 1 0 16,1 3-672-16,-1 2-144 0,-1 3-32 0,1 3 0 15,-2 4-416-15,0 1-96 0,0 2 0 0,1 2-16 16,1-3-416-16,-1 0-80 0,1 2 0 0,2-3-16 15,2-18-112-15,-4 34-128 0,4-34 176 0,0 31-176 0,0-31 0 0,0 0 0 16,9 38 0-16,-9-38 0 0,0 0-208 0,0 0-160 16,34 26-16-16,-34-26-13360 0</inkml:trace>
  <inkml:trace contextRef="#ctx0" brushRef="#br0" timeOffset="-8328.9">11237 8388 3679 0,'-1'-10'320'0,"0"4"-320"0,1 2 0 0,0 2 0 16,0 2 1600-16,0 2 240 16,0-2 48-16,0 3 16 0,1 0 720 0,-1 3 160 15,0-6 32-15,0 0 0 0,7 38-848 0,-7-38-176 16,9 36-16-16,-9-36-16 0,15 36-560 0,-15-36-112 0,20 38-32 0,-20-38 0 16,27 35-320-16,-27-35-64 0,32 32-16 0,-32-32 0 15,0 0-272-15,44 32-48 0,-44-32-16 0,0 0 0 16,45 27-320-16,-45-27 0 0,0 0 0 0,39 14 128 15,-39-14-768-15,0 0-160 0,31-3-32 16,-22-2-8848-16,0-2-1776 0</inkml:trace>
  <inkml:trace contextRef="#ctx0" brushRef="#br0" timeOffset="-8135.23">11476 8395 9215 0,'-7'2'400'0,"3"-2"96"0,0 3-496 0,1-1 0 16,1 2 0-16,0-1 0 0,0 2 2176 0,-3 2 320 15,-3 4 80-15,-4 7 16 0,-2 2-288 0,-2 0-48 0,0-2-16 0,-1 2 0 16,-2-2-832-16,1 2-160 0,-1-4-32 0,0 0-16 16,2 1-624-16,0-4-112 0,1 1-16 0,2-2-16 15,2-3-432-15,1 0-144 0,3-2 0 0,0 0-9392 32,4-2-1888-32</inkml:trace>
  <inkml:trace contextRef="#ctx0" brushRef="#br0" timeOffset="-7883.71">11566 8302 2751 0,'3'-1'256'0,"0"0"-256"16,0 1 0-16,0 0 0 0,0 2 2912 0,-2-2 544 16,2 0 96-16,2 2 32 0,-5-2-1024 0,0 0-192 15,0 0-32-15,46 22-16 0,-46-22-1136 0,0 0-224 16,45 28-64-16,-45-28 0 0,30 26-192 0,-30-26-32 15,31 34-16-15,-31-34 0 0,28 35-208 0,-28-35-64 0,0 0 0 16,24 45 0-16,-24-45-240 16,0 0-144-16,5 36 160 0,-5-36-160 0,-9 21 128 0,2-12-128 0,-4 3 0 0,-2-2 0 31,-1 3 0-31,-2-2-160 0,-1-1 0 0,2-1-13632 0</inkml:trace>
  <inkml:trace contextRef="#ctx0" brushRef="#br0" timeOffset="-7423.96">12112 8468 14735 0,'7'0'1312'16,"-1"-2"-1056"-16,-1 2-256 0,-2-2 0 0,1 2 1088 16,3-3 144-16,6 1 48 0,6-3 0 15,7-2-144-15,2 0-32 0,1 0 0 0,-3 2 0 0,-2 0-416 0,-1 0-96 16,-2 1-16-16,0-1 0 0,-2 0-576 0,-1 3 0 15,-1-3-192-15,-1-2-10976 16</inkml:trace>
  <inkml:trace contextRef="#ctx0" brushRef="#br0" timeOffset="-7265.76">12310 8267 11055 0,'-1'-5'480'0,"0"0"112"0,0 3-464 0,1 0-128 0,0 4 0 0,0-2 0 15,0 2 1696-15,0 3 320 0,1 0 64 0,-1-5 16 16,0 0 384-16,3 50 80 0,-3-50 0 0,1 59 16 16,-1-28-1168-16,0 2-224 0,-1-3-48 0,1-1-16 15,0-29-992-15,2 45-128 0</inkml:trace>
  <inkml:trace contextRef="#ctx0" brushRef="#br0" timeOffset="-4920.62">13129 8319 2751 0,'0'0'256'15,"0"0"-256"-15,0 0 0 0,0 0 0 0,0 0 944 0,0-2 144 0,1 2 16 0,-1-1 16 16,1 1 368-16,0 0 80 0,1-2 16 0,0 2 0 16,0 0 368-16,1-1 80 0,1 0 16 0,0 1 0 15,1-3-128-15,1 2-32 16,1 0 0-16,2-2 0 0,-9 3-672 0,20-3-128 16,-8 0-16-16,-1 0-16 0,0 1-544 0,1-1-96 15,2-1-32-15,1-1 0 0,1 0-96 0,-2 1-32 0,-1 1 0 0,-1-2 0 16,0 3-256-16,-2-3 0 0,0 3 0 0,0-1 0 15,-3 1 0-15,-1 0 0 0,-2 0 0 0,-1 2 0 16,-1 0-992-16,-1 2-96 0,0-2-32 0,-2 1 0 16,-1 2-1408-1,0 0-288-15</inkml:trace>
  <inkml:trace contextRef="#ctx0" brushRef="#br0" timeOffset="-4505.75">13263 8300 911 0,'-1'-2'0'0,"0"2"0"0,1 0 0 0,0 0 0 16,0 0 1248-16,-1 0 160 0,1 0 48 0,-2 0 0 15,1 0 416-15,0 0 96 16,-1 2 16-16,0-1 0 0,0 2-352 0,0 0-64 0,0 2-16 0,-1 2 0 16,2 2-272-16,-2 1-48 0,0 2-16 0,0 2 0 15,0 0-560-15,-1 3-112 0,0 2-32 0,-1-1 0 0,2 0-48 0,-3 0-16 16,1 1 0-16,-2-2 0 16,2-1 16-16,-2 1 0 0,1 2 0 0,-1-3 0 0,2 4-144 0,0-4-16 15,1 1-16 1,4-17 0-16,-2 28-288 0,2-28 0 0,0 0 0 0,0 0 0 15,15 36 0-15,-15-36-176 0,0 0 32 0,0 0 0 0,39 14-144 0,-39-14-32 16,29-3 0-16,-12 1 0 0,-2 0 320 0,0-3 0 16,1 0 128-16,-1 1-128 15,-3-1 0-15,-1 0 0 0,1 1-176 0,-2-4 176 16,0 2-1280-16,-2 0-128 0,-2 0-16 0,0 0-9424 16</inkml:trace>
  <inkml:trace contextRef="#ctx0" brushRef="#br0" timeOffset="-4302.45">13234 8528 13823 0,'2'-2'608'0,"0"1"128"16,1 1-592-16,-1-2-144 0,0 2 0 0,1-2 0 16,2 1 1920-16,1-1 368 0,-6 2 64 0,27-5 16 0,-9 0-560 0,0-1-96 15,2 0-32-15,-2 0 0 0,2-2-576 0,-2 4-112 16,1-4-32-16,-1 2 0 0,-4 1-672 15,0 0-144-15,-2 3-16 0,-2 0-128 16,-1 1-944-16,-9 1-288 0,0 0-64 0,23-4-11728 16</inkml:trace>
  <inkml:trace contextRef="#ctx0" brushRef="#br0" timeOffset="-4066.94">13639 8270 8287 0,'-3'0'368'0,"1"0"80"0,1 2-448 0,1-2 0 0,0 2 0 0,0-2 0 16,1 0 1920-16,0 2 288 0,0 1 64 0,-1-3 16 0,0 0 256 0,0 0 48 15,20 35 16-15,-20-35 0 0,0 0-864 0,29 41-160 16,-29-41-48-16,0 0 0 0,36 49-512 0,-36-49-128 16,28 37 0-16,-28-37-16 0,28 32-432 15,-28-32-96-15,0 0-16 0,41 38 0 0,-41-38-208 0,0 0-128 16,37 29 160-16,-37-29-160 31,0 0-448-31,0 0-176 0,38 23-32 0,-38-23-14720 0</inkml:trace>
  <inkml:trace contextRef="#ctx0" brushRef="#br0" timeOffset="-3886.53">13892 8322 2751 0,'-6'-1'256'0,"2"1"-256"16,-1 0 0-16,2 1 0 0,0 3 1552 0,1-2 272 0,0 1 48 0,-4 4 16 15,-1 2 768-15,-5 6 160 0,-3 4 16 0,-1 4 16 16,0 1-832-16,0-2-160 16,-1 1-48-16,1-2 0 0,1-1-864 0,1-2-176 0,2-1-48 0,2-2 0 15,1-2-592-15,2-5-128 0,2-1 0 0,2-1-8544 16,1-3-1712 0</inkml:trace>
  <inkml:trace contextRef="#ctx0" brushRef="#br0" timeOffset="-3569.87">14066 8236 7359 0,'4'-2'320'0,"-1"-1"80"0,0 3-400 0,-1-2 0 0,0 2 0 0,0-2 0 15,0 2 1792 1,1 0 288-16,4 0 48 0,1 0 16 0,-8 0 432 0,0 0 96 16,0 0 16-16,36 19 0 0,-36-19-704 0,0 0-144 0,0 0-32 0,29 47 0 15,-29-47-656-15,0 0-128 0,13 54-16 0,-13-54-16 32,4 43-512-32,-4-43-96 0,-4 42-32 0,0-20 0 0,-3-3-352 0,0 0 144 0,-3 0-144 0,-1-2 0 15,1-2 0 1,0-1 0-16,-2-1 0 0,0-1 0 0,1-2-960 0,-2-1-208 0,1 0-48 0,-1-4-13632 15</inkml:trace>
  <inkml:trace contextRef="#ctx0" brushRef="#br0" timeOffset="-3144.03">13586 8290 1839 0,'1'-9'160'0,"0"2"-160"0,-1 2 0 0,0 0 0 0,1 4 1952 0,-1 0 352 15,0 1 80-15,0 0 16 0,-1-2-160 0,1 2-48 16,0 2 0-16,-3 0 0 0,0 6-336 0,-1 3-64 15,-1 4 0-15,-2 4-16 0,1 6-432 0,-1 1-96 16,1 4-16-16,1 0 0 0,1-4-656 0,3-1-128 16,1-25-16-16,0 42-16 0,0-42-416 0,0 0 0 15,16 48 128-15,-16-48-128 16,0 0-736-16,35 32-176 0,-35-32-48 0,0 0-11744 0</inkml:trace>
  <inkml:trace contextRef="#ctx0" brushRef="#br0" timeOffset="-2602.24">14330 8074 10127 0,'0'-3'448'0,"0"2"96"0,1-1-544 0,0 2 0 16,1-2 0-16,0 2 0 0,1-1 1472 15,2 1 192-15,-5 0 48 0,0 0 0 0,33-2 528 0,-33 2 128 16,29-3 0-16,-29 3 16 0,31 0-1168 0,-31 0-224 15,28 0-48-15,-28 0-16 0,24 0-592 0,-24 0-112 16,19-2-32-16,-12 2 0 0,-1 0-192 0,-2 0 0 0,0-1 0 0,-2 1 0 16,-1 0 176-16,-1 1-16 15,0-1 0-15,-2 2 0 0,0-1 224 0,-1 3 32 0,0-1 16 0,1 0 0 16,-2 1-80-16,0 3-16 16,0-2 0-16,2 2 0 0,-1 0-80 0,1 2 0 15,2-9-16-15,0 0 0 0,-1 34-48 0,1-34 0 0,0 0 0 0,3 38 0 16,-3-38-192-16,0 0 0 0,9 47 0 0,-9-47 0 15,0 0 0-15,11 49 0 0,-11-49 0 0,10 44 0 16,-10-44 0-16,8 44 0 0,-8-44 128 0,6 45-128 16,-6-45 0-16,5 41 0 0,-5-41 128 0,2 35-128 15,-2-35 240-15,-3 27 0 0,0-13 0 0,-1-3 0 0,-2 1 16 0,0-2 0 32,-2-1 0-32,0 1 0 0,0-1-256 0,-4-2 0 0,1 1 128 0,-2-2-128 15,-1 0-352-15,-2-2-112 0,-3-1-32 0,0 1-14992 16</inkml:trace>
  <inkml:trace contextRef="#ctx0" brushRef="#br0" timeOffset="-1964.6">13019 8174 2751 0,'7'-7'256'0,"-3"2"-256"0,1 1 0 0,-1-1 0 0,-2 2 2528 0,-1 3 464 15,1-2 80-15,1-2 32 0,1-1 336 0,2 0 64 16,-1-2 16-16,-3 2 0 0,0 0-1440 0,-2 0-288 16,-1 3-48-16,-1 0-16 15,-3 0-816-15,-1 2-160 0,0-2-48 0,-2 2 0 0,-2 0-448 0,-2 2-80 16,-1 0-32-16,-2-1 0 0,1 2-144 0,-2-2 0 16,1 3 0-16,0-3 0 0,0 1 0 0,1 0 0 15,1 1 0-15,2 1 0 0,1-1 0 16,2-1 0-16,0 2 0 0,2-1 0 15,2 0 0-15,1-1 0 0,1 0 0 0,2 0 0 16,0-1 0-16,1-1 0 0,1 2 128 0,2-2-128 0,-1 0 0 16,0 0 0-16,2 0 0 0,-1 0 0 0,0 0 0 0,0 2 0 15,0-1 0-15,-1 1 0 0,-2 0 144 0,0 0-144 16,0 3 160-16,-1 0-160 0,-1-1 128 0,0 4-128 16,0-3 0-16,0 4 144 0,0 1-144 0,-1 1 0 15,2-11 0-15,-3 27 0 0,3-27 0 0,-3 32 0 16,3-32 0-16,-1 43 0 0,1-43 0 15,-1 50 0-15,0-21 0 0,-1 0 0 16,1 1 0-16,-1 1 0 0,-1-3-128 0,0-2 128 0,0-2 0 0,-1 0 0 0,0 2-144 0,0 0 144 16,-1 0 0-16,-1 0-192 0,3 0 192 0,-1 0-160 15,3-2-16-15,1-24 0 0,-1 43 0 0,1-43 0 16,0 0 48-16,9 45 0 0,-9-45 0 0,0 0 0 16,0 0 128-16,0 0 0 0,40 23 0 0,-27-25 0 15,1-1 0-15,2-3 0 0,2-2 0 0,0-3 128 16,2-1-672-1,2-1-128-15</inkml:trace>
  <inkml:trace contextRef="#ctx0" brushRef="#br0" timeOffset="-1239.12">14835 7748 7359 0,'-6'-3'656'0,"3"1"-528"0,-1 0-128 0,2 1 0 16,1-1 928-16,0 2 160 0,0 0 16 0,-1-2 16 15,0-1 1072-15,-2-2 224 0,0 2 32 0,2-2 16 16,1 1-576-16,2 1-112 0,3 0-32 0,1 0 0 16,2 1-656-16,1 2-128 0,2-2-16 0,-1 1-16 15,2 1-400-15,-11 0-80 0,0 0 0 0,37 11-16 16,-37-11-272-16,0 0-160 0,36 18 192 0,-36-18-192 16,0 0 128-16,0 0-128 0,35 28 0 0,-35-28 0 15,0 0 848-15,0 0 112 0,0 0 32 0,0 0 0 16,6 39-800-16,-10-33-192 0,-2 0 0 0,-1 0 0 15,-2 1-768-15,0-2-208 0,0 0-48 0,-1 2 0 16,0-3 816-16,2 0 208 0,0 0 0 0,2-2 0 0,1 1 0 16,2-1 0-16,1 0 0 0,2-1 0 0,1 1 0 0,2-2 144 15,1 0-144-15,3 0 160 0,3-2 144 16,1 1 16-16,2-3 16 0,1 1 0 0,1 2 160 0,0 0 16 16,1-1 16-16,1 2 0 0,1 0-528 0,-2 2 0 15,-16-2 0-15,33 4-15536 0</inkml:trace>
  <inkml:trace contextRef="#ctx0" brushRef="#br1" timeOffset="17823.36">9729 8928 1839 0,'-5'2'160'0,"0"-1"-160"0,2 1 0 0,0 0 0 15,1-2 864-15,1 0 144 16,-1 0 16-16,-1 1 16 0,0 1 64 0,-3-1 16 0,1 0 0 0,-2 1 0 15,2-2-464-15,1 0-80 16,1-2-32-16,1 1 0 0,0 0 240 0,1 1 48 0,1-2 16 16,1 1 0-16,1 1 48 0,1-2 16 0,1 2 0 15,-1 0 0-15,4 0-208 0,0 2-64 0,2-2 0 0,2 1 0 16,1 1 48-16,2-2 0 16,3 2 0-16,4-2 0 0,2 2 48 0,1-2 16 0,-1-2 0 15,3 0 0-15,5-3 208 0,2-2 64 0,1-2 0 0,1 1 0 0,0-1-160 0,1-2-32 16,1 0 0-16,3 0 0 0,2 4-320 0,0-2-80 15,0 1-16-15,0-2 0 0,-2 2-256 0,0 0-160 16,0 3 192-16,0 1-192 16,-1 3 0-16,2-1 0 0,1 4 0 0,1 1 0 0,-2-1 0 0,0 1 0 15,1 2 0-15,-2 0 0 0,-2 1 0 0,2 0 0 16,2 2 0-16,1-1 0 0,1 1 0 0,-4-2 0 16,-1-3 0-16,0-1 0 15,0-1 0-15,-1 1 0 0,-2-2 0 0,1 0 0 0,0 1 128 0,0-1-128 16,0-1 0-16,-4-1 0 15,-1-3 0-15,-4 1 128 0,-2-1-128 0,-4-1 0 16,-1 2 176-16,-1-1-176 0,-5 0 160 0,-2 0-160 0,-1 0 0 16,-4 2 128-16,-3 0-128 0,-4 0-10176 15,-2 1-2080-15</inkml:trace>
  <inkml:trace contextRef="#ctx0" brushRef="#br1" timeOffset="18328.87">9614 9180 13823 0,'-8'-2'608'0,"4"2"128"0,0 0-592 0,1-1-144 16,2 1 0-16,1 0 0 0,0 0 448 0,0 0 64 0,1 0 16 0,1-2 0 16,2 0-704-16,1 1-144 0,3-1-16 0,4 1-16 15,0 0 656-15,3 1 128 0,1 0 16 0,4 0 16 16,1 0 544-16,3-2 96 0,4 4 32 0,3-5 0 0,6 3-176 0,0-2-48 15,1-1 0-15,2 0 0 0,1-2-160 16,3-2-48-16,0-1 0 0,4-3 0 0,1 1 48 0,-1 0 0 16,-1-2 0-16,3 2 0 0,2-1-176 0,0 1-16 15,3-1-16-15,0 1 0 16,0 0-160-16,1 1-16 0,1 2-16 0,-4-2 0 0,-7 4-160 0,4-2-48 16,3 4 0-16,-1 2 0 0,-1 1-144 0,-3 1 0 15,-1 1 0-15,-3 1 128 0,-5 2-128 0,0-1 0 16,2 4 0-16,-1-1 0 0,0 1 0 0,-1 0 0 15,-3-1 0-15,-2-2 0 0,-4 0-192 0,-1-3 16 0,-2-2 16 16,-4 0 0 0,-2-1-1392-16,-4-2-288 0,-1 0-48 0,-3-4-10400 0</inkml:trace>
  <inkml:trace contextRef="#ctx0" brushRef="#br1" timeOffset="18992.01">9910 9472 4607 0,'-1'2'400'0,"0"-2"-400"16,1 0 0-16,0 0 0 0,0 0 1280 0,0 0 192 15,0-2 16-15,0 2 16 0,0 0 416 0,1 0 96 0,0 2 16 0,1-2 0 0,1 0-256 0,1 0-48 0,1 2-16 16,1-1 0-16,0 0-464 0,3-1-96 0,0 0 0 0,2 0-16 15,1-1-448-15,1 0-96 0,1-3-16 0,1 1 0 16,1 0-192 0,-1 1-64-16,0-3 0 0,0 0 0 15,1 2-320-15,-1-2 0 0,0 1 0 0,-2 1 0 16,-1 0-448-16,0 0-128 0,-2 1 0 0,-3-1-16 0,-1 3-864 16,-3 0-160-16</inkml:trace>
  <inkml:trace contextRef="#ctx0" brushRef="#br1" timeOffset="19307.79">9975 9512 8287 0,'-3'0'368'0,"2"0"80"0,0 0-448 0,0 0 0 0,1 0 0 0,0 0 0 0,1 2 1712 0,-1-2 256 16,1 0 48-16,0 2 16 0,1 0 144 0,-1 3 48 15,1-1 0-15,-1 0 0 0,-1 3-880 0,0-3-192 16,0 3-16-16,0 1-16 0,-2 1-704 0,0 1-144 15,0-1-16-15,-1 1-16 0,-1 3-240 0,0-1 128 16,0 3-128-16,-1 1 0 0,0 1 144 0,1 0-144 16,0 4 128-16,0-4-128 0,1 0 144 0,0 1-144 15,1 2 160-15,2-20-160 0,-1 34 128 0,1-34-128 0,1 31 0 0,-1-31 144 16,0 0-144-16,0 0 0 0,16 42 0 0,-16-42 128 16,0 0-128-16,0 0 0 0,0 0 0 0,41 15 0 15,-31-15 0-15,1-2 0 0,0 0 0 0,0-1 0 16,0-2 0-16,0 1 0 0,1-1-160 0,-3 0 160 15,-2 1-240-15,0-1 48 0,-1 0 16 0,0 1 0 16,-2-2-656 0,0 2-144-16,0-3-32 0,-1 3-6848 0,-1-2-1360 0</inkml:trace>
  <inkml:trace contextRef="#ctx0" brushRef="#br1" timeOffset="19527.81">9933 9682 11055 0,'-6'0'480'0,"2"0"112"0,2 0-464 0,1-1-128 16,1 1 0-16,1-1 0 0,-1 1 1888 0,2-2 352 16,2 0 80-16,3-2 16 0,1 0-80 0,4-1-16 15,1-2 0-15,3 2 0 0,1-2-928 0,2 0-192 16,2 2-32-16,1-1-16 0,0 1-592 0,0 4-112 16,-1-1-32-16,1 1 0 0,-1 0-336 0,0 1 0 15,3 0 0-15,-1 0-192 16,-1-2-784-16,0 0-176 0,0-1-16 0,-2-1-7696 15,-1-2-1536-15</inkml:trace>
  <inkml:trace contextRef="#ctx0" brushRef="#br1" timeOffset="19764.81">10472 9467 9215 0,'-1'-1'400'0,"1"-1"96"0,0 2-496 0,-1-1 0 0,1 1 0 0,0 0 0 15,0 0 1616-15,-1 0 240 0,0 0 32 0,-1 1 16 16,-1-1-224-16,-1 3-32 0,1 1-16 0,-2-1 0 15,0 3-400-15,-1 2-80 0,-1 1 0 0,1 1-16 0,-1 4-48 0,0 0 0 16,0 3 0-16,0-3 0 0,1 5-400 0,1-4-96 16,1 1-16-16,2-2 0 0,2-14-160 0,0 0-32 15,2 39-16-15,-2-39 0 0,0 0-80 0,0 0-16 16,21 41 0-16,-21-41 0 16,0 0-272-16,0 0 0 0,34 30 0 0,-34-30 0 15,0 0-1264-15,0 0-208 0,38 18-32 0,-38-18-12192 16</inkml:trace>
  <inkml:trace contextRef="#ctx0" brushRef="#br1" timeOffset="20007.91">10580 9488 11055 0,'1'-4'480'0,"-1"3"112"0,1-1-464 0,-1 2-128 0,0 2 0 0,0-2 0 15,0 3 1600-15,1 1 320 0,0 1 48 0,-1-5 16 0,0 0 32 0,10 40 16 16,-10-40 0-16,0 0 0 0,18 48-768 0,-18-48-160 15,0 0-16 1,28 49-16-16,-28-49-400 0,0 0-80 0,35 43-16 0,-35-43 0 0,0 0-272 0,28 33-64 16,-28-33-16-16,0 0 0 15,0 0-224-15,34 34 0 0,-34-34 0 0,0 0 0 32,0 0-800-32,0 0-48 0,0 0-16 0,0 0-12528 0</inkml:trace>
  <inkml:trace contextRef="#ctx0" brushRef="#br1" timeOffset="20180.81">10731 9490 11055 0,'-5'7'480'0,"0"-2"112"0,1-1-464 0,0 2-128 0,1-2 0 0,-1-1 0 16,1 4 1040-16,-5 2 192 0,-6 8 48 0,-5 2 0 15,-2 2 32-15,-1 1 16 0,1-4 0 0,4-1 0 16,0-2-128-16,3-1-32 0,3-3 0 0,3-1 0 15,1-2-784-15,4-4-144 0,1 1-48 0,2-3-11328 16</inkml:trace>
  <inkml:trace contextRef="#ctx0" brushRef="#br1" timeOffset="20410.38">10821 9412 10127 0,'1'-5'448'0,"0"3"96"0,1-1-544 0,-1 3 0 16,0-2 0-16,-1 2 0 0,1 2 2224 0,0-2 336 16,2 3 64-16,2-1 0 0,-5-2-400 0,0 0-96 0,0 0-16 15,30 38 0-15,-30-38-704 0,0 0-160 0,25 52-32 0,-25-52 0 16,17 45-384-16,-17-45-64 0,15 48-32 0,-15-48 0 16,7 42-464-16,-7-42-80 0,-1 37-32 0,-5-21 0 15,-3 1-160-15,-1-1 0 0,-2-2 0 0,-1-2 0 31,0 1-624-31,-1 0-48 0,0-3-16 0,-1-1-14064 0</inkml:trace>
  <inkml:trace contextRef="#ctx0" brushRef="#br1" timeOffset="20941.74">10969 9352 9215 0,'1'-2'816'0,"1"2"-656"15,0 0-160-15,-1 0 0 0,1 0 1312 0,1-1 224 0,1 0 64 0,4-1 0 16,2-1-176-16,3 1-16 0,2-3-16 0,0 3 0 16,-2-3-832-16,0 2-176 0,1-1-16 0,-2 0-16 15,-1 0-32-15,-1 1-16 0,-2-2 0 0,1 2 0 16,-3 0-304-16,0 0 128 0,-3 2-128 0,-1-2 0 16,-1 3 256-16,-1 0-64 0,-1 0-16 0,-1 1 0 15,0 1 208-15,-1 0 64 0,-1 0 0 0,0 3 0 16,2 0 272-16,-2-1 64 0,1 2 16 0,-1 0 0 0,2 0-48 15,1 3-16-15,-1-1 0 0,2-8 0 16,0 0-160-16,0 32-16 0,0-32-16 0,0 0 0 0,5 39-224 0,-5-39-32 16,0 0-16-16,12 54 0 0,-12-54-16 0,11 44 0 15,-11-44 0-15,12 48 0 0,-12-48 64 0,10 45 0 16,-10-45 0-16,8 40 0 0,-8-40-64 0,0 0-16 16,8 48 0-16,-8-48 0 15,0 0-240-15,-2 40 128 0,-1-30-128 0,-1-1 0 0,1 1 0 0,-4-4 128 0,0 2-128 16,-2-4 0-16,1 1 0 0,-2 0 0 0,-3-3 0 0,-5 1 0 15,0 0-192-15,-6-1-48 0,-2 0 0 0,-6-1-15680 16</inkml:trace>
  <inkml:trace contextRef="#ctx0" brushRef="#br1" timeOffset="21509.96">9790 9332 15663 0,'2'-6'688'0,"-1"2"144"0,-1 0-656 0,0 3-176 0,0-1 0 0,-1 2 0 0,-1 2 1408 0,-1-2 256 0,-2 1 64 0,-1 1 0 15,-3 2-160-15,-3 1-32 0,0 2 0 0,-1 0 0 16,0 0-688-16,0 1-144 16,0-1-16-16,0 2-16 15,2-5-368-15,0 0-80 0,3 0-16 0,0-2 0 0,2-2-208 0,0 0 144 0,3 0-144 0,-1 0 128 16,1 0 48-16,0-1 0 0,2 0 0 0,-1 1 0 15,1 0 208-15,-1 0 64 0,2 0 0 0,-1 1 0 16,0 0-176-16,1 2-16 0,-1 2-16 0,0 1 0 16,1 4-240-1,-1 0 144-15,1 4-144 0,0-14 128 0,1 30-128 0,-1-30 0 0,1 34 0 0,-1-34 0 16,3 35 0 0,-3-35 0-16,3 33 0 0,-3-33 0 0,3 34 0 15,-3-34 0-15,0 0 0 0,7 45 0 0,-7-45 0 16,5 37 0-16,-5-37 0 0,2 38 0 0,-2-38 0 0,2 41 0 15,-2-41 0-15,4 52 0 0,-4-52 0 0,3 55 0 16,-3-55 0-16,3 52 0 0,-3-52 0 0,10 41 0 16,-10-41 0-16,0 0 0 0,0 0 0 0,36 41 0 15,-36-41 0-15,0 0 0 0,48 6 144 0,-26-9-144 16,2-2 160-16,2-2-160 0,4 0 320 0,0-2-48 16,0-1 0-16,1 1 0 15,-1-2-960-15,-1 2-192 0</inkml:trace>
  <inkml:trace contextRef="#ctx0" brushRef="#br1" timeOffset="22052.95">11268 9198 15663 0,'-4'0'688'0,"1"-2"144"0,0 2-656 0,1-1-176 0,1 1 0 0,0 0 0 16,-1 0 1344-16,0 1 256 0,-2-1 32 0,-2 2 16 15,2-2 272-15,0 1 48 0,1-1 16 0,1 2 0 16,2-2-480-16,1-2-96 0,2 1 0 0,2-1-16 0,1 1-672 0,2 0-128 16,3-2-16-1,0 1-16-15,3 0-320 0,-1 1-64 16,1 2-16-16,0 1 0 0,-14-2-160 0,0 0 0 0,35 14 144 0,-35-14-144 15,0 0 0-15,0 0 0 0,0 0 0 0,27 34 128 0,-27-25-128 0,-3-2 0 16,0 0 0-16,-2 1 0 0,-1-1 0 16,-1 2 0-16,-3-4 0 0,0 3 0 15,0-2 0-15,0 1 0 0,0-3 0 0,1-1 0 0,2 2 0 0,0-3 0 16,1 0 0-16,2-1 0 0,1-1 0 0,2 2 0 0,1-2 0 16,2 0 0-16,1 2 0 0,2-2 0 0,2 0 0 0,2 0 0 15,1-2 208-15,3 0 32 0,1 1 0 16,2-2 0-16,1 0 0 0,-1 0 0 0,1 0 0 15,2 1-17136-15</inkml:trace>
  <inkml:trace contextRef="#ctx0" brushRef="#br0" timeOffset="27479.99">5785 10758 9215 0,'-1'0'816'0,"1"-2"-656"0,0 2-160 0,0 0 0 31,0 0 960-31,0-1 144 0,0 0 48 0,0-3 0 16,0 0 320-16,1 0 64 0,1 2 0 0,0-1 16 16,1 1-16-16,0 0 0 0,2 1 0 0,2 1 0 15,0 0-304-15,1 0-64 0,3 0-16 0,2 0 0 16,0-2-496-16,1 2-96 0,3 0-32 0,1 0 0 15,-1 0-272-15,2-1-64 0,-2 0-16 0,1-1 0 16,1 0-176-16,-3-1 0 0,1 2 0 0,-2-1 0 16,-1 0-384-16,-2 0 0 0,-1-3 0 0,-3 0 0 15,0 1-1568-15,-5 1-320 0,-1 1-64 0,-3 2-8496 16</inkml:trace>
  <inkml:trace contextRef="#ctx0" brushRef="#br0" timeOffset="27689.55">5845 10865 2751 0,'-2'1'256'0,"0"1"-256"16,1-2 0-16,1 2 0 0,0-2 1408 0,0 0 256 15,0 0 32-15,-1 2 16 0,2-1 784 0,1 1 144 16,1 0 48-16,2-2 0 0,3 0-480 0,0 0-96 0,1-2 0 0,2 2-16 16,1 0-816-16,0 0-176 0,-12 0-16 0,0 0-16 15,40 5-848-15,-40-5-224 0,0 0 0 0,0 0-13296 16</inkml:trace>
  <inkml:trace contextRef="#ctx0" brushRef="#br0" timeOffset="28699.73">5804 10925 3167 0,'-2'0'0'0,"1"0"128"0,0 0-128 0,0 0 176 0,1-1-176 0,-1 1 0 15,1 0 0-15,-1-2 0 0,-1 2 1152 0,1-2 208 16,0-3 48-16,-1 2 0 0,1-1 16 0,0-1 16 16,1 1 0-16,-1 1 0 0,1 1-112 0,0-1-32 0,-1 1 0 0,1 0 0 15,0 1-320-15,0 1-64 0,0 0-16 0,0 1 0 16,-1 1-32-16,1 0-16 0,0 1 0 0,1-1 0 16,-1 3-144-16,1-3-16 0,0 1-16 0,1 0 0 15,1 0-144-15,1-2-16 0,1 1-16 0,0-2 0 16,3-3-16-16,0 1 0 0,1-2 0 0,1 1 0 15,-2-2 160-15,2 2 16 0,3-3 16 0,1-1 0 16,1 2-192-16,-1-2-32 0,1 3-16 0,-1 1 0 16,-3 0-208-16,1 1-32 0,-1 2-16 0,1 0 0 15,-1 0-176-15,-1 0 0 0,1 0 0 0,-1 0 0 16,-1 0 0-16,-1 0 0 0,1 0 0 0,-1 0 0 0,-1-1 0 16,0 0 0-16,-1-1 0 0,-3 2 0 0,0-2 0 0,-2 1 0 15,-1 1 0-15,-2 0 0 0,0 1 0 16,-1 1 0-16,0 0 0 0,-3-1 0 15,1 2-464-15,-2-2-32 0,0 3 0 0,-2-1-14480 16</inkml:trace>
  <inkml:trace contextRef="#ctx0" brushRef="#br0" timeOffset="29189.57">6683 10660 1839 0,'-5'-1'160'0,"2"1"-160"16,0 0 0-16,1-2 0 0,1 2 832 0,0 0 128 15,-1 2 16-15,-1-2 16 0,-2 1 672 0,-1 0 128 0,0 2 16 0,0-2 16 16,2 0 64-16,0 1 16 0,1 1 0 0,1-1 0 16,2-2-304-16,1 3-48 0,2-3-16 0,2 2 0 15,0-2-496-15,2 0-96 0,2 0-32 0,2-2 0 16,2 2-272-16,2-3-64 16,2 1-16-16,0-1 0 0,3 0-272 0,0 0-48 0,1 0-16 0,1-2 0 15,0 1-96-15,-2-1-128 0,0 0 176 0,-3 1-176 16,-3-1 0-16,0 1 0 0,-2-2 0 0,-2 1 0 15,-2 1 0-15,-1 1 0 0,0-2 0 0,-1 3 0 16,-3 0-1232-16,-1-1-256 0</inkml:trace>
  <inkml:trace contextRef="#ctx0" brushRef="#br0" timeOffset="29521.69">6790 10673 1839 0,'-3'-2'160'16,"1"0"-160"-16,1 1 0 0,1 1 0 0,-1-2 1600 0,0 2 272 15,-1-2 64-15,0-3 16 0,-2 0 288 0,-1 1 64 16,2-1 16-16,0 0 0 16,0 3-176-16,0 0-32 0,0 1-16 0,1 4 0 0,-1-1-560 0,0 3-128 0,0 3 0 15,0 0-16-15,0 2-832 0,-1 2-176 0,-1 2-16 0,2 1-16 16,-2 2-224-16,0-1-128 0,1 2 128 0,0-1-128 16,0-1 0-16,1 4 0 0,0-2 0 0,-1 2 0 15,1-2 0 1,1 2 0-16,-1 1 0 0,0 2 0 0,0 1 0 0,1 0 0 0,1-2 0 0,1-2 0 15,0-20 0-15,3 39 0 0,-3-39 0 16,0 0 0-16,15 42-528 0,-15-42-80 0,0 0-16 0,0 0 0 31,37 26-496-31,-37-26-96 0,0 0-32 0,37 0 0 0,-21-2 736 0,0-3 128 16,0 3 48-16,0-3 0 0,-1 0 176 0,-1 1 160 16,-1-1-208-16,-2 0 80 0,-1 0-272 0,-1 0-48 0,-2 1-16 0,0-3 0 15,-2 3-592-15,0-1-112 0,-2 2-32 0,0-2-6992 16</inkml:trace>
  <inkml:trace contextRef="#ctx0" brushRef="#br0" timeOffset="29726.5">6691 10970 3679 0,'-2'0'320'0,"1"-2"-320"16,0 1 0-16,1 1 0 0,0-2 1632 0,0 2 256 0,-1-3 48 15,1 0 16 1,0-2 368-16,0-1 80 0,3 2 16 0,0-1 0 0,2 0-560 0,1 1-96 0,3 1-32 0,0-2 0 15,1 3-704-15,2-2-128 0,2 3-48 0,1-2 0 16,2 1-528-16,-17 2-96 0,33 0-32 0,-33 0 0 16,30 0-192-16,-30 0-240 15,28 0 48-15,-28 0-12688 0</inkml:trace>
  <inkml:trace contextRef="#ctx0" brushRef="#br0" timeOffset="29987.33">7297 10640 1839 0,'-6'-2'160'0,"2"0"-160"16,-1 1 0-16,0 1 0 0,3 1 912 0,-2-1 160 0,-1 2 16 0,-3-1 16 16,-6 0 704-16,-4 4 144 0,-1 0 32 0,-1-1 0 15,4 3 272-15,1 0 64 0,2 1 16 0,2 1 0 16,2 3-288-16,1 0-48 0,3 0-16 15,-1 2 0-15,2 3-896 0,1 1-176 0,1 2-32 0,1-1-16 16,1 2-608-16,0 0-128 0,0-21-128 0,3 38 176 16,-3-38-176-16,8 31 128 0,-8-31-128 0,16 35 128 15,-16-35-128-15,0 0 0 0,33 43 0 0,-33-43 0 16,0 0-1440-16,35 28-224 0</inkml:trace>
  <inkml:trace contextRef="#ctx0" brushRef="#br0" timeOffset="30206.23">7401 10697 11055 0,'-2'0'976'0,"0"0"-784"16,2 2-192-16,0-1 0 0,0 2 1104 0,-1 1 176 16,0 3 48-16,0 3 0 0,0 6 464 0,1-16 80 0,3 38 32 0,-3-38 0 15,8 40-928-15,-8-40-176 0,15 40-32 0,-15-40-16 16,21 43-176-16,-21-43-48 0,24 43 0 0,-24-43 0 31,26 42-240-31,-26-42-48 0,23 43-16 0,-23-43 0 0,23 36-352 0,-23-36-80 16,0 0-16-16,28 35 0 15,-28-35-1616-15,0 0-320 0</inkml:trace>
  <inkml:trace contextRef="#ctx0" brushRef="#br0" timeOffset="30415.28">7540 10718 3679 0,'-3'3'320'0,"0"0"-320"16,2 1 0-16,0-2 0 0,0 3 1632 0,-2 0 256 16,-2 5 48-16,-3 6 16 0,-3 6 96 0,-2 3 0 15,-1 1 16-15,0-2 0 0,-2 2-512 0,-1 0-96 16,2-2-32-16,-2-3 0 0,2-1-432 0,0-2-96 16,2-2 0-16,1-4-16 15,2 0-688-15,3-4-192 0,0-4 0 0,3-2-7760 16,2-2-1648-16</inkml:trace>
  <inkml:trace contextRef="#ctx0" brushRef="#br0" timeOffset="30764.82">7608 10512 11967 0,'-1'-5'528'0,"0"3"112"15,1-1-512-15,0 1-128 0,1 2 0 0,-1 0 0 0,1 0 2064 16,0-1 384-16,2 0 80 0,2-1 16 0,0-1-944 0,4 0-192 16,0-1-48-16,1 2 0 0,2-1-720 0,0 1-128 15,1-1-48-15,0 3 0 0,0 0-16 0,-13 0 0 16,0 0 0-16,0 0 0 0,41 20-272 0,-41-20-176 16,0 0 192-16,0 0-192 0,16 40 0 0,-18-30 0 15,-2 4 0-15,-3 0 0 0,-1 0 192 0,-3-1-192 16,0 2 192-16,-2-3-192 0,0 2 0 0,0-3 0 15,1 0 0-15,0-4-192 0,1 0 0 0,1-3 16 16,1 0 0-16,3-2 0 0,2 1 176 0,1-2 0 0,4 1 0 16,0-2 0-16,3 3 0 0,1-3 0 0,0 0 0 0,3 0 0 15,0-2 240-15,2 1-32 0,2-1 0 0,0 1 0 16,0 0 256-16,1-1 48 0,2-1 16 0,1-1 0 16,0 2-368-16,-1-1-160 0,-1 1 128 15,0-1-128-15,-1 3-880 16,0-2-256-16</inkml:trace>
  <inkml:trace contextRef="#ctx0" brushRef="#br0" timeOffset="31094.01">8085 10515 9615 0,'-5'-1'192'0,"1"1"64"0,2 0 0 0,0 0 32 0,1 1-288 0,1-1 0 16,0 0 0-16,0 2 0 0,0 0 2688 0,0-1 496 15,2 3 80-15,1-2 32 0,2 3-1120 0,-5-5-208 16,0 0-48-16,0 0-16 0,35 31-736 0,-35-31-144 0,0 0-16 0,36 45-16 16,-36-45-480-16,26 40-112 0,-26-40-16 0,23 47 0 15,-23-47-160-15,19 50-32 0,-19-50-16 0,14 46 0 16,-14-46-176-16,8 44 192 0,-8-44-192 0,1 38 192 15,-2-21-192-15,-4 0 0 0,0-1 0 0,-4 1 128 16,1-1-128-16,-2 1 0 0,-1-1 0 0,-2-1 128 16,-1-1-128-16,-2 0 0 0,-2-2 0 0,0 2-10272 15,-1-2-1968-15</inkml:trace>
  <inkml:trace contextRef="#ctx0" brushRef="#br0" timeOffset="31583.31">8587 10796 3679 0,'-1'-2'320'0,"0"2"-320"16,1 0 0-16,0 0 0 15,0 0 1600-15,0-1 240 16,0 0 48-16,-1 1 16 0,1-2 736 0,1-1 160 0,2 1 16 0,1 1 16 16,1-1-640-16,1 0-128 0,1 0-16 0,2-1-16 15,2 3-880-15,0-2-192 0,2 0-16 0,1 1-16 16,-14 1-528-16,29-2-96 0,-13 2-32 0,0-1 0 0,-16 1-272 15,30 0 0-15,-30 0 0 0,26 0 0 0,-14 0 0 0,-2 0 0 16,-10 0-128-16,0 0-9424 16,31 3-1888-16</inkml:trace>
  <inkml:trace contextRef="#ctx0" brushRef="#br0" timeOffset="33738.58">9509 10601 1839 0,'-1'0'160'0,"1"0"-160"16,0 0 0-16,0 0 0 16,0 0 752-16,-1 0 112 0,1 1 32 0,-1-1 0 0,-1 0 704 0,1 0 128 15,0 0 48-15,0 0 0 0,1 0 80 0,-1 0 0 16,0 0 16-16,1 0 0 0,0 0-176 0,1-1-32 0,-1 1-16 0,0 0 0 16,0 0-432-16,0 0-96 0,1 0-16 0,0 0 0 15,0 0-240-15,1 0-48 0,1 0-16 0,1 0 0 16,1-1-160-16,2 1-16 15,2-3-16-15,1 1 0 0,1-1-160 0,2 0-16 16,2 0-16-16,0 0 0 0,-1 1-224 0,-1-1-32 16,1 1-16-16,1 0 0 0,-2 0-144 0,1 1 0 0,-2-1 0 0,0 2 0 15,-1-2 0-15,-3 2 0 0,-1 0-160 0,0 2 160 16,-3-2-1120-16,-3 0-128 0,0 0-32 0,-2 2-8288 16,-3 1-1664-16</inkml:trace>
  <inkml:trace contextRef="#ctx0" brushRef="#br0" timeOffset="34043.97">9552 10631 4367 0,'-2'-3'0'0,"0"-1"176"0,1 1-48 0,0 1 16 0,1 1-144 0,1 1 0 0,0 0 0 0,-1-2 0 16,1 0 2080-16,0 2 384 0,0-2 80 0,-1 2 16 16,1 3-112-16,-1 3-16 0,-1 1 0 0,0 3 0 15,-1 2-624-15,-2 2-128 0,0 2-16 0,-1 1-16 16,0 2-1008-16,-2-3-208 0,1 4-48 0,0-4 0 15,-1 3-256-15,2-2-128 0,-1-1 128 0,1-1-128 16,0 1 192-16,1-1-64 0,0 1 0 0,3-2 0 16,1-14 112-16,0 26 16 0,0-26 0 0,0 0 0 0,0 0-64 15,17 43 0-15,-17-43 0 0,0 0 0 0,0 0-192 0,40 29 0 16,-40-29 0-16,0 0 0 0,38 9 0 0,-38-9 0 16,29 0 0-16,-29 0 0 0,29 0-256 15,-16-3-64-15,-1 1 0 0,0 0 0 16,-1-1-544-16,-2-2-112 0,-1 2-32 0,-1 0 0 15,-2-2-512-15,-1 2-96 0,-1-1-32 0,-1 1-5392 16,-1-1-1088-16</inkml:trace>
  <inkml:trace contextRef="#ctx0" brushRef="#br0" timeOffset="34265.27">9502 10837 6447 0,'-3'-3'576'0,"3"1"-576"0,0 1 0 0,0 0 0 15,2 1 1424-15,0-3 176 16,0-1 48-16,2 0 0 0,2-2 608 0,3-1 128 0,2-2 32 0,0 4 0 16,2 0-448-16,0 2-96 0,3 1-16 0,-2 0 0 15,-14 2-880-15,35 0-176 0,-35 0-32 0,32 0-16 16,-32 0-544-16,33 0-208 0,-33 0 176 0,31 0-176 16,-31 0-512-16,32 0-192 0,-17-2-32 0,-1-3-12192 15</inkml:trace>
  <inkml:trace contextRef="#ctx0" brushRef="#br0" timeOffset="34519.43">10029 10607 5519 0,'0'-3'496'0,"0"1"-496"16,1 2 0-16,-1 0 0 15,-1-1 2176-15,0 0 352 0,1 1 64 0,-2-3 16 0,0 1 64 0,-1-1 16 16,-2 3 0-16,0 3 0 0,-1-1-832 0,-1 5-144 0,-2 1-48 0,-1 2 0 15,1 3-752-15,-2 2-144 0,0 3-48 0,1 2 0 16,2 1-240-16,-1-1-48 16,3 1-16-16,0-1 0 0,3 2-128 0,1-3-32 0,2-19 0 0,-1 34 0 15,1-34-112-15,0 0-16 16,8 39-128-16,-8-39 192 0,0 0-192 0,31 45 0 16,-31-45 0-16,0 0 0 0,32 30-320 0,-32-30-96 0,0 0-32 15,0 0-9936-15,46 15-2000 0</inkml:trace>
  <inkml:trace contextRef="#ctx0" brushRef="#br0" timeOffset="34787.78">10213 10640 9215 0,'-3'-2'400'0,"1"0"96"0,0 1-496 0,1-1 0 0,1 2 0 0,0 0 0 16,0 0 2064-16,1-2 320 0,0 1 64 0,2-1 16 0,1 1-304 0,2 0-64 0,2-3-16 0,1 3 0 16,-9 1-672-16,24-3-144 0,-24 3-32 0,29-2 0 15,-14 0-528-15,-15 2-96 0,35-2-32 0,-17-1 0 32,0 3-384-32,1-2-192 0,1-1 160 0,-2 1-160 0,-1 0 128 0,1 0-128 15,-1 1 0-15,0-3 0 0,-1 1 0 0,-1 1 0 0,-1-2 0 16,-1 1 0-16,0 0-928 0,-1-1-176 0</inkml:trace>
  <inkml:trace contextRef="#ctx0" brushRef="#br0" timeOffset="35027.11">10532 10621 8287 0,'-2'-2'368'0,"0"1"80"0,1 1-448 0,0-2 0 15,0 2 0-15,0 0 0 0,0 2 1584 0,0-2 224 16,-3 3 48-16,-1 0 16 0,0 1-16 0,-2 4 0 16,0 1 0-16,-1 0 0 0,2 3-336 0,-2 1-80 15,2 0-16-15,-2 4 0 0,1-2-480 0,-1 1-112 16,-1 0 0-16,1 1-16 0,0 2 608 0,-2-3 128 0,2 1 32 0,0-2 0 31,0-1-1824-31,0 2-352 0,0 0-80 0,-1-1-16 0,1-1 288 0,0-2 48 0,3-3 16 0,-1-1-9248 16,3-2-1840-16</inkml:trace>
  <inkml:trace contextRef="#ctx0" brushRef="#br0" timeOffset="35261.69">10325 10666 9215 0,'2'-4'400'0,"-1"1"96"0,0 1-496 0,0 2 0 0,0 2 0 0,0-2 0 0,1 3 2272 0,-2-3 352 15,0 0 80-15,0 0 16 0,21 37-272 0,-21-37-48 16,0 0-16-16,28 50 0 0,-28-50-752 0,0 0-160 16,34 45-16-16,-34-45-16 0,0 0-608 0,38 38-112 15,-38-38-16-15,0 0-16 0,36 40-448 0,-36-40-96 16,0 0-16-16,27 40 0 16,-27-40-432-16,0 0-80 0,17 36-32 0,-17-36-9920 15,0 0-1984-15</inkml:trace>
  <inkml:trace contextRef="#ctx0" brushRef="#br0" timeOffset="35469.8">10260 10991 15663 0,'0'2'688'16,"1"-1"144"-16,0 1-656 0,1-2-176 0,0 0 0 0,0 0 0 15,2-2 1520-15,3 1 272 0,-7 1 48 0,27-5 16 16,-6 1 112-16,2-3 16 0,1 2 16 0,1-4 0 0,2 2-752 0,-1 1-160 15,2 2-16-15,-1-1-16 0,-2 1-720 0,0 3-144 16,-1-1-16-16,1 2-16 31,-25 0-608-31,46-1-112 0,-46 1-16 0,41-1-13920 0</inkml:trace>
  <inkml:trace contextRef="#ctx0" brushRef="#br0" timeOffset="35753.4">10839 10510 13823 0,'0'-5'1216'0,"0"2"-960"0,1 1-256 0,0 2 0 15,0 0 1984-15,0 0 368 0,1 2 64 0,2 1 16 16,-4-3 64-16,0 0 0 0,28 33 16 0,-28-33 0 15,24 45-1264-15,-24-45-256 0,23 59-48 0,-23-59-16 16,19 64-288-16,-19-64-64 0,14 64-16 0,-14-64 0 0,6 60-288 0,-7-32-48 16,-3-2-16-16,-2 2 0 0,-3-1-208 0,-4-3 0 15,-1 1 0-15,-3-3 0 16,-1-1-1072-16,0-2-144 16</inkml:trace>
  <inkml:trace contextRef="#ctx0" brushRef="#br0" timeOffset="37649.99">9395 10441 7359 0,'0'-3'656'0,"0"0"-528"16,0 2-128-16,0-1 0 0,-1 2 1136 0,1-1 192 0,-1-1 32 0,0-3 16 15,-1 1 336-15,1-1 64 0,-1 0 16 0,0 1 0 16,1 3-416-16,-1-1-80 0,1 0-16 0,0 2 0 16,0-1-448-16,-1 1-112 0,0 0-16 0,0 0 0 15,1 0-80-15,-2 0-32 0,0 0 0 16,0 1 0-16,0 1-80 0,1-2-32 16,-1 0 0-16,0 2 0 0,0-2-96 0,0 1-32 0,1 1 0 0,-1-1 0 15,0 0-32-15,0-1 0 0,1 2 0 0,-1-1 0 16,0 1-64-16,0-2 0 0,0 0-16 0,2 0 0 0,-1 0 16 0,0 0 0 15,0 0 0-15,0-2 0 16,0 1-16-16,0 1 0 0,2-2 0 0,-1 1 0 0,1 0 0 16,-1-2 0-16,1-1 0 0,-1 1 0 0,0 1-32 0,1 0 0 15,-1-3 0-15,0 2 0 0,1 1-16 0,-1-3 0 16,0 1 0-16,0 1 0 0,0 2-16 0,0 0-16 16,-1-1 0-16,2 1 0 0,-1 2-160 0,-1-1 0 15,1 2 144-15,0 0-144 0,-1 0 0 0,0 1 0 16,1 2 0-16,-1-2 0 0,1 1 0 0,1 1 0 0,-1-1 0 0,0-1 0 15,1 2 0 1,0-1 0-16,0-1 0 0,0 2 0 0,0 1 0 0,1-1 0 16,0 4 0-16,-1 1-128 0,1 2 128 15,-1-12 0-15,4 30 0 0,-4-30 0 16,7 43 0-16,-7-43 0 0,8 53 0 0,-8-53 0 0,9 59 0 0,-5-28 0 16,0-1 0-16,-2 1 0 0,1 0 0 0,-1 0 0 15,-1-3 0-15,-1-28-128 0,2 38-256 0,-2-38-64 16,1 36 0-16,-1-36 0 15,1 33-96-15,-1-33-32 0,0 0 0 0,1 36 0 0,-1-36 576 0,0 0 0 0,0 0 0 0,0 0 0 16,0 0 0-16,0 0 0 0,0 0 0 0,0 0 0 16,0 0 0-16,22 35 0 15,-22-35 0-15,0 0 0 0,0 0 128 0,0 0-128 0,0 0 0 0,34 31 0 16,-34-31 0-16,0 0 0 0,0 0 0 0,33 33 0 16,-33-33 0-16,0 0 0 15,0 0 0-15,36 31 0 16,-36-31-1072-16,0 0-208 0,43 10-32 0,-29-13-12512 0</inkml:trace>
  <inkml:trace contextRef="#ctx0" brushRef="#br0" timeOffset="38366.27">11101 10365 7359 0,'-4'0'656'0,"2"0"-528"16,0 0-128-16,1 0 0 16,1 0 1056-16,-2-2 176 0,-1 1 48 0,-2 1 0 15,-1-2 640-15,1 2 128 0,1-2 16 0,1 0 16 0,2 0-224 0,1 1-64 16,1-1 0-16,1 0 0 0,2 1-416 0,1-1-96 15,1 0 0-15,1 0-16 0,1 1-528 0,0-1-96 16,1 2-32-16,1-3 0 0,1 3-288 0,-1 0-64 16,0-2-16-16,0 2 0 15,-1 0-240-15,1 0 0 0,-3 0 0 0,0 2 0 16,-3-2 0-16,0 1 0 0,-2 1 0 0,0 0 0 0,-2-2 0 0,-1 3 0 16,0-1 0-16,-1 0 0 0,0 1 0 0,-1 2 0 15,1 1 0-15,-2-1 0 0,1 0 0 0,-1 3 0 0,1 0 0 0,-1 1 0 16,1-1 0-16,1 0 176 15,1 3-48-15,0-1-128 0,1 0 176 0,0-10-176 16,0 0 160-16,0 35-160 0,0-35 0 16,0 0 0-16,3 40 0 0,-3-40 0 0,9 35 0 0,-9-35 128 0,8 36-128 0,-8-36 0 15,10 41 0-15,-10-41 0 0,11 47 0 0,-11-47 0 16,12 42 0-16,-12-42 0 0,11 43 0 0,-11-43 0 16,11 43 128-16,-11-43-128 0,8 40 0 0,-8-40 0 15,7 36 0-15,-7-36 128 16,2 30-128-16,-2-30 0 0,0 27 0 0,0-27 0 15,-3 23 0-15,-2-13 0 0,0 0 224 0,0-1 48 0,-1-2 16 0,-3 0 0 0,0 0 160 0,-2 0 48 16,-1 0 0-16,-2-2 0 0,1 0-208 0,-4 2-32 16,-1-2-16-16,0 0 0 0,-2 0-240 0,2-1 0 15,0 3 0-15,1-4 0 16,2-1-896 0,1-1-192-16</inkml:trace>
  <inkml:trace contextRef="#ctx0" brushRef="#br0" timeOffset="38856.85">11466 10223 16575 0,'1'-5'736'0,"1"3"160"0,1 0-720 16,-1 1-176-16,-1 1 0 0,1 0 0 0,0 0 1520 0,2 0 272 15,3 0 48-15,2 0 16 0,-9 0 64 0,23 0 0 16,-23 0 16-16,26 1 0 0,-26-1-656 0,27 0-144 15,-27 0-32-15,27-1 0 0,-13 1-608 0,-1-2-128 16,-13 2-32-16,25-2 0 0,-25 2-336 0,0 0 144 16,29 4-144-16,-29-4 0 0,0 0 0 0,0 0 0 15,0 0 0-15,0 0 0 0,0 0 0 0,15 36 0 16,-18-27 0-16,-3 1 0 0,-2 0 0 0,-1 1 0 0,1 1 0 16,0 0 0-16,0 0 0 0,1-1 0 0,1-2 0 0,3-1 0 15,0-3 0-15,1 2 128 0,3-2-128 0,-1-5 160 16,0 0-160-16,0 0 128 15,0 0-128-15,36 14 128 0,-21-16-128 0,2-3 0 0,-2 2 144 0,5-1-144 16,2-1 0-16,2 0 0 0,-1 3 0 0,1-3-16064 16</inkml:trace>
  <inkml:trace contextRef="#ctx0" brushRef="#br0" timeOffset="39575.83">7334 10706 11055 0,'-1'-2'976'16,"1"0"-784"-16,0 2-192 15,1-2 0-15,0 1 1472 0,0 1 256 0,1-4 64 0,0 1 0 0,4-4-16 0,1 2 0 16,0-2 0-16,2 2 0 0,1 1-416 0,1 1-80 16,-11 3 0-16,0 0-16 15,0 0-464-15,40 7-96 0,-40-7 0 16,0 0-16-16,0 0-448 0,42 22-96 15,-42-22-16-15,0 0 0 0,0 0-256 0,38 21-64 16,-38-21-16-16,0 0 0 0,0 0-1584 0,0 0-304 0</inkml:trace>
  <inkml:trace contextRef="#ctx0" brushRef="#br0" timeOffset="39886.08">7264 11065 1839 0,'-1'2'160'16,"-1"0"-160"-16,1-1 0 0,0-1 0 15,0 0 1216-15,-1 0 224 0,-1 2 32 0,-2 0 16 0,-1 0 1296 0,1 0 256 16,0-1 48-16,2 1 16 0,1 1-656 0,2-1-128 15,0 0-16-15,1 3-16 0,2 0-960 0,-3-5-192 16,0 0-48-16,0 0 0 0,0 0-320 0,33 30-80 0,-33-30-16 0,0 0 0 16,43 15-96-16,-43-15 0 0,37 3-16 0,-37-3 0 15,47-1-48-15,-47 1-16 0,51 0 0 0,-51 0 0 16,59-3-368-16,-28 3-128 0,3-2 0 0,-3 1 144 16,-1-2-320-16,-3 0-64 0,1-2-16 0,-3-1-15888 15</inkml:trace>
  <inkml:trace contextRef="#ctx0" brushRef="#br0" timeOffset="40779.16">7121 8607 8287 0,'-1'0'736'0,"0"0"-592"16,1 0-144-16,0 0 0 0,0 0 1408 0,0-1 240 15,-1 1 48-15,0 0 16 0,1 0 400 0,0 0 64 16,0 0 32-16,1 1 0 0,1 0-448 0,1 2-96 16,0 1 0-16,3 1-16 0,-6-5-608 0,0 0-112 0,0 0-32 0,44 19 0 15,-44-19-448-15,36 9-80 16,-36-9-32-16,43 8 0 0,-43-8-208 0,46 3-128 0,-20-2 160 0,0-1-160 16,-2 0 0-16,-24 0 0 0,44 0 0 0,-44 0 0 15,38 3-624 1,-38-3-112-16,31 3-32 0,-31-3-13104 0</inkml:trace>
  <inkml:trace contextRef="#ctx0" brushRef="#br0" timeOffset="41029.74">7253 8893 12895 0,'-4'-1'576'0,"1"-1"112"15,0 1-560-15,1 0-128 0,1 1 0 0,1 0 0 0,0 0 1808 0,-1-2 336 16,1 2 64-16,-1 0 16 0,2 0-272 0,0-2-48 16,2 4-16-16,1-2 0 0,0 2-624 0,2-2-128 15,2 1-32-15,2-1 0 0,1 0-320 0,0 0-64 0,3-1-16 0,-14 1 0 16,32 0-64-16,-13 0-32 16,-19 0 0-16,40 0 0 0,-18-2-416 0,-22 2-64 0,47 0-128 0,-23 0-10768 31,2 0-2256-31</inkml:trace>
  <inkml:trace contextRef="#ctx0" brushRef="#br0" timeOffset="43253.38">11217 8378 10127 0,'-2'0'896'0,"0"0"-704"15,1 0-192-15,1 0 0 0,0 0 1200 0,-1 0 208 16,-1-1 32-16,0 0 16 0,0 1 512 0,0-2 96 16,2 2 32-16,1-3 0 0,2 3-464 0,2-2-96 15,3 1 0-15,1-1-16 0,2 1-544 0,2 0-96 0,2 1-32 0,0 0 0 16,-15 0-288-16,32 2-64 0,-32-2-16 0,34 5 0 15,-34-5-352-15,32 9-128 0,-32-9 0 0,0 0 144 32,43 17-144-32,-43-17 0 0,0 0 0 0,39 12 0 0,-39-12-960 0,0 0-80 0,35 5-16 15,-26-5 0 1,1 1-1040-16,-4 0-208 0,1 1-32 0,-3-2-8368 0</inkml:trace>
  <inkml:trace contextRef="#ctx0" brushRef="#br0" timeOffset="43509.44">11217 8700 5519 0,'-9'5'240'0,"2"-2"64"0,2-1-304 0,1 0 0 15,1-2 0-15,1 1 0 0,1 1 1360 0,-3 1 224 0,-3 1 32 0,0 1 16 16,-1 2-240-16,2-2-48 15,0 0-16-15,3-1 0 0,0 1-176 0,2-2-48 0,1-1 0 0,1 0 0 0,1 0-16 0,2-2 0 0,0 0 0 0,3 0 0 32,0-2 320-32,2 0 64 0,4-1 16 0,1-1 0 15,3 1-64-15,1-2-16 0,4 1 0 0,0 1 0 16,2-1-672-16,2-1-144 0,2 2-16 0,0-1-16 16,1 1-560-16,-2-2 0 0,0 2 0 0,-3-1 0 15,-1 2-688-15,-1-3-192 16</inkml:trace>
  <inkml:trace contextRef="#ctx0" brushRef="#br0" timeOffset="45314.1">13661 8250 9215 0,'0'0'816'16,"-1"2"-656"-16,1-2-160 0,0 0 0 15,0 0 960-15,0 1 144 0,-1 1 48 0,0 0 0 0,0 1-64 0,-1 1-16 16,1-1 0-16,-1 2 0 0,2-2-608 0,-2 0-112 15,1 0-32-15,0 0 0 0,0 0-320 0,1-2 0 16,-1 1 0-16,1-2 0 0,0 0 160 0,1 1 64 16,0-2 16-16,0 1 0 0,2 0 720 0,-2-2 160 0,3 2 32 0,1-2 0 15,0 2 96-15,3-3 32 0,-1 3 0 0,1-2 0 16,1-1-320-16,1 1-48 0,3 0-16 0,3 0 0 16,-1-1-448-16,1 1-112 0,0 0-16 0,0 0 0 15,0 1-320-15,-2 1 144 0,-1-2-144 0,-1 2 0 16,0 2 0-16,-12-2 0 0,0 0 0 0,28 7 0 15,-28-7-1472-15,0 0-208 0</inkml:trace>
  <inkml:trace contextRef="#ctx0" brushRef="#br0" timeOffset="45614">13617 8618 8287 0,'0'2'368'0,"0"-2"80"0,1 0-448 0,0 0 0 0,1 0 0 0,1 0 0 0,-1-2 1856 0,3 2 304 0,3-3 48 15,5-1 16-15,1 1 64 0,3-2 16 16,1 0 0-16,0 1 0 0,2-1-672 0,-1 1-128 0,3 1-32 0,-2 1 0 16,1 0-864-16,-1 1-176 15,0 1-48-15,-20 0 0 0,40 1-384 0,-40-1-144 16,39 4 0-16,-39-4-13616 0</inkml:trace>
  <inkml:trace contextRef="#ctx0" brushRef="#br0" timeOffset="46704.88">13638 5708 7359 0,'0'0'656'0,"0"-2"-528"15,1 2-128-15,-1 0 0 0,0 0 1040 0,0 0 176 0,0 0 48 16,0-1 0-16,0 1 96 0,1 0 32 16,-1-1 0-16,0 1 0 0,1 0-336 0,-1 1-64 0,1 0-16 0,-1-1 0 15,1 2-16-15,0-1 0 16,0-1 0-16,2 2 0 0,0-2 128 0,1 2 0 16,2-2 16-16,1 0 0 0,1 0-176 0,2 0-32 0,1 0-16 0,2 0 0 15,3 0-496-15,-1 0-80 16,3 0-32-16,0 0 0 0,1 0-272 0,0-2 0 15,-2 2 0-15,0 2 0 16,-1-2-320-16,-1 0-160 0,0 1-32 0,-3 1-16 16,1 0-1280-16,-13-2-256 0,0 0-48 0,0 0-9184 15</inkml:trace>
  <inkml:trace contextRef="#ctx0" brushRef="#br0" timeOffset="46997.12">13711 6019 6447 0,'-2'1'576'0,"1"-1"-576"0,1 2 0 0,0-2 0 16,1 0 1824-16,0 0 256 0,0 0 48 0,0 2 16 15,2-2 112-15,0 2 32 0,2 0 0 0,1-1 0 16,-6-1-864-16,0 0-160 0,0 0-48 0,34 9 0 16,-23-7-208-16,-11-2-48 0,27 3-16 0,-10-1 0 0,-1-1-432 0,4 1-96 15,0-2-16-15,1 0 0 16,2 0-400-16,1 0 0 0,1-2 0 0,1-1-13968 16</inkml:trace>
  <inkml:trace contextRef="#ctx0" brushRef="#br0" timeOffset="49143.64">6945 5900 911 0,'-1'-2'0'0,"0"1"0"15,1 0 0-15,1 1 0 0,-1 0 848 0,-1 0 96 16,1-3 16-16,-1 1 0 0,-1-1-192 0,2 0-16 16,0 2-16-16,0-3 0 0,0 3-112 0,0-1-32 0,1 0 0 0,0 1 0 15,0-1 32-15,0 2 0 0,1 0 0 0,-1-2 0 16,1 2 112-16,-1-2 32 0,2 1 0 0,-1 1 0 15,0-2 400-15,1 2 96 16,2-2 16-16,0 1 0 0,2 1 48 0,1-2 16 0,2 2 0 0,2 0 0 16,0 0-448-16,1 0-96 0,1 0-16 0,-1 0 0 15,3 2-560-15,-1-2-224 0,1 1 176 16,-2-1-176-16,1 2 0 0,-2-2 0 0,-1 0 0 0,-1-2 0 16,0 1-704-16,-2 1-176 0,-1 0-32 0,-3 0-10016 15</inkml:trace>
  <inkml:trace contextRef="#ctx0" brushRef="#br0" timeOffset="49464.72">6893 6299 16575 0,'-2'0'1472'16,"0"2"-1168"-16,1-1-304 0,1 1 0 16,0-2 576-16,0 2 48 0,-1 0 16 0,-1 0 0 0,0 4 32 0,0-2 16 15,2 1 0-15,2 0 0 0,1-1-48 0,1-1 0 16,2-1 0-16,2 1 0 0,2-1 192 0,2-2 48 15,5 1 0-15,0 0 0 0,0-1-16 0,2 0 0 16,5 0 0-16,2-1 0 0,-2 1-416 0,3-1-96 0,6 1-16 0,-1-4-9408 16,2 3-1872-16</inkml:trace>
  <inkml:trace contextRef="#ctx0" brushRef="#br0" timeOffset="51064.95">11314 5616 5519 0,'3'-2'496'0,"0"2"-496"15,1-2 0-15,-1 1 0 0,1 1 1008 0,0-2 96 16,1 2 32-16,5-3 0 0,5 1 368 0,6-3 80 16,5 0 16-16,2-1 0 0,0-1-656 0,0 2-128 0,1 0-32 0,-2 0 0 15,-2 3-208-15,-2 0-64 16,-1 0 0-16,0 1 0 0,-2 2-208 0,-1-1-48 15,-4 2-16-15,0-2 0 0,-3 0-496 0,-2 2-80 16,-2-2-32-16,-3 2-8560 0</inkml:trace>
  <inkml:trace contextRef="#ctx0" brushRef="#br0" timeOffset="51281.51">11299 5901 8287 0,'-2'2'736'0,"2"0"-592"16,1 1-144-16,0-3 0 16,0 2 1280-16,0 0 240 0,2 3 32 0,-3-5 16 0,0 0 96 0,0 0 32 15,37 33 0-15,-37-33 0 0,0 0-608 0,47 22-128 0,-47-22-32 0,40 9 0 16,-40-9-208-16,43 5-32 0,-23-5-16 16,0-2 0-16,1-1-416 0,2-2-96 15,-1 3-16-15,-1-3-11760 0</inkml:trace>
  <inkml:trace contextRef="#ctx0" brushRef="#br1" timeOffset="79376.51">10563 9440 4607 0,'-3'1'400'0,"2"-2"-400"0,0 1 0 0,1 0 0 0,0 0 1408 0,0 1 192 16,1-1 32-16,-1 0 16 0,1-1-240 0,-1 1-64 15,3 0 0-15,-1 0 0 0,2-1-64 0,0 0-32 16,-1 1 0-16,3 0 0 0,1 0-16 0,1-2 0 0,-8 2 0 0,0 0 0 16,29-5-400-16,-17 3-64 0,-12 2-32 0,31-4 0 15,-31 4-480-15,33-3-80 0,-33 3-32 0,29-2 0 32,-29 2-784-32,0 0-144 0,38 8-48 0,-38-8-10544 0</inkml:trace>
  <inkml:trace contextRef="#ctx0" brushRef="#br1" timeOffset="79630.44">10536 9708 15663 0,'-1'0'688'0,"0"0"144"0,1 0-656 0,0 0-176 0,1 0 0 0,0 0 0 16,1 0 1360-16,1 2 240 0,1 1 64 0,-4-3 0 0,0 0-112 0,0 0-16 16,39 21 0-16,-39-21 0 0,0 0-624 0,39 19-128 15,-39-19-16-15,0 0-16 0,0 0-448 0,47 17-96 16,-47-17-16-16,0 0 0 0,50 10-192 0,-50-10-256 0,38 2 48 0,-38-2-13200 16</inkml:trace>
  <inkml:trace contextRef="#ctx0" brushRef="#br1" timeOffset="80755.47">10943 6915 5519 0,'0'-2'496'0,"0"0"-496"0,0 1 0 0,1 1 0 0,0 0 1360 0,0-2 176 15,0 1 48-15,2-2 0 0,2-2 464 0,1 1 80 16,2-2 32-16,0 2 0 15,0 1-464-15,1 1-96 0,0 0 0 0,0 1-16 16,0 1-560-16,1 1-128 0,-10-1 0 0,0 0-16 0,33 2-560 0,-33-2-128 16,0 0 0-16,43 7-16 0,-43-7-176 0,32 2-176 15,-32-2 48-15,33-5 0 16,-19 2-1216-16,2-1-256 0,0-1-32 0,0 1-5680 16,0-1-1136-16</inkml:trace>
  <inkml:trace contextRef="#ctx0" brushRef="#br1" timeOffset="80978.71">10959 7227 6447 0,'-3'0'576'0,"1"0"-576"0,1 0 0 0,2 0 0 15,1-1 2000-15,0 1 304 16,2-2 48-16,2 0 16 0,2 1 576 0,6-4 112 0,3 1 16 0,4-4 16 0,2 2-1536 0,3-3-304 15,1-1-64-15,2 2-16 16,0-1-608-16,2-1-128 0,2 3-32 0,1 0 0 0,-2 2-640 0,-1 3-128 31,-1 0-16-31,-30 2-13328 0</inkml:trace>
  <inkml:trace contextRef="#ctx0" brushRef="#br1" timeOffset="82776.32">18253 4812 4607 0,'-2'0'400'0,"-1"-1"-400"0,0 0 0 0,1 1 0 0,1 0 0 0,0 0 0 16,0 0 0-16,0 0 0 0,-2-2 0 0,-1 2 0 15,-1 0 560-15,0 0 80 0,-1 0 0 0,1 0 16 16,0 0 240-16,0 2 64 0,2-2 0 0,0 1 0 16,0 0 80-16,1-1 16 0,2 0 0 0,1 0 16 15,2 0 128-15,2 0 16 0,1-1 16 0,3-2 0 16,2 0 64-16,1-2 16 0,3 1 0 0,3-3 16 0,2 2-560 16,0-3-96-16,1 2-32 0,0 1 16 0,-4 0-656 15,0 1 0-15,0 1-128 0,-2 3 128 16,-1 0-1344-16,-2 0-160 0</inkml:trace>
  <inkml:trace contextRef="#ctx0" brushRef="#br1" timeOffset="82981.66">18201 5009 7423 0,'6'0'160'0,"-2"0"32"0,0 1 16 0,0 0 0 0,0-1-208 0,-1 0 0 16,0 1 0-16,4 1 0 0,3-2 1776 0,5 2 304 16,-15-2 64-16,39 5 16 0,-18-3-736 0,0 1-144 0,3-1-16 0,1-2-16 15,1 2-704-15,0-2-144 0,1 0-16 0,-1 0-9520 16</inkml:trace>
  <inkml:trace contextRef="#ctx0" brushRef="#br1" timeOffset="84487.32">24560 4767 4607 0,'2'-2'400'0,"-1"2"-400"0,-1-2 0 0,0 2 0 15,0 0 976-15,1-1 112 0,1-1 32 0,2 0 0 16,1-3 544-16,0 0 128 16,1-2 0-16,-2 0 16 0,2 0-16 0,-1 1 0 0,-1-2 0 15,2 3 0-15,-1-4-336 0,2 4-80 0,1 0-16 0,1 0 0 16,1 1-592-16,1 1-128 15,2 0-32-15,3 2 0 0,0 0-480 0,4 2-128 0,-1 0 0 0,0 2 0 16,-4 0-512-16,-1-1-192 0,-1 3-16 0</inkml:trace>
  <inkml:trace contextRef="#ctx0" brushRef="#br1" timeOffset="84629.82">24557 5002 16575 0,'44'-7'1472'0,"-17"2"-1168"0,-2 3-304 0,-9-1 0 0,-6 1 480 0,-3 2 32 16</inkml:trace>
</inkml:ink>
</file>

<file path=ppt/ink/ink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8:55:32.617"/>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747 6161 6447 0,'-3'-2'576'0,"2"2"-576"15,0-2 0-15,0 1 0 0,0 1 176 0,0 0-176 0,1 0 160 0,-1 0-160 16,-1-2 672-16,0 2 32 0,0 0 16 0,0-1 0 16,0 0 176-16,1 1 16 0,1-2 16 0,1 2 0 15,0-3-48-15,0 1-16 16,1-1 0-16,0 1 0 0,0 0-144 0,0-1-16 0,2-1-16 0,-1 1 0 0,1 1-80 0,0-3-16 15,0 2 0-15,-1 0 0 0,3-2-64 0,-1 2-16 16,0-2 0-16,0 3 0 16,0-1-48-16,0 3-16 0,0-2 0 0,0 2 0 15,1-2-128-15,-1 2-48 0,0 0 0 0,0 2 0 0,0-2-96 0,0 0-32 16,0 2 0-16,1-2 0 0,1 3-144 0,-2-3 160 16,1 2-160-16,0 0 160 0,0 1-32 0,-1 2 0 15,-5-5 0-15,0 0 0 0,0 0 0 0,32 36-128 16,-32-36 192-16,17 37-64 0,-17-37 176 0,15 40 16 0,-15-40 16 15,15 38 0-15,-15-38-64 0,15 36-16 0,-15-36 0 16,0 0 0-16,23 45-256 0,-23-45 0 0,0 0 0 0,0 0 0 31,0 0-704-31,0 0-128 0</inkml:trace>
  <inkml:trace contextRef="#ctx0" brushRef="#br0" timeOffset="207.65">1012 6092 8287 0,'-4'-9'736'0,"1"4"-592"0,1 1-144 0,1-1 0 0,0 3 896 0,0 2 128 31,-1 0 48-31,-1 2 0 0,-2 0 832 0,-3 1 160 0,-2 4 48 0,-3 4 0 0,-2 4-496 0,-3 5-80 31,1 3-32-31,-2 3 0 0,2 0-592 0,-2 0-112 0,2 1-32 0,0-2 0 0,2-3-576 0,2-4-192 16,4-3 0-16</inkml:trace>
  <inkml:trace contextRef="#ctx0" brushRef="#br0" timeOffset="1540.76">1605 6025 11055 0,'0'0'976'31,"1"0"-784"-31,0 0-192 0,-1 0 0 0,1 0 768 0,1 1 128 0,0-1 0 0,2 2 16 0,1-2 336 0,3 3 64 0,-8-3 16 0,0 0 0 16,0 0-112-16,47 15-32 0,-47-15 0 0,0 0 0 15,42 23-336-15,-42-23-64 0,0 0-16 16,42 29 0-16,-42-29-320 0,0 0-64 16,41 40 0-16,-41-40-16 0,0 0-368 0,32 36 144 0,-32-36-144 0,0 0 0 31,0 0 0-31,26 38 0 0,-26-38 0 0,0 0 0 16,0 0-832-16,0 0-64 0,0 0 0 0,14 35-10384 15</inkml:trace>
  <inkml:trace contextRef="#ctx0" brushRef="#br0" timeOffset="1752.14">1876 6051 7359 0,'-7'-1'656'0,"3"1"-528"16,0 1-128-16,1 0 0 0,1-1 896 0,-1 2 128 16,0 1 48-16,-1 0 0 0,-4 3 976 0,-3 2 192 15,-2 1 32-15,-1 3 16 0,0 0-816 0,0 0-176 16,0 0-16-16,1-1-16 0,2 1-304 0,1-2-64 15,0-3-16-15,2 1 0 0,1-1-480 0,1-1-80 0,3-1-32 16,-2 2 0-16,2-3-288 0,1 2 0 0,1 0-208 16,0-1 80-1,0 0-1424-15,0 0-288 0</inkml:trace>
  <inkml:trace contextRef="#ctx0" brushRef="#br0" timeOffset="2151.03">1905 5879 14735 0,'0'-2'640'0,"0"0"160"0,0 1-640 0,1-1-160 16,0 2 0-16,-1 0 0 0,2 0 1408 0,-1 0 240 15,3 0 48-15,1 0 16 0,2-1-400 0,1 1-80 16,-1 1-16-16,1-1 0 0,-8 0-272 0,0 0-64 15,0 0-16-15,0 0 0 0,43 10-352 0,-35-8-80 16,-2 0-16-16,0 0 0 0,-2 1-128 0,1-2-32 16,-1 3 0-16,-2-2 0 0,1 3-128 0,-2-2-128 15,-1 1 192-15,-1-2-192 0,-2 3 0 0,-1 0 0 16,-1-1 0-16,-1 1 0 0,-1-1 0 0,0 0 0 0,-4 1 0 0,2 1 0 16,1-1 0-16,-1 0 0 0,0-1 0 0,1 1 0 15,0 0 0-15,3 0 0 16,1-2 0-16,1 1 0 0,2-2 0 0,3 0 160 0,2 1-160 0,2-3 192 15,3-2 192-15,1 1 32 0,-1-1 16 0,2-2 0 16,3 1 208-16,1-2 64 0,0-1 0 0,1 1 0 16,1 0-416-16,-1 0-80 0,2 2-16 0,-1 1 0 15,-17 2-192-15,28-1 0 0,-28 1 0 0,0 0 0 16,37 9-256-16,-37-9-160 16</inkml:trace>
  <inkml:trace contextRef="#ctx0" brushRef="#br0" timeOffset="3698.86">2707 5969 5519 0,'-1'-2'496'0,"0"2"-496"15,1-2 0-15,0 2 0 0,0 0 928 0,-1-1 96 0,1 1 0 0,-1-2 16 16,1 0 432-16,-1 0 96 15,1-1 16-15,0 0 0 0,0 3-176 0,0-2-48 0,0 2 0 0,0 2 0 16,0 1-144-16,0 2-48 0,0 4 0 0,0-2 0 16,0 3-96-16,0 2-32 0,0 3 0 0,0 5 0 15,0 4-400-15,0 2-64 0,0 3-32 0,0-1 0 16,-1 1-160-16,1-1-16 0,-1-2-16 0,1-5 0 16,1-2-192-16,0-4-32 0,-1-3-128 0,1-3 192 15,1-2-192-15,0-3 0 0,1-1-144 0,0-5-9136 16,1-1-1840-16</inkml:trace>
  <inkml:trace contextRef="#ctx0" brushRef="#br0" timeOffset="4014.71">2693 5977 911 0,'-3'-8'0'16,"2"1"0"-16,0 0 0 0,1 2 0 0,1 3 1440 0,-1 0 208 15,2-1 32-15,0-2 16 0,3-2 160 16,1-4 48-16,3-1 0 0,0 2 0 0,1 1 576 0,1 2 112 16,0 4 32-16,1-1 0 0,-12 4-944 0,0 0-176 0,0 0-32 0,40 11-16 15,-40-11-848-15,0 0-160 0,0 0-48 0,0 0 0 16,29 45-256-16,-26-37-144 0,-2 2 160 0,-1-1-160 16,-1 2 224-16,-3-1-48 0,0 1-16 0,-4 1 0 15,0 0 32-15,-2 0 0 0,-1 0 0 0,1-2 0 16,0-3-192-16,-2 2 0 0,-2 1 0 0,0-1 0 15,1-2 0-15,1 0 0 0,0 0 0 0,1-2 0 16,1 0 0-16,2-1-192 16,2-1 32-16,2-1-9120 0,1 1-1808 0</inkml:trace>
  <inkml:trace contextRef="#ctx0" brushRef="#br0" timeOffset="4362.68">3091 5967 10127 0,'1'-5'448'0,"-1"1"96"15,1-1-544-15,-1 2 0 0,0 2 0 0,0 0 0 0,-1 1 1024 0,0-2 112 16,-1-1 16-16,0 1 0 0,0-3 144 0,-3 4 48 0,1 0 0 0,0 1 0 16,-1 2 144-16,-1 0 48 0,1 1 0 0,-2 2 0 15,1-1 0-15,-2 4 0 0,2-2 0 0,-1 2 0 16,1 1-576-16,-1 3-96 16,2-3-32-16,-1 5 0 0,1 1-384 0,-1 2-96 0,2 1-16 0,1 4 0 15,1-1-176-15,2-2-32 0,0-19-128 0,6 34 192 16,-6-34-64-16,0 0 0 0,25 40-128 0,-25-40 192 15,0 0-192-15,0 0 0 0,49 28 0 0,-49-28 0 0,0 0-272 16,36 7 0 0,-36-7 0-16,0 0-15056 0</inkml:trace>
  <inkml:trace contextRef="#ctx0" brushRef="#br0" timeOffset="5386.7">3265 5941 3679 0,'-1'-2'320'0,"1"1"-320"0,0 1 0 0,-1 0 0 0,1 0 1008 0,-1 0 128 15,0 0 16-15,0-2 16 0,-1 2 288 0,-1-1 48 16,1 0 16-16,1 1 0 0,0 0 64 16,0-2 16-16,0 2 0 0,1 0 0 0,0 2-256 0,1-2-64 15,1 0 0-15,0 0 0 0,2 0-496 0,2-2-96 0,0 1-32 0,1-1 0 16,4-1-48-16,1 0-16 16,3 0 0-16,0 0 0 0,3 0-208 0,1 1-32 0,1 0-16 15,-20 2 0-15,36-2-80 0,-36 2-32 0,33 2 0 0,-33-2 0 16,0 0-224-16,42 3 0 0,-42-3 0 0,0 0 0 15,33 2 0 1,-25-3 0-16,1 0-192 0,0 0 192 0,-1-1-1232 16,-1-2-144-16,1 3-32 0,-3-3 0 15,0 3-1136-15,-1-1-224 0</inkml:trace>
  <inkml:trace contextRef="#ctx0" brushRef="#br0" timeOffset="5598.27">3558 5922 4367 0,'-1'-2'0'0,"0"2"176"0,0-2-48 0,1 1 16 15,-1 1-144-15,1 0 0 0,-1 0 0 0,0-2 0 0,0 2 1360 0,-1-1 240 32,-1 1 64-32,1 0 0 0,-1 1-320 0,-1 2-64 0,1 1-16 0,-1-2 0 15,0 5-176-15,-1-2-48 16,0 5 0-16,-1-1 0 0,2-2 176 0,-3 5 16 16,0 2 16-16,-3 5 0 0,0 0-352 0,-1 1-80 15,0 1-16-15,1 0 0 0,0-4-416 0,-1 1-96 16,3-1-16-16,1-3 0 0,0-2-272 0,2-2 0 15,1-1 0-15,0-4 0 16,3-1-1280-16,0-1-176 0</inkml:trace>
  <inkml:trace contextRef="#ctx0" brushRef="#br0" timeOffset="5822.51">3372 5910 12895 0,'1'-5'576'0,"-1"3"112"16,1 0-560-16,0 1-128 0,0 2 0 0,0 1 0 0,1 0 1536 16,-1 1 256-16,4 1 64 0,-5-4 16 15,0 0-16-15,0 0 0 0,28 40 0 0,-28-40 0 0,0 0-736 0,27 44-160 16,-27-44-16-16,0 0-16 0,25 47-352 0,-25-47-80 16,0 0-16-16,27 47 0 0,-27-47-288 0,0 0-64 15,24 41-128-15,-24-41 192 0,0 0-192 0,0 0-288 16,27 42 64-16,-27-42-13712 0</inkml:trace>
  <inkml:trace contextRef="#ctx0" brushRef="#br0" timeOffset="6102.96">3296 6252 5519 0,'-6'3'240'0,"3"-2"64"0,-1-1-304 0,1 2 0 0,2-2 0 0,0 0 0 16,0 0 1472-16,1 0 224 0,-2 1 48 0,0-1 16 15,0 2 576-15,2-2 112 0,1 0 32 0,2-2 0 16,1 1-496-16,4 1-80 0,0-2-32 0,-8 2 0 16,0 0-640-16,42 0-128 0,-42 0-16 0,35-2-16 15,-35 2-496-15,41 0-112 0,-41 0-16 0,43-5 0 0,-43 5-240 0,42-5-48 16,-42 5-16-16,35-7 0 15,-35 7-144-15,36-7-272 0,-20 5 64 0,1-3-14512 16</inkml:trace>
  <inkml:trace contextRef="#ctx0" brushRef="#br0" timeOffset="6465.77">3693 6077 7359 0,'-4'1'656'0,"2"-1"-528"0,1 0-128 0,0-1 0 0,1 1 672 0,0-1 96 15,1 1 32-15,-1 0 0 16,2-2 784-16,1-1 144 0,2-2 48 0,0 3 0 0,3 0-368 0,-1-1-64 16,2-1 0-16,2 3-16 15,-11 1 32-15,0 0 16 0,32-2 0 0,-32 2 0 0,0 0-752 0,37 2-160 16,-37-2-16-16,0 0-16 0,0 0-624 0,41 3-128 15</inkml:trace>
  <inkml:trace contextRef="#ctx0" brushRef="#br0" timeOffset="6715.98">3731 6171 8287 0,'-4'2'368'0,"1"1"80"0,2-1-448 0,0-1 0 0,1 0 0 0,1-1 0 15,0 0 1648-15,0 0 240 0,2 0 48 0,1 0 16 16,1 0 176-16,3-2 48 0,1 0 0 0,1-3 0 16,2 0-688-16,1 0-128 0,0 0-16 0,0-1-16 15,-1 3-688-15,1-2-128 0,0 1-16 16,-1 1-16-16,-1 1-480 0,-1-1-288 0,-10 3 32 0,0 0-12688 15</inkml:trace>
  <inkml:trace contextRef="#ctx0" brushRef="#br0" timeOffset="7504.6">4124 6057 1839 0,'-3'0'160'0,"2"2"-160"0,-1-1 0 15,0 1 0-15,1-2 2144 0,0 1 400 0,0 0 80 0,-2 1 0 16,1 1-192-16,-1 0-64 0,-1 2 0 0,1-2 0 16,1-2-336-16,1 1-80 0,2-2-16 0,0-2 0 15,1 1-768-15,1-3-144 0,2-1-48 0,-1-2 0 31,4 0-304-31,-1-2-64 0,0 1-16 0,2-1 0 16,-1 0-304-16,1-1-64 0,1 0-16 0,0-2 0 0,-1 3-208 0,0 2 128 0,-3 0-128 0,0 0 0 0,0 2 176 0,0-1-176 16,-2 3 192-16,1 0-192 0,-1 1 160 0,-2-1-160 31,2 3 128-31,-1 0-128 0,0 3 0 0,-1-1 0 0,1 3 0 0,0-1 0 0,0 2 0 0,0 0 0 16,-3-6 0-16,0 0 0 0,0 0 144 0,15 38-144 15,-15-38 160-15,0 0-160 0,22 46 192 0,-22-46-48 16,0 0-16-16,28 47 0 15,-28-47-128-15,0 0 160 16,34 35-160-16,-34-35 160 0,0 0-160 0,0 0 0 16,42 17 0-16,-42-17 0 0,0 0-272 0,26-7 64 15,-16 2 16-15,-1-2 0 16,-2-2-1600-16,1 0-320 0</inkml:trace>
  <inkml:trace contextRef="#ctx0" brushRef="#br0" timeOffset="7694.38">4478 5917 12895 0,'-7'-5'576'0,"1"1"112"0,2 2-560 0,0 2-128 0,1 2 0 0,1 0 0 16,-1 0 1536-16,-3 1 288 0,-4 4 48 0,-3 2 16 15,-3 6 576-15,-2 1 112 0,-2 4 32 0,1 1 0 16,0 2-1072-16,1-1-224 0,1 1-32 0,1-4-16 16,1 1-704-16,2-2-144 0,2-3-32 0,2-2 0 15,3-3-528-15,0 0-112 0,4-4-32 0,1-1-14992 16</inkml:trace>
  <inkml:trace contextRef="#ctx0" brushRef="#br0" timeOffset="8531.68">4623 5830 3679 0,'1'-1'320'0,"-1"0"-320"0,1 0 0 0,-1 1 0 0,1 0 1040 0,0 0 144 16,0-2 32-16,1 1 0 0,0-1 640 0,1 0 128 16,1 0 16-16,-1-1 16 0,0 1-304 0,1-1-64 15,0 3-16-15,0-2 0 16,-1 2-144-16,2 0-16 0,0 2-16 0,2 1 0 0,-7-3-240 0,0 0-64 16,0 0 0-16,0 0 0 0,39 33-320 0,-39-33-64 0,0 0 0 0,25 34-16 15,-25-34-240-15,0 0-64 0,19 37 0 0,-19-37 0 16,0 0-224-16,16 50-48 15,-16-50-16-15,7 38 0 0,-7-38-160 0,2 31 0 0,-3-15 0 0,-3 1 0 16,-2 0 0-16,-2-1 0 0,0 1 128 0,-3-1-128 16,-2-1 0-16,0 0 0 0,-2-1 0 0,0-2 0 15,0 1-320-15,-1-3-32 0</inkml:trace>
  <inkml:trace contextRef="#ctx0" brushRef="#br0" timeOffset="9375.06">5360 5844 5519 0,'0'-3'496'0,"1"3"-496"16,0 0 0-16,0-2 0 0,1 2 1120 0,0-2 128 0,2 1 32 0,1-2 0 16,4 0 512-16,2-2 96 0,1 2 32 0,1-1 0 15,0 1-400-15,1-1-80 0,0 1-16 0,0 1 0 16,2-1-448-16,-1-1-80 0,0 1-32 0,-15 3 0 15,26-2-560-15,-26 2-112 0,24-5-32 0,-15 2 0 16,0 1-480-16,-3 1-80 0,0 0-32 0,-3 1 0 16,0-2-1568-16,-3 4-320 0</inkml:trace>
  <inkml:trace contextRef="#ctx0" brushRef="#br0" timeOffset="9598.52">5465 5821 5519 0,'-2'-3'240'16,"1"1"64"-16,1 1-304 0,-1 1 0 0,1 0 0 0,0 0 0 0,0 0 1152 0,0 0 192 16,0 3 16-16,-1 0 16 15,1 3 320-15,0 3 64 0,-1 3 16 0,1 2 0 0,0 1-720 0,0 1-144 0,0 3-16 0,0 0-16 16,-1-1-336-16,1 0-64 16,-1 1-16-16,1 0 0 0,0 0 80 0,1 0 16 0,0 0 0 15,0-4 0-15,0-3-368 0,0-1-64 0,-1-11 0 0,0 0-128 31,0 0-560-31,6 33-208 0,-5-28-64 0,0-1-9056 16</inkml:trace>
  <inkml:trace contextRef="#ctx0" brushRef="#br0" timeOffset="9818.29">5424 6016 5519 0,'-1'-6'240'0,"0"3"64"0,1-1-304 0,0 3 0 15,0-1 0-15,0 2 0 0,1 0 1440 0,0-1 224 16,0 0 64-16,2 1 0 0,2-2 368 0,-1 1 80 16,3-1 0-16,0 0 16 0,3 1-304 0,0-2-64 15,3 0-16-15,2-2 0 0,-1 0-576 0,2 0-112 16,0-2-32-16,0 3 0 0,-2-1-640 0,0 1-144 0,-3-1-32 16,0 2 0-1,-2 0-864-15,0 0-176 0,0 2-48 0,-1-1-12176 0</inkml:trace>
  <inkml:trace contextRef="#ctx0" brushRef="#br0" timeOffset="10332.04">5893 5808 5519 0,'2'-4'496'0,"-1"1"-496"0,-1 0 0 0,0 0 0 15,0 2 864-15,0 1 80 0,0-2 16 0,0 0 0 16,0-1 704-16,0 0 160 0,-1 1 32 0,-1 0 0 15,-1 2-576-15,-1 0-128 0,1 3 0 0,-2 0-16 16,-1 3-112-16,1 0-32 0,-2 4 0 0,1 0 0 0,-1 2 176 0,2 2 48 16,-2 2 0-16,2 1 0 0,0 2-112 0,0-2-16 15,2 5 0-15,0-1 0 0,0 2-320 0,2-2-80 16,0-2-16-16,2-2 0 0,-1-17-416 0,0 0-96 16,14 42-16-16,-14-42 0 15,0 0-144-15,0 0 0 0,34 37-160 0,-34-37 160 16,0 0-1296-1,0 0-176-15</inkml:trace>
  <inkml:trace contextRef="#ctx0" brushRef="#br0" timeOffset="11050.16">5998 5932 3679 0,'-2'0'320'0,"1"-1"-320"0,0 1 0 0,0-2 0 15,1 2 928-15,0 0 112 0,0 0 32 0,0-2 0 16,-1 1 640-16,1-1 128 0,0 0 16 0,0 0 16 0,0-1-176 0,2-1-32 16,0 1-16-16,1-1 0 0,0 1-368 0,2-2-80 31,-1 3-16-31,3-5 0 0,2 2-320 0,1-4-64 16,-2 4-16-16,1-3 0 0,0 0-128 0,1 1-16 0,-2 1-16 0,0 1 0 0,0 2-192 0,-1 2-48 15,0 1 0-15,-1 0 0 0,-6 0 48 0,0 0 0 16,0 0 0-16,0 0 0 0,29 40-208 0,-29-40-32 15,0 0-16-15,16 43 0 16,-16-43 0-16,11 35 0 0,-11-35 0 0,10 34 0 0,-10-34-176 16,0 0 192-16,19 42-192 0,-19-42 192 0,0 0-192 0,0 0 0 0,27 38 0 15,-27-38 0 1,0 0-896-16,0 0-48 16,0 0-16-16,35 0 0 0,-30-4-1312 0,2-2-272 0</inkml:trace>
  <inkml:trace contextRef="#ctx0" brushRef="#br0" timeOffset="11224.24">6282 5841 11967 0,'-4'-2'528'0,"0"0"112"0,0 2-512 0,1 2-128 0,1-2 0 0,0 2 0 16,-1 1 1408-16,-3 1 256 0,-2 4 64 0,-3 1 0 0,-2 5 0 0,-2 0 16 15,0 3 0-15,1-1 0 0,1 2-288 0,-2 2-64 16,1 0-16-16,0-2 0 0,2 0-624 0,0 0-128 15,1-2-32-15,-1-1 0 0,3-1-400 0,2-2-64 16,0-2-128-16,4-1-9344 16,1-2-1952-16</inkml:trace>
  <inkml:trace contextRef="#ctx0" brushRef="#br0" timeOffset="11953.5">6471 5754 11055 0,'2'-2'976'0,"0"1"-784"15,0 1-192-15,0 0 0 0,0 0 1600 0,0 0 256 16,1 1 64-16,4 1 16 0,-7-2 688 0,0 0 128 16,0 0 16-16,46 21 16 0,-46-21-1104 15,0 0-208-15,37 35-64 0,-37-35 0 0,0 0-512 0,28 49-128 16,-28-49 0-16,11 34-16 0,-11-34-368 0,3 36-64 16,-5-15 0-16,-2 1-16 0,-3 2-304 0,-3-1 160 15,0-2-160-15,-5 3 128 0,-3 0-128 0,-3 2 0 16,-2 0 0-16,-3-1-10976 0,-1 1-2224 0</inkml:trace>
  <inkml:trace contextRef="#ctx0" brushRef="#br0" timeOffset="14658.43">872 6626 7359 0,'-2'0'656'0,"0"0"-528"0,1 0-128 0,1 0 0 0,0 0 720 0,-1 0 112 31,-1 0 32-31,-1 0 0 0,-1-2 448 0,0 4 96 0,1-2 0 0,2 0 16 16,-1 0-176-16,0 0-32 15,1 0-16-15,0 0 0 0,1 0-448 0,0 2-96 0,0 1-16 0,-1 0 0 16,-1 2-368-16,1 1-80 0,-1 1 0 0,-1 3-16 0,0-1-48 0,-1 0 0 15,0 3 0-15,-1 0 0 16,0 2-128-16,1-2 192 0,1 0-192 0,0 0 192 0,-1 1-64 0,3 0-128 16,0 1 192-16,0-2-64 15,2 0 16-15,1 0 0 0,0-4 0 0,3-2 0 0,0 1-144 16,1-4 0-16,1-1 144 0,0 0-144 0,0-4 0 0,2 0 0 0,0-3 0 16,0-2 0-16,2-3 0 0,0 1 0 0,-1-1 0 0,0-1-128 15,0-1-144-15,-1-2-32 0,1-1 0 16,-3 1 0-1,2-1-144-15,-4 1-16 0,0 0-16 0,-2 2 0 0,-1 0 224 0,-2 0 64 16,0 1 0-16,-2 1 0 0,-3 1 64 0,-2-1 128 16,1 3-208-16,-2 2 80 0,-1 1-96 0,0 2-16 0,0 0 0 0,-1 1 0 15,3 1-224-15,0 3-48 0,1-1-16 0,1 2 0 32,3 1 16-32,0 0 16 0</inkml:trace>
  <inkml:trace contextRef="#ctx0" brushRef="#br0" timeOffset="15090.41">905 7131 11055 0,'0'-3'480'0,"0"1"112"0,0 0-464 0,0 2-128 16,0-2 0-16,-1 2 0 0,1 0 1168 0,0-2 224 16,0 1 32-16,0-1 16 0,0 2 384 15,0-3 80-15,0 3 16 0,0 0 0 0,-1 0-704 0,1 1-144 16,-1 1-32-16,1 1 0 0,-1 1-288 0,0 0-64 16,0 1-16-16,-1 2 0 0,0 1-32 0,0 4-16 0,-1-1 0 0,1 2 0 15,0 3-240-15,-1 3-32 0,1 0-16 0,-1 2 0 16,0 0-336-16,1-2 0 15,2 0 0-15</inkml:trace>
  <inkml:trace contextRef="#ctx0" brushRef="#br0" timeOffset="15894.23">750 7588 5519 0,'0'0'496'16,"0"0"-496"-16,0 0 0 0,0 0 0 0,0 0 1024 16,1 0 96-16,0 1 32 0,2-1 0 0,1 2-48 0,0-2 0 15,3 2 0-15,0-2 0 0,2 0-272 0,-1 1-48 0,-8-1-16 0,0 0 0 16,0 0 64-16,39 7 0 0,-39-7 0 0,0 0 0 16,0 0-176-16,0 0-16 15,45 22-16-15,-45-22 0 16,0 0-432-16,0 0-64 0,0 0-128 0,0 0 176 15,0 0-176-15,34 33 0 0,-32-29 0 0,-1-2 0 0,-1 1 0 0,0 1 0 0,-1 1 0 0,0-2 0 32,-2 2 0-32,-1 0 0 0,-1 1 0 0,-1-1 0 0,-1-1-288 0,-2 2 16 0,1 0 0 0,-2 0 0 15,-1 0 272-15,1 2-192 0,-1 0 192 0,1 0-160 16,1 1 160-16,0-1-128 0,1 1 128 0,2-4-128 16,2 2 368-16,2-2 80 0,1 2 0 15,1-3 16-15,2 1 256 0,2-2 48 0,-1 0 16 0,2-2 0 0,1-1-16 0,3 0 0 16,0 0 0-16,1-2 0 0,0-2 112 0,2 1 16 15,-2-2 0-15,1 3 0 16,1-3-400-16,-1 0-80 0,1 3-16 0,-2-3 0 0,0 2-272 0,-1 0 0 16,-9 3 0-16,0 0 0 15,0 0-1440-15,0 0-240 0</inkml:trace>
  <inkml:trace contextRef="#ctx0" brushRef="#br0" timeOffset="17573.87">816 8018 4607 0,'0'0'400'15,"0"0"-400"-15,0 0 0 0,0 0 0 0,0 0 880 0,0 0 80 0,0-2 32 0,0 2 0 16,-1 0 352-16,1 0 64 0,-1 0 0 0,1 0 16 15,0 2-16-15,-1-2-16 0,1 0 0 0,0 0 0 16,1 0-112-16,1 0 0 0,0 0-16 0,1-3 0 0,1 1-256 0,1-1-48 16,2 0-16-16,-1-2 0 0,1 2-240 0,2 0-64 15,-1 0 0-15,0 0 0 0,1 0-320 0,-2 3-80 16,1-2-16-16,-2 2 0 0,1 2-224 0,-3-2 0 16,1 3 0-16,-2 1 0 0,-1-1 0 0,-2 2 0 15,0 1 0-15,-1 0 0 16,-1 0-480-16,-2 2 16 0,-1 0 0 0,-2 1 0 15,0-1-240-15,-1 2-64 0,1-2 0 0,-1 1 0 16,1-3 256-16,-1 2 64 0,1-1 0 0,0-2 0 0,1 1 256 0,0-1 48 16,0-1 16-16,2-1 0 0,1 0 128 0,0-1 0 15,1-2 0-15,0 3 0 0,1-3 0 0,1 0 0 16,1 2 0-16,1-4 0 0,0 2 224 0,1-2 32 16,0 1 0-16,0-1 0 0,1 0 16 0,0 1 16 0,0-1 0 0,1 0 0 15,-1-1-288-15,1 1 0 0,1 0 128 0,-2 1-128 16,2 1 0-16,-2 0 0 0,3 0 128 0,-1 1-128 15,-1 1 0-15,2 0 0 0,-2-1 0 0,0 2 0 16,0 0 304-16,0 0-48 0,-1 2-16 0,-2-1 0 16,0 1-16-16,-2 0 0 0,0-1 0 0,-2 2 0 15,-1 0-48-15,-2 0-16 0,0 2 0 0,-3 0 0 16,0-1 288-16,-1 1 48 0,-1-1 16 0,0 1 0 0,-1 0-64 16,1-1 0-16,0 0 0 0,0-3 0 0,1 1-288 15,0-2-160-15,0 1 160 0,1-4-160 0,2 1 0 0,1-1 0 16,1-1 0-16</inkml:trace>
  <inkml:trace contextRef="#ctx0" brushRef="#br0" timeOffset="18113.11">914 8371 1839 0,'-2'0'0'0,"1"0"160"31,0 0-160-31,0 0 0 0,1 0 0 0,0 0 0 0,0 0 1200 0,-1 0 208 16,0 0 32-16,0-2 16 0,0 2 336 0,-1-1 80 0,1 1 16 0,0-2 0 0,1 2 32 0,-1-1 16 15,1 0 0-15,-1-1 0 0,0 2-208 0,1 0-32 16,-1 0-16-16,1 0 0 16,-1 2-496-16,0 0-96 0,0 0-32 0,0 2 0 0,-1 2-672 0,-1 1-128 15,0 0-16-15,-2 3-16 0,1 0-32 0,0 1-16 16,-1 1 0-16,0 0 0 0,0 2-32 0,0-2 0 0,1 0 0 15,-1-3 0-15,1 2-144 0,2-2 160 0,0 0-160 0,-1-1 160 16,3-1-160-16,0-1 128 16,1 1-128-16,2-2 128 0,-1-3-128 0,2 1 0 15,1 0 0-15,0-1 128 0,2 0-128 0,-7-2 0 0,0 0 0 0,0 0 0 16,35-2 0-16,-35 2 0 0,0 0 0 0,33-6 0 16,-33 6 0-16,0 0 0 0,36-8 0 15,-26 5 0-15,1-2 0 0,-2 3 0 16,1-3-224-16,-1 0 80 0,-1-1-304 0,1 3-48 0,-1-3-16 0,0 0 0 15,0 1-848-15,-2 3-176 0,1-3-48 0,-2 2-10640 16</inkml:trace>
  <inkml:trace contextRef="#ctx0" brushRef="#br0" timeOffset="18303.73">1028 8357 12895 0,'-2'2'576'0,"0"1"112"0,1-1-560 0,-1 0-128 0,1 1 0 0,-1 2 0 16,1-1 1264-16,-1 4 208 0,-5 8 64 0,-1 5 0 15,-2 3-64-15,0 2 0 16,1 0 0-16,-1-2 0 0,1-1-96 0,1 1-32 0,2-2 0 0,-1-1 0 16,3-1-704-16,2-2-128 0,1-1-48 0,1-1 0 15,1-2-1008-15,0 0-208 0</inkml:trace>
  <inkml:trace contextRef="#ctx0" brushRef="#br0" timeOffset="20417.64">1753 6520 1839 0,'-1'0'160'0,"0"0"-160"0,0 0 0 0,1-1 0 15,0 1 256-15,0 0 32 16,0-2 0-16,0 2 0 0,0 0 592 0,1-3 112 0,-1 1 32 0,1-2 0 16,-1 1 48-16,1-1 16 0,-1 1 0 0,0 1 0 15,0 0-128-15,0 1-32 0,-2 1 0 0,1 0 0 16,0 0-112-16,-1 1-32 0,0 3 0 0,0-2 0 15,-1 1-176-15,0 2-32 0,-1 1-16 0,0 2 0 16,0-1-208-16,-2 4-32 0,2-1-16 0,-2 2 0 16,2 1 0-16,-1 0 0 0,1 3 0 0,1-1 0 0,0-1-48 0,0 0-16 15,2-1 0-15,0-1 0 0,1-1-16 0,2-2 0 16,0 1 0-16,2-5 0 16,1 0-96-16,1-3-128 0,-1 0 176 0,2-3-176 0,0-2 208 0,1-3-64 15,2-2-16-15,0-2 0 0,1-2 64 0,0-2 16 16,0-1 0-16,0 1 0 0,1 0-208 0,-3 2 128 15,-1-2-128-15,-1-1 0 0,-1 4 0 0,-2-1 0 16,-1 1 0-16,-3 3 0 0,-1 1 0 16,-3 1-160-16,-2 2 160 0,-2-1-128 0,-1 3-64 0,-2 1 0 15,-2 2 0-15,0-1 0 16,1 2-192-16,-1 1-32 0,0 0-16 0,0 1 0 16,1-1-176-16,1 2-32 0,1 1-16 0,3-1-8304 0</inkml:trace>
  <inkml:trace contextRef="#ctx0" brushRef="#br0" timeOffset="20881.2">1731 7072 8287 0,'0'-2'736'0,"1"1"-592"16,-1 0-144-16,0 0 0 0,0 1 1168 0,0-2 208 16,0-1 32-16,1 1 16 0,-1-5 592 0,0 2 112 15,0 0 32-15,0 3 0 0,0-1-352 0,-1 3-64 16,0 1-16-16,1 3 0 0,-2 3-448 0,0 3-80 15,0 2-32-15,-1 2 0 0,-1 2-512 0,0 4-96 16,-1 1-32-16,1 0 0 0,-1 3-336 0,1 0-64 16,1-1 0-16,2-2-128 15,1-3-352-15,0-1-176 0</inkml:trace>
  <inkml:trace contextRef="#ctx0" brushRef="#br0" timeOffset="22508.74">1671 7539 911 0,'-3'2'0'0,"2"-2"0"0,-1 0 0 0,0 0 0 0,1 0 592 0,0 0 48 16,-1 0 0-16,0 1 0 0,-1 1 480 0,-2 0 96 16,-1 0 32-16,0 0 0 0,1 1 32 0,0 0 16 15,-2 1 0-15,2-1 0 0,0 1 48 16,0-1 0-16,1 1 0 0,0 1 0 0,-1-2-160 0,2 1-32 15,0 1 0-15,-1 1 0 0,1 0-272 0,0 1-64 16,0 0-16-16,0 0 0 0,0 1-160 0,1 1-16 16,-1 0-16-16,1 2 0 0,0 2-288 0,0-3-64 15,2 1-16-15,-1-4 0 0,2 3-112 0,1-3 0 0,0 0-128 0,1-2 192 16,-1 0-192-16,1-1 128 0,2-2-128 16,-1 1 0-16,0-2 192 0,2-1-64 0,1 0-128 0,1-1 192 15,1-2 64-15,0 1 0 16,1-2 0-16,2-1 0 0,-1 0-64 0,0 1 0 0,0-2 0 15,-1 2 0-15,0-1-192 0,0 0 0 0,-1 2 0 0,0-1 0 16,0 0 864-16,0 1 80 0,-2-1 16 0,1 1 0 16,-2 0-2512-1,0 1-496-15,-1 0-112 0,0-2-10512 0</inkml:trace>
  <inkml:trace contextRef="#ctx0" brushRef="#br0" timeOffset="22710.21">1697 7562 6447 0,'-4'-3'272'0,"2"2"80"0,0-1-352 0,0 2 0 16,1 0 0-16,0 2 0 0,0-2 1680 0,0 2 272 16,-1 5 48-16,0 1 16 0,-1 6 112 0,-1 2 32 15,2 5 0-15,-1 1 0 0,0 2-912 0,0-1-176 0,0 2-48 0,1-2 0 16,1 0-592-16,0-3-128 0,1-2-32 0,1-3-11728 15</inkml:trace>
  <inkml:trace contextRef="#ctx0" brushRef="#br0" timeOffset="23726.1">1731 8013 8287 0,'0'1'736'0,"0"0"-592"0,0 0-144 0,0 1 0 16,0-2 1280-16,0 1 240 0,0 0 32 0,1 1 16 0,1 1-32 0,0-1 0 15,1-1 0-15,0-2 0 16,0-1-336-16,1-3-80 0,0 0-16 0,0-2 0 0,0 0-64 0,0-2-16 15,0 1 0-15,-1-1 0 0,0 0-544 0,-1-1-112 16,0 1-32-16,-2 2 0 0,0 0-208 0,-1 2-128 16,-1 0 160-16,-2 0-160 15,0 3 0-15,-2 2 0 0,-1 0 0 0,-2 1 0 16,0 2 0-16,-1 2 0 0,-1 0 0 0,1 2 0 16,-1 0 0-16,1 3 0 0,0-1 0 0,1-1 0 0,0 2 0 15,1-1 128-15,1 2-128 0,2-2 0 0,0-1 128 0,2 1-128 0,0-2 0 0,1 3 144 16,1-3-144-16,1 0 160 0,1 1-160 15,1-2 160-15,1-1 0 0,-1 0 0 16,2-3 0-16,0 1 0 0,0 1-160 0,2-4 160 0,0 3-160 0,0-3 160 16,0-2 16-16,1 1 0 0,0-3 0 0,1 1 0 15,-1-3-176-15,2 0 192 16,-2-1-192-16,0 0 192 0,1 2 656 0,-1-3 144 16,0 0 32-16,-2 1 0 0,0-1-1744 15,-1 2-352-15,-1 0-64 0,-1 2-16 0,0-1 816 0,-1 1 144 0,0 1 48 16,-2 2 0-16,0 0 144 0,0 1 0 0,0 1 0 15,-1 0 0-15,1 4 0 0,-1 0 0 0,-1 1 0 0,1-1 0 16,-1 2 912-16,1 1 224 16,1-1 32-16,-1 1 16 0,1 0-1360 0,0-1-272 0,1 1-48 0,0-2-16 0,0 2 704 0,0-1 128 15,0 0 16-15,0 0 16 16,1-1-96-16,-1 2-32 0,0-1 0 0,-1 1 0 0,1-2-224 16,-2 3 128-16,0 0-128 0,-1 2 0 15,0-2 0-15,-1 3 0 0,1 0 0 0,0-1 0 16,0 0-400-1,1-1-128-15,2-2-32 0,1 0-14288 0</inkml:trace>
  <inkml:trace contextRef="#ctx0" brushRef="#br0" timeOffset="25285.71">1643 8364 8287 0,'0'-2'736'0,"0"2"-592"0,-1-2-144 0,1 2 0 16,0 0 1200-16,0 0 208 0,0-1 32 0,-1 1 16 16,-1-2 464-16,0 2 112 0,0 0 16 0,-1 0 0 15,1 3-560-15,1 1-96 16,-2 0-32-16,1 4 0 0,0-1-288 0,-1 2-64 0,1 3-16 0,0 2 0 15,-1 3-336-15,0 2-64 0,0-2-16 0,0 4 0 16,-1-2-224-16,-1 2-48 0,2-2-16 0,0 0 0 16,-1-2 16-16,2 0 0 0,0-1 0 0,2-3 0 15,0-1-304-15,2-1 0 0,0-4 128 0,1 0-128 16,0-3-720 0,0-1-208-16,1-1-32 0,1-4-13056 0</inkml:trace>
  <inkml:trace contextRef="#ctx0" brushRef="#br0" timeOffset="25689.48">1846 8288 3679 0,'0'0'320'0,"0"0"-320"0,0 2 0 0,-1-2 0 16,0 1 1040-16,0 1 144 0,0 0 32 0,-2 3 0 15,-1 2 480-15,0 3 96 0,-2 2 32 0,1 1 0 16,-1 2-512-16,0 0-96 0,-1 3-32 0,1 1 0 16,-1 0-352-16,0 0-64 0,1 1 0 0,1-2-16 15,0 1 368-15,0-3 80 0,2 1 16 0,0-2 0 16,1-1-240-16,1 0-32 0,0-4-16 0,1 1 0 0,2-4-608 0,0-2-112 16,1-2-16-16,2-1-16 0,0-2-176 0,-1-3 0 15,3-2 0-15,0-3 0 0,1 1 0 0,0-3 0 16,0 0 0-16,2-2 0 0,0 1-208 0,-2 1 80 15,0-1 128-15,-2 0-208 0,1 2 16 0,-3 2 16 16,0 2 0-16,-2 0 0 0,-2 1 176 0,0 2-192 16,-2 1 192-16,-1 1-192 0,-1 0 192 0,-1 1 0 15,-1 3 0-15,-2 0 0 0,0 0 0 16,-1 1 0-16,1-1 0 0,-1 1 0 0,-1-1 128 0,1 3-128 16,0-2 128-16,1-1-128 0,0 0 0 0,2 0 144 0,0-2-144 0,0 0-8480 15,1 1-1760 1</inkml:trace>
  <inkml:trace contextRef="#ctx0" brushRef="#br0" timeOffset="28274.73">3063 6519 5519 0,'1'-2'496'0,"0"-1"-496"0,-1 1 0 0,0 2 0 16,1-1 992-16,0 0 96 0,0-1 32 0,0-4 0 16,1 2 352-16,-1-1 64 0,0 3 0 0,-2-1 16 15,0 3-256-15,-1 0-48 0,0 3-16 0,-2 0 0 16,0 3-400-16,-1 2-64 0,-2 1-32 0,0 3 0 0,0 2-224 0,-1 3-32 16,2-2-16-16,-1 0 0 0,2 0-208 0,0-1-64 15,0-2 0-15,3 0 0 0,0-1 0 0,1 0-16 16,0-2 0-16,2-3 0 15,1 0-176-15,0-2 192 0,1-1-192 0,0 1 192 0,2-4-192 0,-1 0 0 16,3 0 0-16,-1-4 0 0,1 1-128 0,-1 1 128 16,2-5-160-16,-1 2 160 0,1-3-320 0,0 2 48 15,-2-2 0-15,1 1 0 0,-2 0-80 0,0 0-16 16,1 0 0-16,-3 0 0 16,1 0-96-16,-1-1-32 0,0 0 0 0,-1 0 0 0,0-1 240 0,-1 2 64 0,0-3 0 15,-1 1 0-15,0 0 192 0,-1-1 0 0,1 2 0 16,-2 1 0-16,0-1 0 0,-2 2 0 0,0 1 0 0,-1 1 0 15,1 1 0-15,-3 1 0 0,2-1 0 0,-2 3 0 16,3 0 272-16,-3 1-48 0,2 1-16 0,-1 1 0 16,0 1-80-16,2-2-128 0,1 3 176 0,0-2-176 15,1 1-224-15,1-1-160 0,1 1-16 16,1-1-8816-16</inkml:trace>
  <inkml:trace contextRef="#ctx0" brushRef="#br0" timeOffset="28497.27">3205 6619 7359 0,'1'-3'320'0,"0"3"80"0,0 0-400 0,0 0 0 15,0 0 0-15,0 0 0 0,-1 0 1312 0,1 3 176 0,0 0 48 0,1 1 0 16,0 3-320-16,0 0-64 0,0 3-16 0,0-3 0 15,0 0-624-15,-1 0-128 0,2-1-32 0,0-2 0 16,0 1-224-16,0-1-128 0,0-2 128 0,1-1-8304 16</inkml:trace>
  <inkml:trace contextRef="#ctx0" brushRef="#br0" timeOffset="29136.84">3379 6467 3679 0,'-1'0'320'0,"0"0"-320"0,1 0 0 0,0 0 0 16,1 0 1472-16,-1-2 208 0,0 2 48 0,0 0 16 15,1-2 752-15,0 1 160 0,2 1 32 0,1-2 0 16,1 0-800-16,1 0-160 0,1 1-16 0,0-1-16 16,0 0-800-16,3 1-176 0,-2-1-16 0,1 1-16 15,1 0-320-15,-3 1-64 0,1 0-16 0,-1 2 0 0,-2 0-288 0,-1-1 160 16,0 3-160-16,-1-1 128 0,-3 1-128 15,0 1 0-15,0 0 0 0,-2-1 0 0,-2 2-240 16,-2 0 32-16,1 0 0 0,-3 0 0 16,1 2-384-16,-1-2-80 0,-3 2-16 0,0-1 0 0,-1 0 272 0,0 1 48 15,0 0 16-15,0-2 0 0,1 1 160 0,0 2 48 16,2-2 0-16,-1-1 0 0,4 0 144 0,0-1 0 16,2-2 0-16,1 0 0 0,1 0 256 0,1-2 16 15,1 1 16-15,2-2 0 0,0 0-16 0,1 0 0 0,2-3 0 0,3 0 0 16,-1-1 64-16,2-1 16 0,1 0 0 0,0 2 0 15,0-1 32-15,1 2 0 0,0-1 0 0,-1 1 0 16,-10 2-128-16,0 0-32 0,0 0 0 0,40 3 0 16,-40-3-48-16,0 0-16 15,0 0 0-15,0 0 0 0,0 0-160 0,32 34 0 0,-32-26 0 0,0-1 0 16,-1-1 0-16,-1 0 0 0,-2-1 0 0,0 1 0 16,-3 2 0-16,0-1 0 0,-1 1 0 0,-1-2 0 0,0-1 0 15,-1 0 0-15,-2 2 0 0,1-2 128 0,0-3-128 0,0 3 160 16,1-3-160-16,2 2 160 15,-1-1-160-15,1-2 0 0,0 3 0 0,1-3 0 0,0 1 0 0,3 0 0 16,0-2 0-16,1 0-176 31,2 0-848-31,1 0-192 0,0 0-16 0,1-2-11136 0</inkml:trace>
  <inkml:trace contextRef="#ctx0" brushRef="#br0" timeOffset="29692.25">3642 6462 2303 0,'-2'0'0'0,"1"-2"0"0,0 2 144 0,0-1-144 16,1 1 0-16,0 0 0 0,0 0 0 0,0 0 0 0,-1 1 1536 0,1-2 240 31,-1 1 32-31,2 0 16 0,-1-1 288 0,2 1 64 0,0-3 16 0,0 1 0 0,2 0-192 0,0-1-32 16,2 2-16-16,-1-2 0 0,1 0-688 0,0 0-144 16,0 1-32-16,1 0 0 15,2-2-592-15,-2-1-128 0,2 2-32 0,-2-1 0 0,1 1-16 0,0 0 0 16,-2 1 0-16,1 1 0 0,-1 1-48 0,0-1-16 0,-1 1 0 0,0 1 0 15,-1 0-48-15,-1 1-16 0,0 1 0 0,-1 0 0 32,0 0 16-32,0 0 0 0,-1 2 0 0,0-2 0 0,0 0 48 0,-1-1 0 0,0 2 0 0,1-1 0 15,-1-1-48-15,1-1 0 16,-1 0 0-16,1 2 0 0,-1-1-208 16,1 0 144-16,0 1-144 0,-1-1 128 0,1 1-128 0,0 1 0 0,-1 1 0 0,0-1 128 15,0 2-128 1,-2 1 0-16,1 2 0 0,-2-1 0 0,2 3 0 15,-2-1 0-15,0 3 0 0,0-1 0 0,0 3 0 0,0-1 0 0,-1-2 0 0,-1 2 0 0,2 0 0 16,0-2 0 0,-1 2 0-16,0-2 0 0,1 0 0 0,-1 0 0 15,0 0 0-15,1-1 0 0,0 2 0 0,0-2 0 16,0 0 0-16,2-3 0 0,0 0-384 0,0-1 32 16,1-1 16-16,0-1 0 15,0-1-1504-15,-1-1-288 0,1 0-64 0,-1-3-10288 0</inkml:trace>
  <inkml:trace contextRef="#ctx0" brushRef="#br0" timeOffset="29914.26">3680 6619 5519 0,'-4'0'240'0,"1"0"64"0,2 0-304 0,0 0 0 0,1 0 0 0,0 0 0 15,0 0 1584-15,0 0 256 0,0 0 48 0,2 0 16 16,0 0 432-16,3-2 96 0,1 1 0 0,1-1 16 16,2-2-720-16,2 1-128 0,2-3-48 0,0 0 0 15,2-1-640-15,1 2-128 0,1-2-16 0,-2 0-16 16,1 0-448-16,-1 2-96 0,-1 0-16 0,-1 1-9040 16,-2 2-1824-16</inkml:trace>
  <inkml:trace contextRef="#ctx0" brushRef="#br0" timeOffset="31864.14">3117 6996 4607 0,'-3'-4'400'0,"1"3"-400"0,1-1 0 0,0 0 0 0,0 2 640 16,1 0 32-16,-1 2 16 0,0-2 0 16,-2 2 464-16,0 1 112 15,0 0 16-15,-1 1 0 0,1 3-192 0,-2 0-16 0,2 2-16 0,-2 2 0 16,0 1-288-16,1 1-48 0,-1-1-16 0,0 2 0 16,-1 0-128-16,0 0-48 0,2 0 0 0,-2-1 0 15,3 1 32-15,-1-3 0 0,2 1 0 0,0-2 0 16,3-3-48-16,0-1-16 0,1 0 0 0,2-1 0 15,-1-3-320-15,1 0-176 0,2-2 192 0,0 0-192 0,1-2 176 0,1-2-176 16,0-2 160-16,2 0-160 0,-1-3 0 0,1-1-160 16,-1 0 0-16,1-1 0 15,-1 1-544-15,-1-2-96 0,1-2-32 16,0 0 0 0,-3 2-160-16,-1 0-32 0,-1 0-16 0,-1 0 0 15,-3 2 192-15,-1-1 32 0,-2 4 16 0,-3-1 0 0,1 1 160 0,-4 2 16 0,0 2 16 16,-1 2 0-16,0 1 608 0,-1 0 240 0,1 2-16 0,0 0 0 15,0 1 224-15,0 2 64 0,3-1 0 0,1-1 0 16,1 2-288-16,2-1-48 0,1 1-16 0,2-2-6816 16</inkml:trace>
  <inkml:trace contextRef="#ctx0" brushRef="#br0" timeOffset="32055.89">3247 7117 16575 0,'2'-3'736'0,"-1"3"160"0,1-2-720 0,-2 1-176 0,1 1 0 0,0 0 0 15,0 1 1280-15,0-1 208 0,1 2 48 0,0-1 16 16,1 3-416-16,0 2-96 0,0 1-16 0,-1 1 0 16,1 0-544-16,-1 1-112 15,0-2-32-15,0 1-12176 0</inkml:trace>
  <inkml:trace contextRef="#ctx0" brushRef="#br0" timeOffset="32559.1">3407 6966 10127 0,'0'0'896'0,"1"-1"-704"15,1 1-192-15,1-2 0 0,-1 1 1360 0,1-1 240 16,2 0 64-16,3-2 0 0,3-1-96 0,2 0-16 16,0-3 0-16,-1 4 0 0,-1 0-784 0,-1 3-144 15,0-1-48-15,-1 2 0 0,-9 0-128 0,0 0-16 16,0 0-16-16,0 0 0 0,0 0-288 0,0 0-128 16,0 0 0-16,0 0 128 0,16 40-128 0,-21-31-272 15,-2-3 64-15,-1 1 16 0,-1 2-160 0,0-2-32 0,-1 0 0 16,0 0 0-16,-1-1 256 0,0 0 128 15,-1 1-160-15,3-2 160 0,1 0 0 0,0-1 0 0,0 1 0 0,0 0 0 16,1-1 480-16,3-1-16 0,1-1 0 0,2-1 0 16,1 1 96-16,2-2 16 0,0 0 0 0,3-3 0 15,2 1-288-15,0-1-48 0,1 1-16 0,2-2 0 16,0 1-96-16,0-1 0 0,0 1-128 0,1 1 192 16,-11 2-192-16,0 0 0 0,35-3 128 0,-25 1-128 15,-1 2 0-15,-9 0 0 0,0 0 0 0,0 0 0 16,0 0 0-16,0 0 128 0,0 0-128 0,39 17 0 15,-37-11 0-15,-2 2 0 0,-1-3 0 0,-3 2 0 16,1 0 128-16,-3 0-128 0,0 0 0 0,-3 0 144 0,-1 1 112 16,-2 0 32-16,2 0 0 0,-1-3 0 0,-1 2-48 15,-2 0-16-15,-1-2 0 0,1-1 0 0,2 1-96 0,1-2-128 16,0-1 176-16,2-1-176 16,3 0 0-16,0-1 0 0,2 0 0 0,3-1 0 15,1 0-672-15,1-2-240 0,2-1-48 0,4-1-11824 16</inkml:trace>
  <inkml:trace contextRef="#ctx0" brushRef="#br0" timeOffset="33120.1">3683 7020 4607 0,'3'0'400'0,"1"0"-400"0,-1 0 0 0,-1-2 0 16,-1 2 1200-16,2-1 144 15,2 1 48-15,3-4 0 0,4 1 736 0,2-1 160 16,-14 4 16-16,28-9 16 0,-14 3-672 0,-1-1-144 0,-1 0-32 0,-1-2 0 0,0 0-560 0,-1-1-112 16,-1-2-32-16,-2 0 0 15,-2 2-80-15,0-1-32 16,-2 1 0-16,0 0 0 0,-3 3-80 0,0-1-32 0,-2 0 0 0,-1 1 0 16,-2 0-16-16,-1 4 0 15,0 1 0-15,-3 2 0 0,-2 0-256 0,-2 2-48 16,-1 3-16-16,-1 2 0 0,2 0-64 0,-1 2-16 15,0 1 0-15,1 2 0 0,1-2-128 0,2 1 0 16,1-1 0-16,2 1 0 0,0 1 0 0,3-1 0 0,0 0 0 0,1-2 128 16,2-1-128-16,0 1 0 0,3-4 0 0,1 0 0 15,-3-5 0-15,0 0 0 0,0 0 0 0,0 0 0 16,0 0 0-16,49 9 0 0,-49-9 128 0,26-7-128 16,-13 2 0-16,-1-1 0 0,0 0 0 0,0-3 0 15,0 1 0-15,-3-1 0 0,-1 2 0 0,0-3-176 16,-2 3 176-16,-1 0-160 0,-1 3 160 0,0-1-160 15,-2 0 160-15,-1 3 0 0,0 2 0 0,-1 0 0 16,-1 0 0-16,-1 2 0 0,-1-2 0 0,-1 3-128 16,2 1 128-16,-2 1 0 0,0-1 0 0,1 4 0 0,-1-1 0 15,0 0 0-15,1-2 0 0,0 2 0 0,0 0 128 0,0 0 16 16,1 0 0-16,0 2 0 16,0-1 112-16,0 1 32 0,0 3 0 0,-1-2 0 0,0 4 32 15,1 0 16-15,-2 0 0 0,0-1 0 0,0 0-16 0,0 2 0 16,-2-1 0-16,0 2 0 0,-1 1-192 0,0 0-128 15,0-2 160-15,1 0-160 0,-1-1 0 0,2-2 0 16,-2 0 0-16,2-1 0 16,0-2-736-16,0-2-144 0,3 2-16 0,0-5-14736 0</inkml:trace>
  <inkml:trace contextRef="#ctx0" brushRef="#br0" timeOffset="34801.25">3128 7508 3679 0,'0'-4'320'0,"0"1"-320"0,0 1 0 0,0 1 0 0,0-1 944 0,0 1 112 16,0 0 32-16,0-1 0 0,0-1 544 0,0-2 112 15,0 3 32-15,0-2 0 0,-1 1-144 0,1 1-32 16,-1 1 0-16,0 1 0 16,0 0-576-16,1 0-112 0,0 0-16 0,-1 0-16 0,0 1-400 0,0 1-80 15,0-2-16-15,-1 2 0 0,0-1-128 0,-1 3-16 16,0-2-16-16,-1 3 0 0,-2 1 32 0,1 2 0 0,-2 0 0 0,1 1 0 31,-1 0 64-31,-1 3 0 0,0 3 16 0,-3 1 0 0,2 3-48 0,0-2-16 0,1 1 0 0,3-1 0 16,2 0 0-16,1-3 0 0,3-2 0 0,2-5 0 15,-3-7-144-15,0 0-128 0,0 0 144 0,0 0-144 16,40 5 0-16,-28-13 128 0,1-3-128 0,0-1 0 16,1-2 0-16,0-1 0 0,1-1 0 0,-3-1 0 15,1 3-512-15,-3 0-32 16,1-1-16-16,-3 1 0 0,0 0-352 0,-3 2-80 15,0 0-16-15,-3 0 0 0,-2 3 560 0,-1 2 96 0,-3-2 32 0,-1 4 0 0,-2 2 112 0,-1-1 16 16,-2 3 16-16,-3-1 0 0,2 4 304 16,-2-2 64-16,1 3 16 0,0-1 0 0,1 1 384 0,2-2 80 31,0 2 16-31,2 0 0 0,1 2-352 0,1-2-64 0,1 0-16 16,2 0 0-1,3 0-688-15,1 0-144 0,0-2-16 0,3 1-10416 0</inkml:trace>
  <inkml:trace contextRef="#ctx0" brushRef="#br0" timeOffset="34979.41">3243 7594 11055 0,'0'-1'976'0,"0"-1"-784"0,1 2-192 0,-1 0 0 15,0 0 1488-15,1-2 256 0,0 1 48 0,0 1 16 16,2 0 208-16,-1 3 32 0,0 0 16 0,0 3 0 15,1 2-1312-15,-1-1-272 0,0 2-48 0,-1 1-16 16,1 2-416-16,-1-3 128 0,1 1-128 0,0-1-7808 16,1-1-1632-16</inkml:trace>
  <inkml:trace contextRef="#ctx0" brushRef="#br0" timeOffset="35211.08">3470 7446 7359 0,'-1'0'656'0,"1"0"-528"0,0 1-128 0,0 1 0 15,0-2 1600-15,-1 2 272 0,0 3 64 0,-2 0 16 16,0 4 480-16,-1 4 80 0,1 0 32 16,-2 4 0-16,0-1-1536 0,0 1-304 0,-1 2-64 0,1-2-16 15,0-1-288-15,2-2-48 0,1 0-16 0,0-2 0 16,1 0-272-16,0-2 0 0,2-5 0 0,0 2-7936 15,1-5-1552-15</inkml:trace>
  <inkml:trace contextRef="#ctx0" brushRef="#br0" timeOffset="35879.92">3713 7478 14735 0,'-1'2'640'0,"1"0"160"0,1-1-640 0,-1-1-160 0,1 1 0 0,-1-1 0 16,1 0 1312-16,1-1 224 0,1 1 64 0,1-1 0 15,2-1-320-15,0-1-64 0,0-2-16 0,1 1 0 16,-2-3-464-16,1 2-96 0,-1-2 0 0,0 0-16 16,0-1 80-16,-2 1 0 0,0 0 16 0,-1 1 0 0,0 0-96 0,-3 2-32 15,-1-1 0-15,-1 0 0 0,0 1-320 0,-2 1-64 16,-1 0-16-16,-1 1 0 0,-1 2-192 0,-1-2 0 15,1 2 0-15,-1 0-160 0,-1 0 160 0,-1 2 0 16,1 0 0-16,-1 1 0 0,1 2 0 0,-1-1 0 16,3 2 0-16,0 0 0 0,2 0 0 15,1 0 128-15,1 1-128 0,0 0 0 0,1 1 176 0,2-1-48 16,1 2 0-16,1-1 0 0,2-1-128 0,0 2 192 16,1-4-192-16,0 2 192 0,-4-7-192 0,0 0 128 15,0 0-128-15,0 0 128 0,44 14 0 0,-44-14-128 16,0 0 192-16,35-5-64 0,-23 1-128 0,0 0 0 15,0-1 0-15,-1-1 0 0,1 0 0 0,-3 0 0 0,-1-1 0 16,0 2 0 0,-3-1-144-16,1 1 144 0,-2 0 0 0,-1 3 0 0,0 0 0 0,-3 1-128 0,0 1 128 0,-2-2 0 15,1 2 0-15,-2 2 0 0,0 1 0 0,0-1 0 16,-2 1 0-16,2 4 0 0,-1-3 0 0,0 3 0 16,1 0 0-16,0 1 176 0,0 1-176 0,1 0 160 15,0-1 240-15,0 1 48 0,1 3 16 0,0 0 0 16,0 2-80-16,-1-2 0 0,0 3-16 0,0-2 0 15,0 2-176-15,0-1-48 0,0-2 0 0,-1 0 0 0,-1 0-144 0,0 0 0 16,1 2 0-16,-2-3 0 16,0 1-800-16,2-3-144 0</inkml:trace>
  <inkml:trace contextRef="#ctx0" brushRef="#br0" timeOffset="39833.67">3093 7929 11967 0,'0'-1'1072'0,"-1"-2"-864"16,1 3-208-16,0 0 0 0,0-2 1184 0,-1 2 192 15,0-3 32-15,-1 1 16 16,0-2 416-16,1-1 80 0,0 2 0 0,-2 1 16 0,2 0-464 0,-1 0-80 15,0 2-32-15,0 2 0 0,0 1-464 0,-2 0-80 16,-1 3-32-16,0 0 0 0,-1 4-352 0,-1 0-80 0,-2 0-16 0,1 3 0 16,0 0-48-16,-2 3-16 15,2-1 0-15,1 0 0 0,0 2 80 0,2 0 16 16,2 1 0-16,2 0 0 0,0-2-48 0,2-2-16 0,1 2 0 0,-2-16 0 16,0 0-304-16,13 35 128 0,-13-35-128 0,0 0 0 15,0 0 0-15,0 0 0 0,40 27 0 0,-29-28 0 16,0-2 0-16,1-4 0 0,0-1 0 0,0-3 0 15,0-3 0-15,-1 0 0 0,-1-1 0 16,1-2 0-16,-2 1 0 0,-2-1-304 0,1 1 64 0,-3 1 16 16,0 1-160-16,-1 1-16 0,-2 2-16 0,-2 2 0 0,-1 2 272 0,-2-1 144 15,-1 4-160-15,-2-1 160 0,1 0 0 0,-3 3 0 16,-1 0 0-16,0 2 0 0,0 0-144 0,-2 0 144 16,3 2-128-16,0-2 128 15,0 4 0-15,2-1 0 0,0 2 0 0,3-1-128 0,0 1-48 0,2 0 0 16,0 0 0-16,2 0-9680 15,2-2-1952-15</inkml:trace>
  <inkml:trace contextRef="#ctx0" brushRef="#br0" timeOffset="40048.99">3235 8104 7359 0,'1'-3'320'0,"-1"1"80"0,1 1-400 0,0-1 0 0,0 2 0 0,-1 0 0 16,0 0 1728-16,2-2 256 16,2 2 48-16,0 2 16 0,-1 0 256 0,-3-2 64 0,0 0 16 0,0 0 0 15,0 0-944-15,16 34-192 0,-14-25-32 0,-1 0-16 16,-1-9-736-16,0 0-144 0,0 0-16 0,0 0-8672 16,0 0-1728-16</inkml:trace>
  <inkml:trace contextRef="#ctx0" brushRef="#br0" timeOffset="41825.71">3556 7930 5519 0,'0'-1'496'0,"0"0"-496"16,1-2 0-16,-1 3 0 0,0-2 1008 0,0 2 96 15,1-3 32-15,-1 0 0 0,1-2 480 0,-1 0 112 0,0 3 0 0,0-1 16 16,-1 1-448-16,1 2-80 0,-2 0-32 0,-1 2 0 15,1 1-336-15,-2-1-64 0,0 3-16 0,-2 1 0 16,1 2-192-16,-1-1-32 0,0 4-16 16,1-1 0-16,-1 0 48 0,2 2 16 15,0 1 0-15,1 0 0 0,0 0-80 0,2-1 0 0,1 0-16 0,0-3 0 16,3-1-368-16,1-3-128 0,0 2 0 16,-1-5 144-16,2 0-144 0,0-2 0 0,1-1 0 0,1-2 128 15,-1 1-128-15,1-4 0 0,0 2 0 0,0-4 0 16,-1 2 0-16,1-2 0 0,-1-1 0 0,0 2 0 0,-1-1 0 15,0-1-256-15,-1 2 64 0,1-2 16 0,-1 2-80 0,-1-1 0 16,-2-1-16-16,0 2 0 0,0-1-96 0,-2 2-16 16,0-2 0-16,0 1 0 0,-2 2 160 0,-1 1 32 15,-1-1 0-15,0 1 0 0,-1 2 192 0,0 1 0 16,-1-1-160-16,1 2 160 0,-1 2 0 0,1-2 0 16,0 2-144-16,1 0 144 0,0 2 0 0,1 0-192 15,1-2 192-15,1 3-160 16,1-3-960-16,2-1-192 0</inkml:trace>
  <inkml:trace contextRef="#ctx0" brushRef="#br0" timeOffset="42189.97">3796 7814 6447 0,'1'-2'576'0,"0"0"-576"0,0 1 0 15,-1 1 0-15,0 0 1280 0,0 0 160 16,1-2 32-16,0 2 0 0,-1-2 656 0,0 2 144 0,-2 2 32 0,0 0 0 16,-1 3-688-16,-1-1-128 0,1 4-16 0,-2-1-16 15,-1 1-480-15,1 1-80 0,-1 2-32 0,0 1 0 16,-1 2-272-16,0-1-48 0,1 1-16 0,0 0 0 0,-1 0-224 0,1 0-48 16,-1 1-16-1,1 1 0-15,-1 1-240 0,2-3 0 0,1 0 128 0,0 0-128 0,3-2 0 0,1-2 0 16,0-1 0-16,2-2 0 0,1-2 160 0,0 0-160 15,2-3 160-15,-1 0-160 0,-4-2 128 0,0 0-128 16,0 0 0-16,0 0 0 0,34-2 192 0,-24 0-48 16,-10 2-16-16,23-7 0 0,-23 7 16 15,24-5 0-15,-12 0 0 0,-1 0 0 0,1 3-144 0,-1-3 0 16,1 0 0-16,-2-1 0 0,0 1 0 16,-1 1 0-16,0-1 0 0,-1 0 0 15,-1 2-336-15,1-2-112 0,-2 0 0 0,0 2-16 16,-2-1-1184-16,0 2-224 0,-1-1-48 0,-1 1-9952 0</inkml:trace>
  <inkml:trace contextRef="#ctx0" brushRef="#br0" timeOffset="42366.61">3905 7868 7359 0,'-2'-2'320'0,"1"2"80"0,0-2-400 0,0 2 0 0,0 2 0 0,0-2 0 0,0 2 1696 0,0 1 256 15,-2 5 48 1,0 3 16-16,-2 5 224 0,-2 6 32 15,1 0 16-15,-2 4 0 0,-2 4-624 0,-1-1-128 16,1 6-32-16,-2-6 0 0,0 1-928 0,0-4-176 16,1 0-32-16,0-5-8960 15,1 1-1792-15</inkml:trace>
  <inkml:trace contextRef="#ctx0" brushRef="#br0" timeOffset="45781.66">3164 8388 5519 0,'0'-2'496'0,"0"1"-496"0,0-1 0 0,0 2 0 15,0 0 912-15,-1 0 96 0,0-2 16 0,1 1 0 16,-3-1 336-16,-2 4 80 0,0 1 16 0,-1 2 0 16,0 0-240-16,-1 5-64 0,-1 1 0 0,-1 1 0 0,1 2-224 0,-1 2-48 15,0 1-16-15,1 2 0 0,0-3-128 0,0 1-32 16,2-2 0-16,0-1 0 0,2 1-208 0,1-2-48 15,2-1-16-15,1-4 0 0,1 0-192 0,1 0-48 16,0-3 0-16,2 2 0 16,1-3-192-16,0-1 0 0,1-1 0 0,0 0 0 0,2-4 0 0,-1-1 0 15,0 1 0-15,0-2 0 0,1-4 0 0,1-1 176 16,1-2-176-16,0-1 160 16,0-1-160-16,2-3 0 0,-2 1 0 0,1 0 0 0,-2 0-160 0,-1 1-16 0,-1-1 0 15,-1 3 0-15,-3-1 176 0,0 3-208 16,-2 0 80-16,-2 3 128 0,-1 0-144 0,-1 2 144 0,0 0 0 0,-3 1 0 15,1 1 0-15,-3 1-128 0,2-1 128 0,-3 1 0 16,1 1-128-16,1 0 128 0,0 1-192 0,1 0 192 16,1 0 0-16,0 0-128 0,3 0 128 15,-1 1 0-15,1 0 0 0,1 1-192 0,1 1 192 0,0-1-7472 16,2 1-1392 0</inkml:trace>
  <inkml:trace contextRef="#ctx0" brushRef="#br0" timeOffset="46000.16">3323 8504 1839 0,'0'-2'160'0,"0"2"-160"16,1-2 0-16,0 1 0 0,0 1 2048 0,0 0 384 15,0 0 80-15,0 1 16 0,1 1-224 0,2 0-64 16,-1 2 0-16,0 2 0 15,-2 0-832-15,1 2-192 0,-1 1-16 0,0 0-16 16,0-1-800-16,0 1-144 0,-1 0-48 0,2-3-7200 0,-1 0-1440 16</inkml:trace>
  <inkml:trace contextRef="#ctx0" brushRef="#br0" timeOffset="46364.61">3516 8428 11055 0,'-4'0'480'0,"2"1"112"0,0 0-464 0,1 1-128 0,0-2 0 0,0 1 0 16,0 4 1088-16,-2-1 208 16,-2 6 48-16,0 0 0 0,-1 3-128 0,1-1 0 0,-1 3-16 0,1-3 0 0,2 2-576 0,0-2-112 15,-1 4-32-15,3-4 0 16,0 1 160-16,0-2 16 0,2-1 16 0,0-2 0 15,1 2-16-15,2-6 0 0,0 2 0 0,-1-3 0 0,1 0-448 0,1-3-80 16,0 1-128 0,1-2 176-16,-1-2-400 0,2-2-80 0,0-1-16 0,2-1 0 15,-1-1-48-15,0-3-16 16,2 0 0-16,-2 1 0 0,1-4 144 0,-1 2 32 16,-1 0 0-16,-2 0 0 0,0 1 16 0,-2 1 0 0,-1 0 0 15,-1-1 0-15,-3 3 192 0,-1-1-176 0,-1 2 176 0,-1-2-160 16,-2 1 160-16,0 2-128 0,0 0 128 0,-2 4-128 15,1 0 128-15,0 2 0 0,-2 3 0 0,1 0 0 16,2 1-192-16,-1 1 64 0,2 1 0 0,-1-1 0 31,4 0-976-31,1 2-192 0</inkml:trace>
  <inkml:trace contextRef="#ctx0" brushRef="#br0" timeOffset="46632">3760 8364 10127 0,'3'-7'448'0,"-2"2"96"0,1 1-544 0,0 1 0 16,0 0 0-16,-1 1 0 0,0 1 960 0,2-2 96 15,0-2 16-15,1 0 0 0,1 3 384 0,-3-1 80 16,0 4 0-16,-2 3 16 0,0 1 224 0,-1 6 32 15,-1 1 16-15,0 5 0 0,-2 4-416 0,-2 5-96 16,2 3-16-16,-3 2 0 0,1-1-288 0,-1-1-64 0,1-2-16 0,-1-2 0 16,3-1-608-16,-2-1-112 0,0 3-16 0,0-1-15552 15</inkml:trace>
  <inkml:trace contextRef="#ctx0" brushRef="#br0" timeOffset="49799.25">5447 6358 4607 0,'0'-2'400'0,"0"-1"-400"0,1 1 0 0,-1 2 0 16,0-2 896-16,0 1 80 0,0-2 32 0,-1-2 0 16,1-1 528-16,0 0 128 0,-2 1 0 0,0 2 16 0,-1 1-224 0,0 0-48 15,0 2-16-15,-1 0 0 0,-1 2-336 0,1 2-64 16,-2 1-16-16,1 0 0 0,-1 5-192 0,0-3-32 15,-1 5-16-15,1 1 0 0,-1 2-160 0,0 2-16 16,0-3-16-16,1 2 0 0,-2 3-288 0,2 0-48 16,0 0-16-16,2-2 0 0,0-1-64 0,1-2-128 15,3-2 176-15,1 0-176 0,-1-12 176 0,0 0-176 16,0 0 160-16,0 0-160 0,0 0 0 0,0 0 128 16,28 34-128-16,-22-37 0 0,2-1 0 0,-1 0 0 0,1-2 0 0,2-3 0 15,0 1 0-15,0-1 0 16,0-3 0-16,1 1 0 0,-1 1-272 0,0-2 48 0,1 0 16 0,-1-2 0 15,0 2-144-15,0-2-32 0,-2-2 0 0,0 1 0 16,-2-2 48-16,-1 3 0 0,-3 1 0 0,0 0 0 31,-2 1-176-31,-2 0-16 0,-3 3-16 0,-3 2 0 16,1-1 96-16,-2 5 32 0,-1 2 0 0,-2 2 0 0,-1 2 272 0,0 3 144 0,0 1-160 0,0 4 160 16,1 0 0-16,2 0 0 0,3-2 0 0,2-2-9664 15</inkml:trace>
  <inkml:trace contextRef="#ctx0" brushRef="#br0" timeOffset="49996.45">5539 6479 11967 0,'1'0'1072'0,"-1"0"-864"15,1 0-208-15,-1 0 0 0,0 0 1520 0,0 1 256 16,0 3 48-16,0-2 16 0,1 3-112 0,-1 4 0 0,0 1-16 15,0-1 0-15,0 3-1360 0,0-2-352 0,0 1 0 0,0-1 0 32,1 2-1120-32,0-5-336 0</inkml:trace>
  <inkml:trace contextRef="#ctx0" brushRef="#br0" timeOffset="50845.86">5819 6297 3679 0,'-3'-1'320'0,"0"1"-320"16,1-2 0-16,1 2 0 15,1 0 1248-15,0-1 176 16,1 1 48-16,-2-1 0 0,1-1 384 0,-1 1 96 0,1-3 16 16,0 1 0-16,1 1-320 0,1 0-64 15,0-1-16-15,2 1 0 0,-1 0-272 0,2 1-48 16,1-1-16-16,-1 0 0 0,3 2-304 0,0 0-64 0,-1 2-16 0,1-2 0 16,-8 0 384-16,0 0 80 0,0 0 16 0,0 0 0 31,0 0-1840-31,0 0-384 0,40 28-64 0,-38-23 0 0,0 0 768 0,-1-1 192 0,0-1 0 0,-1 2 0 15,-2-1 0-15,-1 1-144 0,0 0 144 0,-2 0-128 16,-1 0-240-16,-1-1-32 16,-1 3-16-16,-1-2 0 0,1 0-32 0,0 0 0 15,-2 1 0-15,1-2 0 0,1 1 304 0,0-2 144 0,-1 2-160 0,2-2 160 16,0-1 0-16,1 0 0 0,1 1 0 0,1-1 0 16,2-1 0-16,1 1 0 0,0-2 0 0,1 0 0 0,1 2 0 15,1-4 0-15,2 2 0 0,0 0 0 0,1-2 128 0,0 1 0 16,3-1 16-16,-1-1 0 0,2 3 112 0,1-2 0 15,0 2 16-15,1 0 0 0,-1 0-80 16,-10 0 0-16,0 0-16 0,0 0 0 0,43 5-48 0,-43-5-128 0,0 0 192 0,0 0-64 16,0 0 0-16,0 0-128 0,38 17 192 0,-36-13-64 15,0-1-128-15,-3 1 0 16,0 1 144-16,-3-1-144 0,0 2 1024 0,-1 0 144 0,-2-1 32 0,0 0 0 16,-2 3-1584-1,0 0-304-15,-2 0-64 0,0 1-16 0,-1-2 768 0,1 3 0 0,-1-6 0 0,3 2 0 16,1-2 0-16,1-2 0 0,2 1 0 0,1-3 0 15,1 0-784-15,3-3-64 0,0 1-16 0,3-3-12352 16</inkml:trace>
  <inkml:trace contextRef="#ctx0" brushRef="#br0" timeOffset="51220.1">6026 6254 10127 0,'0'0'448'0,"0"0"96"0,1 0-544 0,-1-2 0 16,1 2 0-16,-1 0 0 0,2 0 1760 0,0 0 240 16,2 2 48-16,2-2 16 0,2 0-368 0,1-2-80 0,0 2-16 0,1-3 0 15,1 1-752-15,1-1-144 0,0 1-48 0,-1 0 0 16,0-3-144-16,0 2-16 0,-1-1-16 0,0-1 0 16,-1 2-160-16,0-1-48 0,0 0 0 0,0 0 0 15,-2 2-96 1,-1 0-32-16,-1 0 0 0,0 2 0 0,-1 0 16 0,-3 2 0 0,0-2 0 0,-1 3 0 15,-1 1 176-15,0 1 48 0,-1 0 0 0,-2 2 0 16,1 0 0-16,0 1 16 0,0 1 0 0,-2 0 0 16,1 0-48-16,1 2-16 0,-1 0 0 0,0 1 0 15,1-2-64-15,0 1-16 0,-1 1 0 0,1 2 0 16,0-2-128-16,1-1-128 0,-1 4 144 0,-1-1-144 16,0 3 0-16,1-1 128 0,-2 1-128 0,1-2 0 0,-1 3 0 0,-1 1 0 15,0-1 0-15,0 0 0 0,1 1-160 0,-1-4-32 16,1-2 0-16,1 0 0 15,1-2-960-15,1-6-192 0,0 0-32 0,2-1-16 16,-1-2-1216-16,1-1-240 0</inkml:trace>
  <inkml:trace contextRef="#ctx0" brushRef="#br0" timeOffset="51425.99">6051 6472 3679 0,'-3'-4'320'0,"0"3"-320"0,1-1 0 0,2 2 0 31,0 0 1664-31,1-2 256 0,0 1 48 0,2 1 16 0,0-2 512 16,3-2 128-16,3-2 0 0,4 0 16 0,3-2-832 0,0 1-160 0,-1-2-48 0,0 2 0 31,-3 2-880-31,3-2-176 0,2 1-32 0,1 0-16 0,-3 1-624 0,-1 1-128 16,-1 4-32-16,-13 0-11808 15</inkml:trace>
  <inkml:trace contextRef="#ctx0" brushRef="#br0" timeOffset="53228.51">5488 6859 6447 0,'0'-1'576'0,"0"-1"-576"0,0 2 0 0,0-2 0 0,0 2 1152 0,-1 0 128 16,1-3 32-16,-1-1 0 0,-1 1 272 0,0 1 48 15,0-2 16-15,0 3 0 0,-1 1-480 0,1 0-80 16,-1 3-32-16,0 0 0 0,0 1-256 0,-1 3-48 16,0 2-16-16,-1 1 0 0,0 4-32 0,0 1 0 15,0 3 0-15,-2-2 0 0,2 4-160 0,0-4-32 16,1 1-16-16,0-2 0 0,2 1-240 0,0-4-32 16,0-1-16-16,1-3 0 0,1 1-208 0,0-4 176 15,2 0-176-15,0-1 160 0,1-2-160 0,0-1 128 16,1 1-128-16,1-2 128 0,-1 0 32 0,1 0 0 15,0-2 0-15,1-1 0 0,0 1-32 0,1-2 0 0,-1 0 0 0,2 0 0 16,-1-3 736-16,2 0 144 0,0-4 16 0,1-1 16 31,1-2-1776-31,-1-1-352 0,1 0-80 0,-2-2-16 16,0 0 448-16,-1 0 96 0,-3 2 0 0,0 1 16 16,-3 0-16-16,-1 2 0 0,-2 0 0 0,-3 3 0 0,0 3 448 0,-2 0 192 15,-1 3-192-15,-1 3 192 0,0 0 0 0,-2 3 0 0,2 1 0 0,-1 1 0 16,0 2-272-16,1 0 16 0,1-1 0 0,1 2 0 15,1-1-192-15,2 1-16 0,1-2-16 0,2 0-9664 16</inkml:trace>
  <inkml:trace contextRef="#ctx0" brushRef="#br0" timeOffset="53497.02">5666 6982 9215 0,'-1'-3'400'0,"0"1"96"0,0 2-496 0,0-2 0 0,0 2 0 0,1 0 0 16,0 0 1632-16,-1 2 224 0,0 0 64 15,0 1 0-15,1-1 208 0,-1 5 48 0,1-1 16 0,0 0 0 16,1 1-832-16,-1 0-160 0,2-1-48 0,0 0 0 15,0-1-784-15,0-1-176 16,0 1-16-16,1-2-16 0,0 1-720 16,0-4-144-16,0 1-16 0,1-2-11312 0</inkml:trace>
  <inkml:trace contextRef="#ctx0" brushRef="#br0" timeOffset="54562.87">5793 6828 8287 0,'-1'2'736'0,"0"-2"-592"0,1 0-144 0,0 0 0 15,0 0 896-15,0 0 160 0,1 0 32 0,0-2 0 16,0 2-64-16,4-3 0 0,0-1 0 0,1 1 0 16,3-2-320-16,0-2-64 0,1 1 0 0,1-2-16 15,2 1-128-15,0-2-32 0,0 1 0 0,-1 1 0 16,0 0 64-16,0 2 16 0,0 1 0 0,-1 1 0 16,0 1-112-16,-2 0-32 0,0 0 0 0,-2 1 0 15,-1 1-128-15,-1 1-16 0,-1 1-16 0,-3 0 0 0,1-1-112 0,-2 0-128 16,0 2 176-16,0 1-176 0,-1-1 224 0,0-1-64 15,-1 0-16-15,0 1 0 0,-1 2 112 0,-1-2 0 16,1 3 16-16,-2 0 0 0,-1 2 32 0,2 0 0 16,-1 3 0-16,0 0 0 15,0 2-112-15,0 1 0 0,1 3-16 0,-2 0 0 0,2 3-32 0,0 0 0 16,-1-1 0-16,0 2 0 0,2-4 48 0,-2 2 0 16,1-3 0-16,0 0 0 0,1-1-192 0,0-3-224 15,1-1 48-15,0-1 16 16,0-2-1872-16,0-2-368 0</inkml:trace>
  <inkml:trace contextRef="#ctx0" brushRef="#br0" timeOffset="54815.14">5839 6962 8287 0,'2'-2'368'0,"-1"1"80"0,0 0-448 0,0-1 0 0,0 0 0 0,-1 1 0 16,2-1 1264-16,2-3 160 0,2 0 48 0,2-3 0 16,0-2 432-16,2 2 80 0,-1 1 32 0,-1 0 0 15,1 1-144-15,1 0-16 0,-1 1-16 0,1 1 0 0,0-1-896 16,-1 2-176-16,0 0-48 0,-1 0 0 0,2 0-544 0,-3 1-176 16,1-1 0-16,1 1-8848 0,-1 0-1856 0</inkml:trace>
  <inkml:trace contextRef="#ctx0" brushRef="#br0" timeOffset="55227.91">6274 6657 7359 0,'-1'-3'320'0,"0"0"80"0,0 2-400 0,0 1 0 15,0 0 0-15,0 0 0 0,0 1 1488 0,0 0 224 16,-3 1 32-16,-1 1 16 0,-1 4 160 0,-3 0 48 16,1 2 0-16,0 1 0 0,-1 3-528 0,0 0-96 0,0 3-32 0,0 2 0 15,-1 2-368-15,1 4-80 0,0 0-16 0,-1 2 0 16,2 2 16-16,0 2 0 0,1 0 0 0,1-2 0 15,1 1-288-15,1-6-64 0,1-1-16 0,2-6 0 16,0-2-368-16,1-14-128 0,0 0 0 0,0 0 0 16,0 0 0-16,0 0 0 0,0 0 0 0,0 0 0 15,0 0 0-15,39 8 128 0,-30-18-128 0,1-4 0 16,2-2 176-16,0-1-176 0,1 0 192 0,-1-2-192 16,-2 0 0-16,-3 3 0 0,-1-1 0 0,-3 5 0 15,-1 3-128-15,-3 1 128 0,-1 4 0 0,-3 2-144 0,-2 2 144 16,-2 2-128-16,-4 2 128 0,-3 4-128 15,-1 1-832-15,0 3-176 0,0 2-16 0,1-1-8048 16,-1-1-1600-16</inkml:trace>
  <inkml:trace contextRef="#ctx0" brushRef="#br0" timeOffset="56937.64">5436 7411 2751 0,'0'-5'256'0,"0"3"-256"0,0-3 0 0,0 2 0 16,0 1 944-16,0 0 144 0,0 0 16 0,0-1 16 16,0-2 672-16,-1-2 144 0,0 0 32 0,0 0 0 15,0 2-240-15,-1-1-32 0,1 3-16 0,-1-2 0 16,0 4-336-16,0 0-64 0,0 1 0 0,-1 0-16 15,0 2-304-15,-1 3-48 0,-1 0-16 0,-1 1 0 0,1 3-256 0,-2 2-48 16,0-1-16-16,-1 6 0 0,-2 0-112 0,1 3-16 16,1-1-16-16,-2 2 0 0,3-1-96 0,0 1-16 15,2 0 0-15,1-3 0 0,2 0-96 0,2-3-32 16,1-1 0-16,-1-13 0 0,0 0-64 0,0 0-128 16,0 0 176-16,0 0-176 0,30 34 128 15,-23-34-128-15,2-2 0 0,-1-3 0 0,1-2 144 0,1 0-144 0,0-2 0 0,-2 1 144 16,1-1-144-16,-1-1 0 0,1-2-160 15,-1 1 160-15,1-1-416 16,-1-2 16-16,1-1 0 0,1-1 0 16,-1-1-432-16,-2 0-64 0,0 1-32 0,-3-1 0 15,-1 3-32-15,-3 0 0 0,-1 2 0 0,-3 0 0 0,-1 1 448 0,-2 3 64 16,-2-1 32-16,1 4 0 0,-1 3 160 0,-1 0 48 0,1 2 0 0,0 2 0 16,1 2 208-16,2-1 0 0,1 4 144 0,2-3-144 15,1 2 0-15,0 0 0 0,3 0 0 0,0 0-6912 16,-1-6-1344-16</inkml:trace>
  <inkml:trace contextRef="#ctx0" brushRef="#br0" timeOffset="57147.33">5535 7456 10127 0,'0'-2'896'0,"0"2"-704"15,0 0-192-15,0 0 0 0,0 0 1856 0,1 0 352 16,-1 2 64-16,1-1 16 15,0 2 192-15,0 2 32 0,1 2 16 0,-1 1 0 0,2-1-1264 0,-1 2-256 16,0 1-48-16,-2-10-16 0,0 0-736 0,0 0-208 0,0 0 0 0,16 36 128 31,-12-30-1344-31,0-3-272 0</inkml:trace>
  <inkml:trace contextRef="#ctx0" brushRef="#br0" timeOffset="57708.06">5820 7393 15023 0,'0'0'320'0,"0"0"80"0,1 0 16 0,0 0 16 0,0 0-432 0,-1 0 0 16,1 0 0-16,2-1 0 0,0 1 2240 0,1-2 352 15,2 2 80-15,0-3 16 0,1-1-1280 0,-1 1-240 16,2-2-48-16,-2 0-16 0,0 1-464 0,-1-1-80 16,1-1-32-16,0 0 0 15,-2-1-128-15,1 2-16 0,-1-2-16 0,-2 0 0 0,0 1-112 0,-1 0 0 16,-1-1-16-16,0 0 0 0,-2 1-240 0,-1 0 0 16,1 1 0-16,-3 1 0 0,-1 1 0 0,0 1 0 0,-2-1 0 0,-2 3-160 15,0 0 160-15,0 1 0 0,-1 3 0 0,0-1 0 16,0 1 0-16,0 2 144 0,2 0 0 31,1 2 0-31,0-1 96 0,3 2 16 0,0-1 0 0,1 0 0 0,1 0-80 0,0-1-16 0,2 0 0 0,0 0 0 16,2-2-160-16,0-1 0 0,3 1 0 0,-1-2 0 15,3-1 0-15,-1-2 0 0,-5 0 128 0,0 0-128 16,30-5 0-16,-20 3 0 0,2-1 144 0,0-1-144 16,-1 1 0-16,-1 1 0 0,0-1 0 0,-2 0 128 15,1 2-128-15,-3-1 0 0,0 0 0 0,-2 2 0 16,-3 0 0-16,0 2 0 15,-1 0 0-15,-1 0 0 16,0 0 0-16,-3 2 0 0,-1 2 0 0,-1 1 0 16,0 0 0-16,-1 1 0 0,-1 1 0 0,0 1 0 0,0 3 0 0,-3 2 144 15,2 0-144-15,0 1 160 0,1 0 160 0,-3 1 48 16,3 0 0-16,0-1 0 0,0 1-112 0,2 0-32 16,-2-1 0-16,3-2 0 0,0 0-96 0,1-4-128 15,3 0 176-15,-1-3-176 0,2 0 0 0,0-3 0 16,1-2 0-16,1-2 0 15,1-2-1568-15,1 0-224 0,2-3-32 0,1 0-12960 0</inkml:trace>
  <inkml:trace contextRef="#ctx0" brushRef="#br0" timeOffset="58150.3">6066 7311 12895 0,'3'-7'576'0,"-2"2"112"0,1 0-560 0,-1 3-128 0,0 0 0 0,-1 2 0 16,0-2 1712-16,1 0 304 0,-1 1 64 0,0-1 16 15,0 0 16-15,-2 4 0 0,-1 3 0 0,-1 1 0 16,0 4-816-16,-2 2-144 0,0 0-48 0,1 0 0 16,-1 2-512-16,1-2-96 0,0-3-32 0,1 3 0 15,0-2-144-15,1-1-16 0,1 1-16 0,0-3 0 0,2 0-64 0,1-3-16 16,1 1 0-16,1-2 0 0,0-1-208 15,0-2 176-15,4 0-176 0,-1-2 160 0,1 2-160 0,1-2 0 16,-8 2 0-16,0 0 0 0,29-1 0 0,-29 1 0 16,0 0 0-16,0 0 0 0,0 0 0 0,43 12 0 15,-43-12 0-15,0 0 0 0,0 0 0 0,0 0 0 16,0 0 128-16,0 0-128 0,32 35 0 0,-30-29 0 16,-2 0 0-16,0-1 0 0,-1 0 0 0,0 2 0 0,-2-1 128 15,0 0-128-15,-2-1 0 0,-1 2 0 0,0 0 0 0,-2-3 0 16,0 4 0-16,-1-4 0 15,0 2 144-15,-1-2-144 0,1 1 176 0,-1 0-48 0,-1-1 0 0,0 1 0 16,1-2 0-16,1 1-128 0,2-2 192 0,-1 1-64 16,1-1-128-16,0-1 0 0,2-2 144 0,0 1-144 15,0-4-160-15,2 1-96 0,-1-1-32 0,1-2-10560 16,0 0-2112-16</inkml:trace>
  <inkml:trace contextRef="#ctx0" brushRef="#br0" timeOffset="58323.95">6008 7319 7359 0,'1'-1'320'0,"0"-1"80"0,0 2-400 0,0-2 0 16,1 2 0-16,-1 0 0 0,2 0 2048 0,2 0 320 15,1-2 64-15,-6 2 0 16,0 0 192-16,38-6 48 0,-21 2 0 0,0-1 0 16,2 0-944-16,0-2-192 0,1 0-48 0,-1 2 0 0,2-2-960 0,-4 3-192 15,1-1-32-15,-18 5-16 0,27-4 192 0,-27 4 32 16,0 0 16-16,0 0-15376 0</inkml:trace>
  <inkml:trace contextRef="#ctx0" brushRef="#br0" timeOffset="60136.79">5466 7833 4607 0,'0'-3'400'15,"0"3"-400"-15,0-2 0 0,-1 2 0 0,1 0 720 0,-1 0 64 16,0 2 16-16,0-2 0 0,-3 3 240 0,-2 0 48 16,0 3 16-16,-2-1 0 0,2 2-192 0,-2 1-32 0,-1 1-16 0,2-1 0 15,0 3 480-15,0 1 80 0,-2 2 32 0,2 0 0 16,1 3-48-16,0 0-16 0,0 1 0 0,3-1 0 15,0-2-368-15,2 1-64 0,1-2 0 0,1-2-16 16,-1-12-464-16,0 0-96 16,0 0 0-16,0 0-16 0,0 0-368 0,31 30 128 0,-23-32-128 0,-1-2 0 15,2-4 0-15,0-1 0 0,0-3 0 0,0 0 0 16,0 1-224-16,-2-2-112 0,2 0-32 0,-2 0 0 16,0-1-400-16,-1 2-64 0,0-1-32 0,-2 1 0 15,-1 2 256-15,0-2 48 0,-2 0 16 0,-1 2 0 16,-2 1 240-16,-1 0 48 0,-2-1 16 0,1 1 0 15,-1 2 48-15,0-2 0 0,-2 1 0 0,1 1 0 0,0-1 192 0,0 2 0 16,1 1 0-16,1 2 0 0,0 1 0 0,2 0 0 16,-1 2 0-16,2 2 0 15,0 0-304-15,1 3-160 0,0 0-48 0,1 0-8704 16</inkml:trace>
  <inkml:trace contextRef="#ctx0" brushRef="#br0" timeOffset="60345.64">5562 7918 2751 0,'-1'-2'256'0,"1"2"-256"0,0 0 0 0,0 0 0 16,0 0 1904-16,0 0 336 0,0 0 64 0,0 2 0 0,2 3-176 0,-1 0-32 0,-1 4-16 0,0-9 0 15,0 0-944-15,7 33-192 0,-7-33-48 0,0 0 0 16,9 36-736-16,-9-36-160 15,0 0 0-15,0 0-9680 0</inkml:trace>
  <inkml:trace contextRef="#ctx0" brushRef="#br0" timeOffset="60853.67">5816 7894 19343 0,'2'0'848'0,"-1"0"192"0,0 0-832 0,1-2-208 0,-1 2 0 0,0-1 0 16,1 0 1216-16,2-1 192 0,1 1 32 0,2-4 16 16,1 1-496-16,0-3-112 0,-1 2-16 0,-1-2 0 15,1 1-256-15,-1 0-64 0,-1-1-16 0,0-2 0 16,0 2-320-16,-1-1-176 0,-1 1 192 0,-2-2-192 0,-1 1 0 0,-1 2 0 15,-1 0 0-15,-1 0 0 0,-2 1 0 0,-2 0 0 0,1 1 0 0,-3 3 0 32,-1-1 0-32,0 2 0 0,-2 3 0 0,0 3 0 15,0 2 0-15,-1 1 160 0,2 0 0 0,-1 1 0 16,1 3 160-16,1 0 48 0,-1 1 0 0,2 0 0 16,1-4-16-16,2 2 0 0,-1 0 0 0,3-2 0 15,1 1-192-15,1-4-32 0,3 0-128 0,2-3 192 0,1-1-192 16,2-3 0-16,2 0 0 0,2-3 0 0,0-1 0 0,1-1 0 15,2-1 0-15,0-2-160 0,0 1-80 0,-1-1-16 16,2 2 0-16,-1-1 0 0,-1 2 64 0,-2 0 0 16,-1 3 0-16,-1 0 0 0,-3 2 976 0,-1 0 208 0,-1 0 32 15,-3 2 16-15,0 0-800 0,-2 3-240 0,0 0 0 0,-2 0 128 32,1 2-624-32,-3 2-112 0,0 1-32 0,-2 1 0 0,1 1 960 0,-2 2 192 0,0 1 48 0,0 2 0 15,0-1-224-15,-2 3-32 0,2 0-16 0,1-2 0 16,-1 2-144-16,2-3-16 0,1 3-128 0,-1-5 192 15,1-1-192-15,3-1 0 0,0-3 0 0,2 0 0 16,0-4-176-16,2-3-128 0,2 1-16 0,1-3-15488 16</inkml:trace>
  <inkml:trace contextRef="#ctx0" brushRef="#br0" timeOffset="61393.38">6060 7876 10127 0,'3'-2'448'0,"0"1"96"0,0-1-544 0,-1 2 0 16,-1-2 0-16,0 2 0 16,1 0 1760-16,0-1 240 0,3 1 48 0,1-2 16 0,1 0 416 0,0 0 80 15,0-1 0-15,-2 0 16 0,2-1-912 0,-2-1-176 16,2 0-32-16,-1-2-16 15,-1 0-864-15,1 0-160 0,-1 0-32 0,0-3-16 0,-1 1-208 0,-1-2-32 0,0 3-128 0,-2-2 192 16,0 3-192-16,-2-2 0 0,0 2 0 0,-2 2 0 16,-1 0 0-16,-3 1 0 0,0 3 0 0,-2 1 0 15,-2 3 0-15,-1 0 0 0,-2 3 0 0,0 0 0 16,0 2 192-16,0 1-64 0,-1 2-128 0,0-1 192 0,2 3-48 16,1-3-16-16,3 1 0 0,0-1 0 0,3 2-128 15,-1-2 160 1,4 1-160-16,0-1 160 0,1-3-160 0,3 0 0 15,1 0 0-15,1-2 0 0,-3-5 0 0,0 0 0 0,0 0 0 0,0 0 128 0,47 7-128 0,-34-12 0 16,1 0 0 0,1 1 0-16,0-3 0 0,0 0 0 0,0-1 0 0,-1 1 0 0,-2-2 0 0,0-1-144 15,-1 1 144-15,-2 2-160 0,-2-1 0 0,-1 4 0 16,-3-1 0-16,-1 0 0 0,0 3 160 0,-3 2 0 16,-1 0-144-16,-1 0 144 0,-1 2 0 15,-1 3 0-15,-1 0 0 0,-1 2 0 0,1 0 0 0,-1 3 0 0,1 0 0 16,-2 3 0-16,1-1 160 15,0 3 48-15,1 1 16 0,-1 0 0 0,1 4 112 0,-2 1 32 16,0 2 0-16,0 0 0 0,-1 2-144 16,0-1-32-16,1 0 0 0,0-3 0 0,1-2-192 0,-1-3 0 0,2-2 0 15,-1 1-16336-15</inkml:trace>
  <inkml:trace contextRef="#ctx0" brushRef="#br0" timeOffset="63413.59">5551 8352 5519 0,'-1'-5'496'0,"0"3"-496"0,1 0 0 0,-1 1 0 15,1-1 864-15,0 2 80 0,-1 0 16 0,1-1 0 16,-1 1 512-16,0 0 128 0,-1 1 0 0,0 2 16 0,0 2-240 15,1 2-48-15,-2 2-16 0,0 1 0 0,1 4-64 16,-2 0-16-16,1 2 0 0,-2 1 0 16,0 2-208-16,0 0-64 0,-1 0 0 0,0 0 0 0,-1 0-256 0,1-2-48 15,0 0-16-15,2-3 0 0,1-2-448 0,1-1-192 16,2-4 176-16,2 0-13456 16</inkml:trace>
  <inkml:trace contextRef="#ctx0" brushRef="#br0" timeOffset="63619.11">5634 8508 16575 0,'-2'1'736'0,"1"1"160"0,0 0-720 0,1-1-176 0,0 1 0 0,0-2 0 15,0 1 1408-15,1 2 256 0,0 2 64 0,0 0 0 16,1 2-128-16,0-1 0 0,1 0-16 0,-2-1 0 15,-1-5-752-15,0 0-160 0,0 0-32 0,0 0 0 16,0 0-640-16,0 0-384 0,0 0 64 0,39 23-13056 16</inkml:trace>
  <inkml:trace contextRef="#ctx0" brushRef="#br0" timeOffset="63934.05">5889 8403 7359 0,'-3'-1'320'0,"1"1"80"0,2 0-400 0,-1 0 0 0,0-2 0 0,0 2 0 15,0 2 1024-15,0-2 128 0,0 1 32 0,-2 0 0 16,1 4 272-16,0-2 48 0,1 1 16 0,-1 3 0 16,0 0-32-16,0 1 0 0,0 1 0 0,0 1 0 15,0 1-224-15,-1 1-48 0,-1 0-16 0,-1 0 0 16,2 0-496-16,-1 2-80 0,-1-2-32 0,1 0 0 16,-2 2-592-16,2-2 0 0,3-3 0 0,-1-2-8496 31,1 1-1744-31</inkml:trace>
  <inkml:trace contextRef="#ctx0" brushRef="#br0" timeOffset="64759.14">5905 8406 5519 0,'0'-2'496'0,"0"0"-496"0,-1 2 0 0,0-2 0 15,1 2 816-15,-1-2 64 0,1-1 16 0,-2-2 0 16,0 1 112-16,0-2 16 0,1 3 16 0,-1 0 0 16,-1 3 80-16,0 0 16 0,1 0 0 0,1 3 0 15,-1 0-144-15,0 2-32 0,-1 2 0 0,-1-1 0 0,2 3-64 0,-1 0 0 16,0 3-16-16,0 0 0 0,0 2-160 0,1-4-16 16,0 2-16-16,-1-1 0 0,1 1-224 0,0-2-32 15,0-1-16-15,1 1 0 0,0-1-16 0,1-2 0 16,-1 0 0-16,1 0 0 0,1-2-16 0,-1 0 0 15,1-1 0-15,1-1 0 0,0 0-240 0,1 0-144 16,0-2 160-16,0-1-160 0,1 2 0 0,1-4 128 16,-1 1-128-16,1 0 0 0,0-4 0 0,0 0 0 15,3-1 0-15,-1-1 0 0,1-3 0 0,0 0-128 0,-1 1 128 16,2-3 0-16,-2 2-208 0,1 0 64 0,-1-3 16 16,0 1 0-16,2 0-32 0,-3 0 0 0,1 0 0 0,-3 1 0 15,0 1 16-15,-1 0 0 0,-1 1 0 0,-2 0 0 16,0 1-16-16,-2 2 0 0,-1 0 0 0,-1 2 0 15,1 2-32-15,-4 1 0 0,-1-1 0 0,-1 2 0 16,0 0-384 0,-1 2-64-16,1 1-32 0,-1 1 0 0,2 1 32 0,1 0 16 0,0-1 0 0,2-1-6352 15,2 2-1280-15</inkml:trace>
  <inkml:trace contextRef="#ctx0" brushRef="#br0" timeOffset="65139.71">6155 8316 3679 0,'1'-2'320'0,"0"0"-320"0,0 0 0 0,0 1 0 16,-1 1 960-16,1-1 128 15,0 0 32-15,0-1 0 0,0 1 512 0,-1 1 96 0,-1 3 32 0,-2 0 0 16,-1 3-96-16,-1 2 0 0,-1 1-16 0,-2 3 0 15,0 3-64-15,-2 1-16 0,1-2 0 0,0 3 0 16,-2 0-608-16,1 1-112 0,1-1-16 0,1 0-16 16,-1-1-160-16,2-2-16 0,1 0-16 0,2-2 0 15,0 0-176-15,1 0-48 16,2-2 0-16,1-1 0 0,1-2-208 0,-1-7-32 0,0 0-16 16,0 0 0-16,0 0-144 0,0 0 0 15,38 12 0-15,-30-19 0 0,2 2 0 0,0-5-144 0,3-3 144 0,1-2-208 0,0-1-32 0,-1-1 0 16,1-2 0-16,-2-3 0 0,0 1-16 0,-2 1-16 31,-2 0 0-31,-1 3 0 0,-3 2 272 0,-2 2 0 0,-2-1 0 0,-1 3 0 0,-1 2 0 0,-4 3 0 16,0 1 0-16,-2 3 0 15,-1 2-528-15,-1 2 0 0,-1 3 0 16,-2-1-12496-16</inkml:trace>
  <inkml:trace contextRef="#ctx0" brushRef="#br1" timeOffset="80660">5516 5512 2751 0,'-3'-3'256'0,"0"-1"-256"0,1 3 0 0,0-1 0 0,0 2 448 0,1 0 32 0,0 0 16 0,-1-1 0 16,-2 0 48-16,-1-1 16 0,0-1 0 0,-2 0 0 16,2 1-160-16,-1 1-16 0,0 0-16 0,1 1 0 15,0 0 48-15,-1 0 16 0,0 1 0 0,0 0 0 16,-1 0-112-16,1 3 0 0,-2-3-16 0,1 3 0 15,0-2 48-15,0 0 16 0,0 1 0 16,0-1 0-16,1 1 0 0,-1-1 0 0,1 0 0 0,0-1 0 0,2 1 64 0,0 0 16 16,-1-2 0-16,-1 3 0 15,1-1-128-15,0 0 0 0,2 0-16 0,-1 1 0 0,0 0-160 0,0 0-16 16,0 1-128-16,0 1 192 0,1-1-192 0,-1 3 0 16,0-2 0-16,-1 0 0 0,1 3 0 0,-2-2 0 15,3 1 0-15,0-3 0 0,-2 2 0 0,0 0 0 16,2 0 0-16,-2 0 0 0,0 0 0 0,2 0 0 15,0-1 0-15,-1 2 0 0,0 0 0 0,1 2 0 16,-2 1 0-16,1 2 0 0,1-2 0 0,-1-1 176 16,1 3-48-16,0-1-128 0,1 1 352 0,0-2-32 15,0 3-16-15,0-1 0 0,0-1-144 0,0 1-32 0,1-1 0 16,1-1 0-16,0 1-128 0,-1-2 0 0,2 0 0 0,-1-2 0 16,1 0 0-16,1-1 192 0,1-1-192 0,0 0 192 15,0 0 128-15,0 0 48 0,1 1 0 0,-1-2 0 31,1 2-16-31,0-1 0 0,-4-5 0 0,0 0 0 16,0 0-80-16,0 0-16 0,0 0 0 0,28 43 0 0,-28-43-80 0,0 0-32 0,0 0 0 16,0 0 0-16,28 41 16 0,-28-41 0 0,0 0 0 0,0 0 0 15,0 0 0-15,0 0 0 0,31 32 0 16,-25-27 0-16,0-3-16 0,0 3 0 0,-1-3 0 0,0 1 0 16,2 1 64-16,-2-1 16 0,2-1 0 15,-1 1 0-15,2-1 16 0,-2 0 0 0,1 0 0 0,1 1 0 0,-8-3-16 0,0 0 0 31,0 0 0-31,0 0 0 0,42 17 0 0,-42-17 0 0,0 0 0 16,0 0 0-16,39 21-96 0,-39-21 0 0,0 0-128 0,0 0 192 0,37 29-192 0,-37-29 128 16,0 0-128-16,0 0 0 15,41 32 144-15,-41-32-144 16,0 0 128-16,0 0-128 0,49 22 368 0,-49-22-16 16,0 0 0-16,41 9 0 0,-41-9-16 0,0 0 0 15,45 7 0-15,-45-7 0 0,0 0-32 0,43 5-16 0,-43-5 0 16,0 0 0-16,38 8-64 0,-38-8-16 0,0 0 0 0,34 9 0 15,-34-9-80-15,0 0 0 0,34 7-128 0,-34-7 192 16,0 0-64-16,37 2-128 0,-37-2 176 0,0 0-176 16,41 1 208-16,-41-1-64 0,29-1-16 0,-29 1 0 15,30-2 0-15,-30 2-128 0,30-2 192 0,-30 2-64 16,31-1-128-16,-31 1 0 0,31 1 0 0,-31-1 0 16,32 2 0-16,-32-2 128 0,32 2-128 0,-32-2 0 15,33 0 128-15,-33 0-128 0,33 3 128 0,-33-3-128 16,33 1 0-16,-33-1 128 0,33 3-128 0,-33-3 0 15,34 1 128-15,-34-1-128 0,38 2 128 0,-38-2-128 0,43-2 0 0,-21 1 128 16,1-1-128-16,2-3 0 0,0 0 0 0,-1-1 128 16,0-2-128-16,-1 2 0 0,0-2 160 0,-2 1-160 15,-1 0 192-15,-1 2-192 0,1-2 192 0,-2 2-192 16,-2 0 192-16,0 1-192 0,1-1 192 0,-2 0-64 16,1-1 0-16,-1 0-128 0,0 2 176 0,0-4-176 15,-1 4 160-15,-2-3-160 0,-1 2 128 0,0 0-128 16,0-2 0-16,-1 0 0 0,0 1 0 0,-3-2 128 15,0 1-128-15,0-1 0 0,-2 0 0 0,-1 0 0 16,1-4 0-16,-1 0 0 0,-1-2 0 0,-1 2 0 0,-1 0 0 16,-2-2 0-16,0 2 0 0,-2-2 0 15,-1-2 0-15,-2 1 0 0,-1-2 0 0,-2 1 0 0,-1 2 0 16,-1-3 0-16,-2 1 0 0,-1 1 0 0,0 1 0 0,-1 0 0 16,1 1-128-16,-1 1 128 0,0-1 0 0,1 1 0 15,0 2-128-15,1-1 128 0,0 1 0 0,-1-1 0 16,-1-1-128-16,1-2 128 0,-1 0 0 0,-1 1 0 15,0-1 0-15,-1 2 0 0,0 0 0 0,-1 3 0 16,1-1 0-16,-2 1-128 0,0 2 128 0,-2-1 0 16,1 4 0-16,-2-1 0 0,1 1-128 0,-1 1 128 0,1 1 0 15,0-1 0-15,0 1-128 0,0-1 128 0,2 1 0 16,0 0 0-16,2 0 0 0,-1-3 0 0,0 0 0 16,-1 3 0-16,0-3 0 0,-2 0 0 0,1 3 0 0,-2-3 0 15,-1-1 0-15,-3 1 0 0,-1-1 0 0,0 0 0 16,0 1 0-16,0 2 0 0,0 3 0 0,-2 0 0 15,-1 2 0-15,-1-1 0 16,-2 3 160-16,1-1-160 0,0 1 160 0,-3-1-160 0,1 2 0 16,0-2 128-16,1-1-128 0,0 2 0 0,0 1 0 0,0-1 0 15,3 1 0-15,1 0 0 16,-2 3-576-16,1 0-48 0,1 1-16 0,-2 2-14864 0</inkml:trace>
  <inkml:trace contextRef="#ctx0" brushRef="#br1" timeOffset="81382.89">7056 5853 6447 0,'-4'-5'576'0,"1"3"-576"0,2 2 0 15,0-2 0-15,1 2 320 0,-1-3-64 0,-2 1 0 16,-3-3 0-16,0-1 192 0,-1 0 48 0,0 2 0 0,0-1 0 16,1 2 368-16,1 1 80 0,1 1 16 0,2 0 0 15,0 1 496-15,1-2 96 0,1 2 32 0,2-1 0 16,1-1-176-16,1-1-48 0,3 1 0 0,1 0 0 16,2-3-240-16,2 0-48 0,2 1-16 0,2-4 0 15,2 2-288-15,0-2-64 0,3 2-16 0,-1-2 0 16,1 3-368-16,1-2-64 0,-2 3 0 0,-1 1-16 15,-1 0-240-15,-2 0 0 0,0 2 0 0,-2-1 0 16,-2 2-208-16,-1 0-48 0,-2 0 0 0,-2 0-8560 16,1 2-1712-16</inkml:trace>
  <inkml:trace contextRef="#ctx0" brushRef="#br1" timeOffset="81820.98">7654 5640 6735 0,'4'-8'128'0,"-2"5"48"0,1 0 0 0,-2 0 32 0,0 0-208 0,0 2 0 0,0 0 0 0,1-1 0 15,1 2 2064-15,-1-5 368 0,2 1 80 0,-1 1 16 0,-1 1-672 0,-1 0-128 16,-1 0-16-16,-1 1-16 0,0 1-304 0,-1-3-64 16,-1 3-16-16,0-2 0 15,-1 2-336-15,-1-2-64 0,-1 2-16 0,-2-2 0 0,2 2-192 0,-3 0-64 16,-2 0 0-16,-2 2 0 0,-3 0-176 0,0 0-32 16,-2 1-16-16,3 2 0 0,1-3-272 15,0 5-144-15,1 0 160 0,1 1-160 0,2 1 0 0,2 0 0 16,1 3 0-16,1 2 0 15,1 3 176-15,2 0-176 0,2 1 192 0,1-18-192 16,1 35 144-16,-1-35-144 0,0 0 0 0,14 46 144 16,-14-46-144-16,0 0 128 0,37 29-128 0,-37-29 128 15,33 7 0-15,-15-7 0 0,4 0 0 0,-1-3 0 16,0-3-128-16,0 0 160 0,-2 0-160 0,1-4 160 0,-3 3-160 0,-1-2 0 16,1-1 0-16,-1-2-176 15,-1 2-592-15,-3 1-128 0,-2 2-32 0,0 0 0 16,-1 2-1616-16,-1-1-320 0</inkml:trace>
  <inkml:trace contextRef="#ctx0" brushRef="#br1" timeOffset="83566.14">7925 5557 5519 0,'0'0'496'0,"0"0"-496"0,0 0 0 0,0 0 0 15,0 2 896-15,-1-2 96 0,1 0 16 0,-1 1 0 16,1 3 256-16,-1-2 48 0,0 3 16 0,1 2 0 0,0 1-80 0,-1 1-16 31,1 2 0-31,0 1 0 0,-1 2-96 0,1-14-32 0,-1 32 0 0,-1-14 0 0,1 1-144 0,1 0-16 16,-2 0-16-16,0 2 0 0,0-1-432 0,0-2-96 15,0 2-16-15,0-5 0 0,2-15-384 0,-2 25 0 16,1-13-192-16,1-3 192 16,0-3-1328-16,1 0-144 0,0-4-16 0,1-1-5504 15,0-3-1104 1</inkml:trace>
  <inkml:trace contextRef="#ctx0" brushRef="#br1" timeOffset="83878.32">7895 5633 2751 0,'-5'-4'128'0,"2"1"16"0,0 0-144 0,1 1 0 0,1 1 0 16,0 0 0-16,0 0 1216 0,0-1 224 0,0-2 32 15,0-1 16-15,0 0 176 0,1-2 48 16,2 2 0-16,1-2 0 0,2 2-592 0,0 0-112 0,4 0-32 0,0 1 0 15,2-1-224-15,2 1-48 16,0 1-16-16,1 1 0 0,0-1 16 0,1 3 16 0,-15 0 0 0,28 3 0 16,-28-3-80-16,0 0 0 0,37 14-16 0,-37-14 0 15,0 0-320-15,0 0-64 0,30 34-16 0,-30-34 0 16,0 0-224-16,10 35 0 16,-10-23 0-16,0 1 0 0,-1-1 0 0,-3 0 0 0,0 0 0 0,-2-1 0 15,-2 0 0-15,-1-1 144 0,0 1-144 0,-2-2 128 0,-1 2 112 0,-2-2 16 16,1 0 0-16,-1 0 0 15,-1 1-64-15,2-3-16 16,0 0 0-16,0 0 0 0,2 0-176 0,2-2 0 0,-1 0 0 16,3-1 0-16,0-1 0 0,2-1-320 0,1-1 48 0,2-2-11824 0</inkml:trace>
  <inkml:trace contextRef="#ctx0" brushRef="#br1" timeOffset="84178.82">8181 5564 6447 0,'0'0'272'0,"0"-2"80"0,0 2-352 0,0-2 0 0,1 2 0 0,0 0 0 15,-1-1 1536-15,2 1 224 0,1-2 48 0,2 1 16 0,2-1 32 0,2 2 16 16,1-2 0-16,0 0 0 0,2 2-800 0,-1-3-176 16,2 1-16-16,-1-1-16 0,2 1-416 0,-1 1-96 15,0 0-16-15,0-2 0 0,-2 1-80 0,0 0-32 16,0 1 0-16,-1 1 0 0,-3 0-224 0,-1 0 0 16,-2 0 0-16,0 0-160 15,-2 1-1024-15,0 1-208 0</inkml:trace>
  <inkml:trace contextRef="#ctx0" brushRef="#br1" timeOffset="84399.05">8264 5571 6447 0,'-2'-3'272'0,"1"1"80"0,1 2-352 0,-1 0 0 0,1 0 0 16,0 0 0-16,0 0 1744 0,0 0 288 0,-1 3 48 0,0 1 16 15,0 3 16-15,-1 1 0 0,1 2 0 0,-1 1 0 16,1 0-688-16,-1 2-128 0,2-13-16 0,-2 34-16 15,0-14-544-15,0 1-96 0,0 3-32 0,0-2 0 16,-1-1-176-16,1 0-32 0,-1 1-16 0,1-4 0 0,2-18-240 0,-3 32-128 16,3-32 128-16,0 0-128 0,-1 35-256 0,2-28-112 15,0 3-16-15,1-6-16 16,1 3-1600-16,0-6-320 0</inkml:trace>
  <inkml:trace contextRef="#ctx0" brushRef="#br1" timeOffset="84603.97">8222 5760 8287 0,'-4'-2'368'0,"2"0"80"0,0 2-448 0,1-2 0 15,1 2 0-15,1 0 0 0,0-2 1920 0,1 1 288 16,2-1 64-16,0-1 16 0,5-1 48 0,1-1 16 16,3-1 0-16,2 0 0 0,2-3-736 0,2 1-144 0,1 1-16 0,0-1-16 15,-1 0-800-15,0 3-176 0,-1 0-16 0,-1 1-16 16,-2 3-432-16,-2-1 0 0,-13 2-224 0,0 0-13776 15</inkml:trace>
  <inkml:trace contextRef="#ctx0" brushRef="#br0" timeOffset="97623.74">8310 6832 7359 0,'-2'0'656'15,"1"2"-528"-15,1-2-128 0,1 0 0 0,0 0 944 0,0 0 144 16,0 0 48-16,0 0 0 0,4 0 304 0,1-2 64 16,0 0 16-16,2 0 0 0,4-1-384 0,0-1-80 0,0 0-16 0,2 0 0 15,0 0-208-15,0 1-32 16,-2 1-16-16,1 0 0 0,2 0-528 0,-1 1-96 0,-14 1-32 0,28 1 0 15,-28-1-128-15,0 0 0 0,37 5-192 0,-37-5 192 16,0 0-1152 0,0 0-128-16,36 8 0 0,-29-5-7936 0</inkml:trace>
  <inkml:trace contextRef="#ctx0" brushRef="#br0" timeOffset="97828.06">8354 6928 1839 0,'-7'0'160'0,"2"0"-160"0,0 2 0 0,4-2 0 0,0 2 960 0,1-2 144 16,-1 0 48-16,1 0 0 0,0 0 896 0,1 0 176 16,1 0 32-16,2-2 16 0,3 0-304 0,1 1-64 15,2-3-16-15,2 1 0 0,1 1-480 0,2-1-112 16,2 1-16-16,-1-1 0 0,1 1-432 0,0 0-80 16,-17 2-32-16,35-2 0 0,-35 2-464 0,34-5-80 0,-18 2-32 15,-16 3 0 1,31-4-720-16,-18 1-144 0,0-1-16 0,-1 0-11344 0</inkml:trace>
  <inkml:trace contextRef="#ctx0" brushRef="#br0" timeOffset="98158.96">8571 6647 8287 0,'-6'-2'368'0,"1"0"80"16,1 2-448-16,2 2 0 0,0-2 0 0,1 0 0 15,0 2 1312-15,-2 1 176 0,-1-1 48 0,1 3 0 0,-1 0 128 0,1-1 16 32,1-1 16-32,4 0 0 0,1-1-176 0,2 0-48 0,3-2 0 0,1 0 0 0,1 0 0 0,-10 0-16 15,27 0 0-15,-27 0 0 16,31 1-432-16,-31-1-96 0,35 3-16 0,-35-3 0 0,35 8-384 0,-35-8-80 16,0 0 0-16,46 14-16 0,-46-14-224 0,0 0-32 15,0 0-16-15,41 34 0 16,-41-34-160-16,0 0 192 0,0 0-192 0,18 44 192 0,-18-44 0 0,-1 31 16 15,-2-14 0-15,-2-1 0 0,-4 1 48 0,-3 2 16 16,-1 0 0-16,-3 2 0 0,-4-2-80 0,-2 2 0 16,-2-2-16-16,-2-1 0 0,-3 2-48 0,0-1-128 0,2 3 192 15,2-1-64-15,1-1-128 16,4-2 0-16,3-2 0 0,3 1-17360 16</inkml:trace>
  <inkml:trace contextRef="#ctx0" brushRef="#br0" timeOffset="100058.36">9977 5854 3679 0,'-1'0'320'0,"0"0"-320"0,1 0 0 0,0 0 0 16,1 0 896-16,-1-1 128 0,0 2 0 0,1-1 16 15,1 0 240-15,2 0 32 0,0 0 16 0,2 0 0 16,1-1-112-16,3 1 0 0,1-2-16 0,-11 2 0 16,27-3-176-16,-13 1-48 0,2-2 0 0,2 1 0 15,-1 0 0-15,2-1 0 0,0 0 0 0,-2 0 0 16,0 1-528-16,-1 0-128 0,-16 3 0 0,27-5-16 16,-27 5-304-16,0 0 0 0,27-3 0 0,-20 3-7360 15,-2-2-1360-15</inkml:trace>
  <inkml:trace contextRef="#ctx0" brushRef="#br0" timeOffset="100406.27">10022 5882 5519 0,'-2'-2'240'0,"1"1"64"16,1 1-304-16,0-2 0 0,1 2 0 0,-1 0 0 15,1 2 1040-15,0-2 160 0,0 1 16 0,1 1 16 16,0 2 368-16,0 1 80 0,0 0 16 0,-2 2 0 0,0 0-736 0,-1 3-160 16,-1-1-32-16,-1 1 0 0,0 3-336 0,-1-3-80 15,-1 4-16-15,0-3 0 0,1 0 160 0,-2-1 16 16,1 4 16-16,-2 0 0 0,1 0-144 0,-2 0-16 16,2 0-16-16,-1 3 0 0,0-2-176 0,2 1-48 15,-1-2 0-15,2 0 0 0,2-2 16 0,1 0 0 0,1-12 0 0,0 0 0 16,0 0-144-16,0 0 0 15,17 38 0-15,-17-38 0 0,0 0 0 0,0 0-144 0,0 0 144 0,44 4 0 16,-44-4 0-16,25-3 0 0,-12 0 0 0,0 0 0 16,0 0 0-16,0-1 144 0,1 0-144 0,-2-1 128 15,0 1-128-15,-1-1 0 0,0-1 0 0,-1 2 0 16,0-1-880 0,-2-1-144-16,-2 2-48 0,0-1-8640 0</inkml:trace>
  <inkml:trace contextRef="#ctx0" brushRef="#br0" timeOffset="100621.43">9935 6109 9215 0,'-1'-5'400'0,"1"2"96"0,0 2-496 0,1-2 0 16,1 1 0-16,-1 0 0 0,1 1 1536 0,2-1 224 15,1 0 32-15,3-3 16 0,3-1 176 0,3 0 16 16,1 1 16-16,1 1 0 0,3-1-592 0,0 0-112 15,1 3-32-15,1-3 0 0,4 3-736 16,-1-1-160-16,-24 3-16 0,44-2-16 0,-44 2-352 0,38-2-192 0,-38 2 32 0,38 0-8288 31,-38 0-1664-31</inkml:trace>
  <inkml:trace contextRef="#ctx0" brushRef="#br0" timeOffset="100998.87">10517 5867 6447 0,'2'-4'272'0,"0"1"80"0,-1 1-352 0,0 0 0 0,0 0 0 15,0 1 0 1,0-1 1264-16,1 0 176 0,0 0 32 0,0-1 16 0,0 0 304 0,-1-1 64 16,-2 3 16-16,1-1 0 0,-2 4-80 0,-1-2 0 0,-1 3-16 0,0 0 0 15,-1 1-480-15,-2 0-80 0,0 4-32 0,0-1 0 16,0 0-464-16,-1 1-80 0,-1 3-32 0,-2 1 0 16,1 3-288-16,-1 3-48 0,1 1-16 0,-1 0 0 15,1 3-256-15,2-1 128 0,2 0-128 0,0 0 0 31,2 0 304-31,2 1-48 0,1 2-16 0,1-24 0 0,5 39-240 0,-5-39 128 0,0 0-128 0,21 47 0 16,-21-47-352 0,0 0-160-16,30 31-48 0,-30-31-13776 0</inkml:trace>
  <inkml:trace contextRef="#ctx0" brushRef="#br0" timeOffset="101462.21">10672 5946 9215 0,'-2'0'400'0,"1"2"96"0,1-2-496 0,0 0 0 0,1 0 0 0,0 0 0 15,2 0 784-15,0-2 64 0,3 2 16 0,3-3 0 16,4-1-48-16,2 0-16 0,2 0 0 0,0-1 0 16,2 1-32-16,-1 0 0 0,1 1 0 0,-2 0 0 15,-17 3-272-15,33-2-64 0,-33 2-16 0,29 0 0 16,-29 0-208-16,0 0-32 0,33 0-16 0,-33 0 0 16,0 0-416-16,0 0-64 0,28 0-32 0,-24 0 0 15,-2 0-784-15,0 0-144 0,0 0-48 0,-2 0 0 16,-1 0-48-16,0 0-16 0,0 0 0 15,-1-2 0-15,0 0 112 0,-1 1 32 0,0-1 0 0,1-1 0 0,1 1 992 0,0 0 256 16,1 2 0-16,-1-2 0 0,0 1 1104 0,0 1 320 16,0 0 64-16,0 3 16 0,-1-1-160 0,0 1-16 15,0 1-16-15,0 1 0 0,-2 0 192 0,-1 4 32 16,-2 1 16-16,-2 4 0 0,-1 0-272 0,1 0-64 16,1 0-16-16,-3 1 0 0,-2 4-528 0,-4 3-96 15,0 1-32-15,0 0 0 0,1-1-224 0,-1-3-64 16,0 1 0-16,2-2 0 0,2-3-512 0,1-1-96 0,3-2-32 0,2-3-11392 31</inkml:trace>
  <inkml:trace contextRef="#ctx0" brushRef="#br0" timeOffset="101697.69">10741 6014 7359 0,'-1'-4'656'0,"0"2"-528"0,1 1-128 0,0 1 0 16,0 1 1712-16,0-1 304 0,0 0 64 0,0-1 16 15,0 2 192-15,1 1 32 0,1 1 16 0,0 1 0 0,-2-4-608 0,0 0-112 16,0 0-16-16,0 0-16 0,31 47-432 0,-31-47-96 16,0 0-16-16,33 38 0 0,-33-38-624 0,0 0-128 15,37 38-32-15,-37-38 0 0,0 0-256 0,32 29-272 16,-32-29 48-16,0 0 16 16,0 0-2160-16,0 0-448 0,0 0-64 0,0 0-8848 15</inkml:trace>
  <inkml:trace contextRef="#ctx0" brushRef="#br0" timeOffset="101871.17">10667 6197 4607 0,'-7'3'192'0,"2"1"64"0,2-2-256 0,0-2 0 16,3 1 0-16,0-1 0 0,0 1 1248 0,1 0 208 0,0 1 32 0,2 1 16 16,-3-3 672-16,0 0 144 0,0 0 32 0,29 0 0 15,-19-3-352-15,1 1-64 0,-11 2-16 0,29-5 0 16,-29 5-320-16,32-2-80 0,-32 2-16 0,36-3 0 15,-36 3-928-15,37 0-176 0,-37 0-32 0,34 3-16 16,-34-3-352-16,0 0 0 0,48 6 0 0,-48-6 0 16,0 0-1280-16,42 8-160 0</inkml:trace>
  <inkml:trace contextRef="#ctx0" brushRef="#br0" timeOffset="102157.14">11138 5905 11967 0,'1'0'528'0,"0"0"112"0,1 0-512 0,0 1-128 0,0 1 0 0,0-2 0 16,0 0 1680-16,2 0 304 0,2 2 64 0,-6-2 16 15,0 0 48-15,33 7 16 0,-33-7 0 0,0 0 0 0,36 14-544 0,-36-14-112 0,0 0-32 0,33 29 0 16,-33-29-464-16,0 0-80 0,19 50-32 0,-19-50 0 16,4 40-416-16,-4-40-64 0,-6 42-32 0,0-18 0 15,-5 0-352-15,-3-3 128 0,-2 0-128 0,-2-3 0 16,1-1-208-16,-2-2-112 0</inkml:trace>
  <inkml:trace contextRef="#ctx0" brushRef="#br0" timeOffset="103328.5">11511 5943 5519 0,'-2'0'496'0,"1"0"-496"0,0 0 0 0,1 0 0 16,0 0 848-16,-1 1 80 0,0 1 16 0,1-2 0 15,-2 0 192-15,1 0 32 0,1-2 16 0,2 1 0 16,-1 1 368-16,3-2 80 0,0 2 16 0,1-2 0 16,2 2 128-16,1-1 16 0,1 1 16 0,-9 0 0 15,0 0-368-15,33 0-80 16,-33 0-16-16,0 0 0 0,38 0-672 0,-38 0-144 16,0 0-16-16,41 3-16 0,-41-3-496 0,27 0 128 0,-27 0-128 0,27-2 0 15,-27 2-640-15,0 0-160 0,26-1-32 0,-21 1-12688 16</inkml:trace>
  <inkml:trace contextRef="#ctx0" brushRef="#br0" timeOffset="103502.48">11589 6057 11055 0,'-1'0'480'0,"0"0"112"0,1 0-464 0,1-2-128 0,0 2 0 0,0-1 0 0,1 1 1600 0,1 0 320 16,1-2 48-16,2 0 16 0,1 2 240 0,4-5 48 15,1 3 16-15,1-3 0 16,3 3-1072-16,-1-1-192 0,-1 1-64 0,-14 2 0 0,26-3-960 0,-26 3-160 16</inkml:trace>
  <inkml:trace contextRef="#ctx0" brushRef="#br0" timeOffset="106608.9">12047 5856 10127 0,'0'0'896'0,"1"0"-704"15,0 2-192-15,1-2 0 0,0 0 704 0,1 0 128 16,3 0 0-16,4-2 16 0,-10 2 448 0,36-6 96 16,-13 2 16-16,3-1 0 0,-1-2-368 0,0 1-64 15,1-1-16-15,-2-1 0 0,-1 2-560 0,-1 0-112 0,-2 1-32 0,-3 1 0 16,1 1-400-16,-2 0-96 0,0 0-16 0,-16 3 0 31,30-3-416-31,-30 3-96 0,0 0 0 0,35-2-16 16,-35 2-160-16,0 0-16 0</inkml:trace>
  <inkml:trace contextRef="#ctx0" brushRef="#br0" timeOffset="107117.18">12152 5891 6447 0,'-2'0'576'16,"1"0"-576"-16,1 0 0 0,0 0 0 16,1 0 1296-16,0-2 160 0,0 2 16 0,0-1 16 0,1 1 528 0,0-2 96 15,1 2 32-15,0-1 0 0,2 1-384 0,-2-1-80 16,2 2-16-16,-1 0 0 0,0-1-432 0,1 2-80 16,-5-2-32-16,0 0 0 0,0 0-400 0,0 0-80 15,0 0 0-15,41 18-16 0,-41-18-112 0,0 0-32 16,0 0 0-16,0 0 0 0,44 16-192 0,-44-16-32 15,0 0-16-15,0 0 0 0,38 12-240 0,-38-12 0 16,0 0 128-16,0 0-128 0,0 0 0 0,0 0 0 16,0 0 0-16,0 0 0 0,30 36 0 0,-32-30 0 15,-2 0 0-15,0 2 0 0,-1-2-192 0,1 0 192 16,-3 2-192-16,0 1 192 0,-2-2-272 0,0 3 48 0,0-1 16 0,-2 0 0 16,-1 1 0-16,-1 2 0 0,1-4 0 0,0 1 0 31,0 0-208-31,-1-1-32 0,0 1-16 0,-1 0 0 15,0-2-16-15,-2 0 0 0,-1 1 0 0,1-2 0 16,2 2-16-16,1-4 0 0,2 1 0 0,3-2 0 0,1-1 656 0,2-2 128 0,1 0 32 0,1 0 0 16,3 0 464-16,0-2 112 0,2 2 0 0,1-3 16 15,3 1-272-15,1-1-48 0,1 1-16 0,3 0 0 16,1-1-80-16,3-1-32 0,3 1 0 0,2 1 0 0,3 0-80 16,-1-1-32-16,-22 3 0 0,45-4 0 0,-21 3-96 15,-24 1 0-15,47-2-16 0,-47 2 0 0,44-2-240 0,-44 2 0 16,47-3 0-16,-20 1 0 0,1 0 0 0,-1-1 0 15,0 2 0-15,-2-2 0 0,-3 0 0 16,-22 3 0-16,36-6 0 0,-21 3 0 16,-2 0-480-16,-2-2-32 0,-1 2-16 0,-2-1-10272 15,-2-1-2048-15</inkml:trace>
  <inkml:trace contextRef="#ctx0" brushRef="#br0" timeOffset="115938.43">12055 6427 911 0,'0'-3'0'0,"-1"0"0"0,0 2 0 0,0-2 0 0,1 2 416 0,0 0 0 16,-1 1 0-16,1-3 0 0,-1 0 800 0,0-2 144 16,0-1 48-16,0 2 0 0,-1-1 352 0,1 2 80 15,0 0 16-15,1 0 0 0,0 0-288 0,0 0-48 16,1 1-16-16,0 0 0 16,2 0-160-16,1-3-16 0,-1 2-16 0,3-1 0 15,1-3-432-15,0 2-96 0,1 0-16 0,1-2 0 0,-1 0-352 0,0 0-80 16,3 0-16-16,-2 2 0 0,1-2-96 0,-2 2-32 15,1 3 0-15,-2 0 0 0,0 4 112 0,-2-1 16 0,-5-1 0 16,0 0 0-16,0 0-112 0,0 0-16 16,0 0 0-16,27 46 0 0,-27-46-192 0,7 33 128 0,-7-33-128 0,9 34 0 31,-9-34 0-31,9 32 0 0,-9-32 0 0,0 0 0 0,19 44 0 0,-19-44-160 0,0 0 160 0,0 0-192 31,28 32-1536-31,-28-32-304 0,0 0-64 0,0 0-9328 0</inkml:trace>
  <inkml:trace contextRef="#ctx0" brushRef="#br0" timeOffset="116144.23">12332 6319 11967 0,'-4'-3'528'0,"0"0"112"0,1 3-512 0,0 0-128 0,1 0 0 0,-1 3 0 0,0-1 1120 0,-2 0 192 31,-4 5 32-31,-4 3 16 0,-4 2 80 0,-2 4 16 16,0 1 0-16,0 0 0 0,1 2-304 0,-1-2-64 0,3-1-16 0,-1 0 0 15,3-2-400-15,2-2-80 0,3-2-16 0,0-1 0 16,4-2-384-16,1-2-64 0,2 0-128 0,1 0-8288 16,0-2-1760-1</inkml:trace>
  <inkml:trace contextRef="#ctx0" brushRef="#br0" timeOffset="116323.71">12327 6383 3679 0,'2'-3'320'0,"0"0"-320"0,0 0 0 0,0 1 0 15,-1 2 2432-15,-1-1 432 0,2 1 80 0,0-1 0 16,2-1-80-16,1-1-32 0,2 1 0 0,-1-1 0 16,3 1-1520-16,-2 1-304 0,2 0-64 0,-2 1-16 0,2-2-656 0,-1 2-128 15,-1 2-16-15,0-2-128 16,-7 0-304-16,0 0-160 0,0 0-48 0,0 0-7552 15,0 0-1536-15</inkml:trace>
  <inkml:trace contextRef="#ctx0" brushRef="#br0" timeOffset="116511.72">12374 6406 5519 0,'-3'2'240'0,"0"-2"64"0,1 2-304 0,1-2 0 15,0 2 0-15,1-2 0 0,0 1 1152 0,-1 1 160 16,1 1 32-16,-1 0 16 0,2 0-288 0,-1 2-64 0,2-2-16 15,1 0 0-15,1-2-624 0,0 1-128 0,3-1-32 0,0-2 0 16,2 0 48-16,-1 0 0 0,1-1 0 0,0 0 0 16,1 0-448-16,-1-1-64 0</inkml:trace>
  <inkml:trace contextRef="#ctx0" brushRef="#br0" timeOffset="116861.33">12606 6330 9215 0,'1'0'400'0,"-1"-2"96"0,1 1-496 0,-1 1 0 16,0 0 0-16,0 0 0 0,0 1 1856 0,-1 1 256 16,0-2 64-16,0 2 16 0,0 0-176 0,-2 1-32 15,0 0-16-15,-1 3 0 0,1-1-720 0,-2 2-144 16,1 0-16-16,0 0-16 0,0 4-304 0,-1 0-64 15,2-1-16-15,-1 1 0 0,1 1-304 0,1 0-64 16,1 0-16-16,1-12 0 0,0 0-112 0,0 0 0 0,10 33-16 0,-10-33 0 16,0 0-176-16,0 0 0 15,0 0 0-15,38 7 128 0,-26-10-128 0,0-1 0 0,0-4 0 0,-1 2 0 16,0-2 0-16,1-3-144 0,1-1 144 0,1-2 0 16,-4 1-416-16,0-1 32 0,-1 0 0 0,-4 1 0 15,-2 0 80-15,-3 1 32 0,-3 3 0 0,-3-1 0 0,-4 5 80 0,-2-1 32 16,-3 3 0-16,-3 3 0 15,-1 0-1216-15,0 5-240 0,0-1-48 0,1 4-9616 16</inkml:trace>
  <inkml:trace contextRef="#ctx0" brushRef="#br0" timeOffset="119897.62">12989 5965 6447 0,'-2'0'576'0,"2"0"-576"0,-1 0 0 0,1 0 0 15,0 0 1072-15,-1 0 96 0,0 0 32 0,-1-1 0 16,-1 1 464-16,1 0 112 0,0-2 16 0,1 1 0 16,1 0-16-16,0-1 0 0,0-1 0 0,1 0 0 15,1 0-608-15,2-2-112 0,1 2-32 0,-1-3 0 0,3 2-640 0,0-3-128 16,2 0-16-16,0 0-16 16,0 0-96-16,0 0-128 0,0 2 176 0,-1-1-176 15,-1 3 144-15,1 0-144 0,-1 1 0 0,-1 2 144 0,-6 0-144 0,0 0 160 16,0 0-160-16,0 0 160 0,0 0-160 0,30 43 160 15,-30-43-160-15,12 35 160 0,-12-35-160 0,14 41 160 16,-14-41-160-16,13 44 160 0,-13-44-160 0,16 43 128 16,-16-43-128-16,19 35 128 0,-19-35-384 0,0 0-96 15,30 34-16-15,-30-34 0 16,0 0-2064-16,37 9-400 0</inkml:trace>
  <inkml:trace contextRef="#ctx0" brushRef="#br0" timeOffset="120071.04">13278 5924 11967 0,'-8'-4'528'0,"3"1"112"0,-1 1-512 0,3 1-128 0,0 2 0 0,0 1 0 15,-2 1 1264-15,-2 0 208 0,-4 3 64 0,-5 3 0 16,-3 5 64-16,-5 4 32 0,0 3 0 0,-1 4 0 16,0-1-736-16,0 5-128 0,0-1-48 0,1-2 0 15,4-2-720-15,3-3 0 0,4-1-160 0,6-4-11264 16</inkml:trace>
  <inkml:trace contextRef="#ctx0" brushRef="#br0" timeOffset="126258.12">12345 5476 13823 0,'1'-7'1216'0,"0"2"-960"16,0 1-256-16,0 2 0 0,-1 1 704 0,1-3 112 16,2-1 16-16,0-5 0 0,1 0 784 0,-3-1 176 15,1 4 16-15,-1-1 16 16,-2 6-480-16,-1 2-80 0,0 2-32 0,-2 3 0 0,-1 0-528 0,0 2-96 15,-2 2-32-15,0 1 0 0,0 2 672 0,0-2 128 32,0 1 32-32,-3 2 0 15,2 1-1664-15,-1 0-336 0,1-2-64 0,1 2-16 0,0 0 672 0,1-2 0 0,1 0 0 0,1 0 128 16,1-3-128-16,0 0 192 0,1 1-64 0,1 0 0 16,1-4 0-16,0 2 16 0,1-3 0 0,1 2 0 15,1-3-144-15,0 1 0 0,-3-5 0 0,0 0 0 16,0 0 0-16,0 0 0 0,37 3 0 0,-24-6 0 15,-3-2 0-15,1 3 0 0,2-3 0 0,2-2 0 16,2 0 0-16,2 0 0 0,-1-1 0 0,-2 4 0 16,0-3-304-16,-2 4 16 0,-2 0 0 0,-1-1 0 15,-1 2-1504-15,0 0-288 0,-1 1-64 0,-3-1-10192 16</inkml:trace>
  <inkml:trace contextRef="#ctx0" brushRef="#br0" timeOffset="126435.72">12490 5533 4143 0,'-7'-7'0'0,"1"2"176"0,2 0-48 0,0 3 0 0,2 1-128 0,1 0 0 16,-1 1 0-16,-2-2 0 0,-3 1 2352 0,-1-3 448 16,-2 3 80-16,0 1 32 0,0 1-288 0,1 3-64 15,0 3-16-15,-1 1 0 0,1 4-1072 0,0 2-224 16,0 2-32-16,1-2-16 0,2 0-560 0,-2 3-128 16,1 2 0-16,-1 3-13504 0</inkml:trace>
  <inkml:trace contextRef="#ctx0" brushRef="#br0" timeOffset="127598.56">12445 5469 3679 0,'-3'-2'320'0,"1"1"-320"0,0 1 0 0,1 0 0 0,0 0 768 0,1 0 96 16,-1 0 16-16,0 0 0 0,-1 1 720 0,-1 3 160 15,0-1 32-15,1 1 0 0,0 1-496 0,-1 0-80 0,1 2-32 0,0 0 0 16,0 0-464-16,1 0-80 15,-2 1-32-15,1-2 0 0,0 2-128 0,-1-3-32 16,1 2 0-16,-1-2 0 0,-1 4 128 0,-1-2 32 16,2 0 0-16,-3 3 0 0,1 0-32 0,-1 1 0 15,1-2 0-15,1 1 0 0,-1 0-48 0,0 2-16 0,0 2 0 0,-1 0 0 0,2 0-128 0,0 0-16 16,0-1-16-16,1 0 0 16,2-1-352-16,-1-2 0 0,1-3 0 0,-1 0 0 15,2-2 0-15,-1-1-240 0,2-4 48 0,-1 0 0 16,1-2-128-16,1-1 0 0,-1-1-16 0,1-1 0 15,0-2 336-15,2-2 0 0,0 1-144 0,0-3 144 16,0 2-192-16,2-2 32 0,-1-1 0 0,1 1 0 31,0-3-240-31,1 1-48 0,-2 2-16 0,1-1 0 0,-1 0 0 0,-1 0 0 0,1 3 0 0,-1-1 0 16,-1 1 464-16,0 0 0 0,-1 1-128 0,0 2 128 16,0-2 0-16,-1 3 0 0,-1-2 144 0,1 3-144 15,0 1 608-15,-1-2 32 0,1 3 0 0,-1-2 0 16,0 3 192-16,0-1 64 0,0 0 0 0,-1 1 0 0,1 1-416 15,0 1-80-15,-1-1-16 0,0 0 0 0,1 0-112 0,0 2-16 16,-1-2-16-16,-1 2 0 0,1-1-240 0,0 1 144 16,-1 0-144-16,1 0 128 0,-1 0 32 0,-1 1 0 15,2 2 0-15,-1-3 0 0,-1 3 64 0,0 2 16 16,0 0 0-16,0 2 0 0,-1-1 16 0,0 1 16 0,1 0 0 0,1 0 0 16,-2-1-96-16,0 1-32 15,1 0 0-15,0-1 0 0,0-1-144 0,0 3 0 16,0-3 144-16,0 0-144 0,1 1-208 0,-1-1-112 15</inkml:trace>
  <inkml:trace contextRef="#ctx0" brushRef="#br0" timeOffset="130289.56">13563 5752 8287 0,'1'-1'736'16,"0"-1"-592"-16,-1 0-144 0,0 2 0 0,0 2 832 0,0-2 144 16,-1 0 32-16,1 2 0 0,-1-1 192 0,0 3 32 15,-2 0 16-15,0 1 0 0,0 3-224 0,0 3-32 16,0 1-16-16,0 3 0 0,1 3 0 0,0 1 0 15,0 3 0-15,1-1 0 0,1-21-112 0,-1 40-32 16,0-16 0-16,1 3 0 0,0 1-256 0,0-2-48 16,0 0-16-16,0-26 0 0,1 43-336 0,-1-43-176 15,2 36 160-15,-2-36-160 16,0 0-736-16,5 30-240 0,-5-30-48 0,0 0-16 16,0 0-1408-16,0 0-288 0,0 0-48 0,0 0-5456 0</inkml:trace>
  <inkml:trace contextRef="#ctx0" brushRef="#br0" timeOffset="130564.92">13514 5720 13823 0,'-1'-1'608'0,"1"0"128"0,0 2-592 0,1-1-144 16,1 1 0-16,0-1 0 15,1 0 480-15,0 0 64 0,4 0 16 0,-7 0 0 0,25-1 384 0,-8-2 80 16,3 0 0-16,2-2 16 0,2-2 176 0,0 2 16 15,-1-1 16-15,-2-1 0 0,1 4-512 0,-4 1-96 16,-18 2-32-16,30 2 0 0,-30-2-608 0,0 0 0 16,32 28 0-16,-32-28 0 0,6 34 0 0,-11-15 0 15,-2 3 0-15,-4 1 0 16,-5-1 192-16,-2 0-48 0,-1-1 0 0,-2-3 0 0,1-2-144 16,-1-1 0-16,2-3 0 0,1-3 0 0,3 0 160 0,-2-4 0 0,0 0 0 0,2-4 0 31,3-2-592-31,5-1-112 0</inkml:trace>
  <inkml:trace contextRef="#ctx0" brushRef="#br0" timeOffset="131261.29">14075 5798 2751 0,'1'-2'256'0,"0"1"-256"0,-1 0 0 0,0 1 0 16,1 0 608-16,0-2 80 0,0 0 16 0,0 1 0 15,1-2 640-15,1-1 144 0,-1-1 32 0,0 1 0 16,0 1 224-16,-1 2 48 0,1-2 16 0,-1 0 0 15,0 3-224-15,-1-3-48 0,0 3-16 0,0 0 0 16,-1-2-240-16,1 2-32 0,-1 0-16 0,0-1 0 16,-1 1-384-16,0 0-80 0,0 1 0 0,0-1-16 15,0 0-256-15,-1 0-48 0,0 2-16 0,-1 1 0 16,0 0-160-16,-1 1-16 0,1 1-16 0,-3 2 0 16,1 1-48-16,-2 1-16 0,0 2 0 0,0 1 0 15,2 5 16-15,0 0 16 0,1-1 0 0,0 3 0 0,1 0 48 0,2 0 16 16,2-19 0-16,-1 41 0 0,1-41-96 0,3 42-32 15,-3-42 0-15,7 31 0 0,-7-31-144 0,0 0 0 16,24 47 0-16,-24-47 0 0,0 0 0 0,32 31 0 16,-32-31 0-16,0 0 0 15,0 0-1024-15,0 0-96 0,39 26-16 0,-39-26-13296 0</inkml:trace>
  <inkml:trace contextRef="#ctx0" brushRef="#br0" timeOffset="132161.28">14267 5877 4607 0,'-2'0'400'0,"2"0"-400"0,0 0 0 0,0 0 0 0,0 0 880 0,1-2 80 15,0 1 32-15,0 1 0 0,2-2 720 0,2 0 144 16,1-1 16-16,2 1 16 0,-8 2-80 0,20-6-16 16,-20 6 0-16,29-8 0 0,-29 8-256 0,39-5-64 15,-39 5-16-15,40-10 0 0,-20 6-624 0,0-1-128 16,-20 5-32-16,41-7 0 0,-41 7-544 0,38-7-128 16,-38 7 0-16,31-6 0 0,-31 6 0 15,0 0-176-15,32-1 48 0,-32 1 0 16,0 0-464-1,0 0-96-15,0 0-16 0,0 0 0 0,0 0-48 0,0 0-16 0,0 0 0 0,0 0 0 16,0 0-1264-16,0 0-256 0,0 0-48 0,-3 12-16 16,-3-12-400-16,0 0-96 0,1 0-16 0,-1 0 0 15,2 0 1520-15,0-2 320 0,0 1 48 0,1 1 16 16,2-2 1328-16,-1 2 272 0,1 0 48 0,-1-2 16 16,1 4 576-16,-1-2 128 0,1 2 32 0,-1 1 0 15,1-1 48-15,-2 0 16 0,-1 4 0 0,1 0 0 0,0 1 160 0,-2-1 16 16,0 3 16-16,-1 0 0 0,-1 0-480 0,1 1-112 15,-2 0-16-15,0 1 0 0,0-1-496 0,-2 1-96 16,1 1-32-16,-2 0 0 0,2-1-16 0,-3 2 0 16,-2-1 0-16,-1 2 0 0,5-4-272 0,-2 2-176 15,0-1 192-15,1-1-192 0,2-1 0 0,3-1 0 16,0-2 0-16,2 0 0 16,3-2-576-16,0-3-240 0</inkml:trace>
  <inkml:trace contextRef="#ctx0" brushRef="#br0" timeOffset="132383.39">14375 5874 12895 0,'-3'-2'576'0,"1"2"112"0,1-1-560 0,0 0-128 0,1 1 0 0,0 0 0 16,1 1 1424-16,0 0 256 0,1-1 48 0,-2 0 16 16,0 0-176-16,0 0-32 0,0 0-16 0,0 0 0 0,33 26-304 0,-33-26-48 15,0 0-16-15,0 0 0 16,35 34-368-16,-35-34-80 0,0 0 0 0,25 40-16 15,-25-40-128-15,0 0-32 0,22 48 0 0,-22-48 0 16,0 0-336-16,19 46-64 0,-19-46 0 0,0 0-128 16,18 41-176-16,-18-41-144 0,0 0-16 0,0 0-14240 15</inkml:trace>
  <inkml:trace contextRef="#ctx0" brushRef="#br0" timeOffset="132631.89">14268 6142 4607 0,'-3'-2'400'0,"1"2"-400"0,0 0 0 0,2-2 0 15,0 2 1504-15,1 0 224 16,0 0 32-16,0 0 16 0,0 0 336 0,3-2 64 0,1 1 0 0,-5 1 16 16,0 0-80-16,0 0-32 15,33-4 0-15,-33 4 0 0,0 0-480 0,39-3-112 16,-39 3-16-16,37-2 0 0,-37 2-592 0,42-4-128 15,-42 4-32-15,39-1 0 0,-39 1-432 0,39 0-96 0,-39 0 0 0,35-3-16 0,-35 3-176 0,28 0 0 16,-28 0 0-16,0 0-176 16,36-2-1200-16,-36 2-240 0</inkml:trace>
  <inkml:trace contextRef="#ctx0" brushRef="#br0" timeOffset="133000.21">14769 5926 5519 0,'-3'0'496'0,"1"0"-496"16,1 0 0-16,1 0 0 0,0 0 2848 0,1 0 480 15,1 1 80-15,0 1 32 0,-2-2-1216 0,0 0-240 0,0 0-64 0,30 0 0 16,-30 0-736-16,29-3-160 0,-29 3-16 0,35-6-16 15,-16 1-480-15,1 2-112 0,-20 3-16 0,41-7 0 16,-41 7-384-16,32-2-192 0,-32 2 0 0,0 0-8512 16,35 2-1728-16</inkml:trace>
  <inkml:trace contextRef="#ctx0" brushRef="#br0" timeOffset="133165.76">14798 6016 16575 0,'-1'0'736'0,"1"0"160"0,1 0-720 0,1 0-176 0,0 0 0 0,-1 0 0 16,2 0 1280-16,2 0 240 0,-5 0 32 0,0 0 16 15,34-6 112-15,-17 3 32 0,0-1 0 0,3 0 0 16,-1 0-736-16,2 0-144 0,0 1-16 0,-1-1-16 0,-20 4-800 0,35-5-256 16</inkml:trace>
  <inkml:trace contextRef="#ctx0" brushRef="#br0" timeOffset="133517.19">15208 5867 18431 0,'1'-2'816'0,"0"-1"160"0,0 1-784 0,0 1-192 15,1 0 0-15,-1-1 0 0,1 2 1344 0,1-3 208 16,1-2 48-16,3 1 16 0,1-1-208 0,2 0-64 16,-10 5 0-16,17-6 0 0,-17 6-272 0,0 0-64 15,0 0-16-15,32 0 0 0,-32 0-304 0,0 0-64 16,0 0-16-16,0 0 0 0,37 13-320 0,-37-13-64 0,0 0-16 0,0 0 0 16,0 0-208-16,36 29 128 0,-36-29-128 0,0 0 0 15,0 0 128-15,30 38-128 0,-30-38 0 0,0 0 144 16,21 36-144-16,-21-36 0 0,0 0 144 0,20 37-144 0,-20-37 0 15,0 0 0-15,26 35 0 0,-26-35 128 0,0 0-128 0,31 24 0 16,-31-24-128-16,0 0 128 0,34 10-368 0,-34-10 16 16,0 0 0-16,33-7 0 15,-23 2-2144-15,0 0-448 16,1-4-64-16,-1-1-9360 0</inkml:trace>
  <inkml:trace contextRef="#ctx0" brushRef="#br0" timeOffset="133670.62">15624 5868 6447 0,'-5'-5'272'0,"2"2"80"0,-1 1-352 0,0 2 0 0,2 0 0 0,-1 0 0 16,0 1 2032-16,-3 2 336 0,-4 0 64 0,-5 4 0 0,-2 1-112 0,-3 3-16 16,-1 1-16-16,-1-1 0 0,-1 2-464 0,0 1-96 15,1 0 0-15,-1 0-16 0,1 1-768 0,0-1-160 16,4-2-16-16,1 0-16 0,2-3-752 0,4 0 0 16,2-3 0-16,2 0-14352 0</inkml:trace>
  <inkml:trace contextRef="#ctx0" brushRef="#br0" timeOffset="134006.9">15690 5725 8287 0,'4'-5'368'0,"-2"4"80"0,1 0-448 0,-1 1 0 0,0 0 0 0,0 0 0 16,0 0 2624-16,0 2 448 0,-2-2 96 0,0 0 16 0,0 0-560 16,38 22-96-16,-38-22-32 0,0 0 0 0,38 33-1152 0,-38-33-256 15,0 0-32-15,34 45-16 16,-34-45-368-16,18 36-80 0,-18-36-16 0,12 36 0 0,-12-36-320 0,5 30-64 15,-5-30 0-15,-3 33-16 0,-2-16-176 0,-3-3 0 16,-1 0 0-16,-2 0 0 0,-3 0 0 0,-2 1 0 16,-1-1-128-16,-2 0-10272 0,2-2-2048 0</inkml:trace>
  <inkml:trace contextRef="#ctx0" brushRef="#br0" timeOffset="136701.91">16056 5912 3679 0,'-2'0'320'0,"1"-2"-320"0,1 2 0 0,0 0 0 0,-1 0 768 0,1 0 64 0,-1 0 32 0,0 0 0 31,-1 0 912-31,0 0 176 0,1 0 32 0,0 0 16 16,2 2 112-16,0-2 0 0,2 1 16 0,1-1 0 15,-4 0-576-15,0 0-112 0,0 0-32 0,31-1 0 16,-31 1-320-16,27-2-64 0,-27 2 0 0,34-9-16 0,-34 9-480 0,40-9-80 16,-40 9-32-16,41-8 0 0,-41 8-416 0,34-9 0 15,-34 9 128-15,23-5-128 16,-23 5-752-16,0 0-176 0,0 0-32 0,0 0-7920 0,0 0-1568 15</inkml:trace>
  <inkml:trace contextRef="#ctx0" brushRef="#br0" timeOffset="136881.89">16068 5995 6447 0,'-1'3'576'0,"-1"-3"-576"0,2 1 0 15,0 0 0-15,1-1 2080 0,0 2 304 0,1-2 64 0,2 0 16 16,-4 0 208-16,0 0 32 0,0 0 16 0,42 5 0 0,-42-5-896 0,33 0-176 15,-33 0-48-15,42-5 0 0,-42 5-624 0,42-7-128 16,-42 7-16 0,36-7-16-16,-36 7-816 0,29-7-352 0,-29 7 32 0,23-4-14400 15</inkml:trace>
  <inkml:trace contextRef="#ctx0" brushRef="#br0" timeOffset="138384.79">16603 5806 7359 0,'-3'0'656'0,"0"-2"-528"0,1 2-128 0,1 0 0 16,0 0 288-16,0 0 32 0,-1 0 0 0,1 2 0 15,-2-2 816-15,-2 0 160 0,1 2 48 0,-1 0 0 16,0-1-80-16,2 1-16 0,-1 1 0 0,0-1 0 16,1 1 0-16,0 0 0 0,0 1 0 0,0 1 0 15,-1 1-224-15,1 1-64 0,-1 0 0 0,-1 2 0 16,1 1-112-16,-2 3-16 0,0 2-16 0,0 0 0 0,1 1-288 0,-1 2-48 15,-1 2-16-15,2-3 0 0,1-3-64 0,1 0-16 16,1 0 0-16,2-14 0 0,0 0-160 0,8 38-32 16,-8-38-16-16,0 0 0 0,0 0-176 0,0 0 0 15,44 5-160-15,-33-10 160 0,0-1-176 0,2-3 176 0,6-4-192 16,4-8 192 0,0 2-704-16,-2-2-48 0,-1 2 0 0,-4 0 0 15,-3 2-320-15,-3 0-64 0,-1 3-16 0,-4 0 0 0,-3 2 704 0,-3 0 128 0,-2-2 16 0,-5 3 16 16,0 1 288-16,-3 0 0 0,-1 3 0 0,-2 1 0 15,1 1 272-15,-1 1 64 0,0 2 16 0,0 1 0 16,2 0 224-16,1 1 64 0,1 1 0 0,0 0 0 16,3 1-368-16,0-1-64 0,1 4-16 0,1-2 0 31,2 1-1056-31,1 1-224 0</inkml:trace>
  <inkml:trace contextRef="#ctx0" brushRef="#br0" timeOffset="138637.4">16813 5795 12895 0,'-1'0'1152'0,"1"0"-928"15,0 0-224-15,0 1 0 0,1-1 1568 0,-1 2 272 16,1-1 48-16,-1-1 16 0,0 0 144 0,0 0 48 15,0 0 0-15,22 35 0 0,-22-35-912 0,0 0-176 0,25 31-48 0,-25-31 0 16,0 0-480-16,30 27-96 0,-30-27-32 16,0 0 0-16,32 23-352 0,-32-23 0 15,0 0-192-15,0 0-9248 0,0 0-1840 0</inkml:trace>
  <inkml:trace contextRef="#ctx0" brushRef="#br0" timeOffset="138847.29">16944 5794 11967 0,'-6'5'528'0,"1"0"112"0,0 1-512 0,0-1-128 16,3 0 0-16,-1-1 0 0,-1-1 1216 0,-2 6 224 15,-5 3 32-15,-2 7 16 0,-4 2 176 0,0 1 48 16,0-3 0-16,2 0 0 0,2-3-672 0,1-3-128 0,2 0-16 15,2-3-16-15,2-2-880 0,2-2-160 0,0-1-32 0,2-2-11456 16</inkml:trace>
  <inkml:trace contextRef="#ctx0" brushRef="#br0" timeOffset="139457.32">17259 5754 8287 0,'1'-2'736'0,"-1"1"-592"0,0-1-144 0,0 2 0 0,0 0 1600 15,0 0 304-15,0 0 48 0,0 0 16 0,0-2 464 16,-1 1 80-16,0 2 32 0,0 1 0 0,-1 0-1136 0,-1 3-208 16,0 0-48-16,-2 3-16 0,0 1-368 15,-2 2-64-15,1 1 0 0,-2 2-16 0,0 3-224 0,1-1-32 16,-1-1-16-16,2 1 0 0,0 1-48 0,1-3-16 16,5-14 0-16,-4 28 0 0,4-28-144 0,0 0-16 15,0 0-16-15,12 34 0 0,-12-34-176 0,0 0 0 16,0 0 0-16,33 4 0 0,-24-6-192 0,1-2 192 0,2-2-160 0,0-2 160 31,-1 1-432-31,0-1 16 0,1-4 0 0,0 1 0 0,-1-1-176 0,-1 0-48 16,-1 0 0-16,-3 0 0 0,1-2 320 0,-3 2 48 0,-2-2 16 0,-2 2 0 15,-1 0 256-15,-2-2 0 0,-2 2 0 0,-1-2 0 16,-3 4 0-16,1-2 0 0,-1 5 0 0,-1 0 0 16,-1 2 0-16,0 0 0 15,2 3 0-15,0 0 0 0,1 2 0 0,2 2 0 0,0 0 0 0,2 3 0 16,2 0-640-1,0-1-128-15,2-4-32 0,0 0-11456 0</inkml:trace>
  <inkml:trace contextRef="#ctx0" brushRef="#br0" timeOffset="139644.74">17461 5879 22111 0,'0'0'976'0,"0"0"208"0,0 0-944 0,0 0-240 0,0 0 0 15,0 0 0 1,0 0 1472-16,0 0 240 0,0 0 48 0,0 0 16 0,0 0-976 0,0 0-192 16,7 34-32-16,-7-34-16 15,0 0-560-15,0 0-272 0,0 0 16 0,0 0-13072 16</inkml:trace>
  <inkml:trace contextRef="#ctx0" brushRef="#br0" timeOffset="140135.76">17597 5658 18431 0,'1'0'816'0,"0"0"160"0,0 0-784 0,0 0-192 15,1 0 0-15,0 0 0 0,1 0 992 0,1-2 160 16,2 2 16-16,-6 0 16 0,22-4-784 0,-22 4-144 15,28-5-48-15,-28 5 0 0,26-3-16 0,-26 3 0 16,0 0 0-16,30 1 0 0,-30-1 64 0,0 0 16 16,0 0 0-16,0 0 0 0,0 0-272 0,0 0 0 15,0 0 0-15,25 37 0 0,-25-37 0 0,-8 14 0 16,3-5 0-16,-3-1 0 0,0 1 0 0,-2 0-176 16,0-1 32-16,-2 0 0 0,0 1 144 0,0-2 0 0,1 0 0 0,0 0 0 15,1-1 0-15,1-2 144 0,1 1-16 0,4-3-128 16,0 0 544-16,3 0 0 0,1-2 0 0,2 0 0 15,-2 0 0-15,0 0 0 0,0 0 0 0,25-4 0 16,-25 4-208-16,20-4-32 0,-20 4-16 0,23-1 0 16,-23 1-288-16,0 0 160 0,33 0-160 0,-33 0 128 0,0 0-128 15,0 0 0-15,37 14 0 0,-37-14 0 0,0 0 0 16,0 0 0-16,0 0 0 0,0 0 0 0,0 0 0 0,19 34 0 16,-19-34 0-16,-8 10 0 0,3-4 176 0,-3-1 0 15,0-1 0-15,-1 1 0 0,-1 0 272 0,-2 0 64 16,0 0 16-16,-2 1 0 0,2-2-240 0,-1 2-48 15,2-1-16-15,0 0 0 0,3-3-224 0,-1 2 0 16,4-1 0-16,-1 0 0 0,2-1 0 0,3-2-256 16,0 0 48-16,2-2-9616 15,1-1-1920-15</inkml:trace>
  <inkml:trace contextRef="#ctx0" brushRef="#br0" timeOffset="140560.82">17819 5708 9215 0,'-2'-2'400'0,"2"1"96"0,-1 0-496 0,1 1 0 0,0-2 0 0,1 1 0 15,-1 1 864-15,2-2 80 0,2 0 16 0,1-1 0 16,1 1 704-16,3-3 160 0,0 0 32 0,-1 3 0 16,2-3-768-16,1 0-160 0,-1 2-32 0,0 0 0 15,-2 0 80-15,-8 3 16 0,18-5 0 16,-8 3 0-16,0 0 0 0,-10 2 0 0,20-5 0 0,-20 5 0 15,16-3-256-15,-16 3-48 0,0 0-16 0,0 0 0 0,25 0-144 0,-22 0-16 16,1 0-16-16,-1 0 0 0,0 0-48 0,-2 3-16 16,0-3 0-16,0 2 0 0,-1 1-80 0,0-1-16 15,0 2 0-15,-1-1 0 0,0 2-16 0,0 0 0 16,1-5 0-16,0 0 0 0,0 0-112 0,-3 26-16 16,3-26-16-16,0 0 0 0,-3 28-48 0,3-28-128 15,-3 24 192-15,3-24-64 0,-3 26-128 16,3-26 0-16,-4 28 144 0,4-28-144 0,-5 29 0 0,5-29 144 15,-6 33-144-15,1-18 0 0,5-15 128 0,-7 32-128 0,2-15 0 16,0 2 0-16,1-3 0 0,-2 1 0 0,2 0 0 16,-1-1 0-16,0-2 0 0,5-14-176 0,-5 24 176 0,5-24-208 31,-5 17-2208-31,3-12-432 0</inkml:trace>
  <inkml:trace contextRef="#ctx0" brushRef="#br0" timeOffset="140738.94">17905 5875 7359 0,'-7'-3'320'0,"3"2"80"0,0 0-400 0,1 1 0 0,1 0 0 0,1 0 0 0,1 0 2128 0,-1 0 352 16,-1 0 64-16,2-2 16 0,0 1 448 0,2-1 80 16,-2 2 32-16,13-7 0 15,-13 7-1616-15,23-10-320 16,-8 4-64-16,1 0-16 0,1 0-608 0,-1 0-128 15,1 0-32-15,0-2 0 0,-1 4-336 0,-16 4 0 0,27-10 0 0,-27 10-128 16,22-6-96-16,-22 6-16 0,0 0 0 0,23-6 0 31,-23 6-1616-31,0 0-336 0</inkml:trace>
  <inkml:trace contextRef="#ctx0" brushRef="#br0" timeOffset="141146.66">18353 5808 11967 0,'0'2'528'0,"0"-2"112"16,0 0-512-16,-1 0-128 0,1 0 0 0,0 1 0 0,1-1 1600 0,-1 0 304 16,1 0 48-16,-1 0 16 0,0 0-288 0,0 0-48 15,18-4-16-15,-18 4 0 0,17-6-864 0,-17 6-176 16,22-7-48-16,-22 7 0 0,27-8 16 0,-27 8 0 0,31-8 0 15,-31 8 0-15,32-8-32 0,-32 8 0 16,31-4 0-16,-31 4 0 0,26-3-336 0,-26 3-176 0,0 0 160 0,27-2-160 16,-27 2-176-16,0 0-128 0,0 0-16 0,0 0-16 31,0 0-2112-31,0 0-432 0</inkml:trace>
  <inkml:trace contextRef="#ctx0" brushRef="#br0" timeOffset="141336.91">18481 5667 11967 0,'0'-1'528'0,"0"1"112"0,1 1-512 0,0 0-128 16,0-1 0-16,-1 2 0 0,0-2 2112 0,0 0 400 16,0 0 80-16,5 32 16 0,-5-32-464 0,1 42-96 15,-1-42 0-15,-4 45-16 0,0-24-896 0,4-21-176 16,-6 40-48-16,6-40 0 0,-5 32-592 0,5-32-112 15,0 0-16-15,0 35-14592 0</inkml:trace>
  <inkml:trace contextRef="#ctx0" brushRef="#br0" timeOffset="141826.82">18874 5630 11055 0,'0'-1'976'0,"0"1"-784"16,0 0-192-16,0 0 0 0,0 0 1232 0,-1 0 208 0,1 0 32 0,-1 0 16 16,1 0 432-16,-1 0 96 0,1 1 16 0,-1 2 0 15,1-3-336-15,0 0-64 0,0 0-16 0,-5 33 0 16,5-33-416-16,-6 30-96 0,6-30-16 0,-7 39 0 16,7-39-368-16,-7 47-80 0,2-23 0 0,2-1-16 15,-1 1-400-15,4-24-80 0,-6 40-16 0,6-40 0 0,-1 33-320 16,1-33-64-1,0 0 0-15,5 36-15552 0</inkml:trace>
  <inkml:trace contextRef="#ctx0" brushRef="#br0" timeOffset="142333.85">19080 5688 11055 0,'1'-1'976'0,"0"1"-784"0,0 0-192 0,1-2 0 16,0 2 1280-16,-1 0 224 0,3 0 32 0,1-3 16 16,-5 3 304-16,21-2 64 0,-21 2 16 0,28 0 0 15,-28 0 112-15,29 3 32 0,-29-3 0 0,0 0 0 16,40 18-656-16,-40-18-128 0,0 0-16 0,34 24-16 16,-34-24-624-16,0 0-112 0,0 0-16 0,34 32-16 15,-34-32-496-15,0 0 128 0,0 0-128 0,0 0 0 31,31 27-448-31,-31-27-144 0,0 0-32 0,0 0-15424 0</inkml:trace>
  <inkml:trace contextRef="#ctx0" brushRef="#br0" timeOffset="142508.12">19350 5620 13823 0,'-6'1'608'0,"3"1"128"16,0-1-592-16,1 1-144 0,-1 0 0 0,0 0 0 0,0 0 1744 0,-3 4 320 15,-3 3 64-15,-5 5 16 0,-4 3 32 0,-1 1 0 16,0 2 0-16,-1-2 0 0,2 2-704 0,-1-2-144 16,3-1-32-16,2 0 0 0,2-3-848 0,2-4-192 15,1-1-16-15,4-1-10464 16,5-8-2080-16</inkml:trace>
  <inkml:trace contextRef="#ctx0" brushRef="#br0" timeOffset="142998.85">19644 5640 10127 0,'0'-8'448'0,"0"5"96"0,1 0-544 0,-1 1 0 0,0 1 0 0,0 1 0 0,0 0 1360 0,0-2 176 16,0 2 16-16,-1 0 16 16,0 2 992-16,-2 1 208 0,0 0 48 0,-2 3 0 15,1 0-992-15,-2 2-192 0,1 1-32 0,-2 3-16 0,1 0-688 0,-1 3-144 0,1 1-32 0,0-1 0 16,1 1-336-16,5-16-64 15,-5 28 0-15,5-28-16 0,0 0-304 0,3 32 160 0,-3-32-160 0,0 0 128 16,0 0-128-16,30 18 0 0,-30-18 0 0,27-4 0 16,-10-1 0-16,0-4-144 0,0 0 144 0,1-3 0 15,-1-1-448 1,-3 0 0-16,0 0 16 0,-3-1 0 0,-2 2-128 16,-1-2-16-16,-2-2-16 0,-2 1 0 0,-2 0 592 0,-2-1 0 0,-4 2 0 0,-1-2 0 15,-3 2 0-15,-3 1 0 16,-2 1 0-16,-1 3 0 0,0-1 0 0,-1 6 0 0,-1-1 128 0,1 2-128 0,1 4 0 15,1 3 128-15,1 1-128 16,2-1 0-16,2 4 0 0,1-3 0 0,3 3-192 0,0 0 192 16,4-8-1216-16,0 0-112 0</inkml:trace>
  <inkml:trace contextRef="#ctx0" brushRef="#br0" timeOffset="143203.76">19905 5752 22111 0,'0'0'976'0,"0"0"208"0,0 0-944 0,0 0-240 0,0 0 0 0,0 0 0 16,0 0 2112-16,0 0 368 0,0 0 80 0,0 0 0 16,14 34-960-16,-14-34-192 0,0 0-32 0,1 34-16 15,-1-34-1040-15,0 0-192 0,-2 24-128 16,2-24-16128-16</inkml:trace>
  <inkml:trace contextRef="#ctx0" brushRef="#br0" timeOffset="143684.51">20107 5491 17503 0,'1'-2'1552'0,"0"1"-1232"32,1-1-320-32,-2 2 0 0,0 0 1664 0,0 0 256 15,7-5 64-15,-7 5 16 0,14-5-320 0,-1 0-64 0,3 0-16 0,1-1 0 16,-1-1-1024-16,0 4-192 0,-16 3-64 0,29-7 0 0,-29 7 112 0,24 0 16 16,-24 0 0-16,0 0 0 15,0 0-320-15,0 0-128 0,0 0 0 0,0 0 128 16,8 40-128-16,-17-30-144 0,-3 2 144 0,-2-1-208 31,-1 1-256-31,0 0-48 0,0 0-16 0,-1-2 0 0,0-1 208 0,1-2 64 0,1 3 0 0,2-4 0 16,1-1 256-16,4-1 272 0,0-1-48 0,5-2-16 15,0 1 176-15,2-2 48 0,0 0 0 0,0 0 0 16,0 0-304-16,0 0-128 0,0 0 0 0,28-3 128 16,-28 3-128-16,0 0 192 0,27-2-192 0,-27 2 192 0,0 0-192 0,32 0 0 15,-32 0 144-15,31 2 48 0,-31-2-48 16,0 0 0-16,32 8 0 15,-32-8 208-15,0 0 32 0,0 0 16 0,33 16 0 0,-33-16-32 16,0 0-16-16,0 0 0 0,0 0 0 0,0 0-64 0,0 0-16 16,10 38 0-16,-16-33 0 0,-2 2-96 0,-3 1-32 15,-3 0 0-15,-3 2 0 0,0 0 0 0,-1-1 0 16,-3 3 0-16,2-2 0 0,1 1-144 0,2-1 0 16,3-3 0-16,2-2 128 0,4-1-128 0,2-1 0 15,5-3 0-15,0 0-11440 16,4-3-2240-16</inkml:trace>
  <inkml:trace contextRef="#ctx0" brushRef="#br0" timeOffset="144168.44">20412 5614 16575 0,'2'0'736'0,"-2"0"160"15,0 0-720-15,0 0-176 0,0 0 0 0,0 0 0 16,0 0 1088-16,0 0 176 0,0 0 32 0,27-7 16 15,-27 7 400-15,22-7 80 0,-10 1 0 0,0 2 16 0,-2-3-720 0,1 0-160 16,-1-1-32-16,0-3 0 0,0 1-176 0,1-4-32 16,-2 0-16-16,-1-1 0 0,-1-1-384 0,-3-3-80 15,-1 2-16-15,-3-3 0 16,-1 2-192-16,-2 2 128 0,-2 0-128 0,-2 4 0 16,-1 2 128-16,-1 5-128 0,-2 1 0 0,0 6 144 0,0 1 416 0,0 3 80 15,0 2 0-15,0 1 16 16,1 3-288-16,1 2-64 0,-2 0-16 0,3 1 0 0,1 1-160 0,0 0-128 15,7-16 144-15,-9 29-144 0,9-29 176 0,0 0-176 16,-1 35 192-16,1-35-192 0,0 0 128 0,0 0-128 16,0 0 0-16,29 34 0 0,-29-34 0 0,0 0 0 0,0 0 0 15,34 4 0-15,-34-4 0 0,0 0 0 0,26-4 0 0,-26 4-144 16,16-8 144-16,-16 8 0 16,13-6-144-16,-13 6 144 0,10-10-240 0,-6 6 32 0,0-1 0 0,-1 2 0 15,-3 3 16-15,5-4 16 0,-5 4 0 0,0 0 0 16,0 0 176-16,0 0 0 0,0 0 0 0,0 0 0 15,0 0 0-15,-8 16 0 0,8-16 0 0,0 0 128 16,-9 28 0-16,9-28 0 0,-8 24 0 0,8-24 0 16,-9 34 128-16,9-34 48 15,-9 40 0-15,3-19 0 0,6-21-64 0,-7 45-16 0,7-45 0 0,-6 45 0 16,6-45-224-16,-2 45 176 0,2-45-176 16,1 37 160-16,-1-37-416 0,0 0-96 0</inkml:trace>
  <inkml:trace contextRef="#ctx0" brushRef="#br0" timeOffset="144511.82">20820 5692 14735 0,'0'0'1312'16,"0"0"-1056"-16,0 0-256 0,0 0 0 15,0 0 880-15,0 0 112 0,0 0 32 0,0 0 0 16,27-5 416-16,-27 5 96 0,26-7 0 0,-26 7 16 15,32-7-912-15,-15 1-176 0,0 1-32 0,1 1-16 0,-2 0 16 0,-1-1 0 16,2 0 0-16,-2 2 0 16,-15 3-256-16,24-6-48 0,-24 6-128 0,17-3 192 15,-17 3-1168-15,0 0-240 0</inkml:trace>
  <inkml:trace contextRef="#ctx0" brushRef="#br0" timeOffset="144695.88">21037 5517 11967 0,'0'0'1072'0,"0"0"-864"15,-7 11-208-15,7-11 0 0,0 0 1456 0,-6 14 240 0,6-14 48 0,-7 20 16 16,1 1 576-16,-3 10 112 0,0 7 32 0,1 0 0 31,2-3-1168-31,2 0-224 0,3-6-64 0,1-29 0 16,5 53-1024-16</inkml:trace>
  <inkml:trace contextRef="#ctx0" brushRef="#br0" timeOffset="145693.35">21354 5566 11055 0,'-1'-1'976'16,"1"0"-784"-16,0-1-192 0,0 2 0 16,0-2 1152-16,0 1 176 0,1-1 32 0,-1-1 16 0,2 1-80 0,-1-3-16 0,2 0 0 0,0 2 0 15,2 0 96-15,0 0 16 0,1 1 0 0,0-1 0 16,3 2-192-16,0-2-48 0,-9 3 0 0,22-3 0 15,-22 3-384-15,28-5-64 16,-28 5-32-16,30 0 0 0,-30 0-240 0,31 1-48 0,-31-1-16 0,0 0 0 16,37 10-368-16,-37-10 144 0,0 0-144 0,0 0 0 15,0 0 0-15,0 0 0 16,14 42 0-16,-19-33 0 0,-2 1 0 0,0-3 0 16,-2 2 0-16,-2-1 0 0,-1 3-176 0,-2-2 16 15,0 3 0-15,-1-2 0 0,2 0-160 0,0-1-48 16,0 0 0-16,1 1 0 0,-1-1 192 0,3-2 48 15,2 1 0-15,1-1 0 0,3 0 128 0,1-2 0 16,3-5 0-16,0 0 0 0,0 0 0 0,0 0 0 16,0 0 0-16,0 0 0 0,0 0 0 0,41 16 0 15,-27-21 0-15,2 3 0 0,1-5 0 0,2 2 0 16,1-2 0-16,0 0 0 0,1 0 0 0,0 0-128 16,0 0 128-16,-2 2-128 0,-2 0 0 0,-1-2 0 0,-2 5 0 0,-2-3 0 31,0 0-1408-31,-4 3-256 0</inkml:trace>
  <inkml:trace contextRef="#ctx0" brushRef="#br0" timeOffset="145874.51">21742 5510 10127 0,'0'0'448'0,"0"0"96"0,0 0-544 0,0 0 0 0,0 0 0 0,0 0 0 0,0 0 2160 0,0 0 320 15,0 0 64-15,42 23 16 16,-42-23-512-16,0 0-80 0,45 29-32 0,-45-29 0 0,33 21-656 0,-33-21-144 15,33 23-32-15,-33-23 0 0,32 24-656 0,-32-24-144 16,0 0-32-16,42 34 0 16,-42-34-272-16,0 0-256 0,29 29 64 0,-29-29-8960 0,0 0-1792 0</inkml:trace>
  <inkml:trace contextRef="#ctx0" brushRef="#br0" timeOffset="146063.75">22061 5513 8287 0,'-2'-4'368'0,"0"2"80"0,0 0-448 0,-1 2 0 0,1 2 0 0,0-2 0 16,0 3 1024-16,-4 1 112 0,-3 4 16 0,-6 5 16 15,-4 4 816-15,-2 4 144 0,-2 1 48 0,0 1 0 0,-1 1-288 0,2 0-48 16,2 0-16-16,1-3 0 16,3 0-848-16,3-2-160 0,2-1-48 0,4-3-13488 15</inkml:trace>
  <inkml:trace contextRef="#ctx0" brushRef="#br0" timeOffset="146459.13">22246 5550 18431 0,'-1'-3'400'0,"0"3"96"0,-1-2 16 0,1 2 0 0,0 0-512 0,0 2 0 16,0-2 0-16,1 1 0 16,-2 3 976-16,-1-2 112 0,0 3 0 0,-2 0 16 0,1-1-256 0,-1 4-48 15,1-3-16-15,-1 4 0 16,0-2 112-16,1 2 0 0,-1 1 16 0,0 2 0 0,5-12-48 0,-5 21-16 16,5-21 0-16,0 0 0 0,-2 31-464 0,2-31-80 15,0 0-32-15,0 0 0 16,0 0-272-16,26 31 0 0,-26-31 0 0,0 0 0 0,34-2 0 0,-20-2 0 15,0-2-160-15,0-1 160 0,0-2-320 0,0 1 0 16,-1-1 0-16,-2-2 0 16,0 0-176-16,-2-1-16 0,-1 0-16 0,-2 1 0 0,-1 1 528 0,-2-1 0 15,-2-1 0-15,-1 0 0 0,-2 0 0 0,-3-1 0 16,0 1 0-16,-3 1 144 0,-1 2 368 0,-1 2 80 16,-2 3 16-16,2 1 0 0,-1 2-32 0,1 2 0 0,2 4 0 15,-2-2 0-15,3 3-240 0,0 0-48 16,1 2-16-16,0-1 0 0,6-7-272 0,-5 14 0 15,5-14 0-15,0 0 0 16,0 0-848-16,0 0-240 0</inkml:trace>
  <inkml:trace contextRef="#ctx0" brushRef="#br0" timeOffset="146666.79">22422 5664 16575 0,'0'0'1472'0,"0"0"-1168"15,0 0-304-15,0 0 0 0,0 0 1648 0,0 0 272 16,0 0 48-16,0 0 16 0,0 0 560 16,30 7 112-16,-30-7 32 0,0 0 0 0,0 0-1600 0,0 0-320 15,24 35-64-15,-24-35-16 0,0 0-496 0,0 0-192 16,0 36 176-16,0-36-176 16,0 0-352-16,0 0-160 0,0 0-48 0,0 0-14960 0</inkml:trace>
  <inkml:trace contextRef="#ctx0" brushRef="#br0" timeOffset="146908.88">22612 5450 10127 0,'1'0'896'0,"0"0"-704"16,0-2-192-16,-1 2 0 16,0 2 1600-16,1-2 272 15,0 0 64-15,-1 0 16 0,0 0 976 0,0 0 192 0,0 0 32 0,0 0 16 16,0 0-1040-16,11 38-208 0,-11-38-32 0,0 0-16 15,-3 34-1008-15,3-34-208 0,-5 26-32 0,5-26-16 0,-8 25-416 0,8-25-192 16,-6 24 160-16,6-24-160 0,0 0 0 0,-7 29 0 16,7-29 0-16,0 0-11232 15,0 0-2144-15</inkml:trace>
  <inkml:trace contextRef="#ctx0" brushRef="#br0" timeOffset="147463">22833 5412 11055 0,'0'0'480'0,"0"0"112"16,0 0-464-16,0 0-128 0,0 0 0 0,0 0 0 0,0 0 1728 16,0 0 336-16,0 0 64 0,0 0 16 0,0 0 32 0,0 0 16 15,0 0 0-15,0 0 0 0,-1 34-1104 0,1-34-208 16,0 0-48-16,0 0-16 0,0 0-336 0,0 0-64 15,0 0-16-15,0 0 0 0,0 0-128 0,23 29-16 16,-23-29-16-16,13-3 0 0,-4 0 352 0,0-2 80 16,0 1 16-16,1-4 0 0,1 1-128 0,1-2-32 15,1-3 0-15,0-1 0 0,-1 1-336 0,1-1-64 16,-2-3 0-16,-1 1-128 0,0-2 0 0,-3 1 0 16,-2 2 0-16,-3-3 0 0,-1 3 0 0,-3-2 0 15,-1 3 0-15,-2 1 0 0,-1 4 0 0,-1-1 0 0,-3 5 128 0,-1 0-128 16,0 4 128-16,-2 2-128 0,0 3 144 0,-1 0-144 15,1 4 192-15,0 0-64 0,2 1-128 0,-2 4 192 16,1 0-64-16,-1 3-128 0,2-1 176 0,0 2-176 16,1 0 128-16,10-18-128 0,-15 33 0 0,15-33 0 15,-6 29 192-15,6-29-192 0,0 0 192 0,0 0-192 16,13 40 0-16,-13-40 0 0,0 0 0 0,28 16 0 16,-28-16 0-16,22 3 0 0,-22-3 0 0,25 0-144 15,-12-3 144-15,-1 0 0 0,-1 0 0 0,0-2-128 16,-2 0 128-16,0-2-208 0,0 0 80 0,-1-1 128 0,-1 2-384 15,-2-2 64-15,-1 1 0 0,0 0 0 0,-2 0 320 0,-1 2-144 16,0 1 144-16,-2-1 0 0,0 2 0 0,-1 3 0 16,1-2 0-16,-2 4 0 0,3-2 0 15,0 0 0-15,0 0 144 0,-11 15-144 0,11-15 176 0,0 0-48 16,-11 31-128-16,11-31 192 0,-10 28 16 0,10-28 0 16,-8 38 0-16,8-38 0 0,-9 42-48 0,9-42-16 15,-9 43 0-15,9-43 0 0,-11 57 32 0,4-23 0 16,0 1 0-16,1-2 0 0,-1-2-176 0,2 0 0 15,-1-3 144-15,6-28-11632 0,-10 50-2336 16</inkml:trace>
  <inkml:trace contextRef="#ctx0" brushRef="#br0" timeOffset="148535.31">23163 5552 11055 0,'0'0'976'0,"0"0"-784"0,1 0-192 0,0 0 0 15,0-2 1280-15,0 2 192 0,2 0 64 0,1-3 0 16,5 1 688-16,1-1 144 0,4-1 16 0,1-1 16 16,2 2-1040-16,2-1-208 0,1-1-32 0,0 1-16 15,-1 1-272-15,1 1-48 0,-2 0-16 0,-1 1 0 16,-17 1-544-16,28-4-224 0,-28 4 176 0,20 0-176 16,-20 0-1408-16,0 0-368 0</inkml:trace>
  <inkml:trace contextRef="#ctx0" brushRef="#br0" timeOffset="148746.25">23344 5386 12895 0,'0'-2'576'0,"0"0"112"0,0 2-560 0,0-1-128 16,1 1 0-16,-1 0 0 0,0 1 1280 0,1 1 240 15,-1-2 32-15,0 0 16 0,0 0 240 0,0 0 48 16,-6 42 16-16,6-42 0 0,-10 36-432 0,10-36-96 15,-13 42 0-15,6-20-16 0,-1 2-816 0,1-3-144 0,0 2-48 0,7-23 0 16,-9 43-320-16,9-43-320 0</inkml:trace>
  <inkml:trace contextRef="#ctx0" brushRef="#br0" timeOffset="149567.07">23654 5367 14735 0,'1'-3'1312'0,"-1"3"-1056"15,0 0-256-15,0 0 0 0,0 0 880 0,1-2 112 16,-1 1 32-16,2 0 0 0,2-3 464 0,0 1 112 0,1 0 0 0,1 1 16 15,1 0-608-15,1-1-128 0,1 1-32 0,0 0 0 16,2 1-256-16,1-1-48 16,0 2-16-16,1-1 0 0,-13 1-272 0,25 0-48 0,-25 0-16 15,21 3 0-15,-21-3 0 0,0 0 0 0,0 0 0 0,0 0 0 16,30 15-192-16,-30-15 0 0,0 0 0 0,0 0 0 16,0 0-336-16,-13 23-16 0,6-18 0 0,-2 0 0 15,0 2-64-15,-2-2-16 0,0 0 0 0,-1 2 0 16,0-3 240-16,-1 1 64 0,0 0 0 0,1-1 0 15,0 0 128-15,1 0 0 0,1 0 0 0,0-1 0 16,1-1 0-16,1 1 0 0,2-1 0 0,2-2 0 0,1 2 192 0,2-1-16 16,1-1-16-16,0 0 0 0,0 0 96 0,0 0 32 15,0 0 0-15,23 4 0 0,-23-4-288 16,17-2 0 0,-17 2 0-16,19-3 0 0,-8 1 0 0,-11 2 0 15,23-2 0-15,-23 2 0 0,21 0-144 0,-21 0 144 16,0 0-128-16,30 7 128 0,-30-7 0 0,0 0-128 15,0 0 128-15,31 23 0 0,-31-23 0 0,0 0 0 16,0 0 0-16,0 0 0 0,23 36 0 0,-23-36 0 16,0 0 144-16,0 0-144 0,0 0 336 0,3 34-32 0,-3-34-16 15,0 0 0-15,-8 14-288 0,2-11 0 0,0 0 128 0,-2 0-128 16,1-1 0-16,-2 1 0 0,-2-2 0 16,0 0 0-16,-1 1 0 0,-2 1 0 0,0-1 0 0,1 1 0 15,1-1 0-15,0-1 0 0,0 2 0 0,2-2 0 16,3 1-240-16,0-1-96 0,3 0-32 15,3-1-12560-15</inkml:trace>
  <inkml:trace contextRef="#ctx0" brushRef="#br0" timeOffset="149829.48">23958 5452 12895 0,'0'0'1152'0,"0"0"-928"16,0 0-224-16,0 0 0 0,0 0 1152 0,0 0 192 15,17-2 48-15,-17 2 0 0,19 2 1056 0,-19-2 224 16,27 3 32-16,-27-3 16 0,24 7-1024 0,-24-7-208 16,0 0-32-16,34 16-16 0,-34-16-864 0,0 0-160 15,35 18-32-15,-35-18-16 0,0 0-368 0,28 16 0 16,-28-16 0-16,0 0 0 15,0 0-1712-15,0 0-304 0</inkml:trace>
  <inkml:trace contextRef="#ctx0" brushRef="#br0" timeOffset="150030.25">24179 5394 17151 0,'-1'-3'384'0,"0"3"64"0,0 0 32 0,-1 0 0 15,2 0-480-15,0 0 0 0,0 0 0 0,0 0 0 16,-11 16 1824-16,11-16 272 0,-17 19 48 0,4-5 16 0,-2 1-592 16,0 1-112-16,-3 1-32 0,0-1 0 0,-1 1-288 0,-1 1-64 15,3-2-16-15,2 0 0 0,3-4-752 0,3-1-160 16,9-11-16-16,-12 18-15296 16</inkml:trace>
  <inkml:trace contextRef="#ctx0" brushRef="#br0" timeOffset="150466.63">24443 5386 14735 0,'0'0'640'0,"0"0"160"0,0 0-640 0,0 0-160 0,0 0 0 15,-13 10 0-15,13-10 1088 0,0 0 176 0,0 0 32 0,-21 26 16 16,21-26 272-16,-24 30 48 0,24-30 16 0,-23 34 0 16,23-34-32-16,-16 30 0 0,16-30 0 0,0 0 0 0,-8 39-976 15,8-39-208 1,0 0-48-16,0 0 0 0,19 33-384 0,-19-33 0 0,0 0 0 0,27 6 0 0,-19-6 0 0,0-2 0 15,4 0 0-15,1-3 0 16,1 0-400-16,0-2 32 0,0-1 16 0,0-1 0 0,-1 0-32 0,-2 0-16 16,0-2 0-16,-2 0 0 0,-2 0 400 0,-1 1-128 15,-2-2 128-15,-2-2 0 0,-1 0-256 0,-3 2 16 16,-1-2 16-16,-2 2 0 16,-2 0-400-16,-1 0-80 0,0 1 0 0,-3 3-16 0,2 1 720 0,0 2 0 15,0 3 0-15,0 2 0 0,2 0 448 0,-1 2 0 16,3 0-16-16,5-2 0 0,0 0-432 0,0 0 0 0,0 0-224 15,-12 25-12112-15</inkml:trace>
  <inkml:trace contextRef="#ctx0" brushRef="#br0" timeOffset="150672.01">24579 5550 3679 0,'5'-3'320'0,"-1"3"-320"0,-2-2 0 0,0 2 0 0,-2 0 3280 0,0 0 592 16,0 0 112-16,0 0 32 0,17 0-912 0,-17 0-176 31,0 0-48-31,27 9 0 0,-27-9-1456 0,0 0-288 0,0 0-64 0,0 0-16 16,25 26-576-16,-25-26-112 0,0 0-32 0,0 0 0 31,0 0-1056-31,0 0-224 0</inkml:trace>
  <inkml:trace contextRef="#ctx0" brushRef="#br0" timeOffset="151055.35">24803 5384 11967 0,'3'-8'1072'0,"0"4"-864"0,-1 2-208 0,0-1 0 0,-1 3 768 0,0-2 128 15,-1 2 0-15,1 0 16 16,0-1 1552-16,1 1 304 0,-2 1 64 0,0 1 16 0,0-2-736 0,0 0-128 16,0 0-48-16,0 0 0 0,-11 31-1120 0,11-31-240 15,0 0-32-15,-16 40-16 0,16-40-288 0,-17 38-64 16,17-38-16-16,-13 36 0 0,13-36-160 0,0 0 0 16,-7 33 0-16,7-33 0 0,0 0-160 0,0 0 160 15,0 0 0-15,0 0-144 0,0 0 144 0,0 0-208 16,0 0 80-16,29 12 128 15,-22-17-752-15,0 0-16 0,1-2-16 0,2-2 0 0,-1-1 320 0,-1 1 64 0,0-2 16 0,-2-1 0 16,0-1 192-16,-2 0 32 0,-3-2 16 0,-1 1 0 16,-1 2-176-16,0-2-16 0,-2 2-16 0,0 2 0 15,-1 1 32-15,1 2 16 0,-2 1 0 0,1 3 0 16,1 0 304-16,-1 1 0 0,0 1 0 0,1 1 0 16,0 0-256-16,1 3-80 0,-1-1-32 15</inkml:trace>
  <inkml:trace contextRef="#ctx0" brushRef="#br0" timeOffset="151354.64">25000 5322 11967 0,'1'-2'1072'0,"0"-1"-864"0,1 1-208 0,1 0 0 0,-1 1 432 0,-1-1 32 16,-1 2 16-16,2 0 0 0,1-1-480 0,1 0 0 15,-1-1-176-15,-1 1 176 0,0 2 272 0,-3 2 176 16,-1 0 48-16,2-3 0 0,0 0 736 0,-16 22 160 16,16-22 16-16,-17 22 16 0,17-22-704 0,-16 30-144 15,16-30-16-15,-15 33-16 0,15-33 400 0,-13 33 80 16,13-33 0-16,-8 31 16 0,8-31-336 0,0 0-80 0,0 0-16 16,4 45 0-16,-4-45-272 0,0 0-48 0,0 0-16 0,30 24 0 15,-30-24-272-15,24 3 160 0,-11-2-160 16,-1-1 128-16,2-1-128 0,0 0 0 0,-1-1-160 0,3 0 160 15,-1-1-384-15,1-2 0 16,-2 3 16-16,0-3 0 16,-2 1-1088-16,-1 0-208 0,-2-2-64 0</inkml:trace>
  <inkml:trace contextRef="#ctx0" brushRef="#br0" timeOffset="151515.85">25164 5353 10127 0,'0'0'896'0,"0"0"-704"0,0 0-192 0,-12 23 0 15,12-23 3216-15,0 0 624 0,0 0 112 0,-11 31 16 0,11-31-1760 0,-17 43-352 16,3-14-80-16,-4 6-16 0,0 1-544 0,-2 0-128 16,1-2 0-16,1 0-16 0,1-5-544 0,3-3-96 15,3-3-32-15</inkml:trace>
  <inkml:trace contextRef="#ctx0" brushRef="#br0" timeOffset="153991.56">16484 6750 9215 0,'1'0'816'16,"0"-1"-656"-16,1 1-160 0,-1 0 0 0,2 0 848 0,0-2 144 16,3 0 32-16,2-1 0 0,5 1 800 0,4-5 160 15,5 2 48-15,-2 0 0 0,2-2-512 0,1 0-112 16,-1 1 0-16,-2 0-16 15,0 1-272-15,-3-1-48 0,0 1-16 0,-1 1 0 0,-16 4-608 0,26-9-128 16,-26 9-32-16,23-4 0 16,-23 4-1264-16,17-5-256 0,-17 5-48 0,0 0-10800 0</inkml:trace>
  <inkml:trace contextRef="#ctx0" brushRef="#br0" timeOffset="154195.85">16714 6564 7359 0,'-3'-4'320'0,"1"1"80"0,1-1-400 0,1 3 0 0,0 1 0 0,0 0 0 16,0 1 1664-16,0-1 240 0,0 0 48 0,0 0 16 15,0 0 336-15,0 31 64 0,0-31 0 0,-3 30 16 16,3-30-672-16,-7 40-144 0,3-17-32 0,-1 2 0 16,-1-3-688-16,1 1-144 0,-1-3-16 0,1 0-16 15,0-1-672-15,5-19 0 0</inkml:trace>
  <inkml:trace contextRef="#ctx0" brushRef="#br0" timeOffset="154576.6">17316 6477 14735 0,'-2'-1'640'0,"0"-1"160"0,0 2-640 0,0 0-160 0,1 2 0 0,0-2 0 16,-1 3 800-16,-2-1 128 0,-3 3 32 0,-2 2 0 16,-1 2 768-16,-1 1 144 0,0 1 48 0,0 0 0 15,1 3-144-15,0-2-32 16,1 0 0-16,1 2 0 0,-1 0-656 0,0-1-128 0,1 2-16 0,0 0-16 15,1 1-544-15,-3-1-128 0,2-1 0 0,0-2-16 16,-2 2-240-16,2-2 0 0,0 2 0 0,0-4 0 16,4-1 0-16,4-9 0 0,0 0 0 0,0 0 0 15,0 0 0-15,0 0 0 0,0 0 0 0,27 29 0 16,-27-29 0-16,21-3 0 0,-7 0 0 0,3-1 0 0,3-4 0 0,1 0 144 16,1 0 16-16,-2 3 0 15,-1-2-160-15,0 1-272 0,-2 0 64 16,-1 2 16-16,-16 4-720 0,24-8-144 0,-24 8-32 0,0 0 0 15,26-4-1216-15,-26 4-240 0</inkml:trace>
  <inkml:trace contextRef="#ctx0" brushRef="#br0" timeOffset="154787">17321 6586 15663 0,'-1'2'1392'0,"0"0"-1120"0,1-1-272 0,-1 1 0 15,0 1 1168-15,-2 1 176 16,0 3 48-16,-3 5 0 0,-3 5 656 0,-1 4 144 16,-2 2 32-16,1 0 0 0,-1 0-784 0,1-2-160 15,0 2-16-15,0-1-16 0,3-3-496 0,0 0-112 16,1 0 0-16,3-2-16 0,4-17-624 0,-5 26-192 16,5-26 0-16,0 0-15360 0</inkml:trace>
  <inkml:trace contextRef="#ctx0" brushRef="#br0" timeOffset="155308.7">17657 6557 14735 0,'0'-2'1312'0,"0"0"-1056"0,1 1-256 16,-1 1 0-16,1 0 1264 0,0-2 192 0,0 2 32 0,1-2 16 15,0 0 400-15,2-1 80 0,1 1 0 0,-5 2 16 16,0 0-400-16,0 0-64 0,0 0-32 0,37 16 0 16,-37-16-384-16,0 0-80 0,38 33-16 0,-38-33 0 15,30 32-560-15,-30-32-112 0,30 35-32 0,-30-35 0 16,26 35-128-16,-26-35-16 0,21 34-16 0,-21-34 0 16,0 0-160-16,25 42 0 0,-25-42 0 15,0 0 0-15,0 0-560 0,23 38-80 0,-23-38-32 0,0 0-15600 16</inkml:trace>
  <inkml:trace contextRef="#ctx0" brushRef="#br0" timeOffset="155545.28">17934 6586 17503 0,'-3'1'768'0,"0"0"176"0,3-1-752 0,-4 5-192 16,2-3 0-16,0-1 0 0,0 3 784 0,-2 0 128 0,-3 4 32 0,-3 1 0 15,-2 3 400-15,-2 2 96 0,-2 1 16 0,1-1 0 16,-1 0 112-16,-1 0 32 0,0 0 0 0,0-1 0 16,1 0-400-16,1-1-80 0,1-1-16 0,1 0 0 15,1 1-752-15,2-3-160 0,1-2-16 0,1 0-16 16,2-2-800-16,1 2-144 0,3-2-48 0,0-1-14528 16</inkml:trace>
  <inkml:trace contextRef="#ctx0" brushRef="#br0" timeOffset="156414.79">18294 6560 17503 0,'-1'2'1552'0,"0"-2"-1232"0,0 0-320 0,0 2 0 16,1-2 1088-16,-3 5 176 0,0 0 16 0,-1 2 16 15,-2 2-320-15,-1 3-64 0,0 2-16 0,-1 1 0 0,3-1-144 0,-1 1-48 16,6-15 0-16,-6 28 0 0,6-28-224 0,0 0-48 16,-2 30-16-16,2-30 0 0,0 0-256 0,0 0-160 15,0 0 192-15,0 0-192 0,0 0 0 0,27 31 0 16,-27-31 0-16,0 0 0 0,24-7 0 0,-14 3 0 16,0-2 0-16,1 0 0 0,-1-2 0 0,1 0-176 15,0 0 176-15,-1-2-208 0,1-1-16 0,-1 1 0 16,-1-4 0-16,-1 2 0 0,-1-2 224 0,-2-1 0 15,0 1 0-15,-3-1 0 0,-1 0 0 0,-3 0 0 16,-1-1 0-16,-2 4 0 0,0 2 0 0,-3 3 0 16,0 1 0-16,-1 5 0 0,0 1 128 0,-2 1-128 15,2 4 0-15,1 1 0 0,1-1 160 0,3 2-160 0,0 0 128 0,4-7-128 32,0 0-1024-32,0 0-272 0</inkml:trace>
  <inkml:trace contextRef="#ctx0" brushRef="#br0" timeOffset="156603.32">18555 6664 12895 0,'0'0'1152'0,"0"0"-928"0,0 0-224 0,0 0 0 0,0 0 1904 0,0 0 336 16,0 0 64-16,0 0 0 0,0 0 464 0,0 0 96 15,0 0 16-15,0 0 0 0,0 0-1728 0,31 28-352 16,-31-28-64-16,0 0-16 0,0 0-528 0,2 31-192 15,-2-31 0-15,0 0 144 16,0 0-1168-16,0 0-224 0,0 0-48 0,0 0-12672 0</inkml:trace>
  <inkml:trace contextRef="#ctx0" brushRef="#br0" timeOffset="156981.37">18789 6555 14735 0,'1'-3'640'0,"-1"3"160"0,1-2-640 0,-1 2-160 16,0 0 0-16,0 2 0 0,0-2 1568 0,0 0 288 0,0 0 48 0,0 0 16 0,0 0 128 0,0 0 48 16,-3 23 0-16,3-23 0 15,-5 18-1136-15,5-18-240 16,-6 21-32-16,6-21-16 0,-3 24-224 0,3-24-64 0,-2 21 0 0,2-21 0 15,0 0-192-15,0 0-64 16,0 0 0-16,15 34 0 0,-15-34-128 0,0 0 0 0,0 0 0 0,31-1 0 0,-31 1 0 0,21-9 128 0,-8 2-128 0,-1-1 128 16,1-1-128-16,-1 0 192 0,-1-2-192 0,-1 0 192 15,-1 0-192 1,-2 1-224-16,-3-2 48 0,0 0 16 0,-2 1 160 0,-3-1 0 0,-1 0 0 0,-2 1 0 16,-3 1 0-16,0 2 0 15,-3 1 0-15,-1 1 0 16,0 2 0-16,-1 2 0 0,1 0 128 0,0 2-128 15,0 0 144-15,2 2-144 0,2 3 192 0,1-2-192 16,2 0 0-16,0 0-304 0,2 0 48 0,2-3-14624 16</inkml:trace>
  <inkml:trace contextRef="#ctx0" brushRef="#br0" timeOffset="157255.76">19239 6382 7359 0,'4'-7'656'0,"-2"4"-528"16,0 1-128-16,-1 0 0 0,-1 0 2176 0,0 1 384 15,0 1 96-15,1 0 16 0,-1 1 848 0,0 1 192 16,0-2 16-16,0 0 16 0,0 0-1632 0,-7 31-320 0,7-31-64 0,-8 35 0 15,2-13-1136-15,-1 6-208 0,-2 0-64 0,-1 3 0 16,1 2-176-16,-1-2-144 0,0 0 192 0,2-4-192 16,1-2 128-16,1 0-128 0,2-2 0 0,4-23-11248 15,-2 38-2320-15</inkml:trace>
  <inkml:trace contextRef="#ctx0" brushRef="#br0" timeOffset="157844.22">19604 6526 16575 0,'0'0'1472'0,"0"0"-1168"15,0 1-304-15,0-1 0 0,1 0 1232 0,0-1 192 16,-1 1 48-16,0 0 0 0,0 0 224 0,0 0 48 16,38-2 16-16,-38 2 0 0,33-2-288 0,-33 2-48 0,38-5-16 0,-38 5 0 15,40-6-848-15,-40 6-176 0,38-8-48 0,-38 8 0 31,32-5-1088-31,-32 5-208 0,25-2-64 0,-25 2-13280 0</inkml:trace>
  <inkml:trace contextRef="#ctx0" brushRef="#br0" timeOffset="158012.49">19615 6650 9215 0,'0'0'816'0,"0"0"-656"0,0 0-160 15,0 0 0-15,0 0 1872 0,0 0 352 0,0 0 64 0,23-5 16 0,-23 5 16 0,30-5 16 16,-30 5 0-16,43-4 0 0,-20-1-928 0,1 2-176 16,0-1-32-16,0-1-16 0,0-1-848 0,-1 0-160 15</inkml:trace>
  <inkml:trace contextRef="#ctx0" brushRef="#br0" timeOffset="160031.09">20467 6425 12895 0,'1'-3'1152'0,"0"2"-928"16,-1 0-224-16,0 2 0 0,0-1 1216 0,-1 1 208 15,0-1 48-15,0 0 0 0,0 2 512 0,-2-1 128 0,-1 3 0 0,-2-1 16 16,0 3-672-16,-2 2-144 0,0 1-32 0,-1 1 0 15,-1 4-608-15,0 1-128 16,-1 3-32-16,1 1 0 0,-1 0-192 0,2 1-32 16,-1 0-16-16,4-3 0 0,1 0-32 0,5-17-16 0,-3 28 0 0,3-28 0 15,0 0-224-15,0 0 176 0,32 33-176 0,-32-33 160 16,34 0-160-16,-34 0 0 0,45-9 0 0,-22-2 0 16,2-2 0-16,-1-1 0 0,1-2 0 0,1-2 0 15,0 0-528-15,-3 1-192 0,-2-2-48 0,-5 3 0 16,-2-1 256-16,-3 0 64 0,-3-1 0 0,-3 1 0 0,-3 0 448 0,-3 3 0 15,-3 0 0-15,-4 0 0 0,0 3 0 0,-1 2 0 16,-3 3 0-16,0 1 0 0,-2 2-240 0,1 3 48 16,0 2 16-16,1 2 0 0,1 1 176 0,2-1 128 15,2 3-128-15,1-3 176 16,1 2-368-16,2-1-80 0,0 1-16 0,3-6-8352 16,0 0-1680-16</inkml:trace>
  <inkml:trace contextRef="#ctx0" brushRef="#br0" timeOffset="160229.44">20798 6562 12895 0,'0'0'1152'0,"0"0"-928"15,0 0-224-15,0 0 0 0,0 0 1056 0,0 0 160 16,0 0 48-16,0 0 0 0,0 0 912 0,0 0 176 15,22 34 32-15,-22-34 16 0,0 0-1760 0,0 0-368 16,17 37-64-16,-17-37-11984 0</inkml:trace>
  <inkml:trace contextRef="#ctx0" brushRef="#br0" timeOffset="166320.25">21179 6531 19343 0,'1'0'1728'16,"0"0"-1392"-16,0 1-336 0,-1-1 0 0,0 0 1824 0,0 0 288 31,1 0 64-31,1 2 16 0,0-2-128 0,0-2-16 0,1 1-16 0,1-4 0 16,2 1-992-16,-1-3-192 0,2 2-32 0,0-5-16 15,1 1-560-15,1-3-112 0,-1 0-128 0,1 0 176 0,0-2-176 0,-1 0 0 16,-1-1 0-16,-3 1 0 0,-1-1 0 0,-2 0 0 16,-3 0 0-16,-1 1 0 0,-1 3 0 0,-4 1 0 15,0 0 0-15,-3 4 0 0,-1 3 0 0,0 0 0 16,-2 4 0-16,0 1 0 15,1 3 0-15,1 1 0 0,0 2 0 0,2-1 0 16,1 0 144-16,1 3-144 0,-1 1 160 0,3-1-160 0,-1 4 0 0,7-14 0 0,-6 24 0 16,6-24 0-16,0 0 0 0,1 34 0 15,-1-34 0-15,0 0 0 16,0 0 0-16,0 0 0 0,21 39 0 0,-21-39 0 16,0 0 0-16,0 0 0 0,32 10 0 0,-23-12 0 15,0 1 0-15,0-1 0 0,0-1 0 0,-1 0 0 16,1 0 0-16,-2-2 0 0,0 2 0 0,-2 0 0 15,0 0 0-15,-2 0 0 0,-1 1 0 0,0 1 0 0,-2 1 0 0,0 0 0 16,-1 0 0-16,-2 3 0 0,2 2 0 0,-3 0 0 16,-1 2 0-16,0 2 0 0,5-9 0 0,-11 22 0 15,11-22 0-15,-15 33 0 0,7-17 128 0,-1 3-128 16,0 2 0-16,-1-1 144 0,0 1-144 0,0-2 0 16,-1 0 0-16,2 0 128 0,-1-1-128 0,2-1 160 15,1 1-160-15,7-18 160 0,-11 29-160 0,11-29 0 16,0 0 0-16,-5 29-11440 15,5-29-2320-15</inkml:trace>
  <inkml:trace contextRef="#ctx0" brushRef="#br0" timeOffset="166961.99">21519 6322 11967 0,'0'0'528'0,"0"0"112"0,0 0-512 0,0 0-128 15,0 0 0-15,0 0 0 0,1 0 2048 0,-1 0 384 16,0 1 80-16,0 1 16 0,1 0-112 0,0-2-32 15,-1 1 0-15,2-1 0 0,1 0-592 0,1 0-112 16,0-1-16-16,2-1-16 0,1 2-752 0,2-3-160 16,0 1-32-16,2 0 0 0,0-3-512 0,0 2-192 15,2 1 144-15,-1 0-144 0,1 0 0 0,-2-1 0 16,0 3 0-16,0 0 0 0,-1 1 0 0,-10-1 0 16,0 0 0-16,0 0 0 0,31 12 0 0,-31-12 0 15,0 0 0-15,0 0 0 0,0 0 0 0,0 0 0 16,4 39 0-16,-4-39 0 0,-9 15 0 0,2-8 0 0,-3 2 0 0,0-1 0 15,-1-1 0-15,-1 2 0 0,-1-2-144 0,0 0 144 16,0-2 0-16,1 2 0 0,0-4 0 0,2 1 0 0,0 1 0 16,3-3 0-1,1 0 0-15,1-1 0 0,1 1 0 0,1 0 0 0,1-1 128 0,1 1-128 16,1-1 0-16,1 0 0 0,1 1 0 0,0-2 0 16,-2 0 0-16,0 0 0 0,0 0 0 0,26 1 0 15,-16-2 0-15,-1 1 0 0,1-2 0 0,1 1 0 16,0 0 0-16,1-2 0 0,0 1 0 15,0 2 0-15,1-2 0 0,-2 2 0 0,-11 0 0 0,24 4 0 0,-24-4 0 16,0 0 0-16,31 13 0 0,-31-13 0 0,0 0 0 0,0 0 0 0,0 0 0 16,29 35 0-16,-29-35 0 15,0 0 0-15,0 0 0 0,0 0 0 0,2 43 0 0,-2-43 0 0,-10 19 0 0,2-9 0 16,-1-2 0-16,-3 0 144 0,0 1-144 16,-3-1 128-16,-2 1 32 0,0 0 0 0,-3-1 0 0,-2 0 0 15,0 0-160-15,-1-1 128 0,0 0-128 0,2-2 128 16,1 0-128-16,3-3 0 15,2-1 0-15,1-1-17440 16</inkml:trace>
  <inkml:trace contextRef="#ctx0" brushRef="#br0" timeOffset="172627.42">9937 7582 13823 0,'0'-3'1216'0,"0"-1"-960"0,1 3-256 0,-1-1 0 16,1 2 1040-16,-1-2 176 15,1-1 16-15,0-2 16 0,1 1 368 16,0-3 80-16,0 2 16 0,-1 0 0 0,1 0-304 0,-1 3-48 16,0 1-16-16,0 1 0 15,0 1-464-15,0 2-112 0,0 2 0 0,-1 3-16 0,1 2-288 0,-1-10-48 0,2 28-16 0,-2-28 0 16,3 38-208-16,-3-38-32 0,5 48-16 0,-2-20 0 16,-1-2-144-16,-2-26 0 15,4 52 0-15,-4-52 0 0,3 48 0 0,-3-48 0 0,4 50 0 0,-2-23 0 0,0 0 0 16,-2-27 0-16,6 50 0 15,-6-50 0-15,7 48 0 0,-7-48 0 0,6 38 0 0,-6-38 0 16,0 0 0-16,10 38 0 0,-10-38 0 16,0 0 0-16,0 0 0 0,0 0 0 0,0 0 0 0,0 0 0 15,0 0 0-15,0 0 0 0,0 0 0 0,0 0 0 0,38 4 272 0,-33-13 32 16,1-3 0-16,0-3 0 0,1-1 80 0,1-3 0 16,-1-2 16-16,0-3 0 15,1 3-80-15,1-6-32 0,1-3 0 0,1-7 0 0,-1-1-160 0,0-1-128 31,0 1 144-31,-1 0-144 0,1 0 0 0,-1 2 128 0,0 6-128 0,0 4 0 0,-1 7 0 0,0 1 0 0,1 3 0 0,-1 3 0 16,0 2 0-16,-1 3 0 16,-2 3 0-16,-1 3-11280 0,-2 4-2160 0</inkml:trace>
  <inkml:trace contextRef="#ctx0" brushRef="#br0" timeOffset="174010.65">10480 7620 1839 0,'1'-3'160'0,"0"0"-160"0,0 1 0 0,-1 1 0 15,0 0 768-15,0 1 112 0,0-2 16 0,0 2 16 16,1-3 640-16,-1-2 128 0,0 2 32 0,0-1 0 16,-1 2-64-16,0-1-16 0,-1 1 0 0,0 0 0 15,0 0-32-15,-1 2-16 0,0 0 0 0,0 0 0 16,-1 2-384-16,0-1-80 0,1 2-16 0,-1 2 0 0,-1 2-448 0,0 3-80 16,-1 2-32-16,0 2 0 0,0 6-208 0,-1 2-32 15,-2 3-16-15,2 1 0 0,0 0-64 0,0 0-16 16,1-2 0-16,3-1 0 0,0 1-208 0,2-3 128 0,1-21-128 0,5 39 0 15,-5-39 128-15,0 0-128 0,20 46 0 0,-20-46 144 16,0 0-144-16,0 0 0 16,45 32 0-16,-45-32-176 0,0 0 32 0,41 11 0 0,-41-11 0 0,32 0-8880 15,-32 0-1760-15</inkml:trace>
  <inkml:trace contextRef="#ctx0" brushRef="#br0" timeOffset="174499.63">10641 7693 11967 0,'-4'-2'528'0,"1"1"112"0,1 1-512 0,1-2-128 15,2 2 0-15,0 0 0 0,0 0 1248 0,1-1 224 16,0 0 32-16,4-1 16 0,1-1-80 0,2 1-16 15,1-1 0-15,2 1 0 0,-12 2-320 0,28-5-64 16,-12 3-16-16,0-1 0 16,2 0-256-16,-1-1-64 0,3 0-16 0,-2 1 0 0,-18 3-496 0,34-7-192 15,-20 2 176-15,-14 5-176 0,23-4-176 0,-13-1-128 0,0 2-16 0,0 0-16 32,-3 2-752-32,-1-1-160 0,-1 0-32 0,-1 1 0 15,-1 2 96-15,-2 1 16 0,-1 0 0 0,-1-1 0 16,-1 0 16-16,-2 2 0 0,0 1 0 0,0-1 0 15,-1 1 160-15,1-1 32 0,-1-1 16 0,0 1 0 0,2-3 704 0,-1 2 240 0,0-1-144 0,1-1 144 16,1 1 496-16,0-2 176 0,-1 1 32 0,0-1 16 16,1-1 320-16,-1 2 64 0,2-3 16 15,-1 1 0-15,0 2-32 0,0-3-16 16,0 3 0-16,1 0 0 0,-1 0 128 0,2 0 16 0,-2 3 16 0,-1 0 0 16,1 2-80-16,-2 1 0 0,1 1-16 0,-2 5 0 15,-1 0-240-15,0 0-32 0,-2 3-16 0,1 0 0 16,-2 3-432-16,0-1-96 0,-1 0 0 0,0 0-16 0,-1 2-48 15,0 0 0-15,1 0 0 0,-2-2 0 0,4-1-256 0,0-3 0 16,0 3 0-16,3-4 0 16,-1-3 0-16,2 0-272 0,2 0 16 0,1-3-15232 15</inkml:trace>
  <inkml:trace contextRef="#ctx0" brushRef="#br0" timeOffset="174710.35">10693 7725 13823 0,'-2'-4'608'0,"1"2"128"16,1 0-592-16,0 1-144 0,1 1 0 0,-1 1 0 0,1 1 1600 0,1-1 304 0,1 3 48 0,-3-4 16 15,0 0-112-15,0 0-32 16,26 35 0-16,-26-35 0 0,0 0-464 0,29 38-80 0,-29-38-32 0,0 0 0 16,32 45-544-16,-32-45-96 0,0 0-32 0,33 45 0 15,-33-45-448-15,0 0-128 0,30 36 0 0,-30-36 0 31,0 0-736-31,0 0-160 0,0 0-48 0,36 31-13248 16</inkml:trace>
  <inkml:trace contextRef="#ctx0" brushRef="#br0" timeOffset="174963.94">10649 7992 11055 0,'-3'0'976'0,"0"1"-784"0,2 0-192 15,1-1 0-15,1 0 1216 0,-1 0 192 0,0 0 32 0,-1 2 16 16,1 1 656-16,0-1 144 16,4 1 32-16,0-3 0 0,-4 0-496 0,0 0-80 0,0 0-32 0,37 0 0 15,-37 0-464-15,28-3-112 0,-28 3-16 0,37-7 0 16,-37 7-544-16,38-5-112 0,-16 0-32 0,-1 1 0 0,-21 4-208 0,43-8-32 16,-43 8-16-16,42-6 0 0,-42 6-144 0,37-8 0 15,-37 8 0-15,32-7 0 16,-32 7-208-16,29-7 80 0,-17 5 128 0,0-3-10784 15,-3 1-2032-15</inkml:trace>
  <inkml:trace contextRef="#ctx0" brushRef="#br0" timeOffset="175246.02">11157 7626 16575 0,'-4'-6'736'0,"1"3"160"0,1-1-720 0,2 3-176 0,0 0 0 0,0 0 0 16,0 1 1408-16,1-2 256 0,0-1 64 0,2 1 0 15,2-1 48-15,0 3 16 0,-5 0 0 0,0 0 0 16,0 0-320-16,36 22-48 0,-36-22-16 0,0 0 0 16,37 50-528-16,-37-50-112 0,21 42-32 0,-21-42 0 15,17 48-400-15,-17-48-80 16,9 45 0-16,-9-45-16 0,4 50-240 0,-5-25 0 0,-3 1 128 0,-1-2-128 15,-2-2 0-15,-2-4 0 0,-2 0 0 0,-2-2 0 16,0-2 0-16,-1-2 0 0,1 0 0 0,-3-5-11184 16,-1 2-2320-16</inkml:trace>
  <inkml:trace contextRef="#ctx0" brushRef="#br0" timeOffset="175766.1">11518 7764 11055 0,'-1'2'976'0,"1"-2"-784"16,0 0-192-16,1 0 0 0,-1 0 1280 0,1 0 224 16,1 0 32-16,2 0 16 0,2 0 144 0,2-2 32 15,-8 2 0-15,25-5 0 16,-25 5-464-16,31-7-96 0,-31 7-16 0,37-4 0 0,-37 4-496 0,36-5-96 15,-36 5-32-15,33-3 0 0,-33 3-400 0,0 0-128 0,39 0 0 0,-39 0 0 32,0 0-448-32,0 0-192 0,0 0-32 0,0 0-11552 15</inkml:trace>
  <inkml:trace contextRef="#ctx0" brushRef="#br0" timeOffset="175939.95">11537 7868 14735 0,'-1'1'640'0,"1"-1"160"16,1 0-640-16,0 0-160 16,1 0 0-16,0 0 0 0,0 0 1728 0,2-1 320 0,4-1 64 0,2 0 16 15,5-1-128-15,0-1-16 0,2 1-16 0,0 1 0 16,0-2-848-16,-17 4-160 0,32-1-48 0,-32 1 0 16,28-2-768-16,-28 2-144 0,0 0 0 0,36 5-14560 15</inkml:trace>
  <inkml:trace contextRef="#ctx0" brushRef="#br0" timeOffset="176541.24">12264 7714 5519 0,'-2'-1'496'0,"1"0"-496"0,0 1 0 0,0 0 0 16,1 0 1120-16,0-2 128 0,-2 2 32 0,-1-2 0 16,-1 1 352-16,0-1 80 0,1 2 16 0,0-2 0 15,0 2 32-15,0 0 16 0,3 0 0 0,-1 2 0 16,1 0-256-16,1-1-48 0,2 1-16 0,1-2 0 15,1 2-432-15,2-2-64 0,-7 0-32 0,0 0 0 16,36-4-384-16,-36 4-80 0,33-3-16 0,-33 3 0 0,35-5-320 0,-35 5-128 16,37-5 0-16,-37 5 144 0,34-5-144 15,-34 5-144-15,28-3 144 0,-28 3-208 16,0 0-1392 0,28-1-288-16,-28 1-48 0,0 0-16 0,0 0-336 0,0 0-64 0,0 0-16 0,0 0-6672 15</inkml:trace>
  <inkml:trace contextRef="#ctx0" brushRef="#br0" timeOffset="177523.7">12209 7712 3679 0,'0'-2'320'0,"0"0"-320"0,0 1 0 0,0 1 0 15,0 0 608-15,0-2 48 0,0 0 16 0,0-1 0 16,-1 2 576-16,1-2 112 0,0 2 32 0,0-1 0 15,0 2 48-15,0-2 16 0,0 2 0 0,0 2 0 16,1-2 0-16,0 2 0 0,1 1 0 0,-1-2 0 16,1 0-160-16,-1 1-16 0,0 1-16 0,1-1 0 15,-1-1-352-15,0 3-64 0,-1-3-16 0,0 0 0 16,0 1-240-16,0 1-48 0,0-1-16 0,-2 1 0 16,1-1-128-16,-1 1-16 0,-1 1-16 0,-1 1 0 15,1-2-48-15,-2 4-16 0,-1 0 0 0,1 1 0 0,-2 1-176 0,1 2-128 16,-2 1 192-16,0 0-192 15,1 0 128-15,-2 2-128 0,2 0 0 0,0 1 0 0,0-1 0 16,1-2 0-16,0 4 0 0,0-3 0 0,3 0 160 0,-1-1-160 16,1 0 128-16,1 0-128 0,1-3 0 0,1-2 128 15,1 0-128-15,0-2 0 0,0 0 0 0,1 0 0 16,1-2 0-16,0 0 0 0,-1-3 0 0,2 1 0 16,1-1 0-16,0 0 0 0,2 0 0 0,0-1 0 15,2-1 144-15,2 0-144 0,-11 2 320 0,22-5-16 16,-8 1 0-16,1 1 0 0,-15 3-144 0,32-4-32 15,-32 4 0-15,38-5 0 0,-38 5 0 0,38-5 0 0,-38 5 0 0,35-4 0 16,-35 4-128-16,27-5 160 0,-27 5-160 0,24-5 160 16,-15 0-160-16,-2 2 0 0,-1-1 0 0,-2 0 0 31,-4 1-1088-31,0 2-80 0,-3-2-32 0,-2 2-13840 0</inkml:trace>
  <inkml:trace contextRef="#ctx0" brushRef="#br0" timeOffset="177728.81">12182 7873 911 0,'-9'0'0'0,"4"-2"0"0,0 2 0 0,1 0 0 0,2 0 2688 0,2 0 448 15,-1 0 80-15,-1 0 32 0,-2-2-752 16,0 2-128-16,0-1-48 0,1 1 0 0,1-2-320 0,2 2-64 16,3-2-16-16,1 0 0 0,2 1-320 0,2-1-64 15,3-1 0-15,1 1-16 16,2 0-624-16,3 0-112 0,3-1-16 0,1 0-16 15,-21 3-400-15,43-4-80 0,-18 2-16 0,1 0 0 0,0 1-256 0,0-1 0 16,-26 2 0-16,49 2 0 16,-49-2-1232-16,46 1-208 0</inkml:trace>
  <inkml:trace contextRef="#ctx0" brushRef="#br0" timeOffset="178661.39">12814 7676 9215 0,'1'-2'816'0,"-1"0"-656"16,0 2-160-16,0 0 0 15,1-2 1152-15,-1 1 208 0,0-1 48 0,1-1 0 0,0 0-64 0,-1-1 0 16,0 2 0-16,0-1 0 0,-1 1-240 0,-1 1-48 16,0 1-16-16,0-1 0 0,-1 2-208 0,-1 0-64 15,-1 2 0-15,0 1 0 0,-2 3 48 0,0 1 0 16,-2 1 0-16,1 0 0 0,0 3-128 0,-1 2-32 15,1 1 0-15,1 0 0 0,1 1-32 0,0 0-16 16,1 3 0-16,1 0 0 0,0 0-128 0,2 0-32 16,1 0 0-16,1-19 0 0,1 33-128 0,-1-33-48 15,0 0 0-15,13 44 0 0,-13-44-272 0,0 0 0 16,23 35 0-16,-23-35 0 0,0 0 0 0,0 0 0 16,41 29 0-16,-41-29-15904 0</inkml:trace>
  <inkml:trace contextRef="#ctx0" brushRef="#br0" timeOffset="178983.47">12902 7754 10127 0,'-2'-2'448'0,"1"2"96"0,1-1-544 0,0 0 0 0,1 1 0 0,0 0 0 15,1 0 1472-15,1-2 192 0,2 0 48 0,1-1 0 16,2 0-368-16,1 1-64 0,-1 0 0 0,1 0-16 16,-9 2-112-16,0 0 0 0,0 0-16 0,36 4 0 0,-36-4-304 0,0 0-64 15,0 0-16-15,38 22 0 0,-38-22-320 0,0 0-64 16,0 0-16-16,31 47 0 0,-31-47 96 0,0 0 32 16,19 49 0-16,-19-49 0 0,0 0-96 0,16 43-32 15,-16-43 0-15,0 0 0 0,22 45-224 0,-22-45-128 16,0 0 160-16,0 0-160 0,31 38 0 0,-31-38-256 15,0 0 16-15,0 0 16 16,0 0-1712-16,38 12-352 0,-30-14-64 0,-3-3-9232 16</inkml:trace>
  <inkml:trace contextRef="#ctx0" brushRef="#br0" timeOffset="179188.55">13176 7721 7423 0,'-1'0'656'0,"0"0"-528"0,1 0-128 0,0 0 0 0,-1 1 0 0,1-1 0 15,-1 2 0-15,-1-2 128 0,0 1-128 0,0 0 0 16,0 2 0-16,0 1 0 0,0-3 0 0,-1 1 0 16,-1 0 0-16,-1-2 0 0</inkml:trace>
  <inkml:trace contextRef="#ctx0" brushRef="#br0" timeOffset="179649.24">12903 7776 8287 0,'-4'-2'736'0,"2"0"-592"0,0 1-144 0,2-1 0 16,0 2 1152-16,0-3 192 0,-2 1 32 0,0-3 16 16,0 0 304-16,1-1 64 0,2 0 16 0,0 2 0 15,2 0-288-15,1 1-48 0,-1 1-16 0,2 1 0 16,1 1 48-16,-2 1 0 0,-4-1 0 0,0 0 0 16,0 0-336-16,0 0-64 0,46 11-16 0,-46-11 0 15,29-2-416-15,-29 2-64 0,39-2-32 0,-15-3 0 16,3 0-160-16,2 0-48 0,0 0 0 0,-1-1 0 15,1-1-336-15,-3 2 0 0,-1-3 0 0,-2 2 0 16,-5-1 0-16,-3 4-160 0,-2-2 160 0,-4 1 0 0,-1 3-288 16,-3 1 48-16,-1 0 16 0,-2 0 0 15,-2 3-528-15,-2-1-96 0,-2 1-32 0,-1-1 0 16,0 1-1488-16,-2 1-288 0,1 1-64 0,-1-3-9120 16</inkml:trace>
  <inkml:trace contextRef="#ctx0" brushRef="#br0" timeOffset="179996.53">13226 7733 6911 0,'0'-2'144'0,"0"0"48"0,1 1 0 0,-1 1 0 0,1 0-192 0,-1-2 0 0,1 1 0 0,0-3 0 16,-1 0 2224-16,2 0 400 0,-1 1 96 15,-1-2 16-15,1 2-560 0,-1 1-128 0,-1 0 0 0,0 2-16 16,1-2-336-16,-2 1-64 0,2 1-16 0,-2 0 0 15,0 0-336-15,0 0-80 0,0 0-16 0,0 0 0 16,0 0-352-16,1 0-80 0,-1 1-16 0,1 1 0 16,-1-1-336-16,-1 0-64 0,1 2-16 0,0 1 0 0,0-1-128 0,-1 1-48 15,-1-1 0-15,-1 4 0 16,0-3-144-16,-2 4 192 0,-1 1-192 0,-1 0 192 0,-1 3-192 0,-2 2 0 16,0 1 144-16,-4 4-144 15,-3 2 0-15,1 0 0 0,-2 2 0 0,-1 0 128 0,0 1-128 0,0 0 0 16,3-3 0-16,1 0 0 0,2-5 0 0,3-2 0 15,2-2 0-15,1-2-128 16,5-3-512-16,0-2-80 0,3-4-32 0,1 0-15776 0</inkml:trace>
  <inkml:trace contextRef="#ctx0" brushRef="#br0" timeOffset="180312.13">12918 8020 5519 0,'-3'0'496'0,"0"0"-496"0,2 0 0 0,1 0 0 15,0 0 848-15,0 0 80 16,-2 0 16-16,0-1 0 0,-1 1 528 0,0-1 96 16,1-1 32-16,1 1 0 0,1 0 80 0,0 0 32 0,0 1 0 0,0-2 0 15,0 1-208-15,0 1-32 0,0 0-16 0,1 0 0 16,-1 0-288-16,0 0-48 0,-1 0-16 0,1 0 0 16,0 0-48-16,-1 0-16 0,1 0 0 0,0 0 0 15,1 0-224-15,-1 0-48 0,3-2-16 0,0 2 0 16,2-1-208-16,0-2-32 15,3 0-16-15,2-2 0 0,0 2-256 0,2-1-48 0,3-3-16 0,2 3 0 0,-2-2-48 0,5 2-128 16,0-1 192-16,3-2-64 0,2 2 0 0,0 0 0 16,2 1 0-16,-1-1 0 0,-1 3-128 0,-1-1 0 15,-24 3 0-15,40-3 128 0,-40 3-128 0,32-1 0 16,-32 1 0-16,0 0 0 0,32-3 0 16,-22 3 0-16,-2-2 0 0,-1-1 0 15,-1 3-816-15,-2-2-32 0</inkml:trace>
  <inkml:trace contextRef="#ctx0" brushRef="#br0" timeOffset="181464.3">13363 7486 12895 0,'2'0'1152'0,"0"-2"-928"16,-1 2-224-16,0 0 0 0,1 0 976 0,-1-1 160 0,2 0 16 0,3-1 16 15,1-1-96-15,1-1-32 0,2 1 0 0,-1 1 0 16,-1 2 0-16,1-2 0 16,-1 2 0-16,-1 2 0 0,0 0-288 0,-7-2-64 15,0 0-16-15,0 0 0 0,0 0-416 0,0 0-96 0,0 0-16 0,13 38 0 0,-17-28-144 0,-1-4 0 16,-1 2 0-16,0 1 128 0,-2-2-128 0,0 1 0 15,0-1 0-15,-1 2 0 0,1-4 128 0,-1 2-128 16,1 0 0-16,1-2 128 0,0-1-128 0,2 1 0 16,1-2 0-16,1-1 0 0,2 0 304 15,2-1-32-15,1 0 0 0,2-2 0 16,0 0 240-16,3 0 32 0,0 0 16 0,2-1 0 0,1-1 80 0,1-2 32 0,1 2 0 16,1-1 0-16,-1 0-432 0,-1 1-96 0,1 1-16 0,-2-3 0 15,1 3-128 1,-2-1 0-16,1 1 0 0,-2 2-15072 0</inkml:trace>
  <inkml:trace contextRef="#ctx0" brushRef="#br0" timeOffset="181742.12">13660 7508 3679 0,'1'-2'320'0,"0"2"-320"0,0 0 0 0,0-2 0 0,0 2 2784 0,0 0 480 16,1 0 112-16,1 2 16 0,1-2-256 0,1 2-64 15,-5-2 0-15,0 0 0 0,0 0-1248 0,0 0-256 16,37 24-48-16,-37-24-16 0,0 0-464 0,21 40-80 16,-21-40-32-16,11 40 0 0,-11-40-336 0,6 52-64 15,-4-21-16-15,-3-2 0 0,0-3-256 0,-1 2-48 16,-1 3-16-16,-2-2 0 0,0-1-192 0,-1-2 128 0,-1-1-128 15,-2-2 0-15,1-2 160 0,-2-1-160 0,-1-2 160 0,-2-1-160 16,-1-1 0-16,-2-2 128 0,-2 1-128 0,-2-2-17200 16</inkml:trace>
  <inkml:trace contextRef="#ctx0" brushRef="#br0" timeOffset="182374.63">14072 7757 9215 0,'-2'-2'816'0,"0"2"-656"16,1 0-160-16,1 2 0 0,0-2 1024 0,0 0 192 0,-1 0 16 0,0 0 16 31,1 0 96-31,3-2 32 0,0 1 0 0,2-1 0 0,3 0 320 0,-8 2 64 0,21-5 16 0,-7 2 0 16,1-1-192-16,1 2-48 0,2-1 0 0,1 1 0 31,-19 2-816-31,37-5-160 0,-37 5-48 0,35-2 0 0,-35 2-512 0,29 0 0 0,-29 0 0 0,0 0-14384 16</inkml:trace>
  <inkml:trace contextRef="#ctx0" brushRef="#br0" timeOffset="183398.5">14767 7588 10127 0,'-1'0'896'16,"1"0"-704"-16,0 0-192 0,0 0 0 16,1 0 960-16,0 0 176 15,0 0 16-15,2 0 16 0,2-2 592 0,2 2 112 0,3-2 32 0,2 0 0 16,2-1 112-16,2-1 32 15,1 1 0-15,3 1 0 0,-1-3-800 0,2 0-160 0,0-1-16 0,0 2-16 16,-1 0-672-16,-2 0-144 0,-2 1-32 0,-2 0 0 31,-14 3-592-31,22-2-128 0,-22 2-32 0,0 0 0 16,0 0-1952-16,0 0-400 0</inkml:trace>
  <inkml:trace contextRef="#ctx0" brushRef="#br0" timeOffset="183690.02">14897 7574 5519 0,'0'-2'496'0,"1"2"-496"0,0 0 0 0,0 0 0 16,-1 0 1856-16,1-2 288 0,0 2 48 0,1 0 16 16,0-2 528-16,1 2 96 15,0 2 32-15,-1 0 0 0,0 3-832 0,-1 2-176 16,-1-7-16-16,0 0-16 0,-4 28-880 0,0-16-176 0,-1 2-48 16,1 1 0-16,-4 1-464 0,1 2-80 0,-1 0-32 0,-1-1 0 15,1-1-144-15,0 0 160 0,-1 1-160 0,2-2 160 16,0-1-160-16,2-2 0 0,0-1 144 0,5-11-144 0,-4 19 0 0,4-19 0 15,0 0 0-15,0 0 0 16,0 0 0-16,0 0 0 0,0 0 0 0,42 22 0 0,-29-24 0 0,2-1 0 16,2 0 0-16,-2-1 0 0,0-1 0 0,2 0 0 15,1 1-144-15,1-3 144 0,0 2-288 0,-2-2 16 16,-1 2 0-16,-2 0 0 16,-2 0-1264-16,-3 1-256 0,1-1-64 0,-5 0 0 15,1 3-464-15,-4-3-112 0,0 2 0 0,-3-1-6672 0</inkml:trace>
  <inkml:trace contextRef="#ctx0" brushRef="#br0" timeOffset="183863.68">14961 7717 911 0,'-7'-3'0'0,"2"1"0"15,1 0 0-15,1 0 0 0,3 1 2064 0,0 1 336 0,0 0 64 0,-1 0 16 32,0-2 272-32,0 2 64 0,2-2 16 0,1 1 0 0,1 1-720 0,3 0-128 15,0-2-48-15,2 1 0 16,-8 1-592-16,17-3-128 0,-6 0-32 0,2 0 0 15,-13 3-864-15,26-6-160 0,-13 1-32 0,2 2-128 16,0-3-224-16,0 1-160 0,-1 0-16 0,0 0-8736 16,-1 0-1744-16</inkml:trace>
  <inkml:trace contextRef="#ctx0" brushRef="#br0" timeOffset="184090.54">15261 7585 7023 0,'2'-1'144'0,"0"-1"48"0,0-1 0 0,0 3 0 0,-1-2-192 0,0 2 0 16,0 0 0-16,1-2 0 0,1 1 2432 0,2-1 432 16,0 0 80-16,2 0 32 0,0-1-32 0,2 1-16 15,-1 1 0-15,2-1 0 0,0 0-1376 0,1 0-272 0,-1-1-48 16,0 0-16-16,-1 1-1056 0,2 0-160 0,-2-2-144 0,0 3 144 31,-1-1-1120-31,-1-1-96 0,-1 1-32 0,0 1 0 16,-1 0-544-16,-3 1-96 0,2-2-32 0,-2 1-5152 15,0 1-1040-15</inkml:trace>
  <inkml:trace contextRef="#ctx0" brushRef="#br0" timeOffset="185360.42">15380 7570 911 0,'-4'0'0'15,"0"0"0"-15,1-2 0 0,0 2 0 0,1 0 848 0,1-1 96 16,0 1 16-16,-2 0 0 0,-1 0 608 0,-1-2 128 0,-2 2 32 16,1 0 0-16,1 0-384 0,0 0-80 0,3 0-16 0,-1 2 0 15,1-2-416-15,1 1-96 0,0 1-16 0,2-2 0 16,0 0-96-16,0 2-32 0,2-2 0 0,-1 0 0 16,0 0 352-16,1 0 64 0,0-2 16 0,1 2 0 15,-1-2 400-15,1 1 96 0,0 1 16 0,-2-2 0 16,2 0-448-16,-1 1-96 0,-1-1-16 0,1 2 0 15,-2-1-336-15,-1 0-64 0,1 1 0 0,-1 0-16 16,0 0-64-16,0 0-16 0,0 0 0 0,-1 0 0 16,1 0-192-16,-2 0-32 0,1 0-16 0,0 0 0 15,0 1-240-15,-1 0 0 0,0-1 0 0,0 2 0 0,0-1 0 0,1 1 0 16,-1 0 0-16,-1-2 0 0,1 3 0 0,0-3 0 16,0 2-160-16,1-2 160 15,1 0-416-15,-1 0 0 0,0 0 0 0,1 0 0 16,0 0-16-16,0 0 0 0,0 0 0 0,0 0 0 0,1 0 432 0,-1-2 0 15,0 2 0-15,0-3-128 0,1 1 128 0,-1 0 0 16,0 1 0-16,0-1 0 0,0 1 0 0,0 0 0 16,0-1 0-16,0-1 128 0,0 1-128 0,1 1 0 15,0-1 0-15,-1 1 0 0,2 0 0 0,-1-1 128 16,1 0-128-16,1 1 0 0,-1-1 0 0,0 0 0 16,1 1 0-16,0-1 128 0,1 1-128 0,-1 0 0 0,1-1 0 0,-1 1 0 15,2-1 0-15,-2-1 0 0,2 1 0 0,-1 2 0 16,0-2 0-16,1 2 0 0,-1-2 0 0,-1 0 0 15,1 1 0-15,0 1 0 16,-2-2 0-16,2 0 0 0,-1 1 0 0,1-1 128 16,-2 2-128-16,1-2 176 0,0 0 256 0,-2 1 48 0,1-1 16 0,-2 0 0 15,1 1-144-15,-2-1-32 0,0 2 0 0,-1 0 0 16,1 0-48-16,-2 0-16 0,1 0 0 0,-1 0 0 0,-1 0-112 16,0 2-16-16,0-2-128 0,-1 3 192 0,0-3-192 15,1 3 128-15,-3 1-128 0,0-1 0 0,0 2 160 16,0 0-160-16,-1 1 160 15,-1 1-160-15,1 1 176 0,0 0-176 0,-2 0 192 0,1 1-192 0,1-1 192 16,-2 3-64-16,3 0 0 0,-1 2-128 16,0-1 176-16,1 0-176 0,0 2 160 15,2-1-160-15,0 0 144 0,1 1-144 0,4-14 128 0,0 0-128 0,1 36 144 0,-1-36-144 16,0 0 160-16,0 0-160 16,31 35 128-16,-31-35-128 0,0 0 0 0,39 19 144 0,-39-19-144 0,0 0 0 15,46 15 0-15,-46-15 0 0,0 0 0 0,48 17 0 0,-48-17 0 16,0 0 0-16,37 20 0 0,-37-20 0 0,0 0 0 0,0 0 0 31,0 0-640-31,33 18-16 0,-30-16 0 0,-1-2-16800 0</inkml:trace>
  <inkml:trace contextRef="#ctx0" brushRef="#br0" timeOffset="185693.87">15580 7596 8287 0,'-1'-3'368'0,"1"1"80"16,0-1-448-16,0 3 0 0,0-2 0 0,0 2 0 0,0 0 1856 0,0-1 304 16,1 0 48-16,0-1 16 0,0 0 400 0,1 1 64 31,1 1 32-31,1-2 0 0,-1 2-864 0,3 0-192 0,0-2-16 0,-6 2-16 0,0 0-608 0,26-3-128 15,-13 3-32-15,0-2 0 0,1-1-560 0,2-1-112 32,1 1-32-32,0-1 0 0,-1 1-160 0,2-2 0 0,-1 3 0 0,-1-2 0 15,0 1 0-15,-1 1-144 0,-15 2 144 0,25-3 0 16,-25 3-144-16,0 0 144 0,30 0 0 0,-30 0-144 16,0 0-16-16,0 0 0 0,0 0 0 0,30 3 0 31,-27-3-800-31,0 2-144 0,-1-2-48 0,0 0-13072 0</inkml:trace>
  <inkml:trace contextRef="#ctx0" brushRef="#br0" timeOffset="185913.73">15906 7522 2751 0,'-1'0'256'0,"0"0"-256"0,1 2 0 0,-1-2 0 0,1 0 2176 0,-1 0 400 16,1 1 80-16,-1 1 16 0,1 0 320 0,-1-1 64 15,-1 3 16-15,-1-1 0 0,0 2-1072 0,-1-1-208 16,1 1-32-16,-1 2-16 0,-2-3-656 0,-1 4-128 15,1-1-16-15,-3 1-16 0,0 3-400 0,-2-1-80 16,-1 2 0-16,-1 2-16 0,0 2-32 0,-1-2 0 16,1 2 0-16,-1 1 0 0,0 0 0 0,1-3 0 15,1 2 0-15,1-1 0 0,3-3-224 0,0-1-48 16,2-1-128-16,0-2 192 0,1-1-384 0,3 0-96 16,0-3-16-16,1-1 0 15,0-1-2656-15,1-4-544 0</inkml:trace>
  <inkml:trace contextRef="#ctx0" brushRef="#br0" timeOffset="186119.52">15684 7705 1839 0,'0'-5'160'16,"0"3"-160"-16,0 2 0 0,0-2 0 0,1 1 1648 0,-1-4 288 0,1-4 64 0,0-3 16 15,1-4 608-15,1 2 112 0,0 1 16 0,0 0 16 16,2 5-528-16,-1 0-96 0,1 2-32 0,0 3 0 16,0 1-288-16,-5 2-64 0,0 0-16 0,0 0 0 15,0 0-416-15,29 29-96 0,-29-29-16 0,0 0 0 0,24 38-656 0,-24-38-144 16,0 0-32-16,28 42 0 0,-28-42-224 0,0 0-160 15,29 38 192-15,-29-38-192 0,0 0 0 0,0 0 0 16,32 38 0-16,-32-38 0 16,0 0-512-16,0 0-96 0,0 0-32 0,24 33-16016 15</inkml:trace>
  <inkml:trace contextRef="#ctx0" brushRef="#br0" timeOffset="186372.79">15646 7792 8287 0,'-2'0'368'0,"0"0"80"0,0 0-448 0,1 0 0 0,0 0 0 15,1 0 0-15,0 1 2416 0,0 1 400 0,0 0 64 0,0 1 32 16,0-3-320-16,0 0-64 0,0 0-16 0,0 0 0 16,0 0-704-16,0 0-144 0,38 21-16 15,-38-21-16-15,0 0-576 0,39 0-112 0,-39 0-32 0,35-3 0 16,-35 3-592-16,39-3-128 0,-39 3-32 0,42-3 0 15,-42 3-160-15,43-7 0 0,-43 7 0 0,39-5 0 16,-39 5-128-16,30-5 128 0,-30 5-160 16,25-5 160-16,-25 5-1600 0,0 0-208 0</inkml:trace>
  <inkml:trace contextRef="#ctx0" brushRef="#br0" timeOffset="186656.78">16115 7532 7359 0,'-1'-3'656'0,"1"1"-528"0,1-1-128 0,0 1 0 16,0 2 2080-16,0-1 384 0,0 0 80 0,3-1 16 31,1-1 416-31,1-1 96 0,3 3 0 0,-9 1 16 0,0 0-976 0,0 0-208 15,34 15-48-15,-34-15 0 0,0 0-656 0,25 43-144 0,-25-43-32 0,13 40 0 16,-13-40-544-16,10 42-112 0,-10-42-32 0,7 45 0 16,-7-45-208-16,-1 43-128 15,1-43 160-15,-7 39-160 0,3-21 0 0,-4-1 0 0,0-2 0 0,-2 0 0 16,-1-3-160-16,0 0-80 0,1-2-16 0,-1-1-17040 16</inkml:trace>
  <inkml:trace contextRef="#ctx0" brushRef="#br0" timeOffset="187279.77">16373 7380 14735 0,'-2'2'640'0,"1"-2"160"0,0 0-640 0,1 0-160 15,0 1 0-15,0-1 0 0,1 1 1584 0,0 0 272 16,-1-1 64-16,0 0 16 0,0 0-96 0,0 0-32 16,0 0 0-16,37 9 0 0,-37-9-816 0,0 0-160 15,30-2-48-15,-18 0 0 0,-12 2-416 0,24-5-96 0,-12 2-16 0,-2 1 0 16,0-2-256-16,-1 1 0 16,0 0 0-16,-2-1 0 0,0 0 0 0,-2 1 0 0,0 0 0 0,-2 2 0 15,-1 0 352-15,0-1 16 16,-1 0 0-16,-2 2 0 0,0-1-112 0,-1 2-32 0,1-1 0 15,-1 2 0-15,-1 0-64 0,0 0-16 0,0 1 0 0,2 0 0 16,-2 1 144-16,1 1 32 0,0 2 0 0,2-7 0 16,0 0-48-16,0 0 0 15,-2 31 0-15,2-31 0 0,0 0-80 0,4 42 0 16,-4-42-16-16,5 39 0 0,-5-39-176 0,5 44 0 0,-5-44 0 0,4 57 0 0,-2-28 0 16,-1 1 0-16,0-1 128 0,-1-29-128 15,1 55 0-15,-1-55 128 0,-1 46-128 0,1-46 128 16,-1 43-128-16,1-43 0 0,-4 38 0 0,4-38 128 15,-5 36-128-15,5-36 0 0,-6 26 0 0,6-26 0 0,-8 17 128 0,4-13 0 16,-3 1 0-16,1 0 0 0,-3-3 192 0,1 0 16 16,-1 1 16-16,-2-3 0 15,-1 2-352-15,-1-1 0 0,-2 1 0 0,-1 0 128 0,-1-2-400 0,1 2-80 16,-1-1-16-16,0 0-11152 16,1 0-2224-16</inkml:trace>
  <inkml:trace contextRef="#ctx0" brushRef="#br0" timeOffset="187958.7">14843 7456 10127 0,'1'-5'896'0,"1"0"-704"0,-1 5-192 0,-1-2 0 16,1 2 1152-16,-1 0 208 0,1 0 48 0,-1-5 0 16,0 1 816-16,-1 1 160 0,-2 1 48 0,-2-1 0 15,1 1-752-15,-4 2-144 0,1-2-16 0,-1 2-16 16,-3-1-544-16,-2 1-96 0,0-2-32 0,-3 1 0 16,0 0-448-16,-2-1-112 0,2-1-16 0,0-1 0 15,0 1 0-15,1 2-16 0,1 0 0 0,2-2 0 16,1 4 32-16,0-1 16 15,2 2 0-15,-1-1 0 0,1 0-64 0,2 2-16 0,1 1 0 0,0-1 0 16,1 1-208-16,1 1 144 0,2 0-144 0,-1-1 128 16,2-1-128-16,0 2 0 0,1-1 0 0,1 1 0 0,0 0 0 0,0-1 0 31,0 1 0-31,0-1 0 0,1 0 0 16,-2 1 0-16,2 1 0 0,-1-1 0 0,0 1 0 0,0 0 0 15,0 3-144-15,0 1 144 0,-1-1 0 0,0-9 0 16,0 27 0-16,0-27 0 0,0 42 0 0,-1-17 0 15,0 4 0-15,-1 0 0 0,0 2 0 0,1-1 0 16,-1 4 0-16,-1-3 0 0,-1 4 0 0,1-1-128 16,2-4 128-16,1-1 0 0,0-1 0 0,0-28-128 15,5 47 128-15,-5-47 0 0,10 36-320 0,-10-36 32 0,0 0 16 0,0 0 0 16,29 38 16-16,-29-38 16 0,0 0 0 16,34 10 0-16,-34-10 240 0,29 0 0 0,-29 0 0 0,34-7 0 15,-15 3 144-15,2-2-144 0,2 1 0 0,0-1 144 16,1 0-144-16,0 2 0 0,-1-3 0 0,2 3-15216 15</inkml:trace>
  <inkml:trace contextRef="#ctx0" brushRef="#br0" timeOffset="188649.09">16782 7276 11967 0,'0'-3'1072'0,"0"1"-864"16,0 2-208-16,0-2 0 0,0 1 1424 0,0-1 240 15,1 1 64-15,-1-2 0 0,1-2 672 16,0 1 144-16,1 1 16 0,-2 0 16 16,2 1-624-16,-1 0-128 0,1 1-32 0,1 1 0 15,0 0-720-15,1 0-160 0,-4 0-16 0,0 0-16 0,0 0-368 0,30 3-80 16,-30-3-16-16,0 0 0 0,32 2-224 0,-32-2-64 15,0 0 0-15,33 3 0 0,-33-3-128 16,0 0 0-16,30 4 144 0,-30-4-144 0,0 0 0 0,0 0 0 16,0 0 0-16,0 0 0 0,34 22 0 0,-34-22 0 0,0 0 0 0,-7 18 0 15,1-10 0-15,-1-3 0 0,0 4 0 0,-3-2 0 16,0 0 0-16,1 0 0 0,0-2 0 16,-2 2 0-16,2-2 0 0,0-1 0 0,1 1 0 0,2-2-128 15,1-1 912-15,3 0 192 16,2 1 48-16,0-3 0 0,0 0-1632 0,0 0-320 0,0 0-64 0,0 0-16 0,30 2 816 0,-30-2 192 15,0 0 0-15,33 0 0 16,-33 0 0-16,25 0 0 16,-25 0 0-16,28 0 0 0,-28 0 0 0,30 0 0 0,-30 0 0 0,31-2 0 0,-31 2-128 0,27-2 128 15,-27 2 0 1,28-4-17392-16</inkml:trace>
  <inkml:trace contextRef="#ctx0" brushRef="#br0" timeOffset="202504.45">17041 7729 9215 0,'-1'0'816'0,"0"0"-656"0,1 0-160 16,0 0 0-16,0 0 1072 0,1 0 176 16,-1 0 32-16,1 0 16 0,2-1 688 0,1 1 128 15,2-2 16-15,2 0 16 0,2-3-112 0,2 2-32 16,2-1 0-16,2-1 0 0,1-2-800 0,4 2-176 15,-1-2-16-15,2 1-16 0,0 1-448 0,-3 2-96 16,1-1 0-16,-1 1-16 0,0 0-240 0,0 1-64 16,-19 2 0-16,33-2 0 0,-33 2-128 0,28 0 0 0,-28 0-160 0,0 0-10000 15,0 0-2000-15</inkml:trace>
  <inkml:trace contextRef="#ctx0" brushRef="#br0" timeOffset="202745.74">17146 7833 10127 0,'2'-2'896'0,"1"1"-704"0,0 1-192 0,1-2 0 0,-1 2 1360 16,0-1 240-16,1 0 64 0,4-1 0 0,4-1 256 0,4 0 48 15,2-1 16-15,3-1 0 0,1 0-448 0,-2 1-64 16,1 1-32-16,1 1 0 0,-3-1-480 0,0 1-112 15,-1 0-16-15,-18 2 0 0,34-5-608 0,-34 5-224 0,29-5 144 0,-29 5-144 32,23-4-896-32,-23 4-256 0</inkml:trace>
  <inkml:trace contextRef="#ctx0" brushRef="#br0" timeOffset="203842.78">17865 7585 6447 0,'-1'0'576'16,"0"0"-576"-16,0 1 0 0,1-1 0 0,0 0 768 0,0 0 64 15,-1 0 0-15,0 2 0 0,0-2 496 0,1 1 96 16,1 1 32-16,2-2 0 0,2 0 240 0,0 0 48 16,-5 0 16-16,0 0 0 0,27-3-32 0,-13 1-16 15,2 0 0-15,2 0 0 0,2-3-768 0,2 0-160 16,1 1-16-16,3-2-16 16,2 2-352-16,0-4-64 0,0 4-16 0,-2-3 0 0,-2 1-320 0,-3 0 0 15,-1 1 0-15,-2 1 0 16,-2-1-864-16,-3 0-192 0,-1 3-32 0,-4-1-16 15,-1 1-960-15,-4 0-192 0,-1 4-48 0,-4 0-7392 0</inkml:trace>
  <inkml:trace contextRef="#ctx0" brushRef="#br0" timeOffset="204319.85">17905 7632 5519 0,'-4'0'240'0,"2"0"64"0,0 0-304 0,2-1 0 0,0 1 0 0,1 0 0 0,0 0 880 0,1 0 112 15,1-2 32-15,1 2 0 16,2-2 672-16,1 1 144 0,1-1 16 0,0 1 16 0,0 0 112 0,2-1 32 31,-2 0 0-31,-8 2 0 0,20-1-336 0,-20 1-64 16,0 0-16-16,30 1 0 0,-30-1-448 0,0 0-80 0,0 0-32 0,41 13 0 0,-41-13-272 0,0 0-48 16,0 0-16-16,38 26 0 0,-38-26-320 0,0 0-64 0,0 0 0 0,32 36-16 15,-32-36-304-15,0 0 160 0,0 0-160 0,19 35 128 31,-19-35-128-31,0 0 0 0,0 0 0 0,0 0 0 16,-3 34 0-16,-2-27 0 0,-3 1 0 0,0-1 0 16,-2 1 0-16,-1 0 0 0,-2-1 0 0,-1 1 0 15,0 0-144-15,-2-1 144 0,0 3 0 0,-1 0 0 16,-3-1-320-16,2 0 64 0,-1 2 0 0,0 0 0 16,-1-2-288-1,2 0-48-15,0 1-16 0,2-3 0 0,3 0 368 0,3-2 80 0,2 0 16 0,2-3 0 16,3 0 144-16,2-2 0 0,2 0 0 0,3 0 0 15,1-2 0-15,2-2 0 0,3 1 0 0,1-2 0 16,1 1 0-16,4-4 144 0,4 2-16 0,2-2-128 0,2-1 336 16,2 2-32-16,3-1-16 0,1 2 0 0,1-2 160 0,0 4 48 15,2 1 0-15,-2-1 0 0,-1 1-96 16,-2 1-16-16,0-2 0 0,-1 1 0 0,-1 0-192 0,1 1-64 16,-1-2 0-16,0 1 0 0,-1 0 16 0,-4 1 0 15,-2 0 0-15,-19 2 0 16,32-3-656-16,-32 3-144 0,19-2-32 0,-12 0-10224 15,-4 1-2048-15</inkml:trace>
  <inkml:trace contextRef="#ctx0" brushRef="#br0" timeOffset="205065.32">17873 8121 8287 0,'0'-1'736'0,"0"1"-592"16,0 0-144-16,0 0 0 0,0 0 320 0,0 0 16 16,0 0 16-16,0 0 0 15,0-2 288-15,0 2 48 0,0 0 16 0,-1 0 0 0,1 0 320 16,-1 0 80-16,1 2 16 0,-1-2 0 15,1 1-16-15,-1 0 0 0,0 1 0 0,1-1 0 16,-2 1 160-16,1 0 16 0,0 1 16 0,0-3 0 0,0 2-272 0,1-2-48 16,1 1-16-16,0-1 0 15,1-1-224-15,0 1-48 0,1-2-16 0,-3 2 0 0,0 0-224 0,14-7-64 16,-6 4 0-16,0-1 0 0,1-1-48 0,0 2-16 16,1-1 0-16,-1 1 0 15,0-2-64-15,1 3-32 0,-10 2 0 0,0 0 0 0,26-7 64 0,-26 7 16 16,0 0 0-16,0 0 0 0,0 0-16 0,31 7 0 0,-31-7 0 0,0 0 0 15,0 0-96-15,0 0 0 0,0 0-16 0,23 40 0 16,-23-40 96-16,0 0 32 0,0 0 0 0,16 40 0 16,-16-40-112-16,0 0 0 0,0 0-16 0,21 41 0 15,-21-41-176-15,0 0 160 16,0 0-160-16,27 33 160 0,-27-33-160 0,0 0 0 16,0 0 0-16,0 0 0 0,34 5-576 0,-28-8 0 0,1-1 0 0,-1-1-10512 31,0 0-2096-31</inkml:trace>
  <inkml:trace contextRef="#ctx0" brushRef="#br0" timeOffset="205272.63">18162 8117 7359 0,'-1'-5'320'0,"0"1"80"0,0 0-400 0,0 3 0 16,1-1 0-16,-1 0 0 0,1 2 1616 0,-2-1 240 0,0-1 64 0,-1 2 0 15,-1 0-64-15,-3 2-16 0,0 1 0 0,-2 4 0 16,-3 2-848-16,-2 1-160 0,-2 1-48 0,-2 1 0 15,1 3-128-15,-2-1-16 0,1 0-16 0,0 3 0 16,-1-3 336-16,4 0 80 0,0 0 16 0,2-2 0 16,2-1-624-16,-1 0-128 0,5-2-32 0,1-3 0 15,1 0-544-15,1-1-112 0,1-3-32 0,2 0-12832 16</inkml:trace>
  <inkml:trace contextRef="#ctx0" brushRef="#br0" timeOffset="208454.72">18200 8176 3679 0,'-4'0'320'0,"0"0"-320"16,1 0 0-16,2 0 0 0,1 0 944 0,0-2 112 0,-1 2 32 0,-3-2 0 16,1-3 704-16,1 0 128 0,1 1 48 0,2-1 0 15,3 0-144-15,2 1-32 0,0-1 0 0,1 1 0 16,-7 4-224-16,18-6-48 16,-18 6-16-16,20-5 0 0,-20 5-832 0,0 0-160 0,32-3-48 0,-32 3 0 15,0 0-464-15,30-3 0 0,-30 3 0 0,0 0 0 16,0 0-800-16,29 2-256 0</inkml:trace>
  <inkml:trace contextRef="#ctx0" brushRef="#br0" timeOffset="208651.4">18228 8202 10479 0,'0'0'224'0,"0"-2"48"0,1 2 16 0,0 0 16 0,0-1-304 0,1 1 0 16,0-1 0-16,1 1 0 0,2-2 1680 0,3-1 288 16,1 1 48-16,-9 2 16 0,22-7-368 0,-22 7-80 15,24-5-16-15,-24 5 0 0,25-5-816 0,-25 5-176 0,0 0-16 0,32-2-11520 16</inkml:trace>
  <inkml:trace contextRef="#ctx0" brushRef="#br0" timeOffset="208967.95">18564 8036 3679 0,'0'-2'320'0,"-1"2"-320"16,0 0 0-16,0 0 0 0,0 0 768 0,0 1 64 16,0 1 32-16,-2 0 0 15,-1 3 528-15,-2 0 96 0,-3 4 32 0,0 3 0 0,0 0 240 0,-2 0 48 0,1 2 16 0,1-1 0 16,1 2-496-16,0-1-112 15,3 1 0-15,2-1-16 0,3-14-352 0,0 0-64 0,5 33-16 0,-5-33 0 16,0 0-272-16,0 0-64 0,46 19-16 0,-46-19 0 16,38-4-64-16,-18-1-16 0,1-2 0 0,-2 0 0 15,1-3-336-15,-2-2 0 0,-1 0 0 0,-2-2 0 16,-3 2-288-16,-3 0-32 0,-2 0 0 16,-5 0 0-16,-2 3 112 0,-3-3 16 15,-5 3 0-15,-3-1 0 0,-4 1-128 0,-3 0-32 0,-4 0 0 0,-1-1 0 31,-2 0-1120-31,1-1-240 0,1 1-32 0,2 0-7792 0</inkml:trace>
  <inkml:trace contextRef="#ctx0" brushRef="#br0" timeOffset="209361.62">18117 7140 2751 0,'-1'0'256'0,"0"0"-256"16,1 0 0-16,0-2 0 15,0 2 0-15,-1 0 176 0,0 0-176 0,0 0 160 0,0 0-160 0,-2 0 0 16,1 0 0-16</inkml:trace>
  <inkml:trace contextRef="#ctx0" brushRef="#br0" timeOffset="209729.6">18142 7145 11055 0,'2'-7'480'0,"-1"3"112"0,0 1-464 0,0 0-128 16,0 1 0-16,-1 2 0 0,0-1 1104 0,0 0 208 0,0-3 32 0,0 1 16 15,-1 0 512-15,-1 1 112 16,0 2 0-16,-1-1 16 16,0 2-720-16,1 1-128 0,-1-1-48 0,-1 3 0 15,1 1-416-15,-1-1-96 0,-1 4-16 0,0-1 0 16,-1 0-128-16,-1 1-48 0,0 3 0 0,0-2 0 15,-1 2-32-15,0 0-16 0,-1 1 0 0,-1 0 0 16,1 0 64-16,1 0 16 0,-2 0 0 0,3-1 0 0,1 1-64 16,1-3-16-16,1 1 0 0,2-3 0 0,1 1-48 0,2-2-16 15,-1-6 0-15,0 0 0 0,0 0-288 0,0 0 0 16,34 6 0-16,-22-9 0 0,1-4 128 0,2 2-128 16,0-5 0-16,1 3 0 0,2-2 0 0,-2 1 0 15,2 1 0-15,-1 0 0 0,-1 1 0 0,-2 2 0 16,0 0 0-16,-1 2 0 0,-1-1 0 0,-2 1-256 15,-10 2 64-15,17-3 0 16,-10 3-1152-16,-3 0-208 0,2 1-48 0,-2 1-16 16,-1 0-1120-16,-1 1-208 0</inkml:trace>
  <inkml:trace contextRef="#ctx0" brushRef="#br0" timeOffset="209913.05">18231 7192 5519 0,'-7'-6'240'0,"0"1"64"0,2 2-304 0,1 1 0 0,2 1 0 0,0 1 0 15,0 0 1568-15,-1 1 256 0,-3-1 48 0,-1 0 16 16,-2 3 384-16,0 2 80 0,1 1 16 0,-1 4 0 16,1 2-304-16,1 3-48 0,-1 3-16 0,2 3 0 15,-2 3-848-15,2 2-192 0,-2-1-16 0,2 0-16 16,-1-1-720-16,2-1-208 0,1-1 0 0,4-22-13888 16</inkml:trace>
  <inkml:trace contextRef="#ctx0" brushRef="#br0" timeOffset="212090.92">18704 7631 5519 0,'0'-2'496'0,"0"2"-496"0,0-2 0 0,0 1 0 16,0 1 688-16,0 0 32 0,1 0 16 0,-1-2 0 15,1 0 688-15,-1 0 144 0,1 0 32 0,0 1 0 16,0-1 16-16,0 0 16 0,0 1 0 0,1 0 0 16,-1 0-64-16,2-1-16 0,0-1 0 0,0 1 0 15,-1-1-416-15,2 0-96 0,0 0-16 0,0-2 0 0,-1 2-432 0,2-1-80 16,1-3-32-16,0 2 0 0,1-3-112 0,0 0-32 16,-1 1 0-16,2 1 0 0,-1-1-80 0,0 2 0 15,-1-2-16-15,1 3 0 0,-1 1-16 0,0-1 0 16,-1 3 0-16,1-1 0 0,-2 2-32 0,0 2 0 15,1-1 0-15,-5-1 0 0,0 0 0 0,0 0 0 16,0 0 0-16,0 0 0 0,34 37-64 0,-34-37-128 16,0 0 176-16,0 0-176 0,35 38 128 0,-35-38-128 0,0 0 0 15,36 36 0-15,-36-36 0 0,0 0 0 0,38 36 128 0,-38-36-128 16,0 0 0-16,41 37 0 0,-41-37 0 0,0 0 0 16,44 24 128-16,-44-24-128 0,0 0 144 0,38 15-144 15,-38-15 224-15,0 0-48 0,37 11-16 0,-37-11 0 16,0 0-160-16,37 6 128 0,-37-6-128 15,0 0 128-15,33 1-672 16,-33-1-144-16</inkml:trace>
  <inkml:trace contextRef="#ctx0" brushRef="#br0" timeOffset="212307.66">19134 7477 9215 0,'-6'-5'400'0,"1"2"96"0,2 0-496 0,0 2 0 16,1 1 0-16,0 0 0 0,0 1 1280 0,-1 1 176 15,-3 2 16-15,-3 2 16 0,-2 3 656 0,-2 3 128 16,0 5 32-16,-5 1 0 0,0 4-736 0,0-1-144 16,-2 5-16-16,-1 0-16 0,-1 1-512 0,-1 1-112 15,1-2 0-15,1-3-16 0,1-4-80 0,4-2-16 16,0-2 0-16,3-2 0 0,2-1-160 0,2-3-48 16,0-1 0-16,4-4 0 15,0-1-736-15,2-1-160 0,3-2-16 0,0-4-14416 0</inkml:trace>
  <inkml:trace contextRef="#ctx0" brushRef="#br0" timeOffset="212930.21">19162 7290 15663 0,'1'-2'1392'0,"0"2"-1120"0,0-2-272 0,0 1 0 16,1 1 1168-16,0-2 176 0,1 2 48 0,3-5 0 15,3 1 320-15,1-2 64 16,3 0 16-16,0 1 0 0,0 1-512 0,0 1-112 16,0 1-16-16,-13 2 0 0,0 0-464 0,34 4-112 15,-34-4 0-15,0 0-16 0,0 0-304 0,0 0-64 16,16 45-16-16,-16-45 0 0,-7 29-176 0,0-15 128 16,-3 0-128-16,0-2 128 0,0 0-128 0,-2-3 0 15,0 1 0-15,0-1-176 0,0-2-16 0,1 0-16 0,1-1 0 16,0-1 0-16,1-1 208 0,1 0 0 0,1-1 0 15,1-1 0-15,3-2 0 0,-1 0 0 0,2 0 0 0,2 0 0 16,1 0 0-16,2-2 0 0,1-1 0 16,1 1 0-16,2-1 144 0,3 1-16 0,2-2-128 0,1 1 192 15,3 0 144-15,0 1 32 0,2 0 0 0,1-2 0 16,2 1-224-16,-1 0-144 0,-20 3 192 0,36-2-192 16,-36 2 0-16,29 0 0 0,-29 0 0 0,0 0-10448 15,0 0-2096-15</inkml:trace>
  <inkml:trace contextRef="#ctx0" brushRef="#br0" timeOffset="213883.46">19557 7434 6447 0,'0'-4'576'0,"1"-1"-576"0,0 2 0 0,-1 3 0 0,1-2 1008 0,-1 1 80 0,1-2 32 0,1-2 0 16,0-2 656-16,0-1 128 0,0 4 16 0,0-1 16 15,-1 1-336-15,0 3-64 0,-1 1 0 0,0 5-16 16,0 1-432-16,-2 3-64 0,2-9-32 0,-3 28 0 16,1-9-336-16,-1 2-64 15,0 7-16-15,-1 1 0 0,1 4-208 0,-2 4-48 0,1 2-16 0,0 1 0 16,-1-2-112-16,2-1-32 0,1-2 0 0,1-5 0 15,1-1-352-15,0-29-64 0,1 49 0 0,-1-49-16 32,3 34-1936-32,-3-34-384 0,0 0-80 0,0 0-7632 0</inkml:trace>
  <inkml:trace contextRef="#ctx0" brushRef="#br0" timeOffset="214183.6">19537 7420 10127 0,'0'0'896'0,"0"0"-704"0,1 0-192 16,0 2 0-16,0-2 768 0,0 0 112 0,0 0 16 0,3 0 16 16,1 0 592-16,2 0 112 0,2-2 32 0,2 2 0 15,2-2-432-15,0 0-64 0,2-1-32 0,-1 1 0 16,3-1-144-16,-17 3-16 0,33 1-16 0,-33-1 0 15,31 7-240-15,-31-7-64 0,0 0 0 0,33 26 0 16,-33-26-256-16,0 0-64 0,16 38-16 0,-16-38 0 16,0 28-432-16,0-28-96 0,-5 26-16 0,-1-13 0 15,0-2-384-15,-3-2-80 0,-1 1 0 0,-2-1-16 16,-1-2 256-16,0 0 48 0,0-1 16 0,-1 0 0 16,0-3 80-16,2 0 32 0,0-1 0 0,1 0 0 15,2-2-768-15,-1-2-160 0,4-1-16 0,0-1-8304 16</inkml:trace>
  <inkml:trace contextRef="#ctx0" brushRef="#br0" timeOffset="214622.02">20097 7396 17503 0,'-3'-4'768'0,"0"2"176"0,2-1-752 15,-2 1-192-15,1 2 0 0,0 0 0 0,0 0 1328 0,-2 2 224 16,-3-2 48-16,-2 3 16 0,-2 3-128 0,-1 2-16 16,1 1-16-16,-1 4 0 15,2 3-272-15,0 2-48 0,2 4-16 0,-1 2 0 16,3 3-592-16,-1 0-112 0,2 2-32 0,1 2 0 15,2-2-96-15,0-2-32 0,2-27 0 0,2 55 0 0,-2-55-256 0,8 41 0 0,-8-41 128 0,0 0-128 32,19 47-1024-32,-19-47-272 0,0 0-48 0,0 0-12864 0</inkml:trace>
  <inkml:trace contextRef="#ctx0" brushRef="#br0" timeOffset="-214476.21">20191 7511 11967 0,'-7'2'528'0,"4"-2"112"0,-1 0-512 0,1 0-128 0,2 0 0 0,1 0 0 16,-1 0 1184-16,0 0 208 0,0 2 32 0,0-2 16 16,0 0 416-16,2 0 96 0,2 0 16 0,1 0 0 15,2 0-560-15,1 0-128 0,-7 0 0 0,19-2-16 16,-7 2-560-16,0-2-128 0,3 1 0 0,0 1-16 0,3-2-352 0,-1 2-64 15,-17 0-16-15,35-2 0 0,-35 2-128 0,34-2 0 16,-34 2 0-16,32-3 0 0,-15 1-208 0,-3-1-80 16,-1 1-16-16,-3 0 0 15,-1-1-896-15,-3 0-176 0,-2 1-32 0,-1 1-16 16,-2 0-912-16,-3-1-176 0</inkml:trace>
  <inkml:trace contextRef="#ctx0" brushRef="#br0" timeOffset="-214261.97">20368 7496 5231 0,'0'-1'0'0,"0"1"224"0,1 0-64 0,-1 0 0 0,1-1-160 0,0 1 0 16,0 0 0-16,3-2 0 0,1-1 1968 0,0 3 352 16,1-2 80-16,-1 1 16 0,-1 1-144 0,0 1-32 0,-1 1 0 0,-1-1 0 15,-1 3-368-15,-1-2-80 0,-1 3 0 0,-2 0-16 16,-1-1-752-16,0 1-128 0,-1 0-48 0,-1 0 0 16,0 2-368-16,-3-2-80 0,1 4-16 0,-1-2 0 15,0 0-128-15,-2 3-48 0,1-1 0 0,0 0 0 16,-1 1-208-16,1 2 0 0,-2 0 0 0,2 0 0 15,1 0 0-15,-1 0 0 0,1 2 0 0,0-2 0 16,0 0-576-16,1-1-64 0,3-1-16 16,1-2-13568-16</inkml:trace>
  <inkml:trace contextRef="#ctx0" brushRef="#br0" timeOffset="-214046.28">20245 7536 11055 0,'-1'-3'480'0,"1"0"112"16,1 2-464-16,-1-1-128 0,1 2 0 0,0 0 0 0,0 2 1216 0,1-1 240 16,2 1 32-16,-4-2 16 0,0 0 864 0,0 0 160 15,0 0 32-15,31 38 16 0,-31-38-976 0,0 0-208 16,26 35-48-16,-26-35 0 0,0 0-656 0,30 39-144 16,-30-39-32-16,0 0 0 0,27 42-384 0,-27-42-128 0,0 0 0 0,21 33 0 31,-21-33-768-31,0 0-192 0,0 0-64 0,0 0-12384 0</inkml:trace>
  <inkml:trace contextRef="#ctx0" brushRef="#br0" timeOffset="-213764.94">20126 7814 12895 0,'-6'2'576'0,"3"-2"112"0,0 2-560 0,1 1-128 0,1-3 0 0,1 2 0 16,0-2 704-16,-1 1 128 0,1 1 0 0,0 0 16 0,0-2 48 0,0 0 0 16,0 0 0-16,0 0 0 0,0 0-16 15,0 0 0-15,0 0 0 0,0 0 0 0,0 0-48 0,0 0-16 16,0 0 0-16,39 14 0 0,-31-16 256 0,1 0 48 16,2-1 16-16,0-2 0 15,3 1-48-15,0-1 0 0,1 0 0 0,0 3 0 0,1-3-560 0,2 1-112 16,1 1-32-16,2 1 0 0,0-1-160 15,-21 3-32-15,40-4-16 0,-40 4 0 0,37 0-176 16,-37 0 0-16,29-1-160 0,-29 1-10272 0,0 0-2048 0</inkml:trace>
  <inkml:trace contextRef="#ctx0" brushRef="#br0" timeOffset="-212430.16">20641 7610 7359 0,'0'-2'656'0,"0"2"-528"31,0-2-128-31,0 2 0 0,0 0 784 0,0-1 128 16,0 1 32-16,1-2 0 0,0-1 688 0,0 1 144 15,1 0 16-15,1 0 16 0,-1-1 0 0,1 1 0 16,2 1 0-16,0-1 0 0,0 1-528 0,2 0-128 16,-7 1 0-16,19-2-16 0,-19 2-208 0,25-5-32 15,-9 2-16-15,1 1 0 0,0 0-464 0,0-1-96 16,-17 3 0-16,30-5-9712 15,-30 5-1936-15</inkml:trace>
  <inkml:trace contextRef="#ctx0" brushRef="#br0" timeOffset="-212241.22">20604 7707 12895 0,'7'-4'576'0,"-2"1"112"15,2 2-560-15,-2 0-128 0,-1-1 0 0,0 1 0 16,1-1 1232-16,3-1 224 0,6-1 32 0,4-3 16 16,6 0 0-16,0-1 0 0,-1 1 0 0,-3 0 0 0,-1 3-1296 0,-4-1-208 15,-15 5-128-15,24-5-10320 16</inkml:trace>
  <inkml:trace contextRef="#ctx0" brushRef="#br0" timeOffset="-211827.77">20985 7568 15663 0,'-2'0'688'0,"1"0"144"0,0 0-656 0,0 0-176 0,1 0 0 0,1 0 0 16,0 0 1120-16,1-1 192 0,0 1 32 0,1-2 16 16,3 0 48-16,0-1 0 0,3 1 0 0,-1-3 0 15,2 2-432-15,0-1-80 0,2-3 0 0,-1 2-16 16,0 0-624-16,1-2-112 0,-2 3-16 0,1-1-128 16,-2 0 240-16,2 0-64 0,-3 0-16 0,-1 1 0 0,1 2 64 0,-3-1 16 15,0 1 0-15,-1 1 0 16,-1 1 64-16,0 0 16 0,0 1 0 0,-1 1 0 15,-2-2 32-15,0 0 16 0,0 0 0 0,0 0 0 0,0 0 96 16,17 35 32-16,-17-35 0 0,0 0 0 0,13 39-272 0,-13-39-48 16,14 35-16-16,-14-35 0 0,15 34-160 0,-15-34 0 15,18 35 0-15,-18-35 128 0,18 33-128 0,-18-33 0 16,0 0 0-16,29 36 0 16,-29-36-512-16,0 0-128 0,0 0-16 0,40 21-9488 15,-40-21-1888-15</inkml:trace>
  <inkml:trace contextRef="#ctx0" brushRef="#br0" timeOffset="-211638.79">21397 7527 11055 0,'-4'3'976'0,"-2"1"-784"16,1-1-192-16,2 1 0 0,0 1 1136 0,-3 0 176 0,-5 6 32 0,-6 6 16 0,-8 5 1040 15,-7 8 208 1,-2 3 32-16,-1-2 16 0,3-2-1200 0,2-5-240 0,3-1-64 0,3-5 0 0,5-2-768 0,2-3-144 15,3-1-48-15,3-2-13568 16</inkml:trace>
  <inkml:trace contextRef="#ctx0" brushRef="#br0" timeOffset="-210613.04">21569 7382 11055 0,'2'-2'976'0,"-1"0"-784"16,0 0-192-16,0 1 0 16,0 1 1024-16,0-2 176 0,2 0 16 0,2-1 16 0,0-2 688 0,4 0 144 15,-1 1 32-15,1 0 0 16,-9 4-368-16,21-3-64 0,-21 3 0 0,23 0-16 0,-23 0-320 0,0 0-64 0,40 16-16 0,-40-16 0 16,0 0-544-16,40 38-96 15,-40-38-32-15,0 0 0 0,30 53-112 0,-30-53-16 0,14 50-16 0,-14-50 0 16,5 59-144-16,-6-26-32 0,-2-3 0 0,-3 1 0 15,-3 0-256-15,-2 0 0 0,-3-2 0 0,-2-3 0 16,-1 0 0-16,-2-3 0 0,0-2 0 16,-1-1-11248-16,2-4-2240 0</inkml:trace>
  <inkml:trace contextRef="#ctx0" brushRef="#br0" timeOffset="-209800.6">20027 7800 1839 0,'-1'-2'160'0,"-1"1"-160"0,1 1 0 0,0 0 0 16,1 0 560-16,-1 0 80 0,-1 0 0 0,-2-2 16 16,2 0 256-16,-3 1 48 0,1-1 16 0,2 0 0 15,-1 0-48-15,1-1-16 0,1 0 0 0,-1 0 0 16,1 0 240-16,-1-2 32 0,1 2 16 0,0 0 0 15,0 0 64-15,-1 0 16 0,1-2 0 0,-2 3 0 16,1-3-64-16,-1 2-16 0,1-1 0 0,-1 2 0 16,0-1-240-16,-1-1-64 0,2 3 0 0,-2-1 0 15,1 1-368-15,0 1-80 0,1 0 0 0,0 1-16 0,-1-1-192 0,1 2-48 16,0-1 0-16,0 1 0 0,1 1 64 0,0-1 0 16,0 0 0-16,0 0 0 0,1-1 16 0,0 1 16 15,0 0 0-15,1 1 0 0,0-1 128 0,-1-1 32 16,1 2 0-16,0 0 0 0,0-1 0 0,-1-2 16 15,0 0 0-15,0 0 0 0,0 0-16 0,0 0-16 16,0 0 0-16,0 0 0 0,23 36-48 0,-23-36-16 16,0 0 0-16,0 0 0 0,0 0-128 0,36 35-32 15,-36-35 0-15,0 0 0 0,36 22-80 0,-36-22 0 16,0 0-128-16,44 14 192 0,-44-14-192 0,0 0 128 16,43 8-128-16,-43-8 0 0,0 0 0 0,33 5 0 0,-33-5 0 0,0 0 0 15,0 0 0-15,0 0 0 0,0 0 0 0,0 0-17408 16</inkml:trace>
  <inkml:trace contextRef="#ctx0" brushRef="#br0" timeOffset="-206647.01">22111 7606 6447 0,'0'-1'576'0,"0"1"-576"0,0 0 0 0,0 0 0 16,-1 0 1056-16,1 0 96 0,0 0 32 0,-1 0 0 15,-1 0 896-15,0 0 176 0,-1 0 48 0,1 0 0 16,1 0-496-16,0 0-80 0,1 0-32 0,0 0 0 0,1 0-784 0,2 0-144 16,0 0-48-16,2-2 0 0,0 0-192 0,3 1-32 15,-1-1-16-15,1 0 0 0,1-3 80 0,2 2 16 16,2-1 0-16,2-1 0 0,0 0-192 0,2 1-16 15,1-3-16-15,-2 3 0 0,-1 1-160 0,-2 0-16 16,-2 0-16-16,-11 3 0 0,19-2-160 16,-13 2 0-16,-1 0 0 0,-2 2 0 0,-1-1 0 15,-3 1-176-15,-1 1 176 0,-3-1-128 16,1 0-416-16,-3 1-80 0,-1 1-16 0,-1-1 0 16,1 1-432-16,-2-1-80 0,0 2-32 0,-1-2 0 15,0 0 112-15,-1 0 32 0,0 0 0 0,0 0 0 16,2 0 432-16,-1-2 96 0,0 3 0 0,0-3 16 0,0 3 304 0,1-3 192 0,0 0-208 0,2 0 80 15,1 1 128-15,1 0 192 0,1 1-32 0,2-3-16 16,2 2 304-16,1-2 48 0,1 0 16 0,2 0 0 0,2 0 128 16,1-2 48-16,2 0 0 0,1-1 0 15,-1 0-80-15,1 1-16 0,3-3 0 0,1 1 0 16,0 0-144-16,0 0-48 0,3-1 0 16,1 1 0-16,1 0-48 0,-2 1-16 0,3 0 0 0,-3 1 0 0,-1 0-128 0,-2-1-16 31,-13 3-16-31,20-2 0 0,-14 2-176 0,-3 2 0 0,-2-1 0 0,-3 1 0 15,-2 0-688-15,-3 1-64 0,-1 2-16 0,-4-1-7840 16,1 0-1568 0</inkml:trace>
  <inkml:trace contextRef="#ctx0" brushRef="#br0" timeOffset="-201328.28">23193 7402 1839 0,'0'-3'160'0,"0"1"-160"16,1 1 0-16,-1 1 0 0,0 0 624 0,0-2 80 15,1 1 32-15,-1-2 0 0,1 0 480 0,-1-2 80 16,0-1 32-16,1 1 0 0,0 2 112 0,1-1 32 16,-1-1 0-16,-1 2 0 0,1-1-192 0,-1 1-48 15,0-1 0-15,0 1 0 0,0 1-208 0,-1-1-64 16,-1 1 0-16,0 2 0 0,1 0-224 0,-2 0-48 16,-1 3-16-16,-2 1 0 0,1 1-256 0,-2 2-48 15,-1 2-16-15,-2 3 0 0,-1 3 64 0,-2 4 16 16,-2 3 0-16,0 3 0 0,0-1-80 0,1 2-16 0,0 0 0 0,2 0 0 15,2-2-80-15,1-1 0 0,1-1-16 0,4-1 0 16,4-21-240-16,-3 36 128 0,3-36-128 0,0 0 0 16,0 0 176-16,23 40-176 0,-23-40 192 0,0 0-192 15,36 7 272-15,-20-10-48 16,2-1-16-16,0-4 0 0,2-1-64 0,-1-3-16 0,3-1 0 0,-2 0 0 16,0-3-352-16,-2 1-80 0,-3 3-16 0,-1-2 0 15,-1-1-320-15,-3 0-80 0,-1 0-16 16,-2-2 0-16,-3 1 448 0,-2 0 96 0,-2-1 0 15,-3 0 16-15,-2 1 48 0,-2-3 0 0,-1 2 0 0,-1 1 0 0,-1-1 128 0,-1 2 0 16,2 1 0-16,0 3 0 0,0 2 0 0,2 3 144 16,1 2-16-16,-1 1-128 0,2 3 480 0,2 0-16 15,-1 4 0-15,1-1 0 0,0 3-272 0,2 0-48 16,-1 1-16-16,0 0-8704 16,2 3-1728-16</inkml:trace>
  <inkml:trace contextRef="#ctx0" brushRef="#br0" timeOffset="-201070.93">23377 7631 16575 0,'-1'0'736'0,"0"1"160"0,1 1-720 0,0-2-176 0,0 2 0 0,0-2 0 31,1 2 976-31,0 1 176 0,-1-3 16 0,0 0 16 16,0 0 144-16,0 0 16 0,0 0 16 0,22 36 0 16,-22-36-1360-16,0 0-496 0,0 0 16 0,0 0-10480 15</inkml:trace>
  <inkml:trace contextRef="#ctx0" brushRef="#br0" timeOffset="-200485.28">23681 7434 14735 0,'0'1'1312'0,"0"1"-1056"16,1 0-256-16,-1-2 0 0,0 1 1232 0,0-1 192 0,1 2 48 0,1 0 0 15,1 0 464-15,1 1 112 16,-4-3 0-16,0 0 16 0,0 0-1008 0,32 3-208 0,-21-4-32 0,-1-4-16 16,2 3-480-16,0-5-80 0,-1 2-32 0,0-2 0 15,-1 0-208-15,-2-3 0 0,0 1 0 0,-3 0 0 16,-1-1 0-16,-3 3 0 0,-1-3 0 0,-3 2 0 16,-1-2 0-16,-3 2 0 0,-2 0 0 0,-1 0 0 15,-1 3 128-15,-1-2-128 0,-2 2 0 0,-2 1 144 16,-1 1 176-16,1 0 16 0,1 3 16 0,0 1 0 0,-1 2 64 15,0 2 16-15,2 1 0 0,1 1 0 16,2 0-144-16,1 2-32 0,2 0 0 0,-1 2 0 0,3 0-256 0,0 1 160 16,3 0-160-16,3-12 128 0,0 0-128 0,-1 33 0 15,1-33 0-15,0 0 0 0,0 0 0 16,0 0 0-16,34 40 0 0,-34-40 0 0,0 0 0 0,38 12 0 16,-26-12 0-16,1 1 0 0,0-2-432 0,1-1 48 15,1 1 0-15,0-3 0 16,-1 2-176-16,-1-3-16 0,0 1-16 0,-1-1 0 0,-2 0 336 0,-3 1 64 15,0 1 0-15,-4-2 16 0,0 0 176 0,-2 1 0 0,-1 1 0 0,-1-1 0 16,-1 2 0-16,0-1 0 0,-1 3 0 0,-1-2 0 16,-1 2 0-16,1 0 0 0,-1 2 128 0,0 0-128 15,0-1 320-15,0 3-16 0,1 0 0 0,-2 1 0 16,1 2 304-16,0 3 64 0,-1 0 16 0,1 1 0 16,0 1-208-16,0 3-32 0,0 1-16 0,0 3 0 15,1 1-240-15,-1 3-32 0,-1 0-16 0,1 1 0 16,-2 3-144-16,1-1 0 0,-2 0 0 0,1 0 128 15,-1 2-128-15,-1-4 0 0,1 0 0 0,1-4 0 16,0 0-240-16,2-6 32 0,5-14 0 0,0 0 0 16,-2 28-1584-16,4-25-320 0,0-1-64 0,3-5-11696 15</inkml:trace>
  <inkml:trace contextRef="#ctx0" brushRef="#br0" timeOffset="-199675.37">24011 7300 7359 0,'-2'0'656'0,"0"0"-528"15,1 0-128-15,0 0 0 0,1 0 1344 0,-1 0 256 0,-1 0 32 0,1 2 16 16,-2-2 704 0,-1 0 144-16,2 0 16 0,-1 0 16 15,2 1-576-15,1-2-112 0,0 1-32 0,2 0 0 16,0 0-736-16,2 0-160 0,1-3-16 0,1 1-16 15,2 0-464-15,0 1-96 0,-1-2 0 0,1 0-16 16,0 1-304-16,1-1 0 0,1 1 128 0,-1 1-128 16,0-1 0-16,-1 2 0 0,2 0 0 0,-10 0 0 0,0 0 0 0,0 0 0 15,0 0 0-15,0 0 0 0,0 0 0 0,31 28 0 16,-31-28 0-16,0 0 0 16,0 0 0-16,-8 26 0 0,2-20 0 0,-1 0 0 15,-1 0-192-15,0 0 48 0,-2 0 16 0,-1 0 0 0,0 1-64 0,-1-2-16 16,0 0 0-16,-1 2 0 0,1-3 208 15,1 1-144-15,2-1 144 0,2-1-128 0,0 0 128 0,2-1 0 16,3 1 0-16,0-1 0 0,2 0 128 0,1-2-128 16,1 2 128-16,1-1-128 0,2-1 0 0,1 0 0 15,2 0 0-15,-1 0 0 0,1 0 0 0,0 0 0 16,2-1 0-16,1 1 128 0,1 0-128 0,-1 0 0 16,0 0 0-16,-2 3 128 0,0-3-128 0,-9 0 0 15,0 0 0-15,0 0 0 0,37 15 0 0,-37-15 0 0,0 0 0 16,0 0 128-16,0 0 0 0,38 29 0 0,-38-29 0 0,0 0 0 15,0 0 256-15,0 0 48 0,28 30 16 16,-28-30 0-16,0 0 0 0,0 0 0 0,0 0 0 0,0 0 0 16,0 0-256-16,3 35-32 0,-8-28-16 0,-3-4 0 15,1 1-16-15,-3 2 0 0,0 0 0 0,-1-1 0 16,-1 2 0-16,0-4-128 0,0 4 192 0,-2-1-64 16,0-1-128-16,-1 0 0 0,2 2 144 0,0-2-144 15,0-1 0-15,1 2 0 0,1-4 0 0,1 0 0 16,0 0 0-16,1-2-192 0,2-2 64 0,0 1-16416 15</inkml:trace>
  <inkml:trace contextRef="#ctx0" brushRef="#br0" timeOffset="-199021.75">24226 7022 10127 0,'-3'-2'448'0,"1"-1"96"16,1 1-544-16,0 2 0 0,1-2 0 0,0 1 0 16,0 1 1136-16,1 0 112 0,0-2 32 0,0 0 0 0,1 0 448 0,1 0 80 15,1 1 32-15,-1-2 0 0,2 3-352 0,0-2-64 16,0 1-16-16,1 0 0 0,-1-1-384 0,1 2-64 16,0-2-32-16,1 2 0 0,-1-1-224 0,0 1-32 15,0 0-16-15,1 0 0 0,-1-2-160 0,1 2-48 16,-1 2 0-16,1-2 0 0,-1 0-128 0,0 0-16 15,0 0-16-15,0 1 0 0,-1 1-80 0,-1 0-16 16,0 2 0-16,-2-1 0 0,-1 2-192 0,-1-1 176 16,-1 1-176-16,-1 1 160 0,-2 0-160 0,0 1 0 15,-2 0 0-15,-1-2 0 16,0 2 0-16,-3 0 0 0,1-1 0 0,-3 0 0 0,2-1 0 0,-1 2 0 16,1-4-144-16,0 2 144 0,-1-1 0 0,2-2-160 0,0 1 160 0,2 1-128 15,0-4 128-15,1 1 0 0,0 1 0 0,1-2-128 16,2 0 128-16,0 0 0 0,0 0 0 0,1 0 0 15,0 0 0-15,1 1 0 0,1-1 0 0,0 0 128 16,0 0-128-16,0 1 0 0,1-1 0 16,0 0 0-16,1 0 0 0,1 0 0 15,0 0 0-15,1 0 128 0,1 0-128 0,1-1 0 0,1 0 128 0,0 1-128 16,2-3 192-16,1 1-16 16,2 0-16-16,1-1 0 0,2 1 96 0,2-2 32 0,0 1 0 0,3 0 0 0,-2 1-80 0,1 0-16 15,-2-1 0-15,1 3 0 0,0-2-192 16,-2 0 144-16,-2 2-144 0,-2 0 128 15,-1 2-128-15,-3-2 0 0,-3 2 0 0</inkml:trace>
  <inkml:trace contextRef="#ctx0" brushRef="#br0" timeOffset="-192705.14">14018 7823 3679 0,'-1'-2'320'0,"0"0"-320"0,0 1 0 0,0 1 0 16,1 0 928-16,-1 0 112 15,1 0 32-15,-1-2 0 0,-1 2 464 0,1-1 112 0,-1 1 16 16,-1-1 0-16,0 1-576 0,1-2-96 16,0 2-32-16,2-2 0 0,-1 1-128 0,0 1-48 0,1-2 0 0,0 2 0 15,0-2-176-15,0 2-32 16,0-1-16-16,1 1 0 0,0-2 16 0,-1 2 16 0,2 0 0 0,-1-2 0 15,1 0-112-15,0 1-32 0,0 1 0 0,1-2 0 16,-2 2-144-16,1-2-48 0,1 1 0 0,-1 1 0 16,1-2-128-16,-1 2-128 0,2-2 192 0,0 2-192 15,1-2 336-15,0 0-32 0,2 1-16 0,0-1 0 16,1 1 32-16,3-1 16 0,-1 0 0 16,1-2 0-16,1 3-48 0,2-4-16 0,-1 3 0 0,2-2 0 15,0 1-272-15,1-2 160 0,-1 1-160 0,0 1 128 0,0-2-128 0,0 1 0 16,-2 1 0-16,1-1 0 0,-1 1 0 0,-1 1 0 15,-1-1 0-15,-2 1 0 0,-2 2 128 0,0-2-128 16,-3 2 0-16,-1 0 128 0,-2 2-128 0,-1-2 0 16,-2 2 0-16,-1-1 0 0,-1 1 0 0,-3 0 0 0,0 0 0 15,-1 1 0-15,-1-1 0 0,0 1 0 0,0-1 0 16,-1 0 0-16,0-1-160 0,-1 1-64 0,0 0-16 0,-2 1 0 31,-1-1-416-31,0 0-96 0,0 0-16 0,-1 1 0 16,2 0 48-16,-2 1 0 0,2-1 0 0,0 2 0 0,1-1 464 0,1 0 112 0,0 2 16 0,3-2 0 15,2-1 128-15,-1 1 0 0,3-1 128 0,1-1-128 16,1-2 416-16,0 2 16 0,2-2 0 0,1 0 0 16,0 0 64-16,1 0 16 15,0-2 0-15,2 2 0 0,1-2-48 0,-1-1 0 0,1 1 0 0,1-3 0 16,-1 4-224-16,1-2-48 0,-2 0-16 0,3 0 0 16,-2 1-48-16,2 0-128 0,0-2 192 0,1 1-64 15,-1 0 16-15,1 0 0 0,2 2 0 0,-1-2 0 16,1-1 80-16,0 1 16 0,0 2 0 0,-1 0 0 0,-1-1-240 15,0-1 144-15,-2 3-144 0,0-3 128 16,-2 2-128-16,-1 0 0 0,-1 1 0 0,-1 0 0 0,-1 1 0 0,-2-1 0 16,-2 2 0-16,1 0 0 0,-2-2 0 0,0 3 0 15,-4-3 0-15,0 2 0 0,-1 0 0 0,-1 1 0 16,-1-1 0-16,-1 0 0 0,0 1 0 0,1-1 0 16,-2 1-144-16,0-1 144 0,0 0 0 0,2-1-192 15,0-1 192-15,1 0-160 16,4-1 160-16,0-1 0 0,1 0 0 0,1 1 0 15,3-1 0-15,0 1 0 0,1 0 128 0,1-2-128 16,1 3 320-16,1-2 0 0,1 2 0 0,2-2 0 16,1 2-64-16,1 0 0 0,2 0-16 0,1-1 0 15,2 1-240-15,0-2 176 0,2 2-176 0,0-1 160 16,2 0-160-16,1 1 0 0,0-2 0 0,-2-1-176 0,1 3 544 0,-1-2 96 16,-2 2 32-16,-2 2-15920 15</inkml:trace>
  <inkml:trace contextRef="#ctx0" brushRef="#br0" timeOffset="-189133.18">10145 9061 3679 0,'-1'0'320'0,"0"0"-320"0,0 0 0 0,0 0 0 0,1 0 848 15,-1 2 112-15,0-2 0 0,0 0 16 0,-2 0 528 0,-1 0 96 0,1 0 32 0,1 1 0 16,-1-1-32-16,1 0-16 15,0 2 0-15,-1-2 0 0,2 0-336 0,-1 1-64 0,2 0-16 0,0-1 0 16,0 2-192-16,0-1-32 0,2 1-16 0,1-2 0 16,1 0-320-16,1 0-64 0,1 0-16 15,2-2 0-15,2 1-96 0,2-2-32 0,2 0 0 0,0 0 0 16,2-2-64-16,1 1-16 16,1 1 0-16,-2-2 0 0,-2 3-64 0,0-3 0 0,2 1-16 0,-2 1 0 31,-1 1-112-31,-2 0 0 0,-2-1-128 0,-1 1 192 15,1 1-192-15,-2 1 0 0,1-2 0 0,-3 2 0 0,0 0 0 0,-2 0 0 16,0 2 0-16,-1-2 0 16,-1 3-1536-16,-1 0-208 0</inkml:trace>
  <inkml:trace contextRef="#ctx0" brushRef="#br0" timeOffset="-188542.61">10221 9192 6447 0,'-5'0'128'0,"2"0"48"0,-1 0 0 0,2 0 16 0,1 0-192 0,0 0 0 0,0-1 0 0,-1 1 0 15,-2 0 2112-15,-1-1 384 0,1 1 64 0,0 0 32 16,0 0-400-16,1 0-80 0,1 0 0 0,-1 1-16 16,1 0-560-16,0 1-128 0,0 0 0 0,0 0-16 15,1-1-560-15,0 1-128 0,0 0 0 0,0 1-16 16,0-1-128-16,1-2-32 0,-1 2 0 0,-1-2 0 15,1 1-144-15,0 0-48 0,-1 0 0 0,0-1 0 16,1 2-16-16,0-2-16 0,0-2 0 0,0 1 0 16,0 1-16-16,0-1 0 0,0 0 0 0,1 1 0 15,0 0 32-15,0 0 16 0,1-2 0 0,0 2 0 0,1 0-128 0,-1 0-16 16,1 0-16-16,0 0 0 0,0 0-48 0,0 0-128 16,0 0 192-16,1 0-64 0,-1 0-128 0,0 0 128 15,0 0-128-15,0 0 128 0,1 0-128 0,-1 0 0 16,-1 0 0-16,0 0 0 0,-1 0 128 0,0 0-128 15,0 0 0-15,0 0 128 0,-1 0-128 0,0 2 0 16,-2-2 0-16,1 0 128 0,1 0-128 0,-2 0 192 0,1 1-192 0,0-1 192 16,0 1-192-16,0-1 0 15,0 0 144-15,0 1-144 0,0-1 0 0,1 2 128 0,0-2-128 0,0 0 0 16,0 0 0-16,1 0 128 0,-1 0-128 0,0 0 0 16,1 1 0-16,-1-1 128 0,1 0-128 0,0 0 0 15,-1 0 0-15,1 0 0 16,0 0 0-16,0 0 128 0,0 0-128 0,1-1 0 0,-1 1 0 0,1-2 0 0,0 2 0 0,0-1 128 15,0 0-128-15,0 1 0 0,0-1 0 0,0 1 144 32,0 0-144-32,2 0 0 0,0 0 128 0,1 0-128 0,0 0 0 0,2 0 0 0,0 0 0 0,4-2 0 15,2 0 0-15,2-1 0 16,1-1 128-16,3 0-128 0,1-2 0 0,1 0 0 0,0 0 0 16,1-1 0-16,-3 0 0 0,0 2 0 15,-2-1-144-15,-2 1 144 0,1 2-128 0,-2 1-17664 0</inkml:trace>
  <inkml:trace contextRef="#ctx0" brushRef="#br0" timeOffset="-186896.98">10699 9104 1839 0,'1'-2'160'0,"0"1"-160"0,0-1 0 0,-1 0 0 16,0 2 560-16,1-1 80 0,0-1 0 0,0 0 16 15,0 0 112-15,0-3 0 0,0 2 16 0,-1 1 0 0,-1 0 256 0,-1-1 48 16,1 1 16-16,-2 2 0 0,2-3 208 16,0 1 32-16,-2 2 16 0,1-1 0 0,0 1-288 0,0 1-64 31,0-1-16-31,0 2 0 0,-1 1-336 0,0 0-64 15,-1 2-16-15,0 1 0 0,0 1-288 0,-2 3-64 16,0-1-16-16,-1 3 0 0,1 2-208 0,0 3 144 0,-1-1-144 0,1 3 128 0,-2 0-128 0,2 0 192 31,0-2-192-31,1-1 192 0,1-1-192 0,0-1 160 16,2-2-160-16,0 0 160 0,2-1 48 0,1-1 16 16,-1-10 0-16,0 0 0 0,0 0-96 0,0 0-128 0,0 0 176 15,0 0-176-15,0 0 0 0,42 19 0 0,-33-24 0 0,0-1 0 16,0 0 0-16,1-3 0 0,2-3 0 0,-1 0 0 15,0-2 0-15,1 0 0 0,0-3 0 0,-2 1 0 16,0 1-176-16,-2-2 176 0,0 1-192 0,-3 2 192 16,-1 0 0-16,-2 0-128 0,-1 2 128 0,-1 0 0 15,-2 1 0-15,-1 1 0 0,-1 2 0 0,-1 3 0 16,-1-1 160-16,1 1 32 0,-3 1 16 0,1 1 0 16,-1-2-16-16,-2 2 0 0,2 1 0 0,-1 0 0 15,-1 0-192-15,3 1 0 0,0 1 0 0,0 0 0 16,2 0 0-16,-1 0 0 0,2 1 0 0,1 1-160 15,0-2-288-15,1 2-64 0,1-2-16 0,0 2-6544 16,2-2-1312-16</inkml:trace>
  <inkml:trace contextRef="#ctx0" brushRef="#br0" timeOffset="-185546.89">10982 9045 6447 0,'0'-1'576'0,"0"1"-576"16,0 0 0-16,0 0 0 0,0 0 960 0,0-2 96 16,0 2 16-16,-1 0 0 0,1-2 80 0,0 2 32 0,0-2 0 0,1 1 0 15,-1 1 128-15,1 0 32 16,0 0 0-16,2 0 0 0,-1 3-128 0,2-3 0 0,-1 2-16 0,2 0 0 15,0 3-240-15,0-2-32 0,-5-3-16 0,0 0 0 16,0 0-272-16,0 0-64 0,40 35-16 0,-40-35 0 16,0 0-128-16,32 33-32 0,-32-33 0 0,0 0 0 15,33 40 672-15,-33-40 128 0,0 0 16 0,30 36 16 16,-30-36-976-16,0 0-256 0,0 0 0 0,33 33 0 16,-33-33 0-16,0 0 0 0,0 0 0 0,0 0 0 15,0 0-1584-15,0 0-256 16,33 30-48-16,-30-27-16 15,0-3-144-15,-2 0-16 0,1 0-16 0,0 0-8256 0</inkml:trace>
  <inkml:trace contextRef="#ctx0" brushRef="#br0" timeOffset="-185352.88">11215 9047 4607 0,'-1'-3'400'0,"-1"3"-400"0,2 0 0 0,-1 1 0 0,0 1 1312 0,-1 0 176 16,-1 1 48-16,-2 1 0 0,-3 3 384 0,-3 5 96 15,-1 0 16-15,-2 3 0 16,0 1-496-16,-1 0-112 0,0 4-16 0,0-4 0 16,0 3-624-16,0-2-128 0,0-3-16 0,1-1-16 0,4-2-352 0,0-1-64 0,1 1-16 0,2-4 0 31,1 0-944-31,3-2-192 0</inkml:trace>
  <inkml:trace contextRef="#ctx0" brushRef="#br0" timeOffset="-184847.99">11511 9035 2751 0,'0'-5'256'0,"-1"3"-256"0,0 0 0 0,0 0 0 16,0 1 1952-16,-1 1 352 16,2 1 64-16,-3-1 0 0,-2 2-480 0,-2 1-96 0,-3 1-32 0,-1 5 0 15,-2 1-912-15,1 1-176 0,-1 4-32 0,0 1-16 31,1 4 208-31,2 1 32 0,1 2 16 0,1 1 0 0,5-3 32 0,1-4 16 0,2-17 0 0,0 0 0 16,6 36-544-16,-6-36-128 0,0 0 0 0,0 0-16 16,0 0-240-16,41 16 128 0,-30-20-128 0,-1-2 0 15,1 0 176-15,0-2-176 16,1-1 192-16,0-3-192 0,1 1 128 0,-2-2-128 0,1 0 0 0,-2-2 0 16,0 0-224-16,-1 2-96 0,-3 0-32 0,-1 1 0 0,-1-2 48 31,-3 3 16-31,-1 1 0 0,-1 1 0 0,-2 1 288 15,-3 1 0-15,-1-1 0 0,-2 2 0 0,-3-1 128 0,-1 2-128 16,0 1 176-16,-1 1-176 0,0 1 224 0,1-2-64 16,0 4-16-16,2 2 0 0,0 0-144 0,3 0 0 15,1 1 0-15,1 2 128 16,4-1-448-16,1 1-112 0,2-2-16 0,3 1-10944 0</inkml:trace>
  <inkml:trace contextRef="#ctx0" brushRef="#br0" timeOffset="-184639.65">11648 9166 11055 0,'2'2'480'0,"-1"-2"112"0,1 0-464 0,-1 0-128 0,0 0 0 0,0 0 0 0,1 0 1936 16,-1 0 368-16,3 1 80 0,2-1 16 0,-6 0-144 0,0 0-16 15,0 0-16-15,0 0 0 16,0 0-880-16,0 0-192 0,33 32-16 0,-33-32-16 0,0 0-656 0,0 0-128 15,0 0-16-15,0 0-16 16,0 0-912-16,10 35-176 0</inkml:trace>
  <inkml:trace contextRef="#ctx0" brushRef="#br0" timeOffset="-184166.55">11888 8940 17503 0,'-2'-1'768'0,"1"0"176"0,1-2-752 0,0 1-192 0,1 2 0 15,1-3 0-15,-1 3 1536 0,3-3 256 16,2-2 64-16,3-1 16 0,2-1-704 0,1 0-144 0,1 0-16 0,-1 1-16 16,1 3-608-16,-2 1-128 0,1 1-32 0,-1 4 0 15,-11-3-96-15,0 0 0 16,0 0-128-16,0 0 192 0,31 32-192 0,-31-32 0 0,0 0 0 0,-2 30 0 0,-1-19-416 0,-3-2 32 15,-1 1 0-15,-3-2 0 16,3 0-224 0,-3 1-32-16,-1 0-16 0,-1-1 0 0,1 0 352 0,-1-1 80 0,0 0 16 0,1-2 0 0,1 0 208 0,0-1 0 15,1 1 0-15,0-2 0 0,3 1 0 16,0-2 240-16,1 1-48 0,3-3-16 0,2 2 384 0,0-2 80 16,3-2 0-16,2 2 16 0,0-2-208 0,2 1-64 15,3-2 0-15,2 0 0 0,0 2 0 0,0-1-16 16,2 0 0-16,1 1 0 0,-1 1-64 0,0 0-16 0,-14 0 0 0,28 3 0 31,-28-3-96-31,0 0 0 0,32 10-16 0,-32-10 0 0,0 0-176 0,0 0 0 0,0 0 0 16,17 37 0-16,-22-27 0 0,-2-1 0 0,-2 3 0 0,-3-2 0 15,-2 2 0-15,0-1 0 0,-1 1 0 0,-1-2 0 16,-1 2-192-16,0-3 16 0,-1 0 16 0,1 1 0 16,3-3-32-16,0 0 0 0,2-2 0 15,1 0 0 1,4-3-384-16,1 0-64 0,4-4-32 0,2 0-12144 0</inkml:trace>
  <inkml:trace contextRef="#ctx0" brushRef="#br0" timeOffset="-183611.44">12267 8928 8287 0,'-10'2'368'0,"3"-2"80"0,1 0-448 0,2 0 0 0,1 1 0 16,2-1 0-1,-1 0 1248-15,0 0 160 0,-3 2 48 0,-1 0 0 16,0-2-240-16,1 1-32 0,2-1-16 0,1 0 0 16,2 0 208-16,1 0 32 0,1-1 16 0,2-1 0 0,3 0-208 0,-1-1-32 15,3 1-16-15,1-2 0 0,1 0-608 0,0 0-128 16,1 0-32-16,0 1 0 0,1-2-400 0,0 3 0 15,-2-1 128-15,0 1-128 0,0 0 0 0,-1 1 0 16,-2-1 0-16,0 0 0 0,0 2 0 0,-2 0 0 16,0 0 0-16,-2 0 0 0,-1 0 0 0,-1 1 0 15,1 0 144-15,-2-1-144 0,0 2 288 0,-1 1-16 16,0 0 0-16,-1 1 0 0,0 1 112 0,-1 2 0 16,-1 0 16-16,1 2 0 0,-2 1-128 0,0 0-16 15,0 2-16-15,1-1 0 0,1 1-80 0,-1 2-16 16,-1 3 0-16,1 2 0 0,-1 2-144 0,-1 3 128 0,2 0-128 15,-1-1 128-15,0 1-128 0,1-3 160 0,1-1-160 16,2-20 160-16,-4 35-160 0,4-35 0 0,-4 24 0 0,2-13 0 31,0-1-688-31,0-3-160 0,0-1-48 0,-1 0 0 16,1-3-1776-16,-1 1-352 0</inkml:trace>
  <inkml:trace contextRef="#ctx0" brushRef="#br0" timeOffset="-183361.94">12252 9092 1839 0,'-5'-2'160'0,"3"2"-160"16,-1-2 0-16,1 1 0 0,1 1 1136 0,0 0 192 15,1 0 32-15,-1 0 16 0,0 0 960 0,1 0 192 16,0-2 32-16,2 1 16 0,2-1-688 0,1 1-144 15,3 0-16-15,2-4-16 0,1 3-336 0,2-3-64 16,3 0-16-16,1 0 0 0,1 1-608 0,2-1-128 16,0 0-32-16,0 1 0 0,1 1-528 0,-2-1 0 0,1 1 0 0,-2 2-12800 15</inkml:trace>
  <inkml:trace contextRef="#ctx0" brushRef="#br0" timeOffset="-182949.04">12747 9120 6447 0,'-2'0'576'0,"-1"0"-576"0,2 0 0 16,0 0 0-16,1 0 1664 0,-1 0 208 16,-2 0 48-16,-1 0 16 15,1 0 304-15,-1 0 64 0,0 0 16 0,2 0 0 0,1 0-720 0,1 2-160 0,1-2-32 0,0 0 0 16,2 0-400-16,2 0-96 0,0 1-16 0,4-1 0 15,1 0-256-15,2-1-48 0,2-1-16 0,2 1 0 16,0 0-128-16,3-4-16 0,4 3-16 0,-1-3 0 16,-3 5-16-16,0-4 0 0,1 1 0 0,-2 0 0 15,-2 1-272-15,-1 0-128 0,-1-2 128 0,-2 0-128 16,-1 2 0-16,-3 0 0 0,0 0 0 0,-3 0-176 16,1 1-1248-16,-3-1-256 0</inkml:trace>
  <inkml:trace contextRef="#ctx0" brushRef="#br0" timeOffset="-182747.5">12898 8916 5519 0,'-1'-2'496'0,"1"0"-496"0,0 2 0 16,0 2 0-16,0-2 1904 0,-1 2 272 0,1 1 64 15,-2 2 16-15,0 4-16 0,-1 5 0 0,-1 4 0 0,2 2 0 31,-1 4-880-31,0 0-176 0,1 4-32 0,0 1-16 16,1-1-432-16,1-28-64 0,3 50-32 0,-3-50-12688 16</inkml:trace>
  <inkml:trace contextRef="#ctx0" brushRef="#br0" timeOffset="-181682.26">13542 8950 1839 0,'1'-3'160'0,"0"3"-160"0,-1 0 0 0,0 0 0 16,0 0 320-16,0-2 48 0,1 2 0 0,0-3 0 15,0 3 640-15,-1-2 128 0,0 0 16 0,0 2 16 0,0-3 384 0,0 3 80 16,-1 0 16-16,1 0 0 15,-1 1-32-15,-1 1 0 0,1 0 0 0,-1 1 0 16,0 2-320-16,1 1-64 0,-1 2-16 0,-1 1 0 0,1 3-368 0,-1 0-80 16,1 2 0-16,-1 3-16 0,0 1-320 0,0 1-64 15,-1 2-16-15,2-1 0 0,-1-1-176 0,0 0-48 16,0 0 0-16,1-2 0 0,0-1-128 0,2-16 0 16,-2 24 0-1,2-15 0-15,1-2-1136 0,0-2-256 0,1-3-48 0,-1 1-9520 16</inkml:trace>
  <inkml:trace contextRef="#ctx0" brushRef="#br0" timeOffset="-181398.04">13748 8966 9215 0,'-1'-2'400'0,"1"-2"96"16,0 3-496-16,0-1 0 0,0 2 0 0,0 0 0 0,1 0 1616 0,0-1 240 15,0 1 32-15,0 0 16 0,2 0 80 0,-2 3 0 16,3 0 16-16,0 0 0 0,-4-3-384 0,0 0-80 16,0 0 0-16,0 0-16 0,35 34-512 0,-35-34-112 15,0 0 0-15,33 29-16 0,-33-29-432 0,0 0-96 16,38 35-16-16,-38-35 0 0,0 0-336 0,38 31 0 15,-38-31 0-15,0 0 128 0,37 28-352 0,-37-28-64 16,0 0-16-16,0 0-14144 16</inkml:trace>
  <inkml:trace contextRef="#ctx0" brushRef="#br0" timeOffset="-181208.59">13941 8965 7359 0,'-8'3'320'0,"3"0"80"0,-1 0-400 0,1 1 0 0,1 1 0 0,1-2 0 16,-1 3 1776-16,-4 2 272 0,-3 8 48 0,-7 3 16 15,-2 5-384-15,-2 2-64 0,0-2 0 0,3-1-16 16,2 1-688-16,2-7-144 0,2 1-32 0,3-3 0 16,3-3-528-16,2-3-128 0,2-2 0 0,3-4-10800 15</inkml:trace>
  <inkml:trace contextRef="#ctx0" brushRef="#br0" timeOffset="-180811.99">14212 8950 13823 0,'-2'2'608'0,"1"-2"128"0,0 0-592 0,0 0-144 0,0 1 0 0,0 0 0 16,1-1 880-16,-2 3 144 0,0 4 16 0,-3 0 16 16,0 2 64-16,-1 3 16 0,1 0 0 0,0 2 0 15,1 0-48-15,1-1-16 0,3-13 0 0,-2 28 0 16,2-28-320-16,0 0-64 0,0 0-16 0,14 40 0 16,-14-40-448-16,0 0-96 0,0 0 0 0,34 10-128 15,-25-11 192-15,0-3-64 0,2-1 0 0,-1-4-128 16,2 1 256-16,0-4-64 0,-1 1-16 0,-1-1 0 15,-1 1-48-15,0-2-128 0,0 0 192 0,-3-2-64 16,-1 1-128-16,-3 2 0 0,-1 0 0 0,-3 0 0 0,-3 3 0 16,-1-1 0-16,-3 3 0 0,0 0 0 15,-3 2 0-15,0 1 0 0,1 3 0 0,-1 1 0 0,0 2 128 0,0 4 64 16,1-2 0-16,1 3 0 0,1 0-192 0,2 1 128 16,2-2-128-16,3 0 128 15,1-2-688-15,3-1-144 0,2 1-16 0,2-4-12192 0</inkml:trace>
  <inkml:trace contextRef="#ctx0" brushRef="#br0" timeOffset="-180605.21">14413 9099 19343 0,'3'-3'848'0,"-1"1"192"0,1 0-832 0,-1 0-208 0,0 2 0 0,-1-2 0 16,1 2 1968-16,0-1 336 0,2 1 80 0,1-2 16 0,1 4-432 0,-6-2-96 15,0 0-16-15,0 0 0 0,0 0-896 0,0 0-176 16,0 0-32-16,23 41-16 0,-23-41-592 0,0 0-144 16,0 0 0-16,0 0-16560 15</inkml:trace>
  <inkml:trace contextRef="#ctx0" brushRef="#br0" timeOffset="-180051.61">14637 8860 8287 0,'-5'0'368'0,"1"0"80"16,1 2-448-16,1-2 0 0,2 0 0 0,0 0 0 15,0 0 2240-15,0 1 352 0,2-1 80 0,1 0 16 0,2-1-176 0,1 1-16 16,3-2-16-16,4-1 0 0,0-1-1056 0,1 1-208 16,2-1-32-16,0 1-16 0,1 0-688 0,-1 1-144 15,-1 2-16-15,-15 0-16 0,0 0-304 0,35 10 0 16,-35-10 0-16,0 0 0 0,0 0 0 0,0 0 0 15,0 0 0-15,11 40 0 0,-17-31-192 0,-2-2 0 16,-3 3 0-16,-2-3 0 0,-1 0-144 0,-1 1-32 16,0-1 0-16,-2 0 0 0,1 0 208 0,0 0 160 15,0 0-208-15,2-2 80 0,0 0 128 0,3 0 0 16,4-1 160-16,-1-2-160 0,4 0 320 0,1 1-48 0,3-3 0 16,2 2 0-16,1-2 48 0,4-2 16 0,2 0 0 0,2 1 0 15,3-1-208-15,1 0-128 0,3 0 128 0,0 2-128 16,2 0 144-16,-1 0-144 0,1 0 192 0,-20 0-192 15,36 2 128-15,-36-2-128 0,29 4 0 0,-29-4 0 16,0 0 0-16,0 0 0 0,0 0 0 0,0 0 0 16,0 0 0-16,28 34 0 0,-31-30 0 0,-4 4 0 15,0-4 0-15,-4 4 0 0,0-4 0 0,-3 3 0 16,1-2 0-16,-3 2 0 0,-2-2 208 0,1 0-64 16,0 2 256-16,1-5 48 0,1 3 16 0,3-3 0 15,2-1-160-15,2 1-48 0,1-2 0 0,3-3 0 16,2 1-256-16,1-3-176 0,3 1 32 0,1-2-15568 15</inkml:trace>
  <inkml:trace contextRef="#ctx0" brushRef="#br0" timeOffset="-179380.74">15076 8950 11055 0,'-1'0'480'0,"0"0"112"0,1 0-464 0,0 0-128 0,0 0 0 0,1 0 0 16,0 0 1952-16,1-2 368 0,0 2 80 0,2-1 16 15,2-1-48-15,0-1-16 0,2 0 0 0,0-1 0 0,3 2-1136 0,0-3-208 16,-1-1-48-16,1-2-16 0,1 1-608 0,-1 0-112 16,0-3-32-16,-1 1 0 0,0-1-192 0,-3 1 0 15,-1 0 0-15,-3 1 0 0,-1 0 0 0,-2 2 0 16,-1-1 0-16,-2 2 0 0,-2 0 0 0,-2 2 0 16,-2 2 0-16,-1-1 0 0,0 2 0 0,-3 2 176 15,0 0-176-15,-2 3 160 0,1 2 16 0,1-2 0 16,1 3 0-16,1 0 0 0,1-2 16 0,0 0 0 15,2 1 0-15,1 1 0 0,2-2 0 0,1 2 16 16,2-2 0-16,1 2 0 0,1-3-64 0,1 2-16 0,-1-7 0 16,0 0 0-16,0 0-128 15,0 0 0-15,0 0 0 0,0 0 0 0,37 26 0 0,-37-26 0 0,0 0 0 0,25 2 0 16,-25-2 0-16,0 0 0 0,27 2 0 16,-18-4 0-16,-1 2 0 0,0 0 0 15,-1-1 0-15,-1 0 0 0,-1 1 0 0,0-2 0 0,-2 1 0 0,1 1 0 16,-2-2 0-16,0 2 0 0,0-2 0 0,-2 2 0 15,1-1 0-15,-1 1 128 16,0 0-128-16,0-2 128 0,-1 2 32 0,0 0 0 0,1 2 0 0,-1-2 0 0,0 1-160 16,-1 1 160-16,0 0-160 0,0 1 160 15,1-1-160-15,-2 3 0 0,1 0 144 0,-2 1-144 0,1 0 192 0,0 1-48 16,-1 2 0-16,-1 1 0 0,0 1 48 0,-1 2 16 16,0 1 0-16,-2 2 0 0,2-3-16 0,-3 2 0 15,0 2 0-15,-1 2 0 16,0 1 16-16,-1 1 0 0,0 2 0 0,2-4 0 0,2 0-208 0,0-5 144 15,2 0-144-15,1-3 128 0,1-2-128 0,1 0-192 16,1 0 32-16,1-9-17184 0</inkml:trace>
  <inkml:trace contextRef="#ctx0" brushRef="#br0" timeOffset="-178226.58">15539 9111 8287 0,'5'-5'736'0,"0"3"-592"16,1-1-144-16,-1-1 0 0,-1 3 400 0,0-1 48 15,1 1 16-15,4-2 0 0,6-3 752 0,5 0 160 0,4-4 32 0,3 1 0 0,0 0 272 0,0 1 64 32,0 1 16-32,-1 0 0 0,0 2-416 0,-3 2-96 0,-1 0-16 0,-4 2 0 15,-1 1-912-15,-4 0-176 0,-13 0-144 0,0 0 192 32,0 0-1328-32,31 4-256 0</inkml:trace>
  <inkml:trace contextRef="#ctx0" brushRef="#br0" timeOffset="-178003.48">15816 8909 5519 0,'3'-5'240'0,"-2"3"64"16,1 0-304-16,-1 2 0 0,0-2 0 0,-1 4 0 0,0-2 1312 0,-1 2 208 16,1 3 32-16,-1 4 16 0,-1 3 256 0,-2 3 48 15,0 2 16-15,1 3 0 0,-3 2-560 0,1 0-112 16,-3 6-32-16,1 0 0 0,0-2-560 0,2 0-112 15,0-1-32-15,0-2 0 0,3-2-480 0,-1-1 0 16,3-20 0-16,-3 33-10624 0</inkml:trace>
  <inkml:trace contextRef="#ctx0" brushRef="#br0" timeOffset="-176524.37">16603 8858 7359 0,'2'-1'656'0,"-1"-1"-528"31,0 2-128-31,0-1 0 0,-1 1 1280 0,0 0 208 0,1-1 48 0,1 0 16 16,0-1 112-16,0 2 32 0,-1-2 0 0,-1 0 0 16,-1 2-288-16,0 0-48 0,-1 2-16 0,-1-2 0 15,0 2-416-15,0 0-96 0,-1 1 0 0,-1 2-16 0,-1-2-400 0,-2 3-80 16,0 1-16-16,0 3 0 0,-2 1-16 0,0 1-16 16,1 1 0-16,-1 1 0 0,1 0 0 0,0 1 0 15,0 1 0-15,-1 2 0 0,3-1-32 0,1-3 0 16,1 0 0-16,2 0 0 15,3-14 768-15,0 0 160 0,-3 32 32 0,3-32 0 16,0 0-1792-16,0 0-336 16,0 0-80-16,0 0-16 0,0 0 784 0,32 33 224 0,-25-31 0 0,3-2 0 0,-2 0-272 0,1 0 64 15,3-2 16-15,0 1 0 16,-1-1-128-16,2 0 0 0,-1-2-16 0,1 1 0 16,1-2-272-16,0 0-48 0,1 0-16 0,0-1 0 15,-1 0-896-15,0 0-176 0,-1-2-48 0,-2 2-8544 0</inkml:trace>
  <inkml:trace contextRef="#ctx0" brushRef="#br0" timeOffset="-176352.58">16674 8928 3679 0,'-5'-1'320'0,"2"0"-320"16,0 1 0-16,1 0 0 0,1 1 1088 0,1 0 128 0,-1 1 48 0,-1 1 0 15,0 2 720-15,-1 4 128 16,-2 3 48-16,0 2 0 0,0 1-96 0,-1-1-16 0,1 4 0 0,-1-1 0 0,0 2-640 0,-2 0-144 15,0-1-32-15,0 0 0 16,-1 1-736-16,0-2-160 0,1 1-16 16,-1-1-16-16,2-4-304 0,1 0 0 15,2-3 0-15,1-3-8512 16,1 1-1744-16</inkml:trace>
  <inkml:trace contextRef="#ctx0" brushRef="#br0" timeOffset="-175957.33">17030 8904 10127 0,'1'0'896'0,"0"-2"-704"15,1 4-192-15,-1-2 0 0,0 3 1264 0,1-1 208 16,0 1 64-16,-2-3 0 0,0 0 256 0,0 0 48 0,30 41 16 0,-30-41 0 16,0 0-448-16,28 47-64 0,-28-47-32 0,0 0 0 15,30 44-272-15,-30-44-48 16,0 0-16-16,35 38 0 0,-35-38-704 0,0 0-144 0,32 27-128 0,-32-27-9024 16,0 0-1920-1</inkml:trace>
  <inkml:trace contextRef="#ctx0" brushRef="#br0" timeOffset="-175749.41">17226 8928 4607 0,'-9'5'400'0,"3"0"-400"16,0 2 0-16,2-2 0 0,1-1 1408 0,-1 1 192 15,1 0 32-15,-5 4 16 0,-4 8 400 0,-5 4 64 16,-4 3 32-16,-2 2 0 0,0 0-560 0,-1-2-112 15,3-1-32-15,2-3 0 0,1-2-608 0,3-1-112 16,4-5-16-16,2-3-8064 16,1 1-1616-16</inkml:trace>
  <inkml:trace contextRef="#ctx0" brushRef="#br0" timeOffset="-175016.78">17541 8942 4607 0,'-3'-2'400'0,"1"1"-400"16,0 1 0-16,0 0 0 0,1 1 1920 0,0 1 320 0,-1-1 48 0,-2 3 16 0,-1 1-720 0,-3 5-144 15,0 1-32-15,-2 2 0 0,0 3-384 0,0 0-64 16,1 1-32-16,1 0 0 0,1 1 96 0,1-1 32 16,6-17 0-16,-9 33 0 0,9-33-304 0,0 0-64 15,0 41-16-15,0-41 0 0,0 0-432 16,0 0-96-1,0 0-16-15,25 35 0 0,-25-35-128 0,18 0 128 0,-8-2-128 0,1-3 128 16,0-2-128-16,0 0 0 0,1-3 0 0,-1 1 0 16,-1-2-256-16,0 0-48 0,0-1 0 0,-1-1 0 15,-1 0 80-15,0-1 16 0,-3 2 0 0,0-2 0 16,-2 2 208-16,-2 0-144 0,-1-2 144 0,-2-1-128 16,-1 0 128-16,-2 0-128 0,-1-1 128 0,-2 2-128 15,-1 1-80-15,0 2-16 0,1 2 0 0,-1 1 0 16,2 3 80-16,-1 0 16 0,3 3 0 0,0 2 0 0,1 2-16 15,2 2 0-15,0 0 0 0,1 1 0 16,1-5-624-16,0 0-128 0,0 0-32 0,0 0-8848 16</inkml:trace>
  <inkml:trace contextRef="#ctx0" brushRef="#br0" timeOffset="-174832.14">17706 9038 13823 0,'1'2'608'0,"0"-2"128"0,0 2-592 0,0 0-144 16,1-2 0-16,-1 3 0 0,1-3 1760 0,0 3 320 16,-2-3 64-16,0 0 16 0,0 0-16 0,0 0 0 0,31 34 0 15,-31-34 0-15,0 0-1264 0,0 0-256 0,0 0-48 0,31 25-16 32,-31-25-992-32,0 0-192 0</inkml:trace>
  <inkml:trace contextRef="#ctx0" brushRef="#br0" timeOffset="-174572.52">17990 8914 13823 0,'2'0'608'0,"-1"0"128"0,1 0-592 0,-1 0-144 0,-1 0 0 0,0 0 0 16,0 0 1792-16,1 2 320 15,-1 3 64-15,0 0 0 0,0-5-112 0,0 0-16 16,-3 28-16-16,3-28 0 0,-6 24-800 0,1-11-144 0,5-13-48 16,-9 27 0-16,9-27-592 0,-5 22-128 15,5-22-32-15,0 0 0 0,0 0-560 0,0 0-112 0,0 0-32 0,0 0-14192 16</inkml:trace>
  <inkml:trace contextRef="#ctx0" brushRef="#br0" timeOffset="-173873.18">18205 8852 911 0,'0'0'0'0,"0"0"0"0,0 0 0 0,0 0 0 16,0 0 1904-16,0 0 288 0,0 0 64 0,0 0 16 0,0 0 1008 0,0 0 208 15,0 0 32-15,37 20 16 0,-27-23-880 0,2 0-176 16,0-3-48-16,1-2 0 0,1-1-1056 0,1-3-224 16,1-2-32-16,-2-1-16 0,-1 3-720 0,-2-2-128 15,-1 0-48-15,-2 0 0 0,-3 4-208 0,-2-2 0 16,-1 1 0-16,-4 1 0 0,-2 2 0 0,-2 0 0 15,-3 1 0-15,-1 0 0 0,-2 2 0 0,-2 1 128 16,0 1-128-16,-1 2 144 0,-2 1 0 0,0 3 0 0,0 2 0 16,1-1 0-16,1 4 32 0,0-1 0 15,2 2 0-15,0 2 0 0,1 2 64 0,1 0 16 0,1 2 0 0,2 0 0 16,8-15-96-16,-8 31-16 0,8-31 0 16,0 0 0-16,3 40-144 0,-3-40 0 0,0 0 144 0,0 0-144 15,34 33 0-15,-34-33 0 0,27 6 0 16,-27-6 128-16,30 0-128 0,-15-4 0 0,1 0 0 0,0 0 0 15,-2-1 0-15,-1-1 0 0,-1 2 0 0,-2-4-128 16,0 2 128-16,-1 0 0 0,-3 2 0 0,-2-1-128 16,-1 0 128-16,-3 2 0 0,-1 0 0 0,-2 0 0 15,0 1 0-15,-1 1 0 0,-1 1 0 0,-1 0 0 0,2 1 0 16,-3 3 0-16,2 1 0 0,-2 0 0 16,2 2 0-16,-1 1 0 0,1 3 0 0,-1 1 0 0,-1 2 128 0,7-14-128 15,-12 35 160-15,12-35-160 0,-12 46 240 0,6-20-48 16,0 0-16-16,-1 2 0 0,0 1-16 0,0 4 0 15,1-3 0-15,0 4 0 0,-2 2-160 0,2-3 128 16,-1-2-128-16,1-5 128 0,0-2-128 0,6-24-272 16,-12 40 64-16,12-40-17344 0</inkml:trace>
  <inkml:trace contextRef="#ctx0" brushRef="#br0" timeOffset="-172585.74">18556 8965 9215 0,'0'0'816'0,"0"0"-656"0,0 0-160 0,1 0 0 15,0 0 1104-15,0-1 192 0,2 1 48 0,2-2 0 0,2 0 528 16,3 1 112-16,2-2 32 0,2-1 0 15,3 0-416-15,0 1-64 0,1-2-32 0,3 1 0 0,0 1-336 0,1-2-64 16,2 3-16-16,1-3 0 0,-1 2-448 0,-1 1-112 16,-1 0-16-16,-1 0 0 0,0 0-336 0,-3 1-176 15,-1-1 160-15,-1-1-160 16,-3-1-336-16,-1 1-176 0,-2-1-16 0,-2 1-13488 0</inkml:trace>
  <inkml:trace contextRef="#ctx0" brushRef="#br0" timeOffset="-172427.48">18828 8787 14735 0,'3'-1'640'0,"-2"-1"160"0,1 2-640 0,0 2-160 0,-1-2 0 0,0 2 0 16,0 3 1776-16,-1-5 320 0,0 0 64 0,0 0 16 16,12 57-64-16,-12-57 0 0,1 50 0 0,-1-50 0 15,-2 50-1152-15,2-50-256 0,-6 47-32 0,6-47-16 16,-6 41-1024-16,6-41-208 0</inkml:trace>
  <inkml:trace contextRef="#ctx0" brushRef="#br0" timeOffset="-170323.2">19570 8819 6447 0,'-1'0'576'0,"0"0"-576"0,0 0 0 0,1 1 0 0,0-1 1024 0,0 0 80 15,0 2 32-15,0-2 0 16,-1 2 608-16,1-1 128 0,0 0 32 0,1 1 0 0,1-1-448 0,0-1-96 16,2 2-16-16,1-5 0 0,0 3-576 0,2-4-112 15,0 0-16-15,1-2-16 0,1 0-320 0,0-2-64 16,-1 1-16-16,1 0 0 0,-1-3-224 0,-1 3 144 15,-1-2-144-15,-1 2 128 0,-2 0-128 16,0-1 0-16,-2 0 0 0,-3 2 0 0,0-1-160 0,-2 2 160 16,-3 1 0-16,-1 1-144 0,0-1 144 0,-3 1 0 0,0 3 0 0,-1 0 0 15,1 0 0-15,-1 2-128 0,1 1 128 0,0 2 0 16,1-1 128-16,-1 2 96 0,2 2 32 0,2 0 0 16,-1-1 48-16,2 2 16 0,1 2 0 0,0 0 0 15,2-1-128-15,-1 2 0 0,1 1-16 0,2-3 0 16,0 1-176-16,1-1 0 15,1 0 144-15,0-1-144 0,1-3 0 0,1 0 144 0,0-1-144 0,0-3 0 0,1 1 176 16,1-1-176-16,-1-2 160 0,3 0-160 0,-1-2 272 0,2-1-32 16,-1 1-16-16,2-1 0 0,2-2-48 0,-1-1-16 15,1-1 0-15,1 0 0 0,0-1-160 0,0 1 128 16,-1 0-128-16,0-3 128 0,0 3-128 0,-2-1 0 16,-2 2 0-16,0-1 128 0,-4 2-128 0,0 0 0 15,-1 3 144-15,-1 0-144 16,-1 2 0-16,-1-2 0 0,0 4 0 0,-2-2 128 0,2 2-128 0,-3 1 144 15,0 1-144-15,0 1 160 0,0-3 32 16,0 3 0-16,0 0 0 0,1-3 0 0,-1 3 0 0,0 0 16 16,1-3 0-16,1 3 0 15,-1-3 48-15,1 3 0 0,-1-3 0 0,0 0 0 0,2 2-96 0,-2 0-16 16,1-2 0-16,0 0 0 0,0-1-16 0,0 1 0 16,2 0 0-16,-2-1 0 0,1 1 0 0,0-2-128 0,0 2 192 0,0-1-64 15,0 0-128-15,0 1 160 16,0 1-160-16,-1 2 160 0,0 0 16 0,0 3 0 0,-1 1 0 0,-1 3 0 15,0 1 0-15,-2 4 0 0,0-1 0 16,0 4 0-16,-1-1 0 16,0 4 0-16,-2 3 0 0,-1 2 0 0,1-2-176 0,0-1 128 0,0 0-128 0,0-1 128 15,1 1-128-15,1-4 0 16,0-3 0-16,1-4 128 0,2 0-128 0,1-4 0 0,1 0 0 0,1-6 0 16,0-1 0-16,2-1 0 0,1-2-128 0,1-2-10768 15,0-1-2160-15</inkml:trace>
  <inkml:trace contextRef="#ctx0" brushRef="#br0" timeOffset="-169363.93">20018 8890 8287 0,'2'0'736'0,"0"-1"-592"16,0 0-144-16,0 1 0 0,-1 0 1088 0,2 0 176 0,2 1 32 0,2 0 16 15,-7-1 448-15,0 0 96 0,36 14 0 0,-36-14 16 16,0 0-448-16,40 29-80 15,-40-29-32-15,0 0 0 0,38 36-528 0,-38-36-96 0,0 0-32 0,38 37 0 0,-38-37-304 0,0 0-64 16,33 34-16-16,-33-34 0 16,0 0-272-16,0 0-272 0,27 31 48 0,-27-31-11936 15</inkml:trace>
  <inkml:trace contextRef="#ctx0" brushRef="#br0" timeOffset="-169193.57">20269 8837 9215 0,'-2'0'816'16,"1"1"-656"-16,0-1-160 0,-1 3 0 15,0 1 960-15,-1-1 176 0,-1 2 16 0,-5 6 16 0,-3 4 928 0,-3 6 176 16,-4 5 32-16,-4 0 16 0,-2 2-528 0,-2 1-128 16,-3 2 0-16,1-4-16 0,0 0-1072 0,3-3-224 15,3-2-32-15,2-2-12944 16</inkml:trace>
  <inkml:trace contextRef="#ctx0" brushRef="#br0" timeOffset="-168499.7">20695 8855 7359 0,'-1'0'656'0,"0"0"-528"16,1 0-128-16,0-1 0 0,0 1 1472 0,0-1 272 0,-1 1 48 0,1-1 16 16,0 0 448-16,0-2 96 0,-1 1 16 0,0 1 0 15,1-1-448-15,-1-1-96 0,1 3-16 0,-2 0 0 16,0 1-688-16,0 1-144 0,-2 1-16 0,1 1-16 16,-2 3-496-16,-1 0-80 15,-1 3-32-15,-1 2 0 0,-1 2 64 0,1 0 16 0,-1 3 0 16,0 2 0-16,2-3-144 0,1 1-16 0,1 2-16 0,0-3 0 15,5-16-64-15,-2 29-16 16,2-29 0-16,0 0 0 0,0 0-160 0,16 38 0 0,-16-38 0 0,0 0 0 0,0 0 0 0,37 3 0 16,-25-7 0-16,2-2 0 0,0-2 0 0,0-1 128 15,2-3-128-15,-2 0 0 0,1 1 0 0,-2-3 0 16,-1 1 0-16,-1-1 0 0,-1 0 0 0,-3-1 0 16,0 1-176-16,-3-1 176 0,-3 2 0 0,-1-1-128 15,-2 0 128-15,-3 0 0 0,-1 2 0 0,-3 0 0 16,-1 2 0-16,-1 3-128 0,1 0 128 0,-1 2 0 15,-1 3 0-15,2 2 0 0,2 2 0 0,0-1 0 16,2 4 0-16,1 1-128 0,2-1 128 0,2 2-192 16,2 0 192-16,-1-7-10688 15,0 0-2048-15</inkml:trace>
  <inkml:trace contextRef="#ctx0" brushRef="#br0" timeOffset="-168311.36">20978 8964 6447 0,'3'1'576'0,"-1"0"-576"0,0-1 0 0,-1 2 0 16,1-2 3200-16,-1 1 544 0,0 1 96 0,1 0 32 15,2 1-1264-15,-4-3-256 0,0 0-48 0,0 0-16 16,0 0-800-16,0 0-144 0,35 21-48 0,-35-21 0 16,0 0-864-16,0 0-176 0,0 0-48 0,29 7-10192 15,-25-7-2048-15</inkml:trace>
  <inkml:trace contextRef="#ctx0" brushRef="#br0" timeOffset="-167947.85">21287 8825 8287 0,'3'-6'736'0,"-2"4"-592"16,0 0-144-16,0 1 0 0,-1 1 1264 0,0 0 208 15,-1 1 64-15,1 1 0 0,-1 3 816 0,-2 1 160 16,-2 4 48-16,-1 2 0 0,-2 0-512 0,0 1-80 15,-1 0-32-15,0 1 0 16,1 1-528-16,1 1-96 0,-1-2-32 0,3-1 0 0,5-13-768 0,0 0-176 0,-6 30-16 0,6-30-16 16,0 0-304-16,0 0 128 0,0 0-128 0,0 0 0 31,0 0 0-31,39 14 0 0,-29-16 0 0,1-3 0 0,0-1 0 0,2-2 0 16,0 1-192-16,0-3 192 0,0 0-496 15,-1-1 0-15,0-1 0 0,-1 3 0 0,-3-1 176 0,-1 0 16 0,0-2 16 0,-1 1 0 16,-2-1 288-16,-1 0 0 0,-2 0 0 15,-3 1 0-15,-1 2-128 0,-2 1 128 16,-2 2 0-16,-2 2 0 0,-1 0 0 0,-1 3 0 0,-2 1 0 0,1 0 0 0,2 3 144 16,1-1-16-16,1 1 0 0,1-1 0 0,2 1-128 0,3-1 0 15,0 1 0-15,3-1-9840 16,2 0-1920-16</inkml:trace>
  <inkml:trace contextRef="#ctx0" brushRef="#br0" timeOffset="-167615.5">21739 8717 13823 0,'12'-9'608'0,"-7"4"128"0,1 0-592 0,-2 1-144 0,-1 1 0 0,-1 1 0 16,0-1 1152-16,1 1 208 0,1-3 48 0,1-2 0 15,-1 1 320-15,-3 2 64 0,0 2 0 0,-4 2 16 16,-1 3-80-16,-1 2-32 0,-1 1 0 0,-2 4 0 15,-3 0-784-15,1 2-144 0,0 2-48 0,-2 1 0 16,1 1-432-16,-1 3-96 0,-1 1 0 0,1 0-16 16,0-1 16-16,1 0 0 0,2-1 0 0,2-1 0 0,7-17 64 0,-7 27 0 15,7-27 16-15,0 0 0 0,0 0-272 0,11 40 128 16,-11-40-128-16,0 0 0 0,0 0 128 16,39 16-128-16,-26-16 0 0,2 0 0 0,1 0 0 15,1-2 0-15,-2 0 0 0,3-1 0 0,-1 0 0 16,0-1 0-16,1 0 0 0,-2 1 0 0,-2 0 0 0,0-1-144 15,-1 2 144-15,-1-1-192 16,-2 0-400-16,-2 1-96 0,0 0-16 0,-1 0 0 16,-2-1-912-16,-1-2-192 0,-1 1-48 0,-1-1-11264 0</inkml:trace>
  <inkml:trace contextRef="#ctx0" brushRef="#br0" timeOffset="-167472.13">21918 8764 7359 0,'0'-4'320'0,"-1"2"80"0,0-1-400 0,0 3 0 16,0 0 0-16,0 0 0 0,0 1 2128 0,-1 3 352 0,-1 0 64 0,-2 5 16 15,-2 4 208-15,-2 3 48 0,-1 2 16 0,-1 2 0 16,-2 3-624-16,-1 2-128 0,-1-1-32 0,0 2 0 16,-1 1-960-16,-1 2-192 0,0 1-32 0,-1 0-16 15,3-3-592-15,1-2-112 0,2-1-16 0,1-3-11216 16,11-21-2240-16</inkml:trace>
  <inkml:trace contextRef="#ctx0" brushRef="#br0" timeOffset="-164812.05">22286 8928 5519 0,'3'0'496'0,"-2"-1"-496"16,1 1 0-16,0-1 0 0,-1 1 912 0,2 0 96 0,1-2 16 0,4-1 0 15,3-2 384-15,2 1 64 0,1-1 32 0,1 0 0 16,0-1 32-16,-1 2 0 16,1 0 0-16,0-1 0 0,0 0-144 0,0 2-32 15,0-1 0-15,-1 2 0 0,1-1-432 0,-1 1-96 0,-2 0 0 0,0 2-16 0,1-2-272 16,-1 2-48-16,-1 0-16 0,-1-2 0 0,0 2-480 0,0-1 128 16,0 1-128-16,1-2 0 31,-2 1-512-31,-1 0-160 0,-1 0-32 0,-2 1-11824 0</inkml:trace>
  <inkml:trace contextRef="#ctx0" brushRef="#br0" timeOffset="-164585.45">22510 8760 5519 0,'1'-4'240'0,"0"3"64"0,0-1-304 0,0 2 0 0,-1 0 0 0,0 0 0 0,0 2 1328 0,0 1 208 0,0-3 32 0,0 0 16 31,0 0 592-31,-3 40 112 0,3-40 16 0,-8 35 16 16,3-16-352-16,0 0-80 0,-2 2-16 0,2-1 0 0,-2-1-816 0,1 2-160 15,0-4-48-15,0 2 0 0,6-19-576 0,-8 30-112 16,8-30-32-16,-5 27 0 16,5-27-1040-16,0 0-224 0</inkml:trace>
  <inkml:trace contextRef="#ctx0" brushRef="#br0" timeOffset="-163875.77">22986 8701 14735 0,'2'-3'1312'0,"0"1"-1056"0,-1 0-256 0,0 0 0 15,-1 2 944-15,0-1 128 0,1 1 16 0,1-4 16 0,0 1 304 0,0 1 64 16,0 0 16-16,-2 4 0 0,-1 0 16 0,-1 3 0 16,-2 4 0-16,4-9 0 0,-10 32-416 15,3-12-64-15,-2 4-32 0,0 1 0 0,0 2-400 0,-1-2-80 16,1 0 0-16,-1 1-16 0,1 0-176 0,-3 0-16 15,1 0-16-15,-1 0 0 0,1-2-288 0,1-2 0 16,1-1 128-16,0-1-128 16,1-2-256-16,1-1-96 0,7-17-32 0,-11 32 0 15,11-32-2080-15,-8 23-416 0</inkml:trace>
  <inkml:trace contextRef="#ctx0" brushRef="#br0" timeOffset="-163433.39">23302 8698 10127 0,'-2'-1'448'0,"1"0"96"31,0 2-544-31,0-1 0 0,0 1 0 0,0-1 0 0,0 0 496 0,-1 2-16 0,0-1 0 0,-3 3 0 0,0 1 928 0,-2 0 176 31,-1 3 32-31,1 1 16 0,-2 0 224 0,0 3 32 0,1 2 16 0,-2 0 0 0,-1 3-656 0,1 0-128 16,0 1-32-16,-1 1 0 16,1 0 0-16,-1 0-16 0,2 3 0 0,1-3 0 0,-1 0-496 0,1 0-80 15,1 0-32-15,7-19 0 0,-12 35-336 0,12-35-128 16,-10 33 0-16,10-33 0 0,0 0 0 0,-4 38 0 16,4-38 0-16,0 0 0 15,0 0-352-15,0 0-64 0,0 0-16 0,0 0 0 16,26 29-240-16,-20-30-48 0,2-3-16 0,0-3 0 0,0 0 432 0,2-1 96 0,0-1 16 0,1-3 0 15,1 0 192 1,-1-1 0-16,1 0 0 0,-1-1-144 0,-1-2 144 0,0 3 0 0,-3 0 0 16,-2 3 0-16,-2 1 0 0,-3 1 0 0,-2 1 0 0,-3 2-128 15,-1 2 128-15,-2 3 0 0,-1 1 0 0,-3 2-128 16,-2 4-32-16,-1-1 0 0,-1 2 0 0,1 1 0 16,1-2 16-16,1 3 0 15,1-3 0-15,2-1 0 0,2 0-688 0,2-1-144 0</inkml:trace>
  <inkml:trace contextRef="#ctx0" brushRef="#br0" timeOffset="-163007.11">23441 8832 15663 0,'-2'2'1392'16,"2"0"-1120"-16,0 0-272 0,1 1 0 0,0-1 1168 0,-1-2 176 16,0 0 48-16,0 0 0 0,0 0 592 0,22 41 128 15,-22-41 32-15,0 0 0 0,30 43-848 0,-30-43-160 16,0 0-48-16,35 35 0 0,-35-35-528 0,0 0-112 15,35 29-32-15,-35-29 0 0,0 0-416 0,0 0 0 16,36 29 0-16,-36-29 0 16,0 0-1312-16,0 0-288 0</inkml:trace>
  <inkml:trace contextRef="#ctx0" brushRef="#br0" timeOffset="-162811.77">23689 8812 3679 0,'-6'2'320'0,"2"1"-320"0,-1 0 0 16,1 1 0-16,1 0 2432 0,-1-1 400 0,-1 2 96 0,-2 2 16 16,-6 7-176-16,-5 3-16 0,-5 4-16 0,-3 1 0 15,0 1-576-15,-1-1-112 0,2-1-32 0,2-4 0 16,3 0-864-16,3-4-192 0,2-1-16 0,3 0-16 16,4-5-928-16,0 0-272 0,4-2-16 0,1 0-14864 15</inkml:trace>
  <inkml:trace contextRef="#ctx0" brushRef="#br0" timeOffset="-162258.25">23919 8790 11055 0,'-1'-2'976'0,"0"2"-784"31,1 0-192-31,-1 2 0 0,0-2 704 0,1 0 80 0,-2 1 32 0,-1 1 0 16,-1 1 960-16,-3 3 192 0,1-1 32 0,-2 3 16 0,-1 1-32 0,0 1 0 16,-1 1 0-16,0 2 0 0,-1 0-704 0,1 2-160 15,1 1-32-15,-1-1 0 0,10-15-320 0,-17 33-80 0,17-33-16 0,-12 30 0 16,12-30-224-16,0 0-32 0,-7 40-16 0,7-40 0 16,0 0-400-16,0 0 128 15,0 0-128-15,0 0 0 0,29 36 0 0,-18-36 0 0,1-2 0 0,1-3 0 16,0-2-192-16,1 0-32 0,0 0 0 0,0-4 0 31,1-2-160-31,0 0-16 0,-1 0-16 0,0-3 0 0,0-1 208 0,-2 2 32 0,-2-3 16 0,0 1 0 16,-3-2 160-16,0 0-128 0,-2 0 128 0,-3 0-128 15,-2 2-128-15,-2 1-32 0,-2 2 0 0,-2 2 0 16,-2 2 288-16,-1 4 0 0,-2 3-128 0,0 1 128 16,1 4 0-16,0 0 256 0,0 3-64 0,-1 0 0 0,3 3 256 0,1 0 32 15,7-8 16-15,0 0 0 0,-12 27-496 0,12-27 0 31,0 0 0-31,0 0-15264 16</inkml:trace>
  <inkml:trace contextRef="#ctx0" brushRef="#br0" timeOffset="-162053.17">24071 8945 31327 0,'1'0'1392'0,"0"-2"272"0,0 2-1328 0,0 0-336 0,0 2 0 0,0-2 0 16,0 0 1088-16,-1 2 128 0,0-2 48 0,0 0 0 16,0 0-544-16,0 0-96 0,0 0-32 0,23 33 0 15,-23-33-464-15,0 0-128 0,0 0 0 0,0 0-11216 16,21 34-2304-16</inkml:trace>
  <inkml:trace contextRef="#ctx0" brushRef="#br0" timeOffset="-161673.39">24344 8802 9503 0,'-1'-2'192'0,"1"2"64"0,0 0 0 0,-1 0 16 0,1 0-272 0,0 0 0 16,-1 0 0-16,1 0 0 0,-1 2 3072 0,0 1 544 16,-1-3 112-16,-1 5 32 0,1-3-944 0,2-2-192 15,0 0-48-15,0 0 0 0,-17 28-1120 0,17-28-240 0,0 0-32 0,-17 31-16 16,17-31-688-16,0 0-144 16,-13 33-16-16,13-33-16 0,0 0-176 0,0 0-128 0,0 0 144 0,4 41-144 15,-4-41 0-15,0 0 0 0,0 0 0 0,25 9 0 16,-16-10 0-16,1-2 0 0,2 0 0 0,0-4 0 15,0 2 0-15,0-2 0 0,1 1 0 0,-4 0 0 16,-2 2 0-16,1-1 0 0,1-2-160 0,-1-1 160 16,0-1-160-16,-3 1 160 15,1-1-192-15,-2 1 192 0,-1 0-208 0,-2-2 64 0,-1 1 16 0,-1-2 0 16,-2 2 0-16,-2 0 0 0,0 1 0 0,-3 2 0 0,0-1 128 16,-1 2 0-16,0 3 0 0,0 2 0 0,0 0 0 0,0 2 0 15,3 3 0-15,-1 0 0 0,7-5 0 16,0 0 0-16,0 0 0 0,0 0 0 15,0 0-416-15,0 0-48 0</inkml:trace>
  <inkml:trace contextRef="#ctx0" brushRef="#br0" timeOffset="-161419.73">24703 8595 22527 0,'1'0'0'0,"1"0"0"16,0-1 672-16,-1 1 144 15,0 0 16-15,1 0 16 0,1 1 560 0,0 0 96 0,1 1 32 0,-4-2 0 16,0 0-112-16,0 0-16 0,7 41 0 0,-7-41 0 16,-11 41-496-16,11-41-96 0,-19 64-32 0,5-24 0 15,-4 1-432-15,-1 3-96 0,-2 1 0 0,2 0-16 0,0-2-240 0,5-5 0 16</inkml:trace>
  <inkml:trace contextRef="#ctx0" brushRef="#br0" timeOffset="-158524.48">10839 9984 8287 0,'-3'0'736'0,"1"0"-592"15,2 0-144-15,0 0 0 0,0 0 1024 0,-1 0 160 16,0 2 32-16,-1-2 16 0,0 0 624 0,1 0 112 15,-1 2 16-15,1-2 16 0,0 0-448 0,1 0-80 16,0 0-32-16,1 0 0 16,0-2-384-16,1 2-80 0,0 0-16 0,1 0 0 0,2 0-32 0,-1 0-16 0,2-2 0 15,1 1 0-15,0 1-208 0,-7 0-32 0,0 0-16 0,33-5 0 16,-33 5-208-16,31-6-64 0,-13 3 0 0,2-3 0 16,1 0 0-16,0-1 0 0,-1 2 0 0,-1-2 0 15,-3 3-176-15,0-3-32 0,-2 4-16 0,-2-2 0 16,-1 3-160-16,-2-1 0 15,-1 3 0-15,-3-2 128 0,-1 2-128 0,0 0 0 0,-2 0 0 0,-1 0-16784 32</inkml:trace>
  <inkml:trace contextRef="#ctx0" brushRef="#br0" timeOffset="-157532.25">11667 9765 9215 0,'-1'-2'816'0,"1"0"-656"15,0 1-160-15,-1 1 0 0,1 0 1200 16,0 0 208-16,-1-2 32 0,0 1 16 0,-1-2 16 0,0 0 0 16,1 0 0-16,-1 1 0 0,0 1-704 0,1 0-144 15,0 1-32-15,0-2 0 0,0 2 192 0,0 0 48 16,0 0 0-16,0 0 0 0,0 0-128 0,0 0-32 15,-1 2 0-15,-1-1 0 0,1 0-160 0,-2 4-16 16,-1 0-16-16,-1 4 0 0,0 0-96 0,-2 3 0 16,2 3-16-16,-1 1 0 0,2 3 80 0,-1 0 0 15,2 2 16-15,0 2 0 0,0 0-176 0,2-2-32 16,2-21-16-16,-1 33 0 0,1-33-48 0,0 0-16 0,7 36 0 0,-7-36 0 16,0 0-48-16,0 0-128 0,0 0 192 15,0 0-64-15,43 5 112 0,-32-10 16 0,2-5 0 0,0-2 0 16,1-2 0-16,1 0 16 0,1 0 0 0,0-3 0 15,0-2-272-15,-2 1 160 0,2-2-160 0,-3 2 128 16,-2 0-128-16,-1 2 0 16,-3 3 0-16,-1 0 0 0,-4-1 0 0,-1 0-144 0,-3 2 144 0,-2 0 0 15,-4 2-128-15,-2 3 128 0,-3 0 0 0,-2 2 0 16,-1 3-272-16,-2 0 48 0,0 4 16 0,2 0 0 16,2 2-48-16,2 2-16 0,3 1 0 15,1 1 0-15,3 1-432 16,2 0-64-16,3 1-32 0,0-10-13472 0</inkml:trace>
  <inkml:trace contextRef="#ctx0" brushRef="#br0" timeOffset="-157372.17">11861 9912 20271 0,'-1'2'896'0,"0"1"192"0,1-1-880 0,0 1-208 0,1-1 0 0,-1-2 0 0,1 2 1904 0,1 3 336 15,-2-5 64-15,0 0 0 0,0 0-1216 0,13 38-240 0,-13-38-48 0,0 0-16 32,0 0-1616-32,0 0-320 0,0 0-64 0,25 33 0 0</inkml:trace>
  <inkml:trace contextRef="#ctx0" brushRef="#br0" timeOffset="-156882.95">12130 9847 13823 0,'1'1'1216'0,"-1"1"-960"15,1-1-256-15,1-1 0 0,0 0 1872 0,0-1 336 32,3 1 64-32,0-2 16 0,4 0-832 0,4-3-176 0,-2-1-16 0,1 0-16 0,0-3-688 0,-1-1-144 15,1-1-32-15,-1 1 0 0,-1-2 48 0,0 1 0 16,-3 1 0-16,-1 0 0 0,-3 0-288 0,-1 1-144 15,-1 1 160-15,-3 0-160 0,-1 3 144 0,-2 0-144 32,-3 0 128-32,-3 3-128 0,-1 2 144 0,-1 0-144 0,-1 0 160 0,-1 0-160 0,0 2 384 0,-1 3 0 15,0 0-16-15,1 0 0 16,2 2-128-16,3 0-32 0,1 1 0 0,1-1 0 0,1 2 160 0,1 0 16 0,2-1 16 0,1 0 0 16,1 1-240-16,2-1-160 0,0-8 192 0,0 0-192 15,0 0 0-15,0 0 0 16,0 0 0-16,37 15 0 0,-37-15 0 0,20-3 0 15,-20 3 0-15,25-7 0 16,-13 2 0-16,0 0 0 0,0 2 0 0,-3-1 0 0,-9 4 0 0,0 0 0 0,0 0 0 16,0 0 0-1,0 0 0-15,0 0 0 0,0 0 0 0,25 41 0 16,-28-25 0-16,-3 1 0 0,1 2 0 0,-1 0 0 16,-2 4 0-16,1 1 0 0,0 0 0 0,-1-2 0 0,2 1 0 15,-1-2 128-15,2-1-128 0,-1 0 0 0,1-2 128 16,2-4-128-16,1-3 0 0,0-1 0 0,2-10 0 0,0 0 0 15,0 0 0-15,0 0 0 16,5 31-512-16,-3-31-144 0,1 0-48 0,1-3-13840 16</inkml:trace>
  <inkml:trace contextRef="#ctx0" brushRef="#br0" timeOffset="-156344.73">12576 9727 7359 0,'-10'3'320'0,"3"-1"80"0,1-1-400 0,0 0 0 0,2-1 0 0,2 1 0 16,0 0 1792-16,-4 0 288 0,-2 2 48 0,-2 1 16 16,1-2-128-16,2 0-32 0,2-2 0 0,3 0 0 0,3 0-256 0,2 0-64 15,3-2-16-15,2 0 0 0,2 0-352 0,3-1-64 16,0-2-16-16,1 3 0 0,-3 0-592 0,2-1-128 15,2 1-32-15,0 0 0 0,-15 2-288 0,28 0-176 16,-28 0 192-16,0 0-192 0,0 0 0 0,0 0 0 16,38 16 0-16,-38-16 0 0,0 0 0 0,0 0 0 15,0 0 0-15,0 0 0 0,-4 32 0 0,-3-25 0 16,0 1 0-16,-2 0 0 0,-2-2 0 0,0 2 0 16,0-1 0-16,-2 0 0 0,0 1 0 0,-2 0 0 15,1 0 0-15,-1-3 0 0,1 2 0 0,1-3 0 16,0 4 0-16,3-4 0 0,2-1 0 0,2 2 0 15,2-1 0-15,2 1 0 0,1-2 192 0,1-3 0 0,0 0-16 16,0 0 0-16,0 0-176 0,0 0 0 0,34 4 0 0,-34-4 0 16,23-7 0-16,-23 7 0 0,25-3 0 0,-25 3 0 15,26-2 0-15,-26 2 0 0,27-2 0 0,-27 2 0 16,0 0 0-16,37 2 0 0,-37-2 0 0,0 0 0 16,0 0 0-16,39 19 0 0,-39-19 0 0,0 0 0 15,0 0 0-15,0 0 0 16,20 43 0-16,-20-43 0 0,0 0 0 0,-3 28 0 15,0-18 0-15,-3-1 0 0,0 1 0 0,-3-1 128 0,-1 1-128 0,-2-1 0 16,0-2 128-16,-2 3-128 0,-1-1 0 0,-1-2 128 16,-2 1 64-16,1-2 0 0,0-1 0 0,1-2 0 0,2-1-192 15,1-4 0-15,2 0 0 0,1-1 0 0,0-2 0 0,4-2 0 16,0 1 0-16,4-2-16096 16</inkml:trace>
  <inkml:trace contextRef="#ctx0" brushRef="#br0" timeOffset="-155714.71">12866 9599 9215 0,'-8'0'816'0,"2"0"-656"0,1-2-160 0,3 2 0 0,0 2 1264 0,1-4 208 16,0 2 64-16,-2-2 0 0,-1 2 208 0,1-1 48 15,-1-1 16-15,0 0 0 0,3-1-688 0,0 1-144 16,2-1-16-16,1 1-16 0,1 0 208 0,1 0 64 16,0 0 0-16,2 1 0 0,-6 1-240 0,0 0-32 15,0 0-16-15,31-2 0 0,-31 2-224 0,0 0-32 16,0 0-16-16,39 5 0 0,-39-5-240 0,0 0-48 16,0 0-16-16,37 11 0 0,-37-11-208 0,0 0-144 15,0 0 192-15,0 0-192 16,0 0 0-16,38 25 0 0,-38-25 0 0,0 0 0 0,0 0 0 0,0 0 0 15,0 0 0-15,0 0 0 0,1 34 0 0,-5-29 0 0,-1 0 0 16,0 0 0-16,-1 2 0 0,-1-3 0 0,0 2 0 0,0-2 0 16,-2 1 0-16,0 0 0 0,1-3 0 0,-1 3 0 15,1-2 0-15,2 1 0 0,-1-3 0 0,2 2 0 16,1-2 0-16,1 3 0 16,2-3 0-16,0 2 0 0,2-2 176 0,1 1-32 0,1-1 0 0,0-1 0 15,3 2 128-15,1-4 32 0,-7 2 0 0,18-1 0 16,-9-1-96-16,2 0-16 0,3-1 0 0,1-2 0 15,0 2-192-15,1-2 0 0,0 0 128 0,0 2-128 16,0-2 0-16,0 3 0 0,-2-1 0 0,-14 3-160 16,25 0-496-16,-25 0-112 15,0 0 0-15,37 5-16 0,-37-5-1744 0,0 0-352 0</inkml:trace>
  <inkml:trace contextRef="#ctx0" brushRef="#br0" timeOffset="-153934.53">13593 9929 9215 0,'-2'0'816'0,"0"-3"-656"0,1 3-160 0,1-2 0 16,0 2 1120-16,0 0 192 0,-1-2 32 0,-2-1 16 15,0-1 480-15,0 1 80 0,1 1 32 0,1 0 0 16,0 2-160-16,2 0-16 0,-1 0-16 0,2 0 0 16,2 2-608-16,2-1-128 0,-6-1-32 0,0 0 0 0,0 0-368 0,37 8-80 15,-37-8-16-15,29 0 0 0,-29 0-272 0,35-2-48 16,-17-1-16-16,0 0 0 0,-1 0-192 0,-1 0 0 16,0 0 0-16,-2 0 0 15,1 0-672 1,-3-2-176-16,0 2-48 0,-3 1-13152 0</inkml:trace>
  <inkml:trace contextRef="#ctx0" brushRef="#br0" timeOffset="-153732.33">13605 10047 1839 0,'0'-2'160'0,"1"2"-160"0,1-2 0 0,0 1 0 15,0 1 2160-15,0-2 400 0,2 1 64 0,3-2 32 16,3 0 688-16,4-2 144 0,2 3 32 0,2-3 0 15,0 3-1152-15,0-1-208 0,2 3-48 0,-20 0-16 16,38 0-1104-16,-38 0-224 0,33 1-32 0,-33-1-16 16,32 4-720-16,-32-4-336 0</inkml:trace>
  <inkml:trace contextRef="#ctx0" brushRef="#br0" timeOffset="-151601.45">13614 10119 911 0,'0'-1'0'0,"-1"1"0"15,1-2 0-15,0 2 0 0,-1 0 512 0,0 0 0 16,0 0 16-16,-1-1 0 0,-2 0 48 0,1-2 16 15,0 1 0-15,-1 0 0 0,1-1-16 0,0 2 0 16,0-2 0-16,-1 0 0 0,1 1 400 0,0-1 80 16,0 1 16-16,-1-2 0 0,2 1-272 0,-1 0-48 15,1 1-16-15,0 0 0 0,0 0-416 0,0 0-64 16,1 1-32-16,-1 1 0 0,1 0-224 0,0-2 144 16,1 2-144-16,0 0 128 0,0 0 128 0,0 0 0 0,0 2 16 0,0-2 0 15,0 0 448-15,0 0 96 0,1 0 16 0,0 0 0 16,0 1 432-16,1 0 80 0,0-1 32 0,0 0 0 15,1 0-80-15,0 0-16 0,2 0 0 0,0 0 0 16,0 0-464-16,2-1-112 0,1 0 0 0,2-2-16 16,1 1-176-16,1 0-16 0,2-3-16 0,1 1 0 15,1 0 0-15,0 0 0 0,0-1 0 0,0 1 0 16,0 2-224-16,-2-1-32 0,0-1-16 0,-2 3 0 16,0 1-208-16,-2 0 176 0,-10 0-176 0,0 0 160 15,0 0-160-15,0 0 0 0,37 8 0 0,-33-6 0 16,0-1 0-16,-2 0 0 0,1-1 0 0,-2 0 128 0,-1 0-128 15,0 2 0-15,0-2 0 0,-2 0 0 16,1 0 0-16,-2 0 0 0,1 0 0 0,-2 0 0 0,0 0 0 0,0-2 0 16,-1 2 0-16,-1 0 0 0,-1-1-128 0,-1 2 128 15,-1-1-160-15,-1 0 160 16,-1 2-448-16,-1 1 0 0,-1 2 0 0,-1-3 0 16,-1 3-80-16,0-3-16 0,0 3 0 0,2-1 0 0,1-1 288 0,-1-1 48 15,2 1 16-15,2-3 0 0,1 0 192 0,0 0 0 16,2 0 0-16,0-3 0 0,2 2 224 0,0-2-64 15,0 0-16-15,0 1 0 0,2 0 320 0,-1-1 64 16,2-2 16-16,0 3 0 0,0 0-64 0,2-1-16 0,0 3 0 16,1-2 0-16,1 0-224 0,-1 1-48 15,3 1-16-15,1-2 0 0,1 2-176 0,1 0 160 0,2 0-160 0,-10 0 160 16,24 0 64-16,-10 0 16 0,-14 0 0 0,28-1 0 16,-12 0-16-16,0-1 0 0,1-1 0 0,-1 0 0 15,0 1-224-15,-1 0 144 0,0-2-144 0,-2 1 128 16,-1 0-128-16,-1 1 0 0,-1 0 0 0,-2 0 0 15,-2 1 0-15,0-1 0 0,-3 0 0 0,0 1 0 16,-2 1 0-16,-2 0 0 0,0 1 0 0,-3 1 0 16,0 0 0-16,-3 1 0 0,1-1-144 0,-2 1 144 15,-3-1 0-15,-1 1 0 0,-1 1-128 0,-2-2 128 16,2 1 0-16,-3 2 0 0,0-2-128 0,0 0 128 0,1 0 0 0,1 0-192 16,1 1 192-16,0-2-160 0,1-1 160 0,3 1-160 15,1-2 160-15,1-2-160 0,3 2 160 0,1-1 0 16,2 1 0-16,0 0 0 0,2-2 0 0,1 2 0 15,1-2 0-15,1 0 0 0,2 1 0 0,1-1 0 16,1 2 0-16,-1-2 128 0,2 2-128 0,1 0 0 16,0 0 128-16,1-1-128 0,-11 1 0 0,25 0 0 15,-12-2 0-15,1 1 0 0,-1 0 0 0,1-1 0 16</inkml:trace>
  <inkml:trace contextRef="#ctx0" brushRef="#br0" timeOffset="-149281.62">14496 9898 11967 0,'3'-14'1072'0,"-1"4"-864"16,0 3-208-16,-1 2 0 0,0 3 880 0,-1 0 128 15,1-1 16-15,-1-1 16 0,0 0 640 0,0-2 128 16,-2 1 32-16,-1 3 0 0,-2 2-512 0,-1 2-112 0,-1 4 0 0,-1 2-16 16,0 2-448-16,-2 3-96 0,0 3-16 0,-1 3 0 15,0-1-368-15,0 4-80 0,-1 0 0 0,2-1-16 16,0 0-176-16,2-2 0 0,1 1 0 0,3-3 0 16,0 0 0-16,2-2 128 0,2-15-128 0,-1 28 0 15,1-28 176-15,0 0-48 0,8 33-128 0,-8-33 192 16,0 0-192-16,0 0 0 0,35 21 128 0,-35-21-128 15,26-6 0-15,-12-2 0 0,0 1 0 0,-1-2 0 16,0-1 0-16,3-4 176 0,2-5-176 0,2-4 160 0,2 1-160 16,-4-2 0-16,0 1 0 0,-4 2 128 15,-4 1-128-15,-3 1 0 0,-4 0 0 0,-3 3 0 0,-2 2 0 16,-4-1 0-16,-2 3 0 0,-4 1 0 0,0 1 880 0,-3 3 144 16,-1 2 16-16,1 1 16 15,0 3-832-15,2 2-224 0,2 1 0 0,1 0 0 16,3 0-768-16,3 1-224 0,1-1-48 0,1 1-16 0,3 1 800 0,0-1 256 15,-1-3-160-15,0 0-8928 16,0 0-1792-16</inkml:trace>
  <inkml:trace contextRef="#ctx0" brushRef="#br0" timeOffset="-149094.46">14699 10059 16575 0,'3'-2'736'0,"0"0"160"0,0 1-720 0,-2 1-176 0,0-2 0 0,-1 2 0 16,1 2 1360-16,0-2 240 0,1 1 64 0,1 1 0 16,-3-2-880-16,0 0-160 15,0 0-48-15,0 0 0 0,0 0-576 0,9 36 0 0,-9-36 0 16,0 0 0-16</inkml:trace>
  <inkml:trace contextRef="#ctx0" brushRef="#br0" timeOffset="-148132.66">15160 9799 4607 0,'2'-3'400'0,"0"1"-400"0,0 0 0 0,-1 1 0 16,-1 1 1504-16,1 0 224 0,1-2 32 0,0-1 16 16,2-1 528-16,-1 0 96 0,1 1 32 0,-2 0 0 15,1 1-176-15,-1 2-16 0,-1-2-16 0,0 0 0 16,-1 4-688-16,-1-2-144 0,0 0-32 0,-1 2 0 16,-1-1-640-16,0 0-128 0,-2 2-16 0,0 0-16 0,-2 1-304 15,0-2-64-15,-2 3-16 0,-1 0 0 0,-1 0-176 0,0 2 0 16,-1-1 0-16,0 2 128 15,0-3-128-15,0 2 0 0,0-1 0 0,1 0 0 0,1 0 0 0,2-1 0 16,0 0 0-16,2-3 0 0,2 3 144 0,0 0-144 16,3-3 160-16,-1 3-160 0,3-2 192 0,0 1-64 15,0-2-128-15,3 1 192 0,-4-3-192 0,0 0 0 16,0 0 0-16,0 0 0 0,43 17 0 0,-43-17 0 16,0 0 0-16,45 16 0 0,-45-16 0 0,33 14 0 0,-33-14 0 15,32 17 0-15,-32-17 0 0,0 0 0 0,39 26 0 0,-39-26 0 16,0 0 0-16,30 28 0 15,-30-28 0-15,0 0 0 0,0 0 0 0,0 0-128 0,19 39 128 0,-19-39 0 16,-4 16 0-16,-1-9 0 16,-2 0 0-16,-2 0 0 0,2 0 0 0,-4-1 0 0,-2 0 0 0,0-1 0 15,3-2 0-15,-2-1 0 0,-1-1 0 0,-4 0 0 16,-2-2 0-16,0-2 0 16,0 0 0-16,2-2 0 0,3-2 0 0,0 0 0 0,3-3 0 0,1 1 0 15,3 2 0-15,1-5 0 0,3 2 0 0,0 1 0 16,3-2 0-16,2 2 128 0,1 0-128 0,2 1 0 0,3 0 0 15,1-2 0-15,2 4 0 0,2-3 0 0,1 1 0 16,2-2 0-16,1 1 128 0,2-3-128 0,0 0 128 0,0 2 0 16,0-3-128-16,-1 1 192 0,-1 2-192 0,-2-2 0 15,-1 1 0-15,-3 3 0 16,-2 1 0-16,-1-1 0 0,-1-1 0 0,-2 0 0 0,-1 2 0 0,-2-3 0 16,-4 1 0-16,-3 2 0 0,-3 2 0 0,-3 0 0 15,-2 3 0-15,-4 1 0 0,-1 0 0 0,-1 1 0 16,0 0 0-16,0 1 0 0,1 0 0 0,3-1 0 15,1 2 0-15,3-2 0 16,2 0 0-16,5 3 0 0,2-3-144 0,3 2-16112 16</inkml:trace>
  <inkml:trace contextRef="#ctx0" brushRef="#br0" timeOffset="-147730.68">15495 9780 10127 0,'1'-3'896'0,"0"0"-704"15,-1 3-192-15,0 0 0 0,0 0 1360 0,0 0 240 16,-1-2 64-16,0 2 0 0,0 0 320 16,-1 0 80-16,0 5 16 0,-3 0 0 0,0 2-528 0,0 3-96 15,-2 3-32-15,-1 2 0 0,1 4-608 0,-2-2-128 16,2 4-32-16,0-5 0 0,2 3-464 0,5-19-192 15,-8 33 176-15,8-33-176 0,-2 29 256 0,2-29-64 16,0 0 0-16,0 0 0 0,0 0 0 0,25 35 0 16,-25-35 0-16,0 0 0 0,31-4 96 0,-18-1 16 15,2-2 0-15,0-3 0 0,0 3-48 0,-1-4-16 16,-1 1 0-16,-1-3 0 0,1 0-240 0,-3-1 0 16,0 0 0-16,-3 0 0 0,0 2 0 15,-3 0 0-15,-1 2 0 0,-2-2 0 0,-3 2 0 0,-2 1 0 0,-3 0 0 0,-2 1 0 16,-1 2 0-16,-1-1 0 0,-2 4 0 15,0 1 0-15,0 0 0 0,0 2 0 0,1 2 0 0,0 0 0 16,4-2-208-16,1 3-96 0,0 1-16 0,3 1 0 31,1-3-1472-31,2 1-288 0</inkml:trace>
  <inkml:trace contextRef="#ctx0" brushRef="#br0" timeOffset="-147332.06">15825 9737 16575 0,'1'-3'1472'0,"1"2"-1168"31,0 0-304-31,-1 1 0 0,0 0 1280 0,0 0 208 0,1-2 48 16,0-1 0-16,3-1 0 0,-1 1 0 0,-1 2 0 0,-1 0 0 0,-1 2-640 0,0 0-128 31,-1 1-32-31,-1 3 0 0,-1 1-160 0,0 0-16 0,-2 1-16 0,-2 3 0 0,1 0-336 0,-3 1-64 16,-1 1-16-16,0 2 0 0,0 0-128 0,1-2 0 15,0 2 144-15,1-2-144 0,3 0 368 0,0-3 0 16,4-9 0-16,0 0 0 0,0 0-128 0,0 0-32 0,0 0 0 16,0 0 0-1,28 36-208-15,-28-36 0 0,0 0 0 0,29 2 0 0,-29-2 0 0,0 0 0 0,35 8 0 0,-35-8 0 16,0 0 0-16,33 10 0 0,-33-10-128 16,0 0 128-16,0 0 0 0,0 0 0 0,36 26 0 0,-36-26 0 15,0 0 0-15,0 0 0 0,0 0 0 0,0 0 0 31,0 0 0-31,0 35 0 0,-4-30 0 0,-3-1 0 16,1 1 0-16,-3 0 0 0,0-1 0 0,-1-1 0 16,-2 2 0-16,-1-3 144 0,-1 0-144 0,0-1 128 0,-1 1-128 15,-1 0 0-15,1-1 144 0,0-1-144 0,3 0 0 16,0-1 0-16,1-1 0 0,0-1 0 0,4-1 0 0,0-4-192 16</inkml:trace>
  <inkml:trace contextRef="#ctx0" brushRef="#br0" timeOffset="-147146.11">15819 9748 4607 0,'2'0'400'0,"-1"-2"-400"0,1 2 0 0,0 0 0 0,1 0 2832 0,-1 0 496 16,1 0 80-16,2 0 32 0,-5 0-464 0,21-2-96 16,-5 0 0-16,4-1-16 0,-1-1-928 0,2 1-176 0,-1-2-32 0,1-2-16 15,-1 2-880-15,0-2-160 16,0 3-32-16,-1-1-16 0,-2 2-448 0,-1 1-176 15,-16 2 128-15,25-2-128 16,-25 2-384-16,0 0-176 0,25 0-16 0,-25 0-14816 0</inkml:trace>
  <inkml:trace contextRef="#ctx0" brushRef="#br0" timeOffset="-146924.89">16330 9638 10127 0,'0'2'896'0,"0"-2"-704"16,0-2-192-16,0 2 0 0,0 0 2080 0,0 2 384 16,0-2 80-16,-1 3 16 0,1-3 736 0,0 0 160 15,0 0 16-15,-6 26 16 0,6-26-1632 0,-3 28-320 16,3-28-64-16,-6 38 0 0,6-38-784 0,-11 52-160 16,4-18-16-16,-3 3-16 0,-1 3-224 0,-2-1-32 15,-1 3-16-15,-1 0 0 0,-2 1-224 0,0-4 176 16,1 0-176-16,2-2 160 0,-1-3-160 0</inkml:trace>
  <inkml:trace contextRef="#ctx0" brushRef="#br0" timeOffset="-141178.58">10127 10860 5903 0,'0'-2'528'0,"0"2"-528"15,0 0 0-15,0-1 0 0,0 1 672 0,0-1 32 0,0 1 0 0,0-4 16 0,1 1 368 16,-2 0 64-16,1 1 0 0,0-2 48 15,0 1 0-15,-1 0 0 0,1 1 0 0,0 0 16 0,0-1-240 0,-1 1-48 16,0 0-16-16,1 1 32 16,-1-1-112-16,1 1 0 0,-1 0-16 0,1 1 16 15,-1-2-64-15,1 2 0 0,-1 0-16 0,1-2 32 0,0 1-112 0,0 1-32 16,0 0 0-16,0-2 32 0,1 2-96 0,-1-2 0 16,1 1-16-16,0 1 16 0,0-2-128 0,-1 2-16 0,2-2-16 15,-2 0 32-15,1 1-16 0,0 1 0 16,0-2 0-16,0 2 16 0,0 0-128 0,1-2-16 15,-1 1-16-15,0 1 32 0,1 0-128 0,-1 0 0 16,-1-2-16-16,1 2 16 0,1 0 0 16,-1 0-16-16,1 2 0 0,-1-2 0 0,1 1-32 0,-1 1 0 0,0 0 0 0,1-1 0 15,-2 3-144-15,2-2 192 16,-1 3-192-16,1 0 192 0,0-1-192 0,0 4 0 16,-2-8 144-16,0 0-144 0,0 0 0 0,0 0 128 15,11 38-128-15,-9-31 0 0,-1-2 0 0,-1-5 128 16,0 0-128-16,0 0 0 0,13 49 0 0,-13-49 144 0,6 38-144 15,-6-38 0-15,6 43 0 0,-6-43 0 0,3 42 0 0,-3-42 0 0,1 39 128 0,-1-39-128 32,1 35 0-32,-1-35 0 0,0 28 128 0,0-28-128 0,0 0 0 0,-2 31 0 15,2-24 0-15,-1 1 0 0,-1-4 0 0,1 1 0 0,-1 0 128 0,0-3-128 16,0 1 0-16,-1-1 0 0,1 0 208 0,-1-2-64 16,0 0-16-16,0 0 0 0,0-2-128 0,-1-1 192 15,-1 1-192 1,1 0 192-16,-3-3-192 0,1 2 0 15,-2 0 144-15,2 2-144 0,1-1 0 0,-2-1 0 16,-3 1 0-16,-2-1 128 0,4 0-128 0,-1-1 0 0,-2 0 0 16,-2-1 0-16,2-5 0 0,-1 1 0 0,3 0 0 0,1-1 0 15,0-2 0-15,3-2 0 0,0-3 0 0,2-2 0 16,2-2 0-16,1-3 0 0,0-2 0 0,0 1 0 16,2 1 0-16,0 1 0 0,1-1 0 0,2-1 0 15,1-1 0-15,1 2 0 0,-2 6 0 0,3 1 0 16,-1 0 0-16,0 2 0 0,-1 4 0 0,0 1 0 15,2 1 0-15,0-2 0 0,1 3 0 0,2-1 0 16,-1 2 0-16,1-1 0 0,2 2 0 0,2-2 0 16,1 2 0-16,1-2 0 0,3 2 0 0,1-1 0 15,0 1 0-15,3-1 0 0,0 2 0 0,-3 1 0 16,-2 3 0-16,-19 1 0 0,49-2 0 0,-23 2-128 0,-26 0 128 16,47 0 0-16,-47 0-144 0,38 5 144 0,-38-5 0 0,0 0 0 15,38 9 0-15,-38-9 0 0,0 0 0 0,0 0-176 16,0 0 176-16,0 0-17088 15</inkml:trace>
  <inkml:trace contextRef="#ctx0" brushRef="#br0" timeOffset="-140701.31">10522 10927 13823 0,'-3'0'1216'0,"0"2"-960"15,2-2-256-15,0 0 0 0,1 0 816 16,-1 0 112-16,-1 1 32 0,-1 1 0 0,-1-1 256 0,0 0 64 15,2 1 16-15,3-2 0 0,2 1 112 0,1-1 0 0,2 0 16 0,-6 0 0 16,0 0-224-16,34-3-48 0,-34 3-16 0,31-2 0 16,-31 2-480-16,38-5-80 15,-18 3-32-15,-3 1 0 0,-2-1-400 0,-15 2-144 0,30-2 0 0,-18 0 144 16,-1-1-272-16,-1 1-64 0,-2 1-16 0,-1-1-9536 16,-1 2-1904-16</inkml:trace>
  <inkml:trace contextRef="#ctx0" brushRef="#br0" timeOffset="-140495.93">10516 11046 5519 0,'-6'4'496'0,"2"-2"-496"15,2 1 0-15,1-3 0 0,1 0 1312 0,0 2 160 16,-2-1 48-16,-1 3 0 0,2-1 976 0,2-1 208 16,2 0 48-16,4-2 0 0,-7 0-384 0,0 0-64 15,33-7 0-15,-16 5-16 0,0-3-880 0,3 2-192 0,0-1-16 0,0 0-16 16,-2 0-816-16,-1 0-176 0,0 2-16 0,-2-3-16 31,-1 2-480-31,0 0-112 0,-1 0-16 0,-1 0-14208 16</inkml:trace>
  <inkml:trace contextRef="#ctx0" brushRef="#br0" timeOffset="-139936.8">11174 10729 8287 0,'-7'0'368'0,"2"0"80"0,1 0-448 0,1 0 0 0,2 0 0 0,0 0 0 0,0 0 1200 0,0 1 144 15,-1-1 48-15,0 0 0 0,0 2-80 0,1-2-16 16,2 1 0-16,1 1 0 16,0-2-48-16,2 2-16 0,3-2 0 0,1 0 0 0,-8 0-144 15,0 0-16-15,33 1-16 0,-33-1 0 0,34-1-352 0,-34 1-80 16,43 0-16-16,-43 0 0 0,52 0-208 0,-52 0-32 16,56 3-16-16,-27-3 0 0,-1 0-352 15,4 0 0-15,1-2 0 0,1 1 128 0,-2 1 16 0,3 0 16 16,2 0 0-16,1 1 0 0,1 1 288 0,1-4 64 15,1 1 16-15,1-4 0 0,-1-1-80 0,0 0-32 0,0 2 0 16,2-1 0-16,0 0-48 0,2-2-16 16,-2 0 0-16,-1 0 0 0,-2 0-352 0,0-2 144 0,-2 2-144 0,0-1 0 15,0 1 0-15,-2-1 0 0,-1 2 0 0,-3 0 0 16,0 1 0-16,-6 1 0 0,-1 0 0 0,-25 4 0 16,39-5 0-16,-39 5-144 0,26-2 144 0,-26 2-192 15,0 0-1104-15,0 0-240 0</inkml:trace>
  <inkml:trace contextRef="#ctx0" brushRef="#br0" timeOffset="-138967.95">11215 10764 6447 0,'1'-3'576'0,"0"-2"-576"0,0 4 0 0,-1 0 0 0,0 1 1328 0,1-2 144 16,0-1 48-16,0-2 0 0,0 1 272 0,1-3 48 15,-2 3 16-15,2-1 0 16,-1 2-192-16,-1 2-48 0,1-1 0 0,-1 2 0 16,0 0-304-16,1 2-64 0,-1-1-16 0,0 2 0 15,-1 3-272-15,0 4-64 0,1-1-16 0,-1 5 0 16,0 1-368-16,1 1-64 0,0 3 0 0,0 0-16 16,0-19-240-16,1 43-64 0,-1-43 0 0,4 38 0 15,-4-38-128-15,7 45 128 0,-7-45-128 0,7 45 128 16,-7-45-128-16,6 43 128 0,-6-43-128 0,3 38 128 0,-3-38-128 0,0 35 0 15,-2-18 0-15,0-3 0 0,-1 0 0 16,0-2 0-16,-2 2 0 0,0 2 0 0,-1-3 0 0,1 1 0 16,-2-2 0-16,1-1 0 0,1 1 0 0,0-4 0 15,-1-1 0-15,0 0 128 0,2-3-128 0,-1-1 0 16,1 0 0-16,2-1 0 0,-2-2 208 0,1 0-32 16,-1-3-16-16,2 1 0 0,-1-3 144 0,1 1 16 15,-1-2 16-15,1-2 0 0,1 0-144 0,-1-2-16 16,1 2-16-16,-1-2 0 0,1-2-32 0,0 0-128 15,-1-2 192-15,0 3-64 0,0 0-128 0,0 2 0 0,0-1 0 16,-1 2 128-16,1 0-128 0,-1 3 0 0,1-2 0 16,0 2 0-16,0 3 0 0,0-1 0 0,0 1 0 0,0 0 0 15,0 1 0-15,1 1 0 0,-1 0 128 0,-1 0-128 16,1 0 0-16,0 0 0 0,0 0 144 0,-2 0-144 16,1 0 0-16,-1 3 144 0,0-3-144 0,-1 2 0 15,-1-2 128-15,-1 1-128 0,0 2 0 0,-2-2 0 16,2 1 0-16,-1-1 0 0,-2 1 0 0,2 3 0 15,-1-3 128-15,1 0-128 0,2 3 0 0,-1-2 0 16,0 3 0-16,1 0 0 0,1 0 0 0,1 0 0 0,0 0 0 0,2 1 0 16,1-2 128-16,1 2-128 0,0 0 0 15,0-1 0-15,0-1 0 0,0 1 0 16,1 1-384-16,0 0-16 0,-1 0-16 0,1 1-16144 16</inkml:trace>
  <inkml:trace contextRef="#ctx0" brushRef="#br0" timeOffset="-138241.75">11516 10941 11055 0,'1'-2'976'0,"-1"-1"-784"0,1 1-192 0,-1 2 0 15,0 0 1152-15,0-1 176 0,0 0 32 0,0-4 16 16,0 2 144-16,1-1 16 16,-1 2 16-16,0-1 0 0,0 1-208 0,0 1-32 0,1 1-16 0,-1 0 0 0,0 1-400 0,0 1-64 15,1 3-32-15,-1 0 0 0,1 3-208 0,-1 1-32 32,0-9-16-32,2 30 0 0,-2-30-224 0,2 40-32 0,0-16-16 0,-2 0 0 0,1 0-272 0,0-1 0 15,-1-2 0-15,0 1 0 0,0-1 0 0,0-3 0 16,0-1 0-1,0-2 0-15,0-15 0 0,0 0 0 16,5 31 0-16,-5-31 0 0,0 0 0 0,0 0 0 0,0 0 0 0,0 0 0 0,0 0 0 0,0 0 0 31,0 0 0-31,0 0 0 0,0 0 352 0,0 0 112 16,34-2 32-16,-31-4 0 0,2 0-96 0,0-2-16 0,0 1 0 16,1-2 0-16,0 1-96 0,1-1-32 0,0-2 0 15,0 1 0-15,1-2-48 0,0 0-16 0,3-2 0 0,1-5 0 16,1 0 0-16,-1-5-16 0,1 0 0 0,-3 1 0 15,1-3-176-15,-2 3 160 0,-1 3-160 0,0 2 160 16,-3 3-160-16,0 3 0 0,-1 1 0 0,-1 3 0 16,-2 3-640-1,1 1-48-15,0 3-16 0,-1 1-9984 0,-1 0-2016 0</inkml:trace>
  <inkml:trace contextRef="#ctx0" brushRef="#br0" timeOffset="-137941.21">12006 10898 6447 0,'4'-4'576'0,"-1"1"-576"16,0-1 0-16,-3 1 0 0,1 3 1696 0,-1-1 224 15,1 1 64-15,-1-1 0 0,1-1 208 0,0-1 48 16,0 1 16-16,-2 0 0 0,-2 4-816 0,-1 0-160 15,-2 3-48-15,-1 2 0 0,-2 2-576 0,-1 3-112 0,-2 2-32 0,0 3 0 16,-2 2-160-16,0 3-32 16,-1 1-16-16,2 1 0 0,1 0 160 0,1 1 48 0,2 0 0 0,1 0 0 15,2-1 64-15,1-2 0 0,3 1 16 0,2-4 0 16,0-19-96-16,6 31-32 0,-6-31 0 0,0 0 0 16,27 38-464-16,-27-38 0 0,0 0 0 0,40 24 0 15,-40-24-256-15,0 0-160 16,42 5-32-16,-25-8-9568 0,1-3-1920 0</inkml:trace>
  <inkml:trace contextRef="#ctx0" brushRef="#br0" timeOffset="-137500.17">12160 10948 13823 0,'-3'0'608'0,"2"2"128"0,0-1-592 0,0 1-144 16,1 0 0-16,0-1 0 0,0 1 1840 0,0 0 336 15,0 5 64-15,0-7 0 0,0 0 192 0,0 0 48 16,0 0 0-16,0 0 0 0,34 27-1040 0,-34-27-208 16,27-3-32-16,-11 0-16 0,1-3-800 0,1 0-144 15,0 0-48-15,-1-1 0 0,0 2-192 0,0 0 0 0,-3 0 0 0,-14 5 0 16,27-6 0-16,-27 6 0 0,24-3 0 0,-24 3 0 16,0 0 0-16,25-3 0 0,-19 3-128 0,0-2 128 15,-2 2 0-15,-1-2-160 0,-1 2 160 0,-1-3-128 31,-1 3-528-31,-2-2-112 0,-1-1 0 0,-1 3-16 16,0-2 80-16,-1 2 32 0,0 0 0 0,-1 0 0 0,1 2 304 0,-1-2 64 0,0 3 16 0,1-1 0 16,1 2 288-16,-1-1 0 0,2 0 0 0,-1 2 0 15,0-1 0-15,1 3 192 0,-1 0-16 16,-1 1-16-16,1 1 368 0,-3 1 80 0,1 2 16 0,-3 1 0 16,0 2-48-16,-1 2-16 0,0-1 0 0,-1 1 0 0,-2 2-112 15,0-1 0-15,0-1-16 0,2 0 0 16,0-1-240-16,0-2-32 0,0 3-16 0,2-2 0 0,1-4-144 15,2-1 0-15,0-2 0 0,3-2 0 16,1-3-704-16,0-1-80 0,1-2-16 0,0-3-14352 16</inkml:trace>
  <inkml:trace contextRef="#ctx0" brushRef="#br0" timeOffset="-137315.33">12170 11050 16575 0,'-2'-10'736'0,"0"4"160"0,0 1-720 0,1 2-176 16,1 1 0-16,1 2 0 0,-1 0 1696 0,1 0 304 0,1 0 64 0,0 2 16 15,-2-2-112-15,0 0-32 0,0 0 0 0,26 34 0 16,-26-34-592-16,0 0-128 16,35 45-32-16,-35-45 0 0,30 29-672 0,-30-29-128 0,36 26-16 0,-36-26-16 15,35 23-224-15,-35-23-128 16,0 0 128-16,44 29-128 0,-44-29 0 0,0 0 0 0,40 30 0 0,-40-30-128 31,0 0-1504-31,23 34-288 0</inkml:trace>
  <inkml:trace contextRef="#ctx0" brushRef="#br0" timeOffset="-137095.77">12123 11312 3679 0,'-2'2'320'0,"0"0"-320"16,2 0 0-16,0-2 0 16,0 2 1536-16,0-2 256 0,1 1 32 0,0 1 16 15,-1-2 608-15,0 0 128 0,0 0 32 0,0 0 0 0,0 0-384 0,34 23-80 16,-34-23-16-16,0 0 0 0,33 1-752 0,-33-1-160 15,29-3-16-15,-12-1-16 0,-17 4-688 0,35-8-144 16,-15 4-32-16,0-1 0 16,-2 0-128-16,3-1-48 0,-1 2 0 0,0-2 0 0,-2 1-144 0,-1 0 0 15,-2 0 0-15,-15 5 0 16,27-7-1136-16,-27 7-208 0</inkml:trace>
  <inkml:trace contextRef="#ctx0" brushRef="#br0" timeOffset="-136814.33">12563 10870 20271 0,'1'-2'896'0,"0"0"192"0,0 4-880 0,-1-2-208 15,1 2 0-15,0 1 0 0,1 1 1696 0,-2-4 288 16,0 0 64-16,0 0 16 0,25 52-448 0,-25-52-80 16,23 46-32-16,-23-46 0 0,26 51-352 0,-26-51-64 15,24 48 0-15,-24-48-16 0,22 43-560 0,-22-43-96 16,15 45-32-16,-15-45 0 0,9 42-256 0,-9-42-128 0,-2 44 0 16,-4-21 128-16,-3 1-128 0,-3 1 0 0,-5 1 0 0,-1-2 0 31,-2 0-720-31,-1-3-128 0</inkml:trace>
  <inkml:trace contextRef="#ctx0" brushRef="#br0" timeOffset="-136228.14">12946 10953 11055 0,'-1'-3'976'0,"0"0"-784"15,1 0-192-15,0 1 0 0,0 1 1600 0,0 1 288 0,0-2 48 0,1 2 16 16,0-3 864 0,2 0 192-16,0-1 16 0,3-1 16 15,1 2-1120-15,3 0-240 0,2 0-32 0,1 0-16 16,4 0-736-16,-17 3-128 0,40-3-48 0,-40 3 0 0,45-3-432 0,-45 3-96 15,43 1 0-15,-43-1-16 0,39 4-176 0,-39-4 0 16,0 0 0-16,46 13 0 16,-46-13-416-16,0 0-64 0,0 0-16 0,0 0-15936 0</inkml:trace>
  <inkml:trace contextRef="#ctx0" brushRef="#br0" timeOffset="-136081.27">12942 11076 21183 0,'0'0'944'0,"0"0"192"0,0 0-912 0,0 0-224 16,0 0 0-16,0 0 0 0,37 5 1568 0,-37-5 272 15,33-2 48-15,-33 2 16 0,58-5-256 0,-25 1-48 16,0-1-16-16,-3 0 0 0,-4 2-848 0,-26 3-160 16,42-9-48-16,-42 9-16064 0</inkml:trace>
  <inkml:trace contextRef="#ctx0" brushRef="#br0" timeOffset="-134665.47">13829 10986 6447 0,'2'-7'576'0,"1"0"-576"16,-1 2 0-16,-1 3 0 0,-1 0 864 0,1-1 64 0,1-3 16 0,0-4 0 15,0-1 912-15,0-1 192 0,-2 1 48 0,-2 5 0 16,-1 3-240-16,-3 3-64 0,0 2 0 0,-2 3 0 16,-1 2-448-16,-1 5-112 0,-1 2-16 0,0 3 0 15,-2 1-576-15,2 4-112 0,2 4-16 0,0 0-16 16,0 2-256-16,3-3-48 0,1 1-16 0,3-3 0 16,1-1-176-16,1-22 160 0,6 35-160 0,-6-35 160 15,0 0 0-15,0 0 0 0,36 31 0 0,-36-31 0 16,33-2-160-16,-15-6 0 0,2-1 0 0,-1-3-176 15,1-4 304-15,-1 1 48 0,0-1 16 0,-2-1 0 16,0 0-48-16,-3 1 0 0,-1-3 0 0,-4 2 0 0,-1-1-144 16,-4 1 0-16,-2 0 0 0,-4 4 0 0,-1 2 0 0,-3 0 0 15,-3 1 0-15,-3 3 0 0,-1-3 0 0,-1 2 0 16,-1 0 0-16,5 1 0 0,2 4 0 0,0-1 0 16,-2-1 128-16,-1-1-128 0,-1 1 0 0,3 1 0 15,2 0 0-15,1 2 0 16,3 0-432-16,3 2-64 0,2 0-16 0,2 2-13440 0</inkml:trace>
  <inkml:trace contextRef="#ctx0" brushRef="#br0" timeOffset="-134453.89">14102 11108 6447 0,'2'-3'576'0,"-1"1"-576"0,0 1 0 0,0-1 0 15,0 2 1872-15,0 0 272 0,0 0 48 0,1 0 16 16,-1-2 672-16,2 4 144 0,0 0 32 0,0 3 0 0,-1 1-848 0,-2-6-160 16,0 0-48-16,3 26 0 15,-2-17-1104-15,-1-9-240 0,0 0-32 0,0 0-16 0,7 30-608 0,-5-25 0 16,1 0 0-16,1-3-10240 16,1 0-2080-16</inkml:trace>
  <inkml:trace contextRef="#ctx0" brushRef="#br0" timeOffset="-133665.96">14543 10912 7567 0,'3'-3'320'0,"-2"0"96"16,1 0-416-16,0-1 0 15,-1 3 0-15,0-1 0 0,-1 2 1408 0,1-2 208 0,1-3 48 0,0 0 0 0,-1-2 816 0,-1 0 160 31,1 2 48-31,-1 0 0 0,-1 1-368 0,1 0-64 0,-1 0-16 0,-1 2 16 0,0 0-656 0,-1-2-144 16,1 3-32-16,-1-1 0 0,3 2-528 0,-2 0-128 16,-1 0 0-16,0 0 0 0,-1 0-464 0,1 2-96 15,-1 1-16-15,-1 1 0 0,1-1-192 0,-1 4 0 16,1-3 0-16,0 1 0 0,0 0 0 0,1 0 0 16,0-2 0-16,1 1 0 0,0 0 0 0,-1 1 0 15,1-2 0-15,0 1 0 0,0 1 0 0,0 0 0 16,0-1 0-16,-1 2-128 0,1 0 128 0,-1 0 0 15,2 3 0-15,-2-1 0 0,1 3 0 0,-1-2-128 0,1 1 128 16,0 2 0-16,2-1 0 0,0-11 0 0,0 0 0 0,3 31 0 16,-3-31 0-16,0 0 0 15,0 0 0-15,0 0 0 0,32 38 0 0,-32-38 0 0,0 0 0 0,36 15 0 32,-36-15 0-32,0 0 0 0,39 16 0 0,-39-16 0 15,0 0-128-15,0 0 128 0,44 26 0 0,-44-26 0 0,0 0 0 0,37 34-128 0,-37-34 128 0,0 0 0 16,19 35 0-16,-19-35 0 15,0 0 0-15,-4 35 0 16,-2-24 0-16,-2 0 0 0,-2-1 0 0,-2-1 0 0,-1 0 0 0,-1-1 0 0,-2-1 0 16,-2 0 0-16,0-3 0 0,-1 1 0 0,-1-2 0 0,2-1 0 15,0-2 0-15,2 0 128 16,3-5-128-16,1 0 0 0,3 1 0 0,2-4 0 16,0-1 0-16,3-3 0 0,2-2 192 0,3 0-64 15,2-1-128-15,4-1 192 0,2-1-192 0,1 0 0 16,2 1 0-16,2-2 0 0,0 1 0 0,2 0 0 15,1 0 0-15,0 0 0 0,2 0 0 0,-2 0-128 16,0 2 128-16,0-2 0 0,1 1 0 0,1-4 0 0,-1 2 0 0,-2-1 0 16,-2 2 0-16,-3 1 0 0,-2 1 0 15,-4-1 0-15,-2-1 0 0,-3 3 0 0,-2 0 0 0,-4 0 0 16,-1 4 0-16,-2 0 0 0,-3 4 0 0,-1 1 0 16,-2 4 0-16,-1 1 0 0,0 3 0 0,2 2 0 15,2-1 0-15,0 2 0 0,0 1 0 0,3 2-160 16,2 0-480-16,3-2-112 0,2 1-16 15,2-2-16064-15</inkml:trace>
  <inkml:trace contextRef="#ctx0" brushRef="#br0" timeOffset="-133169.24">15035 10861 27647 0,'2'2'1216'0,"-1"-2"256"0,1 2-1168 15,-1-2-304-15,0 0 0 0,-1-2 0 0,0 2 720 0,0 0 96 16,0-2 16-16,1 1 0 0,0-2-464 0,0 0-96 16,0-3-16-16,1 2 0 0,2-3 608 0,0 0 112 0,1-3 32 15,2 1 0-15,-1-1-336 0,1-1-64 0,0-1-16 0,-1 0 0 16,-3 0-448-16,0 0-144 0,-2-1 0 0,-2 2 0 16,-1-1 0-16,-1 3 0 0,-4 2 0 0,0 0 0 15,-2 3 0-15,-1 3 0 0,-2 1 128 0,-1 3-128 16,-2 4 0-16,0 0 0 15,1 2 0-15,1 3 0 0,0 0 160 0,0 0-160 0,1 2 128 0,0-1-128 16,3 1 0-16,0-1 0 0,1 1 128 0,3 0-128 16,0-1 0-16,2 0 0 0,3-3 0 0,0-10 0 15,0 0 0-15,0 0 0 0,0 0 0 0,0 0 0 0,33 36 0 0,-33-36 0 16,0 0 0-16,31 0 0 0,-18-3 0 0,0-1 0 16,1 1-144-16,1-1 144 0,1-1 0 0,-1 2 0 15,-1 1-128-15,-2 0 128 0,-2-1 0 16,-1 3 0-16,-1 0 0 0,-2 0 0 0,-1 1 0 0,-2 1 0 15,-1 2 0-15,-2 1 0 0,-2 0 0 0,0 4 0 16,-4 3 0-16,0 0 0 16,0 2 0-16,-1-1 0 0,-2 5 0 0,0 2 0 0,-1 1 0 0,1 1 0 15,-1-1 128-15,1 0-128 0,0 1 0 0,0-2 0 16,1 1 128-16,1-3-128 0,1-2 0 0,1 0 144 16,1 1-144-16,1-3 128 0,3-14-128 15,-2 26 0-15,2-26 0 0,0 0 0 16,1 26-512-16,-1-26-96 0,0 0-16 0,0 0-15648 0</inkml:trace>
  <inkml:trace contextRef="#ctx0" brushRef="#br0" timeOffset="-132800.02">15345 10830 13823 0,'1'-3'608'0,"0"-1"128"0,1 3-592 0,0-1-144 0,-2 1 0 0,1 0 0 0,1 1 1264 0,2-2 208 16,2-1 64-16,1-2 0 16,2 3-208-16,3-3-48 0,0 0 0 0,1 1 0 15,1 0-240-15,-1 0-48 0,1 2-16 0,-1 0 0 16,0-2-576-16,-1 3-112 0,1-3-32 0,-13 4 0 16,21-3-96-16,-21 3-32 0,0 0 0 0,0 0 0 15,30 0 16-15,-30 0 0 0,0 0 0 0,0 0 0 0,0 0 400 0,0 0 80 16,0 0 16-16,10 38 0 15,-12-26-96-15,-1-2-16 0,-1 2 0 0,1 2 0 0,-1 2-96 0,-1 3-32 16,0 1 0-16,1 3 0 16,-1 0-16-16,0 2-16 0,1 0 0 0,-2 2 0 0,2 1-112 0,-2 0-32 15,0-2 0-15,0 2 0 16,-1-1-224-16,-1 1 0 0,1-2 128 0,-1-1-128 16,1 3 0-16,-1-4 0 0,2-1 0 0,0-3 0 15,3-2 0-15,-1-3-192 0,4-15 192 0,-4 18-208 16,4-18-1584-16,0 0-304 0,0 0-64 0,0 2-12016 15</inkml:trace>
  <inkml:trace contextRef="#ctx0" brushRef="#br0" timeOffset="-132593.66">15357 11129 13823 0,'-1'-1'608'0,"0"1"128"0,1 0-592 0,0 0-144 0,0 1 0 0,1-1 0 16,0 0 1744-16,0 0 320 0,2 2 64 0,1-2 16 15,3-2 192-15,1 1 32 0,3-3 16 0,2 1 0 16,-13 3-1088-16,32-11-208 0,-14 3-64 0,3 1 0 16,1-4-704-16,0 1-128 0,1-2-48 0,-1 2 0 15,-2 1-144-15,-2 2 0 0,-1 0-160 0,-2 2 160 16,1 0-1088-16,-2 1-128 0,0 1-32 0,-14 3-12640 16</inkml:trace>
  <inkml:trace contextRef="#ctx0" brushRef="#br0" timeOffset="-131931.67">15989 10823 5519 0,'-5'2'240'0,"2"-2"64"0,0 0-304 0,2 0 0 0,0 0 0 0,0 0 0 16,1 0 1120-16,-1 0 160 16,-1 0 48-16,-1-2 0 0,0 2 1008 0,1-1 208 0,2 1 32 0,-1 0 16 15,2-2-160-15,-1 2-48 0,4-1 0 0,0 0 0 0,1-1-976 16,2 0-208-16,0 1-48 0,2-3 0 0,0 3-496 0,0-1-96 15,3 2-32-15,1-2 0 0,-13 2-64 0,28 2-16 16,-28-2 0-16,0 0 0 0,36 7-192 0,-36-7-64 16,0 0 0-16,36 14 0 15,-36-14-192-15,0 0 0 0,0 0 0 0,0 0 0 0,31 29 0 0,-30-24 0 32,-1 2 0-32,-2 0 0 0,-2 1 0 0,-2-2 0 0,0 1 0 0,-2 0 0 15,-2 2 0-15,-1-1 0 0,-1-1 0 0,-1 0 0 0,0 1 0 0,-1 1 0 16,0-1 0-1,0-2 0-15,0 1 0 0,1-2 0 0,2 2 0 0,2-3 0 16,0 1 0-16,5 0 0 0,0-3 0 0,1 3 0 16,1-2 240-16,2-1-48 0,1-1-16 0,2-1 0 0,2 0-48 0,-5 0-128 0,0 0 192 0,0 0-64 31,33-1-128-31,-33 1 192 0,26-2-192 0,-26 2 192 16,28 0-16-16,-28 0 0 0,29 0 0 0,-29 0 0 0,30 4-176 0,-30-4 0 0,0 0 0 15,44 12 128 1,-44-12-128-16,0 0 0 0,37 22 144 0,-37-22-144 15,0 0 224-15,0 0-32 0,38 30 0 0,-38-30 0 16,0 0 0-16,0 0-16 0,0 0 0 0,21 38 0 0,-21-38-176 16,-5 14 192-16,-3-4-192 0,-3 0 192 0,-3-1-192 0,-3 1 192 15,-4 3-192-15,3-1 192 0,0-2-192 16,-3 2 0-16,-7 4 0 0,-5 1 128 0,3 0-128 0,3-3 0 16,6-4 0-16,4-3 0 0,6 0 0 0,3-7 0 15,6 0 0-15,2-5 0 0,2-1-256 16,6-5-96-16</inkml:trace>
  <inkml:trace contextRef="#ctx0" brushRef="#br0" timeOffset="-131786.35">16490 11221 25791 0,'0'0'2304'0,"0"0"-1856"0,0 0-448 0,0 0 0 15,0 0 784-15,0 0 64 0,0 0 16 0,0 0 0 31,10 40-1472-31,-10-40-288 0,0 0-64 0,-7 17-16 0</inkml:trace>
</inkml:ink>
</file>

<file path=ppt/ink/ink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9:06:12.035"/>
    </inkml:context>
    <inkml:brush xml:id="br0">
      <inkml:brushProperty name="width" value="0.05292" units="cm"/>
      <inkml:brushProperty name="height" value="0.05292" units="cm"/>
    </inkml:brush>
    <inkml:context xml:id="ctx1">
      <inkml:inkSource xml:id="inkSrc150">
        <inkml:traceFormat>
          <inkml:channel name="X" type="integer" max="27388" units="cm"/>
          <inkml:channel name="Y" type="integer" max="18258" units="cm"/>
          <inkml:channel name="T" type="integer" max="2.14748E9" units="dev"/>
        </inkml:traceFormat>
        <inkml:channelProperties>
          <inkml:channelProperty channel="X" name="resolution" value="1000.29218" units="1/cm"/>
          <inkml:channelProperty channel="Y" name="resolution" value="1000.43835" units="1/cm"/>
          <inkml:channelProperty channel="T" name="resolution" value="1" units="1/dev"/>
        </inkml:channelProperties>
      </inkml:inkSource>
      <inkml:timestamp xml:id="ts1" timeString="2023-10-03T09:09:27.965"/>
    </inkml:context>
  </inkml:definitions>
  <inkml:trace contextRef="#ctx0" brushRef="#br0">4611 6655 3679 0,'-3'2'320'0,"1"-2"-320"16,2 2 0-16,-1-2 0 0,1 0 1008 0,-1 1 128 16,-1 1 16-16,-1 0 16 0,-1 0 368 0,0 1 64 15,0 2 0-15,2-3 16 0,0 0-144 0,1 0-48 16,1-2 0-16,1 1 0 0,1-1-384 0,1 0-80 16,1 0 0-16,0 0-16 0,3-1-112 0,1-1 0 0,1 0-16 0,3-3 0 15,0 2-16-15,0-1 0 0,1-1 0 0,2 0 0 16,2-2-272-16,1 2-48 0,1-1-16 0,0 1 0 15,0 0 768-15,-1 0 160 0,-18 5 16 0,32-5 16 16,-32 5-1088-16,29-3-208 0,-29 3-128 0,0 0 128 16,0 0-128-16,42 1 0 0,-35 1 0 0,-1-2 0 15,-2 1-784 1,-1 1-240-16,-2 0-32 0,-1-1-16 0,-1 1-128 16,-3 0-16-16,0 1-16 0,-3 1-7296 15,2-1-1456-15</inkml:trace>
  <inkml:trace contextRef="#ctx0" brushRef="#br0" timeOffset="395.05">4744 6671 2751 0,'-1'-3'256'0,"1"3"-256"16,0 0 0-16,-1 0 0 0,1 0 1456 0,0-2 240 16,-1 2 48-16,0-2 16 0,0 0 144 0,-1 0 16 15,1 1 16-15,-1-1 0 0,1 4-240 0,-1-2-48 16,0 3-16-16,0 1 0 15,0 1-608-15,-1 1-112 0,1 2-16 0,-2 0-16 0,1 2-448 16,-2 1-96-16,2-1-16 0,-2 2 0 0,1-1-192 0,0 1-128 0,-1 3 160 0,-1 3-160 16,0 1 128-16,0 2-128 15,-1 3 0-15,1 2 0 0,-2 3 144 0,1 1-144 16,-1-1 128-16,1-3-128 0,1-2 0 0,1-3 0 0,1 0 0 0,2-4 0 16,1-3 0-16,2-4 0 0,2 1 0 15,1-3 0-15,-1-2 0 0,4-3 0 0,0-1 0 0,4-2 0 16,0-2 256-16,2-1 32 0,1-1 0 0,0-3 0 15,0 1 1280-15,0 0 256 0,0 0 48 16,2 0 16-16,0-1-1888 0,0 2-512 16,0-2-48-16,-1 2 0 0,-1 1 560 0,-1 1 176 0,-2 1 0 0,-2-2 0 0,1 3-176 0,-4-1 0 31,1 2 0-31,-4 0 0 0,0-2-208 0,-2 2-32 0,-2 0 0 0,-1 0 0 16,-2 2-1440-16,-2-2-304 0,-1-3-48 0,0 3-10304 15</inkml:trace>
  <inkml:trace contextRef="#ctx0" brushRef="#br0" timeOffset="599.99">4656 6936 9087 0,'-6'0'192'0,"3"-2"64"0,1 2 0 0,1-1 0 0,0 1-256 0,1-1 0 0,0 1 0 0,0-2 0 16,1 0 2368-16,-1-1 416 0,4 0 96 0,2-1 0 15,0-1-640-15,4-1-128 16,0 1-16-16,2 1-16 0,1-2-672 0,1 1-128 0,1 0-16 0,-15 5-16 15,31-7-672-15,-31 7-128 0,31-3-16 0,-31 3-16 16,0 0-416-16,42 0 0 0,-42 0 0 0,0 0 0 16,39 0-1088-16,-39 0-288 0</inkml:trace>
  <inkml:trace contextRef="#ctx0" brushRef="#br0" timeOffset="914.39">5178 6654 4607 0,'0'-2'400'0,"-1"0"-400"15,1 3 0-15,-1 0 0 0,0-1 1600 0,0 0 224 16,-1 0 48-16,-1 0 16 0,1 0 16 0,-3 2 0 0,-1 1 0 0,2-1 0 15,-2 3-432-15,1 0-64 0,0 2-32 0,0 0 0 16,1 5-208-16,-3 2-32 0,1 3-16 0,-2 4 0 16,2 2 704-16,0 1 144 0,0 3 16 0,1 3 16 15,2 1-1344-15,1-2-272 0,1 1-48 0,2-6-16 32,-1-24-1008-32,8 38-208 0,-8-38-32 0,0 0-16 0,0 0 1456 0,37 36 272 0,-37-36 64 0,0 0 16 15,37-1-2448-15,-24-3-480 0,2-6-112 16,0-1-11328-16</inkml:trace>
  <inkml:trace contextRef="#ctx0" brushRef="#br0" timeOffset="1361.55">5330 6710 13823 0,'-1'2'608'0,"0"0"128"0,1-2-592 0,-1 0-144 16,1 1 0-16,0-1 0 0,0 1 1472 0,0-1 256 15,1 2 48-15,0-1 16 0,2 1 48 0,0-2 16 16,2 2 0-16,2-2 0 0,1-2-800 0,1 2-160 16,1-2-16-16,1 1-16 0,2-1-288 0,0 0-48 15,0 2-16-15,-1-2 0 0,-12 2-128 0,0 0-48 16,44-2 0-16,-44 2 0 0,0 0-336 0,38-1 144 0,-38 1-144 0,0 0 0 16,32-2 0-16,-24 1 0 0,0 1 0 15,0-2 0-15,-2 2 0 0,0 0 0 0,-1 0 0 16,-1-1-144-16,0 1-128 0,-2 0-32 0,-1-1 0 0,0-1 0 31,-1 0-992-31,0 1-208 0,-1-1-32 0,0-1-16 16,-1 1 464-16,0 0 80 0,0-1 32 0,-1 3 0 0,1-2 656 0,1 2 128 0,-3 0 16 0,1-2 16 15,-1 2 288-15,2 0 48 0,-2 2 16 0,1-2 0 16,-1 2 272-16,2 1 64 0,-2-1 16 0,1 0 0 16,0 3 80-16,1 0 16 0,-2-1 0 0,0 2 0 0,0 0 80 15,0 2 32-15,-1 1 0 0,0 3 0 0,-2-2-32 0,0 3 0 16,-1 2 0-16,-2 2 0 0,2 1-336 0,-3 0-64 15,-1 2 0-15,0 0-16 0,1 0-304 0,1-2 160 16,2 0-160-16,1-1 128 0,2-3-128 0,1-2 0 0,2-3 0 16,1-3 0-1,1-1-1168-15,1-2-176 0,1-3-16 0,1-3-12240 0</inkml:trace>
  <inkml:trace contextRef="#ctx0" brushRef="#br0" timeOffset="1599.66">5351 6764 13823 0,'-1'-2'608'0,"0"1"128"0,1 1-592 0,-1 0-144 0,1 0 0 0,0 1 0 15,1 1 1488-15,0 0 272 0,1 0 48 0,1 3 16 16,1 2 208-16,-4-7 32 0,0 0 16 0,0 0 0 0,34 45-560 0,-34-45-112 16,0 0-32-16,41 44 0 0,-41-44-448 0,29 32-96 31,-29-32 0-31,31 31-16 0,-31-31-480 0,0 0-80 0,39 42-32 0,-39-42 0 0,0 0-224 0,30 35 0 15,-30-35 0-15,0 0-160 16,0 0-768-16,35 25-160 0,-35-25-16 0,0 0-16 16,0 0-1504-16,0 0-288 0</inkml:trace>
  <inkml:trace contextRef="#ctx0" brushRef="#br0" timeOffset="1837.9">5338 7061 4607 0,'-3'0'400'0,"2"0"-400"0,0 0 0 0,0 1 0 16,1-1 1248-16,-1 0 160 0,-1 2 48 0,-1-2 0 16,-1 3 320-16,0-2 64 0,0 3 16 0,2-2 0 15,1 0-576-15,1 1-96 0,2 0-32 0,1 1 0 0,3-2 0 0,1 0-16 16,-7-2 0-16,0 0 0 0,0 0 80 0,47 1 32 15,-47-1 0-15,0 0 0 0,40-7-288 0,-22 2-48 16,1 0-16-16,1 1 0 0,-20 4-528 0,38-6-112 16,-38 6-32-16,34-3 0 0,-34 3-224 0,0 0 0 15,46 3 0-15,-46-3 0 16,0 0-1312-16,44 5-160 0</inkml:trace>
  <inkml:trace contextRef="#ctx0" brushRef="#br0" timeOffset="2298.03">5843 6647 4607 0,'1'-5'400'0,"0"1"-400"15,-1 2 0-15,1 0 0 0,-1 4 1200 0,1-2 144 16,1-3 48-16,2-2 0 0,0 3 720 0,1 0 160 15,2 4 32-15,-7-2 0 0,0 0-448 0,0 0-64 16,30 39-32-16,-30-39 0 0,0 0-624 0,30 51-128 16,-30-51-32-16,23 41 0 0,-23-41-560 0,0 0-112 0,30 52-32 15,-30-52 0-15,0 0-272 0,28 49 0 0,-28-49 0 0,0 0 0 16,18 38 0-16,-18-38 0 16,0 0 0-16,4 34 0 0,-7-22 0 0,-2 2 0 0,-2-2 0 0,-1 0 0 15,-1-1-176-15,-2-2-80 0,-1 1-32 0,-2 0-12192 16</inkml:trace>
  <inkml:trace contextRef="#ctx0" brushRef="#br0" timeOffset="2705.4">6194 6768 2751 0,'-2'0'256'0,"0"0"-256"0,2 0 0 0,0 0 0 16,0 0 1168-16,0-1 192 0,0 1 48 0,1-1 0 16,0-1 1024-16,2-1 192 15,2-1 64-15,2 0 0 0,2 0-656 0,2-3-128 0,1 1-32 0,3 0 0 16,0 2-512-16,2-1-96 0,2 0-32 0,-2 1 0 15,-17 4-512-15,38-3-96 0,-38 3-32 0,35 1 0 16,-35-1-432-16,0 0-160 0,45 9 0 0,-45-9 144 16,0 0-720-16,0 0-160 0,41 16-32 0,-37-13-12224 15</inkml:trace>
  <inkml:trace contextRef="#ctx0" brushRef="#br0" timeOffset="2895.94">6302 6834 12895 0,'1'0'576'0,"0"0"112"0,0 0-560 0,1-2-128 0,0 2 0 0,0 0 0 0,1-1 2128 0,2 0 400 15,4-1 80-15,3-1 16 0,5-1-256 0,3 0-32 16,0 0-16-16,1-1 0 0,-1 1-1424 0,-1 2-304 16,-19 2-48-16,31-3-16 15,-31 3-1136-15,0 0-224 0</inkml:trace>
  <inkml:trace contextRef="#ctx0" brushRef="#br0" timeOffset="5210.79">7066 6256 2751 0,'-2'-1'256'0,"1"0"-256"0,0-1 0 0,0 2 0 0,1 0 752 16,-1 0 96-1,-1-2 32-15,-1-1 0 0,-2 2 16 0,-1-2 16 16,0 2 0-16,0-1 0 0,-1 2-16 0,2 2 0 15,0 0 0-15,-1 0 0 0,1 2-128 0,0 1-16 16,1 1-16-16,0-1 0 0,0-1-32 0,0 4-16 16,2-2 0-16,-2 3 0 0,1 2-64 0,0-2-16 15,1 0 0-15,0 1 0 0,-1 2-224 0,1 0-32 16,-1 2-16-16,1-2 0 0,1 0-48 0,-2 2-16 0,1 2 0 0,-1 2 0 16,2 2 16-16,-1 2 0 0,1 0 0 0,-1 3 0 15,1-1 32-15,-1 0 0 0,1 1 0 0,0-3 0 16,0-3-48-16,0 0 0 0,1-2 0 0,0 2 0 15,0-3-80-15,1 0 0 0,0 1-16 0,0 0 0 16,-1-17-48-16,6 36-128 0,-6-36 192 0,7 40-64 16,-7-40 0-16,8 43 0 0,-4-18 0 0,0-1 0 15,-4-24 48-15,7 48 0 0,-4-27 0 0,-1 0 0 16,-2-21-16-16,3 40 0 0,-2-20 0 0,-2-4 0 0,1-1 48 0,-1 1 16 16,-1-2 0-16,-2-2 0 15,0 2-32-15,0-4-16 0,-2-1 0 0,-1 1 0 0,-2-1 256 0,0 1 48 16,-1-2 16-16,-1 0 0 0,-1-3-304 0,-1 2-64 15,-1-2-128-15,-1-3 192 16,0 3-976-16,0-4-208 0,0 1-32 0,2 0-11920 16</inkml:trace>
  <inkml:trace contextRef="#ctx0" brushRef="#br0" timeOffset="6646.01">7156 7228 1839 0,'0'0'160'16,"-1"-1"-160"-16,1 1 0 0,0 0 0 16,0 0 848-16,-1-1 144 0,1 1 32 0,0 0 0 15,-1 0 656-15,1 0 144 0,-1 0 32 0,-1 0 0 0,1 0-224 0,1 1-32 16,-2 0-16-16,1-1 0 0,-1 2-352 0,1-1-64 0,-1 1-16 0,1 0 0 15,-1-1-64-15,0 1 0 0,1-1-16 0,-1 0 0 16,0 2-240-16,0 1-64 0,-1-1 0 0,0 1 0 16,2 1-256-16,-1 0-64 0,-1-1-16 0,0 2 0 15,2 0-160-15,-1 2-16 0,1-2-16 16,-1 2 0-16,1-1 16 0,0 1 0 0,1-1 0 0,0 1 0 0,1-2-112 0,0-2-16 16,1 3 0-16,0-4 0 0,1 0-128 0,1 0 128 15,0-3-128-15,2 1 128 0,1-2-128 0,0-1 192 16,0 0-192-16,2-3 192 0,0 0 0 15,0-1 16-15,1-2 0 0,-1-2 0 16,0 1-208-16,-1-2 176 0,1 1-176 0,-2-2 160 0,-1 2-160 0,-2 1 0 16,1-2 0-16,-1 1 0 0,-1-1-160 0,-2 0 160 15,0 2 0 1,-3 0-144-16,0 1 144 0,-3 2 0 0,-2 1 0 0,-3 2 0 0,1 1 0 0,-3 2-128 16,-1 0 128-16,0 0-128 15,1 0-1408-15,1 0-288 0</inkml:trace>
  <inkml:trace contextRef="#ctx0" brushRef="#br0" timeOffset="7407.27">7248 6123 7359 0,'-2'1'656'0,"0"-1"-528"15,1-1-128-15,0 1 0 0,1 0 1104 0,-1-1 192 16,-1 0 48-16,0 1 0 0,-2-2 304 0,0 1 64 16,0-1 16-16,2 0 0 0,0 2-224 0,0-2-32 15,1 0-16-15,0 2 0 0,1-1-256 0,1 1-48 16,0 1-16-16,1-1 0 0,0 0-352 0,1 2-64 15,3-2-16-15,0 2 0 0,1-2-48 0,-1 0-16 16,1 0 0-16,0 0 0 0,3 0-80 0,0 0-32 16,0 0 0-16,1 0 0 0,-1 0-192 0,0 1-32 15,-10-1-16-15,0 0 0 0,0 0-144 0,0 0-16 16,0 0-128-16,40 23 192 0,-39-17-192 0,-2 2 0 0,-1-1 0 16,-4 2 0-16,0 2 0 0,-4 0 0 0,-1 1 0 0,-2 0 0 15,0-1 0-15,-2 1 0 0,1-2-128 0,-1 1 128 16,1-1-288-16,0 0 48 0,2-4 16 0,1 2 0 15,1-3 224-15,0 2-192 0,3-3 192 0,1 1-192 0,3-2 192 16,2-1 0-16,1-1 0 0,1 0-144 0,3-1 144 16,3-2 0-16,1 0 0 0,3-3 0 15,3 0 448-15,1-2 64 0,2 0 0 0,0-1 16 0,-2 0-80 0,2 0 0 16,1 1-16-16,0 0 0 0,0 2-256 0,-18 5-48 16,31-3-128-16,-31 3 192 0,0 0-192 0,0 0 0 15,46 10 0-15,-46-10-17024 16</inkml:trace>
  <inkml:trace contextRef="#ctx0" brushRef="#br0" timeOffset="27210.14">7646 6624 11055 0,'-1'2'976'0,"1"-2"-784"0,0 0-192 0,0 0 0 0,0 2 768 0,0-2 96 0,0 0 32 0,0 3 0 31,0-3 336-31,0 2 80 0,1-4 16 0,0 2 0 0,1-2 80 0,1 1 0 0,0-1 16 0,1 0 0 16,-1-1-64-16,2 1-16 15,0-3 0-15,1 3 0 0,0 0-272 0,0-1-64 0,0 1-16 0,0 1 0 16,-6 1-448-16,0 0-96 16,0 0 0-16,0 0-16 0,40 3-240 0,-40-3-64 0,0 0 0 0,0 0 0 15,0 0-128-15,40 19 0 0,-40-19 0 0,0 0 0 16,27 33 0-16,-27-33 128 0,18 31-128 0,-18-31 0 0,22 34 192 16,-22-34-32-16,19 33-16 0,-19-33 0 0,20 31-144 0,-20-31 0 15,0 0 144-15,27 30-144 0,-27-30-144 0,0 0-112 16,0 0 0-16,0 0-16 15,0 0-1136-15,43 7-240 0,-36-14-32 0,-2 2-11952 16</inkml:trace>
  <inkml:trace contextRef="#ctx0" brushRef="#br0" timeOffset="27403.94">7974 6548 5519 0,'-2'0'496'0,"0"-2"-496"0,0 4 0 0,1-2 0 15,0 0 1344-15,-2 1 160 0,-2 0 32 0,-4 2 16 16,-3 4 640-16,-4 2 128 0,-1 0 32 0,-1 4 0 16,0 3-496-16,0-2-112 0,0 4-16 0,-1 0 0 15,-2 3-656-15,1 1-144 0,-1-1-32 0,3 2 0 0,0-3-496 0,1 1-96 16,4-4-32-16,0-1 0 0,2 0-464 0,2-4-80 16,2 0-32-16,0-1-12736 15</inkml:trace>
  <inkml:trace contextRef="#ctx0" brushRef="#br0" timeOffset="28843.22">8506 6395 911 0,'2'-1'0'0,"-1"-2"0"0,0 1 0 0,-1-1 0 15,0 3 672-15,0-2 48 0,1 2 16 0,-1-1 0 0,2 0 608 0,-2-3 112 16,1 0 16-16,-1 2 16 0,0 0-144 0,0 0-48 16,0 0 0-16,0 1 0 0,0-1-336 0,-1 0-64 15,1 1 0-15,-1-1-16 0,1 2-128 0,-1-2-32 16,0 2 0-16,-1-3 0 0,0 3-16 0,0-2 0 16,1-1 0-16,-2 1 0 0,-1 1-48 0,0 0-16 15,0 1 0-15,0-2 0 0,-1 2 80 0,1 0 16 16,0 2 0-16,0-2 0 0,2 2-144 0,-2 3-16 15,1 0-16-15,-1 0 0 0,2 4-176 0,-2 1-48 0,1 2 0 0,0 2 0 16,1 2 0-16,1 3 0 16,1 3 0-16,0 1 0 0,2 2-144 0,0 0-48 0,1 1 0 0,0 0 0 15,0-1-144-15,1 0 160 0,0-1-160 0,-1 0 160 16,-1-3-160-16,2 2 0 0,0 0 0 0,-1-1 0 16,0-2 0-16,0-1 0 0,0 1 0 0,-1-3 0 15,0 0 0-15,-1-4 0 0,-1 0 0 16,0-1 0-16,-2-3 0 0,-1-1 0 0,-1 1 0 0,0-4 0 15,-3 0-448-15,1-2 48 0,-2-2 0 0,-1-1 0 16,1-1-448-16,-2 0-96 0,0-4-16 0,-2-2 0 16,1-2-240-16,0-1-48 0,1 1-16 0,-1-5-9488 15</inkml:trace>
  <inkml:trace contextRef="#ctx0" brushRef="#br0" timeOffset="29016.57">8305 6698 6447 0,'1'-5'272'0,"-1"2"80"0,1 1-352 0,-1-1 0 15,1 3 0-15,0-2 0 0,0 0 896 0,0-1 96 16,2-1 32-16,2-2 0 0,1 0 576 0,3 1 128 16,1 0 32-16,-10 5 0 0,24-7 112 0,-24 7 32 15,0 0 0-15,46-6 0 16,-46 6-224-16,0 0-32 0,50 0-16 0,-50 0 0 0,0 0-1056 0,41 3-192 0,-41-3-64 0,0 0 0 31,0 0-1344-31,50 8-288 0,-50-8-48 0,0 0-6816 0,0 0-1360 0</inkml:trace>
  <inkml:trace contextRef="#ctx0" brushRef="#br0" timeOffset="29239.37">8770 6491 5519 0,'-1'0'496'0,"0"2"-496"0,1-2 0 15,-1 0 0-15,0 0 992 0,0 1 96 0,-1 1 32 0,-1 0 0 0,-1 2 736 0,-2 2 160 16,1 0 32-16,-1 0 0 0,0 3-304 0,1 0-48 15,1 3-16-15,0 2 0 0,1 3-128 0,1 2-16 16,1 0-16-16,1 1 0 0,1-2-640 0,-1-18-128 16,7 33-32-16,-7-33 0 0,11 28-560 0,-11-28-160 15,0 0 0-15,22 32 0 16,-22-32-1520-16,0 0-368 0,0 0-80 0,0 0-9872 0</inkml:trace>
  <inkml:trace contextRef="#ctx0" brushRef="#br0" timeOffset="29465.87">8885 6541 11967 0,'-1'-1'528'0,"0"1"112"0,1 1-512 0,0 1-128 0,0-2 0 0,0 3 0 0,1 0 1552 0,1 3 288 16,-2-6 48-16,0 0 16 0,13 36 208 0,-13-36 64 15,13 35 0-15,-13-35 0 0,16 33-928 0,-16-33-176 16,18 29-48-16,-18-29 0 0,0 0-608 0,30 36-128 15,-30-36-32-15,0 0 0 0,33 30-256 0,-33-30-272 16,0 0 48-16,0 0 16 16,40 24-1120-16,-40-24-208 0,0 0-64 0,0 0-6480 15,31-7-1312-15</inkml:trace>
  <inkml:trace contextRef="#ctx0" brushRef="#br0" timeOffset="29645.88">9079 6548 9215 0,'-2'4'400'0,"-1"1"96"0,1 0-496 0,0-2 0 0,1 2 0 0,-1-1 0 16,0 1 1648-16,-1 4 224 0,-3 7 48 0,-1 4 16 16,-2 3-352-16,-1-2-80 0,0 1-16 15,1-3 0-15,-1-2-352 0,0-2-80 0,0-2-16 0,1-1 0 16,0-4-624-16,1 0-128 0,0 0-32 0,1-4 0 16,2-2-832-16,-1 1-192 0,2-3-16 0,1-3-10064 15</inkml:trace>
  <inkml:trace contextRef="#ctx0" brushRef="#br0" timeOffset="29863.87">9182 6470 10127 0,'5'0'896'0,"-1"0"-704"0,0 3-192 0,0 0 0 16,-1-2 1824-16,-1 2 336 0,0 1 64 0,-2-4 16 15,0 0-320-15,0 0-48 16,41 47-16-16,-41-47 0 0,30 36-1344 0,-30-36-288 0,25 38-48 0,-25-38-16 15,22 37 288-15,-22-37 64 0,17 34 16 0,-17-34 0 16,9 30 128-16,-9-30 32 0,2 34 0 0,-5-20 0 16,0-1-48-16,-3 0-16 0,-2 1 0 0,-3 0 0 15,-1-1-480-15,-1-2-144 16,-2 0 0-16,-2-3-14208 0</inkml:trace>
  <inkml:trace contextRef="#ctx0" brushRef="#br0" timeOffset="37121.78">9707 6662 11055 0,'1'-2'976'0,"0"-1"-784"15,-1 1-192-15,-1 1 0 0,1 1 272 0,-1-4 16 16,0-1 0-16,0 0 0 0,-1-4 816 0,-3-1 176 16,1 2 16-16,0-1 16 0,-1 3 368 0,-1-1 80 15,1 3 16-15,-2 0 0 0,3 0-432 0,-2 1-64 16,1 2-32-16,-1 1 0 0,1 0-272 0,1 3-48 15,-1 0-16-15,0 3 0 0,1 0-480 0,-1 3-112 16,0 1 0-16,-1 0-16 0,0 1-304 0,0 1 0 16,0 0 128-16,2-1-128 0,-2-1 0 0,2 2 0 15,-1 0 0-15,2 0 0 0,0-3 0 0,1 1 0 0,1 1 0 16,0-1 0-16,1 0 176 0,1-1 16 0,0 0 16 0,-1-9 0 16,0 0 160-16,0 0 16 0,0 0 16 0,0 0 0 15,26 38-224-15,-20-37-48 0,1-1-128 0,1-3 192 16,0-2-192-16,2-3 0 0,1-3 0 0,0-3 0 15,2-2-304-15,-1-6 0 0,2 1 0 0,-1-2 0 32,-1 1-448-32,0-2-80 0,0 0-32 0,-1 1 0 0,-1 1-560 15,0-3-112-15,-3-1-32 0,-1 0 0 0,0 1 224 0,-1 2 32 16,-2 0 16-16,-1 0 0 0,0 3 864 0,-1 0 176 0,-1 4 48 0,-1-1 0 16,0 5 1072-16,0 3 224 0,-1 1 32 0,0 4 16 15,-2-1 208-15,0 5 64 0,0 0 0 0,0 1 0 16,0 3-112-16,-1 0-16 0,1 2 0 0,0 0 0 0,0 2-464 0,1 1-112 15,-1 3 0-15,1 3-16 0,1 2-160 0,0 3-16 16,2 6-16-16,0 4 0 0,0 2-160 0,1 1-16 16,0 3-16-16,0-3 0 0,1 0-112 15,0-5-32-15,-2-28 0 0,7 53 0 0,-7-53-160 0,11 37 0 16,-11-37 0-16,0 0 128 0,0 0-320 0,28 34-80 16,-28-34-16-16,0 0-11152 15,27-4-2224-15</inkml:trace>
  <inkml:trace contextRef="#ctx0" brushRef="#br0" timeOffset="37365.19">9973 6450 13823 0,'-1'0'608'0,"0"0"128"0,0 0-592 0,0 1-144 16,1 1 0-16,0 0 0 0,0-1 1664 0,1 3 320 0,1 3 48 0,-2-7 16 15,0 0 224-15,12 36 48 0,-12-36 16 0,0 0 0 16,22 50-800-16,-22-50-144 0,20 42-48 0,-20-42 0 15,23 41-448-15,-23-41-112 0,25 38-16 0,-25-38 0 16,27 35-256-16,-27-35-64 0,28 33-16 0,-28-33 0 0,0 0-432 0,38 36 0 0,-38-36 0 16,0 0 0-1,0 0-1664-15,39 12-272 0</inkml:trace>
  <inkml:trace contextRef="#ctx0" brushRef="#br0" timeOffset="37507.78">10226 6463 9215 0,'-8'2'816'0,"3"-2"-656"0,0 3-160 0,2-1 0 0,0 0 1584 0,-1 2 272 0,-2 1 64 0,-1 2 16 16,-6 5 464-16,-4 7 96 15,-4 2 0-15,-1 4 16 0,0 1-752 0,1 0-160 0,1-1-16 0,0 1-16 0,1-2-480 0,2 0-112 32,3-5-16-32,2-1 0 0,1-3-752 0,2 0-208 15,1-1 0-15,3-3-15216 16</inkml:trace>
  <inkml:trace contextRef="#ctx0" brushRef="#br0" timeOffset="38067.66">10417 6555 10127 0,'-2'0'896'0,"1"0"-704"15,1 0-192-15,0 0 0 0,1 0 1312 0,0-2 224 16,0 1 64-16,1-1 0 0,3 0 368 0,3-2 80 16,2 1 0-16,1 2 16 0,2-2-464 0,1 2-80 15,2-1-32-15,0 0 0 0,-16 2-400 0,34 0-96 16,-34 0-16-16,32 2 0 0,-32-2-720 0,33 3-128 15,-33-3-128-15,0 0 144 16,43 6-1232-16,-43-6-240 0,0 0-48 0,38 0-11680 0</inkml:trace>
  <inkml:trace contextRef="#ctx0" brushRef="#br0" timeOffset="38245.47">10503 6654 12895 0,'0'-2'1152'0,"2"2"-928"0,1 0-224 0,-2 0 0 16,1 0 1760-16,2-1 304 0,2 0 64 0,4-1 16 16,4 1 224-16,4-4 64 0,4 3 0 0,-1-2 0 15,1 1-1088-15,-1 1-224 0,-2-1-32 0,-1 3-16 0,-2-2-1072 0,0 2 0 16,1-2-128-16,0-1-14512 16</inkml:trace>
  <inkml:trace contextRef="#ctx0" brushRef="#br0" timeOffset="39000.55">11384 6124 9215 0,'0'-6'816'0,"0"2"-656"16,1 0-160-16,-1 3 0 0,0 1 560 0,0-2 80 16,-1-3 0-16,0-2 16 0,0-2 848 0,-2 0 160 15,0 1 48-15,-3 2 0 0,0 2 80 0,-2 0 0 16,1 1 16-16,-2 3 0 0,0 0-272 0,-2 2-64 15,1-1-16-15,0 3 0 0,0-1-304 0,1 2-64 0,0 2-16 0,0-1 0 16,-1 2-400-16,0 4-80 0,0 0-16 0,0 2 0 16,0 4-304-16,3 4-64 0,0 4-16 0,1 2 0 15,1-1 0-15,3 6-16 0,0 0 0 0,1 2 0 16,2-3-48-16,1 3-128 0,3 0 192 0,1 0-64 16,2-1-128-16,-8-34 0 0,18 65 0 0,-18-65 0 15,17 54 0-15,-17-54 0 0,17 40 0 0,-17-40 0 16,0 0 0-16,18 48 0 0,-18-48-176 0,0 0 176 15,0 0 0-15,7 44-128 0,-9-34 128 0,-3 0 0 16,0 0 0-16,-3 1 0 0,-2 1 0 0,-1-1 0 0,-1 2 0 16,-1-1 0-16,-2 1 0 0,0-1 0 0,0 0 0 0,0-1 0 15,0-2 0-15,0-2 0 0,0 2-192 0,1-5-48 0,1-1-16 16,1-3 0 0,2-3-1680-16,3-1-352 0</inkml:trace>
  <inkml:trace contextRef="#ctx0" brushRef="#br0" timeOffset="39352.36">11357 6842 9215 0,'4'-2'400'0,"-1"-1"96"15,-1 3-496-15,0-2 0 0,-1 2 0 0,0 0 0 16,0 0 1344-16,0-1 160 0,2 1 32 0,0 0 16 0,0 0-368 0,0 3-80 15,-1 0-16-15,-2-1 0 0,0 2-640 0,-2 1-128 16,0 2-16-16,-2 1-16 16,1 1 224-16,-1 1 32 0,-1 1 16 0,1 1 0 0,-1 2 352 0,1-2 80 15,1 2 16-15,-1-2 0 0,2 0-160 0,1-2-16 16,0-5-16-16,1-5 0 0,0 0-176 0,0 0-48 16,0 0 0-16,0 0 0 15,0 0-288-15,39 9-64 0,-28-16-16 0,1 0 0 0,0-4-96 0,0 0-128 16,-1 0 176-16,-2 1-176 15,-1-1 0-15,-1 1-192 0,-3 0 0 0,0 3 0 16,-3 0 192-16,-2 2-144 0,-2-2 144 0,-1 2-128 16,-3 1 128-16,-1 1 0 0,-3 1 0 0,-2 0 0 15,-2 2 128-15,-1 0-128 0,0 0 160 0,2 0-160 16,2 2 0-16,0-2 0 0,2-2-208 0,1-3-8944 16,2 2-1792-16</inkml:trace>
  <inkml:trace contextRef="#ctx0" brushRef="#br0" timeOffset="39899.41">11507 5995 11967 0,'-1'-5'528'0,"0"1"112"0,1 0-512 0,0 1-128 0,1 3 0 0,-1-2 0 15,1 1 1152-15,0-1 192 0,1 0 32 0,1-1 16 0,1 1-48 16,0-1 0-16,1 1 0 0,0 2 0 16,3 2 224-16,-1-1 32 0,0 1 16 0,-1 3 0 15,-6-5-512-15,0 0-96 0,0 0-32 0,36 14 0 16,-36-14-560-16,0 0-112 0,0 0-32 0,37 16 0 0,-32-11-272 0,-1-2 0 16,-1 1 0-16,-2-2 0 15,-1 1-160-15,-1 0 16 0,-3 1 0 0,-3 3 0 16,-2-2-176-16,-3 2-48 0,0 0 0 0,-1-2 0 0,1 2 80 0,0-2 16 15,1 2 0-15,0-3 0 0,0 2 272 0,1-2 0 16,4 3 0-16,0-4 144 0,3 1 80 0,0-1 16 0,2-1 0 16,3 1 0-16,1 0 176 0,3-2 32 0,2 1 16 0,2-2 0 15,1 0 304-15,1 0 64 0,2-2 16 0,1 0 0 16,5 0-432-16,-1-3-96 0,2 2 0 0,-2 1-16 31,-1 0-704-31,-1 0-144 0,-1 1-32 0,1 1-14896 0</inkml:trace>
  <inkml:trace contextRef="#ctx0" brushRef="#br0" timeOffset="45741.45">12035 6100 8287 0,'0'0'736'0,"1"0"-592"15,-1 1-144-15,1 0 0 0,-1 1 624 0,0-1 80 16,0 4 32-16,1 1 0 0,-1-6 160 0,0 0 16 16,3 41 16-16,-3-41 0 0,0 40-352 0,0-40-64 0,0 40 0 0,0-40-16 15,-1 36-368-15,1-36-128 0,-2 33 0 0,2-33-7104 16</inkml:trace>
  <inkml:trace contextRef="#ctx0" brushRef="#br0" timeOffset="46108.11">11847 6523 8287 0,'-3'-3'368'0,"1"2"80"0,1-1-448 0,0-1 0 16,1 3 0-16,1-2 0 0,-1 2 1024 0,1-1 112 0,0-2 16 0,1 0 16 15,0 0-208-15,1 1-32 0,3 0-16 0,0-2 0 16,0 3 112-16,3-1 32 16,2 2 0-16,-11 0 0 0,27-3 432 0,-10 3 96 15,-17 0 16-15,40-2 0 0,-40 2-368 0,45-2-64 0,-20 0-16 0,-1 1 0 0,-1 0-400 0,0 0-96 31,1 1-16-31,-24 0 0 0,44-2-480 0,-26 1-160 0,-18 1 0 0,30-3 0 16,-30 3-192-16,21-3-128 16,-12 0-48-16,-2 1 0 0,-1 2-560 0,-3-2-112 0,0 1-32 0,-2 1-7344 15,-1 1-1472-15</inkml:trace>
  <inkml:trace contextRef="#ctx0" brushRef="#br0" timeOffset="46676.66">11935 6657 10127 0,'-2'-3'448'0,"1"1"96"0,0 1-544 0,1 0 0 0,0 1 0 0,0 0 0 0,0 0 1152 0,0-2 128 31,0 1 32-31,0-1 0 0,2 0 224 0,0 1 64 0,1-1 0 0,-1 1 0 16,4 0-224-16,-1-3-32 0,2 3-16 0,0 1 0 16,4-2-240-16,-11 2-32 0,24-2-16 0,-24 2 0 15,28 0-112-15,-28 0-32 0,29 2 0 0,-29-2 0 16,0 0-352-16,42 7-80 0,-42-7-16 0,0 0 0 16,0 0-208-16,38 12-48 0,-38-12-16 0,0 0 0 15,0 0-176-15,0 0 0 0,0 0 0 0,0 0 0 0,3 40 0 0,-10-33 0 16,0 0 0-16,-2 3 0 15,-2-1-256-15,-2 0-64 0,0 3-32 0,0-3 0 16,1 0-208-16,-1 0-32 0,0 2-16 0,0-3 0 16,1 1-16-16,0-2 0 0,3 0 0 0,2-3 0 0,1-1 240 0,3 0 32 15,2-1 16-15,1-2 0 0,1 0 336 0,2 0 0 16,2-2 160-16,1 0-160 0,3 1 704 16,1-2 16-16,3 0 16 0,1 0 0 0,1 0 240 0,0 1 48 15,3 0 16-15,0 0 0 0,-2-1-592 0,2-1-128 0,-18 4-32 0,31-3 0 16,-31 3-160-16,29-4-128 0,-16 3 144 0,-3-1-144 31,-1-1-320-31,-2 1-144 0,1 0-48 0,1-2-14864 0</inkml:trace>
  <inkml:trace contextRef="#ctx0" brushRef="#br0" timeOffset="47070.31">12548 6353 2751 0,'2'-5'256'0,"0"1"-256"0,-1 0 0 0,0 3 0 15,1-1 1920-15,-1 2 352 16,0-2 64-16,2 1 16 0,1-1 800 0,1 0 176 0,1-1 16 0,0 1 16 16,1 4-832-16,-1-1-160 0,-6-1-48 0,0 0 0 15,0 0-784-15,0 0-176 16,35 40-16-16,-35-40-16 16,0 0-560-16,25 49-96 0,-25-49-32 0,17 39 0 0,-17-39-256 0,18 40-64 15,-18-40-16-15,19 41 0 16,-19-41-176-16,21 38-128 0,-21-38 144 0,0 0-144 15,29 47 0-15,-29-47 0 0,0 0 0 0,0 0 0 16,38 32-304-16,-38-32-96 0,0 0-32 0,0 0 0 16,0 0-1824-16,34 1-368 0</inkml:trace>
  <inkml:trace contextRef="#ctx0" brushRef="#br0" timeOffset="47260.16">12868 6342 10127 0,'-5'-3'448'0,"2"3"96"0,0 1-544 0,0 1 0 16,0 0 0-16,-1-1 0 0,1 2 1632 0,-4 2 224 16,-4 3 32-16,-4 5 16 0,-2 2 112 0,-3 2 32 15,1 1 0-15,-2 4 0 0,2-3-400 0,-1 2-80 0,1 1-16 0,0-4 0 16,4 0-672-16,0 0-144 0,4-5-32 0,0-2 0 16,5-1-704-16,1-2 0 0,2-2 0 0,1-2-9600 15,1 1-1888-15</inkml:trace>
  <inkml:trace contextRef="#ctx0" brushRef="#br0" timeOffset="47797.78">12925 6147 11055 0,'-3'-2'480'0,"0"1"112"0,1 0-464 0,1 0-128 0,0 1 0 0,1-1 0 16,0 1 1008-16,-1-1 176 15,1-1 32-15,-1-1 16 0,1-1 256 0,1 1 48 16,1-1 16-16,1 1 0 0,2 0-256 0,-1 1-48 0,2 0-16 0,0 0 0 16,1 2-208-16,0 0-32 0,-7 0-16 0,0 0 0 15,0 0-144-15,33 10-16 0,-33-10-16 0,0 0 0 16,0 0-480-16,0 0-112 0,27 34-16 0,-27-34 0 16,0 0-192-16,0 0 0 0,0 0 0 0,-1 36 0 15,-3-29 0-15,0-2 0 0,-1 0 0 0,0 2 0 0,-1-3-192 0,0 1 32 16,-1-2 0-1,1 1 0-15,-1 1 16 0,1-2 0 0,-2 1 0 0,3-1 0 0,-1 0-64 0,2 1-16 16,0-3 0 0,0 0 0-16,2 1 224 0,2 1-176 0,0-1 176 0,-1-1-160 15,1 1 160-15,1 0 0 0,-1 0 0 0,2-2 0 0,1 1 0 0,1 1 0 16,0-2 0-16,2-2 0 0,0 1 0 0,3-1 224 16,0 0-48-16,0-1-16 0,2 1 160 0,2-3 48 15,-1 3 0-15,0-3 0 0,0 2-368 0,0 1 0 16,0 1 0-16,-1 0 0 15,1-1-1168-15,-12 2-160 0,0 0-16 0,31 0-11536 16</inkml:trace>
  <inkml:trace contextRef="#ctx0" brushRef="#br0" timeOffset="48439.9">13235 6456 2751 0,'0'0'256'0,"0"0"-256"0,0 0 0 0,0 0 0 16,0 0 1776-16,0 0 304 0,0 0 64 0,0 0 16 15,0 0 256-15,0 0 48 0,0 0 16 0,34 18 0 16,-27-18-1088-16,-2-2-224 0,1 0-32 0,1-3-16 15,-1 0 0-15,0-2 0 0,1 0 0 0,-1-3 0 16,0 1-352-16,-1 0-64 0,-1 1 0 0,0-1-16 0,-1-1-112 0,-1 1 0 16,-2 1-16-16,-2 0 0 0,0 0-224 0,-2 3-32 15,0 0-16-15,-3 3 0 0,0 0-80 0,-2 2-16 16,1 1 0-16,-1 2 0 0,-1 2-64 16,-2 0 0-16,1 3-128 0,-2 3 192 0,3-2-192 0,-2 1 0 15,1 4 0-15,-1 1 0 0,3 1 0 0,-2 1 128 16,3 1-128-16,0 2 0 0,1-2 0 0,2-1 128 15,5-17-128-15,-4 31 0 0,4-31 128 0,0 0-128 16,0 0 0-16,15 36 144 0,-15-36-144 0,0 0 0 16,0 0 0-16,39 3 0 0,-26-8 0 15,1-3 0-15,1-2 0 0,-1 1 0 0,-1-2 0 0,1-1 0 0,1 0 0 0,-1-3 0 16,-1 1 0-16,-1 0-224 0,-2 0 80 0,-1 2 16 16,-2 0 0-16,-1-2 0 0,-2 2 0 15,0-3 0-15,-1 1 128 0,-1-1 0 0,-2-2 0 0,0 0 0 16,0 0 0-16,-1-2 0 0,0 0 0 0,0 0 0 15,1-1 0-15,-1 2 0 0,1-1 0 0,0 3 0 16,1 4 0-16,1 1 0 0,-1 3 0 0,-1 2 0 16,2 3 0-16,-1 2 176 0,-1 1-16 0,1 0 0 15,-1 1 112-15,0 3 32 0,0 1 0 0,0-5 0 16,0 0 80-16,0 33 0 0,0-33 16 0,0 34 0 0,0-34-16 0,-1 40-16 16,1-40 0-16,-2 49 0 0,2-49-128 15,-1 47-32-15,1-20 0 0,-1-1 0 0,1-26-16 0,3 52 0 16,-3-52 0-16,7 44 0 0,-7-44-192 0,8 37 0 15,-8-37 0-15,0 0 0 16,13 33-608-16,-13-33-160 0,0 0-48 0,0 0-10384 16,0 0-2064-16</inkml:trace>
  <inkml:trace contextRef="#ctx0" brushRef="#br0" timeOffset="48771.89">13601 6346 8287 0,'-3'2'368'0,"1"-2"80"0,1 1-448 0,0-1 0 0,1 0 0 0,0 0 0 15,0 0 1856-15,0-1 304 0,1 1 48 0,1-2 16 16,0 1 176-16,0 0 32 0,2-1 16 0,1-1 0 16,-1 1-464-16,1 2-112 0,1 0-16 0,-2 2 0 15,-4-2-512-15,0 0-96 0,0 0-32 0,0 0 0 16,30 26-336-16,-30-26-80 0,0 0-16 0,0 0 0 0,24 48-400 0,-24-48-64 15,0 0-32-15,19 45 0 16,-19-45-112-16,0 0-32 0,21 45 0 0,-21-45 0 0,0 0-144 0,24 37 0 31,-24-37 0-31,0 0 0 0,0 0 0 0,34 30 0 0,-34-30 0 0,0 0 0 0,0 0-128 0,29 4-64 16,-22-9-16-16,-2 0 0 16,1-2-1696-16,-1-1-336 0,0-1-64 0,0-2-13056 0</inkml:trace>
  <inkml:trace contextRef="#ctx0" brushRef="#br0" timeOffset="48937.51">13855 6308 7535 0,'-4'-4'160'0,"1"-1"32"0,1 2 16 0,0 1 16 0,2 2-224 0,-1 0 0 0,-1 0 0 0,0 2 0 15,-1-1 2864-15,-2 3 528 0,-1 2 96 0,-1 3 32 16,0 2-688-16,-1 1-128 0,-2 3-16 0,0 2-16 16,-1 1-1136-16,-1 1-240 0,0 0-32 0,-2 1-16 15,-1 0-576-15,-1-1-112 0,0 0-32 0,-1-1 0 16,2-1-336-16,2-4-64 0,1 1 0 0,3-3-128 15,2-1-320-15,1-2-160 0,1-4-32 0,3-2-15248 32</inkml:trace>
  <inkml:trace contextRef="#ctx0" brushRef="#br0" timeOffset="49328.66">13997 6168 7359 0,'1'-3'320'0,"0"0"80"0,1 2-400 0,0-1 0 0,-1 0 0 0,0 2 0 15,0 0 1376-15,2 0 192 0,0-1 32 0,2 1 16 16,-5 0 624-16,0 0 112 0,0 0 16 0,0 0 16 16,40 15-208-16,-40-15-32 0,0 0-16 0,31 28 0 15,-31-28-784-15,0 0-144 0,30 41-48 0,-30-41 0 0,0 0-448 0,23 44-80 16,-23-44-32-16,10 38 0 0,-10-38-336 0,6 46-64 15,-6-46 0-15,0 42-16 0,0-42-176 0,-7 38 0 16,2-19 0-16,-3-2 0 16,-3-1-688-16,-1-2-16 0,-1 1 0 0,0-4-14656 0</inkml:trace>
  <inkml:trace contextRef="#ctx0" brushRef="#br0" timeOffset="49879.8">14464 6342 911 0,'0'0'0'0,"0"-2"0"0,0 2 0 0,1 0 0 16,1 0 1856-16,-1 0 272 0,1-1 64 0,2 1 16 15,3 0 144-15,2-2 16 0,3 0 16 0,3 1 0 16,0-1-704-16,-1 2-144 0,2-2-16 0,0-1-16 0,0 1-176 0,-1 2-48 16,-1-2 0-16,-14 2 0 0,26-1-704 0,-15 1-128 15,-11 0-48-15,0 0 0 16,22 0-928-16,-17 0-192 0,-3 0-48 0,0 0-7328 16,-2 1-1472-16</inkml:trace>
  <inkml:trace contextRef="#ctx0" brushRef="#br0" timeOffset="50069.08">14516 6441 10127 0,'1'1'448'0,"0"1"96"0,2-2-544 0,-2 0 0 0,1 0 0 16,0 0 0 0,1 0 2480-16,1-2 384 0,-4 2 80 0,0 0 0 0,32-3-144 0,-16 1-48 15,-16 2 0-15,31-2 0 16,-14 1-1136-16,-2-1-224 0,-1-1-48 0,-14 3-16 0,25-2-864 0,-15 0-160 0,-10 2-48 0,19-3 0 31,-19 3-704-31,0 0-128 0</inkml:trace>
  <inkml:trace contextRef="#ctx0" brushRef="#br0" timeOffset="54330.64">15425 5694 6447 0,'1'-1'576'0,"0"1"-576"0,0 0 0 0,-1 0 0 16,0 0 1104-16,0 0 112 0,0 1 32 0,1-1 0 15,0 0 656-15,0-1 128 0,0 1 16 0,-1 0 16 16,0-1-736-16,0-1-160 0,-2 2-16 0,0-2-16 16,0 1-224-16,-3-1-32 0,-1-1-16 0,0 1 0 15,-1 0-48-15,0-1-16 0,-2 1 0 0,0-3 0 16,1 4-192-16,-1-2-32 0,0 0-16 0,-2-2 0 16,1 3-96-16,0-3-16 0,1 1 0 0,-2 1 0 15,2 1-64-15,1-1 0 0,0-1-16 0,2 1 0 16,-1 2-80-16,3 0-16 0,0 1 0 0,1 0 0 15,1 0 32-15,0 0 0 0,1 1 0 0,1 0 0 0,0-1-64 0,0 0-16 16,0 2 0-16,1-2 0 0,1 1-80 0,-2 1-16 16,1 0 0-16,1-2 0 0,-1 3 0 0,0-3 0 15,0 2 0-15,0 3 0 0,0-2 16 0,-1 2 0 16,1 1 0-16,-1 3 0 0,0-1-144 0,0 1 160 16,0 3-160-16,-1 0 160 0,1 2-160 0,-1 0 0 15,0 3 0-15,0 2 0 0,0 0 0 0,-1 0 0 16,1 4 0-16,0 1 0 0,-1 0 0 0,0 2 0 0,-1-1 0 0,1 0 0 15,0-3 0-15,0 4 0 0,0 6 0 0,-1 2 0 16,0 1-240-16,0 0 80 0,1 1 16 0,-2 1 0 16,1-2-448-1,0-3-96-15,1 2-16 0,-1-6 0 0,0 1 80 0,2-1 16 0,0 1 0 16,2-2 0-16,0 0 336 0,1-2 64 0,0 0 16 0,-2-25 0 16,6 47 192-16,-6-47 0 0,8 41 0 0,-8-41-144 15,8 35 144-15,-8-35 0 0,8 31 0 0,-8-31 0 16,0 0 0-16,9 39 0 0,-9-39 0 0,0 0 0 0,3 33 0 0,-3-22 0 15,-1 1 0-15,0 2 128 0,1-2-128 0,-2 0 0 16,0 2 0-16,-1 0 128 0,0 1-128 0,0-1 0 16,1 1 0-16,-2 0 0 0,1-2 0 0,0 0 0 15,2-1 0-15,0-1 128 0,1-2 0 0,0-3 16 16,1 0 0-16,1-2 0 0,1-2 368 0,1-2 80 16,1-2 16-16,1 0 0 0,1-1 64 0,3-4 16 15,-1 1 0-15,2-1 0 0,-1 1-160 0,1-1-16 16,0 2-16-16,-11 5 0 15,18-7-368-15,-10 5-128 0,-8 2 0 0,0 0 144 0,0 0-144 0,36-2 0 16,-36 2 0-16,0 0 0 16,0 0-384-16,0 0-48 0,40 9-16 0,-40-9-16560 0</inkml:trace>
  <inkml:trace contextRef="#ctx0" brushRef="#br0" timeOffset="55974.3">15738 5784 11967 0,'-1'-2'1072'0,"1"-2"-864"0,0 3-208 0,0 1 0 32,1 1 944-32,-1-1 144 0,0 0 16 0,0 0 16 0,0 2 272 0,0 1 48 15,0 3 16-15,0 4 0 0,0 2-672 0,-1 4-128 16,1 4-16-16,-1 3-16 0,0 3-224 0,0 0-32 0,0 0-16 0,-1 2 0 15,0 3 112-15,0 0 32 0,1-2 0 0,0-1 0 16,0-4-336-16,2-1-160 0,-1-23 160 0,2 36-12032 16</inkml:trace>
  <inkml:trace contextRef="#ctx0" brushRef="#br0" timeOffset="56274.01">15497 6263 11967 0,'-8'1'528'0,"2"1"112"0,2 0-512 0,1-2-128 0,1 0 0 0,1 0 0 0,-1 2 1120 0,0-2 192 16,-1 3 32-16,-1-1 16 16,1 1-176-16,0-1-32 0,1-1-16 0,1 0 0 15,2 1 16-15,1 1 16 0,1-1 0 0,1 1 0 16,-4-3 96-16,0 0 16 0,0 0 0 0,0 0 0 15,46 9-128-15,-46-9-32 0,0 0 0 0,50 1 0 16,-50-1-352-16,44-1-64 0,-44 1 0 0,48-7-16 16,-48 7-176-16,53-5-16 0,-23 1-16 0,0 1 0 15,1 1-352-15,-2-2-128 0,2 1 0 0,-31 3 144 16,54-5-144-16,-54 5 0 0,42-5 0 0,-42 5-176 16,31-5-272-16,-31 5-48 0,0 0-16 0,0 0 0 15,0 0-704-15,0 0-160 0,0 0-32 0,0 0-13232 16</inkml:trace>
  <inkml:trace contextRef="#ctx0" brushRef="#br0" timeOffset="56683.08">15806 6439 5519 0,'0'-3'496'0,"0"1"-496"0,0 0 0 0,0 2 0 16,1-2 1360-16,0 1 176 0,0-1 48 0,0-3 0 16,0 0 1008-16,-1 0 208 0,1 1 32 0,-1 2 16 15,0-1-896-15,-1 3-176 0,1 0-48 0,-3 3 0 16,0-1-816-16,-1 3-160 0,-1 2-48 0,-2 0 0 16,1 3-304-16,-2 1-64 0,0 3-16 0,1 1 0 15,-2 4 32-15,1-1 0 0,-1 0 0 0,1 2 0 16,1 2-112-16,-1 0-32 0,3-2 0 0,0 2 0 15,1-1-80-15,3 0 0 0,0 1-128 0,1-22 192 16,5 33-192-16,-5-33 0 0,0 0 0 0,0 0 0 0,24 33 0 0,-24-33-128 16,0 0 128-16,0 0 0 0,43 0-160 0,-31-6 160 15,0-3-128-15,-1-2 128 0,0 0-160 0,-1-2 160 16,-3 1-192-16,-1 1 192 16,-4-1-496-16,-2 1 16 0,-3 1 0 0,-4 2 0 0,-3 4 288 0,-3 1 192 15,-4 1-208-15,-1 2 80 16,-1 3-592-16,0 1-112 0,-1 3-32 0,2 0 0 15,2 1-48-15,3-1-16 0,1 2 0 0,3-2-10464 16</inkml:trace>
  <inkml:trace contextRef="#ctx0" brushRef="#br0" timeOffset="57920.92">16195 6086 8287 0,'0'-3'736'0,"0"1"-592"0,1 2-144 0,0 0 0 0,0-1 944 0,0 1 144 16,1 0 48-16,1-2 0 0,0 0 768 0,1 2 144 16,2 0 48-16,-1 0 0 0,-5 0-256 0,0 0-48 15,0 0-16-15,34 28 0 0,-34-28-464 0,0 0-96 16,34 50 0-16,-34-50-16 0,27 46-240 0,-27-46-32 16,26 49-16-16,-26-49 0 0,27 45-336 0,-27-45-64 15,25 40 0-15,-25-40-16 0,22 36-496 0,-22-36 0 16,0 0 0-16,30 43 0 15,-30-43-384-15,0 0-192 0,30 37-16 0,-30-37-9632 0,0 0-1920 16</inkml:trace>
  <inkml:trace contextRef="#ctx0" brushRef="#br0" timeOffset="58121.02">16529 6180 13823 0,'-8'-2'608'0,"1"0"128"0,2 2-592 0,-1 2-144 0,3 0 0 0,0 1 0 15,-2 1 1264-15,-3 1 208 0,-5 7 64 0,-6 4 0 16,-3 6-128-16,-2 2 0 0,1 2-16 0,1 0 0 16,0 0-736-16,4-4-144 0,3-2-16 0,3-3-16 15,2-3-64-15,2 1-16 0,2-3 0 0,1-3 0 16,2 0-1168-16,1-3-256 0</inkml:trace>
  <inkml:trace contextRef="#ctx0" brushRef="#br0" timeOffset="58738.89">16642 5816 9215 0,'-5'-1'400'0,"0"1"96"16,2 0-496-16,1 0 0 0,1 0 0 0,0 0 0 0,1 0 896 15,-1 0 64-15,0 0 32 0,0 0 0 0,1 1 336 0,3-2 64 16,1 1 16-16,1-2 0 0,-5 2 96 0,0 0 32 16,27-3 0-16,-27 3 0 0,0 0-192 0,35-4-48 15,-35 4 0-15,0 0 0 0,35-3-544 0,-35 3-112 16,0 0-32-16,0 0 0 0,0 0-400 0,0 0-80 16,0 0 0-16,0 0-128 15,0 0 0-15,22 33 0 0,-29-25 0 0,-1 1 0 0,-2 0 0 0,-2-1 0 16,-1 1 0-16,-1 0 0 0,0 0 0 0,0-1 0 0,2-1-128 15,0-2 128-15,2 1 0 0,0-2 0 0,2 0-128 0,2-1 128 16,3-2 0-16,1 0 0 0,0 1 0 0,2-2 0 16,2 0 0-1,1 0 0-15,1 0 0 0,2 0 0 0,2-2 0 0,-8 2 0 0,0 0 0 16,31-1 0-16,-31 1 0 0,0 0 0 0,36 1 128 0,-36-1-128 16,0 0 160-16,0 0-32 0,45 14 0 0,-45-14 0 15,0 0 16-15,0 0 0 0,0 0 0 0,29 36 0 16,-28-29-144-16,-4 2 128 0,1 1-128 0,-4-2 128 15,0 0 160-15,-2 2 32 0,-2-3 0 0,-1 2 0 0,0-1 176 0,-1-1 32 16,-1 0 16-16,1-2 0 0,-1 0-256 0,1-2-48 16,2-2-16-16,1 1 0 0,2-4-224 0,1 1 0 15,2-2 0-15,3 0 0 32,2-2-1312-32,1 1-256 0</inkml:trace>
  <inkml:trace contextRef="#ctx0" brushRef="#br0" timeOffset="59361.83">16914 5658 911 0,'-4'-4'0'0,"1"-1"0"0,1 0 0 0,0 3 0 16,1 1 2096-1,1 1 336-15,-1 0 64 0,0-1 0 0,0-1 192 0,0 1 16 16,0-1 16-16,1 2 0 0,1 0-960 0,1 2-192 16,2-1-32-16,1 1-16 0,-5-2-112 0,0 0 0 15,0 0-16-15,34 4 0 0,-34-4-768 0,0 0-160 16,38 1-16-16,-38-1-16 0,0 0-224 0,33-1-32 15,-33 1-16-15,0 0 0 0,29-2-160 0,-22 2 0 16,-2-1 144-16,-1 0-144 0,-1 1 176 0,-2 0-48 16,-1 0 0-16,0 0 0 0,-1 0 240 0,-1 1 32 15,-1 0 16-15,-1 2 0 0,1 1-160 0,-2 1-48 16,1-3 0-16,1 3 0 0,-2 0-32 0,1 0-16 16,0 4 0-16,1-2 0 0,-1 3 32 0,0 2 16 0,2 1 0 0,-1 0 0 15,3-13-80-15,-1 33-128 0,1-33 176 0,1 38-176 16,-1-38 128-16,3 42-128 15,-3-42 0-15,3 43 0 0,-3-43 0 0,6 43 0 0,-6-43 0 16,4 45 0-16,-4-45 0 0,5 40 0 0,-5-40 0 0,5 52 0 16,-5-52 0-16,6 56 0 0,-6-56 0 0,9 55 0 15,-9-55 0-15,9 53 0 0,-9-53 0 0,8 54 0 16,-8-54 0-16,7 55 0 0,-5-27 0 0,1-1 0 16,0 1 0-16,0 1 0 0,1 1 0 0,-2-2 0 15,1 1 0-15,-1 0 0 0,0-3 0 0,-2 0 0 16,1 0 0-16,-1-5 0 0,-2 0 0 0,0-4 0 15,0 0 144-15,-2-3-16 0,1-1-128 0,-3-2 192 16,1-2 272-16,-2 0 48 0,0 1 16 0,-2-3 0 16,0 0-144-16,-3 1-16 0,-1-2-16 0,-2 2 0 15,-1-2-192-15,-2 0-32 0,-3-3-128 0,-1 0 192 0,-1-2-192 16,-1-2 0-16,-3-1 0 0,-1-2-12096 16,1-2-2448-16</inkml:trace>
  <inkml:trace contextRef="#ctx0" brushRef="#br0" timeOffset="61016.25">17210 5362 9215 0,'-1'-1'816'0,"0"0"-656"0,0 1-160 0,0 0 0 15,1 0 912-15,-1 0 160 0,0 0 16 0,0 0 16 16,-2 0 288-16,0 0 48 0,0 0 16 0,1 0 0 15,1 0-304-15,-1 0-64 0,2 0-16 0,0 0 0 16,2 0-288-16,1 0-48 0,2 0-16 0,0 0 0 0,0-2 32 0,2 2 0 16,2-2 0-16,1 1 0 0,-10 1-144 0,24 0-32 15,-24 0 0-15,0 0 0 16,36 3-208-16,-36-3-48 0,0 0-16 0,0 0 0 0,37 15-304 0,-37-15 160 16,0 0-160-16,0 0 128 15,0 0-128-15,7 41 0 0,-12-31 0 0,-2 2 0 0,-2 0 0 0,-3 0 0 16,-1-1 0-16,0 1 0 0,0-3-240 0,-1 1 80 15,0 0 16-15,2-1 0 0,1-2 144 0,2-2 0 16,2 1 0-16,1-3-128 0,3 2 128 0,2-4 0 0,1 1 0 16,3-2 0-16,2-2 0 0,2 1 0 0,4-3 0 15,0 1 0-15,2-1 336 0,2-1 48 0,0 2 16 0,2-1 0 16,1 1-160-16,-1-1-48 0,-17 4 0 0,37-3 0 16,-37 3-464-16,35-1-112 0,-35 1 0 0,0 0-13616 15</inkml:trace>
  <inkml:trace contextRef="#ctx0" brushRef="#br0" timeOffset="63094.8">17330 6716 8287 0,'-2'-1'736'0,"1"1"-592"16,0 0-144-16,0 0 0 0,1 0 320 0,0 0 48 15,-1 0 0-15,-2 0 0 0,1 0 560 0,0 0 112 16,-1 0 32-16,0 1 0 0,1 1 112 0,0 1 32 15,1-1 0-15,0 1 0 0,0 1-48 0,0 1 0 16,0 0 0-16,0-1 0 0,0 1-80 0,-1 0 0 16,1 2-16-16,0-1 0 0,-1 1-432 0,0 1-64 15,0 2-32-15,-1 2 0 0,-1 0-176 0,1 2-48 0,-1 0 0 0,1 0 0 16,1-2 64-16,0 2 0 0,2-14 0 0,0 0 0 16,6 29-144-16,-6-29-32 0,0 0 0 0,0 0 0 15,0 0-208-15,37 2 0 0,-26-9 0 0,3-2 0 16,1-3 0-16,0-3 0 0,-1-1 0 0,0 2 0 31,-1-5-352-31,0 2-64 0,-5 1-16 0,-3 1 0 0,-1 1-144 16,-5 2-16-16,-3 3-16 0,-4 0 0 15,-2 4-80-15,-2 2-16 0,-3 1 0 0,-1 2 0 0,2 2-1104 0,0 1-240 0</inkml:trace>
  <inkml:trace contextRef="#ctx0" brushRef="#br0" timeOffset="63690.7">17669 6197 9215 0,'-4'0'816'0,"2"0"-656"0,0 0-160 0,0 0 0 0,1 0 720 0,1 0 112 16,0 0 32-16,-1 0 0 16,1 0 800-16,0-2 176 0,0 2 16 0,2-1 16 0,1 1-592 0,-1 0-112 15,4-2-16-15,0 1-16 0,-6 1 96 0,0 0 32 16,0 0 0-16,37-1 0 0,-37 1-256 0,0 0-48 16,45-2-16-16,-45 2 0 0,35-2-352 0,-35 2-64 15,34-3-16-15,-34 3 0 0,29-3-320 0,-29 3-192 16,0 0 192-16,35-2-192 0,-35 2 0 0,0 0-304 15,0 0 48-15,0 0 0 16,31-2-1152-16,-29 2-240 0,-2 2-32 0,-2 0-11008 0</inkml:trace>
  <inkml:trace contextRef="#ctx0" brushRef="#br0" timeOffset="63888.98">17675 6340 12495 0,'1'2'256'0,"1"-2"64"0,1 0 16 0,0 0 48 0,0 2-384 0,-1-2 0 0,1 0 0 0,-3 0 0 16,0 0 2576-16,32 0 448 0,-32 0 96 0,37-2 16 15,-37 2-1056-15,38-3-208 0,-38 3-32 0,34-2-16 16,-34 2-800-16,32-3-176 0,-32 3-16 0,28-2-16 16,-28 2-608-16,0 0-208 0,36-7 144 0,-36 7-10032 15,0 0-2016-15</inkml:trace>
  <inkml:trace contextRef="#ctx0" brushRef="#br0" timeOffset="65123.95">18660 5602 5519 0,'6'-8'496'0,"-1"2"-496"0,0-1 0 0,-1 4 0 0,-2 1 128 15,0-1-128-15,0 1 0 0,2-3 144 0,2-1 544 16,0-2 96-16,1-4 32 0,-2 2 0 0,-1 4 496 0,-3-2 96 16,-1 2 32-16,-2 3 0 0,-2 0 480 0,-1 1 112 15,-3 2 16-15,0 2 0 0,0 1-640 0,-3 2-112 16,0 0-16-16,0 2-16 0,1-3-416 0,1 4-80 15,-1 1 0-15,0 0-16 0,2 2-80 0,0 0-16 16,2 1 0-16,0-2 0 0,2 1-192 0,1 0-32 16,1 1-16-16,2-2 0 0,0-10-224 0,0 0-32 15,0 0-16-15,9 40 0 0,-9-40 16 0,0 0 0 16,0 0 0-16,33 38 0 0,-33-38 144 0,0 0 16 0,35 27 16 16,-35-27 0-16,0 0-144 0,37 30-48 0,-37-30 0 0,0 0 0 15,0 0-144-15,36 36 0 0,-36-36 0 16,0 0 0-16,0 0 0 0,0 0 0 0,3 37 0 0,-9-31 0 15,-3 0 0-15,-2 2 0 0,-1-1 0 0,-2 0 0 16,0 0 0-16,0-2 0 0,-2-1 0 0,0 1 0 16,0-2 0-16,1-1 0 0,1 0 0 0,1-4 0 15,2 2 0-15,1-4 0 0,3 1 0 0,0-2 0 16,4-1 0-16,2 0 0 0,2-1 0 0,3-2 0 16,4-3-320-16,1 0 16 0,3-2 0 0,0 0 0 15,2-1-224-15,1-1-48 0,0 1-16 0,1-1 0 0,1 0 384 16,-1 1 80-16,-1 3 128 0,1-2-208 15,0 0 208-15,1 2 0 0,-2-3 0 0,0 2 0 0,-2 3 0 0,-2-2 160 16,-1 3-32-16,-3-1 0 0,-2 1 48 0,-2 2 0 16,-3-1 0-16,0 1 0 0,-4-1-176 0,-2 2 0 15,-2 1 144-15,-3 3-144 0,-4-2-160 0,-4 3-96 16,0 2-32-16,-1 1 0 16,-1 2-608-16,2 1-128 0,-1 0-32 0,3 2 0 15,1-2-816-15,2 0-176 0</inkml:trace>
  <inkml:trace contextRef="#ctx0" brushRef="#br0" timeOffset="65532.98">18252 6204 11055 0,'-7'2'480'0,"1"-2"112"0,3 2-464 0,0-1-128 15,3 1 0-15,-1-2 0 0,1 1 704 0,-1 1 112 16,0 0 16-16,1-1 16 0,1 0 368 0,3 1 80 15,-4-2 16-15,0 0 0 0,28-6 144 0,-28 6 16 16,35-10 16-16,-13 3 0 0,3 1-112 0,4-2-32 16,4 3 0-16,5-5 0 0,4 4-224 0,1 0-48 15,-1 0-16-15,-1 3 0 0,-1-2-480 0,-1 3-80 0,0 0-32 16,-2-1 0-16,-2 3-464 0,-1-2 0 0,-34 2 0 16,56 0 0-1,-56 0-784-15,44-3-112 0,-44 3 0 0,31-2-16 16,-31 2-48-16,0 0-16 0,0 0 0 0,0 0-11856 15</inkml:trace>
  <inkml:trace contextRef="#ctx0" brushRef="#br0" timeOffset="65996.74">18732 6223 911 0,'0'-2'0'0,"-1"1"0"15,1 1 0-15,-1 0 0 0,0 0 1168 0,0 0 160 16,-1 0 16-16,-1 0 16 0,-2 1 880 0,-1 1 160 16,0 1 32-16,-2 1 16 0,0-1-560 0,1 2-112 0,-1 1-32 0,0-1 0 15,1 2-240-15,-2 0-48 0,2 1-16 16,-2 2 0-1,2 1-416-15,-2 1-64 0,0 2-32 0,0 0 0 0,0 3-432 0,-1 2-96 0,-1 2-16 0,0 0 0 16,-1 4 0-16,-1 0 0 0,0 1 0 0,1-2 0 16,2 0-128-16,1-3-48 15,1-1 0-15,4-2 0 0,2-6-208 0,2-12 144 0,0 0-144 0,0 0 128 16,0 0-128-16,26 31 0 0,-26-31 0 0,0 0 0 16,37-8 0-16,-22 1 0 0,0-2 0 0,-1-3 0 15,0-1 0-15,-1 0 0 0,-1-3 0 0,-2 2 0 16,-3 1-208-16,-1 2 16 0,-4 1 16 0,-2 0 0 0,-2 3 176 15,-6 2 0 1,0 2 0-16,-3 2 0 0,-3 3 0 0,-2 0 0 16,-2 3 0-16,1 0 0 0,1 0 0 0,0 2-128 15,1-2 128-15,2 2-192 0,3-3 0 0,2-1-16 16,1 0 0-16,5-1 0 16,0 0-1408-16,3-2-288 0</inkml:trace>
  <inkml:trace contextRef="#ctx0" brushRef="#br0" timeOffset="66428.58">19281 6123 5519 0,'-3'0'496'0,"1"0"-496"15,1 0 0-15,1 0 0 0,0 0 1152 0,-1 0 144 16,0 0 32-16,-1 0 0 0,-1 1 832 0,-1 1 160 15,1-2 48-15,2 0 0 0,-1 1-448 0,1-1-96 16,2 1-16-16,0-1 0 0,1 2-288 0,0-2-64 16,-2 0-16-16,0 0 0 0,0 0-400 0,26-3-80 15,-26 3 0-15,0 0-16 0,32-6-432 0,-32 6-96 16,25-5-16-16,-25 5 0 0,26-4-144 0,-26 4-48 16,28-3 0-16,-28 3 0 0,27-4-208 0,-27 4 128 15,23-3-128-15,-23 3 0 0,0 0 0 0,27 0-160 16,-27 0 0-16,0 0 0 15,0 0-1376-15,0 0-256 0,0 0-64 0,0 0-12160 0</inkml:trace>
  <inkml:trace contextRef="#ctx0" brushRef="#br0" timeOffset="66639.74">19250 6261 8287 0,'-6'5'736'0,"1"-3"-592"0,2 1-144 0,2-1 0 16,1 0 1632-16,0-2 288 0,1 0 64 0,0 1 16 15,1 1 608-15,-2-2 112 0,0 0 32 0,0 0 0 16,0 0-672-16,38 4-128 0,-38-4-32 0,0 0 0 16,37-4-768-16,-37 4-144 0,27-5-48 0,-27 5 0 15,28-5-528-15,-28 5-112 0,26-5-32 0,-26 5 0 16,27-8-288-16,-27 8 128 0,25-9-128 0,-25 9 0 16,23-8-400-16,-23 8-192 0,20-6-48 0,-20 6-15152 15</inkml:trace>
  <inkml:trace contextRef="#ctx0" brushRef="#br0" timeOffset="67476.32">20136 5654 6447 0,'1'-2'576'15,"0"2"-576"-15,0-2 0 0,-1 2 0 0,0 0 832 0,0-1 48 16,1 1 16-16,0-2 0 16,0 0 736-16,0 1 160 0,-1-1 16 0,1 1 16 0,-1 0-96 0,0 1-32 15,-1 0 0-15,1-2 0 0,-1 2-320 0,1 0-64 16,-1 0-16-16,-1 0 0 16,1 0-336-16,-1 2-80 0,0-2-16 0,-1 1 0 0,1 0-224 0,-1 1-64 15,-1 1 0-15,0 0 0 16,0 2-128-16,-3 1-16 0,1 1-16 0,-3 3 0 0,1 2-112 0,-2 2-32 15,0 2 0-15,-1 1 0 16,2 0-80-16,0 1 0 0,1 2-16 0,2-4 0 0,0 3-48 0,3-2-128 16,3-17 192-16,-1 27-64 15,1-27-128-15,0 0 0 0,0 0 144 0,16 34-144 0,-16-34 0 0,0 0 0 16,0 0 0-16,37 12 0 0,-37-12 160 0,0 0-32 16,36-2-128-16,-36 2 192 15,27-5 16-15,-12 0 0 0,0 0 0 0,1 1 0 0,2-1-208 0,-2 0 144 16,0 1-144-16,0-1 128 0,0 0-128 0,-1 0 0 0,-2 0 0 0,0 2 0 15,-13 3-320-15,22-6-160 0,-22 6-32 0,16-5 0 32,-11 4-1536-32,-1 0-320 0,-2-1-64 0,-1 2-10896 15</inkml:trace>
  <inkml:trace contextRef="#ctx0" brushRef="#br0" timeOffset="67659.91">20249 5731 2751 0,'-1'-3'256'0,"1"1"-256"15,0 1 0-15,0 1 0 0,0 0 1040 0,0 0 176 16,0 0 16-16,-1 0 16 0,1 0 1152 0,-2 3 224 0,1 0 64 0,-2 5 0 16,-2 0-256-16,1 5-32 0,-2 0-16 0,-1 4 0 15,1 1-768-15,-1 2-144 0,-1 0-48 0,1 2 0 16,0-4-752-16,2 2-160 0,0-4-16 0,1-1-16 16,2 1-480-16,1-4 0 0,1-12 0 0,0 0-9488 15,1 32-2000-15</inkml:trace>
  <inkml:trace contextRef="#ctx0" brushRef="#br0" timeOffset="68528.75">19846 6166 11967 0,'-3'0'1072'0,"0"0"-864"0,1 0-208 0,1 0 0 0,0 0 1152 16,1 2 176-16,-2-2 32 0,-2 0 16 0,-1 1 128 0,1 1 32 16,0 0 0-16,1-1 0 0,1 1-320 0,2 0-48 15,1-1-16-15,2 0 0 0,-3-1-400 0,0 0-96 16,0 0-16-16,38-6 0 0,-38 6 176 0,33-9 16 15,-8 3 16-15,2-1 0 0,6-3-224 0,1 3-48 16,4-2-16-16,0 2 0 0,-2 2 64 0,2 0 16 16,0 1 0-16,0 1 0 0,-5 1-384 0,0 0-80 0,0 1-16 15,-3-1 0-15,-2 2-160 0,-28 0 0 0,47-3 0 0,-47 3 0 16,33-2 0-16,-33 2 0 0,0 0-128 0,31-1 128 31,-31 1-384-31,0 0-16 0,0 0 0 0,0 0-15488 16</inkml:trace>
  <inkml:trace contextRef="#ctx0" brushRef="#br0" timeOffset="69152.22">20045 6349 11967 0,'-3'-1'528'0,"1"-1"112"0,0 2-512 0,1 0-128 0,0-1 0 0,1 1 0 15,-1 0 1280 1,0 0 240-16,0-1 32 0,-1 1 16 15,0-2 272-15,0 2 48 0,1-2 16 0,0 2 0 16,0-1-448-16,0 1-96 0,1 0-16 0,0-2 0 16,1 2-432-16,1 0-80 0,0 0-32 0,-2 0 0 15,0 0-80-15,0 0-16 0,0 0 0 0,31-3 0 16,-31 3-112-16,0 0-16 0,32 1-16 0,-32-1 0 16,0 0-144-16,33 4-32 0,-33-4 0 0,0 0 0 15,0 0-208-15,41 9-48 0,-41-9-128 0,0 0 192 0,0 0-192 16,0 0 0-16,0 0 0 0,0 0 0 0,0 0 0 15,6 36-160-15,-12-29 160 0,-4-2-128 16,-1 2-240-16,-1 0-32 0,0-1-16 0,-2 0 0 0,0 1 80 16,0-2 16-16,0-2 0 0,0 2 0 0,2-1 320 0,1-2 0 15,2 0 0-15,2 1 0 0,2 0 0 0,1-1 0 16,3 0 0-16,1 0 0 0,1-2 192 0,-1 0-32 16,0 0-16-16,0 0 0 0,0 0 64 0,38 1 16 15,-38-1 0-15,29-1 0 0,-29 1 16 0,30 0 0 16,-30 0 0-16,31 0 0 0,-31 0-96 0,34 5-16 15,-34-5 0-15,0 0 0 0,45 12 48 0,-45-12 0 0,0 0 0 16,0 0 0-16,36 23-176 0,-36-23 160 0,0 0-160 0,-1 21 160 16,-5-15-160-16,-3 1 160 0,-2 0-160 0,-5 2 160 15,-1 1 32-15,-3-3 0 0,-3 3 0 0,-2-1 0 16,0 1-192-16,1-4 0 0,2 0 0 0,2-2 128 16,3-2-128-16,3-4 0 0,2 2 0 0,4-2-17952 15</inkml:trace>
  <inkml:trace contextRef="#ctx0" brushRef="#br0" timeOffset="78671.47">5761 7954 23039 0,'-2'1'2048'0,"1"-1"-1648"15,1 1-400-15,0-1 0 16,0 0 1200-16,-1 0 144 0,0 0 48 0,1 2 0 0,0-2 16 0,0 3 0 15,3-1 0-15,-3-2 0 0,0 0-640 0,0 0-112 0,0 0-16 16,43 12-16-16,-43-12-80 0,0 0-16 0,48 12 0 0,-48-12 0 16,37 7-240-16,-37-7-48 0,38 8-16 0,-38-8 0 15,37 5-224-15,-37-5 0 0,37-1 0 0,-37 1 0 16,35-7 0-16,-19 1 0 0,-1-2 0 0,-1 1 0 16,-1-1 0-16,-3 1 0 0,0 0 0 0,-4 0 0 15,-1 2-368 1,-2 1-64-16,-3 1-16 0,-3 3 0 15,-1 0-2544-15,-1 3-512 0</inkml:trace>
  <inkml:trace contextRef="#ctx0" brushRef="#br0" timeOffset="78972.61">5925 8027 911 0,'-3'0'0'0,"2"1"0"16,0 1 0-16,0-2 0 0,0 0 1536 0,0 0 240 16,-2 2 32-16,-2 0 16 0,-1 1 1056 15,-1 2 192-15,3-1 64 0,-2 1 0 0,3 1-608 0,-2 0-112 16,1 1-32-16,1-2 0 0,0 3-864 0,0 0-176 15,-1 2-48-15,1-1 0 0,-2 1-560 0,0 2-112 16,1 0-32-16,-1 2 0 0,0 0-16 0,1 2 0 16,-2 4 0-16,2-2 0 0,2-3-128 0,0 4-16 15,0 2-16-15,2 2 0 0,0-23-160 0,3 43-16 16,-3-43-16-16,8 41 0 0,-8-41-96 0,0 0-128 16,26 45 176-16,-26-45-176 0,0 0 0 0,37 26 0 15,-37-26 0-15,0 0 0 16,45 7 0-16,-45-7 0 0,34-4 0 0,-34 4 0 0,32-5 0 0,-32 5 0 15,27-3 0-15,-27 3 0 0,0 0-128 0,32 0 128 16,-32 0 0-16,0 0-144 0,0 0-208 0,29-5-32 0,-24 1-16 16,0 0-10768-1,-1 1-2144-15</inkml:trace>
  <inkml:trace contextRef="#ctx0" brushRef="#br0" timeOffset="79176.34">5891 8296 7359 0,'-4'0'656'0,"1"-1"-528"15,2 1-128-15,0 0 0 0,0 0 1536 0,0-2 256 16,-2 2 64-16,-3-3 16 0,1 0 272 0,0-1 48 16,2 0 16-16,1 1 0 0,2 1-512 0,2-2-96 15,0 3-32-15,4-2 0 0,-6 3-256 0,0 0-48 16,0 0-16-16,38 3 0 0,-38-3-192 0,0 0-32 16,46 9-16-16,-46-9 0 0,36 5-560 0,-36-5-96 15,39 4-32-15,-39-4 0 0,42 1-320 0,-42-1 0 16,40-2 0-16,-40 2 0 15,32-5-1440-15,-32 5-208 0,26-6-32 0,-13 1-12976 0</inkml:trace>
  <inkml:trace contextRef="#ctx0" brushRef="#br0" timeOffset="79484.17">6412 8019 8287 0,'-4'-4'736'0,"3"2"-592"0,-1 2-144 0,0-2 0 15,1 1 2448-15,0 1 464 0,-1 0 96 0,-2 0 0 16,0 3-128-16,-4-2-48 0,1 3 0 0,-1 0 0 16,0 2-1360-16,1 1-256 0,-2 3-64 0,2 1-16 15,1 3-384-15,-2 0-80 0,2 1-16 0,0 3 0 16,1 1-144-16,2 1-16 0,0 0-16 0,0 2 0 15,3-1-112-15,0-21-32 0,1 41 0 0,-1-41 0 16,7 42-176-16,-7-42-32 0,10 40-128 0,-10-40 192 16,0 0-192-16,23 43 0 0,-23-43 0 0,0 0 0 15,34 24-448-15,-34-24-192 0,0 0-48 0,39 9-16064 16</inkml:trace>
  <inkml:trace contextRef="#ctx0" brushRef="#br0" timeOffset="81261.21">6647 8134 7359 0,'-2'0'656'0,"0"0"-528"15,0 1-128-15,1-1 0 0,0 1 784 0,-1-1 128 16,-1 2 32-16,-3-1 0 0,1 2 288 0,-1 1 64 15,1-3 16-15,2 0 0 0,2-1-240 0,0 0-48 16,3 0-16-16,1-1 0 0,0 0 208 0,3-1 64 16,0-1 0-16,3 0 0 0,1-1 192 0,0 0 32 15,-10 4 16-15,26-6 0 0,-26 6-432 0,32-4-64 0,-32 4-32 0,37-3 0 16,-37 3-304-16,40-2-64 0,-40 2-16 0,38 2 0 16,-38-2-384-16,35 3-80 0,-35-3-16 0,0 0 0 15,42 2-128-15,-42-2 0 0,0 0 0 0,30-2 0 16,-30 2-224-16,0 0-80 0,0 0-16 0,23-8 0 31,-19 6-432-31,-2 1-80 0,0 0-32 0,-1-1 0 16,-1-1-736-16,-1 1-160 0,-1-1-32 0,1 1 0 0,-1 2-768 15,-1-4-176-15,1 3-16 0,-1-1-16 0,0 2 608 16,0 0 128-16,0 0 32 0,1 0 0 0,-1 0 1776 0,1 2 352 0,-1-1 80 0,-1 1 16 16,2 0 624-16,-1 1 128 0,-1 1 32 0,1-1 0 15,-1-1-16-15,-1 2 0 0,1-1 0 0,-1 2 0 16,0-1 128-16,0-1 32 0,0 2 0 0,0-1 0 0,1 1 144 15,-2 1 48-15,1 0 0 0,-1 1 0 0,1 0-208 0,-3 2-48 16,-1 1 0-16,-1 2 0 0,-1 0-416 0,1 1-96 16,-1 0 0-16,-1 1-16 0,-1 3-352 0,-1 0-64 15,1 1-16-15,0-1 0 0,2 0 0 0,2-3-128 16,1-2 192-16,3-3-64 0,1-2-384 0,2-2-64 16,1-2-32-16,1-1-13216 15</inkml:trace>
  <inkml:trace contextRef="#ctx0" brushRef="#br0" timeOffset="81487.62">6702 8163 16575 0,'-4'-1'736'0,"2"1"160"0,1-2-720 0,0 2-176 16,0 0 0-16,1 0 0 0,0 0 1616 0,1 2 304 0,0-2 48 0,1 3 16 15,-2-3-128-15,0 0 0 0,0 0-16 0,0 0 0 16,30 33-656-16,-30-33-128 0,0 0-32 0,0 0 0 15,40 38-384-15,-40-38-64 0,0 0-32 0,34 29 0 16,-34-29-192-16,0 0-32 0,38 42-16 0,-38-42 0 16,20 32-304-16,-20-32 160 0,18 35-160 0,-18-35 128 15,15 32-128-15,-15-32-192 0,0 0 32 0,15 41-10816 16,-15-41-2160-16</inkml:trace>
  <inkml:trace contextRef="#ctx0" brushRef="#br0" timeOffset="81765.25">6610 8430 12895 0,'-6'2'576'0,"2"-1"112"0,2 1-560 0,-1 1-128 15,1-3 0-15,1 2 0 0,0 0 1520 0,-1 1 272 16,-1 4 48-16,0-2 16 0,2 2-64 0,1-1-16 15,0-6 0-15,0 0 0 0,0 0-160 0,0 0-16 0,0 0-16 0,45 8 0 16,-45-8-160-16,33-3-16 0,-33 3-16 0,41-5 0 16,-41 5-592-16,47-2-112 0,-47 2-32 0,48-2 0 15,-48 2-352-15,47 0-80 16,-47 0-16-16,46 1 0 0,-46-1-208 0,38 3 0 0,-38-3 0 0,0 0 0 16,46 5 0-16,-46-5 0 0,0 0-208 0,35 3 64 31,-35-3-1200-31,0 0-256 0</inkml:trace>
  <inkml:trace contextRef="#ctx0" brushRef="#br0" timeOffset="82305.87">7021 7902 7359 0,'-1'0'656'16,"1"-2"-528"-16,0 2-128 15,0 0 0-15,0 0 1280 0,0 2 208 16,1-2 48-16,-1 0 16 0,1 0 944 0,1 0 176 0,0 2 32 0,2-2 16 0,0 0-720 0,1 0-144 16,2 0-16-16,-1 0-16 0,-6 0-800 0,0 0-144 15,0 0-48-15,33 0 0 16,-33 0-304-16,0 0-64 0,0 0-16 0,38 5 0 0,-38-5-256 0,0 0-64 31,0 0-128-31,0 0 192 0,0 0-192 0,0 0 0 0,12 41 0 0,-18-32 0 0,0 2 0 0,-2-1 0 16,-1 0 0-16,-1-1 0 15,0 0-160-15,0-1 32 0,0 1 0 0,0-4 0 0,0 1 128 0,2 0 0 16,1-3 0-16,0-2-128 0,3 1 128 0,0-2 0 16,2 0 0-16,2 0 0 0,0 0 0 0,2-2 224 15,1 2-48-15,0 0-16 0,3-1 112 16,0 0 32-16,-6 1 0 0,0 0 0 0,25-5 176 0,-25 5 32 0,0 0 16 0,34-5 0 16,-34 5-208-16,0 0-64 15,37-2 0-15,-37 2 0 0,0 0-256 0,35 4 0 0,-35-4 0 0,0 0 0 16,0 0-256-16,35 8-128 0,-35-8 0 0,0 0-16176 15</inkml:trace>
  <inkml:trace contextRef="#ctx0" brushRef="#br0" timeOffset="82713.19">7382 7909 3679 0,'-1'-1'320'0,"1"0"-320"15,0 1 0-15,0-1 0 0,0 1 1792 0,0 0 304 0,0 0 48 0,1-1 16 16,0 0 912-16,1-1 192 0,0 0 48 0,1 1 0 15,0-1-880-15,0 0-160 0,2 2-32 0,-1 0-16 16,-4 0-544-16,0 0-96 0,0 0-32 0,0 0 0 16,0 0-688-16,38 31-144 0,-38-31-16 0,0 0-16 15,25 32-368-15,-25-32-80 0,0 0-16 0,24 44 0 16,-24-44-224-16,14 35 144 0,-14-35-144 0,12 40 128 16,-12-40-128-16,9 43 0 0,-9-43 144 0,5 36-144 15,-5-36 0-15,-1 37 0 0,1-37 0 0,-5 33 0 16,0-16 0-16,-1 2 0 0,-2 0 0 0,-1 1 128 15,1 0-128-15,-2-1 0 0,-1 3 0 0,0-1 0 0,0 0 0 16,1-1 128-16,-1-2-128 0,1-1 0 0,-1-1 0 16,0-4 0-16,0 1 0 0,-1-2 0 15,-1-1-768-15,0-1-160 0</inkml:trace>
  <inkml:trace contextRef="#ctx0" brushRef="#br0" timeOffset="83222.08">7761 8163 10127 0,'-1'0'896'0,"1"-1"-704"16,0 1-192-16,0 0 0 0,1 0 1056 0,-1-2 176 16,1 2 48-16,0 0 0 0,3-2 832 0,2-1 192 15,0-2 16-15,-6 5 16 0,0 0-464 0,27-4-80 0,-27 4-32 0,0 0 0 16,36-5-464-16,-36 5-80 15,0 0-32-15,40 3 0 0,-40-3-576 0,0 0-112 16,39 4-32-16,-39-4 0 0,0 0-464 0,0 0 0 0,35 3 0 0,-35-3 0 31,0 0-1456-31,0 0-224 0</inkml:trace>
  <inkml:trace contextRef="#ctx0" brushRef="#br0" timeOffset="83413.83">7823 8222 20271 0,'-3'1'896'0,"1"0"192"0,2-1-880 0,0 0-208 16,0 0 0-16,1 0 0 0,0 0 2064 15,0 2 368-15,2-2 80 0,-3 0 16 0,0 0-560 0,0 0-112 16,0 0-32-16,0 0 0 16,41 8-816-16,-41-8-176 0,0 0-16 0,33 2-16 0,-33-2-528 0,0 0-96 15,39-2-32-15,-39 2 0 16,27-3-144-16,-27 3-176 0,25-5 48 0,-25 5-17232 15</inkml:trace>
  <inkml:trace contextRef="#ctx0" brushRef="#br0" timeOffset="88095.98">8550 7958 4607 0,'1'-3'400'0,"0"-1"-400"16,1 2 0-16,-2-1 0 0,0 1 736 0,2 0 64 15,1-5 16-15,2-3 0 0,1-3 512 0,2-2 96 16,0-2 32-16,0 1 0 0,-1 2 1008 0,-1 2 208 16,-1 2 32-16,0 0 16 0,-3 4-224 0,0-1-32 15,0 4-16-15,-3-2 0 0,-1 3-1024 0,0 2-208 16,-2-2-32-16,-1 2-16 0,1 2-608 0,-2-2-128 16,0 2-32-16,0 1 0 0,-1-1-144 0,0 3-16 15,-1 0-16-15,-1 1 0 0,0 2 32 0,-1 1 16 16,1 3 0-16,-3 0 0 0,3 2-48 0,-1 0-16 15,0 3 0-15,0 2 0 0,1 2-32 0,1 1-16 16,0 2 0-16,0 2 0 0,2 2-160 0,0 0 160 0,2-1-160 0,1-1 160 16,2-1-160-16,1-1 0 0,2 0 0 0,-2-24 128 15,8 40-128-15,-8-40 0 0,17 43 0 0,-17-43 0 16,23 43 0-16,-23-43 128 0,24 44-128 0,-24-44 0 0,23 48 0 0,-23-48 0 16,18 46 0-16,-18-46 0 0,12 46 0 0,-12-46 0 15,4 46 0-15,-5-25 0 0,-1 0 0 16,-4-2 0-16,-1 0 0 0,-4 3 0 0,-3-1 0 0,-3-2 128 15,0-3-128-15,-1-1 0 0,-2-3 0 0,0-3 128 16,-1-2-128-16,-2-2 0 0,2-3 0 0,1-2 0 16,-1-2 0-16,3-5 0 0,2 2-144 0,3-5-112 0,3 2-32 15,2 1-17632-15</inkml:trace>
  <inkml:trace contextRef="#ctx0" brushRef="#br0" timeOffset="88633.96">8692 8817 11967 0,'0'0'1072'0,"0"0"-864"0,-1 0-208 0,1 0 0 16,0 2 1840-16,-1-2 320 0,0 0 64 0,-1 3 16 16,-1-1 0-16,1 0 16 15,-1 3 0-15,0-2 0 16,1 3-1136-16,0 0-224 0,1 0-64 0,0 4 0 16,1-3-256-16,1 2-48 0,0 1-16 0,1-1 0 0,-2-9-128 0,0 0-48 15,9 29 0-15,-9-29 0 0,0 0-96 0,0 0-32 16,0 0 0-16,0 0 0 0,34 28-48 0,-34-28-16 15,0 0 0-15,22-9 0 0,-13 2-16 0,0-4 0 16,-1-2 0-16,-1 1 0 0,1-2 0 0,-2-2-128 16,0 1 192-16,-1-2-64 0,-2 1-128 0,-1-1 0 15,-2 3 0-15,-2 0 0 0,-1 5-192 0,-5 1 192 16,0 2-160-16,-2 3 160 0,-2 0-272 0,0 3 32 16,0 1 16-16,0 3 0 15,0-1-416-15,0 0-96 0,2 0-16 0,2-2 0 16,1 1-656-16,3-2-144 0</inkml:trace>
  <inkml:trace contextRef="#ctx0" brushRef="#br0" timeOffset="89202.78">8840 7795 17503 0,'-2'-5'768'0,"1"3"176"0,-1-2-752 0,2 3-192 16,-1-1 0-16,0 1 0 0,1 1 1264 0,-2-2 208 0,0 1 64 0,0 0 0 16,-1-3-208-16,1 3-48 15,1-1 0-15,1 0 0 0,0 1-128 0,1 1-16 16,0 0-16-16,2 0 0 0,1 0-208 0,1 0-32 0,1 0-16 0,1 1 0 16,-7-1-208-16,0 0-32 0,0 0-16 0,42 5 0 15,-42-5-352-15,0 0-80 0,36 6-16 0,-36-6 0 16,0 0-160-16,0 0 0 0,0 0 0 0,39 19 0 15,-37-16 0-15,-3 2 0 0,-2 2 0 0,-2-1 0 16,-3 3 0-16,-2-1 0 16,-2 1 0-16,-1-1 0 0,2-1-272 0,-2 0 64 0,-1-2 16 0,0 0 0 15,2-1 192-15,1-2-144 0,0 3 144 0,0-2-128 16,2-1 128-16,1 1 0 0,1 1 0 0,1-1 0 16,2 0 0-16,3-2 128 0,1 2-128 0,1-1 0 0,4-1 304 0,1 1-16 15,2-2 0-15,3 0 0 0,-11 0 144 0,29 0 16 16,-29 0 16-16,37-3 0 0,-37 3-256 0,39-5-48 15,-19 3-16-15,1-2 0 0,-21 4-144 0,41-3 0 16,-41 3 144-16,33-3-144 0,-33 3 0 0,0 0 0 16,36-2 0-16,-27 4-17792 0</inkml:trace>
  <inkml:trace contextRef="#ctx0" brushRef="#br0" timeOffset="107973.95">9225 8281 12895 0,'-1'0'1152'0,"0"0"-928"16,0 0-224-16,0 0 0 0,1 0 1168 0,-1 0 192 15,0 0 48-15,-1 2 0 16,-1-2 672-16,1 0 144 0,0 0 16 0,1 0 16 0,1 0-480 0,1-2-112 31,1 0 0-31,2-1-16 0,1 1-624 0,1-3-112 16,2-2-16-16,1 0-16 0,3-2-448 0,0-1-96 15,-1 0-16-15,1 1 0 0,0 0-320 0,0-1 0 16,0 0 0-16,1 3 128 0,-2 0-128 0,-1 1 0 16,-10 6 0-16,0 0 0 0,28-3 0 0,-28 3 0 15,0 0-144-15,0 0 144 0,0 0 0 0,33 35 0 0,-33-35 0 0,11 37 0 16,-11-37 0-16,10 46 0 0,-4-20-144 0,1 3 144 15,0-1 0-15,0-2 0 0,-7-26 0 0,15 50 0 16,-15-50-144-16,15 38 144 0,-15-38 0 0,0 0-144 16,24 34 144-16,-24-34-128 0,0 0 128 0,0 0-128 31,0 0-976-31,39-1-192 0,-32-6-48 0,0-3-13120 0</inkml:trace>
  <inkml:trace contextRef="#ctx0" brushRef="#br0" timeOffset="108197.13">9594 8174 9215 0,'-2'-2'816'16,"-1"2"-656"-16,2 0-160 0,0 0 0 0,-1 1 1136 0,-1 0 192 15,-3 4 32-15,-3 0 16 0,-3 5 416 0,-5 6 96 16,0 1 16-16,-3 5 0 0,-2 4-320 0,-3 3-64 16,0 3-16-16,-2 0 0 0,0 0-480 0,2-2-112 15,3-1-16-15,2-6 0 0,6-5-176 0,2-2-32 16,2-2-16-16,3-4 0 15,1-1-864-15,2-2-192 0,2-2-16 0,3 0-13440 16</inkml:trace>
  <inkml:trace contextRef="#ctx0" brushRef="#br0" timeOffset="108617.01">9599 8020 11967 0,'-1'-1'1072'0,"2"0"-864"0,0-2-208 0,0 2 0 15,0 0 544-15,0 1 64 0,2-3 16 0,1-1 0 16,2-1 32-16,1-2 16 0,2 2 0 0,-1 0 0 16,2 1 368-16,-2 0 80 0,0 3 16 0,2-3 0 15,-2 3-96-15,-8 1-16 0,0 0 0 0,0 0 0 16,0 0-320-16,40 6-64 0,-40-6 0 0,0 0-16 15,0 0-320-15,0 0-64 0,0 0-16 0,23 35 0 16,-23-27-224-16,-2-2 0 0,-1 1 128 0,-2 0-128 16,-2 0 0-16,-1 1 0 0,0-1 0 0,-2 0 0 15,-1 2 0-15,0-3 0 0,0 0 0 0,1 1 0 0,-1-2 0 16,1 0 0-16,2-3 0 0,1 0 0 0,1 1 0 16,1-1 0-16,4 0 0 0,0-1 0 0,2 1 0 0,2-4 0 15,2 1 0-15,1-1 144 0,3-1 112 16,-9 3 32-16,21-4 0 0,-21 4 0 0,26-7 368 0,-26 7 80 15,28-5 16-15,-28 5 0 0,28-4-304 0,-28 4-48 16,0 0-16-16,39-1 0 0,-39 1-256 0,0 0-128 16,0 0 0-16,38 7 128 0,-38-7-368 0,0 0-80 15,0 0 0-15,0 0-14016 0</inkml:trace>
  <inkml:trace contextRef="#ctx0" brushRef="#br0" timeOffset="109444.28">10276 7992 11967 0,'1'-5'1072'0,"0"2"-864"16,0 1-208-16,-1 2 0 15,-1-1 1296-15,0 0 224 0,1-1 32 0,-2-1 16 0,0-4-80 0,-1 5-16 0,-1-3 0 0,-1 2 0 16,-2 3-112-16,0 0-16 0,-1 0-16 0,-3 3 0 16,2 0-208-16,-1 1-32 0,1 0-16 0,-2 2 0 15,2-2-192-15,1 3-48 0,0 0 0 0,1 1 0 16,1-1-320-16,0 1-64 0,2 0 0 0,1 1-16 15,2 1-208-15,0 2-32 0,1 1-16 0,0-13 0 16,5 32-48-16,-5-32-128 0,10 38 192 0,-10-38-64 0,13 41-128 16,-13-41 0-16,15 54 0 0,-5-23 128 0,-3 2-128 0,1 0 0 15,-1 2 0-15,-1 1 0 0,-1-2 0 0,-1-4 0 16,-2-2 0-16,0-6 0 0,-2-22 0 0,1 36 0 16,-3-21 0-16,-2-2 0 0,-3 1 0 0,-1-2 0 31,-1-2 0-31,-3-1 0 0,-2 0 0 0,0-3 0 0,3-2 0 0,-2-1 0 0,-4-1-320 0,-1 0 48 15,3-2 16-15,0-2 0 16,2 2-1296-16,-2-5-256 0,1 0-48 0,0-2-7744 0,2-4-1536 16</inkml:trace>
  <inkml:trace contextRef="#ctx0" brushRef="#br0" timeOffset="109618.04">10045 8253 12671 0,'2'2'272'16,"-1"-2"64"-16,0 0 16 0,1 2 0 0,1-2-352 0,0 0 0 0,1 0 0 0,-4 0 0 16,0 0 2368-16,0 0 416 0,52 1 80 0,-52-1 16 15,49-3-896-15,-49 3-192 0,51-7-16 0,-27 0-16 0,-24 7-1104 0,41-9-208 16,-41 9-64-16,36-8 0 16,-36 8-1200-16,29-7-240 0</inkml:trace>
  <inkml:trace contextRef="#ctx0" brushRef="#br0" timeOffset="109872.98">10487 8117 10815 0,'-1'-2'240'0,"0"0"48"0,0 2 16 0,1 0 0 0,-1 2-304 0,1-2 0 0,-1 2 0 0,-1 1 0 15,-2 1 2416-15,-1 6 416 0,-1 0 96 0,-1 2 16 16,1 2-1024-16,-1 1-192 0,0 0-32 0,1 2-16 15,1-2-496-15,0 2-96 0,2 0-32 0,-1 3 0 16,2-2-384-16,1-1-80 0,2 0-16 0,-1-17 0 16,5 26-144-16,-5-26-48 0,0 0 0 0,16 31 0 15,-16-31-224-15,0 0-160 0,0 0 192 0,37 23-192 16,-37-23 0-16,0 0-272 0,0 0 16 0,48 5-9984 16,-48-5-2016-16</inkml:trace>
  <inkml:trace contextRef="#ctx0" brushRef="#br0" timeOffset="110113.19">10653 8200 911 0,'-3'-7'0'0,"2"2"0"15,-1 3 0-15,1 1 0 0,0 1 2368 0,1 1 400 16,0-1 80-16,-1 3 16 0,0 1 192 0,1 2 32 16,-1 1 16-16,1 2 0 0,0 2-1136 0,0-11-240 15,4 26-32-15,-4-26-16 0,5 29-528 0,-5-29-128 0,10 31 0 0,-10-31-16 16,0 0-304-16,20 43-64 0,-20-43-16 0,0 0 0 15,25 40-400-15,-25-40-80 0,0 0-16 0,0 0 0 16,27 40-128-16,-27-40 0 0,0 0 0 0,0 0 0 31,0 0-1024-31,0 0-64 0,0 0-32 0,0 0-13152 0</inkml:trace>
  <inkml:trace contextRef="#ctx0" brushRef="#br0" timeOffset="110269.17">10809 8198 11055 0,'-1'1'480'0,"0"0"112"0,-1 1-464 0,0-1-128 32,2 1 0-32,-2-1 0 0,-1 3 1504 0,0-2 288 0,-3 6 48 0,-4 3 16 15,-3 3 64-15,-1 3 0 0,-4 2 16 0,0 0 0 0,0 0-768 0,-1 0-144 16,0-2-48-16,1 0 0 0,2-1-496 0,1-6-96 16,3 1-32-16,2-4-8928 15,2 0-1776-15</inkml:trace>
  <inkml:trace contextRef="#ctx0" brushRef="#br0" timeOffset="110496.1">10865 8129 15663 0,'2'1'1392'0,"-1"1"-1120"0,1 0-272 0,-1-2 0 16,-1 0 1664-16,0 0 288 0,0 0 48 0,0 0 16 15,0 0-432-15,35 42-96 0,-35-42-16 0,23 34 0 16,-23-34-688-16,17 38-144 0,-17-38-16 0,15 40-16 16,-15-40-96-16,8 45 0 0,-8-23-16 0,0 0 0 0,-4-2-240 0,-2-1-32 15,-1-2-16-15,-2-1 0 0,-1-3-208 0,1-2 0 32,0-2 0-32,-1-3-9696 0,-2 0-2016 0</inkml:trace>
  <inkml:trace contextRef="#ctx0" brushRef="#br0" timeOffset="111301.87">11288 8243 13823 0,'-1'2'1216'0,"0"-1"-960"16,1 1-256-16,0-1 0 0,1 0 1088 0,0-1 192 16,-1 0 16-16,2 0 16 0,1 0 256 0,1 0 48 15,0 0 16-15,2 0 0 0,-1-2-928 0,-1-2-192 0,1 1-48 0,0-1 0 16,-3-1 48-16,2-1 0 0,-1 2 0 0,-1-4 0 15,-1 2-192-15,-1-2-48 16,0 2 0-16,-2-2 0 0,-1 3-96 0,0-3-32 0,0 0 0 0,-1 1 0 16,-1 0 48-16,1 2 16 0,-1-2 0 0,-2 4 0 15,2 1 176-15,-2 0 16 0,2 0 16 0,-3 4 0 16,2 0 16-16,-2 2 0 0,2 2 0 0,-1 1 0 16,-1 2-128-16,1-1-32 0,-1 5 0 0,1 0 0 15,-1 3-128-15,1 0-16 0,1 1-128 0,0 2 192 16,1-2-192-16,1 2 0 0,1-1 0 0,1 0 0 0,2-1 0 0,0-2 0 15,0-15 0-15,0 0 0 0,12 31 0 0,-12-31 0 16,0 0 0-16,0 0 0 0,0 0 0 0,46 3 0 16,-33-11 0-16,0-1 0 0,0-3 0 0,0 0-160 15,0 0 160-15,0-2-128 16,1-2-592-16,-1 1-112 0,-1-3-32 0,-1 1 0 16,-1 0-592-16,-3 1-112 0,1-1-32 0,-2 0 0 15,0-2 384-15,-3 0 80 0,0-2 16 0,-1 0 0 16,0-1 208-16,-2-2 32 0,0-2 16 0,0 1 0 0,-1 4 496 0,0-3 112 15,1-2 0-15,-1-1 16 0,2 2 240 0,0 3 208 16,2 0-32-16,-1 8-16 0,0 3 1056 0,0 6 224 0,1 2 32 16,-1 3 16-16,-2 3 560 0,1 4 96 15,0 2 32-15,0 3 0 0,-1 2-864 0,0 5-160 0,-1 5-48 0,1 5 0 16,0 2-480-16,-1 6-112 0,0 0 0 0,0 0-16 16,-1-1-144-16,0-4-32 0,0 0 0 15,1-4 0-15,1-2-144 0,1-2-48 0,0 2 0 16,0-5 0-16,1 1-128 0,-2-22 0 0,6 37 0 0,-6-37-176 15,0 0-1040-15,11 36-192 0,-11-36-64 0,0 0-8992 16,0 0-1808-16</inkml:trace>
  <inkml:trace contextRef="#ctx0" brushRef="#br0" timeOffset="111601.69">11617 8122 9215 0,'-2'2'816'0,"1"-2"-656"0,1 1-160 16,0 1 0-16,0-2 1408 0,1 0 240 0,-1 2 48 0,1-2 16 31,1 3 640-31,0-1 128 0,-2-2 16 0,0 0 16 0,0 0-784 0,0 0-176 0,0 0-16 0,39 21-16 16,-39-21-400-16,0 0-80 0,31 29-16 0,-31-29 0 16,23 30-352-16,-23-30-80 15,23 34-16-15,-23-34 0 0,27 35 0 0,-27-35 0 16,27 33 0-16,-27-33 0 0,0 0-128 0,40 39-48 15,-40-39 0-15,0 0 0 16,35 22-400-16,-35-22 128 0,0 0-128 0,0 0 0 0,38 1 0 0,-30-3 0 16,-2-3 0-16,1-1 0 15,-2 0-1040-15,-1-2-192 0,-1-1-48 0,0 0-14848 16</inkml:trace>
  <inkml:trace contextRef="#ctx0" brushRef="#br0" timeOffset="111744.42">11894 8113 1839 0,'-3'-4'160'0,"1"1"-160"15,0 3 0-15,1 0 0 0,0 2 2256 0,-2 0 432 16,-3 1 64-16,-2 4 32 0,-2 2 544 0,-3 6 128 0,-2 3 0 0,-2 4 16 16,1 2-1488-16,-2 2-288 0,-1 0-64 0,-3 2-16 15,1 0-592-15,-1-2-128 0,-1 1-32 0,3-4 0 16,1-3-592-16,5-4-112 0,2-3-32 0,3-2-10064 16,3-6-2032-16</inkml:trace>
  <inkml:trace contextRef="#ctx0" brushRef="#br0" timeOffset="112628.55">12247 8141 12895 0,'0'0'1152'0,"0"0"-928"16,0 0-224-16,0 0 0 15,1 0 1280-15,-1 0 224 0,1-2 32 0,2 1 16 0,0 1 576 0,1-2 112 16,-4 2 32-16,0 0 0 0,26-6-304 0,-26 6-64 15,25-6-16-15,-25 6 0 0,27-4-752 0,-27 4-160 16,30-7-16-16,-30 7-16 0,30-3-592 0,-30 3-112 16,0 0-32-16,37-1 0 0,-37 1-208 0,0 0 0 15,0 0 0-15,35 0 0 16,-35 0-896-16,0 0-112 0,0 0-16 0,0 0-14608 0</inkml:trace>
  <inkml:trace contextRef="#ctx0" brushRef="#br0" timeOffset="112835.54">12261 8238 3679 0,'-3'2'320'0,"0"1"-320"0,2-2 0 16,0 0 0-16,2-1 2080 0,0 0 352 0,1 0 64 0,0-1 0 0,2 0 624 0,3 1 112 31,-7 0 32-31,21-6 0 0,-21 6-400 0,29-8-80 16,-29 8-16-16,32-9 0 0,-32 9-1392 0,33-9-288 15,-33 9-48-15,28-6-16 0,-28 6-784 0,0 0-240 0,35-7 0 0,-35 7-11232 32,0 0-2336-32</inkml:trace>
  <inkml:trace contextRef="#ctx0" brushRef="#br0" timeOffset="114601.97">13250 7655 12895 0,'-2'-2'1152'0,"-1"1"-928"0,1 1-224 0,1 0 0 16,0 0 1216-16,-1 0 192 0,-3 0 32 0,-1-2 16 15,-3 2 384-15,-1 2 80 0,1-1 0 0,-1 1 16 16,-1 3-512-16,2-1-96 0,0 4-32 0,0-3 0 16,0 5-528-16,0 1-96 0,0-1-32 0,0 2 0 15,1 1-64-15,1 4-32 0,-1-1 0 0,0 4 0 16,0-2-160-16,0 4-48 0,1-3 0 0,-1 4 0 15,1 3-192-15,1 5-144 0,2-2 192 0,1-1-192 0,2 0 256 0,2 1-64 16,2 0-16-16,-3-29 0 0,12 50-32 0,-12-50 0 16,15 49 0-16,-15-49 0 0,18 47-144 0,-18-47 0 15,20 46 0-15,-20-46 0 0,21 47-144 0,-21-47 144 16,20 47 0-16,-20-47 0 0,19 43-128 0,-19-43 128 16,14 41 0-16,-14-41 0 0,5 37 0 0,-6-18 0 15,0 0 0-15,-6 0 0 0,1 0 0 0,-6-1 0 16,-1 0 0-16,0 1 0 0,-1-3 0 0,-1 1 0 15,-1-2 0-15,-1 1 0 0,0-4 0 0,-1 0 0 16,0-3 0-16,1-3 0 0,2-3-272 0,1-2-112 16,2-4 0-16,3-2-15456 0</inkml:trace>
  <inkml:trace contextRef="#ctx0" brushRef="#br0" timeOffset="115054.25">13397 8645 10127 0,'-1'-4'448'0,"0"0"96"16,0 1-544-16,-1 1 0 0,1 2 0 0,0-2 0 0,0 2 1552 0,0-3 208 15,-1 0 32-15,-1 1 16 16,-2 0 496-16,0 0 112 0,2 2 16 0,-2 2 0 0,1 0-976 0,1 3-192 0,-2 1-48 0,0 2 0 16,1 2-400-16,0 2-96 0,-1 2-16 0,2 0 0 15,1 1-176-15,-1 1-32 0,2-2-16 0,1 0 0 16,1-2-256-16,-1-12-48 15,0 0-16-15,12 28 0 0,-12-28-160 0,0 0 0 0,0 0 0 0,0 0 0 16,45 3 0-16,-34-9 0 0,0-2 0 0,-1 1-176 31,-1-3-16-31,1-2 0 0,0 0 0 0,-4 1 0 0,0 4-160 0,-1-3-32 16,-1-3-16-16,-1-2 0 0,-2-2 208 0,-5 3 32 16,-2 0 16-16,-2 4 0 0,-3 1 0 0,-2 1 0 0,-1 4 0 15,-1 0 0 1,1 3-624-16,0 1-112 0,1 0-16 0,1 0-16 15,3 0-480-15,2-2-80 0</inkml:trace>
  <inkml:trace contextRef="#ctx0" brushRef="#br0" timeOffset="115580.51">13445 7473 8287 0,'-1'-1'736'0,"-1"-1"-592"0,1 2-144 0,0-1 0 0,1 1 1600 0,0 1 304 16,1-1 48-16,0 0 16 16,-1 2 432-16,2-2 96 0,1 3 0 0,2-3 16 0,2 2-944 0,0-2-192 15,1 0-32-15,4 0-16 0,0 0-416 0,-12 0-80 16,26 0 0-16,-26 0-16 0,31 0-304 0,-31 0-64 0,0 0-16 0,41 12 0 16,-41-12-208-16,0 0-32 0,0 0-16 0,0 0 0 15,32 35-176-15,-32-35 0 0,-1 22 0 0,-3-10 0 16,-4 0 0-16,-1 0 0 15,-3 0 0-15,-1 0 0 0,-2-1-144 0,-1 1 144 0,0-2 0 0,0 1 0 16,1-3 0-16,1 1 0 0,0-2 0 0,-1-2 0 16,3 2 0-16,2-3 0 0,1 1 0 0,2-2 0 15,4-1 0-15,1 0 0 0,2-1 0 0,2-1 0 16,3 0 0-16,2 0 0 0,0-1 0 0,3-1 0 16,-10 2 192-16,30-4 32 0,-30 4 16 0,38-3 0 15,-38 3 0-15,43-7 0 0,-43 7 0 0,46-5 0 0,-46 5-240 16,43 0 0-16,-43 0 0 0,36 3 0 15,-36-3-864-15,0 0-112 0,42 11-32 0,-42-11-13888 16</inkml:trace>
  <inkml:trace contextRef="#ctx0" brushRef="#br0" timeOffset="117295.41">13880 7652 11055 0,'1'-4'976'0,"-1"-1"-784"0,1 1-192 0,-1 3 0 0,0 1 1152 0,0 0 192 0,1-3 48 0,1-1 0 16,0-1 128-16,0 3 16 15,0 2 16-15,-1 3 0 0,-1-3-512 0,0 0-96 16,3 42-32-16,-3-20 0 0,-1 4-208 0,-1 2-32 0,-1 1-16 0,0-1 0 16,-1 0-272-16,0 1-64 15,0 2-16-15,0-4 0 0,1 0-304 0,1-3 0 16</inkml:trace>
  <inkml:trace contextRef="#ctx0" brushRef="#br0" timeOffset="117619.27">13680 8148 8287 0,'-7'0'368'0,"1"-1"80"0,2 0-448 0,0 1 0 15,2 0 0-15,0 0 0 0,0 0 1376 0,-1 0 192 0,-3 1 32 0,-1-1 16 16,-1 1 304-16,2-1 48 0,1 2 16 0,1-2 0 16,4 1-352-16,0 1-64 0,2-2-16 0,4-2 0 15,-6 2-464-15,0 0-80 0,30-3-32 0,-30 3 0 16,35-6-80-16,-35 6 0 0,45-8-16 0,-17 1 0 15,0 2-224-15,1 1-32 0,0-1-16 0,3 2 0 16,0-1-224-16,2 1-64 0,-1 1 0 0,-2-1 0 16,-31 3-320-16,52-6 128 0,-52 6-128 0,42-6 0 15,-42 6 0-15,33-4 0 0,-33 4 0 0,0 0 0 16,30-5-368-16,-25 5 16 0,-2 3 0 0,-5 0-15648 16</inkml:trace>
  <inkml:trace contextRef="#ctx0" brushRef="#br0" timeOffset="118014.17">13808 8316 11055 0,'1'-3'976'0,"0"0"-784"15,1 0-192-15,-1 1 0 0,0 1 1712 0,-1 1 288 16,1-2 64-16,1 1 16 0,0 0-416 0,3-1-96 0,0-1-16 0,0 1 0 15,2 0-576-15,-2 1-112 0,-5 1-32 16,0 0 0-16,0 0 192 0,0 0 48 16,40 10 0-16,-40-10 0 0,0 0-416 0,0 0-80 0,39 14 0 15,-39-14-16-15,0 0-432 0,0 0-128 0,35 22 0 0,-35-22 0 16,0 0 0-16,0 0 0 0,0 0 0 0,11 36 0 16,-13-28-304-16,-3 0-16 0,-1 1 0 0,-1 0 0 15,0-1-160-15,-2 1-32 0,1 0-16 0,0-1 0 16,0-1 304-16,0 0 64 0,1-2 16 15,1 0 0-15,1-1 144 0,1 3 0 0,0-3 0 0,2-1 0 0,1 2 0 0,2-2 0 16,0 1 192-16,1-2-64 0,2-2 128 0,0 0 48 16,-4 0 0-16,0 0 0 0,0 0-160 0,34-6-16 15,-34 6-128-15,26-8 192 0,-10 1-192 0,3 0 0 16,-1-2 0-16,0 2 0 16,0-1-1024-16,-3-1-208 0,1 3-48 0,-2 0-11280 15</inkml:trace>
  <inkml:trace contextRef="#ctx0" brushRef="#br0" timeOffset="118816.69">14454 7996 7359 0,'0'-2'656'0,"0"2"-528"15,0 0-128-15,0 0 0 0,0 0 1152 0,0 0 208 16,1 0 48-16,-1 0 0 0,1 2 448 0,0 1 112 16,-1-1 16-16,2 3 0 0,0 2-256 0,-2-7-32 15,0 0-16-15,0 0 0 0,20 43-80 0,-20-43-32 0,0 0 0 0,28 42 0 16,-28-42-400-16,0 0-80 16,41 44 0-16,-41-44-16 0,33 26-416 0,-33-26-80 0,33 26 0 0,-33-26-16 31,35 26-432-31,-35-26-128 0,0 0 0 0,45 30 0 15,-45-30 0-15,0 0 0 0,44 26 0 0,-44-26 0 16,0 0-592-16,0 0-32 0,41 17 0 0,-35-19-9968 16,-1 1-2000-16</inkml:trace>
  <inkml:trace contextRef="#ctx0" brushRef="#br0" timeOffset="119007.69">14683 8027 8287 0,'-3'0'736'15,"0"1"-592"1,2 1-144-16,-1-2 0 0,2 2 1472 0,-3 0 256 16,-2 1 48-16,-2 4 16 0,-4 2 128 0,-1 1 16 0,-3 1 16 0,0 2 0 0,-1 1-240 0,-1 2-48 15,1-1-16-15,-1 1 0 0,0 1 384 0,2 0 80 16,-1 1 0-16,2-1 16 16,2 0-2400-16,2-3-496 0,1 0-80 0,3-4-9104 15,3-1-1824-15</inkml:trace>
  <inkml:trace contextRef="#ctx0" brushRef="#br0" timeOffset="121199.06">14817 7724 3679 0,'-2'-5'320'0,"2"0"-320"16,-1 3 0-16,0 0 0 0,1 0 928 0,0 1 112 16,1-1 32-16,-1 0 0 0,1-1 624 0,-1-2 128 0,0 0 32 0,1-1 0 15,1 1-160-15,-1 2-32 0,2-1 0 0,-1 1 0 16,1-1 64-16,0 1 16 0,1 2 0 0,1 0 0 16,-1-2-320-16,1 2-64 0,0 0-16 0,1 1 0 15,-6 0-512-15,0 0-128 0,0 0 0 0,0 0-16 16,0 0-368-16,41 17-64 0,-41-17 0 0,0 0-16 15,0 0-240-15,0 0 0 0,0 0 128 0,14 40-128 16,-15-33 0-16,-2 0 0 0,-1 1 0 0,0-2 0 16,-2 2 0-16,-1-2 0 0,-1 2 0 0,-1-1 0 15,0 0 0-15,-1-2 0 0,0 2 0 0,-1-2 0 16,1 2-144-16,0-3 144 0,0-1 0 0,1 0-144 0,1-1 144 0,1 0 0 16,1-1 0-16,1 0 0 0,2-1 0 0,1 0 0 15,1 0 0-15,1 0 0 16,2 0 0-16,0 0 0 0,2-1 0 0,1 0-128 0,0-1 128 0,3 0 0 15,1 1 0-15,1-1 0 0,1-1 0 0,0 1 0 16,-11 2 0-16,0 0 0 0,32-2 0 16,-32 2 0-16,0 0 0 0,0 0 0 0,42 7 0 0,-42-7-128 15,0 0 128-15,0 0 0 0,0 0 0 0,0 0 0 16,0 0 0-16,23 34 0 0,-27-28 0 0,-1 1 0 0,-4 1 0 0,0-1 0 31,1 2 0-31,-3-4 0 0,0 2 0 0,-3 0 0 0,0 1 0 0,-2-2 0 0,1-1 0 0,0-1 0 16,3-1 0-16,0-3 0 0,3 2 0 0,0-2 0 15,3 0-736-15,3-2-112 16,1 0-32-16,2 1-13456 0</inkml:trace>
  <inkml:trace contextRef="#ctx0" brushRef="#br0" timeOffset="121958.18">15249 8170 18431 0,'1'3'1632'0,"1"-2"-1312"16,-1 1-320-16,0-2 0 0,0 0 832 0,0-2 112 15,1 2 16-15,2 0 0 0,0 0 240 0,3-2 48 16,-1-2 16-16,1-2 0 0,-2-1-160 0,1-2-16 0,-2 1-16 0,0-1 0 16,-1 0-528-16,-2-1-96 0,-1 3-32 0,-2-2 0 15,-2 1-112-15,0 2-32 0,-3 0 0 0,0 2 0 16,-1 0 128-16,-1 1 32 0,0 0 0 16,-2 1 0-16,0 2-80 0,1 0-16 0,-1 2 0 0,1 1 0 15,0 2-112-15,0 1-32 0,2 0 0 16,1 3 0-16,0 0-32 0,1 1-16 15,0 0 0-15,1 2 0 0,2 2-144 0,-1 0 0 0,2 1 0 16,0 1 0-16,1 3 0 0,1-3 0 0,0 0 0 0,0-16 0 0,5 29 0 16,-5-29 128-16,0 0-128 0,16 33 0 0,-16-33 0 15,0 0 0-15,0 0 0 0,0 0 0 16,42 5 0-16,-32-11 0 0,-1-2 0 0,1-2 0 16,1-1 0-16,2-4 0 0,0-2-144 0,-1-1 144 0,0-2-352 0,0 2-16 15,-1 1 0-15,-2-2 0 16,0 1-144-16,-1 0-16 0,-2 2-16 0,1-3 0 0,-4 2 240 0,0-1 48 15,-1-2 16-15,-2-1 0 0,0 0 240 16,0 0 0-16,-2 0 0 0,0-1 0 0,0-3 0 0,0 2 0 16,-1 0 0-16,0 5 0 0,1 5 432 0,0 1-32 15,1 5 0-15,0 4 0 0,0 1 432 0,0 4 96 16,0 3 16-16,-1 2 0 0,1 3-336 0,-1 3-64 0,1 5-16 0,-1 5 0 16,1 0-240-16,1 4-48 0,0 2-16 0,0 2 0 15,2-2-224-15,-1-1 144 0,2 0-144 16,1-2 128-16,-4-26-128 0,9 46 0 0,-9-46 0 0,12 39 128 15,-12-39-128-15,10 32 0 0,-10-32 0 0,0 0 0 16,17 38 0-16,-17-38-176 16,0 0 48-16,0 0-11824 15,0 0-2352-15</inkml:trace>
  <inkml:trace contextRef="#ctx0" brushRef="#br0" timeOffset="122216.03">15550 7975 11967 0,'0'0'1072'0,"0"1"-864"15,1 1-208-15,-1 0 0 0,1 0 2208 0,0 0 400 0,1 3 80 0,-2-5 0 16,0 0-80-16,0 0-32 0,21 45 0 0,-21-45 0 16,0 0-912-16,30 46-176 0,-30-46-32 0,0 0-16 15,35 38-672-15,-35-38-128 0,0 0-16 0,39 38-16 16,-39-38-352-16,0 0-64 0,40 32 0 0,-40-32-16 15,0 0 0-15,39 31 0 0,-39-31 0 0,0 0 0 16,35 21-176-16,-35-21 0 0,0 0 0 0,0 0 0 16,36 8-576-16,-29-12-32 15,-1 0-16-15,-1-2-10704 0,-2-2-2160 0</inkml:trace>
  <inkml:trace contextRef="#ctx0" brushRef="#br0" timeOffset="122395.59">15822 7980 9215 0,'-5'-5'400'0,"1"3"96"0,2 1-496 0,-1 1 0 15,1 3 0-15,0-2 0 16,0 3 2064-16,-2 0 320 0,-2 6 64 0,-3 3 16 0,-2 5-224 0,-3 2-64 16,0 3 0-16,-2 1 0 0,-1 2-672 0,1 0-144 15,-3-2-16-15,1 1-16 0,2-3-432 0,0 0-96 16,1-2-16-16,0-3 0 0,1-3-464 0,2 0-80 16,1-3-32-16,2-3-15312 15</inkml:trace>
  <inkml:trace contextRef="#ctx0" brushRef="#br0" timeOffset="123416.95">16224 8030 9215 0,'-1'2'816'0,"0"-2"-656"0,0 0-160 0,1 0 0 16,0 0 1024-16,0 0 192 0,0 0 16 0,1 0 16 15,0 0 432-15,2 0 96 0,-3 0 16 0,0 0 0 16,0 0-16-16,30-5 0 0,-30 5 0 0,24-7 0 16,-24 7-464-16,28-5-96 0,-28 5 0 0,27-5-16 0,-27 5-448 0,26-4-96 15,-26 4-16-15,0 0 0 0,32-2-400 0,-32 2-96 16,0 0-16-16,0 0 0 15,31 0-544-15,-26 0-112 0,0 0-32 0,-2 0-9072 16,0 2-1824-16</inkml:trace>
  <inkml:trace contextRef="#ctx0" brushRef="#br0" timeOffset="123637.45">16262 8155 10127 0,'-1'1'896'0,"1"1"-704"0,2-2-192 0,-1 0 0 16,1 0 1552-16,0 0 288 0,-2 0 48 0,0 0 16 16,0 0 768-16,0 0 144 0,42-3 48 0,-42 3 0 15,29-5-1072-15,-29 5-192 0,30-6-64 0,-30 6 0 16,31-6-672-16,-31 6-144 0,28-6-16 0,-28 6-16 16,0 0-688-16,34-5 0 0,-34 5-256 0,0 0-15296 15</inkml:trace>
  <inkml:trace contextRef="#ctx0" brushRef="#br0" timeOffset="125605.78">17278 7494 3679 0,'0'-5'320'0,"0"2"-320"16,1 0 0-16,-1 0 0 0,1 1 1536 0,-1 1 256 0,0 1 32 15,0-4 16-15,0 1 464 0,1-2 80 0,-1-2 32 0,-1 3 0 16,1-4-944-16,-2 4-192 0,-1-1-48 0,-1 0 0 0,0 3-544 0,-3-2-112 16,1 3-32-16,-3-2 0 0,0 1-224 0,-1 1-32 15,-2 0-16-15,0-1 0 0,1 2-16 0,-1-2 0 16,2 1 0-16,1 1 0 0,1-2 144 0,0 2 32 16,2 0 0-16,1-2 0 0,1 2-48 0,1 0-16 15,0-1 0-15,1 1 0 0,1 1-368 0,0 1 144 16,1-2-144-16,0 3 0 0,1 1 144 0,-1-2-144 15,2 3 0-15,-1 0 144 0,1 0 48 0,-1 2 0 16,0 0 0-16,1 1 0 0,-1 0 16 0,0-1 16 0,0 3 0 0,-1-2 0 16,0 0-224-16,0 2 128 0,0 0-128 0,0 1 0 15,-1 4 0-15,1 0 0 16,-1 3 0-16,1 3 0 0,0 4 128 0,-1 2-128 0,1 4 0 0,1 1 0 16,-2 0 0-16,0 3 128 0,0 1-128 0,-1 0 0 15,1-1 0-15,-1 1 0 0,1 4 0 0,0-2 0 16,0 1 0-16,-1-2 0 0,1-4 0 0,0-2 0 0,0-4 0 0,1 1-128 15,-1-2 128-15,0-2 0 16,1 0 0-16,1 1-128 0,0-1 128 0,1 0 0 0,-2-24 0 0,5 49 0 31,-5-49 0-31,6 50 0 0,-6-50 0 0,5 48 0 0,-5-48 0 0,7 42 0 0,-7-42 0 0,8 41 0 16,-8-41 0-16,9 37 0 16,-9-37 0-16,0 0 128 0,16 43-128 0,-16-43 0 15,0 0 0-15,23 38 0 0,-23-38 0 0,0 0 0 0,0 0 320 0,0 0-48 16,44 17 0-16,-44-17 0 0,20-5 400 0,-10 0 80 15,1 1 16-15,2-3 0 16,-2 4-384-16,-11 3-80 0,25-7-16 0,-25 7 0 16,0 0-288-16,34-3 0 0,-34 3 0 0,0 0 0 31,36 0-928-31,-36 0-192 0</inkml:trace>
  <inkml:trace contextRef="#ctx0" brushRef="#br0" timeOffset="162361.45">17666 7593 7359 0,'0'-5'656'0,"0"2"-528"0,0 0-128 0,0 3 0 15,0-2 1088-15,0-1 192 16,1 0 48-16,0-3 0 0,0-2 560 0,0-2 112 0,2 1 32 16,-1 1 0-16,-1 2-368 0,1 1-80 0,0 3-16 0,1-2 0 15,0 3-448-15,-1-1-96 0,-1 4 0 0,1 1-16 16,-1 3-176-16,0 2-16 0,-1-8-16 0,0 27 0 15,-1-11-288-15,-1 5-64 0,0-2-16 0,-2 2 0 16,0 3-432-16,0-3 0 0,0 0 0 0,-2 2 0 16,2-2-928-16,-1 2-224 0,0-2-32 0,2-1-12336 15</inkml:trace>
  <inkml:trace contextRef="#ctx0" brushRef="#br0" timeOffset="162758.51">17475 8061 4607 0,'-3'-1'400'0,"-1"1"-400"15,2 0 0-15,1 0 0 0,0 0 1280 0,0-2 192 0,-3 2 16 0,0 0 16 16,-2-1 80-16,0 1 16 16,0 1 0-16,3-1 0 0,0 0-304 0,1 2-48 0,2-2-16 0,0 1 0 15,2 1-400-15,0 0-96 0,1-2-16 0,2 1 0 0,1-1 112 0,-6 0 32 16,0 0 0-16,30-5 0 0,-30 5 208 0,34-8 32 31,-11 1 16-31,2-2 0 0,-1 4-112 0,2-4-32 0,3 1 0 0,1 0 0 0,0 2-416 0,0-1-96 16,-3 2-16-16,-27 5 0 0,51-7-224 15,-51 7-48-15,43-2-16 0,-43 2 0 0,36-2-160 0,-36 2 0 32,34 0 0-32,-34 0 0 0,0 0 0 0,40 0 0 15,-40 0 0-15,0 0 0 0,35-5 0 0,-35 5-272 16,0 0 64-16,0 0 16 16,27-5-1216-16,-24 5-224 0,-1 0-48 0,-2 0-12160 0</inkml:trace>
  <inkml:trace contextRef="#ctx0" brushRef="#br0" timeOffset="163442.1">17703 8220 16575 0,'-1'-5'736'0,"1"2"160"0,0 1-720 0,0 0-176 15,0 2 0-15,0-2 0 0,1 1 896 0,0-2 160 16,0 1 32-16,-1-2 0 0,1 1 512 0,0-1 96 16,-1 1 32-16,-1 3 0 0,1-2-704 0,-2 2-128 15,1 0-16-15,-1 1-16 0,-1 0-400 0,-1 1-80 16,0 1 0-16,-1 0-16 0,-1 1-48 0,1 0-16 15,-3 0 0-15,2 0 0 0,0 0 80 0,0 1 0 16,-2 0 16-16,3 0 0 0,-1 0-16 0,2-1 0 0,-2 1 0 0,2-2 0 16,1 1-128-16,1-1-48 0,1 1 0 0,1-3 0 15,1 1-80-15,2 0 0 0,-3-2-128 0,0 0 192 16,0 0 48-16,0 0 0 0,0 0 0 0,45 14 0 16,-45-14 96-16,0 0 32 0,39 17 0 0,-39-17 0 15,0 0-176-15,45 26-48 0,-45-26 0 0,0 0 0 16,42 28-144-16,-42-28 192 0,0 0-192 0,31 31 192 15,-31-31-192-15,0 0 0 0,0 0 0 0,23 36 128 16,-23-36-128-16,0 0 0 0,4 28 0 0,-6-18 0 16,-2-3 0-16,-2 2 0 0,-1-1 0 0,-2-1 0 0,-2 2 0 15,-2-2 0-15,-2 0 0 0,0 0 0 0,-1-2 0 16,0 0 0-16,1-3 0 0,-1 1 0 0,2-3 0 0,1 0 0 16,0-3 0-16,1-2 0 0,3 1 0 0,0-6 0 15,2 1 0-15,2-1 0 0,2-2 0 0,1-2 0 16,3 2 0-16,1 1 0 0,2-1 0 0,2 0 0 15,2 0 0-15,2 0 0 0,1 0 0 0,2 0 0 0,1 1 0 0,0 1 0 16,2 1 0 0,0-1 0-16,-1 1 0 0,0 1 0 0,2 0 0 0,-1 0 0 0,-1 1 0 0,-2-1 128 15,-3 4 0-15,0-4 0 0,-2 2 0 0,-2 1 0 16,-1-1-128-16,-5 1 0 0,0 1 0 16,-4 0 0-16,-1 0 0 0,-4 1 0 0,-1 0 0 0,-5 1 0 15,-2 0 0-15,-2-1 0 16,-2 1 0-16,2-1 0 0,0 1-528 0,2 0-48 0,0 0 0 0,3-1-10880 15,3-2-2192-15</inkml:trace>
  <inkml:trace contextRef="#ctx0" brushRef="#br0" timeOffset="165246.68">18213 7925 5519 0,'0'-2'496'0,"0"2"-496"16,0 0 0-16,0-2 0 0,0 2 992 0,0 0 96 15,0-1 32-15,0 1 0 0,-1-2 752 0,1 1 160 0,1 0 16 0,-1-1 16 16,0-1-240-16,1 1-48 16,1 0-16-16,0 1 0 0,2-1-304 0,-1-2-64 0,1 1-16 0,2 0 0 15,0-1-224-15,2-1-64 0,0-1 0 0,1 0 0 16,2 1-384-16,-1-2-96 0,0 2-16 0,-1 1 0 16,1-1-288-16,0 2-64 0,-1 0-16 0,-1 2 0 15,-8 1 80-15,0 0 16 0,0 0 0 0,0 0 0 16,0 0-16-16,38 38 0 0,-38-38 0 0,11 33 0 15,-11-33-112-15,12 44 0 0,-12-44-16 0,12 46 0 16,-12-46-48-16,14 41 0 0,-14-41 0 0,13 35 0 16,-13-35-128-16,0 0 0 0,21 40 0 0,-21-40 0 15,0 0 0-15,0 0 0 0,0 0-176 0,36 21 176 16,-36-21-1120-16,0 0-144 0,23-9-16 0,-15 2-14400 16</inkml:trace>
  <inkml:trace contextRef="#ctx0" brushRef="#br0" timeOffset="165437.78">18571 7852 5519 0,'1'-14'240'0,"-1"6"64"0,0 1-304 0,0 3 0 16,0 3 0-16,-1 2 0 0,1 1 1920 0,-1-2 320 15,-1 2 64-15,-3 2 0 0,0 4 64 0,-5 1 0 16,0 4 0-16,-4 4 0 0,0 1-592 0,-2 6-112 16,-5 2-32-16,-2 0 0 0,-1 2-688 0,-1 1-144 15,-1 0-32-15,1-1 0 0,2-4-544 0,3-5-224 16,3 0 176-16,3-5-176 0,2-2 0 0,3-3-192 15,3-2 16-15,2-2-13584 0</inkml:trace>
  <inkml:trace contextRef="#ctx0" brushRef="#br0" timeOffset="165988.34">18741 7565 13823 0,'3'-5'608'0,"-1"1"128"0,1 1-592 0,-2 0-144 15,0 1 0-15,0 2 0 0,0-1 1216 0,1-2 192 16,1 0 64-16,1-2 0 0,-1-1 464 0,1 0 112 15,-1 3 0-15,-1 0 16 0,-1 0 240 0,1 1 64 16,-2 0 0-16,1 1 0 0,-1 1-2032 0,-1 1-336 16,-1 1-192-16,1 0 32 0,-2 3 544 0,0-1 96 15,-1 2 32-15,0 0 0 0,-1 4-240 0,0-2-32 0,-2 1-16 0,1 2 0 16,-1 1-96-16,1 2 0 0,-1-2-128 0,1 2 192 16,1-2-192-16,0 0 128 0,3 0-128 0,1-2 0 15,1-10 0-15,0 0 128 0,0 0-128 0,5 33 0 16,-5-33 0-16,0 0 0 0,0 0 0 0,0 0 0 15,37 14 0-15,-37-14 0 0,23-5 0 0,-10 1 0 16,1-1 0-16,0 2-128 0,1-4 128 0,0 2 0 0,-1-1 0 0,-1-1 0 16,-2 2 0-16,0 0 0 0,-1-1-192 0,0 0 192 15,-3 1-192-15,-1 3 192 16,-1-3-1296-16,-1 1-160 0,-1 1-16 0,-2 1-16 16,-1 2-1520-16,0-3-288 0</inkml:trace>
  <inkml:trace contextRef="#ctx0" brushRef="#br0" timeOffset="166157.31">18854 7572 5519 0,'-1'-9'0'0,"0"4"224"0,1-2-64 0,0 4 32 0,0 2-192 0,0 1 0 0,0-1 0 0,-1 1 0 15,1-2 2688-15,-1 2 496 16,0 0 96-16,-1 4 32 0,0 4-608 0,-2 3-112 0,0 4-32 0,-1 1 0 16,0 4-848-16,-1 3-176 0,-1 0-48 0,0 1 0 15,1-2-848-15,-1-1-192 0,2-2-16 0,1-3-16 16,2-1-624-16,-1-1-128 0</inkml:trace>
  <inkml:trace contextRef="#ctx0" brushRef="#br0" timeOffset="166998.79">19125 7278 10127 0,'-3'-4'448'0,"1"3"96"0,1 1-544 0,0-2 0 16,0 2 0-16,1 0 0 0,0 2 1168 0,-1-2 128 16,0 0 32-16,0 1 0 0,0 1 528 0,0 0 96 15,1-2 32-15,1 0 0 0,2 0-416 0,0 0-80 16,0 0-16-16,2 0 0 0,1 0-384 0,1-2-64 15,1 0-32-15,1-1 0 0,0 0-320 0,1 0-64 16,0 2-16-16,1-3 0 0,0 0-208 0,-1 1-32 0,0 0-16 0,-1 0 0 16,1 1-112-16,-2-1-32 0,-1 1 0 0,0 2 0 15,-1-2-192-15,-1 2 0 0,-2 0 128 0,0 0-128 16,-2 0 0-16,1 0 128 0,-1 1-128 0,-1-1 0 16,-1 1 128-16,0-1-128 0,-1 2 0 0,1-1 144 15,-1 1-16-15,-1 0-128 0,1 1 192 0,-1 0-64 16,2 0 16-16,-1 0 0 0,0 0 0 0,0 1 0 15,0 3-144-15,0-2 160 0,2-5-160 0,-3 19 160 16,3-19-16-16,-2 22 0 0,2-22 0 0,-2 30 0 16,2-30-16-16,-1 35 0 0,1-35 0 0,0 41 0 15,0-41-128-15,1 43 160 0,-1-43-160 0,4 42 160 0,-4-42-160 16,4 40 0-16,-4-40 0 0,5 43 128 0,-5-43-128 0,6 42 192 16,-6-42-192-16,7 44 192 0,-7-44-32 0,5 45 0 15,-5-45 0-15,8 47 0 0,-8-47 96 0,6 47 32 16,-6-47 0-16,6 48 0 0,-6-48-64 15,6 52-16-15,-6-52 0 0,8 57 0 0,-4-25-208 0,0 0 176 16,0 1-176-16,-1 1 160 0,-2-4-160 0,1 1 0 16,0 0 0-16,-1-3 0 0,0-2 0 0,-1-26 0 15,3 46 0-15,-3-46 0 0,4 40 0 0,-4-40 0 16,5 34 128-16,-5-34-128 0,4 32 0 0,-4-32 0 0,3 32 0 16,-3-32 0-16,0 30 0 0,0-30 128 15,2 28-128-15,-2-28 0 0,2 26 128 0,-2-26-128 0,0 0 0 0,2 37 128 16,-2-37-128-16,0 0 0 0,2 27 144 0,-2-27-144 15,0 0 0-15,0 0 144 0,0 0-144 0,-1 26 0 16,0-23 192-16,-2-1-64 0,0-1 0 16,-1 1-128-16,-2 0 160 0,-2-2-160 0,-2 2 128 0,-2-2-128 15,1 1 0-15,-5 1 0 0,-6 3 128 16,-6-1-128-16,-4 3 0 0,-3 3 0 16,-5 1 0-16,0 1 0 0,0-2-128 0,2 2-64 0,2-3-16 0,3-2-18480 15</inkml:trace>
  <inkml:trace contextRef="#ctx0" brushRef="#br0" timeOffset="168711.43">19646 7150 7359 0,'-2'-2'656'16,"0"2"-528"-16,0 0-128 0,1 0 0 0,0 0 1088 0,0 0 192 15,-2 0 48-15,0 0 0 0,-2-2 304 0,0 2 64 32,0-1 16-32,0 1 0 0,1 1-288 0,2-1-48 0,0 2-16 15,0-2 0-15,1 0-432 0,1 2-96 0,0-2 0 0,2 0-16 16,0 0-272-16,1 0-48 0,2 0-16 0,1 0 0 16,1 0 32-16,1-2 16 0,1 2 0 0,0-2 0 15,2 1-80-15,-11 1-32 0,25 0 0 0,-25 0 0 0,28 3-192 0,-28-3-32 16,0 0-16-16,32 4 0 0,-32-4-176 0,0 0 0 15,0 0 0 1,0 0 128-16,0 0-128 0,37 29 0 0,-36-24 0 0,-1 1 0 0,-2 0 0 0,-1 0 0 0,-2 2 0 0,0-3 0 16,-3 2 0-16,0 0 0 0,-1 1-128 0,-1 0 128 31,-1 1 0-31,1-1-176 0,0-1 176 0,1 0-128 16,0 0-64-16,3-2-16 0,1 0 0 0,2-1 0 15,1 0 208-15,2-1 0 0,2-2 0 0,3 1-144 16,0-2 144-16,2 0 0 0,2 0 0 0,1-2 0 15,-10 2 304-15,24-3 144 0,-10 2 16 0,-1 0 16 16,1-1 48-16,0 1 16 0,-14 1 0 0,29-1 0 16,-29 1-544-16,30 0 0 0,-30 0 0 0,26 0-15152 15</inkml:trace>
  <inkml:trace contextRef="#ctx0" brushRef="#br0" timeOffset="169558.35">19709 8589 14735 0,'0'-4'1312'16,"0"1"-1056"-16,0 2-256 0,0 0 0 0,0 1 928 0,-1 0 128 0,1-2 32 0,-2-1 0 16,-1 0 448-16,-1 1 80 0,0 0 32 0,-2 2 0 15,1 1-576-15,0 0-112 0,-1 4-32 0,2 0 0 16,-1-1-224-16,0 4-32 0,2-2-16 0,-1 3 0 31,1 0-96-31,0 0-32 0,1 2 0 0,1-1 0 0,1 3-112 0,0-2-32 0,0-11 0 0,3 22 0 16,-3-22 0-16,0 0-16 0,0 0 0 0,20 32 0 15,-20-32-96-15,0 0-16 0,0 0 0 0,0 0 0 16,41 10-64-16,-41-10-32 0,18-10 0 0,-9 1 0 16,1 2 0-16,-2-4 0 0,-1 0 0 0,0-1 0 15,-1-2-160-15,-2 0 0 0,0 1-160 0,-3 0 160 16,-1-1-224-16,-2 0 48 0,-2 2 16 0,-1 0 0 16,-3 0 32-16,-1 0 0 15,0 2 0-15,-1 1 0 0,1 2-416 0,2 2-80 0,0 0-16 0,3 3 0 16,1 0-784-16,1 2-176 0,3-2-16 0,1 2-11568 15</inkml:trace>
  <inkml:trace contextRef="#ctx0" brushRef="#br0" timeOffset="170026.29">20071 7935 20271 0,'0'0'1792'0,"0"0"-1424"16,1 0-368-16,0 0 0 0,0 0 1536 0,0-2 224 16,2 1 48-16,1-1 16 0,3 1-32 0,2-3-16 15,3-1 0-15,2 2 0 0,2-2-752 0,1 0-160 16,2 2-32-16,-1-2 0 0,1 0-496 0,0 2-96 0,-1-1-32 0,-1 0 0 16,-17 4-208-16,29-4 0 0,-29 4 0 0,26-3 0 31,-26 3-448-31,0 0-96 0,0 0-16 0,0 0-15296 0</inkml:trace>
  <inkml:trace contextRef="#ctx0" brushRef="#br0" timeOffset="170231.48">20077 8082 20319 0,'0'0'448'0,"1"0"80"0,0 1 32 0,-1-1 16 16,0 0-448-16,0 0-128 0,0 0 0 0,0 0 0 0,0 0 2448 0,46-1 480 15,-46 1 80-15,44-7 32 0,-18 4-1280 0,-1-1-256 16,-25 4-48-16,47-8-16 0,-47 8-848 0,38-6-160 16,-38 6-48-16,29-3 0 15,-29 3-864-15,0 0-176 0</inkml:trace>
  <inkml:trace contextRef="#ctx0" brushRef="#br0" timeOffset="171575.95">20693 7895 6447 0,'-1'-1'576'0,"1"1"-576"0,-1-2 0 0,1 2 0 0,0 0 1152 0,-1 0 112 0,0 0 16 0,0-1 16 16,-1 0 816-16,-1-1 144 0,1 1 48 0,0-1 0 31,1 2-144-31,0-2-32 0,0 1 0 0,0 1 0 15,1 0-656-15,1-2-128 0,2 2-16 0,0-2-16 16,3 0-560-16,1-1-112 0,3-1-32 0,1 1 0 0,2-1 32 0,2 1 16 16,-15 3 0-16,36-7 0 0,-36 7-144 0,40-5-48 15,-40 5 0-15,36-3 0 0,-36 3-128 0,31 0-16 16,-31 0-16-16,0 0 0 0,42 6-160 0,-42-6-16 16,0 0-128-16,0 0 192 0,0 0-192 0,33 28 0 15,-33-28 0-15,-2 21 0 0,-1-9 0 0,-4 2 0 16,-1 1 0-16,-4 0 0 0,-1 1 0 0,-3 2 0 15,-1 0-192-15,-2 0 192 0,-1-1-384 0,-2 1 16 16,0-4 16-16,2-1 0 0,-1-2 80 0,3-1 16 16,0-1 0-16,1-2 0 0,4-1 256 0,1 0 0 0,2-1-128 0,4-2 128 15,1 1 0-15,2-2 0 0,2 1 0 0,3-3 0 16,-2 0 0-16,0 0 0 0,0 0 0 0,33 0 0 16,-33 0 400-16,35-5 48 0,-35 5 0 15,48-2 0-15,-21 0-96 0,0-1-16 0,-27 3 0 0,50-5 0 16,-23 1-128-16,2 1-16 0,0-2-16 0,1 1 0 15,-1-1-176-15,-2 2 192 0,-2 1-192 0,-25 2 192 16,46-4-192-16,-46 4 0 0,36-5 0 0,-36 5 0 16,26-3-128-16,-26 3-64 0,0 0-16 0,23-4-17712 15</inkml:trace>
  <inkml:trace contextRef="#ctx0" brushRef="#br0" timeOffset="179076.01">4772 9625 4607 0,'-4'-4'400'0,"2"3"-400"0,0-1 0 0,1 0 0 0,0 0 1120 0,1 2 144 16,-1-3 16-16,1 1 16 0,-1-1-64 0,0-1-16 15,0-4 0-15,0 4 0 0,1 1 80 0,0-1 16 16,0 1 0-16,0 3 0 0,0-2-16 0,-1 2 0 16,1 1 0-16,0 0 0 0,0 1-384 0,1 3-80 0,0-1 0 0,0 2-16 15,-1-1-192-15,0 2-48 0,1 2 0 0,1 1 0 16,0 4-208-16,1-1-48 0,0 2-16 0,-3-15 0 16,8 38 1504-16,-3-12 304 0,0 3 64 0,1 4 16 15,1 5-2496 1,0 0-496-16,-1 2-96 0,1-2-32 0,-1 0-64 15,1-5-16-15,0-4 0 0,-7-29 0 0,15 43 816 0,-15-43 192 0,0 0 0 0,21 40 0 16,-21-40 0-16,0 0-144 0,0 0 144 0,0 0-128 16,0 0 128-16,0 0 0 0,36 28 0 0,-32-33 128 15,2 1 1008-15,-2-4 208 0,1-1 32 0,1-2 16 16,2-2-1392-16,0-5-288 0,2-2-48 0,1-2-16 16,0-2 544-16,0-2 128 0,0 0 0 0,-1-1 16 15,1-2-208-15,0 1-128 0,-2 2 128 0,0 2-128 16,-1 0 0-16,0 3 0 0,-2 2 0 0,1 0 0 15,-1 0-208-15,1 2-16 0,-2 1 0 0,1-1 0 16,0 3-1248-16,-1 2-240 0,1 3-48 0,-3 1-11696 16</inkml:trace>
  <inkml:trace contextRef="#ctx0" brushRef="#br0" timeOffset="179526.62">5360 9663 9215 0,'0'-2'816'0,"0"0"-656"0,0 1-160 0,0 1 0 16,0 0 976-16,-1 0 176 0,0-2 16 0,-2 2 16 16,0-1 480-16,-1 0 112 0,1 3 16 0,-2 0 0 15,0 1-688-15,0 2-128 0,-2-1-16 0,2 4-16 16,-2-2-352-16,0 4-64 0,0 0-16 0,2-1 0 15,0 0-32-15,0 3-16 0,-1 3 0 0,0 6 0 16,1 0 48-16,0 3 16 0,2 3 0 0,1 1 0 16,1-2 224-16,2 2 32 0,2-2 16 0,0-2 0 0,-3-24-224 15,12 38-64-15,-12-38 0 0,0 0 0 0,23 39-320 0,-23-39-192 16,0 0 192-16,0 0-192 0,42 34 0 0,-42-34-192 16,0 0 0-16,0 0 0 15,40 12-1040-15,-30-14-208 0,0-1-32 0,0-1-11776 16</inkml:trace>
  <inkml:trace contextRef="#ctx0" brushRef="#br0" timeOffset="179999.49">5531 9804 9215 0,'-5'-1'400'0,"1"1"96"0,1-2-496 0,0 1 0 16,2 1 0-16,0 0 0 0,0 0 1216 0,0-1 128 0,-3 1 48 0,1-1 0 15,0-1 352-15,1 2 80 0,2-2 16 0,1 2 0 16,1 0-608-16,1-2-112 0,1 1-32 0,1-1 0 16,2 0-64-16,0 1 0 0,3 1-16 0,0-2 0 15,-10 2 16-15,0 0 0 0,38-2 0 0,-38 2 0 16,0 0-320-16,44-3-48 0,-44 3-16 0,0 0 0 16,47 0-352-16,-47 0-80 0,34 1-16 0,-34-1 0 15,0 0-192-15,44 2 176 0,-44-2-176 0,0 0 160 16,38 2-160-16,-38-2 0 0,0 0 0 0,0 0 0 15,0 0 0-15,40 2-144 0,-34-2 144 0,-1 0-160 16,-3 0-944-16,1-2-192 0,-2 2-48 0,-1 0 0 16,-1 0-1264-16,-1 0-256 0,0-1-48 0,1 0-16 15,-3 1 304-15,0 0 64 0,0-2 16 0,1 1 0 16,0 1 768-16,0-1 160 0,0 1 16 0,1 0 16 0,-1 0 1872 0,0 1 368 16,1 0 80-16,-1 1 16 0,1 0 608 0,0 0 128 15,-1 1 32-15,0-1 0 0,0 3 272 0,0-3 48 16,0 3 16-16,-1 0 0 0,0 0-144 0,1 2-32 15,-2 0 0-15,0 1 0 0,-2 1-528 0,1 2-128 16,-3 1 0-16,0 2-16 0,-1 3-480 0,-1-1-80 16,-1 2-32-16,0 0 0 0,-1 1-144 0,0 0-16 0,1-3-16 0,2-1 0 15,1-1-240-15,1-2 0 0,0 0 0 0,2-1 0 16,2-3-416 0,1-3-128-16,1-1-32 0,2-1-12928 0</inkml:trace>
  <inkml:trace contextRef="#ctx0" brushRef="#br0" timeOffset="180222.04">5586 9862 8287 0,'-2'-2'736'0,"1"0"-592"15,0-1-144-15,1 3 0 0,0 0 1536 0,0-2 288 16,-1-1 48-16,0 1 16 0,1-2 224 0,0 3 64 16,2 4 0-16,1-1 0 0,-3-2-336 0,0 0-64 15,0 0-16-15,22 38 0 0,-22-38-544 0,20 31-96 16,-20-31-32-16,21 33 0 15,-21-33-480-15,22 34-96 0,-22-34-32 0,24 32 0 16,-24-32-288-16,0 0-64 0,33 43-128 0,-33-43 192 0,0 0-192 0,25 35 0 16,-25-35 0-16,0 0 0 15,0 0-1392-15,0 0-160 0,27 34-48 0,-25-32-12416 16</inkml:trace>
  <inkml:trace contextRef="#ctx0" brushRef="#br0" timeOffset="180444.33">5568 10157 5343 0,'-7'2'0'0,"2"0"224"0,1-2-64 0,2 1 16 16,0-1-176-16,1 0 0 0,0 0 0 0,-1 0 0 0,0 0 2176 0,-1-1 416 15,1 1 80-15,1-2 16 0,1 1-320 0,2-1-48 32,1 2-16-32,3-2 0 0,1 2-400 0,-7 0-96 0,0 0-16 0,0 0 0 15,46 3-720-15,-46-3-160 0,0 0-16 0,50 4-16 16,-50-4-432-16,39 3-96 0,-39-3-16 0,39 0 0 0,-39 0-336 0,36-3 128 31,-36 3-128-31,30-5 0 0,-30 5-304 0,27-7-128 0,-11 0-16 0,1 1-14336 0</inkml:trace>
  <inkml:trace contextRef="#ctx0" brushRef="#br0" timeOffset="180744.88">6016 9761 11967 0,'0'-1'1072'0,"0"-1"-864"16,1 2-208-16,0-1 0 0,0 1 2032 0,0-1 352 16,2 1 80-16,1-2 16 0,4 1-64 0,-8 1-16 15,0 0 0-15,0 0 0 0,43 21-800 0,-43-21-144 16,0 0-48-16,37 41 0 0,-37-41-544 0,23 35-112 15,-23-35-32-15,18 43 0 0,-18-43-368 0,18 43-80 16,-18-43-16-16,10 40 0 0,-10-40-128 0,3 36-128 16,-5-20 192-16,-2 1-192 0,-1 2 192 0,-3-3-64 15,0 1 0-15,-1-3-128 0,0-1 160 0,-1 0-160 16,-1-1 128-16,-2 0-128 0,0-3 0 0,-3-1 0 0,0-1-144 16,-3 0-17152-16</inkml:trace>
  <inkml:trace contextRef="#ctx0" brushRef="#br0" timeOffset="181188.37">6420 9972 6447 0,'-8'2'272'0,"4"-2"80"0,1 0-352 0,0 0 0 0,1 0 0 0,1 0 0 16,0 1 1248-16,-1 0 176 0,0-1 48 0,-1 0 0 15,1 2 976-15,2-2 208 0,2 0 32 0,2-2 16 16,1 2-512-16,2-1-96 0,-7 1-32 0,0 0 0 16,33-3-832-16,-33 3-160 15,0 0-48-15,47-6 0 0,-47 6-640 0,32-2-144 16,-32 2-32-16,0 0 0 0,42 0-208 0,-42 0-128 0,0 0 128 0,0 0-208 15,44 3-1904-15,-44-3-368 0</inkml:trace>
  <inkml:trace contextRef="#ctx0" brushRef="#br0" timeOffset="181366.39">6482 10116 17503 0,'2'0'768'0,"0"-1"176"16,1 0-752-16,0-2-192 0,0 3 0 0,-1-2 0 0,2-1 1872 0,5 0 352 0,3-3 64 0,4-3 16 31,6 1-720-31,-4-1-144 0,0 2-32 0,-2 2 0 16,-2 0-1008-16,-14 5-208 0,0 0-32 0,35-2-14032 16</inkml:trace>
  <inkml:trace contextRef="#ctx0" brushRef="#br0" timeOffset="183293.47">7080 9758 7359 0,'-1'0'656'0,"1"0"-528"0,0 2-128 0,0-2 0 0,0 0 832 0,-1 0 144 15,1 0 32-15,-1 0 0 0,1 1 528 0,0 1 96 16,1-2 32-16,0 0 0 0,2 0-16 0,0 0 0 16,0-2 0-16,3 1 0 0,-1-1-320 0,4 2-64 15,0-2-16-15,2-1 0 16,1-2-352-16,2 3-80 0,2-2-16 0,-1 1 0 16,0-2-192-16,0 3-32 0,-1-2-16 0,0 1 0 15,-2 0-304-15,-1 0-48 0,-1 2-16 0,-2-2 0 16,-2 3-192-16,0-2 0 0,-2 2 0 0,-2 0 0 15,0 0-1328-15,-2 2-144 0</inkml:trace>
  <inkml:trace contextRef="#ctx0" brushRef="#br0" timeOffset="183655.37">7140 9760 1839 0,'0'-2'160'0,"0"1"-160"0,0 0 0 0,1 1 0 0,-1 0 1440 0,0-2 256 0,1 2 48 0,-1-1 16 15,1 1 480-15,0 0 80 0,0 0 32 0,0 0 0 16,-1 1-384-16,0 2-80 0,0 0-16 0,0 2 0 16,-1 1-608-16,-1 0-128 0,-1 1-32 0,0 3 0 15,-1 2-640-15,-1-1-128 0,0 1-16 0,-1 0-16 16,0 2-304-16,0 1 0 0,-1-1 128 0,2 1-128 16,-2 3 0-16,1-1 0 0,-1-1 0 0,1 1 0 15,0-1 0-15,1-1 0 0,0-1 0 0,1 0 0 16,2-4 0-16,0 1 0 0,2-3 0 0,0 2 0 15,2-2 0-15,-1-1 0 0,1 1 128 0,2-2-128 0,0 0 0 16,-4-6 0-16,0 0 0 0,0 0 0 0,0 0 0 0,0 0 0 16,45 21 0-16,-45-21 0 0,0 0 0 0,33 0 0 15,-21-3 0-15,0 1 0 0,0 0 0 0,1-3-304 16,0 0 48-16,-1 1 0 16,-1-4-256-16,-1 4-64 0,-1-4 0 0,0 4 0 15,-2-4-912-15,-1 2-192 0,-2 1-48 0,-1 0-7984 0</inkml:trace>
  <inkml:trace contextRef="#ctx0" brushRef="#br0" timeOffset="183892.94">7077 9966 2751 0,'-3'-2'256'0,"1"2"-256"0,2-1 0 0,0 1 0 15,0-1 1184-15,0 1 192 0,0 0 32 0,1 0 16 16,3 0 1072-16,0 0 192 0,2-2 64 0,1 2 0 15,-7 0-432-15,0 0-80 16,28-5 0-16,-16 2-16 0,-12 3-752 0,28-7-128 0,-28 7-48 0,35-11 0 0,-17 6-672 0,1 0-144 31,-1-2-32-31,0 2 0 0,-18 5-320 0,32-7-128 0,-32 7 0 0,29-7 144 16,-29 7-464-16,23-5-80 0,-23 5-32 0,0 0-8864 16,32-7-1776-16</inkml:trace>
  <inkml:trace contextRef="#ctx0" brushRef="#br0" timeOffset="184176.88">7740 9658 9215 0,'-2'0'816'0,"1"1"-656"0,0 1-160 0,0-2 0 15,0 2 1104-15,-2-2 192 0,-1 3 48 0,-3 1 0 16,-2 2 384-16,-4 2 64 15,1 2 32-15,-1 0 0 0,1-1-208 0,0 0-32 16,0 2-16-16,0 0 0 0,1 1-368 0,0 0-80 16,-1 3-16-16,0 1 0 0,0 3-336 0,0 1-80 15,1 4-16-15,0 0 0 0,3 2-176 0,1 0-48 0,0 0 0 0,3-2 0 16,3 0-144-16,1-3-48 16,0-21 0-16,5 35 0 0,-5-35-112 0,0 0-16 0,25 38-128 0,-25-38 192 15,0 0-192-15,0 0-160 0,48 27 32 0,-48-27 0 16,0 0-1472-16,46 9-304 15,-46-9-48-15,0 0-11696 0</inkml:trace>
  <inkml:trace contextRef="#ctx0" brushRef="#br0" timeOffset="184462.18">7958 9813 5519 0,'-3'-3'240'0,"2"2"64"0,0 0-304 16,1-1 0-16,-1 0 0 0,1 1 0 15,-1-1 1136-15,0-1 160 0,1 1 48 0,-1-5 0 16,2 2 896-16,0 3 176 0,1-2 32 0,-1 1 16 16,4 2-96-16,0 1 0 0,1 1-16 0,1 1 0 15,-7-2-912-15,0 0-176 0,0 0-48 0,40 3 0 16,-40-3-592-16,0 0-128 0,39-1-32 0,-39 1 0 15,26-4-288-15,-11 1-176 0,-15 3 192 0,35-7-192 0,-18 2 0 16,0-1 0-16,-1 1 0 0,-1 1 0 16,-1 1-512-16,-2-2-48 0,0 2-16 0,-2 1 0 15,-3 0-1216-15,-1 2-256 0,-2-2-64 0,-2 2-6048 16,-2 0-1216-16</inkml:trace>
  <inkml:trace contextRef="#ctx0" brushRef="#br0" timeOffset="184666.23">8197 9746 1839 0,'-1'0'160'0,"1"0"-160"16,0 0 0-16,0 0 0 0,-1 0 1472 0,-1 0 272 15,-2 0 48-15,0 0 16 0,1 0 304 0,0 2 64 16,0 1 16-16,1-1 0 0,1 3-80 0,-1 0-32 16,1 3 0-16,-1 0 0 0,0 2-464 0,-1 0-80 0,-1 3-32 0,0 2 0 15,-3-1-720-15,1 1-144 0,-2 1-16 0,-1 0-16 16,0 1-288-16,0 0-64 0,-2-2-16 0,1 0 0 16,0 0-240-16,1-1 0 0,0-2 128 0,2-3-128 15,1 1-128-15,1-5-80 0,1 2-16 0,0-3-9216 16,2 1-1840-16</inkml:trace>
  <inkml:trace contextRef="#ctx0" brushRef="#br0" timeOffset="184854.54">8031 9838 6447 0,'-1'-2'576'0,"1"2"-576"0,0 0 0 0,0 0 0 16,1 0 1408-16,0 2 160 0,0-1 32 0,2 3 16 0,-3-4 672 0,0 0 128 15,0 0 16-15,32 39 16 0,-32-39-720 0,0 0-160 16,34 42-32-16,-34-42 0 0,0 0-256 0,37 38-48 16,-37-38-16-16,0 0 0 0,38 33-704 0,-38-33-128 15,0 0-48-15,35 31 0 16,-35-31-720-16,0 0-160 0,0 0-32 0,35 36-13152 0</inkml:trace>
  <inkml:trace contextRef="#ctx0" brushRef="#br0" timeOffset="185123.02">7978 10109 11967 0,'1'-3'528'0,"-1"3"112"0,2-2-512 0,-1 2-128 0,0-1 0 0,0 0 0 15,0 1 1664-15,3-2 288 0,1 2 64 0,3-3 16 16,0 3 16-16,1-2 16 0,-9 2 0 0,0 0 0 15,0 0-544-15,41-1-112 0,-41 1-32 0,0 0 0 16,43-2-416-16,-43 2-64 0,32 0-32 0,-32 0 0 16,36-2-480-16,-36 2-80 0,37-2-32 0,-37 2 0 15,36 2-272-15,-36-2 0 0,34-2 0 0,-34 2 0 16,33-5-384-16,-33 5-128 0,29-6-16 0,-17 1-9744 16,-2 1-1952-16</inkml:trace>
  <inkml:trace contextRef="#ctx0" brushRef="#br0" timeOffset="185556.9">8349 9625 8399 0,'-5'-4'176'0,"2"1"32"0,0 1 16 0,2 0 32 0,1-1-256 0,0 1 0 16,1 1 0-16,0-1 0 0,1-4 1712 0,1 0 272 16,1-1 64-16,0 0 16 0,2 5-448 0,-1 0-80 15,-5 2-32-15,0 0 0 0,0 0 208 0,0 0 32 16,38 21 16-16,-38-21 0 0,0 0-736 0,0 0-160 16,27 36-32-16,-27-36 0 0,0 0-480 0,9 35-96 15,-8-28-32-15,-2 2 0 0,-1 1-224 0,-1-3 0 0,-1 0 0 0,0 0 0 16,-2-2 0-16,1 0-240 0,-2 0 48 0,1-2 16 15,0-1-16-15,0 0 0 0,-2 0 0 0,1 1 0 16,0-3 192-16,2 0-128 0,-1-2 128 0,2 2-128 16,1 0 128-16,1-1 0 0,2-1 0 0,2 0 0 15,0 1 0-15,3 1 144 0,1-1-144 0,0 0 160 16,1 1 224-16,2 0 64 0,0-2 0 0,-9 2 0 16,0 0 128-16,34-3 16 0,-34 3 16 0,27-4 0 15,-27 4-416-15,28-3-192 0,-28 3 160 0,28-5-160 16,-15 3-576-16,-13 2-192 0,26-5-64 0,-26 5-13568 15</inkml:trace>
  <inkml:trace contextRef="#ctx0" brushRef="#br0" timeOffset="185824.29">8762 9578 11967 0,'-1'-2'528'0,"1"0"112"0,1 2-512 0,0 0-128 16,0 2 0-16,0-2 0 0,1 2 1984 0,-2-2 384 0,0 0 64 0,0 0 0 15,0 0 64-15,32 39 0 0,-32-39 0 0,0 0 0 16,34 41-832-16,-34-41-144 0,24 34-48 0,-24-34 0 16,26 35-528-16,-26-35-112 0,27 41-32 0,-27-41 0 15,24 44-288-15,-24-44-64 0,20 48-16 0,-20-48 0 16,15 54-288-16,-15-54-144 0,8 50 160 0,-8-50-160 15,2 45 0-15,-5-25 128 0,0 2-128 0,-3-1 0 16,-2 0 0-16,-2 0 0 0,0-5 0 0,0-1 0 16,-2 1 0-16,-2-1-192 0,-3-1 192 0,1-5-17680 15</inkml:trace>
  <inkml:trace contextRef="#ctx0" brushRef="#br0" timeOffset="189129.88">9219 9931 11967 0,'-1'-2'1072'0,"1"2"-864"0,-1 0-208 0,0 0 0 16,1-2 864-16,-1 1 128 0,-1 1 32 0,-1-2 0 16,0 0 640-16,0-3 128 0,1 2 16 0,1 0 16 0,0 0 0 0,2 0 0 15,-1 1 0-15,1 1 0 16,1-1-400-16,0 0-80 0,1 2 0 0,0-2-16 0,1 2-304 0,-1 0-64 15,-3 0-16-15,0 0 0 0,0 0-272 0,0 0-48 16,37 0-16-16,-37 0 0 0,0 0-256 0,33 2-48 16,-33-2-16-16,0 0 0 0,37-4-160 0,-37 4-128 15,28-3 144-15,-28 3-144 0,0 0 0 0,35-9 0 16,-35 9 0-16,19-6 0 0,-19 6 0 0,15-6 0 16,-15 6-176-16,0 0-17728 0</inkml:trace>
  <inkml:trace contextRef="#ctx0" brushRef="#br0" timeOffset="189764.67">9779 9676 11055 0,'-1'2'976'0,"1"-2"-784"0,1 0-192 0,0 0 0 16,0 0 1072-16,1 0 160 0,2 0 48 0,-4 0 0 15,0 0 848-15,32 0 176 0,-32 0 48 0,39-6 0 16,-39 6-368-16,48-9-80 0,-24 4-16 0,0-2 0 0,-1 2-704 0,-1-1-144 16,0 1-16-16,-22 5-16 0,36-5-624 0,-36 5-112 15,32-7-16-15,-32 7-16 0,27-5-240 0,-27 5 0 16,23-4 0-16,-23 4 0 0,0 0 0 0,0 0-160 16,25-6 32-16,-23 6 0 15,-3 0-1824-15,0 0-352 0</inkml:trace>
  <inkml:trace contextRef="#ctx0" brushRef="#br0" timeOffset="190074.06">9998 9658 10127 0,'0'0'448'0,"0"0"96"0,0 1-544 0,-1-1 0 0,1-1 0 0,0 1 0 16,0 0 1648-16,1 0 208 0,-1 0 64 0,0 1 0 15,1-1 640-15,0 2 128 0,-1 0 16 0,0-1 16 16,-1 3-752-16,0 0-160 0,0 0-16 0,-2 2-16 15,-1 2-848-15,1 1-160 0,0 0-48 0,-2 2 0 0,-1 4-304 0,2 2-64 32,-2 0-16-32,2-1 0 0,0 3-144 0,-1 0-48 0,2 5 0 0,0-2 0 15,1 1-144-15,1-2 160 16,1-21-160-16,3 36 160 0,-3-36-160 0,8 30 0 0,-8-30 0 0,0 0 0 0,0 0 0 16,26 31 0-16,-26-31 0 15,0 0 0-15,0 0 0 0,0 0 0 0,45 15 0 16,-45-15 0-16,0 0-128 0,0 0 128 0,32 0 0 0,-32 0 0 15,0 0-368-15,0 0 0 0,27-10 0 0,-21 8 0 32,-6 2-560-32,14-7-112 0,-14 7-32 0,14-7 0 15,-8 2-800-15,-1 0-176 0,0 0-16 0,0 0-10272 0</inkml:trace>
  <inkml:trace contextRef="#ctx0" brushRef="#br0" timeOffset="190327.79">9923 9865 11055 0,'-2'0'480'0,"2"0"112"0,0 0-464 0,0 2-128 15,0-2 0-15,0 0 0 0,1 0 1792 0,2 1 320 16,-3-1 80-16,0 0 16 0,0 0 400 0,37 2 80 16,-37-2 0-16,30-5 16 0,-30 5-1040 0,35-7-224 15,-35 7-32-15,37-11-16 0,-18 5-864 0,0-1-160 16,-1 0-48-16,0 2 0 0,-18 5-320 0,33-10-192 15,-33 10 32-15,29-6 0 16,-29 6-1536-16,27-6-304 0,-27 6-64 0,0 0-11120 0</inkml:trace>
  <inkml:trace contextRef="#ctx0" brushRef="#br0" timeOffset="190639.84">10498 9617 8287 0,'1'-1'368'0,"-1"-1"80"0,1 0-448 16,-1 1 0-16,0 2 0 0,-1 1 0 15,0-2 1664-15,-1 2 240 0,0-1 48 0,-3 2 16 0,-1 2 256 0,-1 0 48 16,1 0 16-16,-2 0 0 0,2 2-240 0,-1 0-32 15,1-2-16-15,-2 4 0 0,1-2-560 0,-1 2-112 16,2 3-32-16,0 0 0 16,1 2-480-16,-2 3-112 0,3 1 0 0,-1 3-16 0,1 2-336 0,1 1-64 15,1 4-16-15,1 0 0 0,1-1-80 0,1-1-32 16,2-3 0-16,-3-23 0 0,10 38-160 0,-10-38 0 16,0 0 144-16,28 35-144 0,-28-35 0 0,0 0 0 0,0 0 0 0,40 17-192 31,-40-17-1328-31,28-9-272 0</inkml:trace>
  <inkml:trace contextRef="#ctx0" brushRef="#br0" timeOffset="191113.5">10661 9736 4607 0,'-3'-1'400'0,"1"1"-400"15,1 0 0-15,1 0 0 0,0 0 1856 0,0 0 304 0,-1 0 48 0,0 0 16 0,1 0 912 0,1-1 192 16,2 1 48-16,2-2 0 0,-5 2-1200 0,15-7-256 16,-4 4-32-16,1-1-16 0,2-1-880 0,1 0-176 15,-15 5-48-15,31-9 0 0,-31 9-352 0,31-5-80 16,-31 5-16-16,30-5 0 0,-30 5-64 0,28-5 0 16,-28 5-16-16,27-3 0 0,-27 3-48 0,27-6-16 15,-27 6 0-15,25-6 0 16,-25 6-176-16,21-8 0 0,-21 8 0 0,19-7 0 0,-19 7 0 0,14-8 0 0,-10 5-176 0,-1 0 176 31,-2 1-800-31,-1 1-80 0,-2-1-16 0,0 2 0 16,-2 0-784-16,1 0-176 0,-2 2-16 0,0-1-16 15,0 3 880-15,0-2 176 0,1 0 48 0,-1 1 0 0,1-1 592 0,1 1 192 16,0-1 0-16,0 0-160 0,1 1 1040 0,0 0 208 0,-1 1 32 0,2-2 16 16,-1 1 192-16,-1 0 32 0,0 1 16 0,0-2 0 15,-1 3-320-15,-1 0-64 16,1-1-16-16,-3 4 0 0,1-2-336 0,-1 2-64 0,0 1 0 0,-2 1-16 15,3-1-176-15,-3 1-16 0,0 4-16 0,-1 2 0 0,1-1-160 16,-1 1-16-16,1 1-16 16,1-4 0-16,1 0-160 0,2-1 0 0,0 0 0 0,1-5 0 0,3 1 0 0,0-2 0 15,0-3 0-15,2-1 0 16,0-1-1264-16,-1-2-176 0,2-1-32 0,0-1-14784 16</inkml:trace>
  <inkml:trace contextRef="#ctx0" brushRef="#br0" timeOffset="191333.22">10769 9803 3679 0,'-2'-4'320'0,"1"1"-320"16,0 1 0-16,1-1 0 16,-1 1 2144-16,1-4 352 0,-1 0 80 0,0-5 16 15,0-2 288-15,0 2 64 0,2 1 16 0,1 3 0 0,0 4-784 0,2 3-144 16,-4 0-48-16,0 0 0 0,0 0-448 0,25 34-112 16,-25-34-16-16,18 35 0 0,-18-35-704 0,19 41-128 15,-19-41-48-15,23 41 0 0,-23-41-224 0,20 35-48 0,-20-35-16 0,21 30 0 31,-21-30-240-31,0 0 128 0,28 34-128 0,-28-34 0 0,0 0-208 0,0 0-144 16,0 0-32-16,0 0-10880 16,0 0-2192-16</inkml:trace>
  <inkml:trace contextRef="#ctx0" brushRef="#br0" timeOffset="191546.11">10696 9981 911 0,'-6'3'0'0,"4"-1"0"0,0 0 0 0,0-2 0 16,1 0 1536-16,1 0 240 16,-1 2 32-16,1-1 16 0,-1 3 1136 0,1-1 240 0,0-3 32 0,0 0 16 15,0 0-512-15,0 0-112 0,0 0 0 0,0 0-16 16,36 9-720-16,-36-9-144 0,0 0-16 0,41-3-16 16,-41 3-688-16,33-4-144 0,-33 4-32 0,36-5 0 15,-36 5-416-15,36-7-96 0,-36 7-16 0,34-5 0 16,-34 5-320-16,32-5 144 0,-32 5-144 0,30-4 0 15,-30 4 0-15,28-5 0 0,-28 5 0 0,30-9-11584 16,-30 9-2256-16</inkml:trace>
  <inkml:trace contextRef="#ctx0" brushRef="#br0" timeOffset="192035.34">11213 9576 9215 0,'-1'0'400'0,"1"0"96"0,-1 0-496 0,1 0 0 15,0 0 0-15,0 0 0 0,1 2 1456 0,-1-2 192 0,1 2 32 0,-1-2 16 0,0 0 688 0,0 0 144 31,0 0 32-31,0 0 0 0,32 31-368 0,-32-31-64 0,0 0-16 0,0 0 0 0,36 35-640 0,-36-35-144 32,0 0-32-32,29 36 0 0,-29-36-640 0,0 0-128 0,23 43-16 0,-23-43-16 0,7 32-288 0,-7-32-48 15,2 35-16-15,-5-17 0 0,-1 4-144 0,-4-4 0 16,0 2 0-16,-3-1 0 0,-2 2 0 0,-1-2 0 16,0 0 0-16,1-3 0 0,0-1-128 0,0-1-128 15,1-3 0-15,2-1-16896 0</inkml:trace>
  <inkml:trace contextRef="#ctx0" brushRef="#br0" timeOffset="192582.71">11459 9438 7359 0,'0'0'320'0,"0"0"80"0,0 0-400 0,0 0 0 16,0 0 0-16,0 0 0 0,1 1 1888 0,0 0 288 16,-1-1 64-16,0 0 16 0,0 0 112 0,0 0 0 0,0 0 16 0,0 0 0 15,37 24-704-15,-37-24-144 0,0 0-16 0,0 0-16 0,35 5-512 0,-35-5-96 16,0 0-32-16,30-5 0 0,-30 5-416 0,19-7-96 15,-11 4-16-15,-2-1 0 0,1 0-48 0,-2 0-16 16,-2 2 0-16,1-2 0 16,-1 1-16-16,-1 1 0 0,-1 0 0 0,-1 1 0 0,1 1 64 0,-2-2 16 15,0 4 0-15,0-2 0 16,0 3-64-16,-1-1-16 0,0 3 0 0,0-3 0 0,0 3-32 0,0 1-16 16,2-2 0-16,-1 3 0 15,0-3-64-15,1-4-16 0,0 0 0 0,0 0 0 0,1 29-128 0,-1-29 128 16,0 0-128-16,0 0 128 0,5 31 0 0,-5-31-128 15,0 0 192-15,8 33-64 0,-8-33 16 0,5 31 0 0,-5-31 0 16,7 40 0-16,-7-40-144 0,7 46 192 16,-7-46-192-16,7 47 192 0,-7-47-64 0,7 47-128 0,-7-47 192 0,9 50-64 15,-9-50 0-15,8 42-128 0,-8-42 192 0,7 37-64 16,-7-37-128-16,7 30 0 0,-7-30 144 0,0 0-144 16,2 37 0-16,-2-37 128 0,-3 22-128 0,-2-12 0 15,-1-3 0-15,0 2 0 0,-2 3 0 0,-2 0 128 16,-2 0-128-16,-1 2 0 0,-1 0 0 0,-2 1 0 15,-3 1 0-15,-1-1 0 16,-3-1-144-16,-1-3-18352 0</inkml:trace>
  <inkml:trace contextRef="#ctx0" brushRef="#br0" timeOffset="193296.15">9738 9476 11967 0,'6'-7'1072'0,"-2"2"-864"0,1 1-208 0,-3 1 0 0,0 1 1088 0,-1 1 160 16,0-1 32-16,2 0 16 0,0-3 1216 0,0 1 240 15,0 1 64-15,-3-1 0 0,0 1-848 0,-3 0-176 16,0 0-16-16,-4 2-16 0,0 1-608 0,-2 0-112 16,-2 0-16-16,1 0-16 0,-1 1-528 0,-1 0-96 15,1 1-32-15,-1-1 0 0,0 3-224 0,1-3-128 16,-1 3 160-16,1-2-160 0,3 3 240 0,1-2-48 15,-1 0-16-15,3 0 0 0,0 2-16 0,0-1 0 16,3-1 0-16,-1 2 0 0,2 0-32 0,1-1-128 0,0-1 192 0,0 2-64 16,2-3-128-16,-2-2 160 0,0 0-160 0,0 0 160 15,0 0-160-15,0 0 0 0,0 0 0 0,21 34 128 16,-21-34-128-16,0 0 0 0,0 0 0 0,11 33 0 16,-11-33 0-16,0 0 0 0,5 40 0 0,-5-40 0 15,1 29 0-15,-1-29 0 0,2 33 0 0,-2-33 0 16,3 40 0-16,-1-17 0 0,-2-23 0 0,5 50 0 15,-3-22 0-15,0 2 0 0,0 2 0 0,0 2 0 16,0-3 0-16,-1 2 0 0,1-5 0 0,-2 1 0 16,1-4 0-16,-1 1 0 0,0-2 0 0,0-1 0 15,0 0 0-15,0-23 0 0,2 41 0 0,-2-41 0 16,2 34 0-16,-2-34 0 0,0 0 0 0,10 38 0 16,-10-38 0-16,0 0 0 0,0 0 0 0,26 29 0 15,-26-29 0-15,0 0 0 0,0 0 0 0,43 12 0 0,-43-12 0 0,0 0 128 16,48-2-128-16,-48 2 0 0,37-5 144 0,-37 5-144 15,41-7 160-15,-18 1-160 0,-1 0 0 0</inkml:trace>
  <inkml:trace contextRef="#ctx0" brushRef="#br0" timeOffset="194000.05">11750 9284 12895 0,'-1'-2'1152'0,"1"-1"-928"15,0 1-224-15,-1 0 0 0,1 1 1600 0,0 1 288 16,0-2 48-16,0-3 16 0,-1 0 272 0,1-1 48 15,0 1 16-15,0 2 0 0,1 3-448 0,-1-1-96 16,1 1-16-16,-1 0 0 0,0 0-528 0,0 0-112 16,0 0-32-16,0 0 0 0,0 0-480 0,38 25-80 15,-38-25-32-15,0 0 0 0,0 0-208 0,41 14-64 0,-41-14 0 0,0 0 0 16,0 0-192-16,44 14 0 0,-44-14 128 0,0 0-128 16,0 0 0-16,0 0 0 0,0 0 0 0,0 0 0 15,0 0 0-15,0 0 0 0,0 0 0 0,0 0 0 16,19 36 0-16,-26-31 0 0,-1 0 0 0,-3 1 0 15,-1 2 0-15,0-4 0 0,2 1 0 16,0 0 0-16,-1-1-128 0,0 2 128 0,3-2 0 0,2-1 0 0,0 1 0 0,3-1 0 16,2-1 0-16,1 1 0 15,2 1 0-15,-2-4 0 0,0 0 0 0,0 0 0 0,0 0 0 0,43 6 0 16,-43-6 0-16,31-3 0 0,-14 0 0 0,0 1 0 16,0-1 0-16,4-1 0 0,-1-1 0 15,2 0-160-15</inkml:trace>
  <inkml:trace contextRef="#ctx0" brushRef="#br0" timeOffset="194665.75">11993 9771 10127 0,'-2'1'896'0,"-1"1"-704"15,2-2-192-15,0 1 0 0,1-1 1328 0,0 2 224 16,-1 0 48-16,0 1 16 0,1 1 592 0,2-1 112 16,-2-3 32-16,0 0 0 0,0 0-304 0,41 3-64 15,-41-3-16-15,39-5 0 0,-16 2-432 0,1-1-64 16,1-1-32-16,0 2 0 0,0-1-800 0,-3-1-144 16,-1 2-48-16,-21 3 0 0,33-2-448 0,-33 2 128 0,0 0-128 0,33-1 0 31,-33 1-320-31,0 0-96 0,0 0-32 0,0 0-16144 0</inkml:trace>
  <inkml:trace contextRef="#ctx0" brushRef="#br0" timeOffset="194823.35">12071 9876 6447 0,'2'1'576'0,"0"1"-576"0,-2-2 0 0,0 0 0 0,0 0 2432 0,0 0 368 15,0 0 80-15,0 0 0 0,34 5 448 16,-34-5 64-16,36 0 32 0,-36 0 0 0,43-5-1200 0,-43 5-240 15,44-7-64-15,-24 2 0 0,-1-2-1280 0,-2 5-256 16,-17 2-48-16,33-7-16704 16</inkml:trace>
  <inkml:trace contextRef="#ctx1" brushRef="#br0">16881 12324 0,'0'0'0,"36"-15"31,-36 15-31,0 0 0,0 0 31,0 0-31</inkml:trace>
  <inkml:trace contextRef="#ctx0" brushRef="#br0" timeOffset="-208786.08">12878 9673 9215 0,'-1'-1'816'0,"0"1"-656"0,0-2-160 0,1 2 0 0,0 0 1120 0,0-1 192 15,-1 0 32-15,-1-3 16 16,1 1 560-16,-1-2 128 0,1 3 0 0,-1-3 16 0,0 3-352 0,0 1-80 16,1 1-16-16,0-2 0 0,1 2-464 0,0 0-112 15,-1 0-16-15,1 2 0 0,0-2-256 0,1 3-64 16,-1-1-16-16,2-2 0 0,1 1-80 0,2 1-16 16,-1-2 0-16,3 0 0 15,1 0-144-15,1-2-16 0,1 1-16 0,1-3 0 0,2 1-96 0,0 1-32 16,2 0 0-16,-1 0 0 0,-1 2-64 0,0 0-16 15,-13 0 0-15,0 0 0 0,39 6-208 0,-39-6 176 0,0 0-176 16,0 0 160-16,39 22-160 0,-39-22 128 0,0 0-128 0,0 0 128 16,30 35-128-1,-30-35 0-15,0 0 144 0,0 0-144 0,12 44 0 0,-12-44 0 0,0 0 0 0,-3 33 128 16,0-20-128-16,-3-1 0 0,0 0 0 0,-3 2 0 16,1-1 0-16,-2 0 0 15,-1-1 0-15,-2 0 0 0,1 2 0 0,-3-1 0 0,-1 1 0 0,0 2 0 16,1-2 0-16,0-2-128 0,0-2 128 0,1-1 0 15,3-2 0-15,0-2 0 0,3 2 0 0,1-3-128 16,0-1 128-16,3 0 0 0,-1 0 0 0,2-2 0 16,2 1 0-16,2-2 0 0,1-2 0 0,3 1 0 0,1-2 0 0,2-2 0 15,3 0 0-15,1-2 0 16,2 2 128-16,1-4-128 0,2 2 128 0,0-1-128 0,0 1 240 16,2 0-32-16,0 2 0 0,0 0 0 0,-1 3-208 0,-1 0 176 15,-17 2-176-15,38-2 160 0,-38 2-160 0,40 2 0 16,-40-2 0-1,43 1 128-15,-43-1-128 0,41 3 0 0,-41-3 0 0,39 1 0 16,-39-1 0-16,37 2 0 16,-37-2 0-16,34-5 0 0,-34 5 0 0,31-4 0 0,-17-1 0 15,1 0-18224-15</inkml:trace>
  <inkml:trace contextRef="#ctx0" brushRef="#br0" timeOffset="-208087.03">13621 9748 8287 0,'-2'0'736'0,"0"0"-592"16,1 0-144-16,0 0 0 0,0 0 1200 0,1 1 208 16,-2 1 32-16,-2-2 16 0,0 2 656 0,0-1 128 15,1 1 16-15,-1 0 16 16,2 0-352-16,0-2-64 0,1 3 0 0,1-1-16 0,0-2-624 0,0 1-112 15,1 1-16-15,1-2-16 0,1 2-208 0,1-4-32 16,-1 2-16-16,3-2 0 0,0 1-64 0,0-1-16 0,4-1 0 0,2-1 0 16,3 1-176-16,2-4-48 0,0 3 0 0,1-3 0 15,1 2-192-15,-1 0-32 0,1 0-16 16,-2 3 0-16,1-1-272 0,-3 3 128 0,-1-2-128 0,-3 2 0 16,-11 0 0-16,0 0 0 0,0 0 0 0,40 9 0 15,-40-9 0-15,0 0 0 0,0 0 0 16,0 0 0-16,0 0-256 0</inkml:trace>
  <inkml:trace contextRef="#ctx0" brushRef="#br0" timeOffset="-207202.67">14328 9720 10127 0,'-2'0'896'0,"2"2"-704"16,0-2-192-16,0 0 0 0,1 0 1040 0,0 0 176 0,0 1 48 15,2 1 0-15,3-2 752 0,-6 0 160 0,0 0 16 0,32 5 16 16,-32-5-384-16,31-2-80 0,-14 1-16 0,2-1 0 15,1-1-448-15,0 0-112 0,2-1-16 0,0 2 0 16,1-1-416-16,-2 0-96 0,-1 0 0 0,1 1-16 16,-21 2-304-16,40-1-64 0,-40 1-16 0,39 1 0 15,-39-1-240-15,38 2 0 0,-38-2 0 0,37 3 0 16,-37-3 0-16,35 0 0 0,-35 0 0 0,36 0 0 16,-18-1 0-16,-1-1 0 0,1-1 0 0,-1-1 0 15,0 1-576 1,-1 1-64-16,-1-1-16 0,-1-1 0 0,1 3-1664 0,-1-2-336 0,-1 2-64 0,-13 1-9504 15</inkml:trace>
  <inkml:trace contextRef="#ctx0" brushRef="#br0" timeOffset="-206266.7">14627 9957 6447 0,'1'1'576'0,"0"-1"-576"16,0 0 0-16,-1 0 0 0,1 0 1216 0,0 0 128 0,0 2 16 0,1-2 16 15,0 0 496-15,2 0 112 0,0 0 0 0,-1-2 16 32,2 1-144-32,-1 1-48 0,0-2 0 0,0-1 0 0,2 1-384 0,-3 0-80 0,2-3 0 0,0 2-16 15,0-1-304-15,0-1-64 0,0 0-16 0,-2-1 0 16,2 0-352-16,-1 0-64 0,-2-2-16 0,1 1 0 0,0 0-208 0,-2 0-48 16,0 0-16-16,-1-2 0 0,0 4-112 0,-2-3 0 15,-1 4-128-15,-1-1 192 0,-2 0-192 0,-2 3 128 31,-2 0-128-31,-1 0 0 0,-3 2 0 0,-1 2 0 0,2 1 0 0,-2 0 0 0,1 1 0 0,-2 2 0 16,0 2 0-16,1-1 0 0,2 3 0 0,3 1 0 16,0-2 0-1,2 3 0-15,1 2 0 0,1-1 0 0,1 1 0 0,1 0 0 0,3 0 0 0,1-14 0 16,0 0 0-16,5 33 0 0,-5-33 144 0,0 0-144 16,0 0 128-16,0 0-128 15,42 26 224-15,-42-26-32 0,0 0-16 16,35 0 0-16,-23-3-176 0,1 0 0 0,0-2 144 0,-1-1-144 15,1-1 0-15,-2 0 0 0,1 0 0 0,-1-2 128 16,-2 1-128-16,-2 2 0 0,0-2 0 0,-4 2 0 16,0 0 0-16,-2 2 0 0,-1-1 0 0,-2 0-128 15,0 3 128-15,0-2 0 0,-1 3 0 0,0-1 0 16,0 2 0-16,1 0 0 0,0 2 0 0,-1 1 0 16,1 1 0-16,0 1 0 0,0 1 0 0,0 2 0 15,2-8 144-15,-2 19-144 0,2-19 192 0,-3 26-192 0,2-12 368 16,0 1-48-16,0 4 0 0,0 0 0 0,0 2-80 0,-1 0-32 15,1 1 0-15,-2 1 0 0,0 3-16 0,-1-3-16 16,1-2 0-16,-1 2 0 0,-1 0-176 0,2 1 0 16,-1-2 0-16,0-3 128 15,1 0-128-15,1-4 0 0,0-1 0 0,0-2 0 16,0-1-400-16,0-2-64 0,2-9-16 0,0 0-17056 0</inkml:trace>
  <inkml:trace contextRef="#ctx0" brushRef="#br0" timeOffset="-205617.97">14573 9154 15663 0,'1'-5'1392'0,"0"2"-1120"16,-1 1-272-16,0 0 0 0,0 2 1216 0,0 0 192 16,0-2 48-16,0-1 0 0,0-2 208 0,0 3 32 15,0 2 16-15,-1 2 0 0,0 3 336 0,0 5 64 0,-1 6 0 0,-1 3 16 16,0 5-1936-16,0 2-400 0,0 5-80 0,-1 2-16 15,-1 2 672-15,1-2 128 0,-1-1 16 0,0 0 16 16,1 2-144-16,-1-4-48 0,2-1 0 0,1-3 0 16,2-26-336-16,-1 38 0 0,1-38 0 0,0 0 0 15,0 0-432 1,7 33-48-16,-2-33-16 0,0-2-15296 0</inkml:trace>
  <inkml:trace contextRef="#ctx0" brushRef="#br0" timeOffset="-205311.6">14840 9139 10127 0,'1'-7'448'0,"-1"2"96"0,1 1-544 0,-2 3 0 15,0-1 0-15,1 2 0 0,-1 2 1504 0,-2-2 192 16,-1 1 32-16,-1 2 16 0,-3 1 144 0,-1 1 32 16,-1 4 0-16,-1-1 0 0,1 5-592 0,0 0-112 15,0 3-32-15,1 0 0 0,-1 3-288 0,1 2-48 16,2 1-16-16,-1 2 0 0,2 0-176 0,1-1-32 15,1-2-16-15,3 2 0 0,1-23-208 0,0 41-32 16,0-41-16-16,7 34 0 0,-7-34-192 0,0 0-32 0,0 0-128 16,30 33 192-16,-30-33-192 0,0 0 0 0,31-3 0 0,-19-3 0 15,-1 0 192-15,0 0-48 0,-1-4-16 16,-3 3 0-16,-1-2-128 0,-3 0 0 0,-1 1 0 0,-2 1 0 16,-2-1 0-16,-2 2 0 0,-5-2 0 0,-4 4 0 15,-2 1 0-15,-4 1-144 0,-1 4 144 0,-2 1 0 16,1 2-864-1,1 2-64-15,0 2-16 0,3 1 0 0,5 1-752 0,1 0-160 16</inkml:trace>
  <inkml:trace contextRef="#ctx0" brushRef="#br0" timeOffset="-204490.34">15328 9746 8287 0,'0'0'736'0,"1"0"-592"31,-1 0-144-31,1 0 0 0,0 0 1040 0,0 0 176 0,2 0 48 0,0 0 0 0,3-1 576 16,1 0 112-16,4-1 32 16,0 0 0-16,1 1-384 0,1-3-80 0,1 3-16 0,0-1 0 0,-14 2-496 0,31-2-112 15,-31 2 0-15,32 0-16 16,-32 0-448-16,28 0-96 0,-28 0-16 0,0 0 0 0,34 4-528 0,-34-4-112 16,0 0-32-16,0 0-8240 15,0 0-1648-15</inkml:trace>
  <inkml:trace contextRef="#ctx0" brushRef="#br0" timeOffset="-204317.35">15319 9874 15663 0,'2'-4'688'0,"0"1"144"16,1 1-656-16,1-1-176 0,-1 1 0 0,0 2 0 0,1-2 1888 15,5-3 352-15,4 2 64 0,6-3 0 0,4 0-32 0,2 0-16 0,1-2 0 0,-1 5 0 16,0 2-960-16,-25 1-192 15,44 0-32-15,-44 0-16 0,35 2-1056 0,-35-2 0 16</inkml:trace>
  <inkml:trace contextRef="#ctx0" brushRef="#br0" timeOffset="-202218.67">16200 9244 9215 0,'-1'2'816'0,"1"-2"-656"0,0 0-160 0,-1 0 0 15,1 0 992-15,-1 0 160 0,1 0 48 0,-1 1 0 16,0 0 416-16,0-1 96 0,0 0 16 0,0 0 0 16,1 0 64-16,0 0 32 0,1-1 0 0,0 0 0 15,1 1-464-15,1-2-80 0,1 0-32 0,1 1 0 16,1-1-416-16,1 0-96 0,3-1-16 0,-1 2 0 0,2 0-352 0,0-2-80 15,1 3-16-15,0-2 0 0,-12 2-144 0,25 2-128 16,-25-2 144-16,0 0-144 0,32 5 0 0,-32-5 0 16,0 0 0-16,0 0 0 0,0 0 0 0,0 0 0 15,0 0 0-15,28 38 0 0,-30-28 0 0,-3-3 0 16,-1 2 0-16,-3 1 0 0,1 0 0 0,-3-1-192 16,0 2 192-16,-2-1-160 0,0-1-64 0,0-2-16 15,-2 3 0-15,1-3 0 0,1 0 240 0,-1 0 0 16,2 0 0-16,1 1 0 0,3-4 0 0,0 1 0 0,4 0 0 15,1-3 0-15,2 1 0 0,1-1 0 16,3 0 0-16,1-2 0 0,2 0 0 0,1-2 0 0,3-1 0 0,1 0 0 16,1-2 352-16,2 1 16 15,0 0 0-15,1-1 0 0,-1 0-112 0,-1 3 0 0,1 0-16 0,-2-1 0 16,1 3-240-16,-2-2 144 0,-11 2-144 0,0 0 128 16,29 3-128-16,-22-1 0 0,-7-2 0 0,0 0 0 15,0 0-320-15,0 0 16 0,42 16 0 0,-42-16-10112 16,0 0-2016-16</inkml:trace>
  <inkml:trace contextRef="#ctx0" brushRef="#br0" timeOffset="-201822.84">15962 9737 6447 0,'-9'2'272'0,"4"-2"80"0,0 0-352 0,1 1 0 0,3 1 0 0,-1-2 0 16,1 0 944-16,-2 0 112 0,-2 2 32 0,-1 0 0 16,0 0 512-16,0 1 128 0,0-1 0 0,3 1 16 15,-1-1 112-15,2 0 32 16,2-1 0-16,1 1 0 0,2 0-416 0,1-2-64 0,4-2-32 0,1-1 0 15,1 1-288-15,4-2-64 0,4-2-16 0,4-2 0 16,3 0-208-16,4-4-32 0,1 2-16 0,5-1 0 16,1 1-176-16,4-1-48 0,2 3 0 0,-2 1 0 15,-1 0-224-15,-2 2-48 0,0-2-16 0,-5 1 0 16,-3 1-240-16,0 2 128 0,4-2-128 16,-2 1 0-16,1 3 0 0,-3 1 128 0,-29 0-128 0,50 1 0 0,-50-1 0 15,38 5 0-15,-38-5 0 0,0 0 0 16,40 6-688-16,-40-6-80 0,0 0 0 0,0 0-15168 15</inkml:trace>
  <inkml:trace contextRef="#ctx0" brushRef="#br0" timeOffset="-201113.28">16322 9998 14735 0,'-2'2'640'0,"1"0"160"0,1 0-640 0,-1 1-160 16,1-3 0-16,0 2 0 0,1-2 1056 0,-1 3 176 0,2-1 48 0,-1 0 0 0,2 1 256 0,1 0 64 16,2-1 16-16,-2-2 0 15,2-3-464-15,0 1-80 16,2-3-32-16,0 0 0 0,-1-2-352 0,2-2-80 16,0 0-16-16,-1-1 0 0,1 0-304 0,-3-2-64 0,0 3-16 0,-3 0 0 0,-1-1-208 0,-1 1 0 15,-2 2 0-15,-2-2 0 0,-1 3 0 0,-3 1 0 16,0 1 0-16,-2-1 0 15,-1 3 0-15,-1 1 0 0,0 2 0 0,0 3 0 0,-1-1 0 0,0 2 0 16,0 4 0-16,-1-1 0 0,1 3 0 0,0-1 0 16,1 1 0-16,1 1 0 0,2-2 0 0,2-1 0 15,0 0 128-15,2 1-128 0,2-2 0 0,2 0 176 0,0 0-176 16,0-8 160 0,0 0-160-16,0 0 0 0,0 0 0 0,0 0 0 0,38 21 0 0,-38-21 0 0,0 0 0 0,38-3 128 15,-25 1 64-15,1-2 0 0,0-1 0 0,1-2 0 16,-1 0-64-16,-1 2-128 0,0-2 192 0,-2 2-64 15,-2 0-128-15,0-2 192 0,-3 5-192 0,-1-3 192 16,-1 2-192 0,-3 1 0-16,0 2 0 0,-2 0 128 15,0 0-128-15,-2 0 0 0,-1 0 144 0,-1 2-144 0,2 1 208 16,-2-2-16-16,0 3-16 0,1-2 0 0,0 1 128 0,0 1 16 0,1 1 16 0,-1-3 0 0,1 3 16 16,0-2 0-16,2 0 0 0,-2 0 0 15,2 0-192 1,-1 2-32-16,0-1-128 0,1 1 192 0,0-2-192 15,0 1 0-15,1 1 128 0,-1 0-128 0,1-1 0 0,-1 1 0 16,0 0 0-16,0 0 0 0,-1 2 0 0,0 0 128 16,0 2-128-16,-1 1 0 0,0 0 0 0,-1 4 0 15,-1 0 128-15,0 0-128 0,-1 5 192 0,0 0-16 16,-3 3 0-16,0-1 0 0,-2 5 16 0,-1 0 16 16,-2 5 0-16,0-1 0 0,0-3-208 0,0-1 176 0,0-2-176 15,1-1 160-15,1 1-160 0</inkml:trace>
</inkml:ink>
</file>

<file path=ppt/ink/ink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9:10:13.696"/>
    </inkml:context>
    <inkml:brush xml:id="br0">
      <inkml:brushProperty name="width" value="0.05292" units="cm"/>
      <inkml:brushProperty name="height" value="0.05292" units="cm"/>
      <inkml:brushProperty name="color" value="#C00000"/>
    </inkml:brush>
  </inkml:definitions>
  <inkml:trace contextRef="#ctx0" brushRef="#br0">2567 8953 7359 0,'0'1'656'0,"-1"-1"-528"15,1 0-128-15,0 0 0 0,0 2 560 0,0-2 80 16,-1 1 0-16,0 2 16 0,0 1 480 0,0 0 80 15,-1 4 32-15,1-4 0 0,-1 4 80 0,0-1 16 0,0 2 0 0,-1 3 0 16,2 1-224-16,-2 2-32 0,0 4-16 0,-1 2 0 16,1 3-256-16,0 2-48 0,-1 3-16 0,-1 0 0 15,2 0-240-15,-2 0-32 16,0 0-16-16,2 0 0 16,-1-1-224-16,1-4-48 0,1 0-16 0,2-3 0 0,0-5-176 15,2-1 0-15,1-3 0 0,1-3 0 0,-1-4-720 0,1-3-128 0,1-2-32 16,-2-2-10640-1</inkml:trace>
  <inkml:trace contextRef="#ctx0" brushRef="#br0" timeOffset="316.66">2541 9085 3679 0,'-3'-10'160'0,"1"3"32"0,2 2-192 0,-1 0 0 0,0 3 0 0,1 0 0 16,0-2 1328-16,-1 1 208 0,1-4 64 0,0-3 0 15,0 0-144-15,1-1-32 0,1 1 0 0,1 1 0 0,4-1-176 0,0 3-32 16,2-1-16-16,1 2 0 16,1 1-32-16,3 4 0 0,-14 1 0 0,0 0 0 15,46 6-256-15,-46-6-48 0,0 0-16 0,43 19 0 16,-43-19-608-16,0 0-240 0,0 0 176 0,40 31-176 16,-40-31 0-16,0 0 0 0,0 0 0 0,0 0 0 15,17 41 0-15,-19-33 0 0,-3 1 0 0,-3 0 0 16,-2 0 336-16,-4 0-16 0,-2 3-16 0,-3-2 0 15,0-1-80-15,-2 0-16 0,0 1 0 0,0-3 0 16,2 3-208-16,0-1 144 0,4-1-144 0,0 0 128 16,3-2-464-16,1 0-112 0,0-1 0 0,4 0-11776 15</inkml:trace>
  <inkml:trace contextRef="#ctx0" brushRef="#br0" timeOffset="1520.64">3161 8198 2751 0,'0'-2'256'0,"1"0"-256"0,-1 1 0 0,0 1 0 15,0-2 864-15,0 2 128 0,0 0 32 16,0 0 0-16,0-2 96 0,0 1 32 16,0 1 0-16,0-2 0 0,1 1-256 0,-1 0-32 0,1-1-16 0,-1 1 0 0,0 1 272 0,1-2 48 0,-1 2 16 0,0-2 0 31,0 2 48-31,1 0 16 0,-1 2 0 0,0 0 0 0,0-1-352 0,0 3-80 15,-1-1-16-15,1 4 0 16,-1-1-400-16,-1 4-80 0,1 0 0 0,-1 5-16 16,-1 5-112-16,-1 4 0 0,1 2-16 0,-1 3 0 15,1 3-176-15,0 0 192 0,2-2-192 0,0-1 192 16,1-6-192-16,2-1 0 0,0-6 0 0,1-1 0 16,-3-15 0-16,0 0 0 0,0 0 0 0,18 37 0 15,-13-31 0-15,1-2-144 0,0 1 144 0,-1-3 0 16,0 1 0-16,1-1-128 0,0-2 128 0,2 0 0 0,-1 0 0 15,1-2-128-15,0 0 128 0,0-1 0 16,2-2-560-16,-1 1 0 0,2-2 0 0,1 0-7056 16,0-2-1408-16</inkml:trace>
  <inkml:trace contextRef="#ctx0" brushRef="#br0" timeOffset="1920.57">3342 8454 6447 0,'-4'-2'272'0,"0"2"80"0,1 0-352 0,2 0 0 16,1 0 0-16,0 0 0 0,-1 0 1344 0,1 0 192 0,1 0 32 15,0 0 16-15,3 0 160 0,0 2 48 0,1-2 0 0,2 2 0 0,0 1-736 0,-7-3-144 16,0 0-16-16,0 0-16 16,42 3-304-16,-30-4-48 0,2-1-16 0,-1-1 0 0,-1-1-208 0,0-1-48 15,0-2-16-15,-2-1 0 0,0 0-240 0,0 0 176 16,-2-2-176-16,-1 4 160 0,-1-2-160 0,-1 1 0 15,-2 0 0-15,-1 0 0 0,-1 1 0 0,-3 0-176 16,0 2 48-16,-2 1 0 16,-1 1-304-1,-1-1-48-15,-1 3-16 0,-1-2 0 0,-1 4-208 16,-1-1-32-16,0 2-16 0,-1 1 0 0,1 1 416 0,0 1 80 0,-1 2 0 0,1-2 16 0,1 4 240 0,0-2 256 16,0 3-48-16,2-2-16 0,1 3 352 15,2-2 64-15,-1-1 16 0,2 1 0 0,2-1 432 0,1 1 96 0,1 0 0 0,0-1 16 16,3 0-336-16,0-2-80 0,-4-7-16 0,0 0 0 15,0 0-224-15,0 0-32 0,49 18-16 0,-49-18 0 16,0 0-336-16,41-3-128 0,-41 3 0 16,31-7 144-16,-15 4-464 15,-1-2-112-15,0 0-16 0,0 1-12688 0</inkml:trace>
  <inkml:trace contextRef="#ctx0" brushRef="#br0" timeOffset="2235.8">3824 8266 4607 0,'1'-6'400'0,"-1"1"-400"16,1 0 0-16,-1 3 0 0,1 0 2048 0,-1 1 336 0,0-1 64 0,0 0 16 0,0-1-96 0,0 1-32 15,0-3 0-15,-2 3 0 0,0 2-928 0,0 2-176 16,-1 1-32-16,0 3-16 0,0 0-336 16,-1 3-64-16,0 1-16 0,1 3 0 0,-2 2-256 0,0 4-64 15,2-2-16-15,-1 4 0 0,1 0-208 0,0 0-32 16,2 1-16-16,0-4 0 0,2 2 16 0,1-4 16 0,1-4 0 0,-3-12 0 15,0 0-208 1,0 0 128-16,0 0-128 0,40 33 0 0,-40-33 0 0,0 0 0 0,34-2 0 0,-22-3 0 31,1 1 0-31,1-4 0 0,0-1 0 0,-2-1 0 16,0 2-144-16,0-2 144 0,-1 0 0 0,0 1-144 16,-2 0-976-1,-3-1-192-15,-1 2-32 0,-2 1-16 0,-1 1-1520 0,-3 0-288 16,-1 0-64-16,-3 0-5408 0</inkml:trace>
  <inkml:trace contextRef="#ctx0" brushRef="#br0" timeOffset="2378.04">3879 8326 2591 0,'0'0'0'0,"-1"0"0"0,1-2 144 0,-4 2-144 0,-3 0 0 0,-5-3 0 16,-4 3 0-16,-7-2 0 0,-2 4 1728 15,1-1 224-15,3 3 48 0,3 1 16 0,4 2 256 0,4-3 48 16,4 1 16-16,2 0 0 0,5 0 0 0,3-2 0 16,2-1 0-16,3 0 0 0,-9-2-800 0,0 0-144 15,42-2-48-15,-23-1 0 0,1-2-784 0,2 1-176 16,1-1-16-16,0 2-16 15,-2-1-624-15,2 2-128 0,-23 2-32 0,47-3-13712 0</inkml:trace>
  <inkml:trace contextRef="#ctx0" brushRef="#br0" timeOffset="3198.72">4581 8219 8431 0,'-6'-5'752'0,"2"3"-608"0,1 0-144 0,2 0 0 16,0 2 0-16,0-2 0 0,0 1 0 0,0 1 0 15,0-3-160-15,-3 1 160 0,1 0 208 0,0 0 128 16,0-1 32-16,-1 1 0 16,2 2-736-16,0 0-144 0,-1 0-16 0,1 0 16 15,0 0-128-15,0 0-48 0,0 0 0 0,1 0 0 0,1 0 688 0,-1-2 192 16,0 1 16-16,0-1 48 0,1 1 640 0,0 0 144 15,0-2 32-15,0 1 0 0,1 0 144 0,0-1 16 16,0 3 16-16,-1-2 32 0,2 0 0 0,-1 2-16 16,0-2 0-16,1 1 32 0,-1 1-368 0,0-2-80 0,0 2-16 0,0 0 0 15,0 0-272-15,1 0-64 0,-1 0-16 0,1 0 32 16,2 2-64-16,0-2-32 0,0 0 0 0,2 0 0 16,1 0 80-16,2 1 16 0,0-1 0 0,3 2 32 15,1-2-160-15,2 0-48 16,-15 0 0-16,31-3 0 0,-31 3-192 0,35-2-144 0,-17 0 192 0,0 1-48 15,-1-1-144-15,0 0 0 0,-3 0 0 0,-1-1 0 16,0 0 0-16,-3 0 0 0,-1 0 0 0,0 0 0 16,-3 1-208-16,-1 1 16 0,-1-1 16 0,-2 2 0 31,-2-1-1232-31,-2 0-240 0,-1 1-48 0,-1 0-8992 0</inkml:trace>
  <inkml:trace contextRef="#ctx0" brushRef="#br0" timeOffset="3474.07">4654 8181 7359 0,'-1'-2'320'0,"0"-1"80"0,0 1-400 0,0 1 0 15,1 0 0-15,0 1 0 0,0 0 1072 0,-1-2 128 16,0 2 16-16,0-2 16 0,0 1 48 0,0 1 16 16,0 0 0-16,1 3 0 0,-1-1-704 0,0 0-144 15,0 3-16-15,0 0-16 0,1-1-272 0,-1 4-144 16,-1-2 160-16,1 4-160 0,0 0 176 0,0 2-176 0,0-3 192 0,1 3-192 15,0 2 368-15,-1 5-48 0,2 2 0 0,0 4 0 16,0 3 48-16,0 0 0 0,0 5 0 0,0-4 0 16,1-3-240-16,-1-4-128 0,2-2 160 0,-2-3-160 15,2-3 0-15,0-2-192 0,0-2 16 0,-1-1 0 16,0-4-1344 0,1 0-272-16,-1-2-48 0,0-2-5520 0</inkml:trace>
  <inkml:trace contextRef="#ctx0" brushRef="#br0" timeOffset="3739.02">4605 8412 6447 0,'0'-3'272'0,"0"1"80"0,0 1-352 0,0-1 0 16,1 2 0-16,-1 0 0 0,2 0 1296 0,1 0 192 15,2-2 48-15,1 0 0 0,4 0-64 0,2-1-16 16,1 0 0-16,2 1 0 0,1-3-160 0,0 1-16 16,1 0-16-16,0-1 0 0,2 1-320 0,-2 0-64 15,1 2-16-15,-2-1 0 16,-2 1-608-16,-14 2-112 0,0 0-16 0,36-3-128 16,-27 4 0-16,-9-1-256 0,0 0 32 0,0 0-10784 15</inkml:trace>
  <inkml:trace contextRef="#ctx0" brushRef="#br0" timeOffset="5012.97">5249 8333 4607 0,'3'0'400'0,"0"0"-400"0,0 0 0 0,-3 0 0 16,1 0 960-16,1 0 96 0,2 0 32 16,1 0 0-16,2-2-528 0,0 2-112 0,2-1 0 0,-3 0-16 31,-1 1-992-31,0-1-192 0,-2 1-32 0,-1 0-16 16,1-2-544-16,-2 2-128 0,0 0 0 0,0 0-16 0,-1 0 1248 0,-1 2 240 0,0 0 0 0,-2 1 144 15,1 0-144-15,-2-1 0 0,0 0 0 0,-2 1 0 16,1 1 0-16,-2 1 0 0,1 0 0 0,0 0 0 15,0 1 0-15,1 0 0 0,-1 0 0 0,2-1 0 16,-3 0 0-16,2-3 0 0,1 3 0 0,-1-2 0 16,3-1 0-16,0 0 0 0,1 1 0 0,0-1 0 15,1 0 192-15,0-2 16 0,1 0 0 0,2 0 48 16,-1 0 1520-16,2-2 304 0,1-1 64 0,0 1 32 16,2 0-144-16,-2-3-32 0,1 3 0 0,0-1 0 0,0 1-720 0,0 2-128 15,-1-2-48-15,0-1 0 0,-1 3-784 0,0 0-176 16,-1 0-16-16,0 0-128 15,-1 0-368-15,-1 0-176 0,0 1-32 0,0 1-5680 16,0-2-1120-16</inkml:trace>
  <inkml:trace contextRef="#ctx0" brushRef="#br0" timeOffset="6230.38">5735 8098 1839 0,'-1'0'160'0,"0"0"-160"0,0 0 0 0,1 0 0 0,1 0 864 0,-1 0 144 15,0 0 16-15,0 1 16 0,1-1 416 0,1 2 80 16,2-2 0-16,-1 0 16 0,2 2-160 0,2-4-48 0,2 2 0 0,0-3 0 15,3 1-256-15,1-3-48 0,2 1-16 0,-1 0 0 16,1 1-192-16,0-3-32 0,-1 2-16 0,1 0 0 16,-1 1-240-16,-1-2-48 0,-1 3-16 0,0-1 0 15,-1 1-272-15,0-1-48 0,-3 1-16 0,-2 0 0 16,0 0-144-16,-1 2 0 0,-3 0 0 0,0 0 0 16,-1 2-1008-16,-3-1-80 0,0 2 0 0,-4 0-8752 15</inkml:trace>
  <inkml:trace contextRef="#ctx0" brushRef="#br0" timeOffset="6440.96">5850 8113 3679 0,'-2'0'160'0,"1"-1"32"0,0 1-192 0,1-2 0 15,0 2 0-15,0 0 0 0,0 0 1168 0,0 0 192 16,0 0 48-16,-1 2 0 0,1-1 304 0,-1 1 64 16,0 3 16-16,0 0 0 0,-1 4-256 0,-2 1-64 15,1 1 0-15,0 2 0 16,-1 1-336-16,0 2-80 0,0 3-16 0,0-2 0 0,0 1-336 0,0-1-80 0,-1 4-16 0,1-1 0 31,1 0-384-31,2 0-80 0,0-4-16 0,2-2 0 0,0-4-128 0,-1-10 0 0,0 0 0 0,0 0-176 31,0 0-864-31,0 0-176 0,0 0-48 0,0 0 0 16,44 10-1584-16,-39-15-320 0</inkml:trace>
  <inkml:trace contextRef="#ctx0" brushRef="#br0" timeOffset="6610.02">5840 8319 1839 0,'-7'-5'0'0,"3"3"160"15,2-1-160-15,1 3 0 0,1 0 0 0,-1 0 0 0,0-1 1232 0,0 1 224 0,-1-1 32 0,1 1 16 16,0 0 672-16,2 0 128 0,1 1 16 0,2 0 16 0,1-1 32 0,1 0 16 16,2 0 0-16,2-2 0 0,1-1-800 0,1 1-176 15,0-2-16-15,2 1-16 0,-1-2-704 0,1 1-144 16,-1-1-16-16,0 0-16 0,-1 1-496 0,0 1 0 16,0-2 0-16,-2 3 0 0,0 0-272 0,0 2-112 15,-3-2 0-15,0 2-12976 16</inkml:trace>
  <inkml:trace contextRef="#ctx0" brushRef="#br0" timeOffset="7312.29">6176 8333 8287 0,'3'0'736'0,"0"-2"-592"0,1 1-144 0,-2 0 0 15,0 0 1696-15,-2 1 304 0,1-2 64 0,1 2 16 16,1-5 48-16,2 0 16 0,-1-1 0 0,1-2 0 15,0 1-1056-15,-3 0-224 0,2 0-32 0,-2 0-16 32,-1-1-560-32,0 2-128 0,-1-2 0 0,-2 2-128 15,0 0 128-15,-2 2-128 0,1-1 0 0,-4 3 0 16,1 0 128-16,-3 2-128 0,0 2 0 0,-1 0 0 16,1 3 144-16,-1 0-144 0,2 2 0 0,-2-2 144 15,0 4-144-15,0 1 0 0,1 1 144 0,1-1-144 16,-1 2 128-16,3 0-128 0,0 2 160 0,2 0-160 0,1-2 176 0,1 0-176 15,2-1 192-15,1-1-192 0,2-2 304 0,0-2-48 16,3 1-16-16,0-4 0 0,2-3-240 0,0 0 0 16,2-3 0-16,-1-1 0 0,1 0 0 0,1-2 0 15,1-1 0-15,0-3 0 0,-2 4 0 0,2-3 0 16,-2 1 0-16,-1 1 0 0,-2 2-432 0,-1-1 32 16,1 0 0-16,0-1 0 0,-2 2 144 0,0 0 16 15,-1 2 16-15,-1 2 0 0,-2-1 224 0,0 4 0 16,0-1 0-16,-1 2 160 0,0 2 96 0,0 0 0 15,0 3 16-15,1 1 0 0,-2 0 400 0,1 1 80 0,0-10 16 0,0 0 0 16,7 30-336-16,-7-30-64 0,0 0-16 0,0 0 0 16,0 0-112-16,30 31-32 0,-30-31 0 0,0 0 0 15,0 0-48-15,41 1-16 0,-29-6 0 0,2 0 0 16,-2-2-144-16,0 0 0 0,1-1 144 0,0-1-144 16,-2 2 0-16,1-3 0 0,1 1 0 0,-1 2 0 15,-3-1 0-15,0 2 0 0,0-2 0 0,0 1 0 16,-1 0-320-16,-1 3-16 0,-1 1-16 0,0-2 0 15,-2 3 160-15,1 0 48 0,-1-1 0 0,-2 1 0 0,1 0 144 0,0 1 0 16,-1-1 0-16,0 1 0 0,0 0 0 0,-1-2 128 16,1 3-128-16,-1-2 176 0,1-1 144 15,-1 1 48-15,0 2 0 0,0-1 0 0,0 1 96 0,-1 1 32 16,0 1 0-16,-1 3 0 0,0-1-48 0,-1 2-16 16,-1 3 0-16,0-1 0 0,1 3-112 0,-2 1-32 15,1 0 0-15,-1 0 0 16,2 0-288-16,-1-1 160 0,2-1-160 0,0 0 128 0,1-1-128 0,1-3 128 15,1 0-128-15,1-4 128 0,-1 1-128 0,2-3 0 16,1-2 0-16,-1-1 0 16,1 0-736-16,0-1-80 0,0-1-16 0,1-1-15072 0</inkml:trace>
  <inkml:trace contextRef="#ctx0" brushRef="#br0" timeOffset="7496.35">6477 8139 8287 0,'-1'-1'736'0,"1"-1"-592"16,0 2-144-16,1 0 0 0,-1 0 1952 0,1 2 352 0,0-2 80 0,0 3 16 0,2 0-48 0,-2 1-16 15,3 3 0-15,0-2 0 0,0 2-1248 16,-1 0-240-16,2 0-48 0,-5-7-16 16,0 0-608-16,0 0-176 0,0 0 0 15,0 0-12480-15</inkml:trace>
  <inkml:trace contextRef="#ctx0" brushRef="#br0" timeOffset="7800.38">6867 7890 7999 0,'-7'0'176'0,"3"-2"32"0,1 2 16 0,0 0 0 0,2 0-224 0,0 0 0 0,0 2 0 0,-1-2 0 16,-1 0 2352-16,0 2 416 0,-1 0 96 0,-1 1 16 0,3 0-240 0,-2 3-32 16,1 2-16-16,0 3 0 0,1 2-1056 0,-1 4-224 15,0 3-32-15,-2 6-16 0,2 5-752 0,-2 2-128 16,0 0-48-16,0 1 0 0,0-4-160 0,0 2-48 15,0-2 0-15,0-2 0 0,2-2-128 0,1-2 128 16,1 0-128-16,1-5 128 16,0-19-128-16,4 29 0 0,-4-29 0 0,0 0-10176 31,0 0-1936-31</inkml:trace>
  <inkml:trace contextRef="#ctx0" brushRef="#br0" timeOffset="9433.16">6995 8208 9167 0,'0'0'0'16,"0"-2"0"-16,0 2 0 0,0-1 0 0,0 1 0 0,0 0 0 15,0-2 208-15,0 1 160 0,0-1 16 0,0 2 32 16,0-1 512-16,0 0 96 0,0 1 32 0,-1 0 32 16,0 0 32-16,0 0 16 15,-1 2 0-15,1 0 16 0,-2 4-208 0,1-2-48 0,0 1 0 0,-1 2 32 16,0 3-320-16,0-1-64 16,0 0-16-16,1 1 16 0,-1 0 0 0,1-1 0 0,0 0 0 0,1-1 32 0,0 1-320 0,1-2-64 15,2 0-16-15,0-2 16 0,0-3-192 0,1 1 0 16,0-1-144-16,2-4 144 0,0 1-224 0,-1-1 32 15,2 0 16-15,0-3 32 16,1-2-1024-16,0 2-208 0,0 0-32 0,0-1-8048 16</inkml:trace>
  <inkml:trace contextRef="#ctx0" brushRef="#br0" timeOffset="9575.18">7108 8182 6623 0,'2'-3'128'0,"-1"0"48"0,0 3 0 0,0-2 16 0,-1 2-192 16,0 2 0-16,-1-1 0 0,1 1 0 0,-1 3 2304 0,0 0 432 0,1 5 80 0,-3 1 0 15,0 2-880-15,0 2-176 0,1 0-32 0,0 1-16 16,1-2-528-16,0-2-96 0,1 0-32 0,1-3 0 16,-1-9-704-16,0 0-144 0,0 0-16 0,0 0-16 31,0 0-880-31,0 0-192 0,0 0-16 0,0 0-10352 0</inkml:trace>
  <inkml:trace contextRef="#ctx0" brushRef="#br0" timeOffset="9942.89">7258 8162 2751 0,'0'0'256'0,"0"0"-256"15,0 0 0-15,1 0 0 0,0 0 1840 0,0 0 320 16,1-2 64-16,0 2 16 0,3-2-112 0,1-1-16 16,2-1 0-16,0 1 0 0,1-1-960 0,-1 1-192 0,0 0-32 0,0 3-16 15,-1 0-32-15,-1 1-16 0,-1 4 0 0,0-1 0 16,0 1 32-16,-2 2 0 0,0 3 0 0,0-1 0 15,-1-2-320-15,0 5-48 0,-2 0-16 0,0 0 0 16,0 0-224-16,-2-1-48 0,0 2-16 0,-1-1 0 16,0-1-96-16,0 1-128 0,0-3 176 0,-1-1-176 15,1-2 0-15,1 0 0 0,1-2 0 0,-1-1 0 16,0 1 176-16,2-4-176 0,0 0 160 0,0-2-160 16,1 0 240-16,1-1-48 0,0-4-16 0,2 0 0 15,1-3 80-15,0 1 0 0,1-1 16 0,0 1 0 16,2-3-48-16,1-2-16 0,0 0 0 0,1 2 0 15,-1 0-208-15,0 0 0 0,0 0 0 0,0 2 0 0,0 2 0 16,-2 0 0-16,3 3 0 0,-3-2 0 16,2 1-288-16,-3 2-96 0,1 0-32 0,-2-1 0 15,1 3-1888-15,-1 0-368 0,-1 2-80 0,0 0-8784 16</inkml:trace>
  <inkml:trace contextRef="#ctx0" brushRef="#br0" timeOffset="10242.46">7521 8202 8287 0,'1'9'368'0,"-1"-3"80"0,1-1-448 0,0-1 0 15,0-3 0-15,1 1 0 0,-1 0 1280 0,2 1 192 16,1 0 16-16,-4-3 16 0,0 0 224 0,0 0 32 16,39 16 16-16,-28-16 0 0,1-1-528 0,1-1-96 0,0-3-32 0,-1 0 0 15,1-1-208-15,0 1-32 0,-1-2-16 0,0 0 0 16,0 2-224-16,-1-2-64 0,-2 2 0 0,0-2 0 16,0 0-320-16,-1 0-64 15,0 2 0-15,0-2-16 0,-2 0-176 0,-1 0 0 0,-1 0 144 0,-3-1-144 16,1 1 0-16,-3-1 144 0,0 2-144 0,-2 0 0 15,-2 1 0-15,-1 4 0 0,-3-1 0 0,0 4 0 16,-1 3-192-16,-1-1-64 0,-1 5 0 0,0 2 0 16,0 1-128-16,1 2-16 0,1 1-16 0,1 1 0 15,0 3 1088-15,1-3 224 0,2 0 32 0,-1 1 16 16,2 1 16-16,3-3 16 0,0 0 0 0,2-15 0 16,0 0-496-16,10 34-96 0,-10-34-32 0,0 0 0 0,0 0-352 0,0 0 0 15,46 21 0-15,-46-21-16000 16</inkml:trace>
  <inkml:trace contextRef="#ctx0" brushRef="#br0" timeOffset="17914.53">9972 8127 4607 0,'0'-3'400'0,"1"1"-400"0,0 2 0 0,-1-1 0 15,1 1 1040-15,-1-1 128 0,0-1 32 0,0-1 0 0,-1 0 352 0,0 0 80 16,0 0 16-16,-2 0 0 0,-1 1-416 0,-1-1-80 0,0 3 0 0,-2-2-16 15,0 2-16-15,0 0 0 16,-2 2 0-16,-1-2 0 0,0 3-16 0,-1-3 0 16,-1 2 0-16,0 1 0 0,-1-1-192 0,0 0-32 15,-1 3-16-15,0 0 0 0,0-1-368 0,2 1-80 16,1 0-16-16,0 0 0 0,1 2-272 0,2-3-128 16,1 2 128-16,2-2-128 0,1 1 0 0,2 0 0 0,1-2 128 0,2 0-128 15,2 2 0-15,1-2 0 0,1-1 0 0,2 1 0 16,1 1 0-16,-8-4-144 0,0 0 144 0,0 0 0 15,44 19 0-15,-44-19-128 0,0 0 128 0,41 24 0 16,-41-24 0-16,0 0 0 0,0 0-128 0,45 31 128 16,-45-31 0-16,0 0-128 0,0 0 128 15,38 38 0-15,-38-38 0 0,0 0-128 0,0 0 128 0,0 0 0 16,20 37 0-16,-20-31 0 0,-3-2 0 16,-1 1 0-16,-2-2 0 0,-1 1 0 0,-2-3 0 0,-2 0 0 15,-1 1 144-15,-2 1-144 0,-1-2 128 0,-2 1-128 0,0 0 128 16,0-1-128-16,1 0 0 0,2 1 128 0,3-1-128 15,1 1 0-15,1-2 144 0,3-2-144 0,2 1 0 16,3-2 0-16,1 0-160 0,2 0-13920 16</inkml:trace>
  <inkml:trace contextRef="#ctx0" brushRef="#br0" timeOffset="18848.45">10266 8238 1839 0,'-3'0'160'0,"0"2"-160"0,1-2 0 0,1 0 0 15,0 1 1008-15,0-1 160 0,0 2 48 0,0-2 0 16,1 3 128-16,-2-1 48 0,0-1 0 0,0 0 0 15,1 1-64-15,0-2-16 0,2 1 0 0,1-1 0 0,0 0-160 0,1 0-48 16,-1 0 0-16,2 0 0 0,1-1-496 0,0 1-96 16,2-2-32-16,-1 2 0 0,1 0-480 0,-2 0 0 15,2 0 0-15,-2 0 0 16,2 2-832-16,-3-2-192 0,2 1-64 0,-2 1-7424 16</inkml:trace>
  <inkml:trace contextRef="#ctx0" brushRef="#br0" timeOffset="19051.41">10288 8304 4719 0,'-2'3'0'0,"0"-3"192"0,0 1-48 0,1-1 0 0,0 1-144 0,1 0 0 16,0 1 0-16,-1-2 0 0,0 1 784 0,0 0 128 15,0 1 32-15,1 1 0 0,1-1-256 0,0-2-48 0,0 1-16 0,2 1 0 16,1-2 288-16,0 0 64 0,0 0 16 0,1-2 0 15,0 2-128-15,-2-1-32 0,1 1 0 0,-1 0 0 32,0 0-1168-32,-1 0-240 0,0 0-64 0,0 1 0 0</inkml:trace>
  <inkml:trace contextRef="#ctx0" brushRef="#br0" timeOffset="20276.16">11000 8101 3679 0,'0'-2'320'0,"0"1"-320"0,0-1 0 0,0 2 0 31,0 0 1104-31,0 0 160 0,-1-2 16 0,0-1 16 0,-1-1 480 0,0 1 80 16,0 1 32-16,-2-2 0 0,0 3-720 0,0-1-144 0,-2 1-16 0,1 1-16 15,-2 0-160-15,-1 0-16 16,-1 1-16-16,0 1 0 0,-1-1-144 0,0 1-16 15,-1 0-16-15,0-1 0 0,0 0 80 0,0 1 32 16,1-2 0-16,0 3 0 0,-1-1-80 0,1-1-16 0,1 1 0 0,1 0 0 0,0 1-64 0,2 1-32 16,1-1 0-16,0 1 0 0,1 1-240 0,1 1-48 15,0-2-16-15,1 1 0 0,2 1-240 0,2 0 0 16,1 0 0-16,1 1 0 0,1-2 736 0,-5-5 208 16,0 0 32-16,0 0 16 15,0 0-1664-15,38 22-336 0,-38-22-64 0,0 0-16 16,0 0 864-16,46 16 224 0,-46-16 0 0,0 0 0 0,0 0 0 0,41 17-160 15,-41-17 160-15,0 0 0 0,0 0 0 0,0 0-128 16,0 0 128-16,0 0 0 0,0 0 0 16,0 0 0-16,0 0 0 0,12 40 0 0,-20-33 816 0,-1 0 160 15,-2 0 48-15,-3 3 0 16,1-1-1616-16,-1 0-320 0,-1 0-64 0,1-1-16 0,0-3 1616 0,2 2 320 16,2-2 64-16,1-3 16 15,1 0-1632-15,2-1-320 0,2-2-64 0,2-1-16 16,1 1 688-16,1-2 144 0,2 0 32 0,2-2 0 15,2 1-1792-15,1-1-368 0</inkml:trace>
  <inkml:trace contextRef="#ctx0" brushRef="#br0" timeOffset="20663.86">11102 8227 11967 0,'1'-3'528'0,"0"1"112"0,1-1-512 0,-2 3-128 16,0 0 0-16,0 0 0 0,0 0 1280 0,-1 0 208 15,0 0 48-15,-2 1 16 0,0 1-272 0,-1 2-64 16,0-1-16-16,0 4 0 0,1-2-496 0,-1 3-112 16,-1 1-16-16,2 0 0 0,0 0-144 0,1 2-48 15,0 2 0-15,1-1 0 0,1 0-32 0,2 0-16 16,-2-12 0-16,0 0 0 0,0 0-80 0,0 0-32 16,27 38 0-16,-27-38 0 0,0 0-224 0,0 0 0 15,33 3 0-15,-23-8 0 0,-1 1 0 0,0-2 0 0,0-2 0 0,1-1 0 16,-2 2-240-16,0-5-32 0,1 3-16 0,-3 0 0 31,1-1-384-31,-2 0-80 0,0 3-16 0,-2 0 0 16,-1 0 256-16,-1 2 64 0,0-2 0 0,-2 2 0 0,-1 0 448 0,1 1 0 0,-1 3 0 0,-1-1 0 15,0 2 0-15,0 2 320 0,1 1-64 0,-2 2 0 16,2-1 256-16,-1 2 32 0,1 1 16 0,2 2 0 16,-2 1 16-16,2 1 16 0,0-1 0 0,1 1 0 15,-1-11-112-15,0 0-32 0,0 0 0 0,11 38 0 16,-11-38-64-16,0 0 0 0,0 0-16 0,0 0 0 15,0 0-176-15,39 22-16 0,-31-22-16 0,-1-2 0 0,1-1-160 16,-2 0-256-16,2-1 64 0,-1-1 16 16,1-2-1424-16,-2 2-304 0</inkml:trace>
  <inkml:trace contextRef="#ctx0" brushRef="#br0" timeOffset="20929.08">11510 8196 10127 0,'-1'-5'448'0,"0"2"96"0,0 1-544 0,1 2 0 0,-1-1 0 16,1 1 0-16,-1 0 1840 0,1 0 256 0,-3 0 48 0,0 1 16 16,-1 1-736-16,-1 3-144 0,-2 0-16 0,1 0-16 15,-2 4-480-15,0 1-80 0,0 0-32 0,-1 1 0 16,1 1-64-16,0-1-16 0,0 1 0 0,2 0 0 15,1-1 32-15,1-2 0 0,2 0 0 0,2-2 0 16,0-2-352-16,2 0-64 0,2-1 0 0,0-2-16 16,1-1-384-16,1-1-80 0,2 0-16 0,2-1 0 31,-1-2-1872-31,1-2-384 0</inkml:trace>
  <inkml:trace contextRef="#ctx0" brushRef="#br0" timeOffset="21181.44">11684 8226 1839 0,'3'-4'160'16,"-1"1"-160"-16,-1 1 0 0,0 2 0 0,-1-2 1648 0,0 1 288 16,1-1 64-16,1-2 16 0,0-1 176 0,-2 1 48 15,0 1 0-15,-2 0 0 16,-1 1-640-16,-2 2-128 0,1 2-32 0,-3 1 0 0,1 1-256 0,-2 1-48 16,1 0-16-16,-1 2 0 0,-1 0-112 0,1 1-32 15,1-2 0-15,2 4 0 0,-1-3-384 0,1 3-80 0,-1 1 0 0,1 1-16 16,2 2-64-16,0-3-16 0,1 2 0 0,1-3 0 15,0 1-160-15,2-1-48 0,-1-10 0 16,0 0 0-16,0 0-208 0,0 0 144 0,0 0-144 0,27 35 128 16,-27-35-128-16,0 0-224 0,0 0 48 0,36-2-9856 15,-24-3-1968 1</inkml:trace>
  <inkml:trace contextRef="#ctx0" brushRef="#br0" timeOffset="21575.67">11812 8293 2751 0,'-1'0'256'0,"0"0"-256"16,1 0 0-16,0 0 0 0,0 0 1536 0,0 0 256 15,0 0 48-15,0 0 16 16,0 0 576-16,0 2 128 0,2-2 32 0,-1 0 0 0,3 0-624 0,1 0-128 16,1 0-32-16,2 0 0 15,0-2-864-15,1-1-176 0,1 1-48 0,-1-2 0 16,1 1-528-16,1-2-192 0,0-1 0 0,-1 0 144 0,2-1-144 0,-3 0 0 15,0 0 0-15,-1 0 0 0,-3 0 0 0,0 1 0 16,-2 0 0-16,-2 1 0 0,-1 1 0 0,-1-2 0 16,-2 2 0-16,-1 0 0 0,-1 3 0 0,-3-1 0 0,1 0 0 0,-4 2 0 15,1 2 0-15,-1 0 0 0,0 3 0 0,0-1 0 16,1 2 240-16,-1 1 16 0,2 2 0 0,1-1 0 16,1 0 304-16,1 0 64 0,1 1 16 0,1 0 0 15,1 1 0-15,1-2 0 0,1 1 0 0,1-1 0 16,2 0-256-16,0-1-32 0,1-1-16 0,-3-6 0 15,0 0-64-15,0 0-16 16,0 0 0-16,38 18 0 0,-38-18-128 0,0 0-128 0,0 0 144 0,41 2-144 16,-30-2 0-16,1-2 0 0,0 0 0 0,-1-3 0 15,0 2-1232-15,0-1-144 0,1-1-32 0,1 0-8336 16,0 1-1680-16</inkml:trace>
  <inkml:trace contextRef="#ctx0" brushRef="#br0" timeOffset="21965.58">12218 8198 911 0,'5'-5'0'0,"-1"1"0"0,-2 1 0 0,-1 3 0 16,0 0 1920-16,0-1 320 0,1 0 48 0,3-4 16 15,0 0 672-15,-1 3 144 0,-1-2 16 0,-2 3 16 16,-2 1-784-16,-1 3-144 0,-1-1-48 0,-2 2 0 16,-2 1-944-16,0-1-192 0,-2 4-32 0,0-2-16 15,0 0-160-15,0 1-16 0,0 0-16 0,0-2 0 16,2 2-176-16,0-2-48 0,2 0 0 0,0 0 0 15,1-1-304-15,2-1-64 0,0 1-16 0,1 1 0 16,1-3-192-16,1 1 0 0,1 0 128 0,0 1-128 0,2-2 0 0,1 0 0 16,-1 1 0-16,3-1 0 0,-1 1 0 0,2-1-128 15,-2 0 128-15,2 1 0 0,-1-1 0 0,0 1 0 16,-7-3-128-16,0 0 128 0,0 0 0 0,0 0 0 16,0 0 0-16,39 16 0 15,-35-14 0-15,-2 1 0 0,0 0 0 0,-2 1 0 0,0-2 0 0,-2 0 0 16,-1 4 0-16,-2-3 0 0,-2 0 0 0,0 0 0 15,-2 2 0-15,1-3 0 0,-2 1 0 0,0 1 0 16,0-1 0-16,1 0 0 0,1 0 0 0,0 1 0 16,2 0 0-16,0-3 0 0,3 2 0 0,0-3 0 0,2 1 0 0,1-2 0 31,2 1-976-31,2-3-144 0,2 0-32 0,2-2-14304 0</inkml:trace>
  <inkml:trace contextRef="#ctx0" brushRef="#br0" timeOffset="22263">12586 8202 7359 0,'17'-6'656'0,"-5"-1"-528"0,-1 3-128 16,-4 0 0-16,-1 2 2464 0,-3 2 464 0,-1-3 80 0,4 1 32 15,3 0-160-15,1-5-16 0,0 2-16 0,-5 3 0 0,-3-1-1232 0,-5 1-240 16,-2 4-48-16,-5-1-16 0,-3 3-416 0,0 1-96 16,-3 2-16-16,-2 0 0 0,1 2-464 0,-2 1-112 15,0 0-16-15,3 1 0 0,1-3-32 0,3 2-16 16,4-4 0-16,-1 1 0 0,3 0 0 0,2 0 0 15,3 1 0-15,3-4 0 0,-2-4-144 0,0 0 0 16,0 0 0-16,0 0 128 0,43 24-128 0,-43-24 0 16,0 0 0-16,48 13 0 0,-48-13 0 0,0 0 0 15,53 18 0-15,-53-18 0 0,37 16 0 0,-37-16 0 16,0 0 0-16,41 31 0 0,-41-31 0 0,0 0 0 16,9 38 0-16,-16-24 0 15,-4-2 0-15,-4 2 0 0,-5 0 0 0,-4 1 0 0,-2-1 0 0,-3 0 128 16,-2-2 0-16,-4-2 0 0,-1-1-128 0</inkml:trace>
  <inkml:trace contextRef="#ctx0" brushRef="#br0" timeOffset="26465.75">3168 9024 7359 0,'0'-1'656'0,"0"-1"-528"0,0 1-128 0,0 1 0 16,0-2 880-16,0 2 144 0,0-2 16 0,0-2 16 16,0-1 544-16,0 0 96 0,0 0 32 0,0-1 0 15,1 1-288-15,-2 0-48 0,1 2-16 0,-1-1 0 0,0 3-352 0,0-3-80 16,0 3-16-16,-1 1 0 16,1 0-224-16,-1 0-32 0,-1 0-16 0,-1 1 0 0,0 3-144 0,-1-1-16 15,-1 4-16-15,-1 0 0 0,1 0-160 0,-1 0-16 16,0 5-16-16,-3 2 0 0,1 6-32 0,0 1 0 15,0 5 0-15,1 2 0 0,2 1 0 0,-1 1-16 16,2 1 0-16,2-4 0 0,1 1-48 16,1-5-16-16,2-4 0 0,0 1 0 0,-1-20-176 0,7 35 160 15,-7-35-160-15,0 0 160 0,18 35-160 0,-18-35 0 16,0 0 0-16,0 0 0 0,0 0-176 0,37 37 176 16,-37-37-128-16,0 0-9728 0,0 0-1952 15</inkml:trace>
  <inkml:trace contextRef="#ctx0" brushRef="#br0" timeOffset="26894.06">3344 9156 9215 0,'1'-4'816'0,"1"3"-656"0,0-2-160 16,-1 2 0-16,1 0 1136 0,0 0 192 0,4-2 32 0,2-4 16 0,3 2 384 0,2-2 80 16,1 4 16-16,-1 1 0 15,-13 2-768-15,0 0-128 0,36 4-48 0,-36-4 0 0,0 0-400 0,0 0-64 0,35 24-32 0,-35-24 0 16,0 0-192-16,0 0-32 0,19 41-16 0,-18-30 0 16,-1-1 16-16,-2 0 0 15,0-1 0-15,-4 0 0 16,0 1-64-16,-2-2-128 0,-1 3 192 0,-2-4-64 15,1 1-128-15,-3 0 0 0,-1 0 0 0,-1-1 0 16,-1 0 0-16,1-2 0 0,1 2 128 0,2-5-128 16,2 3 0-16,3-3 0 0,1 1 0 0,3-3 0 15,1 0 0-15,3 0 0 0,1 0 0 0,2 0 0 16,1-3 0-16,2 1 192 0,2-1-192 0,2 1 192 0,0 0 704 16,-11 2 128-16,28-7 48 0,-28 7 0 0,31-3-256 0,-31 3-48 15,31-4-16-15,-31 4 0 0,26-7-496 0,-14 4-80 16,-12 3-32-16,27-5 0 0,-27 5-144 0,26-2 0 15,-26 2 0-15,0 0 0 0,32 0 0 0,-32 0 0 16,0 0 0-16,0 0 0 16,0 0-832-16,37 7-32 0</inkml:trace>
  <inkml:trace contextRef="#ctx0" brushRef="#br0" timeOffset="27798.02">4210 9032 3679 0,'1'-4'320'0,"0"2"-320"0,0 0 0 0,-1-1 0 0,1 2 1440 0,0-2 224 15,-1 2 32-15,1-4 16 0,0 0 416 0,0-2 96 16,0-1 16-16,-1 0 0 0,-1 1-880 0,-1 2-160 15,0-1-48-15,-2 3 0 0,1 0-432 0,-2 0-80 16,-1 3-32-16,-2 0 0 0,0 3-128 0,-1 0-32 16,-1 1 0-16,0 1 0 0,1 2-128 0,0-2-16 15,-3 3-16-15,0 1 0 16,0 2-32-16,1-2-16 0,1 1 0 0,1 2 0 0,-1-2-112 0,4-1 0 0,1-2-128 16,1 3 192-16,1-3 96 0,2 0 16 0,1 0 0 15,2 0 0-15,1-4-304 0,-3-3 160 0,0 0-160 16,0 0 128-16,0 0-128 15,0 0 0-15,42 25 0 0,-42-25 0 0,0 0 0 0,0 0 0 16,48 17 0-16,-48-17 0 0,0 0 0 0,0 0 0 16,45 19 0-16,-45-19 128 0,0 0-128 0,0 0 160 15,0 0-160-15,0 0 160 0,0 0-160 0,0 0 0 16,30 31 0-16,-33-29 0 0,0 3 0 0,-2-2 192 16,0 1-192-16,-3 1 192 0,0-3-64 0,-1 3 0 15,-1 0 0-15,-1-3 0 0,-2 3-128 0,2 0 0 16,-2-1 0-16,1-2 0 0,2 1 0 0,1 0 0 15,0-1 0-15,1-2 0 0,3 0 0 0,1-2 0 0,1 2 0 16,3-3 0 0,2-2-496-16,2 1-128 0,1-3-16 0,4 2-12352 0</inkml:trace>
  <inkml:trace contextRef="#ctx0" brushRef="#br0" timeOffset="28181.65">4376 9076 18431 0,'0'0'816'0,"0"0"160"15,-1 0-784-15,0 2-192 0,0-2 0 0,-1 2 0 16,-1-1 1136-16,-2 2 176 0,-2 3 32 0,-4 3 16 16,-1 3-64-16,-1 2-16 0,0 0 0 0,1 3 0 0,2 0-400 15,1 2-96-15,3-3-16 0,3 0 0 0,2-1-304 0,1-15-64 16,0 0-16-16,0 0 0 0,14 36-256 0,-14-36-128 16,0 0 0-16,0 0 128 0,38 0-128 0,-26-5 0 15,2-6 0-15,1 0 0 0,1 2 0 16,-2-6 0-16,1 1 0 0,-1 0 0 15,1 0-320-15,-2 0-112 0,-1 0-16 0,-3 0 0 16,1 4-320-16,-4-1-80 0,-1 0-16 0,-2 4 0 0,0 0 608 0,-2 1 256 16,-2 2-192-16,0 0 192 0,-1 4 0 0,1-2 0 15,-2 4 0-15,-1 0 0 0,1 1 224 0,0 2 64 0,0 1 16 0,-1 2 0 16,1-1 160-16,1 4 48 0,0-1 0 0,0 2 0 16,1 0 0-16,1 1 16 0,0 0 0 15,0-13 0-15,2 24-144 0,-2-24-48 0,0 0 0 0,0 0 0 16,0 0-80-16,19 31 0 0,-19-31-16 0,0 0 0 15,0 0-240-15,30-1 0 0,-21-3 0 0,1-1 0 16,2-2-272-16,0-2-160 0,-1 1-16 16,1-1-14336-16</inkml:trace>
  <inkml:trace contextRef="#ctx0" brushRef="#br0" timeOffset="28419.25">4787 9075 6447 0,'8'-7'272'0,"-4"3"80"0,2-2-352 0,-2 2 0 0,-3 2 0 0,1-1 0 0,0-1 1344 0,1 1 208 16,2-6 48-16,0-1 0 0,2-1 512 16,-2 1 128-16,-1 0 0 0,-2 6 16 0,-2 1-80 0,-1 1-32 15,-2 4 0-15,-1 3 0 0,0-1-704 0,-3 4-144 16,0-1-16-16,-2 4-16 0,0 1-544 16,-1 3-96-16,-1-1-32 0,1 3 0 0,-1-1-224 0,-1 1-48 15,0 2-16-15,1-3 0 0,2 1-160 0,2-5-16 16,4 0-128-16,1-3 192 0,3-1-64 0,1-2 0 15,-2-6-128-15,0 0 192 0,0 0-192 0,0 0 0 0,0 0 0 0,43 14 0 16,-43-14-400-16,0 0 16 0,36-3 16 0,-36 3-10208 16,30-6-2048-16</inkml:trace>
  <inkml:trace contextRef="#ctx0" brushRef="#br0" timeOffset="29530.32">5152 9075 2527 0,'0'0'0'0,"0"0"0"0,0 0 144 0,-1-2-144 0,1 2 0 0,0 0 0 15,0 0 0-15,0 0 0 0,0 0 384 0,0 0-48 16,-1 0 0-16,1 0 0 0,0 0-96 0,1 0-32 0,-1 0 0 0,1 0 0 16,-1 0 96-16,0 0 16 0,1 0 0 15,-1 0 0-15,0 0-144 0,1 2-32 0,-1-2 0 0,0 0 0 16,0 0-144-16,0 0 192 0,0 0-192 0,1 0 192 16,-1 1 112-16,0-1 16 0,0 0 16 0,0 2 0 15,0-2 304-15,0 0 48 0,1 0 16 0,-1-2 0 16,1 1 256-16,0 1 64 0,0-2 16 0,0 0 0 15,0 1-48-15,0 1-16 0,0-2 0 0,0 1 0 16,0 0-176-16,0 1-32 0,0-3-16 16,-1 3 0-16,0-2-32 0,0 2 0 0,0-2 0 0,-1 1 0 0,1 1 96 0,-1 0 16 15,1 0 0-15,-1 0 0 0,1 0-112 0,-1 0-16 32,0 0 0-32,0 0 0 0,1 0 640 0,-1 0 128 0,0-2 32 0,0 2 0 0,1 0-896 15,-2 0-176-15,1-1-48 0,0 0 0 16,-1 1-784-1,-1-2-176-15,0 2-16 0,0-2-16 0,-2 2 800 0,0 0 144 0,1 2 48 0,-3-2 0 0,1 2-48 0,-1 0 0 16,-1 1 0-16,0 1 0 0,1 1-144 0,0 2-48 16,0 0 0-16,1 1 0 0,-1 3-144 0,1-1 128 15,1 1-128-15,1 1 128 0,0 1-128 0,4 3 0 0,-1-2 144 0,1-14-144 16,2 29 0-16,-2-29 0 0,0 0 0 0,0 0 0 16,22 36 0-16,-22-36 0 0,0 0 0 0,0 0 0 15,0 0 0-15,47 16-160 0,-47-16 160 0,0 0 0 16,32-5-256-16,-22 2 64 0,-10 3 16 0,21-6 0 15,-11 3-1872 1,0-2-368-16,-2 2-80 0,0-1-10752 16</inkml:trace>
  <inkml:trace contextRef="#ctx0" brushRef="#br0" timeOffset="29992.79">5345 9163 10127 0,'0'0'448'0,"0"0"96"0,1 0-544 0,-1 0 0 0,1 0 0 0,-1 0 0 15,1 0 1792-15,1 2 256 0,1-2 64 0,1 1 0 16,0 1-128-16,2 0-32 0,0 0 0 0,-1-2 0 15,1 1-864-15,0-2-160 0,1 1-32 0,-1-2-16 16,1 0-560-16,0-1-96 0,0-2-32 0,1 2 0 16,-2-2-192-16,1-1 0 0,-2 2 0 0,1-4 0 0,-1 2 0 0,-2 0 0 15,0 2 0-15,0-3 0 0,-2 2 0 0,0-2 0 16,-1 1 0-16,0 0 0 16,-1 1-368-16,-1 3 48 0,-1-3 0 0,-1 3 0 0,1-1 32 0,-3 3 16 15,1 0 0-15,-2 0 0 0,0 3 64 0,0-1 16 16,1 3 0-16,-1 0 0 0,1 2 192 0,0 0-144 15,1 2 144-15,0-1-128 0,1 1 384 0,1 1 96 16,0 1 16-16,2 1 0 0,0 0 352 0,1 2 80 16,0-14 16-16,3 24 0 0,-3-24 128 0,0 0 16 15,0 0 16-15,17 33 0 0,-17-33-368 0,0 0-80 16,0 0-16-16,0 0 0 0,38 18-512 0,-38-18 0 0,0 0 0 16,0 0 0-1,36-1-304-15,-28-1-160 0,2-1-48 0,-2 0 0 16,2-1-1856-16,-2-1-368 0</inkml:trace>
  <inkml:trace contextRef="#ctx0" brushRef="#br0" timeOffset="30324.79">5781 9068 13823 0,'3'-1'608'16,"-1"0"128"-16,-1 1-592 0,0-2-144 0,-1 2 0 0,-1 0 0 15,0 2 1584-15,-1-2 272 0,0 0 64 0,-1 2 16 0,-3 0-192 0,0 1-32 16,-3 0-16-16,2 2 0 0,-1 1-336 0,-1-1-64 15,0 2-16-15,1 0 0 0,-2 0-384 0,1 2-64 16,2-1-32-16,0 1 0 0,2-3-352 0,2 0-64 16,0 1 0-16,2-2-16 0,2 1-240 0,1-2-128 15,-2-4 128-15,0 0-128 0,0 0 0 0,0 0 0 16,0 0 0-16,39 13 0 0,-39-13 0 0,0 0 0 16,29-2 0-16,-29 2 0 0,0 0 0 0,27-1 0 15,-27 1 0-15,0 0 0 16,0 0 0-16,0 0-160 0,0 0 160 0,0 0 0 0,37 8 0 0,-35-5 0 0,-2-1 0 15,-1 3 0-15,-1 0 0 0,-2-1 0 0,0 1 0 16,-1 0 0-16,-2 0 0 16,0 2 0-16,-2 0 0 0,1 1 0 0,0-2 0 0,-1 1 0 0,1-2 0 0,1 0 0 15,-1-1 0-15,3 1 0 0,-1-2 0 0,2-3 0 32,2 0-768-32,1-3-32 0,0-1-16 0,1 1-14192 0</inkml:trace>
  <inkml:trace contextRef="#ctx0" brushRef="#br0" timeOffset="33886.24">6021 9158 6447 0,'1'2'576'0,"0"1"-576"0,0-3 0 0,-1 2 0 15,1-2 864-15,1 0 64 0,1 1 16 0,2 1 0 0,-5-2 16 0,0 0 16 16,0 0 0-16,32-3 0 0,-24 1 0 0,1-3 0 16,-1 3 0-16,0-3 0 15,-1-1-160-15,-1 1-48 0,0-1 0 0,-1 2 0 16,0-3-512-16,-1 2-128 0,1-2 0 0,-3 2-128 16,1-2-448-16,-1 2-208 0,-1 1-48 0,0-2 0 15,-1 0-416-15,-1 1-96 0,0 2 0 0,-1-1-16 16,0 1 528-16,-1 1 96 0,-2-1 32 0,-1 1 0 0,2 1 576 0,-2 0 208 15,0 1 0-15,-1 0 0 0,1 1 704 0,-1 2 144 16,1 0 32-16,-1 2 0 0,2 0-80 0,-1 2-16 0,1-1 0 0,0 2 0 16,1-1 48-16,0 0 16 0,1 5 0 0,0-4 0 15,2 3-160-15,0-2-16 16,1 3-16-16,0-2 0 0,0-10-160 0,0 0-48 0,5 27 0 0,-5-27 0 16,0 0-192-16,0 0-32 0,0 0-16 0,0 0 0 15,0 0-192-15,33 27-32 0,-33-27-16 0,0 0 0 16,0 0-176-16,32-2 0 0,-24 0 0 0,0-1 0 15,-8 3-1088-15,0 0-208 0</inkml:trace>
  <inkml:trace contextRef="#ctx0" brushRef="#br0" timeOffset="34238.85">6387 9038 7359 0,'0'0'656'0,"0"0"-528"15,0 0-128-15,-1 0 0 0,1 2 1408 0,-1-2 256 16,-1 2 64-16,1-2 0 0,-3 2 320 0,0 3 64 16,-1-2 0-16,-1 1 16 0,-1 1-544 0,-1 0-112 0,0 2-32 0,-1-2 0 15,1 1-64-15,0 2-16 16,1-1 0-16,0 0 0 0,1 0-448 0,2-2-80 0,0 2-32 0,2-2 0 16,1-1-400-16,1 1-80 0,1 0 0 0,2-3-16 15,-3-2-176-15,0 0-128 0,0 0 144 0,0 0-144 16,0 0 0-16,41 12 0 15,-41-12 0-15,0 0 0 0,34 2 0 0,-34-2 0 0,0 0 0 0,32 5 0 16,-32-5-128-16,0 0 128 0,0 0 0 0,0 0 0 16,0 0 0-16,0 0-128 0,35 22 128 0,-38-15 0 15,-2 0 0-15,-1-2 0 0,0 0 0 16,-2 2 0-16,0 0 0 0,-2 0 0 0,2-2 0 16,-2 2 0-16,-1-1 0 0,-3 0 0 15,2 1 0-15,1 0 0 16,-2-3-288-16,4 1-96 0,1-2-32 0,2-1-14864 0</inkml:trace>
  <inkml:trace contextRef="#ctx0" brushRef="#br0" timeOffset="34599.15">6829 9020 10127 0,'0'0'896'0,"0"0"-704"15,0 0-192-15,0 0 0 16,0 0 1808-16,1 0 336 0,0 0 64 0,1 0 16 0,2 0 640 0,1 0 128 16,0 0 16-16,2 0 16 0,-1 0-976 0,1-2-208 15,0 2-48-15,0 2 0 0,1-2-1088 0,-8 0-240 16,0 0-32-16,0 0-16 0,0 0-416 0,0 0 0 16,0 0 0-16,0 0 0 15,0 0-976-15,37 24-240 0</inkml:trace>
  <inkml:trace contextRef="#ctx0" brushRef="#br0" timeOffset="34772.55">6852 9135 9215 0,'-3'5'400'0,"1"-1"96"0,0 0-496 0,0 0 0 0,1 0 0 0,1-2 0 16,-1 3 1616-16,-2 4 240 0,-1 5 32 0,-1 3 16 15,2 4 352-15,-3-3 80 0,2 0 16 0,1-1 0 16,1-5-992-16,0-1-192 0,1 0-32 0,1-4-16 15,0-7-800-15,0 0-144 0,0 0-48 0,0 0-8656 16,0 0-1744-16</inkml:trace>
  <inkml:trace contextRef="#ctx0" brushRef="#br0" timeOffset="35181.58">7002 9120 6447 0,'3'2'576'0,"-1"-2"-576"16,-1 0 0-16,-1 0 0 0,0 1 2256 0,0 1 352 15,1 0 64-15,1 1 16 0,-2-3 128 0,0 0 48 16,0 0 0-16,0 0 0 0,9 38-992 0,-10-29-192 16,0 1-32-16,-1 1-16 0,0-1-624 0,-2 0-128 15,1-1-32-15,-1 0 0 0,-1 1-432 0,2-3-96 16,-1-1 0-16,0 0-16 0,1-1-160 0,1-3-16 0,1 1-128 0,0-1 192 16,1-2-192-16,1 0 176 0,0-3-176 0,-1 1 160 15,3-3-160-15,0 0 0 0,1-3 0 0,1 0 128 16,1-1-128-16,0-1 0 0,1 1 0 0,0-1 0 15,2-2-416-15,-2 2 32 0,1-3 16 0,1 3 0 32,-1-1-432-32,0 1-96 0,2-2 0 0,-2 2-16 0,1-1 528 0,0 3 96 0,-1 1 32 0,0 3 0 15,0-1 256-15,-2 4 0 0,-6 1 0 0,0 0 0 16,0 0 464-16,0 0 112 0,0 0 0 0,0 0 16 16,28 30 96-16,-28-30 16 0,0 0 0 0,1 32 0 15,-2-18-352-15,-2-2-64 0,1 2-16 0,-3 1 0 0,0-3-48 16,1 0-16-16,0-1 0 0,2-3 0 0,-1-1-80 0,2-2-128 15,0 1 176-15,1-3-176 16,2-1-176-16,0-2-144 0,1 0-16 0,-3 0-16368 16</inkml:trace>
  <inkml:trace contextRef="#ctx0" brushRef="#br0" timeOffset="36334.12">7715 8992 9215 0,'-1'0'816'0,"0"0"-656"16,1 0-160-16,0-1 0 15,0 1 1088-15,-1 0 176 0,1 0 32 0,-1 0 16 0,0 0 176 0,-1 0 48 16,1 1 0-16,-1-1 0 0,1 0-224 0,1 2-32 15,0-2-16-15,0 1 0 0,0-1-432 0,1 0-64 16,0 0-32-16,2-1 0 0,-1-1-32 0,3 1 0 16,0-2 0-16,1 0 0 0,2-2 288 0,0 1 48 15,3 1 16-15,-1-2 0 0,3 3-176 0,-1 0-48 16,1 0 0-16,-13 2 0 0,27-2-368 0,-27 2-80 0,0 0 0 0,35 6-16 16,-35-6-208-16,0 0-32 0,0 0-128 0,0 0 192 15,36 36-192-15,-36-36 0 0,0 0 0 0,1 31 0 16,-5-17 0-16,0-2 0 0,-2 2 0 0,-2-3 0 15,0 1 0-15,0-2-128 16,-2 2 128-16,1-4 0 0,1 0 0 0,-1 0 0 0,1-3 0 0,0 2 0 16,-1-3-176-16,0 1 176 0,-1 0-160 0,1-1 160 15,0-1-496 1,0 0 0-16,0-1 0 0,1 1 0 0,2-2 304 0,-1 2 48 0,1 0 16 0,1 1 0 16,1-2 128-16,2 0 0 0,0 1 0 0,1-3 0 15,2 2 0-15,1-2 0 0,0 0 0 0,3 0 128 16,1-2 160-16,2 0 32 0,1-1 16 0,2 1 0 15,1-1 240-15,1 1 64 16,-13 2 0-16,31-5 0 0,-31 5-272 0,33-6-48 0,-33 6-16 0,38-1 0 16,-38 1-176-16,33 1-128 0,-33-1 192 0,0 0-192 15,42 9 0-15,-42-9 0 0,0 0 0 0,0 0 0 32,38 14-304-32,-38-14-112 0</inkml:trace>
  <inkml:trace contextRef="#ctx0" brushRef="#br0" timeOffset="37448.05">8438 9130 3679 0,'-3'-2'320'0,"1"2"-320"0,1 0 0 0,0 0 0 0,0 0 928 0,0 0 112 0,1 0 32 0,-2 2 0 16,1-2 432-16,-2 2 96 16,0 0 0-16,0-1 16 0,1 1 192 0,1 0 48 0,0 1 0 0,1-1 0 15,2-1-48-15,0 0 0 0,2 0 0 0,1 0 0 16,3-1-544-16,0-1-112 0,4 0-32 0,1-1 0 0,3-3-336 0,0 0-64 15,1-1-16-15,1 0 0 0,-1 0-368 0,-1-1-80 16,-2 2 0-16,-1-2-16 16,-1 2-240-16,0-2-160 0,-2 2 32 0,-1 0 0 15,-2 0-1632-15,-1 2-320 0,-1 0-64 0,-4 2-10592 16</inkml:trace>
  <inkml:trace contextRef="#ctx0" brushRef="#br0" timeOffset="37657.29">8589 9033 1839 0,'-2'-3'0'0,"1"2"160"0,0 0-160 0,0-1 0 16,0 0 0-16,1 1 0 0,-1 1 1232 0,1-2 224 16,-1 1 32-16,0-2 16 0,1 2 336 0,-2 1 64 15,0 0 16-15,0 2 0 0,0 3-384 0,-1 1-64 0,1 3 0 0,-2 3-16 16,-1 4-240-16,1 0-32 0,-1 3-16 0,-1 2 0 16,1-1-272-16,0-1-48 0,1 2-16 0,2-4 0 15,0-1-96-15,0-2-32 0,2-14 0 0,0 0 0 16,5 30-304-16,-5-30-64 0,0 0-16 0,0 0 0 15,0 0-320-15,0 0 0 16,0 0 0-16,45 8 0 0,-36-15 0 0,2 0-288 0,1-2 48 0,1-1-8592 16,0 1-1728-16</inkml:trace>
  <inkml:trace contextRef="#ctx0" brushRef="#br0" timeOffset="38037.12">8761 9063 6447 0,'0'-4'272'0,"0"3"80"0,1-1-352 0,0 1 0 0,0 0 0 0,0-1 0 16,0 0 1664-16,2-1 272 0,2 0 48 0,2-4 16 15,1 0 112-15,1 0 32 0,2 1 0 0,-2-2 0 16,0 2-880-16,0 0-176 0,0 1-48 0,-1 3 0 16,0-2-448-16,-1 3-80 0,-2-1-32 0,0 4 0 15,1-1-32-15,-3 4-16 0,1-1 0 0,-1 3 0 16,-3-7 16-16,0 0 0 0,7 31 0 0,-7-31 0 15,1 31-96-15,-2-14-16 0,0 1 0 0,0 1 0 16,0-3-160-16,-1 1-48 0,-1-3 0 0,1-1 0 16,0-2-128-16,0-4 0 0,1 0 0 0,0-2 128 0,0-3-128 0,0 0 0 15,1-2 0-15,0-2 128 0,1 0 256 0,1-3 32 16,-1 0 16-16,2-3 0 0,1 0 224 0,1-4 48 16,-1 0 16-16,2 0 0 0,0 0-208 0,1-2-32 15,0 0-16-15,1 0 0 0,1 0-272 0,-1-1-64 16,3-1-128-16,0 1 192 0,0 3-192 0,0-1 0 15,1 3 0-15,-2 1 0 0,0 1-208 0,-1 4-48 16,-1 1 0-16,-2 1 0 16,1 0-1248-16,-2 4-256 0,-2-2-48 0,1 3-8112 15,-1 1-1600-15</inkml:trace>
  <inkml:trace contextRef="#ctx0" brushRef="#br0" timeOffset="39420.25">9266 9090 7359 0,'0'0'656'0,"0"0"-528"16,1 0-128-16,-1 0 0 0,1 0 880 0,-1 0 144 16,0 0 16-16,1 0 16 0,-1 0 624 0,2-2 128 15,0 2 32-15,1-1 0 0,-1 1-368 0,0 0-80 16,0-2-16-16,0 1 0 0,1-2-384 0,1 0-80 16,0 0-16-16,-1-2 0 0,1 1-256 0,1-1-48 15,-2-1-16-15,1 0 0 0,0-1-144 0,-1 0-48 16,0 0 0-16,-1 0 0 0,0 2 32 0,-1 0 0 15,-1 0 0-15,-1 1 0 0,-1-1-96 0,-2 2 0 16,1 1-16-16,-2 1 0 0,-1 2-80 0,0-1-16 0,-1 5 0 0,0-2 0 16,-1 3-80-16,-1 0 0 0,0 2-128 0,0 1 192 15,0 0-192-15,-1 2 0 0,1-1 0 0,0 1 0 16,1-1 0-16,1 0 0 0,1 1-128 0,1-3 128 16,1 1 0-16,1-2 0 0,1 0 0 0,1 0 0 15,1-2 0-15,0-2 0 0,1 1 0 0,2-1 0 16,0-3 192-16,0 2-48 0,0-2-16 0,2 0 0 15,0-2-128-15,0 2 192 0,1-3-192 0,-1 1 192 16,1 0-192-16,-1 1 0 0,0-1 0 0,1 0 128 16,-2 0-128-16,2 1 0 0,0-3 0 0,-1 1 0 15,1 2 0-15,0-3 0 0,0-1 0 0,-1 1 0 0,1 0 0 0,-1-1 0 16,1 2-144-16,-1-2 144 0,-1 1-144 0,0 1 144 16,0-1-208-16,-1 1 80 0,0 0-48 0,-1 1 0 15,0 1 0-15,-1 1 0 16,0 0 176-16,-1 0 0 0,1 0 0 0,-1 1 0 0,0-1 0 0,-1 2 0 15,1-1 0-15,0 2 0 0,-1-1 0 0,1 0 128 16,1-1-128-16,0 0 128 0,-1 1 80 0,0 1 32 16,1-3 0-16,-1 0 0 0,1 2 32 0,0-4 16 0,1 2 0 15,0 0 0-15,0-2-32 0,0 1 0 16,0-1 0-16,0 2 0 0,0-2 32 0,0 2 0 0,0-2 0 0,0 0 0 16,0 1-32-16,-1-2-16 15,0 3 0-15,0-2 0 0,0 2-64 0,-1-1-16 0,1 0 0 0,0-1 0 16,0 2-160-16,-1-3 128 0,1 1-128 0,-1 2 128 15,0-3-128-15,0 3 0 0,0-2 0 0,0 2 128 16,-1 0-128-16,1 2 0 0,-2-2 0 0,1 0 0 16,0 1 0-16,0 1 0 0,1 0 0 0,-1-1 0 15,0 1 0-15,0 0 0 0,0-1 0 0,1 0 0 16,0-1 0-16,0 2 0 0,0-2 0 0,0 0 0 0,1 1 0 0,-1 1 0 16,1-2 0-16,-1 0 0 0,0 0 0 0,0 0 0 15,0 0 0-15,0-2 0 0,0 4 0 0,0-4 0 16,0 2 0-16,-1 0 0 0,1 0-144 0,0 0 144 15,0 0 0-15,0 0 0 0,0 0 0 0,0 2-128 16,0-2 128-16,0 0 0 0,0 0 0 0,1 0 0 16,-1 0 0-16,0 0 0 0,0 1 0 0,0-1 0 15,0 0 0-15,1 0 0 0,-1 0 0 0,0-1 0 16,1 1 0-16,-1 0 0 0,0 0 0 0,1-2 0 16,0 1 0-16,-1-1 0 0,1 2 0 0,-1-1 0 15,1 0 0-15,0 1 0 0,-1 0 0 0,0 0 0 0,0 0 0 16,0 0 0-16,0 0 0 0,-1 0 0 0,2 0 0 0,-2 0 0 15,1 0 0-15,0 0 0 16,0 1 0-16,1-1 0 0,-1 1 0 0,0-1 0 0,1 0 0 0,-1 0 0 16,1 0 0-16,-1 0 0 0,1 0 0 0,-1 0 0 15,0 0 0-15,0 0 0 0,0 0 0 16,0 0 0-16,0 0 0 0,-1 0 0 0,1 0 0 0,0 0 0 16,0 0 0-16,0 0 0 0,0-1 0 0,0 1 0 15,-1 0 128-15,1 0-128 16,0-1 0-16,0 1 0 0,-1 0 128 0,1 0-128 0,0 0 0 0,-1 0 0 0,1 0 160 0,-1 0-160 15,0 1 160 1,0-1-160-16,1 0 192 0,-1 0-64 0,1 1-128 0,-1-1 192 16,0 0-64-16,0 0-128 0,0 0 176 0,0 0-176 0,1 0 144 0,-1 0-144 15,1 0 0-15,0 0 144 0,0 0-144 0,0 0 0 16,0 0 0-16,0-1 128 0,1 2-128 0,-1-1 0 16,0 0 0-16,0 0 0 15,0 0 0-15,0 0 0 0,0 0 0 0,0 0 0 0,0 0 0 0,0 0 0 16,0 0 0-16,0 0 0 0,1 0 0 0,-1 0 0 15,1 0 0-15,0 0 0 16,0-1 0-16,0 1 0 0,-1 0 0 0,2-1 0 0,-1 1-128 0,0-2 128 0,1 0-160 0,-1 1-17552 16</inkml:trace>
  <inkml:trace contextRef="#ctx0" brushRef="#br0" timeOffset="39837.21">9177 8897 9215 0,'0'-2'816'15,"0"2"-656"-15,1 0-160 0,-1 0 0 0,0 0 1632 16,1 0 288-16,0-2 64 0,-1 1 16 0,1-1 944 0,0 2 176 15,1-1 32-15,0 1 16 0,1 1-1152 0,-1-1-224 16,1 2-64-16,0-2 0 0,0 3-880 0,1-3-176 16,0 1-32-16,1 0-16 0,0 0-432 0,0-1-192 15,0-1 160-15,0 0-160 0,0 0 0 0,1-1 0 16,-2 1-128-16,0-1-10672 16,0 1-2128-16</inkml:trace>
  <inkml:trace contextRef="#ctx0" brushRef="#br0" timeOffset="40103.78">9153 9004 1839 0,'1'0'160'0,"-1"0"-160"0,1 0 0 0,-1 0 0 15,0 0 1664-15,0 0 288 0,1 2 64 0,-1-2 16 16,0 1 432-16,0 1 96 0,0 0 0 0,-1 1 16 15,0 0-400-15,-1 0-96 0,0 1-16 0,-2 0 0 16,0 1-544-16,1 2-112 0,-2 0-32 0,1 0 0 16,0 2-432-16,-1 1-96 15,1-1-16-15,0 3 0 0,0 0-320 0,0 0-80 0,2-2-16 0,1 1 0 16,1-11-256-16,0 0-160 0,0 0 192 0,5 30-192 0,-5-30-144 16,0 0-144-16,0 0-32 0,0 0-15200 15</inkml:trace>
  <inkml:trace contextRef="#ctx0" brushRef="#br0" timeOffset="41184.42">9577 8862 911 0,'0'0'0'0,"0"0"0"16,0 0 0-16,0 0 0 0,0 0 352 0,0 0-16 16,0 0 0-16,0 1 0 0,0-1-80 15,0 0-32-15,0 1 0 0,0-1 0 0,0 0 336 0,0 0 64 16,0 0 16-16,1-1 0 0,-1 1 512 0,0-1 96 16,1 1 32-16,-1-2 0 0,0 0 272 0,0 1 64 15,0-1 16-15,0 1 0 0,0-1-48 0,0 2-16 16,0-1 0-16,0 1 0 0,-1 0-400 0,0 0-80 15,0 0 0-15,1 0-16 0,-1 1-272 0,0-1-48 16,-1 0-16-16,0 2 0 0,1 1-288 0,-1-2-48 0,0 3-16 0,0 0 0 31,0 1 16-31,0 0 0 0,-1 2 0 0,0-1 0 0,1 0 112 0,0 3 32 0,-1 1 0 0,0 0 0 16,0 1-96-16,1-1-32 0,-1 1 0 0,-1-1 0 16,1 2-96-16,0-4 0 0,1 3-16 0,-1-2 0 15,0 1-48-15,1-2 0 0,0 0 0 0,1 0 0 16,0 1-32-16,-1-2-16 0,2 0 0 0,0-7 0 15,0 0-48-15,0 0-16 0,2 27 0 0,-2-27 0 16,0 0-144-16,0 0 128 0,0 0-128 0,10 35 128 16,-10-35-128-16,0 0 0 0,0 0 0 0,0 0 0 15,0 0-544-15,0 0-96 0</inkml:trace>
  <inkml:trace contextRef="#ctx0" brushRef="#br0" timeOffset="41743.46">9831 8956 4607 0,'2'-3'400'0,"-1"2"-400"16,1-1 0-16,-1 2 0 0,0-2 1584 0,-1 2 224 0,1-1 48 0,-1 1 16 0,1 0 1200 16,0-2 256-1,-1 2 32-15,-1 0 16 0,-1 0-816 0,0 0-144 0,-2 2-48 0,0-1 0 0,-1 1-1008 0,-1 1-208 31,-1 0-32-31,-1 0-16 0,-2 2-464 0,-1-1-80 0,1 4-32 0,0-4 0 0,1 1-192 0,-1 1-32 16,0 2-16-16,0-1 0 16,1 1-112-16,1-2-32 15,2 2 0-15,1-4 0 0,2 2 32 0,3-2 0 16,0 1 0-16,0-2 0 0,3 1-176 0,1-3 0 16,-4-1 144-16,0 0-144 0,0 0 0 0,32 6 0 15,-32-6 0-15,0 0 0 0,36 5 0 0,-36-5 0 0,0 0 0 0,36 5 0 16,-36-5 0-16,0 0 0 0,0 0 0 0,34 22 0 15,-34-22 0-15,0 0 0 0,0 0 0 0,0 0 0 16,9 34 0-16,-12-29 0 0,-1 0 0 0,-2 0 0 0,-1-1 0 16,-3 2 0-16,-1 0 0 0,-2-1 0 0,0 0 0 0,0 0 0 15,-1-1 0-15,0 1 0 0,1-3 0 0,1 0 0 16,1-1 0-16,2 1 0 0,2-1 0 16,1 0 0-16,3-1 0 0,0-1 0 15,1 0-912-15,3-1-160 0,1-1-16 0,2 1-15664 16</inkml:trace>
  <inkml:trace contextRef="#ctx0" brushRef="#br0" timeOffset="42406.49">10114 8912 10127 0,'2'-3'896'31,"-1"-1"-704"-31,0 3-192 0,-1 1 0 0,1 0 1472 0,0-2 272 0,0 0 48 0,2-1 16 16,0-1 672-16,1 1 128 15,1-1 16-15,-1 2 16 0,2 1-480 0,-1 2-112 0,-5-1 0 0,0 0-16 0,0 0-752 0,0 0-128 32,42 30-48-32,-42-30 0 0,0 0-560 0,29 39-112 0,-29-39-32 0,0 0 0 0,24 44-176 0,-24-44-32 31,0 0-16-31,14 40 0 0,-14-40-176 0,0 0 128 0,3 41-128 0,-3-41 128 0,-5 23-128 16,1-11 0-16,-2 0 0 0,-2-3 0 15,0 1 0-15,0-2 0 0,-1 0 0 0,-2 1 0 0,1-3 0 0,-1 1 0 31,-1-3 0-31,0 0 0 16,-1 0-1088-16,1-2-240 0</inkml:trace>
  <inkml:trace contextRef="#ctx0" brushRef="#br0" timeOffset="42884.86">10562 9063 15663 0,'1'0'1392'15,"1"-2"-1120"-15,0 2-272 0,0-2 0 0,0 1 1216 0,0 1 176 0,3-2 32 0,3 0 16 0,4-3-96 0,3-2 0 16,2 3-16-16,0-2 0 0,-1 2-528 0,0 2-96 16,-1-1-32-16,-15 3 0 0,26 0-416 0,-26 0-96 15,0 0-16-15,0 0 0 31,38 9-1200-31,-38-9-240 0</inkml:trace>
  <inkml:trace contextRef="#ctx0" brushRef="#br0" timeOffset="43058.24">10602 9140 2751 0,'-4'2'256'0,"3"0"-256"0,1-2 0 0,0 1 0 0,1 0 2896 0,0-1 544 0,1 0 96 0,2 0 32 16,-4 0-304-16,0 0-64 0,0 0-16 0,37 3 0 15,-37-3-848-15,26-2-160 0,-26 2-48 0,29-3 0 16,-29 3-1104-16,30-4-208 0,-30 4-48 0,28-3-16 16,-28 3-752-16,25-2 0 0,-25 2-160 15,23-3-10864-15,-23 3-2176 0</inkml:trace>
  <inkml:trace contextRef="#ctx0" brushRef="#br0" timeOffset="43804.93">11516 8826 10127 0,'-2'-7'896'0,"1"2"-704"0,0 1-192 0,0 2 0 16,1 1 976-16,0 1 176 0,0-2 16 0,-1 2 16 15,-1-2 704-15,0 1 144 0,0 1 16 0,-2 3 16 16,1-1-624-16,0 5-128 0,2 3-32 0,-1 2 0 16,2 2-128-16,-1 2-16 0,1 4-16 0,0 1 0 0,0 2-432 15,0 3-96-15,1-2-16 0,-1 0 0 0,0-24-224 0,0 45-48 16,0-18-16-16,-1 1 0 0,0-1-160 15,-1-2-128-15,1-1 144 0,0-5-144 0,0-2 0 0,1-17 0 16,2 28 0-16,-2-28 0 16,0 0-512-16,0 0-80 0,5 33-32 0,-3-30 0 15,-1-1-1824-15,1-4-368 0,1-1-80 0,1-2-8192 16</inkml:trace>
  <inkml:trace contextRef="#ctx0" brushRef="#br0" timeOffset="44082.89">11490 8874 7359 0,'-2'-5'320'0,"1"2"80"0,1 0-400 0,0 2 0 15,0-1 0-15,1 2 0 0,0-2 1648 0,1 1 240 0,0-4 48 0,4 1 16 16,1-3-144-16,4 2-16 0,1-3-16 0,0 2 0 16,3-1-496-16,-2 0-80 0,3-1-32 0,1 2 0 15,-1 0-208-15,1 4-32 0,-17 2-16 0,39 0 0 16,-39 0-144-16,36 13-16 0,-36-13-16 0,0 0 0 15,37 39-512-15,-37-39-96 0,9 34-128 0,-9-34 176 16,-2 32-176-16,-3-17 0 0,-4 2 144 0,-2-1-144 16,-4-2 128-16,1 0-128 0,-1-2 128 0,1-2-128 15,1-1 128-15,-3-2-128 0,-2-1 128 0,0-1-128 16,0-4 0-16,1-1-192 0,2-2 32 0,3-3-9200 16,1-2-1840-16</inkml:trace>
  <inkml:trace contextRef="#ctx0" brushRef="#br0" timeOffset="45419.13">12163 8810 911 0,'1'-2'0'0,"-1"1"0"0,1 1 0 0,-1-2 0 0,1 2 1152 0,-1 0 128 16,0 0 48-16,0 0 0 0,1-2 400 0,0 2 96 15,-1-1 16-15,0 1 0 0,0 0-272 0,-1 0-48 16,0 0-16-16,1 0 0 0,-1 0-416 0,0 1-64 16,0-1-32-16,0 0 0 0,0-1-176 0,0 1-48 0,0-2 0 0,-1 2 0 31,2 0-32-31,-2-1-16 0,1 0 0 0,-1 1 0 15,0 0-208-15,0-2-64 0,-1 2 0 0,1-2 0 16,-1 2-64-16,0 2 0 0,-1-2-16 0,1 2 0 0,-1 0-64 0,0 0-16 0,1 3 0 0,-2-1 0 16,1 2-32-16,0-1-16 0,-1 1 0 0,0 2 0 15,2-3-48-15,-2 4 0 0,1-1 0 0,0 3 0 16,1-1 160-16,-1 3 32 0,1 2 0 0,1 0 0 16,0 2-128-16,-1 0 0 0,0 5-16 0,1 0 0 15,0 4 192-15,1 0 32 0,1 0 16 0,0-3 0 16,0-23-96-16,4 43-32 0,-4-43 0 0,10 31 0 0,-10-31-224 15,0 0-128-15,0 0 128 0,32 36-128 16,-32-36 0-16,0 0 0 0,0 0 0 0,43 4 0 0,-33-7 0 0,-1-1 0 16,1 2 0-16,0-3-11136 15,0 2-2240-15</inkml:trace>
  <inkml:trace contextRef="#ctx0" brushRef="#br0" timeOffset="47659.43">12667 8863 7359 0,'0'-1'656'0,"0"1"-528"16,0 0-128-16,0 0 0 0,0 0 1200 0,0 0 208 16,0-2 32-16,0 2 16 0,0-3 208 0,-1 1 32 15,2 0 16-15,-1 0 0 0,0 1-256 0,0-3-48 16,1 3-16-16,-1-1 0 0,0-1-304 0,0 1-64 15,0 0-16-15,0-1 0 0,0 1-144 0,-1 0-32 16,-1 1 0-16,0-1 0 0,0 2-128 0,-2-1-16 0,2 0-16 0,-3 1 0 16,1 0-160-16,0-2-48 0,-2 2 0 0,0 0 0 15,0 0-112-15,-1 0-32 0,-1 2 0 0,1-1 0 16,-1 0-96-16,0 1-32 0,0 1 0 0,-2 0 0 16,1 0 32-16,0 0 0 0,-1 2 0 0,0 0 0 15,2-1-96-15,-1 2 0 16,-1-2-128-16,3 1 192 0,-1 0-16 0,0-1-16 0,1 1 0 0,0 0 0 15,1-3 0-15,1 3 0 0,1 0 0 0,1-3 0 16,0 0 0-16,1 1 0 0,1-3 0 0,1 2 0 0,0-2-160 0,0 0 192 16,0 1-192-16,1-1 192 0,1 2-192 0,-1-2 128 15,2 2-128-15,-1-2 128 0,1 0-128 0,0 2 160 16,2-1-160-16,-2 0 160 16,2 2-160-16,1-2 160 0,-6-1-160 0,0 0 160 0,0 0-160 0,0 0 0 15,39 17 144-15,-39-17-144 0,0 0 0 0,0 0 128 16,41 18-128-16,-41-18 0 0,0 0 0 0,0 0 0 15,44 23 0-15,-44-23 128 0,0 0-128 0,0 0 0 16,0 0 0-16,36 32 0 0,-36-32 0 0,0 0 0 16,0 0 0-16,0 0 0 0,0 0 0 0,0 0 0 15,17 37 0-15,-18-32 0 0,-2-1 0 0,0 1 0 16,-1 0 0-16,-3 0 0 0,0 0 0 0,-3-1 0 16,0 1 0-16,-2 0 0 0,0-1 0 0,-1 1 0 15,-1-2 0-15,1 1 0 0,-3-3 0 0,2 1 0 0,-2 0 0 16,1-2 0-16,2 0 0 0,0 0 0 0,2-2 0 15,1-1 0-15,0 1 0 0,3-3 0 0,1 0 0 0,0 1-12048 32,3-4-2448-32</inkml:trace>
  <inkml:trace contextRef="#ctx0" brushRef="#br0" timeOffset="72734.3">13034 8855 5519 0,'1'-1'496'0,"0"0"-496"0,0 0 0 0,0 1 0 16,0 0 816-16,0 0 64 0,1-1 16 0,1-2 0 0,1 0 448 0,-1-1 112 15,0 1 16-15,-1 1 0 0,0-1-128 0,-2 2 0 16,1 0-16-16,-1 1 0 0,0 0-128 0,0 0-32 16,0 0 0-16,0 0 0 0,0 0-288 0,-2 0-64 15,1 2-16-15,-1-1 0 0,0 1-304 0,0 0-64 16,1 0-16-16,-2-2 0 0,0 3-160 0,0-1-48 15,0 1 0-15,-2-1 0 0,0 1-16 0,-1 1 0 16,-1-1 0-16,0 0 0 16,0-2 0-16,-1 2 0 0,1 1 0 0,-2-3 0 0,2 1 64 0,-1 0 0 15,1 0 0-15,0-2 0 0,1 3 16 0,1-3 16 16,1 0 0-16,0 0 0 0,0 0 128 0,2 0 32 16,-2 2 0-16,2-2 0 0,0 0-240 0,0 0-32 0,1 0-16 15,1 0 0-15,0 3 32 0,0-3 0 0,1 0 0 0,-1 2 0 16,2-2-32-16,0 1 0 0,1 0 0 0,0 1 0 15,-1 1 32-15,2-1 0 0,0 2 0 0,-1-1 0 16,1 0-192-16,1-1 160 0,-5-2-160 0,0 0 160 16,0 0-160-16,0 0 128 0,0 0-128 0,40 17 128 15,-40-17-128-15,0 0 160 0,0 0-160 0,0 0 160 16,44 7-32-16,-44-7-128 0,0 0 192 0,0 0-64 16,0 0-128-16,43 10 0 0,-43-10 144 15,0 0-144-15,0 0 0 0,0 0 144 16,30 31-144-16,-30-31 0 0,0 0 128 0,3 26-128 0,-5-15 0 0,-1-1 0 15,-3 2 0-15,-1-1 128 16,-3 1-128-16,-1 0 0 0,0 0 176 0,-2 0-176 0,-1 0 160 0,-1-2-160 0,0 1 160 0,-1-2-160 16,0 1 160-16,1-5-160 0,2 2 0 0,1-5 0 15,1 0 0-15,3-4 0 0,0 0 0 0,2-3 0 16,0-2 0-16,3 0 0 16,0 0-1088-16,3-3-176 0</inkml:trace>
  <inkml:trace contextRef="#ctx0" brushRef="#br0" timeOffset="73319.74">13301 8761 8287 0,'2'0'736'0,"0"0"-592"0,-1 0-144 0,0 0 0 16,0 1 1088-16,2-1 192 0,2 0 48 0,2 2 0 15,-7-2 352-15,0 0 80 0,37 5 16 0,-37-5 0 16,0 0-176-16,45 7-16 0,-45-7-16 0,0 0 0 0,42 10-512 0,-42-10-96 16,0 0-32-16,42 21 0 0,-42-21-272 0,0 0-48 15,35 36-16-15,-35-36 0 0,0 0-176 0,23 45-32 16,-23-45-16-16,8 30 0 0,-8-30-96 0,1 36-16 15,-4-19 0-15,0-2 0 0,0-2 0 16,-3-1-16-16,-2 3 0 0,-3-1 0 0,-1 0-48 0,-3-1-16 16,0 1 0-16,-3-2 0 0,1 1-176 0,-2-3 0 15,1-3 0-15,-1 0 0 16,2-3-1824-16,3-4-400 0</inkml:trace>
  <inkml:trace contextRef="#ctx0" brushRef="#br0" timeOffset="73929.37">13834 8871 5519 0,'0'0'496'0,"0"0"-496"31,0 0 0-31,0 0 0 0,0-2 1088 0,1 2 112 16,0 0 16-16,1 0 16 0,2-2 736 0,-1 1 144 15,4-1 16-15,0 1 16 0,2 0-240 0,-9 1-48 0,0 0-16 0,31-5 0 16,-31 5-560-16,0 0-128 0,39-3 0 0,-39 3-16 15,0 0-576-15,43 1-112 0,-43-1-32 0,0 0 0 16,37 2-416-16,-37-2-144 0,0 0 0 0,0 0 0 31,33-2-1584-31,-27 1-320 0,-1 1-64 0,-2 1-8832 0</inkml:trace>
  <inkml:trace contextRef="#ctx0" brushRef="#br0" timeOffset="74147.1">13895 8957 4607 0,'-3'3'192'0,"2"-1"64"0,0-2-256 0,1 2 0 16,0-2 0-16,1 0 0 0,0 0 1664 0,1 0 272 15,1 0 64-15,3 0 16 0,0-2 352 0,-6 2 80 16,0 0 16-16,0 0 0 0,37-3-592 0,-37 3-112 16,0 0-32-16,31 0 0 0,-31 0-608 0,0 0-128 15,35 0-32-15,-35 0 0 0,0 0-592 0,0 0-128 16,41 0-32-16,-41 0 0 15,0 0-912-15,0 0-192 0</inkml:trace>
  <inkml:trace contextRef="#ctx0" brushRef="#br0" timeOffset="74620.67">14598 8739 6447 0,'-1'2'576'0,"1"-2"-576"0,-1 2 0 0,1-2 0 15,1 0 960-15,-1 0 96 0,0 1 16 0,1 1 0 16,1-2 528-16,3 2 96 0,-5-2 32 0,0 0 0 16,0 0-384-16,37-2-64 0,-37 2 0 0,30-7-16 15,-30 7-144-15,36-7-32 0,-36 7 0 0,39-6 0 16,-39 6-400-16,39-8-96 0,-39 8-16 0,33-8 0 16,-19 6-384-16,-1-1-192 0,-2-2 160 0,-1 3-160 31,-1-2-336-31,-3 1-176 0,-1 1-16 0,-2 2-16 0,-2 0-1248 0,-1 0-256 0</inkml:trace>
  <inkml:trace contextRef="#ctx0" brushRef="#br0" timeOffset="74858.02">14686 8762 4607 0,'0'-1'400'0,"0"0"-400"15,1 1 0-15,-1 0 0 0,0-2 1136 16,1 2 144-16,0 0 16 0,0-2 16 15,2 1 800-15,-1 1 144 0,-1 3 48 0,0 0 0 0,0 3-512 0,-1 1-80 16,-1 3-32-16,0 2 0 0,-1 2-640 0,0 4-128 0,-1 2-16 0,1 1-16 31,-2 0-336-31,1 1-64 0,-1 1-16 0,1-1 0 16,-1 2-112-16,1-1-32 0,0-1 0 0,1-6 0 0,0 0-320 0,0-1 0 0,0-1 0 0,0-2 0 16,1-3-512-16,1-1-192 0,-1-2-16 15,1-3-16-15,0 0-1536 0,-1-1-304 0</inkml:trace>
  <inkml:trace contextRef="#ctx0" brushRef="#br0" timeOffset="75063.92">14630 9004 4479 0,'1'-5'0'0,"0"1"192"0,0 1-48 0,0 1-16 0,0 0-128 0,0 2 0 16,0-2 0-16,2 1 0 16,2-4 2240-16,2 3 400 0,2-2 96 0,1 1 16 0,-10 3 0 0,0 0 0 15,35-5 0-15,-35 5 0 0,29-2-1024 0,-29 2-192 16,33-4-32-16,-33 4-16 0,34-4-704 0,-34 4-144 31,30-6-16-31,-30 6-16 0,26-7-480 0,-14 4-128 16,-1-1 0-16,0 1 0 15,-11 3-928-15,22-5-208 0,-12 3-32 0,0-2-11808 0</inkml:trace>
  <inkml:trace contextRef="#ctx0" brushRef="#br0" timeOffset="76174.38">14739 8748 6447 0,'0'0'576'0,"0"-2"-576"16,1 2 0-16,0-2 0 0,0 1 640 0,0-1 32 15,1-1 0-15,1-1 0 0,1-1 336 0,2-2 64 0,-1 0 16 0,2 0 0 0,-1 2 16 0,1 0 16 31,-1 1 0-31,1-1 0 0,0 2 80 0,1 1 16 16,-1-2 0-16,0 3 0 0,-2-1 64 0,3 0 0 16,0 1 16-16,-8 1 0 0,0 0-256 0,32-4-48 15,-32 4-16-15,0 0 0 0,0 0-256 0,42 4-48 16,-42-4-16-16,0 0 0 0,0 0-272 0,36 27-64 16,-36-27-16-16,0 0 0 0,18 43-128 0,-18-43-32 15,3 35 0-15,-4-16 0 0,-2-2-16 0,-2 1-128 16,-3-1 192-16,0-3-64 0,-2 0-128 0,-1-2 0 15,0-1 0-15,0-2 0 0,1-1 0 0,-1 0 0 0,-2-1 128 16,0-2-128-16,1-3 0 0,-1 0-272 0,3-4 64 0,-2 0 16 31,4-1-1152-31,-1-4-240 0,1 3-32 0,2-4-11504 0</inkml:trace>
  <inkml:trace contextRef="#ctx0" brushRef="#br0" timeOffset="76700.42">15330 8750 10127 0,'0'-2'896'0,"0"2"-704"0,1-2-192 0,-1 2 0 16,0 0 1344-16,0-2 224 0,0-1 48 0,-1 0 16 15,1 0 400-15,-2 0 80 0,0 0 0 0,-2 0 16 16,0 3-608-16,-1-2-128 0,-2 4-32 0,0-2 0 0,-1 3-400 0,-1 0-64 16,-1 3-32-16,0-1 0 0,-3 3-224 15,1 3-64-15,0 0 0 0,-1 3 0 0,1 1-64 0,2 2 0 16,0 2-16-16,1 1 0 15,1 0 112-15,2 2 32 0,0-1 0 0,2-2 0 0,3 3-208 0,1-22-48 16,3 35 0-16,-3-35 0 0,0 0-256 0,19 35-128 16,-19-35 0-16,0 0 128 0,36 23-128 0,-36-23 0 15,0 0 0-15,43 11 0 16,-43-11-1024-16,0 0-96 0,45-3-16 0,-30-4-15168 0</inkml:trace>
  <inkml:trace contextRef="#ctx0" brushRef="#br0" timeOffset="77122.61">15646 8784 11055 0,'0'0'976'0,"-1"0"-784"0,1 0-192 0,0 0 0 16,-1 2 1808-16,0-2 320 0,-2 2 64 0,-2 0 16 0,-1 4-112 0,-3 0-32 15,-1 2 0-15,-1-1 0 0,-2 1-576 0,-1-1-112 16,0 1-32-16,-1 0 0 0,1-2-304 0,1 0-64 16,0-2-16-16,2-1 0 0,3-1-336 0,3 0-80 15,0-2-16-15,3 0 0 0,1 0-208 0,3 0-32 16,1 0-16-16,-3 0 0 0,0 0-272 0,0 0 0 16,0 0 128-16,41 3-128 0,-41-3 0 0,0 0 128 15,39 7-128-15,-39-7 0 0,0 0 144 0,41 11-144 16,-41-11 0-16,0 0 144 0,0 0-144 0,46 20 0 15,-46-20 0-15,0 0 128 0,0 0-128 0,0 0 0 16,33 26 0-16,-33-26 128 0,0 0-128 0,0 0 0 16,0 0 0-16,0 0 0 0,-4 21 288 0,-2-18-32 0,-3 1 0 15,-2 3 0-15,-2-2-112 0,-2 3-16 0,-2 0-128 0,-1 2 192 16,1-2-192-16,0 0 0 0,2 1 0 0,0-1 0 16,1-1 0-16,2-1 0 0,2-1 0 0,2-2 0 31,1 0-240-31,4-3 16 0,1-2 0 0,3-1-17136 0</inkml:trace>
  <inkml:trace contextRef="#ctx0" brushRef="#br0" timeOffset="77391.67">15837 8738 15951 0,'4'0'336'0,"-1"0"80"0,0-2 16 0,-1 2 32 0,0 0-464 0,0 0 0 0,1 0 0 0,2 0 0 16,-5 0 2800-16,0 0 464 0,0 0 80 0,46 5 32 0,-46-5-1328 0,0 0-272 16,38 19-48-16,-38-19-16 0,0 0-576 0,35 26-112 15,-35-26-32-15,0 0 0 16,33 38-384-16,-33-38-80 0,0 0-16 0,22 42 0 0,-22-42-208 0,0 0-48 16,7 43-16-16,-8-28 0 15,-2 1-96-15,-4 0-16 0,-1-1 0 0,-2-1 0 0,-1 0-128 0,-3-2 0 0,-1 0 0 16,-3-3 128-16,1 1-128 0,-2-5 0 0,0 0 0 0,-2-2-18272 15</inkml:trace>
  <inkml:trace contextRef="#ctx0" brushRef="#br0" timeOffset="78300.72">16366 8828 9215 0,'-2'1'816'0,"1"-1"-656"0,0 0-160 0,1 0 0 0,0 0 1296 0,-1 0 240 15,1 2 32-15,-1-2 16 0,-1 0 336 0,1 2 80 16,0-1 16-16,2-1 0 0,2 2-880 0,-2-2-176 16,3 0-48-16,0 0 0 0,0 0-336 0,-1-2-80 0,2 1-16 0,-2 0 0 15,0 1-304-15,-1-1-176 0,0 1 192 0,-1-2-192 16,-1 4 0-16,-2-2 0 0,0 1 0 0,-1 0 0 16,-1 2 0-16,-1-1-144 0,0 0 144 0,-1-1-128 15,1 1 0-15,-1 0 0 0,0-1 0 0,3 1 0 16,-1-2 128-16,2 2 0 0,1-1 0 0,0-1 0 15,2 0 0-15,1-1 0 0,1 1 0 0,2-4 128 16,-1 1-128-16,3-2 0 16,0 1 0-16,2-2-11968 15</inkml:trace>
  <inkml:trace contextRef="#ctx0" brushRef="#br0" timeOffset="78689.74">16836 8709 8287 0,'-1'-1'736'0,"1"1"-592"0,0 0-144 0,-1 0 0 15,1 0 1216-15,0 0 224 0,-1 0 32 0,0 1 16 16,-1 0 576-16,-1 4 112 0,0 0 32 0,-1 4 0 16,3 0-288-16,-3 4-64 0,0 5-16 0,1 0 0 15,2 5-448-15,-1 0-96 0,1 2-16 0,0 0 0 16,0 2-576-16,1-1-128 0,-1 2-32 0,0-6 0 15,1-1-176-15,1 1-48 0,-1-22 0 0,3 38 0 16,-3-38-144-16,4 30-48 0,-4-30 0 0,0 0 0 0,0 0-320 0,12 34-64 16,-9-31 0-16,1-5-16 15,-1 0-1776-15,0-6-368 0</inkml:trace>
  <inkml:trace contextRef="#ctx0" brushRef="#br0" timeOffset="78979.75">16769 8686 5519 0,'0'-4'496'0,"1"1"-496"16,0 3 0-16,-1 0 0 0,1 0 1600 0,0 0 208 15,1 0 48-15,1-2 16 0,1 2 1056 0,1 2 208 16,-5-2 32-16,0 0 16 0,0 0-800 0,0 0-144 16,47 15-48-16,-47-15 0 0,0 0-1072 0,44 11-224 0,-44-11-32 0,0 0-16 15,45 5-528-15,-45-5-128 0,0 0 0 0,40 8-16 16,-40-8-176-16,0 0 0 0,0 0 0 0,0 0 0 15,36 25 0-15,-36-25 0 0,0 17 0 0,-5-5 0 16,-2 0 0-16,-3 2 0 0,-1-1 0 0,-2 1 0 16,-1-1 0-16,-2 1 0 0,-3 0 0 0,-1-2 0 15,4 0 0-15,-1-2 0 0,0-3-144 0,3 0 144 16,1-3-176-16,2-1 32 0,2 0 0 0,3-3 0 16,-1-2-960-16,3 1-192 0,2-3-48 15,2-1-12672-15</inkml:trace>
  <inkml:trace contextRef="#ctx0" brushRef="#br0" timeOffset="79288.39">17470 8755 7071 0,'2'-5'144'0,"-2"3"48"0,0-2 0 0,-1 3 16 0,0-1-208 0,0 2 0 16,-1-2 0-16,-2 1 0 0,0-1 1888 0,-5 0 336 16,-2 0 64-16,-1-1 16 0,-2 3-464 0,1 0-96 15,-1 1-16-15,0 1 0 0,0 1-256 0,0 0-48 16,0 2-16-16,0 2 0 0,0-1-336 0,1 2-80 16,1 2-16-16,2 2 0 0,0 0-32 0,3-2-16 15,0 4 0-15,1 0 0 0,-1 1-48 0,3 3-16 16,0-1 0-16,2-1 0 0,2-16-432 0,1 34-96 0,-1-34-16 15,0 0 0-15,18 42-320 0,-18-42 128 0,0 0-128 0,0 0 0 16,41 34-224-16,-41-34-112 0,0 0-32 0,39 14-10640 16,-39-14-2112-16</inkml:trace>
  <inkml:trace contextRef="#ctx0" brushRef="#br0" timeOffset="79685.78">17673 8793 5519 0,'2'-5'496'0,"-1"3"-496"16,0 0 0-16,-1 2 0 16,0 0 1600-16,0-2 208 0,1 1 48 0,0-1 16 0,-1-1 752 0,-1 1 160 15,-1 2 32-15,-3 3 0 0,-2 2-784 0,0 1-160 16,-1 0-16-16,-3 2-16 0,2 0-560 0,-2-1-96 0,-2 2-32 0,-1 1 0 16,0-1-240-16,2 0-48 0,0 0-16 0,1-3 0 15,3 1-224-15,0 0-48 0,3-2-16 0,0-1 0 16,2 0-240-16,1 0-64 0,2-2 0 0,1 1 0 15,1 1-256-15,1-1 0 16,-3-3 0-16,0 0 0 0,0 0 0 0,0 0 0 16,0 0 0-16,44 16 0 0,-44-16 0 0,0 0 0 0,0 0 0 0,43 12 0 15,-43-12-128-15,0 0 128 16,0 0 0-16,41 14-144 0,-41-14-64 0,0 0-16 0,0 0 0 0,0 0 0 0,35 20-80 16,-35-20-16-16,0 0 0 0,0 0 0 0,0 0 320 15,0 0 0-15,0 0-128 16,0 0 128-16,0 0 0 0,-2 29 0 0,-5-25 0 0,-2 0 0 0,0 1 0 0,-1-1 0 15,-2 2 0-15,-1-2 0 16,-2 1 0-16,0 0 0 0,1-1 0 0,0-1 0 16,2-1 0-16,0-2 0 0,2-2-128 0,2 0 128 31,1 1-960-31,3-3-144 0,1-3-32 0,2 0-14016 0</inkml:trace>
  <inkml:trace contextRef="#ctx0" brushRef="#br0" timeOffset="80024.89">18002 8697 9215 0,'-1'0'400'0,"0"0"96"0,1 0-496 0,0-1 0 15,0 1 0-15,0 0 0 0,1 0 2032 0,1 0 304 0,0-2 64 0,2 2 16 16,-1 2 368-16,-3-2 80 16,0 0 16-16,0 0 0 0,0 0-704 0,0 0-128 0,42 24-16 0,-42-24-16 15,0 0-944-15,26 30-192 0,-26-30-48 0,0 0 0 16,22 46-384-16,-22-46-64 0,10 35-32 0,-10-35 0 16,6 38-112-16,-6-38-32 0,1 35 0 0,-1-35 0 15,-6 34-80-15,2-16 0 0,-4-1-128 16,0 0 192-16,-1-3-192 0,-3 0 128 0,-2 0-128 0,-1 1 0 15,0-4 0-15,-3 1 0 0,1 0 0 0,-5-2 0 16,-1-1 0-16,-2-4 0 0</inkml:trace>
  <inkml:trace contextRef="#ctx0" brushRef="#br0" timeOffset="94007.5">12621 9203 3679 0,'0'-2'320'0,"0"2"-320"0,1-2 0 0,-1 2 0 16,0 0 672-16,0 0 64 0,0-1 16 0,0 1 0 0,-1-2 208 0,1 2 64 16,0 2 0-16,0 1 0 0,0 2-240 0,1 0-32 15,-1 5-16-15,0 1 0 0,1 3-320 0,-1 2-64 16,1 1-16-16,-1 2 0 0,1 5-336 0,-2-3 0 16,1 3 0-16,-2 0 128 0,1 4-128 0,0-2 0 15,0 3-176-15,0-3 176 16,1-3-800-16,0-4-64 0</inkml:trace>
  <inkml:trace contextRef="#ctx0" brushRef="#br0" timeOffset="94514.88">13090 9194 2751 0,'0'-4'256'0,"0"1"-256"16,0 2 0-16,0-1 0 0,0 2 816 0,0 0 112 0,0 2 32 0,0-1 0 15,0 2 832-15,0 2 160 0,-1 3 32 0,0 4 16 16,0 3-368-16,-2 3-80 0,1 4-16 0,-2-1 0 16,1 3-448-16,-1 0-112 0,-1 1-16 0,1 1 0 0,1 0-640 0,-2-2-128 15,2 2-16-15,-2-2-16 0,1 1-160 0,1-4 0 16,2 0 0-1,0 0-10224-15</inkml:trace>
  <inkml:trace contextRef="#ctx0" brushRef="#br0" timeOffset="95414.72">12498 9704 7359 0,'3'-3'656'0,"-2"3"-528"0,0-2-128 0,0 2 0 16,0 0 1376-16,0 0 240 0,2 0 48 0,1 0 16 15,2 2 64-15,1 1 16 0,-2 3 0 0,1 2 0 16,-2 1-608-16,1 3-128 0,-1 0-32 0,0 0 0 0,1-1-560 0,0 2-112 15,-2-1-32-15,1 1 0 16,0-3-752-16,-1 0-160 0</inkml:trace>
  <inkml:trace contextRef="#ctx0" brushRef="#br0" timeOffset="95623.8">12466 9924 7359 0,'0'0'656'16,"0"0"-528"-16,1 2-128 0,0-2 0 0,-1 1 1664 15,1 1 320-15,0 1 48 0,1 3 16 0,1 1-224 0,-2 3-32 0,0 1-16 16,-1 1 0-16,0 3-928 0,-1-3-176 0,0 2-32 0,-2 0-16 16,0-2-496-16,0 2-128 0,1-5 0 0,0 1 0 31,1-2-288-31,1-2-128 0,0-1-32 0,2-2-9520 0</inkml:trace>
  <inkml:trace contextRef="#ctx0" brushRef="#br0" timeOffset="95990.96">12633 9893 11967 0,'1'0'528'0,"-1"0"112"0,0 1-512 0,-1 1-128 0,1-2 0 0,0 2 0 0,-1 0 1312 0,1 3 224 16,-2 2 64-16,1 3 0 0,-1 0-144 0,-1 3-32 15,0 0 0-15,0 1 0 16,1 0-768-16,-2-2-144 0,1 0-48 0,-1-1 0 16,2-1-304-16,-1-1-160 0,1-2 160 0,0-2-160 15,0 0 0-15,0-2 0 0,1-1 0 0,1-2 0 16,0-2 0-16,0-1 0 0,0 0 0 0,0-1 0 16,2-3 0-16,0 2 0 0,1-3-144 0,1 0 144 15,-1 0-496-15,2-2 0 0,0 1 0 0,0 0 0 16,1-1 112-16,-1 0 32 0,3 1 0 0,-2 0 0 0,1-1 352 0,0 3 0 15,0 2 0-15,-2 1 0 0,0 1 224 0,0-1 16 16,0 3 0-16,1 1 0 0,-2 0 336 0,2 1 80 16,-3 3 16-16,-1-1 0 0,1 1-96 0,-1 2 0 15,0 0-16-15,-1 2 0 0,1 1-144 0,-2-1-32 16,1 1 0-16,-2 0 0 0,1 0-160 0,-1-1-32 16,1 1-16-16,-1-2 0 0,2-2-176 0,-1 2 0 15,0-5 0-15,0 3 0 0,2-2-224 0,-1-3-80 16,1 2-16-16,2-4-8032 15,0 0-1616-15</inkml:trace>
  <inkml:trace contextRef="#ctx0" brushRef="#br0" timeOffset="96529.02">12913 9967 8287 0,'0'2'736'0,"0"-1"-592"0,0-1-144 0,0-1 0 16,1 1 1664-16,-1 0 288 0,1 0 64 0,0-2 16 15,1 1-320-15,1-1-64 0,0 0-16 0,2-3 0 16,-1 0-800-16,0 1-176 0,1-4-16 0,0 4-16 16,-1-3-384-16,1 0-80 0,1-3-16 0,-3 3 0 0,0 2-144 0,-1-2 0 15,-1 2 0-15,-1-1 0 0,-1 3 144 0,-1 0-144 16,0 0 160-16,-2 2-160 0,0-1 256 0,-2 2-32 16,-1 0-16-16,-2 0 0 0,1 2 80 0,0 0 16 15,-2 1 0-15,-1 2 0 0,2-1 80 0,0 3 0 16,0 0 16-16,2 3 0 0,0-3-80 0,1 2-32 15,1-1 0-15,1 1 0 0,1 0-64 0,0 1-16 16,1-3 0-16,1 2 0 16,1-1 64-16,1-1 16 0,1 0 0 0,1-2 0 0,2 0-288 15,0-1 160-15,2-1-160 0,1-1 128 16,0-2-128-16,2-2 0 0,0-1 0 0,0 1 0 0,0-5 0 16,1 2 0-16,1-2 0 0,-2-2 0 0,0 1 0 0,0-2 0 15,1 1 0-15,0-3-176 16,0-1-448-16,-2 1-80 0,-1 0-32 0,-1 2 0 15,-2 0-224-15,-1 1-32 0,-1-3-16 0,-1-2 0 0,-1 2 528 0,-1 0 96 16,-1-2 32-16,-1 0 0 0,-1 2 352 0,0-2 0 16,0 0-144-16,-2 1 144 0,0-1 0 0,0 5 192 15,1 2-16-15,-1 0-16 0,3 4 592 0,-1 3 112 16,0 2 32-16,1 1 0 0,1 2 128 0,0 0 48 16,0 4 0-16,1 3 0 0,-1 2-544 0,2 3-96 15,0 4-32-15,0 0 0 0,2 1-144 0,0 1-16 0,0-1-16 16,1-3 0-16,-4-19-224 0,9 35 0 0,-9-35 0 0,0 0 0 15,13 36 0-15,-13-36 0 0,0 0-144 0,0 0 144 32,0 0-1536-32,0 0-224 0</inkml:trace>
  <inkml:trace contextRef="#ctx0" brushRef="#br0" timeOffset="96903.98">13151 9881 6447 0,'-1'3'576'0,"1"-1"-576"0,0 1 0 0,0-1 0 16,0-2 1888-16,1 2 272 0,0 1 48 0,0 1 16 16,2 1 64-16,3 0 16 0,0-4 0 0,-6-1 0 0,0 0-1024 0,30-5-208 15,-18 1-48-15,0-2 0 16,1-1-352-16,-1 2-80 0,1-3-16 0,-3 2 0 0,1 1-400 0,-4 0-176 16,0-2 128-16,-1 2-128 0,-1 0 0 0,-2 0 0 15,-1 1 0-15,-1-3 0 0,-1 2 0 0,-2 1-176 16,0-1 176-16,0 2-128 0,-2 1-192 0,-2-3-16 15,-1 0-16-15,-1 1 0 16,-2-1-64-16,0 2-16 0,0 0 0 0,-1 0 0 0,0 1 432 0,0 2-128 16,2 2 128-16,1 2 0 0,1-1 224 0,1 4 128 15,-1 2 32-15,1 5 0 0,0-1 208 0,2 4 48 16,0 1 16-16,1-1 0 0,3 0-176 0,1-1-32 16,2 0-16-16,-3-16 0 0,0 0-64 0,18 38-16 15,-18-38 0-15,0 0 0 0,0 0-224 0,40 21-128 16,-40-21 160-16,0 0-160 0,36-2 0 0,-23-2-208 0,1-4 16 15,0 1-9264 1,1-2-1840-16</inkml:trace>
  <inkml:trace contextRef="#ctx0" brushRef="#br0" timeOffset="97176.95">13522 9789 6559 0,'-7'-3'128'0,"3"3"48"0,0-2 0 0,1 2 16 15,2-1-192-15,0 1 0 0,0 0 0 0,-1-1 0 16,0 1 2416-16,-1 0 432 0,0 0 96 0,1 0 0 0,0 2-336 0,1 3-80 16,1 2-16-16,0 3 0 15,0 1-880-15,1 6-176 0,0 2-48 0,0 2 0 0,-1 4-816 0,0 0-160 16,0-1-48-16,0 2 0 0,1-2-384 0,-1-3 0 15,0 2 0-15,1-5 0 0,1-2 0 0,-1-2 0 16,2-1 0-16,-1-4-176 16,1-3-1120-16,0-1-240 0,0-2-32 0,0-6-11264 15</inkml:trace>
  <inkml:trace contextRef="#ctx0" brushRef="#br0" timeOffset="97436.5">13506 9774 13823 0,'-1'0'608'0,"0"0"128"0,1 0-592 0,1 0-144 0,0 0 0 0,0 0 0 0,1 0 1760 0,0 0 320 16,4 0 64-16,1-2 16 15,3 2-432-15,1-2-64 0,0 0-32 0,1 0 0 0,-1 1-944 0,1 1-192 16,0-2-48-16,-1 4 0 0,0-2-288 0,-3 3-160 16,-1 0 160-16,-1 0-160 0,-1 2 0 0,-3 0 0 15,-1 2 0-15,-2-2 0 0,-1 3 0 0,-4 0 0 16,0 1-128-16,-4 0 128 15,-1 2-640-15,-1-2 0 0,-1 1-16 0,-1 0 0 0,1-3 224 0,0 1 48 16,0-2 16-16,1-1 0 0,2-1-16 0,2-2 0 16,1 1 0-16,3-3 0 15,0 0-704-15,3-2-160 0</inkml:trace>
  <inkml:trace contextRef="#ctx0" brushRef="#br0" timeOffset="97752.73">13697 9822 11967 0,'4'5'528'0,"-2"-2"112"0,-1 1-512 0,1-2-128 0,0 0 0 0,-1 1 0 16,0-2 2080-16,2 3 384 0,1-2 80 0,-4-2 16 16,0 0-128-16,0 0 0 15,0 0-16-15,44 12 0 0,-32-14-1280 0,1-3-256 0,1-2-48 0,-1-3-16 16,1 1-624-16,-1-1-192 0,1 1 128 16,0-3-128-16,-2 0-496 0,0 2-144 0,-2-1-48 0,-1 1 0 0,-2 1 304 0,-2-1 64 15,-2 3 16-15,-2-1 0 0,-2 2 144 0,-3 1 32 16,0 1 0-16,-2 1 0 0,0 3 128 0,-2 1 0 31,0 1 0-31,-1 1-128 0,-2 3 416 0,0 1 96 0,0 1 0 0,0 1 16 16,1 2 48-16,0 1 0 15,-2 0 0-15,1 3 0 0,2 1 48 0,0-1 16 0,0 2 0 0,3-2 0 16,1 2-96-16,2-3-16 0,2-2 0 0,2-3 0 16,0 1-160-16,3-3-48 0,-4-7 0 0,0 0 0 15,0 0-192-15,0 0 0 0,40 17 0 0,-40-17 0 16,0 0-240-16,35-5 16 0,-22 0 0 0,1 1 0 15,0-1-1744-15,1-1-336 0</inkml:trace>
  <inkml:trace contextRef="#ctx0" brushRef="#br0" timeOffset="98607.24">14073 9763 8287 0,'0'-3'736'15,"0"1"-592"-15,0 2-144 0,0 0 0 0,0 0 1472 16,0 0 272-16,-1 0 48 0,0 0 16 0,-1 2 880 0,0-1 160 15,-1 4 32-15,0 1 16 0,0 4-1232 0,-1 0-256 16,1 2-64-16,0 1 0 0,0 0-832 0,0 0-192 16,0 2-16-16,1-1-16 0,0-2-288 0,1-3 0 15,-1 0 0-15,1-3 0 0,1 0 0 0,0-3 0 16,0-3-144-16,0-2 144 16,1-1-448-16,1-1 0 0,-1-4 0 0,2-1 0 15,1 2-432-15,-1-4-80 0,1-2-32 0,1 0 0 16,0 0 160-16,-1 0 48 0,1 2 0 0,-1-1 0 0,0 0 464 0,1 1 80 15,0 1 32-15,1-1 0 0,0 2 208 0,-1 1 0 0,1 4 0 16,0 1 0-16,0 1 384 0,-2 2 80 0,1 4 16 16,0 0 0-16,-2 5 720 0,0 2 144 15,-1 1 16-15,-1-1 16 0,1 4-528 0,-1 0-96 0,-1 0-32 0,0 2 0 16,0 0-512-16,0-3-208 0,-1-2 176 0,1-2-176 16,1-2 0-16,0 0 128 0,0-4-128 0,0-3 0 15,2 1 0-15,-1-2 0 0,1-2-144 0,1-1-9232 16,-1-1-1840-16</inkml:trace>
  <inkml:trace contextRef="#ctx0" brushRef="#br0" timeOffset="98796.03">14482 9778 8351 0,'0'-1'752'0</inkml:trace>
  <inkml:trace contextRef="#ctx0" brushRef="#br0" timeOffset="99841.44">14412 9789 3679 0,'1'-2'320'16,"0"1"-320"-16,0-1 0 0,-1 2 0 0,1 0 1344 0,-1-1 208 15,2 0 48-15,-1-2 0 0,1 1 736 0,2-3 160 16,0 3 16-16,-2-3 16 0,2 3-288 0,-1-1-64 16,2 0-16-16,-2-1 0 0,0 2-944 0,1-1-176 15,0 0-32-15,-1 0-16 0,0 0-608 0,0-1-128 16,-1 1-32-16,0 1 0 0,-1-3-224 0,-1 2 0 16,0 0 0-16,-1 0 0 0,0 0 0 0,-2 0 0 15,-1 1 0-15,-1 2 0 0,0-1 0 0,-2 1 0 16,1 1 0-16,-1-1 0 0,0 2 0 0,0 1 0 15,-1 2 0-15,1-1 0 0,-1 1 160 0,2 1-16 16,0 0 0-16,1 0 0 0,0 2-16 0,0-1 0 16,3 3 0-16,-2-2 0 0,2 1 80 0,1 0 16 0,1-2 0 0,0 0 0 15,1 1-64-15,1-2-16 0,2-1 0 0,-1-2 0 16,2-1-144-16,1-2 0 0,0 0 0 0,1-4 128 16,1-2-128-16,-1 0 0 0,1 1 0 0,0 0 0 15,1-5 144-15,1 1-144 0,-2-2 160 0,0 1-160 16,1-2-144-16,-1 0-128 0,-1 1-32 0,1-2 0 15,-2 3-320-15,0-1-64 0,-2 4-16 0,-2-3 0 16,1 3 0-16,0 0-16 0,-2-2 0 0,0 1 0 16,0 1 80-16,-1 0 0 0,0-2 16 0,-1-1 0 0,1 0 240 0,-1-3 32 15,-1 0 16-15,1-3 0 0,0-1 336 0,0-2 0 16,0 3-144-16,1-3 144 0,0 1 0 0,1 4 128 16,0 3-128-16,0 2 192 0,0 4 160 0,1 1 32 15,-1 3 0-15,1 1 0 0,-1 5 736 0,0 2 160 0,-1 2 16 0,0 6 16 16,-1 6-256-16,1 3-48 15,-1 2-16-15,-1 2 0 0,2 1-480 0,-1 0-80 0,0 0-32 0,1 0 0 16,0-2-144-16,0-2-48 0,1-4 0 0,0-1 0 16,2-1-80-16,-1-2-128 0,-2-17 176 0,9 29-176 15,-9-29 0-15,0 0 0 0,0 0 0 0,0 0 0 16,30 31-1744-16,-20-34-256 0</inkml:trace>
  <inkml:trace contextRef="#ctx0" brushRef="#br0" timeOffset="100185.52">14688 9744 10127 0,'-1'4'896'0,"0"1"-704"15,1-2-192-15,1-2 0 0,-1 0 1920 0,0 1 368 16,2 1 64-16,0 4 16 16,2-2 0-16,-4-5 0 0,0 0 0 0,0 0 0 0,0 0-960 0,46 14-192 15,-33-17-48-15,1-3 0 0,-1 1-576 0,-1-2-112 16,0-1-32-16,0-1 0 0,1 0-320 0,-2-1-128 15,1-2 0-15,-2 2 144 0,-1-1-144 0,-1 1 0 16,-2 1 0-16,-1-2 0 0,-3 1 0 0,-1 2 0 16,-2 0 0-16,-2 0 0 15,-3 3-528-15,-1 0 16 0,-3 3 0 0,0 2 0 16,-1 3 64-16,-2 1 32 0,1 6 0 0,0-1 0 0,0 3 128 0,0 2 32 0,0 0 0 0,2 3 0 16,-1-1 496-16,3 1 96 0,0 0 32 0,1-1 0 15,2 3 48-15,1-2 16 0,2-1 0 16,2-1 0-16,2-1 16 0,-2-14 16 0,0 0 0 0,0 0 0 15,27 32-336-15,-27-32-128 0,0 0 0 0,35 0 144 32,-22-4-528-32,1-1-96 0,-1-1-32 0,0-2-9088 0,0 1-1840 0</inkml:trace>
  <inkml:trace contextRef="#ctx0" brushRef="#br0" timeOffset="100594.38">14995 9734 8287 0,'0'0'368'0,"0"0"80"0,0-1-448 0,-1 1 0 0,1 0 0 0,0 0 0 0,1 0 1520 0,-1-1 208 16,1 1 64-16,0 0 0 0,1 0 288 0,-1 0 64 16,1 2 16-16,-1 0 0 0,0 4-96 0,0 0-16 15,-1 2 0-15,0 2 0 0,1 1-832 0,-3 1-160 16,0 3-32-16,-1-1-16 16,0 2-560-16,0-3-128 0,-1 0 0 0,1 0-16 0,0-2-176 0,1-2-128 15,1-2 192-15,0-2-192 0,0 0 0 0,1-4 0 16,1-2 0-16,1-1 0 0,0-1 0 0,1-3 0 15,2-2 0-15,0-2-144 16,2-4-560-16,-1 2-96 0,2-2-32 0,0 0 0 16,-1 0-192-16,1 0-32 0,0-1-16 0,0 2 0 15,-1 0 432-15,0 1 96 0,0 1 16 0,-1 3 0 0,-1 1 528 0,1 2 0 0,-2 3 0 16,1-1 0-16,-1 3 0 0,-2 0 0 16,1 3 0-16,-1 2 0 0,-1-1 512 0,0 4 16 0,0-3 0 0,0 5 0 15,-1 1 624-15,0 1 128 0,0 2 32 0,-1 0 0 16,1 0-608-16,-1 1-112 0,2-1-16 0,-1 0-16 15,0-2-320-15,1-3-64 0,0 1-16 0,0-3 0 16,0 0-160-16,0-2 0 0,1 0 0 0,0-3 0 16,1-2 0-16,0-2 0 0,-1 0 0 0,2-2 0 15,1 0-1168-15,0-3-112 0,2 0-32 0,-1-4-13024 16</inkml:trace>
  <inkml:trace contextRef="#ctx0" brushRef="#br0" timeOffset="102045.86">15312 9535 9215 0,'-1'-5'816'0,"1"2"-656"0,0 2-160 16,0 1 0-16,1 0 1456 0,-1 0 256 0,0-2 48 0,1 1 16 31,-1-1 336-31,0 2 80 0,0 3 16 0,1 4 0 0,-1-7-464 0,2 25-80 0,-2-7-32 0,-1 3 0 16,1 2-768-16,-2-1-160 16,1 2-16-16,-2-1-16 15,1 0-368-15,-1 0-80 0,0 2-16 0,2-1 0 16,0-2-208-16,2-4 0 0,-1-1 0 0,0-17 0 15,0 0 0-15,11 33 0 0,-11-33 0 0,0 0 0 16,0 0 0-16,0 0-256 0,0 0 48 0,37-5 16 16,-30-2-1360-16,2-5-272 0,-2 0-48 0,0 1-10416 15</inkml:trace>
  <inkml:trace contextRef="#ctx0" brushRef="#br0" timeOffset="102207.5">15172 9778 17503 0,'-7'-1'768'0,"4"-2"176"0,1 3-752 0,2-2-192 16,0 1 0-16,2 0 0 0,2-1 2080 0,3-3 384 16,3 0 80-16,5-2 16 0,4-2-288 0,6-3-48 15,6 0-16-15,2-2 0 0,3 2-1216 0,0 0-240 16,1 4-48-16,-1 2-16 0,-3 3-528 0,-33 3-160 0,56 1 0 0,-56-1-16464 16</inkml:trace>
  <inkml:trace contextRef="#ctx0" brushRef="#br0" timeOffset="106493.81">14748 8736 2751 0,'-1'-4'256'0,"0"1"-256"0,1 0 0 0,0 1 0 16,0 0 960-16,0 0 128 0,0-1 48 0,0-4 0 0,0 0 160 0,0-2 48 15,-1 1 0-15,1 1 0 0,0 2 64 0,0 1 0 16,1 0 16-16,-2 3 0 0,0-1-48 0,0 2-16 16,0 3 0-16,-1 1 0 0,1 3-304 0,-1 0-64 15,-1 3-16-15,-1 4 0 0,0 2-368 0,0 1-80 16,-1 4-16-16,0 1 0 0,-1-1-304 0,0 0-64 16,1 1-16-16,0-3 0 0,1 0-128 0,0-1 0 15,-1-1 0-15,1 1 0 0,-1-1 0 0,1-2 0 16,1-1 0-16,0-2 128 0,-1 2-128 0,1-2 0 15,0 0 0-15,1-3 0 0,0 3 0 0,1-4 0 16,-1 1 0-16,1-1 0 0,1 1 0 0,0-3 0 16,-1 2 0-16,1-4 0 0,1 4-160 0,-1-5 160 0,1 0 0 15,0-2-144-15,1-1-176 0,0-1-48 0,0-1 0 0,-1-2 0 16,1 1 48-16,0-2 0 0,-1-1 0 0,1 0 0 16,0-3 80-16,0 0 32 15,-1-1 0-15,2-2 0 0,-1 1 80 0,1-2 128 0,-1-1-208 0,1-2 80 16,-2 2 128-16,2-3-128 0,-1-1 128 0,0 0-128 15,1 0 128-15,-1 3 0 0,0 1 0 0,0 0 0 16,-1 0 192-16,1 4 0 0,-1-2 16 0,0 3 0 16,0 2 256-16,-1 0 48 0,-1 2 16 0,0 0 0 15,0 0-48-15,-1 3-16 0,1 0 0 0,-1-1 0 16,0 3-16-16,2 0 0 0,-2 0 0 0,2 0 0 0,-1 1-160 0,0 1-32 16,1 1-16-16,0 1 0 0,0 1-240 15,0 2 176-15,0 4-176 0,0 1 160 0,0 3 0 0,0 3 0 16,0-1 0-16,1 0 0 0,-1 0-160 0,0 3 128 15,-1 2-128-15,0 0 128 16,0-2-128-16,-1 2 0 0,0-3 0 0,0 1 128 0,0-3-128 0,-1-2 0 16,1-1 0-16,0-5 0 0,0 1 0 0,0-3 0 15,1-1 0-15,0-3 128 0,0 1-128 0,1-2 0 0,0-2 0 0,0 0 0 16,2-3 0-16,-2-2 0 0,3 1 0 0,0-3 0 16,1 0 0-16,-1-2 0 0,2-2 0 0,1 0-176 31,-1 1-384-31,1-2-80 0,0-2 0 0,0-2-16 15,-1 3-832-15,1-2-176 0,-2-2-16 0,-1 0-16 16,0 2 320-16,-1 1 64 0,-2 2 16 0,-1 3 0 0,-1 3 928 0,-1 3 192 0,1 3 48 0,-3 2 0 16,0 2 640-16,0 4 144 0,-1 2 32 0,1 1 0 15,0-2 336-15,-1 4 64 0,-1 5 0 0,0 1 16 16,0 1-192-16,2 0-32 0,0-3-16 0,1 0 0 16,1-3-512-16,2-2-96 0,0-2-32 0,1-1 0 15,0-2-512 1,1-2-96-16</inkml:trace>
  <inkml:trace contextRef="#ctx0" brushRef="#br0" timeOffset="108779.55">15348 8525 911 0,'-2'0'0'0,"1"-2"0"16,0 2 0-16,0 0 0 0,0 0 896 0,1 0 80 0,0 0 32 16,0-2 0-16,-1 2 576 0,0-1 112 0,1-1 32 0,0 1 0 15,1 0 16-15,2-2 16 0,1-1 0 0,0 0 0 16,4-2-224-16,1 0-64 16,2-2 0-16,3-1 0 0,4-1-672 0,2-4-144 15,4-2-16-15,1-1-16 0,2 1-624 0,-1-1 0 16,-1 0 0-16,-2 2 0 15,-2 1-768-15,-3 2-192 0,0 0-16 0,-4 4-5696 16,-2 2-1136-16</inkml:trace>
  <inkml:trace contextRef="#ctx0" brushRef="#br0" timeOffset="109125.01">15859 8115 16575 0,'2'-3'736'0,"-2"3"160"0,0-2-720 0,0 1-176 16,0 1 0-16,0 0 0 0,0 0 1072 0,0 0 176 0,0 1 32 0,-1-1 16 15,-1 2-128-15,1 3-16 16,-2 2-16-16,1 1 0 0,-1 2-320 0,2 1-64 0,-2 3-16 0,0 0 0 0,0-1-288 16,1 3-64-16,0-4-16 0,0 3 0 0,0 1-96 0,-1 3-16 31,0 0 0-31,2 2 0 0,-1-4-256 0,1-1 0 0,1-16 128 0,0 27-128 0,0-27 0 0,0 0 0 16,0 0 0-16,0 0 0 15,0 0-704-15,0 0-112 0,0 0-16 0,0 0-7616 16,0 0-1536-16</inkml:trace>
  <inkml:trace contextRef="#ctx0" brushRef="#br0" timeOffset="109995.46">15738 8173 1839 0,'-1'0'160'0,"1"0"-160"0,0 0 0 16,-1 0 0-16,1 0 976 0,0 0 176 0,-1 1 16 0,0-1 16 15,0 0 320-15,-1 2 64 0,-1-2 16 0,1 1 0 16,0 1 0-16,1 0 0 0,0-2 0 0,0 3 0 16,0-1-240-16,1 0-32 15,0 1-16-15,0 0 0 0,1 1-304 0,0 0-64 0,0-1-16 0,1 0 0 16,0 0-400-16,1 0-64 0,1-3-32 0,0 1 0 16,1-1-96-16,-1 0 0 0,2-1-16 0,1-2 0 15,-1 0 144-15,1-3 16 0,1 2 16 0,-1-1 0 16,2-2-80-16,-1 2-16 0,0-2 0 0,1 1 0 15,1-2-192-15,-2 3-32 0,1-3-16 0,-2-1 0 16,0 3-144-16,0-2 0 0,-2 2 0 0,0 0 0 16,-2 2 0-16,0-3 0 0,-1 2 0 0,-2 1 0 15,0 1-128-15,0-2 128 0,0 4 0 0,-1 0 0 0,-1-1 0 0,-1 0 0 16,1 2 0-16,0 2 0 0,0 0 0 0,-1-1 0 16,1 2 0-16,-1 0 0 0,0 0 0 0,0 1 0 15,1 1 0-15,-1 2 0 0,0 0 0 0,1 0 0 16,-1 0 128-16,2 0-128 0,-1 1 0 0,1-1 0 0,-1 2 0 15,1-2 128-15,1 0-128 0,-1 0 0 0,0 0 0 0,1-1 128 16,0 2-128-16,-1-2 0 0,1 0 0 0,0 2 0 16,-1-1 128-16,0 1-128 0,1-1 128 0,0-1-128 15,0 2 192-15,-1-1-64 0,1 2 0 0,0-2 0 16,0 0 16-16,0 1 0 0,1 0 0 0,-1 0 0 16,0 1-144-16,0-2 0 0,0 1 144 0,0 1-144 15,0-9 0-15,0 0 128 0,0 0-128 0,3 31 0 16,-3-24 0-16,0 0 0 0,-1 0 0 0,0 0 0 15,0-2 0-15,-1 2 0 0,0-2 0 0,-1 0 0 16,1-1 0-16,0-1 0 0,-1 0 0 0,0 1 0 16,1-3 0-16,0 0 0 0,0-1 0 0,1 0 0 15,0 0 0-15,0-2 0 0,1 0 0 16,0-4 0-16,1 3 0 0,0-3 0 0,1-1 0 0,1 0 0 16,1 0-704-16,-1-3-176 0,1 1-16 0,0 0-13056 15</inkml:trace>
  <inkml:trace contextRef="#ctx0" brushRef="#br0" timeOffset="110305.98">15840 8138 911 0,'-2'-2'0'0,"1"0"0"0,-1 0 0 0,1 2 0 16,1 0 1600-16,0 0 256 0,-1 0 32 0,1-2 16 16,-1 2 224-16,0 0 48 0,0-1 16 0,1 1 0 15,1 0-608-15,0 0-128 0,2-2-32 0,0 0 0 16,3 1-480-16,-1-2-112 0,3 0 0 0,0 0-16 15,2-2-176-15,0 1-16 0,0 1-16 0,0-2 0 16,1 1-16-16,-1 1 0 0,2-2 0 0,-3 3 0 16,0 2-16-16,0 2-16 15,-9-2 0-15,0 0 0 0,0 0-272 0,0 0-48 0,36 27-16 0,-36-27 0 16,0 0-224-16,0 0 128 0,0 0-128 0,11 45 0 16,-12-38 0-16,-2 2 0 0,-1-1 0 0,0 1 0 0,-2-1 0 15,-1-1 144 1,-1-1-144-16,-1 1 128 0,0 0-128 0,-1-2 160 0,-2 1-160 15,1-3 160-15,0 0 64 0,0-1 16 0,1-1 0 16,-1 1 0-16,0-2 144 0,0-2 16 16,2 1 16-16,1-1 0 0,0-1-416 0,1 1 128 15,1 0-128-15,1-3-10000 0,1 1-2064 16</inkml:trace>
  <inkml:trace contextRef="#ctx0" brushRef="#br0" timeOffset="111461.27">17520 8551 6447 0,'-1'0'576'0,"0"0"-576"16,1-2 0-16,0 2 0 0,-1-2 1424 0,0 1 176 16,1-1 48-16,-1 0 0 0,-1-3 848 0,0-1 160 31,1 0 32-31,-1-1 16 0,2 2-496 0,0-2-96 15,1 0-32-15,1-2 0 0,4-1-752 0,2-2-160 16,3-2-16-16,5-2-16 0,3-6-688 0,4-2-128 16,5-3-16-16,2-2-16 15,1 0-608-15,3-2-128 0,4 5-32 0,-2 2 0 16,-5 4-1872-16,-3 5-368 0,-2 3-80 0,-4 3-9040 0</inkml:trace>
  <inkml:trace contextRef="#ctx0" brushRef="#br0" timeOffset="112452.82">18136 8144 3679 0,'0'0'320'0,"0"0"-320"0,1 0 0 0,-1 0 0 16,1 0 896-16,-1 0 128 0,1 0 0 0,1 0 16 16,1 2 896-16,0-2 176 0,-1 0 48 0,2 2 0 15,0-2 32-15,1 2 16 16,-1 1 0-16,1-1 0 0,0-2-608 0,2 0-128 0,0 0-32 0,3-2 0 16,-2-1-336-16,2-1-64 0,2-3-16 0,0 0 0 15,1-1-352-15,1-1-80 16,0-2-16-16,1 1 0 0,-1-2-304 0,-1 0-64 0,1 0-16 0,0-1 0 15,-1 0-192-15,-1 0 0 0,-2 2 128 0,-2 0-128 16,0 1 0-16,-2 1 0 0,-1-1 0 0,-2 3 0 0,-1 0 0 16,-1 0 0-16,-1 3 0 15,-1 1 0-15,-1 0 0 0,0-1 0 16,-2 3-128-16,-1 1 128 0,2 0 0 0,-1 0-128 0,-1 1 128 0,2 1 0 0,-2 0-160 0,1-1 160 16,0 1-128-16,1 1 128 0,0 0 0 0,-1-2 0 15,1 3 0-15,0-1 0 0,0 1 0 0,1-1 0 16,0 2 0-16,1-1 128 0,0 2-128 0,-1 0 0 15,1 1 128-15,-1 1-128 0,1 1 128 16,0 1-128-16,-1 1 160 0,1 2-160 0,-1 3 144 0,1-1-144 16,1 0 128-16,-2 2-128 15,1-2 160-15,0 1-160 0,-1 0 192 0,1-1-192 0,-1 2 144 0,1-1-144 0,-1 0 0 0,1-3 144 16,-1 1-144-16,-1 0 0 0,-1 0 0 0,0 0 0 16,1-2 0-16,-2 0 0 0,1-2 0 0,-2 1 0 15,-1 0 0-15,1 0 0 16,-1-2 0-16,-1-2 0 15,2 3 0-15,-2-5 0 0,0 4 128 0,-1-4-128 0,-1 2 0 0,0-2 0 0,0 2 0 0,-1-3 0 16,0 1 0-16,0-4 0 0,-1 1 0 0,2-4 0 16,1-1 0-16,1-2 0 0,2 0 0 0,1-3 0 15,3-3-1408-15,1 0-272 0</inkml:trace>
  <inkml:trace contextRef="#ctx0" brushRef="#br0" timeOffset="112894.26">18343 8036 7119 0,'1'-1'144'0,"-1"0"48"0,0-1 0 0,0 2 16 0,0 0-208 0,1 0 0 16,-1-2 0-16,1-1 0 0,1-2 2208 0,-1 1 400 0,0-1 80 0,0 0 0 15,1 3-384-15,-2-2-96 0,1 1-16 0,0 0 16 32,1 1-832-32,0 0-160 0,2-1-48 0,-1 1 16 15,2-1-608-15,1 0-128 0,0 0-32 0,2 0 0 16,0 0-128-16,1-1-32 0,3 2 0 0,-1-1 16 16,0 1 48-16,-11 2 16 0,0 0 0 0,36 2 16 15,-36-2-32-15,0 0 0 0,37 8 0 0,-37-8 0 16,0 0-128-16,0 0-16 0,31 28-16 0,-31-28 16 15,0 0-176-15,0 0 0 0,10 40 0 0,-10-40 0 16,-4 21 0-16,0-9 0 0,0 0 128 0,-2-2-128 16,0-1 128-16,-1 0-128 0,0 0 0 0,-1-1 0 15,1-1 128-15,-1-2-128 0,2 1 0 0,-2-2 0 0,1 0 0 0,0-1 160 16,-2 1-160-16,0-1 160 0,0-1-160 0,-1 1 0 16,-2-1 0-16,0-1 128 0,0 0-128 0,-1 1 0 15,-1-1 0-15,1 1 0 0,3-2 0 0,0-2 0 16,0 2 0-16,1 0 0 0,0 0 0 0,3 0 0 15,0-1-128-15,2 1-10256 16,2-2-2048-16</inkml:trace>
  <inkml:trace contextRef="#ctx0" brushRef="#br0" timeOffset="114025.32">15826 8241 3679 0,'3'-1'320'16,"0"-1"-320"-16,-1 1 0 0,-2 1 0 0,0 1 1200 0,1-1 160 15,1 0 48-15,0-1 0 0,2 2 128 0,-1-1 16 16,-1 2 16-16,-1 1 0 0,-1 2-64 0,0-3-16 16,-1 3 0-16,-1 2 0 0,-1 0 176 0,-1 0 48 15,2 4 0-15,-1 0 0 0,-1 1-336 0,0 2-64 16,-1 2-16-16,-1 3 0 0,1-1-464 0,-1 0-80 15,0-2-32-15,-1 1 0 0,1-3-464 0,-2 0-80 16,1 0-32-16,-1-4-10064 16,3 0-2000-16</inkml:trace>
  <inkml:trace contextRef="#ctx0" brushRef="#br0" timeOffset="114919.48">18553 8858 8287 0,'-2'-1'736'0,"0"1"-592"0,1 0-144 0,1 0 0 16,0 1 1456-16,-1-1 256 0,0 0 48 0,0 2 16 15,-2-2 352-15,1 2 80 0,1-2 16 0,0 1 0 16,3 0-432-16,1-1-96 0,0 0-16 0,2 0 0 16,2 0-592-16,2-1-112 0,-9 1-16 0,21-1-16 0,-8-1-528 0,2-1-96 15,1-1-32-15,0 2 0 0,0-1-288 0,0 1 0 16,-16 2 0-16,30-1 0 15,-30 1-544-15,0 0-64 0,34 1-16 0,-27 1-13456 16</inkml:trace>
  <inkml:trace contextRef="#ctx0" brushRef="#br0" timeOffset="115076.11">18566 8980 14735 0,'3'0'1312'0,"0"-2"-1056"15,0 2-256-15,0 0 0 0,-1 0 1600 0,1 0 272 0,2-2 48 16,5 0 16-16,3 1 464 0,3-1 96 0,2-1 0 0,-2 1 16 16,1 2-1168-16,-1-1-224 0,-16 1-48 0,28 1-16 15,-28-1-816-15,0 0-240 0,0 0 0 0,40 10-15296 32</inkml:trace>
  <inkml:trace contextRef="#ctx0" brushRef="#br0" timeOffset="115964.01">19420 8793 11967 0,'0'3'1072'0,"0"-1"-864"15,1-1-208-15,0 0 0 0,0-1 672 0,0 2 96 0,0-1 0 0,1 3 16 16,-2-4 800-16,0 0 144 0,0 0 48 0,0 0 0 16,0 0-96-16,41 5-16 0,-30-9 0 0,1-4 0 15,1 1-416-15,-1-4-96 0,1-1 0 0,0 0-16 16,0 0-624-16,-1-2-112 0,0 0-16 0,-3 1-16 16,-1 2-240-16,0 1-128 0,-3-2 128 0,0 5-128 15,-1-2 272-15,-3 2-16 0,0 2 0 0,-1 0 0 0,0 2 176 0,-1 0 16 16,-2 2 16-16,0 1 0 0,1 0-80 0,-1 0 0 15,1 1-16-15,-2 0 0 0,2 2-112 0,-1 1 0 16,0 0-16-16,1-1 0 16,0 2-112-16,0 1-128 0,0 0 176 0,0 1-176 0,1 0 144 0,0 0-144 15,0 3 0-15,0 0 144 0,0 1-144 0,-1-2 0 16,2-9 144-16,-3 24-144 0,1-13 128 0,-1 1-128 16,1 1 128-16,0 1-128 0,-1 0 0 0,1 0 144 15,-1 1-144-15,1-1 0 0,1 3 144 0,-2-1-144 16,1 4 0-16,0 1 144 0,-1 2-16 0,0 1-128 15,0 2 192-15,-2 0-64 0,1-1-128 0,1 0 0 0,0-3 144 0,-1 1-144 16,1-4 0-16,3-19 0 0,-2 33 0 0,2-33 0 16,0 0 0-16,-1 33 0 0,1-33 0 15,0 0 0-15,0 0-224 0,0 0-112 0,0 0-32 16,0 0-11088-16,0 0-2240 0</inkml:trace>
  <inkml:trace contextRef="#ctx0" brushRef="#br0" timeOffset="116266.86">19518 8825 7135 0,'-2'-6'144'0,"0"1"48"0,1 1 0 0,1 1 16 0,0 3-208 0,0-2 0 0,1 2 0 0,-1-2 0 0,2 1 2432 16,-1-2 448-16,2 0 96 0,2-2 16 16,0 2-560-16,3-3-96 0,1 1-32 0,1 0 0 0,2 0-1024 0,1-2-192 15,1 0-64-15,2 0 0 0,0-1-480 0,0 0-96 16,2 2-32-16,0 2 0 0,-3-1 96 0,-15 5 0 15,29 0 16-15,-29 0 0 0,0 0-96 0,0 0-32 16,37 23 0-16,-37-23 0 0,0 0-272 0,0 0-128 16,10 44 128-16,-13-30-128 0,-2-2 144 15,-2 2-144-15,-1-2 160 0,-3 0-160 0,-1 0 256 0,-2-1-32 0,-2-2-16 0,0 1 0 16,-2-5 32-16,0 0 0 0,0-2 0 0,-1-2 0 16,3-1-80-16,-1-1-16 15,1 0 0-15,2-3 0 0,2 0-144 0,2 1 0 0,2-2 0 0,1 0 0 31,3 0-752-31,1 0-128 0</inkml:trace>
  <inkml:trace contextRef="#ctx0" brushRef="#br0" timeOffset="116868.79">19944 8466 9215 0,'-4'-4'400'0,"2"1"96"0,1 0-496 0,0 1 0 0,0 2 0 0,1 0 0 16,0-2 1328-16,0-1 160 0,0-1 48 0,0-1 0 16,1-2 784-16,1 0 176 0,-1-1 16 0,2 2 16 15,0 0-528-15,1 0-96 0,0 1-32 0,2 0 0 16,-1 3-608-16,2-3-128 0,1 2-32 0,1 1 0 15,1 1-400-15,-10 1-96 0,0 0-16 0,31 4 0 16,-31-4-160-16,0 0-48 0,35 21 0 0,-35-21 0 0,0 0-192 0,0 0-32 16,33 39-16-16,-33-39 0 0,0 0-144 0,9 35 0 15,-9-35 0-15,0 0 128 0,-2 28-128 0,-2-21 0 16,-1 2 0-16,-1-1 0 0,-2-1 0 0,-1 0 0 16,-2 0 0-16,0 0 0 0,0-2 0 0,-2 0 0 15,0-1 0-15,-1 1 0 0,2-3 0 0,-2 1 0 16,0-1 0-16,1 1 0 0,1-1 0 0,2 0 0 15,-1 1 0-15,5-1 0 0,1-2 0 0,2 1 0 16,2 0 0-16,1-1 0 0,2 0 0 0,3 0 0 16,2 0 0-16,4-1 0 0,2 0 192 0,2-3-64 0,5 3 0 0,1-3 0 15,1 3 96-15,0-1 16 16,3 0 0-16,0 0 0 0,0 1-240 0,-1-1 128 0,0-1-128 0,-2 3 0 16,-22 0 0-16,38 3 0 0,-38-3 0 0,0 0 0 15,43 9 0-15,-43-9 0 0,0 0 0 0,36 12-17840 16</inkml:trace>
  <inkml:trace contextRef="#ctx0" brushRef="#br0" timeOffset="121416.22">2529 10371 911 0,'0'-1'0'0,"0"-1"0"0,0 1 0 0,0 0 0 0,0 0 384 16,0 1 0-16,0-2 0 0,0 1 0 0,0-1 224 0,0 0 32 15,0-2 16-15,1 1 0 0,-1 1 16 0,1-1 0 16,0 2 0-16,-1 0 0 0,1-2 288 0,-1 3 48 16,1 0 16-16,-1-2 0 0,0 2 64 0,0-2 0 15,0 1 16-15,-1 1 0 0,1 0 48 0,-1 0 0 16,0-2 0-16,-1 2 0 0,1-2-128 0,0 2 0 15,0-2-16-15,0 0 0 0,-1 1-80 0,2 1-16 16,-1-2 0-16,0 1 0 0,0 1-192 0,1 1-32 16,-1 1-16-16,1-1 0 0,-1 3-272 0,1-2-48 0,-1 5-16 15,1 0 0-15,0 4-192 0,0 1-144 0,0 3 192 0,0 2-192 16,0 2 224-16,1 0-64 0,-1 1-16 0,0 3 0 16,1 0-16-16,-1 6-128 0,0 2 192 15,0 2-64-15,0-2-128 0,-1-1 0 0,-1-1 0 16,0-5 0-16,1-5 0 0,-1 0 0 0,2-3 0 0,0-2 0 15,0 0 0-15,0-4 0 16,2-2 0-16,0-2 0 0,1 1-528 16,-1-2-48-16,0-3 0 0,-1 1 0 0,2-1-896 0,-1-1-176 0,0-1-32 15,1-1-5744-15,0-1-1152 0</inkml:trace>
  <inkml:trace contextRef="#ctx0" brushRef="#br0" timeOffset="121752.74">2511 10420 2751 0,'-1'-3'256'0,"0"-1"-256"15,1 1 0-15,0 1 0 0,1 0 768 16,-1-3 96-16,1-2 32 0,-1-7 0 16,3-3 384-16,0-1 96 0,3 0 16 0,-1 2 0 15,3 3 16-15,-1 2 0 0,0 2 0 0,3 3 0 0,-1 2-320 0,1 2-48 16,-10 2-16-16,0 0 0 0,0 0-288 0,47 14-64 15,-47-14-16-15,0 0 0 0,42 28-352 0,-42-28-80 0,0 0-16 0,36 38 0 0,-36-38-48 0,0 0-16 16,25 40 0 0,-25-40 0-16,0 0-144 0,12 34 160 15,-11-25-160-15,-2 0 160 0,0-1 48 0,-2-1 16 16,-2 1 0-16,0 1 0 0,-4 2 336 0,1-2 64 16,0-1 16-16,-1-1 0 0,-3 2-400 0,-3 1-80 15,0 0-16-15,-2 1 0 0,0 1-144 0,0-3 0 16,3 1 0-16,-1-2 0 0,2 0 0 0,2-2-176 15,1-2 176-15,2-2-128 16,2 1-592-16,2-3-112 0</inkml:trace>
  <inkml:trace contextRef="#ctx0" brushRef="#br0" timeOffset="122212.17">3160 10358 6447 0,'-3'-7'576'0,"2"4"-576"0,0-1 0 0,0 1 0 0,0 1 960 0,0 0 64 0,0-1 32 0,-1-1 0 15,0-2 880-15,-3-3 176 16,0 2 48-16,0 2 0 0,-1 1-240 0,0 4-64 0,-3 4 0 0,1 1 0 15,-2 5-480-15,-2 4-96 0,-1 0-32 0,-1 5 0 16,0 0-512-16,1 2-96 0,3-2-32 0,2 3 0 16,1-1 32-16,1 2 0 0,2 6 0 0,1 0 0 15,2 1-240-15,2 1-32 0,3-1-16 0,1-3 0 16,3-1-176-16,-8-26-48 0,22 41 0 0,-22-41 0 16,0 0-128-16,45 37 0 0,-45-37 0 0,0 0-10544 15,53 14-2016-15</inkml:trace>
  <inkml:trace contextRef="#ctx0" brushRef="#br0" timeOffset="122764.1">3486 10370 2751 0,'-1'-2'256'0,"0"0"-256"0,1 1 0 0,1-1 0 0,-1 1 1216 0,0-2 192 16,-1-2 32-16,0-3 16 0,0-1 464 0,0 2 80 15,0-1 32-15,0 4 0 16,0 1-16-16,0 1 0 0,0 2 0 0,-1 3 0 0,0 3-352 0,1 4-80 16,-1 3-16-16,1 2 0 0,-2 4-704 0,-1 2-144 15,0 1-16-15,1-1-16 0,-1 3-400 0,-1 0-80 16,1 4-16-16,-2-2 0 0,2-5-192 0,0 2 0 0,1 0 128 0,0-2-128 16,2 0 0-16,0-4 0 0,1-5 0 0,1-3 0 15,1-1-192-15,1-4-48 0,0-1 0 0,0-3 0 31,1-1-1136-31,1-2-224 0,0-1-64 0,3-4-10256 0</inkml:trace>
  <inkml:trace contextRef="#ctx0" brushRef="#br0" timeOffset="123364.67">4060 10348 10127 0,'-3'-4'448'0,"2"-1"96"0,-1 2-544 0,1 3 0 0,1-2 0 0,0 2 0 15,-1-2 1264-15,0 0 144 0,-1-3 16 0,-1 0 16 16,0 0 32-16,-3 1 16 16,0 1 0-16,-1 3 0 15,0 0-272-15,-2 0-64 0,-1 5-16 0,-1-3 0 16,0 3-96-16,-1-1-16 0,0 2 0 0,0-2 0 15,1 3-240-15,-1-2-48 0,2 2-16 0,0-2 0 16,2 0-224-16,-1 2-48 0,2-2-16 0,0 0 0 0,2 1-192 0,0-1-48 16,3-2 0-16,0 1 0 0,2-1-192 0,2 1 128 15,1-1-128-15,1-1 0 0,0 0 0 0,4 1 0 16,-8-3 0-16,0 0 0 0,0 0 0 0,49 15 0 16,-49-15 0-16,0 0 0 0,47 18 0 0,-47-18-128 15,0 0 128-15,48 29 0 0,-48-29-128 0,0 0 128 16,33 31-192-16,-33-31 192 0,0 0-400 0,0 0 16 15,0 0 16-15,23 37 0 0,-23-32 368 0,-2-1 0 16,-1-1 0-16,-2 0 0 0,-1-1 0 0,-2-2 128 16,0 1 0-16,-2-1 0 0,-1-1 320 0,-1 1 64 0,0-2 16 15,-1 2 0-15,-2-2-48 0,1 1-16 0,2 1 0 0,-1 0 0 16,1 0-272-16,2 0-48 0,1 0-16 0,1 0 0 16,1 3-128-16,2-3 0 0,3 2 0 0,0-2 0 15,3 1-192-15,2-1-32 0,0 0 0 0,5-1 0 31,2-3-2048-31,3 0-416 0</inkml:trace>
  <inkml:trace contextRef="#ctx0" brushRef="#br0" timeOffset="123796.5">4272 10450 12895 0,'2'0'576'0,"-2"-2"112"0,1 2-560 0,-1 0-128 16,0-2 0-16,-1 2 0 0,1 0 1712 0,-3 0 304 15,-1 0 64-15,-1 0 16 0,-1 2-304 0,-1-2-48 16,0 2-16-16,-2 3 0 0,-1 0-528 0,1 0-112 15,2 2-32-15,0 0 0 0,3 0-304 0,0 0-64 16,0 0-16-16,1 3 0 0,2 2-400 0,1-3-80 16,1 3 0-16,2-3-16 0,-3-9-176 0,0 0 160 15,0 0-160-15,0 0 160 0,37 31-160 0,-37-31 0 16,0 0 0-16,36-5 0 0,-24 1 0 0,1-4 0 16,0 0 0-16,0-2 0 0,-1 0-320 0,0 0 16 15,-1-1 0-15,-1 1 0 16,-3 2-464-16,2-3-112 0,-2 2-16 0,1-1 0 15,-3 1 320-15,0 0 48 0,-1 4 16 0,-2-2 0 0,0 3 224 0,0 0 48 16,-1-1 16-16,-1 3 0 0,-1 0 224 0,0 0 0 16,-1 2 0-16,1 2 0 0,-1-1 0 0,2 0 192 0,-1 2-64 0,0 0-128 0,0 1 352 0,0 0-32 15,0 1-16-15,0 0 0 16,1 0-48-16,0 2 0 0,0 0 0 0,0 0 0 0,0 0 192 0,0-1 16 16,2 1 16-16,-1 1 0 0,1 2-80 0,-1-3-16 15,1 0 0 1,1 0 0-16,1-2-128 0,-1 0-48 0,1 0 0 0,1-2 0 0,1 0-208 0,0-2 128 15,0 1-128-15,0-2 0 16,0 1 0-16,-1-2 0 0,2 1-128 0,0-2-9664 16,0 1-1936-16</inkml:trace>
  <inkml:trace contextRef="#ctx0" brushRef="#br0" timeOffset="124081.7">4738 10434 8287 0,'0'-8'368'0,"0"4"80"16,0-1-448-16,0 3 0 0,0-1 0 0,-1 1 0 16,1 2 1600-16,-1-2 224 0,0-3 48 0,0-1 16 0,-2 1 352 0,-2 4 80 15,1-1 16-15,-1 4 0 0,-1 1-672 0,-1 1-144 16,-2 3-32-16,0 0 0 0,0 4-480 0,0 0-112 15,-2-1 0-15,2 1-16 0,1-1-304 0,1 1-48 16,2-3-16-16,0 1 0 0,1 3-176 0,1-2-32 16,2 3-16-16,1-1 0 0,1-1-288 0,1 0 0 15,0-2 0-15,-2-9 0 0,0 0 0 0,0 0 0 16,0 0 0-16,35 30-144 16,-35-30-720-16,0 0-144 0,35 1-16 0,-21-5-13360 0</inkml:trace>
  <inkml:trace contextRef="#ctx0" brushRef="#br0" timeOffset="124316.15">4994 10436 8287 0,'2'-1'368'0,"-1"0"80"0,0-2-448 0,-1 2 0 0,-1 0 0 0,0 1 0 16,0 0 1568-16,-2-2 224 0,0 1 64 0,-4-1 0 16,-1 2 256-16,-2 0 64 0,-1 0 16 0,-1 3 0 15,1 1-464-15,-1 1-80 0,1 0-32 0,1 2 0 16,0 3 208-16,1-3 32 0,3 1 16 0,-1 0 0 15,2 1-2064-15,1 1-432 0,0 2-80 0,2-2 0 0,1 1 704 0,2-1 0 16,0-1 192-16,1 1-32 0,-2-10-160 0,0 0 0 16,0 0 0-16,0 0 128 15,34 30-400-15,-34-30-96 0,0 0-16 0,39 0-9296 16,-39 0-1872-16</inkml:trace>
  <inkml:trace contextRef="#ctx0" brushRef="#br0" timeOffset="124703.12">5123 10526 911 0,'-1'0'0'0,"0"2"0"16,1-2 0-16,0 0 0 0,0 0 2176 0,0 0 336 16,0 0 80-16,0 0 16 0,1 0 32 0,1 0 16 15,1 0 0-15,1 0 0 0,1-2-992 0,2 1-208 16,-1-2-48-16,1 0 0 0,1-1-736 0,0 1-160 15,1-2-16-15,-1 0-16 0,-2 2-480 0,2-2 0 0,-1-1 0 0,1 0 0 16,-2 0 0-16,0-1 0 0,-2 0 0 16,-1 0-160-16,0 2-80 0,-2-2-16 0,-1 2 0 0,-2 1 0 15,-1 1 256-15,-1 1-192 0,-3-1 192 0,0 3-192 16,-1 1 192-16,-1 2 0 0,-1 1 0 0,0 3-144 16,-1 0 144-16,1 3 0 0,2-1 0 0,-1 0 0 15,1 3 288-15,0 0 32 0,-1 0 16 0,3 0 0 16,1 0 240-16,2 0 64 0,0-2 0 0,2-1 0 15,0 0 832-15,2-1 192 0,2 0 16 0,0-3 16 16,-3-5-1696-16,0 0-560 16,0 0 0-16,0 0 0 0,40 3 560 0,-30-6 0 0,2-1 128 0,1 1-128 15,-1-1-1040-15,1 1-304 0</inkml:trace>
  <inkml:trace contextRef="#ctx0" brushRef="#br0" timeOffset="125046.99">5543 10439 9215 0,'6'-7'400'0,"-4"1"96"0,1 2-496 0,-1 2 0 16,-1 0 0-16,-1 1 0 0,0 1 1840 0,-1-2 272 15,0 0 48-15,-2 1 16 0,0 1 448 0,-3 3 112 16,-1 2 16-16,-2-1 0 0,0 3-1088 0,-1 1-192 16,-1 1-64-16,-1 1 0 0,1 1-496 0,0-3-96 15,2 1-32-15,1-2 0 0,0 0-416 0,2-2-96 16,1 2-16-16,2-5 0 0,1 3-256 0,2-4 0 15,2 1 0-15,0-2 0 0,2 0 0 0,2 0 0 0,0 0 0 0,1-2 0 16,2 2 0-16,0 0 0 0,-9 0 0 0,0 0 0 16,0 0 0-16,42 4 0 0,-42-4 0 0,0 0 0 15,0 0 0-15,0 0 0 0,41 22 0 0,-38-16 0 16,0 2 0-16,-2-2 0 0,-1 2 0 0,-2-3 0 16,-1 4 0-16,-1-2 0 0,-2 0 0 0,1 0 0 15,-2 0 0-15,0-2 0 0,-2 1 0 0,0-3 0 16,1 2 0-16,-1-2 0 0,0-1 0 0,2-2 0 15,1 2-176-15,2-4 176 0,2 2-192 0,1-2 192 32,2-1-1440-32,1-1-176 0,4 0-48 0,2-2-12336 0</inkml:trace>
  <inkml:trace contextRef="#ctx0" brushRef="#br0" timeOffset="125359.07">5744 10464 9839 0,'12'-6'208'0,"-6"-1"48"0,1 4 16 0,-4-1 16 0,0 3-288 0,-2-1 0 16,0 2 0-16,2-3 0 0,0 0 2928 0,0-1 528 15,-2 2 96-15,-2-1 32 0,-3 3-1280 0,-1 1-256 16,-3 1-64-16,-1 3 0 0,-1-3-896 0,-1 3-192 16,-1 2-48-16,-1-2 0 0,1 2-448 0,0-2-80 15,1 3-32-15,1-2 0 0,4 1-288 0,1-3 0 16,1 0 0-16,4 0 0 0,0 0 0 0,1-1 0 16,3-1 0-16,2-1 0 0,1 1 0 0,1-2 0 15,2 0 0-15,0 0 0 0,-10 0 0 0,0 0 0 16,40 0 0-16,-40 0 0 0,0 0 0 0,0 0 0 15,48 10 0-15,-48-10 0 0,0 0 0 0,0 0 0 16,0 0 0-16,0 0 0 0,30 38 0 0,-30-30 0 0,-3 2 0 0,-1 0 0 16,0-1 0-16,-4 0 0 15,0 1 0-15,-2-3 0 0,1 0 0 0,-1 1 0 0,0-2 0 0,0 0 0 16,0-2 0-16,1-2 0 0,1 0 0 0,2-4 0 16,3 2-320-16,2-2-64 0,1-5 0 0,4 2-14304 15</inkml:trace>
  <inkml:trace contextRef="#ctx0" brushRef="#br0" timeOffset="125683.09">5917 10520 19343 0,'4'2'848'0,"-3"0"192"0,2-2-832 0,-1 1-208 0,0 0 0 0,-1-1 0 16,2 0 1584-16,0 0 272 0,5-1 48 0,1 0 16 31,2-1-448-31,1-1-96 0,2-2-16 0,-1-1 0 0,0 0-848 0,0 0-160 0,0 0-32 0,-1-3-16 16,0 1-304-16,-2-1 0 0,1 0 0 0,-5 2 0 15,1-3 0-15,-5 3 0 0,0 0 0 0,-3 3-192 16,-1-1-32-16,-3 0 0 0,-2 3 0 0,2-1 0 16,0 1-320-16,-2 2-64 0,-3-2-16 0,-5 2 0 15,0 2 240-15,1 0 32 0,0 3 16 0,3 0 0 16,1 2 336-16,1 0-176 0,3 0 176 0,-1 3-128 0,2 0 512 16,0 1 96-1,2 1 32-15,0 0 0 0,0 4 400 0,1-1 96 0,1 1 16 0,0-2 0 0,2-2-192 0,1 0-48 16,-2-12 0-16,0 0 0 0,0 0-336 0,0 0-64 31,35 33 0-31,-35-33-16 0,0 0-368 0,36 0 0 16,-36 0 0-16,31-5 0 15,-12-1-1216-15,-1 0-224 0,1 0-32 0,0-4-13504 0</inkml:trace>
  <inkml:trace contextRef="#ctx0" brushRef="#br0" timeOffset="125983.47">6385 10422 7359 0,'5'-5'320'0,"-2"1"80"15,-1 1-400-15,-1 1 0 0,0 2 0 0,-1-2 0 16,-1 1 1728-16,0 1 272 0,1-4 48 0,-3 3 16 16,-2-1 432-16,-1 4 64 0,-2 1 32 0,0 0 0 15,-1 3-560-15,-3 2-112 0,0-1-32 0,1 4 0 0,0-1-480 0,2 0-80 16,1 1-32-16,0-1 0 0,2-1-512 0,2-1-96 16,1-1-32-16,2 0 0 0,2 0-320 0,2-2-64 15,2-1-16-15,0 1 0 0,-5-5-256 0,0 0 128 16,0 0-128-16,0 0 0 0,46 17 128 0,-46-17-128 15,0 0 0-15,0 0 0 0,44 23 0 0,-44-23 0 16,0 0 0-16,0 0 0 0,0 0 0 0,24 36 0 16,-25-27 0-16,-2 1 0 0,-1-1 0 0,-2 1 0 15,0 1 0-15,-3-3 0 0,2 1 0 0,-2-2 0 16,-1-1 0-16,-1 0 0 0,2-1-176 0,0-2 16 16,0-1 0-16,1-1-17008 0</inkml:trace>
  <inkml:trace contextRef="#ctx0" brushRef="#br0" timeOffset="126417.26">7013 10387 7359 0,'1'-3'656'0,"0"1"-528"15,1-1-128-15,0 3 0 0,-1-2 1296 0,0 2 240 0,0 0 32 0,2-2 16 16,2 1 1392-16,0-1 288 0,4 2 48 0,-1 0 16 16,-8 0-832-16,0 0-176 15,0 0-16-15,0 0-16 0,45 10-1264 0,-45-10-256 0,0 0-64 0,0 0 0 16,0 0-576-16,0 0-128 0,0 0 0 15,0 0 0-15,0 0-1168 0,0 0-176 0,0 0-48 16,0 0-13088-16</inkml:trace>
  <inkml:trace contextRef="#ctx0" brushRef="#br0" timeOffset="126557.09">7024 10488 6447 0,'-2'2'272'0,"1"1"80"0,1-2-352 0,0 1 0 0,0 0 0 0,0-1 0 0,0 0 1664 0,0 4 272 16,0 2 48-16,-1 1 16 15,1 3 288-15,-2 3 48 0,1 1 16 0,0-3 0 0,0 2-752 0,0-3-160 16,-1 2-32-16,2-2 0 0,-1-1-896 0,1-2-176 16,1-2-32-16,1-4-8528 15,1 1-1696-15</inkml:trace>
  <inkml:trace contextRef="#ctx0" brushRef="#br0" timeOffset="126889.68">7221 10434 1839 0,'-1'4'160'0,"0"-1"-160"0,0 2 0 16,0-1 0-16,1-1 2464 0,0-1 464 16,-1 1 80-16,0 3 32 0,-2 7-368 0,0 6-80 0,-2 4-16 0,1-2 0 15,0-1-608-15,0-2-128 16,1 1-32-16,1-6 0 0,2-1-528 0,0-4-128 0,1 0 0 0,1-6-16 16,0 0-848-16,2-4-160 15,-1 0-128-15,0-5 144 16,0 2-864-16,0-3-176 0,1-1-48 0,-1-3 0 0,1 1-528 0,0-1-128 0,-1 0 0 0,1 0-16 15,1 0 784-15,-2-1 144 0,2 0 48 0,1 1 0 0,-1 0 512 0,1 0 128 16,0 5 0-16,1-1 0 0,-1 2 448 0,1 1 112 16,-1 3 16-1,0 0 16-15,0 2 768 0,-1 0 160 0,0 0 16 0,-3 2 16 0,1-2-144 16,1 4-48-16,-1 4 0 0,-3-8 0 0,0 0-656 0,8 39-144 16,-7-24-32-16,-1-1 0 15,0-2-176-15,-2-1-32 0,0 2-16 0,-1 1 0 0,1 0-96 16,-1-2-16-16,1-2 0 0,0-3 0 0,1-2-192 0,2-3 0 15,0 0-144-15,3-4-16560 16</inkml:trace>
  <inkml:trace contextRef="#ctx0" brushRef="#br0" timeOffset="127889.71">7809 10356 11055 0,'-2'-2'976'0,"0"2"-784"0,1 0-192 0,0 0 0 16,1 0 1264-16,-1 0 208 0,-1 0 32 0,0-1 16 15,-1 1 512-15,0-2 96 0,1 2 32 0,2-3 0 0,1 1-544 0,1 1-96 16,2-2-32-16,1 0 0 0,2 0-512 0,1 1-96 16,1 1-32-16,2 0 0 0,-11 1-304 0,0 0-64 15,0 0-16-15,48 14 0 0,-48-14-224 0,0 0-48 16,0 0-16-16,36 38 0 0,-36-38-176 0,0 0 0 16,0 0 0-16,17 42 0 0,-17-33 0 15,-2-1 0-15,-1-1 0 0,-2 3 0 0,-1-3 0 0,-2 0 0 0,-2 3 0 0,1-4 0 16,1 2-288-16,-2-4 64 15,0 4 16-15,0-4 0 16,-1 2-160-16,1-2-16 0,0-2-16 0,3 0 0 0,1 1 208 0,-1-3 64 16,3 0 0-16,2 0 0 0,1 0 128 0,0 0 0 15,1 0 0-15,2-2 0 0,-1 1 0 0,3 1 144 0,-1 0-144 0,2 0 0 16,2 0 384-16,1 0-48 0,-8 0 0 0,0 0 0 16,40 5 304-16,-40-5 48 0,34 1 16 0,-34-1 0 15,39 0-256-15,-39 0-32 0,41-1-16 0,-41 1 0 0,38-2-160 0,-38 2-48 16,32-2 0-16,-18 1 0 0,0-1-192 0,-2 0-128 15,0-3 128-15,0 1-17040 16</inkml:trace>
  <inkml:trace contextRef="#ctx0" brushRef="#br0" timeOffset="128127.27">8268 10435 3679 0,'-1'1'320'0,"1"1"-320"0,1-1 0 0,0 1 0 16,1-2 2304-16,-1 0 384 0,1 0 64 0,4 2 32 0,3-2 240 0,-9 0 48 0,0 0 16 0,49 0 0 16,-49 0-1248-16,37-5-256 15,-19 1-48-15,-3 1-16 16,-2 1-752-16,0-1-160 0,1-1-32 0,-1 0 0 16,-1 1-448-16,-1 0-128 0,-2 1 0 0,0 0 0 15,-3-1-656-15,0 1-160 0,-1 2-16 0,-2-3-12720 16</inkml:trace>
  <inkml:trace contextRef="#ctx0" brushRef="#br0" timeOffset="128322.98">8437 10318 6447 0,'-2'-10'272'0,"1"3"80"0,1 2-352 0,-1 1 0 16,1 4 0-16,0-2 0 0,0 2 1744 0,1-1 288 16,-1-1 48-16,1 4 16 0,0 1 672 0,-1 6 144 15,1 3 32-15,-2 2 0 0,0 3-576 0,-1 2-96 16,-1 2-32-16,0 0 0 0,1 0-992 0,-2-1-208 0,0 3-32 0,0-4-16 15,1-2-480-15,1-2-80 0,0 1-32 0,2-2 0 16,2-1-160-16,-2-13-48 0,0 0 0 0,0 0 0 16,0 0-192-16,0 0 0 0,31 30 0 0,-21-31 0 15,0-3-1344-15,0-3-176 0</inkml:trace>
  <inkml:trace contextRef="#ctx0" brushRef="#br0" timeOffset="128653.81">8614 10443 10127 0,'1'-4'448'0,"0"1"96"0,0 1-544 0,0-1 0 15,1 1 0-15,-1 0 0 0,2-1 1488 0,1-1 192 16,3-4 48-16,2 1 0 0,3-2 96 0,1-1 32 16,0 3 0-16,0 2 0 0,-1 3-80 0,-12 2-16 15,0 0 0-15,0 0 0 0,43 15-688 0,-43-15-144 16,0 0-32-16,0 0 0 15,23 42-576-15,-23-42-128 0,3 26-32 0,-3-12 0 16,-1-4 16-16,-1 2 0 0,0 2 0 0,-4-2 0 0,1-1-176 0,0-1 192 0,-2 0-192 0,2-3 192 16,-1-2-64-16,2-1 0 0,-1-2 0 0,1-2 0 15,2-2 320-15,0 1 64 0,2-2 16 16,0-2 0-16,0 1-16 0,3-2-16 0,1-3 0 0,2-1 0 16,0 1-304-16,1-3-48 0,2 0-16 0,1 0 0 15,3-5-128-15,0 1 0 0,1 0 0 0,0 1 0 16,-1 1 0-16,-1 2-176 0,0 3 176 0,-3-1-128 15,-1 5-848-15,-1 0-176 0,1 1-16 0,1 0-16 16,-3 3-1888-16,1-1-384 0,-1 0-80 0,0 2-8096 16</inkml:trace>
  <inkml:trace contextRef="#ctx0" brushRef="#br0" timeOffset="131244.17">9024 10363 6447 0,'2'-1'272'0,"-1"1"80"0,1 0-352 0,-1 0 0 15,1 0 0-15,-1 0 0 0,1 0 1984 0,0 0 320 16,2 0 64-16,2 0 0 0,1 0 16 0,1 0 0 16,-1 0 0-16,-7 0 0 15,0 0-464-15,0 0-112 0,32-2-16 0,-24 2 0 0,-8 0-528 0,0 0-112 0,25-2-32 0,-17 0 0 16,-2 0-640-16,0 1-128 0,-1-1-32 0,-1 0 0 16,0 1-80-16,-3-1-32 0,2 0 0 0,-2-1 0 15,-1 1 48-15,0-1 0 0,0-1 0 0,-1 0 0 16,0 0-112-16,-2 0-16 0,1-1 0 0,-2-2 0 15,-1 3-128-15,0-2 0 16,-2 2 0-16,0 0 128 0,0 1-128 0,1 0 0 16,-2 1 0-16,1 2 0 0,1 0-160 0,-2 3 160 0,1 2 0 15,-1 1-144-15,2 2 144 0,-1 1 0 16,2-1-144-16,-1 1 144 0,2-2 0 0,-1 2 0 0,0-2 0 0,2 0 0 16,1 0 0-16,0-2 0 0,0 2 0 0,1-2 0 0,2-1 0 15,-1-1 0-15,2 0 0 0,0-3 0 0,0 0 0 0,1 0 0 31,0-3 0-31,0 1 0 0,1 0 0 0,-2 0 0 0,1 1 0 16,0-1 128-16,0-1-128 0,-1 1 0 0,-1 0 144 0,0 2-144 0,1-1 128 0,-2 1-128 16,1 0 128-16,-1 1-128 0,0-1 128 0,0 2-128 15,0-2 160-15,0 0-160 16,0 0 144-16,1 2-144 16,-1-2 128-16,0 0-128 0,0 0 0 0,1 0 0 15,-1 0 128-15,1 0-128 0,-1 0 0 0,0 0 0 0,0 0 0 16,0 0 0-16,0 0 0 0,-1 0 0 0,0 0 0 0,0 0 0 15,0 0 0-15,0 0 0 0,0 1 0 0,-1 1 0 16,1-2 0-16,-1 0 0 0,1 0 128 16,0 0-128-16,0 0 0 0,1 0 0 0,-1 2 144 0,1-2-144 15,0 0 128-15,0 1-128 0,0 0 160 0,0-1-160 16,1 0 128-16,-1 1-128 0,0-1 0 0,1 1 0 16,0-1 144-16,-1 1-144 0,1-1 128 0,-1 0-128 15,0-1 144-15,0 1-144 0,1 0 160 0,-1 0-160 16,0-1 144-16,0 1-144 0,0 0 128 0,0 0-128 0,0 0 0 15,0 0 0-15,0 0 128 0,0 0-128 0,0 0 0 16,0-1 0-16,0 1 0 0,1 0 0 0,-1 0 0 0,0 1 128 16,0-1-128-16,0 0 0 0,0 0 0 0,0 0 0 15,-1 0 128-15,1 0-128 0,0 0 0 16,0 1 0-16,0-1 144 0,1 0-144 0,-1 0 0 0,0 0 0 16,0 0 0-16,1 0 128 0,-1 0-128 0,0 0 0 15,0 0 0-15,0 1 0 0,1-1 0 0,-1 0 0 16,0 0 0-16,-1 2 0 0,1-2 0 0,-1 0 0 15,0 1 0-15,0 1 0 0,0-2 0 0,1 2 0 16,-1-2 0-16,1 1 0 0,0-1 0 0,-1 0 128 0,1 1-128 0,0-1 0 16,0 0 0-16,-1 2 0 0,1-2 0 15,0 0 0-15,0 0 0 0,1-2 0 0,-1 4 0 16,0-4 0-16,0 2 0 0,0 0 0 0,0 2 0 16,0-2 0-16,0 0 0 0,0 0 0 0,-1 0 0 0,1 0 0 15,0 0 0-15,1 0 0 0,-1 0 0 0,0 0 0 16,0 0 0-16,0 0 0 0,0 0 0 0,1 0 0 15,-1-2 0-15,0 2 0 0,0 0 0 0,0 0 0 16,0 0 0-16,0 0 0 0,-1 0 0 0,1 0 128 0,0 0-128 0,0 0 0 16,0-1 0-16,0 1 0 0,-1-1 0 15,1 1 0-15,0 0 0 0,0 0 0 0,0 0 0 0,0 1 0 16,0-1 0-16,0 0 0 0,0 0 0 0,0 0 0 16,0 0 0-16,0 0 0 0,0 0 0 0,0 0 0 15,0 0 0-15,0 0 0 0,0 0 0 0,1 0 0 16,-1 0 0-16,0 0 0 0,-1 0 0 0,1 0 0 15,-1 1 0-15,1-1 0 0,0 0 0 0,0 0 0 0,0 0 0 16,0 0 128-16,0 0-128 0,0 0 0 0,0 2 0 0,0-2 0 16,0 0 0-16,0 0 0 15,0 0 0-15,0 0 0 0,0 0 0 0,0 0 0 16,0 0 0-16,0 0 0 0,0 0 0 0,0 0 0 16,0 0 0-16,0 0 0 0,-1 0 0 0,1 0 0 15,0-2 0-15,0 2 0 0,0 0 0 0,0 0 0 0,0 0 0 0,0 0 0 16,0 0 0-16,0 0 0 15,0 0 0-15,1 0 0 0,-1 0 0 0,0 0 0 0,0 0 0 0,0 0 0 16,0 0 0-16,0 0 0 0,-1 0 0 0,1 0 0 0,0 0 0 0,0 0 0 16,0 0 0-1,0 0 0-15,-1 0 0 0,1 0 0 0,0 0 0 0,0 0 0 0,0 0 0 0,0-1 0 16,0 2 0-16,0-1 0 0,0 0 0 0,0 0 0 16,0-1 0-16,0 1 0 0,1 0 0 0,-1 0 0 15,1-1 0-15,-1 1 0 0,1 0 0 0,-1 0 0 16,0 0 0-16,0 0 0 0,0 0 0 0,0 0 0 15,1-2 0-15,-1 2 0 0,0 0 0 0,0-2 0 16,0 1 0 0,1 1 0-16,-1 0 0 0,0 0 0 0,0-2 0 0,0 2 0 15,0-1 0-15,1 1 0 0,-1-1 0 0,0 1 0 16,0-1 0-16,1 1 0 0,-1 0 0 0,0 0 0 16,0 0 0-16,0 0 0 0,0 0 0 0,0 0 0 15,0 0 0-15,0 0 0 0,0 0 0 0,0 0 0 16,0 0 0-16,0 0 0 0,-1 0 0 0,1 0 0 15,-1 0 0-15,1 0 0 0,-1 0 0 0,0 0 0 16,0 0 0-16,1 0 0 0,-1 0 0 0,1-1 0 16,-1 0 0-16,1 1 0 0,0-2 0 0,-1-1 0 15,1 3 0-15,0-2 0 0,-1 2 0 0,1-2 0 0,0 2 0 16,1-1 0-16,-1 1 0 0,-1 0 0 0,1 0 0 0,0 0 0 16,0 0 0-16,0 0 0 0,0 0 0 0,0 0 0 15,0 1 0-15,0 1 0 0,0-2 0 0,0 0 0 16,0 0 0-16,0 0 0 0,0 0 0 0,0 2 0 15,0-2 0-15,0 0 0 0,0 1 0 0,0-1 0 16,-1 0 0-16,1 2 0 0,-1-2 0 0,0 0 0 16,0 0 0-16,0 2 0 0,-1-2 0 0,1 0 0 15,0 0 0-15,-1 1 0 0,1 0 0 0,-1-1 0 16,1 1 0-16,-1 0 0 0,0 0 0 0,0 1 0 0,1-2 0 16,-1 1 0-16,0 1 0 0,1-2 0 0,0 2 0 0,-1-2 0 15,1 0 0-15,0 1 0 0,0 0 0 0,0-1 0 16,0 0 0-16,1 0 0 0,-1 0 0 0,1 2 0 15,0-2 0-15,0 0 0 0,1 0 0 0,-1-2 0 16,0 2 0-16,0 0 0 0,1 0 0 0,-1 0 0 16,1 0 0-16,-1-1 0 0,1 0 0 0,0 1 0 15,0 0 0-15,-1-2 0 0,1 2 0 0,0 0 0 16,-1 0 0-16,1-2 0 0,-1 1 0 0,1 1 0 0,-1 0 0 0,1 0 0 16,0 0 0-16,0-2 0 0,0 2 0 15,-1-1 0-15,2 1 0 0,-1-1 0 0,0 0 0 16,1 0 0-16,-1 0 0 0,0-1 0 0,-1 2 0 15,1-2 0-15,-1 1 0 0,1 1 0 0,0 0 0 0,-1 0 0 16,1 0 0-16,-1 0 0 0,0 0 0 0,0-2 0 16,1 2 0-16,-1 0 0 0,0 0 0 0,0 0 0 15,0 0 0-15,0 0 0 0,0 0 0 0,0 0 0 16,0 0 0-16,0 2 0 0,0-2 0 16,0 0 0-16,0 0 0 0,0 0 0 0,0 0 0 15,0 1 0-15,0-1 0 0,0 0 0 0,0 0 0 0,0 0 0 0,0 0 0 0,0 0 0 16,0 0 0-16,1 0 0 15,-1-1 0-15,1 1 0 0,0 0 0 0,-1 0 0 0,0 0 0 0,0 0 0 16,0 0 0-16,0 0 0 0,0 0 0 0,0 0 0 16,0 0 0-16,0 0 0 0,0 0 0 0,0 0 0 15,0 0 0-15,0 0 0 0,0 0 0 0,0 0 0 16,0 1 0-16,0-1 0 0,0 0 0 0,0-1 0 16,0 1 0-16,1 0 0 0,-1 0 0 0,0 0 0 15,0 0 0-15,0 1 0 0,0-1 0 0,0 0 0 16,0-1 0-16,0 1 0 0,0 0 0 0,0 0 0 0,0 0 0 0,1 0 0 15,-1 0 0-15,0 0 0 16,0 0 0-16,0 0 0 0,0 0 0 0,1 0 0 0,-1-2 0 16,0 2 0-16,0 0 0 0,0 0 0 15,0 0 0-15,1 0 0 0,-1 0 0 0,0-2 0 0,0 2 0 0,1 0 0 16,-1-1 0-16,0 1 0 16,0 0 0-16,1 0 0 0,-1-2 0 0,1 2 0 0,0 0 0 0,0-1 0 15,1 0 0-15,0 1 0 16,0-3 0-16,0 2 0 0,-1 0 0 0,1-1 0 0,1 1 0 0,0-2 0 15,1 2 0-15,-3-1 0 0,2-1 0 16,-1 1 0-16,1-1 0 0,-1 1 0 0,0 1 0 16,-1 0 0-16,0-1 0 0,0 1 0 0,0 1 0 0,-1 0 0 15,0 0 0-15,0-2 0 0,1 2 0 0,-1 0 0 16,-1 0 0-16,1 0 0 16,-1 0 0-16,1 0 0 0,0 2 0 0,0-2 0 0,0 0 0 0,0 0 0 15,0 0 0-15,1 0 0 0,-1 0 0 0,1 0 0 16,0-2 0-16,0 2 0 0,0-2 0 0,0 1 0 0,2-1 0 0,-1 0 0 15,1 0 0-15,1 0 0 0,-1-1 0 0,-1 2 0 16,0-1 0-16,1 0 0 0,0-2 0 0,2 1 0 0,-2 0 0 0,1 0 0 16,1-1 0-16,-2 2 0 15,0-3 0-15,1 3 0 0,-1-3 0 16,0 0 0-16,0 3 0 0,1 0 0 0,-1-3 0 0,-1 2 0 0,1 0 0 0,-1 0 0 16,0 0 0-16,1 0 0 0,-2 1 0 0,0 0 0 15,0 0 0-15,1 2 0 0,-1-2 0 0,-1 1 0 16,0 1 0-16,1 0 0 15,-1 0 0-15,0 0 0 0,0 0 0 0,0 0 0 0,0 0 0 0,0 0 0 16,0 0 0 0,1 0 0-16,-1 0 0 0,0 0 0 0,0 0 0 0,0 0 0 0,0 0 0 0,0 1 0 0,0-1 0 15,0 2 0 1,-1-2 0-16,0 2 0 0,-1 0 0 0,-1 1 0 16,1 2 0-16,-2-1 0 0,-1 3 0 0,1-2 0 15,-2 5 0-15,1-1 0 0,-2 0 0 0,1 3 0 16,-1 2 0-16,2-2 0 0,-1 2 0 0,0 1 0 15,2-1 0-15,0-2 0 0,0 3 0 0,1-1 0 16,1 2 0-16,0-4 0 0,1-3 0 0,1 1 0 16,0-10 0-16,0 0 0 0,0 0 0 0,0 0 128 15,0 0-128-15,22 33 0 0,-15-31 0 0,-1-1 0 16,1-1 0-16,-1-1 0 0,2-1 0 0,-2 0 0 16,2-1 0-16,-2-2 0 0,1 1 0 0,1 0 0 0,-2 0 0 0,1 0-128 15,-2 0 128-15,0-1-128 16,1 2-1488-16,-1-2-304 0,1 0-48 0,-2-1-13968 15</inkml:trace>
  <inkml:trace contextRef="#ctx0" brushRef="#br0" timeOffset="131462.48">9172 10057 17503 0,'-2'-2'768'0,"1"1"176"0,0 1-752 0,0 0-192 15,1 0 0-15,0 0 0 0,0 1 2176 0,0 1 416 16,0 3 80-16,0-1 16 0,1 3-128 0,1 1 0 16,-2-8-16-16,0 0 0 0,0 0-1488 0,0 0-288 0,26 45-64 0,-26-45-16 15,0 0-560-15,0 0-128 0,0 0 0 0,0 0-11472 16,39 30-2336-16</inkml:trace>
  <inkml:trace contextRef="#ctx0" brushRef="#br0" timeOffset="132037.28">9457 10389 16575 0,'-3'-2'736'0,"1"1"160"0,0-1-720 15,1 2-176-15,1-2 0 0,0 2 0 16,-1 0 1856-16,1-3 320 0,0 1 80 0,0-1 16 0,1 0 16 0,1-1 0 16,0 0 0-16,1 1 0 0,0 1-1232 0,0-3-240 15,0 1-48-15,0 1-16 0,-1-1-528 0,0 1-96 16,0 0-128-16,-2-1 176 0,0-1-176 0,-2 0 0 16,0 3 0-16,-2-3 0 0,-1 3 0 0,0-1 0 15,-1 1 0-15,0 2 0 0,-1 2 0 0,-1-1 0 16,0 3 0-16,-1-1 0 0,1 3 0 0,0 2-144 15,0-1 144-15,0 2 0 0,0 1 0 0,1-2 0 16,1 3 0-16,0 0 0 0,0 1 0 0,1-2 0 16,1 3 0-16,1-2 0 0,1-2 0 0,2 1 0 15,0 1 0-15,0-3 0 0,2-3 0 0,-2-5 0 0,0 0 0 16,0 0 0-16,0 0 128 0,0 0-128 0,37 7 0 16,-27-12 0-16,1-2 0 0,0-1 0 0,1-1 0 0,-1 2 0 15,-1-3 0-15,1 2 0 0,-1 0 0 0,-2-2 0 16,0 3-288-16,-2-1 48 0,-1 2 16 0,-2-1 0 31,-1 2-160-31,-1 0-16 0,1 1-16 0,-2 0 0 0,0 1 192 0,-1 0 32 0,-1 1 16 0,0 2 0 16,0-2 176-16,-1 4 0 0,1-1 0 0,-1 2-128 15,1 0 128-15,0 2 0 0,2 2 128 0,0 0-128 16,0-2 432-16,0 3 16 0,0-8 0 0,0 0 0 16,0 0 0-16,10 35 0 0,-10-35 0 0,0 0 0 15,0 0-176-15,0 0-16 0,28 37-16 0,-28-37 0 16,0 0-240-16,0 0 128 0,0 0-128 0,0 0 0 15,44 18 0-15,-36-19 0 0,1-3-128 0,-1-2-10880 16,1-1-2176-16</inkml:trace>
  <inkml:trace contextRef="#ctx0" brushRef="#br0" timeOffset="132250.34">9727 10179 2751 0,'1'-9'256'0,"-1"5"-256"15,0 2 0-15,0 2 0 0,0 0 2432 0,0 0 432 16,0 0 80-16,-1-3 32 0,0 0 384 0,-2 4 80 15,0 4 16-15,0 1 0 0,0 4-1184 0,-1 3-224 16,-1 3-64-16,0 7 0 0,-1 5-768 0,1-1-144 16,-2 2-48-16,1 0 0 0,0-2-464 0,1-1-112 15,0-2 0-15,1-5-16 0,2-4-240 0,1 2-64 16,1 0 0-16,0-17 0 0,3 32-128 0,-3-32 0 0,0 0 0 16,0 0 0-1,0 0-928-15,0 0-112 0,0 0-32 0,39 21-15040 0</inkml:trace>
  <inkml:trace contextRef="#ctx0" brushRef="#br0" timeOffset="132573.31">9876 10403 1839 0,'2'-2'160'0,"0"1"-160"0,0 1 0 0,-1-2 0 16,-1 2 1824-16,1-2 336 0,3 0 64 0,2-5 16 0,0 2 128 0,2-5 48 16,-1 3 0-16,-1 0 0 0,0 0-432 0,-1 0-96 15,-3 2-16-15,0-1 0 0,-1 3-704 0,-1 0-144 16,-1 1-16-16,-1 4-16 0,-3 1-432 0,-1 0-96 0,-1 3-16 0,-2-1 0 15,-2 2-64-15,-1 1-32 0,-1 0 0 16,1 2 0-16,-1-1-160 0,2 1-16 0,0-1-16 0,2-2 0 16,2 1 352-16,2-2 80 0,1 0 16 0,2-2 0 15,2 1-48-15,2-3-16 0,1 1 0 0,-3-3 0 16,0 0-288-16,0 0-64 0,0 0-16 0,36 5 0 16,-36-5-48-16,0 0-128 0,33 4 192 0,-33-4-64 15,0 0-128-15,0 0 0 0,39 17 144 0,-39-17-144 16,0 0 0-16,0 0 0 0,0 0 0 15,0 0 0-15,25 40 0 0,-25-40 0 0,0 17 0 0,-2-8 0 16,-2 1 0-16,-2-4 0 0,-1 2 0 0,0-3 0 16,1 0 0-16,-1-1 0 0,-3 1 0 0,0-3 0 15,0 1 0-15,0-1 0 0,-1-4-128 16,3 0 128-16,3-1-1424 0,1-2-208 0</inkml:trace>
  <inkml:trace contextRef="#ctx0" brushRef="#br0" timeOffset="132989.99">10163 10247 6447 0,'-1'-5'576'0,"0"2"-576"0,1-1 0 0,-1 1 0 15,1 3 1600-15,0-1 224 0,1 1 32 0,-1-1 16 16,1-3 1264-16,1 1 256 0,-1 1 64 0,2 1 0 15,0-1-976-15,1 2-192 16,0 0-48-16,-4 0 0 0,0 0-864 0,0 0-176 0,0 0-48 0,44 24 0 16,-44-24-640-16,0 0-128 15,36 30-16-15,-36-30-16 0,0 0-160 0,31 41-16 0,-31-41-16 0,0 0 0 0,18 45-160 0,-18-45 128 16,4 28-128-16,-4-28 128 0,-2 31-128 0,-3-18 0 16,0 1 0-16,-3 0 0 0,-1 1 0 0,-2-1 0 15,1-1 0-15,0-1 0 16,-1-2-816-16,1-1-32 0</inkml:trace>
  <inkml:trace contextRef="#ctx0" brushRef="#br0" timeOffset="133554.95">10623 10430 7359 0,'-3'1'656'0,"0"-1"-528"0,1 0-128 0,1 0 0 16,1 1 1248-16,-1-1 224 0,-1 2 32 0,0-2 16 15,-1 1 448-15,1 0 80 0,2-1 32 0,2 0 0 0,3 0-160 0,2-1-48 16,2 0 0-16,1 1 0 0,-10 0-400 0,29-4-64 16,-13 1-32-16,-16 3 0 15,35-4-480-15,-17 1-80 0,-1 0-32 0,1 1 0 0,-18 2-352 0,31-3-80 16,-31 3-16-16,0 0 0 0,36 0-336 0,-28 0 0 15,0 0-160-15,-4 0 160 16,0 1-1664-16,-2 1-208 0,-2 0-48 0,-2-1-12032 0</inkml:trace>
  <inkml:trace contextRef="#ctx0" brushRef="#br0" timeOffset="133701.5">10692 10543 2751 0,'-3'3'256'0,"2"-1"-256"0,1 1 0 0,0-2 0 16,0-1 1904-16,1 2 336 0,1-2 64 0,1 1 0 15,2 1 800-15,-5-2 160 0,0 0 16 0,0 0 16 0,39 0-544 0,-39 0-128 16,27-5 0-16,-10-1-16 0,0 1-1232 16,-1 1-240-16,0 0-48 0,0-1-16 15,-16 5-1072-15</inkml:trace>
  <inkml:trace contextRef="#ctx0" brushRef="#br0" timeOffset="140339.5">11408 10412 6447 0,'-1'0'576'0,"1"-2"-576"0,0 2 0 0,0 0 0 16,0 0 992-16,0-1 96 0,0 0 0 0,0-2 16 16,0-1 816-16,-1 1 144 0,1 1 48 0,0-3 0 15,0 3-320-15,0-1-48 0,0 3-16 0,0-2 0 16,0 2-512-16,0-2-96 0,0 2-32 0,0 0 0 16,0 0-336-16,0 0-80 15,0 0-16-15,0 2 0 0,0-1-192 0,-1 1-32 0,1 2-16 0,-1-1 0 16,0 1-160-16,1 3-48 0,0 0 0 0,0 3 0 0,0-1 32 0,0 3 0 31,0 3 0-31,0 1 0 0,0-16-32 0,1 40 0 0,1-16 0 0,-1 1 0 0,1 2-208 0,0 1 144 16,-1 1-144-16,-1-2 128 0,0-2-128 0,0-3 0 15,0-22 0-15,1 33 0 0,-1-33 0 0,1 21 0 16,-1-21 0-16,0 0 0 16,0 0-624-1,0 0-48-15,0 0-16 0,0 0 0 0,0 0-1488 0,0 0-288 0</inkml:trace>
  <inkml:trace contextRef="#ctx0" brushRef="#br0" timeOffset="140657.03">11401 10394 7359 0,'-6'-12'320'0,"3"7"80"0,1-1-400 0,0 1 0 0,1 2 0 0,1 2 0 15,-1-1 1408-15,0-2 192 0,0-1 32 0,1 0 16 16,1 3 192-16,1 0 32 0,1 4 16 0,2-2 0 15,-5 0-224-15,0 0-32 16,0 0-16-16,35 4 0 0,-35-4-336 0,0 0-80 0,38-4-16 0,-38 4 0 0,28-7-512 0,-28 7-96 16,27-7-32-16,-27 7 0 0,21-6-224 0,-21 6-32 15,0 0-16-15,31-2 0 0,-31 2-272 0,0 0 128 16,0 0-128-16,0 0 0 16,35 29 0-16,-35-29 0 0,0 0 0 0,-1 23 0 15,-1-13 208-15,-5-2-64 0,-4 6-16 16,-4 2 0-16,-3 0 144 0,-2 1 32 0,0 0 0 15,-1-3 0-15,0 0-304 0,1 0 160 16,1-4-160-16,3-3 128 0,0-2-128 0,3-1-192 0,1-4 32 0,1-2-15296 16</inkml:trace>
  <inkml:trace contextRef="#ctx0" brushRef="#br0" timeOffset="-175476.25">11859 10479 911 0,'0'-2'0'0,"0"1"0"0,0 1 0 0,0-2 0 0,0 2 320 0,0 0-32 0,1-2 0 0,-1-1 0 0,1 1-32 0,1-3 0 0,-1 3 0 0,1-2 0 0,1 0 432 0,0 2 80 0,1 0 0 0,-1-2 16 0,0 1 256 0,0 1 48 0,0-1 16 0,-2 2 0 0,1 0 80 0,0-3 16 0,0 3 0 0,-1-2 0 0,0 1 32 0,0 1 16 0,0 0 0 0,-1-1 0 0,1 0-96 0,-1 1-32 0,0-1 0 0,-1 0 0 0,1 1-304 0,-1-1-64 0,1 2-16 0,-1-1 0 0,0 0-64 0,0 1-16 0,-1 0 0 0,0 1 0 0,0-1 64 0,-1 1 16 0,-2 1 0 0,1 1 0 15,0-1-96-15,-3 3-32 16,1-1 0-16,-2 1 0 15,0 2-48-15,0 1-16 0,1-1 0 0,0 2 0 0,-1 2-96 0,2 2-32 0,1-3 0 0,1 2 0 16,-1 4 80-16,0 3 16 0,2 2 0 0,-1 3 0 16,0 2-144-16,1-1-32 0,2 0 0 0,0-1 0 15,2-3-96-15,0-2-32 0,-1-19 0 0,8 28 0 16,-8-28-208-16,0 0 144 0,0 0-144 0,23 34 128 16,-23-34-128-16,0 0 0 0,0 0 0 0,0 0 0 15,47 9-192-15,-47-9 0 0,21-7-16 0,-11 2-17280 16</inkml:trace>
  <inkml:trace contextRef="#ctx0" brushRef="#br0" timeOffset="-170269.77">12148 10482 6447 0,'2'-5'576'0,"-1"2"-576"0,0-1 0 0,0 3 0 16,0-1 448-16,0 2 0 0,0-3-16 0,0 1 0 15,0 0 864-15,2-3 176 0,0 0 48 0,-1 1 0 0,0 1 32 0,-1-1 16 16,0 1 0-16,-1 1 0 0,-1 0-112 0,0 0-32 16,-1 1 0-16,-1 1 0 0,-1 0-320 0,1 0-64 15,-3 0-16-15,0 0 0 0,-4 0-176 0,0 2-32 16,-2 1-16-16,-1-1 0 0,0 0-288 15,-2 3-48-15,-1 0-16 0,0-2 0 0,1 4-128 0,0-3-16 16,0 4-16-16,2-2 0 0,1 2-96 0,3-4 0 16,2 1-16-16,2 0 0 0,0 0-176 0,2 0 0 15,3-1 0-15,0 1 128 0,3 0-128 0,2-1 0 16,-5-4 0-16,0 0 0 0,0 0-144 0,0 0 144 16,46 19 0-16,-46-19 0 0,0 0-128 0,44 10 128 15,-44-10 0-15,0 0 0 0,49 14 0 0,-49-14-128 16,0 0 128-16,46 17 0 0,-46-17 0 0,0 0 0 0,0 0 0 15,42 21 0-15,-42-21-128 0,0 0 128 16,0 0 0-16,0 0 0 0,10 29 0 0,-14-22 0 0,-3 3 0 16,-2-1 0-16,-2 2 0 0,-1-1 144 0,-2 2-144 15,-2-3 128-15,0 1 64 0,1-3 16 0,2 1 0 0,-1-4 0 16,2 1-64-16,0-1-16 0,2-4 0 0,3 0 0 16,2-2-128-16,1-3 0 0,4 0 0 0,0-2 0 31,1-2-1296-31,4-2-304 0</inkml:trace>
  <inkml:trace contextRef="#ctx0" brushRef="#br0" timeOffset="-170016.54">12266 10488 17503 0,'0'-1'768'0,"0"0"176"0,1-1-752 0,0 2-192 0,0-2 0 0,-1 1 0 15,1 1 1216-15,1-2 192 0,3-1 64 0,0 1 0 16,1-2-96-16,3 1-16 0,0 0 0 15,1-1 0-15,0 2-592 0,0-1-128 0,-10 3-32 0,0 0 0 16,37-5-288-16,-37 5-48 0,0 0-16 0,37-2 0 16,-37 2-256-16,0 0 0 15,33 0 0-15,-33 0 0 0,0 0 0 0,0 0-144 0,33-5 16 16,-27 5 0-16,-1-2-1200 16,-2 2-224-16,-1 0-48 0,-1 0-16 0,-2 0-1072 0,-1 0-224 0,0 0-32 0,-3 0-5008 15</inkml:trace>
  <inkml:trace contextRef="#ctx0" brushRef="#br0" timeOffset="-169838.76">12394 10446 3679 0,'-4'0'160'0,"1"0"32"0,2 0-192 0,-1 0 0 16,1 0 0-16,0 0 0 0,1 2 1216 0,-1-2 208 15,-1 2 48-15,-1-1 0 0,1 3 320 0,0 2 64 16,-1 2 0-16,0 0 16 0,1 5-432 0,0 0-96 16,1 4 0-16,0 3-16 0,0 2-368 0,0 2-80 15,1 4-16-15,-1-3 0 0,1 1-288 0,0-3-48 16,0 0-16-16,0-5 0 0,1-2-384 0,-1-2-128 15,0-14 0-15,0 0-7504 16,5 26-1552-16</inkml:trace>
  <inkml:trace contextRef="#ctx0" brushRef="#br0" timeOffset="-169635.6">12368 10628 10127 0,'1'-1'448'0,"-1"0"96"0,1 1-544 0,0 0 0 16,0 0 0-16,-1 0 0 0,1 0 1984 0,0 0 304 16,3 0 48-16,1 1 16 0,-5-1 0 0,0 0 0 15,0 0 0-15,0 0 0 0,38 1-720 0,-38-1-144 16,0 0-16-16,30-4-16 0,-30 4-688 0,0 0-128 16,34-8-16-16,-22 6-16 0,-1-2-464 0,-1 1-144 15,0 0 0-15,-1 1-10176 16,-1 0-2112-16</inkml:trace>
  <inkml:trace contextRef="#ctx0" brushRef="#br0" timeOffset="-165732.93">12693 10408 911 0,'-1'-5'0'0,"0"2"0"0,1 3 0 0,-1-2 0 0,1 2 1296 0,1-1 176 0,0 0 48 0,0-1 0 0,0 0 80 0,0-1 0 31,2 0 16-31,1 1 0 0,-1 0 0 0,0-1 0 16,1 1 0-16,1-1 0 0,-1 3-192 0,1 0-32 15,1 3-16-15,-2-1 0 0,-4-2-224 0,0 0-32 0,0 0-16 0,28 31 0 16,-28-31-224-16,0 0-48 0,23 50-16 0,-23-50 0 16,12 38-400-16,-12-38-80 0,10 42-16 0,-8-20 0 15,-1-1-192-15,-3-2-128 16,0 0 128-16,-3-2-128 0,-1-2 160 0,-1-2-32 0,0 1-128 0,-3 0 192 16,-1-2-192-16,-1 0 0 0,1 0 0 0,-1-2 0 15,2-1 0-15,-1-2-128 0,-1 1-16 0,0-2 0 16,4-1-1248-16,0-2-240 15,0-1-48-15,4-2-10496 0</inkml:trace>
  <inkml:trace contextRef="#ctx0" brushRef="#br0" timeOffset="-164646.47">13064 10460 5551 0,'3'-5'496'0,"-2"1"-496"0,0 1 0 0,0 3 0 15,0-2 0-15,-1 2 0 0,0-2 528 16,0 1 112-16,1-1 0 0,0-1 48 15,1 1 256-15,-1-2 48 0,0 1 16 0,-1 0 32 0,2 1-160 0,-1 0-48 16,1-3 0-16,-1 3 32 0,1-3-128 0,-1 3-32 16,1-1 0-16,-1-1 32 0,0 1-80 0,-1 1-16 15,2 0 0-15,-1-1 32 0,1 1 32 0,-2 0 0 16,1 1 0-16,0 0 32 0,0 1-80 0,0-1-16 16,0 1 0-16,-1-2 32 0,0 2-32 0,0 0 0 15,0 0 0-15,0-2 32 0,0 2 32 0,0-1 16 0,0 1 0 0,-1-2 32 31,1 2-176-31,-1-2-48 0,0 2 0 0,0-1 32 0,1 1-240 0,-1 0-64 0,0 0 0 0,1 0 48 16,-1 0-64-16,0 0-16 0,1 0 0 0,-1 1 32 16,0 1-32-16,1 0 0 0,-1-1 0 0,0 1 32 15,0 0-112-15,-1 0-16 0,1 1 0 0,-1 2 0 16,1-3-128-16,-1 0 192 0,1 3-192 0,0-2 192 16,0 1-192-16,0-1 192 0,0 1-192 15,-1 1 192-15,2-1-192 0,-1-1 192 0,0 3-192 0,0-2 192 16,0 3-192-16,0-3 192 0,0 4-192 0,0-2 192 0,0 2-192 0,0-1 0 15,-1 0 0 1,1 0 128-16,0 0-128 0,0 3 0 16,-1-3 0-16,0 1 0 0,1-2 0 0,0 1 0 0,0 0 128 0,0 0-128 0,0-1 0 0,0 0 0 15,0 1 144-15,1 0-144 0,-1-2 128 0,1 1-128 16,0 0 128-16,0-1-128 0,0-1 144 0,0 1-144 16,1 0 192-16,0-1-192 0,0 2 160 0,0-2-160 15,0 1 128-15,-1-2-128 0,1 1 0 0,0 1 128 16,0 0-128-16,0-1 0 0,1 1 0 0,-1 1 128 15,0-2-128-15,0 1 0 0,0-1 0 0,0-2 0 16,1 3 0-16,-1-2 0 0,1 0 0 0,1 0 0 0,0 0 0 16,1-1 0-1,-2 1 0-15,2-1 0 0,-1 0 0 0,1 1 0 0,0-1 0 0,1-1 0 0,-1 1 128 0,2-2-128 16,-1 2 0-16,-1-2 0 0,0 0 144 0,0 1-144 16,-1 0 0-16,2-1 128 15,0 0-128-15,-1 2 0 16,1-2 0-16,-2 0 0 0,0-2 0 0,1 2 128 15,2-2-128-15,-3 0 0 0,1-1 0 0,1-1 0 16,-1 1 0-16,0-1 0 0,2-2 0 0,-1 2 128 16,0-1-128-16,0-1 0 0,-1 1 0 0,1-1 128 0,-1 2-128 0,1-1 0 15,0-1 0-15,-2 0 0 0,1 1 0 16,-1 1 0-16,1-4 0 0,-2 4 0 0,2-4 0 0,-1 2 0 16,0-2 0-16,-1 1 0 0,0 0 0 0,0-2 0 15,0-1 0-15,0-1 0 0,0 1 0 0,0-2 0 16,-1 2 0-16,1-3 0 0,0 0 224 0,-1-1-32 15,1 0 0-15,0 2 0 0,-1-2-192 0,0 4 144 16,-1-1-144-16,0 2 128 0,-1 3-128 0,0 2 0 16,0-1 0-16,-1 2 0 0,1 1 0 0,0 0 0 15,0 0 0-15,0-1 0 0,0 0 0 0,0 1 0 0,1 1-160 16,0 0 160 0,0-1-1280-16,0-1-144 0,1 1-48 0,0-1-14144 0</inkml:trace>
  <inkml:trace contextRef="#ctx0" brushRef="#br0" timeOffset="-164126.67">13617 10303 4607 0,'0'-2'400'16,"0"2"-400"-16,0-2 0 0,0 2 0 16,-1 0 976-16,0-1 112 0,0 1 32 0,1-2 0 15,-3 1 480-15,0 0 112 0,-1 1 16 0,1 0 0 16,-2 0 16-16,0 1 16 0,0 0 0 0,0 1 0 15,-1 3-240-15,0-2-48 0,-1 1-16 0,1 2 0 0,0 0-448 0,-1 2-96 16,1 1-16-16,2 3 0 16,-1-1-448-16,1 4-112 0,0 4-16 15,0 0 0-15,2 4 0 0,1-1 0 0,2 2 0 0,1-1 0 16,0-2-128-16,-2-21-48 0,9 39 0 0,-9-39 0 16,15 33-144-16,-15-33 0 0,0 0 0 0,0 0 0 31,38 35-784-31,-38-35-96 0,0 0-16 0,0 0-12592 0</inkml:trace>
  <inkml:trace contextRef="#ctx0" brushRef="#br0" timeOffset="-163780.79">13762 10368 3679 0,'0'-1'320'0,"0"0"-320"16,1 0 0-16,0 1 0 0,0 0 1072 0,0 0 144 15,0 0 16-15,2-3 16 0,2 1 704 0,0 0 144 16,2 0 16-16,-7 2 16 0,0 0-336 0,0 0-64 15,35 0 0-15,-35 0-16 0,0 0-432 0,0 0-64 16,48 2-32-16,-48-2 0 0,0 0-688 0,42 2-144 0,-42-2-32 0,0 0 0 16,39 2-192-16,-39-2-128 0,0 0 160 0,34-3-160 15,-34 3 0-15,0 0-128 0,27-6-16 0,-19 4 0 32,-2-1-1280-32,-1 1-256 0,-1 0-48 0,-4-3-8624 0</inkml:trace>
  <inkml:trace contextRef="#ctx0" brushRef="#br0" timeOffset="-163590.91">13944 10333 6159 0,'0'1'128'0,"-1"1"16"0,1-2 16 0,-1 3 32 0,1-3-192 0,0 2 0 0,-1 1 0 0,1 1 0 16,-1 2 2176-16,-1 5 384 0,1 1 64 0,-2 5 32 16,2 1-736-16,-1 4-160 0,-1-1-32 0,0 0 0 15,1 3-688-15,-1 2-144 0,1-2-16 0,0 0-16 0,-1-3-432 0,1-2-96 16,1-3-16-16,0-1 0 0,1-1-320 0,-1-5-208 15,2 1 16-15,-1-6-7472 16,1 0-1488-16</inkml:trace>
  <inkml:trace contextRef="#ctx0" brushRef="#br0" timeOffset="-163392.27">13872 10554 2751 0,'2'-2'256'0,"0"2"-256"15,2-1 0-15,-2 0 0 0,0 1 1744 0,1 0 304 16,1-2 64-16,1 2 16 0,-5 0 832 0,24-7 176 16,-24 7 16-16,34-7 16 0,-34 7-1152 0,33-8-224 15,-33 8-64-15,31-7 0 0,-17 3-1024 0,-2 1-224 0,-1 1-32 0,0-1-16 16,-1 1-432-16,-1-1 0 0,0 1 0 0,-2 1 0 31,2 0-832-31,-3-1-64 0</inkml:trace>
  <inkml:trace contextRef="#ctx0" brushRef="#br0" timeOffset="-162525.04">14431 10362 4607 0,'2'-2'400'0,"-1"2"-400"16,-1-1 0-16,1 0 0 0,-1 1 1104 0,1 0 144 15,0-2 32-15,1 0 0 0,0-1 448 0,1 0 80 0,-3 1 32 0,1 0 0 16,-1-1-240-16,-1 1-32 0,1-1-16 0,-2 1 0 16,-2 1-352-16,0-2-80 0,0 3-16 0,-3-2 0 0,0 2-144 0,-3 0-16 15,0 0-16-15,0 2 0 0,0 0-224 16,0 0-64 0,-1 1 0-16,1 2 0 0,-2 1-64 0,1 0-32 15,0 0 0-15,1 2 0 0,0-1-128 0,1 2-32 0,2-2 0 0,-1 0 0 0,2 1-176 0,-1 1-32 16,3-2-16-16,0 0 0 15,1-1-160-15,1 0 0 0,1 1 0 0,1-4 0 0,1 1 0 0,1-1 0 16,2-1 0 0,1 0 0-16,-5-2 0 0,0 0 0 0,0 0 0 15,0 0 0-15,42 2 0 0,-42-2 0 16,0 0 0-16,38 8 0 0,-38-8 192 0,0 0-64 0,0 0 0 0,48 18 0 0,-48-18-128 0,0 0 0 0,0 0 0 0,37 25 0 16,-37-25 0-1,0 0 0-15,0 0 0 0,0 0 0 0,15 35 0 0,-16-28 0 0,-1-2 0 0,-2 0 0 31,-1 2 0-31,-1-3 0 0,-1 2 0 0,-1-1 0 16,-1 1 224-16,-1-1-32 0,-1-1-16 0,-1 1 0 16,1 0-176-16,0-3 128 0,0 3-128 0,1-4 128 15,1 1-128-15,1 0 0 0,2-2 0 0,0-2 0 16,1 0-544-16,3-1-96 0,1-1 0 0,1-2-9728 16,1-1-1952-16</inkml:trace>
  <inkml:trace contextRef="#ctx0" brushRef="#br0" timeOffset="-162149.02">14608 10272 6831 0,'0'0'304'0,"0"-2"64"0,1 2-368 0,-1 0 0 0,1 0 0 0,-1 0 0 16,0-1 1920-16,1 1 320 0,2 0 64 0,0-1 32 16,0 1-96-16,1 1-32 0,-4-1 0 0,0 0 0 15,0 0-320-15,0 0-64 0,0 0-16 0,0 0 0 16,41 27-432-16,-41-27-96 0,0 0 0 0,22 34-16 15,-22-34-416-15,0 0-80 0,18 42 0 0,-18-42-16 0,11 36-240 0,-11-36-64 16,10 43 0-16,-10-43 0 0,10 45-240 0,-10-45-48 16,4 41-16-16,-4-41 0 0,0 37-144 15,-3-21 0-15,-2 1 0 0,-2-3 128 0,1-2-128 0,-2-2 0 16,-2 0 0-16,0-1 0 0,0-2 0 0,-1 2 0 16,-1-5 0-16,-1 2 0 15,2-4-1088-15,-1 0-256 0</inkml:trace>
  <inkml:trace contextRef="#ctx0" brushRef="#br0" timeOffset="-161136.85">14953 10187 8287 0,'-1'0'736'0,"1"0"-592"16,0 0-144-16,0 0 0 0,0 0 896 0,0 1 160 0,1-1 32 0,-1 2 0 15,2-2 208-15,-2 2 48 0,3-2 16 0,1 0 0 16,0 0-64-16,0 1-16 0,2-1 0 0,-1 0 0 16,-5 0-240-16,0 0-48 0,0 0-16 0,31-1 0 15,-31 1-48-15,0 0-16 0,0 0 0 0,36-2 0 16,-36 2-272-16,0 0-64 0,0 0-16 0,35-3 0 0,-28 1-304 0,-1 0-48 16,0 1-16-16,-1-1 0 0,-2 0-64 0,1 0 0 15,-1 1-128-15,-2 1 192 0,0 0 80 0,-1 0 16 16,0 0 0-16,-1 0 0 0,-1 1 32 0,1 1 0 15,-1-1 0-15,-1 0 0 0,1 2 0 0,1 1 0 16,-1-1 0-16,0 1 0 0,0-1-192 0,0 2-128 16,1-2 144-16,0 1-144 0,1 0 0 0,0 1 128 15,0 0-128-15,1 0 0 0,0 1 0 0,0 2 128 16,-1-8-128-16,0 0 0 0,0 0 176 0,10 38-176 0,-10-38 192 0,9 28-192 16,-9-28 256-16,6 36-64 0,-6-36-16 15,7 40 0-15,-7-40 96 0,6 42 32 0,-6-42 0 0,5 44 0 16,-3-23-16-16,-1 2 0 0,0 1 0 0,0 0 0 15,1-2-128-15,-3-1-32 0,0-2 0 0,0-3 0 16,-1 0 0-16,-1-3 0 16,-1 0 0-16,0-3 0 0,-1 2 112 0,-2-5 16 0,1 0 0 0,-2-2 0 15,0 0-128-15,-1-3 0 0,-1 3-128 0,-2-3 192 16,-2-1-192-16,0 1 128 0,-2-2-128 0,0 2 0 16,0-2 0-16,-2 2 0 0,-4 1 0 15,-2 2 0-15,-2-1-176 0,-2 1-128 0,-1 2-16 0,-2 1-17584 16</inkml:trace>
  <inkml:trace contextRef="#ctx0" brushRef="#br0" timeOffset="-160131.02">11848 10269 9215 0,'0'-1'816'0,"0"-1"-656"0,0 2-160 0,0 0 0 16,0 0 1184-16,-1 0 208 16,0 0 32-16,-1-2 16 0,0 1 416 0,-1 1 64 15,2-2 32-15,-3 1 0 0,1 1-384 0,-1 0-80 0,2-2-16 0,-1 2 0 16,-1-1-336-16,1 0-80 16,0 1-16-16,-1-2 0 0,0 0-448 0,-1 1-80 0,1-3-32 0,-2 3 0 0,2-1-240 0,-2 0-48 15,0-1-16-15,-1 1 0 0,1-1 0 0,-1 3 0 31,0-2 0-31,-1 0 0 0,1 2 32 0,0-2 16 16,1 0 0-16,0 1 0 0,1 1 64 0,0 0 16 0,1 0 0 0,1-2 0 0,0 2-96 0,1 0-16 16,1 0 0-16,0 0 0 0,0 0-192 0,1 0 176 31,0 0-176-31,1 0 160 0,0 0-160 0,1 0 0 16,-1-2 144-16,0 2-144 0,1 0 0 0,-1 0 0 15,0 2 0-15,-1-2 128 0,1 2-128 0,0-1 0 0,-1 3 0 0,0-2 0 16,0 1 0-16,-1 2 0 0,0 1 0 0,1-1 0 15,-1 2 0-15,1 1 0 0,-1-1 0 0,1 4 0 16,1 1 0-16,-1 2 0 0,0 0 0 0,1 3 0 16,-1 0 0-16,0 2 0 0,0 0 0 0,1 2 0 15,-1 1 0-15,0 3 0 0,0-1 0 0,0 0-128 16,0-3 128-16,-1 3 0 0,1 2-144 0,-1 0 144 16,-1-2-224-16,0 0 32 0,-1 0 0 0,-1-1 0 15,2-3-96-15,-1-2-16 0,0-1 0 0,0-1 0 16,0-1 144-16,1-1 32 0,0 0 0 0,-1-1 0 15,2 1 128-15,-1-2 0 0,1-1 0 0,1 1 0 16,0-1 0-16,1-3 0 0,1 1 0 0,-2-9 0 0,0 0 0 0,0 0 0 16,18 33 0-16,-18-33 0 0,0 0 128 15,0 0 0-15,0 0 0 0,42 33 0 0,-42-33 320 0,0 0 80 16,0 0 16-16,40 24 0 0,-40-24-160 0,0 0-48 16,0 0 0-16,40 19 0 0,-40-19-192 0,0 0-144 15,0 0 192-15,41 14-11392 16,-41-14-2288-16</inkml:trace>
  <inkml:trace contextRef="#ctx0" brushRef="#br0" timeOffset="-157569.47">15428 10408 3679 0,'0'0'320'0,"0"0"-320"0,0 0 0 0,0 0 0 16,0 0 992-16,0 0 128 0,1 0 32 0,0 0 0 16,2 0 768-16,0 0 176 0,1 1 16 0,1-1 16 15,2-1-496-15,0 1-96 0,-7 0-32 0,0 0 0 16,33-2-288-16,-33 2-64 0,26-1-16 0,-26 1 0 15,27-4-240-15,-27 4-32 0,0 0-16 0,39-3 0 16,-39 3-384-16,25-4-80 0,-25 4 0 0,23-5-16 16,-11 2-368-16,-1 1 0 0,-1 0 0 0,-1-1 0 15,0 1-912-15,-2 0-160 0,-1 1-16 0,-2 2-10816 16</inkml:trace>
  <inkml:trace contextRef="#ctx0" brushRef="#br0" timeOffset="-157346.64">15529 10525 12895 0,'-1'0'576'0,"1"0"112"0,1 0-560 0,-1-1-128 16,1 1 0-16,-1 0 0 0,1 0 1712 0,1 0 304 16,2 1 64-16,1 0 16 0,-5-1-48 0,0 0-16 0,0 0 0 0,0 0 0 15,39 5-768-15,-29-5-160 16,-10 0-16-16,0 0-16 0,32 0-688 0,-32 0-144 0,0 0-32 0,35-5 0 31,-35 5-608-31,0 0-128 0,31-2-32 0,-22 2-13264 0</inkml:trace>
  <inkml:trace contextRef="#ctx0" brushRef="#br0" timeOffset="-153772.2">16041 10223 8287 0,'0'0'736'0,"0"-2"-592"0,1 2-144 16,-1 0 0-16,0 0 576 0,0-1 64 0,0 1 32 0,1 0 0 15,-1-2 272-15,0 2 48 0,1 0 16 0,-1 0 0 16,-1 0-16-16,1 2 0 0,-1 1 0 0,0 0 0 15,1 2-240-15,-1 1-48 0,-1 3-16 0,0 3 0 16,0 2 96-16,1 4 32 0,-1 5 0 0,-1 5 0 0,3 1 16 16,-2 4 0-16,0 0 0 0,1 0 0 0,0-2-368 15,1 0-64-15,2-2-16 0,0-1 0 0,0-4-384 0,-2-24 128 0,3 35-128 0,-3-35 0 32,0 0-704-32,0 0-208 0</inkml:trace>
  <inkml:trace contextRef="#ctx0" brushRef="#br0" timeOffset="-153415.58">16033 10244 10127 0,'-4'-2'448'0,"2"-1"96"0,0 1-544 15,0 2 0-15,2-2 0 0,0 2 0 16,0 0 1520-16,-1-1 192 15,0 1 32-15,1-2 16 0,0 1 160 0,2-2 48 16,1 0 0-16,1-1 0 0,2 1-496 0,1-2-112 16,2 0-16-16,0-1 0 0,1 0-528 0,0 2-112 15,2-1-32-15,0 3 0 0,1-1-240 0,-13 3-48 16,0 0-16-16,37 5 0 0,-37-5-192 0,0 0-48 16,0 0 0-16,38 38 0 0,-38-38-128 0,0 0 0 15,13 43 0-15,-13-29 0 0,-2 2 0 0,-2-1 0 16,-2-1 0-16,-1-2-176 0,-1-2-16 0,-2 1 0 0,0-1 0 0,-2-3 0 15,1 2-64-15,-1-3 0 0,0 0-16 0,1-1 0 16,0-3 144-16,0 1 128 0,0-1-192 0,2-2 192 31,1 0-688-31,-1-1-16 0,4 0-16 0,-1 1 0 16,3-3-1072-16,1 1-224 0</inkml:trace>
  <inkml:trace contextRef="#ctx0" brushRef="#br0" timeOffset="-153052.91">16537 10235 11967 0,'1'-3'528'0,"-1"1"112"0,0 0-512 0,-1-1-128 16,0 3 0-16,0 0 0 0,-1-2 1344 0,0 2 256 16,-2 0 32-16,-1 0 16 0,-2 0 160 0,0 3 48 15,-1 2 0-15,-3 1 0 0,0 3-720 0,0 3-144 16,-1 3-32-16,1 4 0 0,0 0-448 0,1 4-80 15,-1 3-32-15,3 0 0 0,1 3-112 0,1-3-32 16,2-3 0-16,3 3 0 0,1-2 112 0,1-2 16 0,-1-22 0 0,12 38 0 16,-12-38-176-16,0 0-16 0,29 35-16 0,-29-35 0 15,0 0-320-15,0 0-64 0,47 17-16 0,-47-17-13968 16</inkml:trace>
  <inkml:trace contextRef="#ctx0" brushRef="#br0" timeOffset="-152092.04">16797 10292 2751 0,'2'0'256'16,"-2"-2"-256"-16,0 1 0 0,0 1 0 16,0 0 624-16,0-2 80 0,1 2 0 0,-1-3 16 15,1 1 304-15,1-2 48 0,-1 1 16 0,0-2 0 0,1 3 320 0,-1-2 80 16,-1 1 16-16,1 2 0 15,1-1-80-15,-1 0-16 0,0 0 0 0,0-1 0 0,0 1-64 0,0 2-32 16,-1-3 0-16,1 3 0 0,-1-2-256 0,0 2-48 16,0 0-16-16,-1-1 0 0,0 1-208 0,1 0-32 15,-1-1-16-15,-1 1 0 0,1 0-240 0,-1-2-48 16,1 1-16-16,-1 1 0 0,-1 0-64 0,-1-2-16 16,0 2 0-16,-1 0 0 0,-1 2-48 0,0-2-16 15,-2 1 0-15,0 1 0 0,0-1-112 0,-2 2-32 16,0 0 0-16,1-1 0 0,-1 3 0 0,1-1 0 15,0 0 0-15,1 1 0 0,0 1-16 0,1-1 0 16,0 0 0-16,2 2 0 0,0-1-128 0,2 0 0 16,0 0 144-16,0-1-144 0,1 0 0 0,1-3 0 0,1 1 0 15,1 0 0-15,0 1 0 0,2-3 0 16,1 0 0-16,0-1 128 0,-4 0-128 0,0 0 0 0,0 0 0 0,0 0 0 16,0 0 128-16,41 5 16 0,-41-5 0 0,0 0 0 15,0 0-144-15,0 0 0 0,43 5 144 0,-43-5-144 16,0 0 0-16,0 0 0 0,37 5 0 0,-37-5 0 15,0 0 0-15,0 0 0 0,0 0 0 0,0 0 0 16,42 18 0-16,-37-14 0 0,-1 0 0 0,-1 0 0 16,-1-1 0-16,1-1 0 0,-1 1 0 0,-2 2 0 0,0 0 0 0,-2-1 0 15,-1 1 0-15,-1 1 0 0,-2-1 0 0,0 0 0 16,-3 2 0-16,0-2 0 0,1-1 0 0,-3 1 0 16,0 0 0-16,-3-1-128 0,1 2 128 0,1-2-208 15,0-2 80-15,1 1 128 0,2-1-192 0,1-2 192 0,1 0-192 16,1-2 192-16,0 2-192 15,1-3 192-15,2 1-160 0,1 0 160 16,1-2-1408-16,1-1-192 0,2 2-48 0,1-2-12576 0</inkml:trace>
  <inkml:trace contextRef="#ctx0" brushRef="#br0" timeOffset="-151595.73">17031 10268 9215 0,'-1'1'400'0,"0"-1"96"16,0 1-496-16,1-1 0 0,0 0 0 0,0 0 0 15,0 0 1392-15,1 2 176 0,0-2 32 0,1 1 16 0,2 1 272 0,0-2 48 16,3-2 16-16,-1 1 0 0,3-1-352 0,-1 0-80 15,1 0-16-15,1-1 0 0,-10 3-432 0,22-5-96 16,-10 3-16-16,0-2 0 16,1 1-336-16,-1 0-80 0,-12 3-16 0,25-4 0 0,-13 1-336 0,-2 1-64 15,-10 2 0-15,0 0-128 0,28-5 0 0,-21 4 0 16,1 1 0-16,-3 0 0 0,1 0 0 0,-1 1 0 16,-2-1 0-16,0 0 0 0,0 0 0 0,-1 0 0 15,0 0-160-15,-2 0 160 16,0 0-768-16,0 0-96 0,-1 0-16 0,0 0 0 15,-1 0-880-15,0 0-176 0,-1 0-48 0,0 2-9232 0</inkml:trace>
  <inkml:trace contextRef="#ctx0" brushRef="#br0" timeOffset="-151044.2">17113 10275 1839 0,'-1'-2'160'0,"1"1"-160"0,0-1 0 16,0 2 0-16,0 0 928 0,0 0 160 15,0 0 16-15,0-1 16 0,1 1 544 0,0 0 96 0,-1 0 32 0,1 1 0 0,0-1-256 0,1 2-32 16,-1 1-16-16,0 0 0 0,0 1-528 0,0 1-128 16,-1 0 0-16,1 1-16 15,-2 2-480-15,1-1-80 0,-1 2-32 0,0 3 0 0,0 0 112 0,0 2 32 16,0 3 0-16,-1 0 0 0,1 1 16 0,0 4 16 0,0-1 0 15,-1-3 0-15,2-3-80 0,-1 0 0 0,0 4-16 16,1-3 0-16,0 0-304 0,0-3 0 0,1-2 0 0,0-1 0 16,-1-10 0-16,0 0 0 0,0 0 0 0,0 0 0 31,0 0-928-31,7 28-96 0,-5-28 0 0,0-1-9104 0</inkml:trace>
  <inkml:trace contextRef="#ctx0" brushRef="#br0" timeOffset="-150822.47">17117 10460 2751 0,'-1'-2'256'16,"0"2"-256"-1,1 0 0-15,0-2 0 0,0 2 1216 0,0 0 208 16,0 0 48-16,0-1 0 0,1-2 960 0,1 1 192 0,2 0 32 0,1-2 16 0,0 1-432 0,2 0-64 16,1-1-32-16,1-1 0 0,1 0-864 0,2 1-192 31,-1-1-16-31,1 2-16 0,0-1-560 0,-2 1-112 0,-10 3-32 0,0 0 0 0,32-4-352 0,-32 4 128 31,0 0-128-31,0 0 0 0,34 0 0 0,-34 0 0 16,0 0 0-16,0 0-192 15,0 0-992-15,34-1-208 0</inkml:trace>
  <inkml:trace contextRef="#ctx0" brushRef="#br0" timeOffset="-150554.3">17459 10256 11055 0,'0'-4'480'0,"1"1"112"0,1 1-464 0,0 1-128 0,-1-1 0 0,1 2 0 16,0 0 1504-16,1-1 288 0,2 0 48 0,2-2 16 16,1 1 112-16,-8 2 16 0,0 0 16 0,0 0 0 0,41 9-320 0,-41-9-64 15,0 0-16-15,33 26 0 0,-33-26-704 16,0 0-128-16,32 38-48 0,-32-38 0 15,0 0-240-15,24 38-48 0,-24-38-16 0,0 0 0 0,18 44-96 0,-18-44-32 16,0 0 0-16,7 42 0 0,-8-28-144 0,-1-2-16 16,-2 0-128-16,0 0 192 0,-1-3-192 0,-1 1 0 15,0-1 128-15,-2-1-128 0,-1-2 0 0,1-1-208 16,-1 0 32-16,0-4-15824 0</inkml:trace>
  <inkml:trace contextRef="#ctx0" brushRef="#br0" timeOffset="-149921.48">17898 10382 7359 0,'-1'2'656'0,"0"-2"-528"16,1 0-128-16,1 0 0 15,0 0 832-15,0-2 144 0,1 2 32 0,1-2 0 0,1 1 656 0,4-1 144 16,0-3 32-16,2 3 0 0,-10 2 16 0,26-8 0 15,-26 8 0-15,29-4 0 0,-29 4-608 0,32-2-112 16,-32 2-32-16,33 0 0 0,-33 0-640 0,0 0-128 16,48 6-16-16,-48-6-16 0,0 0-304 0,38 5 0 15,-38-5-176-15,0 0 176 16,0 0-1728-16,39-2-224 0</inkml:trace>
  <inkml:trace contextRef="#ctx0" brushRef="#br0" timeOffset="-149704.06">18110 10280 3679 0,'-1'-3'320'0,"1"-2"-320"15,0 3 0-15,0 2 0 0,1 0 1168 0,-1-1 176 16,0 0 16-16,0-3 16 0,0 1 944 0,1 2 192 16,-1 2 48-16,0 4 0 0,0 4-48 0,-1 3 0 15,0 2 0-15,0 5 0 0,0 2-1216 0,0 0-240 16,0 2-48-16,0 0-16 0,1-1-608 0,0 0-112 15,0-22-16-15,5 39-16 16,-5-39-576-16,8 31-112 0</inkml:trace>
  <inkml:trace contextRef="#ctx0" brushRef="#br0" timeOffset="-149274.5">18569 10157 11055 0,'-1'-3'480'0,"0"3"112"0,1-2-464 0,0 0-128 16,0 1 0-16,0 1 0 0,1 0 1200 0,-1 0 208 16,1 0 64-16,-1 0 0 0,1 3 464 0,0 1 112 15,-1 2 0-15,0 2 16 0,0-8-288 0,1 30-64 0,-1-30-16 0,1 43 0 16,0-17-928-16,0 0-176 15,-1 1-32-15,0-1-16 0,0 0-336 0,0 0-64 0,-1-2-16 0,0-2 0 16,0-3-128-16,1-19 0 0,-1 37 0 0,1-37 0 16,0 29-368-16,0-29 48 0,0 0 16 0,2 26 0 31,-2-26-1552-31,0 0-320 0,0 0-64 0,0 0-9312 0</inkml:trace>
  <inkml:trace contextRef="#ctx0" brushRef="#br0" timeOffset="-148962.42">18522 10206 10127 0,'-1'0'448'0,"0"0"96"16,1 0-544-16,0 0 0 0,0 0 0 0,0 0 0 0,1 0 1232 0,0 0 144 0,1 0 32 0,1 0 0 31,1-1-224-31,1 0-32 0,1-1-16 0,0-1 0 0,3-2-80 0,-1 3-16 16,1-3 0-16,1 0 0 15,1 1-256-15,-1-1-48 0,1 2-16 0,0 1 0 16,-1 1 48-16,-10 1 0 0,0 0 0 0,0 0 0 16,46 20-128-16,-46-20-32 0,0 0 0 0,27 31 0 0,-27-31-240 0,0 0-48 15,14 42-16-15,-14-42 0 0,-1 27-176 16,-2-16-128-16,-2-1 144 0,0 0-144 0,-2-1 176 0,-1-2-176 16,0 0 192-16,-1-3-192 0,0 0 208 0,-1 0-64 15,-1 1-16-15,-2-4 0 0,1 0 32 0,-1-1 0 16,-1 0 0-16,1 0 0 0,0-2-32 0,1 2-128 15,0-2 192-15,3-1-64 0,2 1-128 0,1-1-192 16,2 3 32-16,1-2 16 16,2 2-1360-16,1 2-272 0,2-1-48 0,0 1-11104 0</inkml:trace>
  <inkml:trace contextRef="#ctx0" brushRef="#br0" timeOffset="-148614.08">18990 10185 9215 0,'-1'-5'400'0,"0"3"96"15,0-1-496-15,0 1 0 0,1 0 0 0,-1 2 0 16,-1 0 1536-16,0 0 192 0,-1 0 64 0,-3 0 0 0,-1 2 128 0,-2 0 48 16,0 3 0-16,-1 2 0 0,1-1-448 0,-1 3-96 15,1 0-16-15,1 3 0 0,-1 2-272 0,2 3-64 16,0-1-16-16,1 3 0 0,1 0-304 0,1 1-64 16,1 0-16-16,1 0 0 0,2-20-256 0,-1 41-48 15,1-41-16-15,4 39 0 0,-4-39-192 0,8 33-32 16,-8-33-128-16,0 0 192 0,23 38-192 0,-23-38 0 15,0 0-144-15,0 0-10416 16,41 27-2064-16</inkml:trace>
  <inkml:trace contextRef="#ctx0" brushRef="#br0" timeOffset="-148352.52">19103 10244 4607 0,'-2'0'400'0,"0"0"-400"0,2 0 0 0,0 2 0 15,0-1 1792-15,0 1 288 0,1-2 48 0,0 3 16 16,1 1 640-16,-2-4 128 0,0 0 32 0,0 0 0 16,0 0-1248-16,0 0-240 0,41 21-48 0,-41-21-16 0,0 0-816 0,39-5-144 15,-39 5-48-15,29-8 0 0,-13 2-384 0,0 2-192 16,0-3 0-16,-2 3 16 16,-1 0-304-16,-13 4-64 0,22-7-16 0,-22 7 0 15,14-6-432-15,-10 5-96 0,-1-1 0 0,-2 2-16 16,-1 0-544-16,-3 0-96 0</inkml:trace>
  <inkml:trace contextRef="#ctx0" brushRef="#br0" timeOffset="-148187.74">19216 10237 3679 0,'-3'0'160'0,"1"0"32"16,1 0-192-16,0 0 0 0,0 0 0 0,1 0 0 0,-1 2 1616 0,0 1 288 0,-1-1 48 0,-1 5 16 16,0 2 1040-16,0 3 224 0,0 3 32 0,0-1 16 15,0 1-1168-15,1 2-224 0,-1-1-48 0,0 1-16 16,1 1-768-16,-1-4-160 0,1 3-16 0,2-2-16 15,-1-2-608-15,0 0-128 0,1-13-128 0,1 23 176 16,-1-23-368-16,0 0-64 0,0 0 0 0,5 28-16 16,-5-28-2128-16,0 0-416 0,0 0-96 0,0 0-8224 15</inkml:trace>
  <inkml:trace contextRef="#ctx0" brushRef="#br0" timeOffset="-148013.78">19165 10443 2751 0,'-2'-4'256'0,"1"1"-256"0,1 3 0 0,0-1 0 16,1 1 1424-16,-1-1 240 0,0 1 64 0,1-4 0 16,0 0 896-16,1 1 176 0,1-2 32 0,1 2 16 0,1-2-592 0,1 3-112 15,3-3-32-15,-1 2 0 0,-8 3-880 0,21-6-176 16,-21 6-32-16,25-9-16 0,-25 9-640 0,26-6-128 16,-26 6-32-16,25-7 0 15,-25 7-656-15,24-6-128 0,-24 6-16 0,0 0-8304 0,27-4-1648 16</inkml:trace>
  <inkml:trace contextRef="#ctx0" brushRef="#br0" timeOffset="-147475.89">19678 10232 4607 0,'0'-1'400'0,"0"0"-400"16,1 1 0-16,-1 0 0 0,0 0 1536 0,0 0 208 15,0 0 48-15,0 0 16 0,0 1-256 0,0-1-48 16,-1 0-16-16,-1 1 0 0,-1-1-112 0,0 2-32 0,-1-2 0 0,-1 1 0 16,0 1-160-16,-3-2-32 0,2 0-16 0,-3 2 0 15,1-1-48-15,-1 2-16 0,-1 0 0 0,-1 0 0 16,0 0-128-16,1 1-32 0,-1 0 0 0,2 0 0 16,0 2-288-16,2-1-64 0,0 0-16 0,2-1 0 15,1 1-224-15,2 0-32 0,0-1-16 0,2-1 0 16,2 2-272-16,-2-5 0 0,0 0 0 0,0 0 0 15,0 0 0-15,0 0 0 0,39 21 0 0,-39-21 0 16,0 0 176-16,40 17 16 0,-40-17 16 0,0 0 0 16,47 24 16-16,-47-24 0 0,0 0 0 0,39 28 0 0,-39-28-224 0,0 0 128 15,0 0-128-15,33 31 0 0,-33-31 128 0,0 0-128 16,0 0 0-16,0 0 0 16,0 0 240-16,0 0-48 0,0 0-16 0,0 0 0 0,0 0 48 15,1 29 16-15,-9-29 0 0,1 0 0 0,-2 2-240 0,-2-4 144 16,1 2-144-16,-1-1 128 0,1 1-256 0,0 0-64 15,0 0-16-15,1 0 0 16,2 0-1584-16,0 0-320 0,3-2-64 0,0 2-12640 0</inkml:trace>
  <inkml:trace contextRef="#ctx0" brushRef="#br0" timeOffset="-147158.02">19910 10158 9215 0,'2'-2'400'0,"0"0"96"16,0 2-496-16,0-2 0 0,-1 2 0 0,0-2 0 16,2 2 1616-16,0 0 240 0,2-1 32 0,-5 1 16 15,0 0 464-15,0 0 112 0,35 8 16 0,-35-8 0 0,0 0-656 0,0 0-128 16,39 40-32-16,-39-40 0 0,17 35-400 0,-17-35-64 15,14 43-32-15,-14-43 0 0,8 49-384 0,-8-49-80 16,4 48-16-16,-4-48 0 0,-4 48-320 0,0-27-64 16,-1 0 0-16,-2-1-16 0,-1-2-304 0,-1-4 0 15,-2 0 0-15,0-1 0 0,-2-2 0 16,1 0-256-16,-1-2 64 0,-2-2-16960 0</inkml:trace>
  <inkml:trace contextRef="#ctx0" brushRef="#br0" timeOffset="-145429.62">20210 10320 6447 0,'-2'-2'576'0,"0"-1"-576"15,2 1 0-15,0 2 0 0,0 0 672 0,1 0 32 16,0-2 0-16,1 1 0 0,1-1 960 0,2 1 192 16,0 0 32-16,-5 1 16 0,0 0 400 0,26-8 64 15,-26 8 32-15,0 0 0 0,37-6-432 0,-37 6-96 16,30-8-16-16,-30 8 0 0,33-7-944 0,-33 7-192 15,36-7-32-15,-36 7-16 0,34-7-400 0,-34 7-80 16,29-6 0-16,-29 6-16 0,0 0-176 0,27-3 0 16,-27 3-160-16,0 0 160 15,0 0-1216-15,0 0-160 0,0 0-32 0,0 0-12256 0</inkml:trace>
  <inkml:trace contextRef="#ctx0" brushRef="#br0" timeOffset="-145262.09">20246 10424 16575 0,'4'0'736'0,"-1"-1"160"0,-3 1-720 0,0 0-176 0,0 0 0 0,0 0 0 15,0 0 1984-15,0 0 352 0,35-5 80 0,-35 5 16 16,33-5-256-16,-33 5-32 0,43-7-16 0,-43 7 0 16,43-6-1232-16,-43 6-256 0,38-4-64 0,-38 4-15808 15</inkml:trace>
</inkml:ink>
</file>

<file path=ppt/ink/ink6.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9:18:01.79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C00000"/>
    </inkml:brush>
  </inkml:definitions>
  <inkml:trace contextRef="#ctx0" brushRef="#br0">16682 10688 4031 0,'0'-3'0'0,"0"3"176"0,0 0-48 0,0-2 0 0,0 1-128 0,0 1 0 0,0-1 0 0,1 1 0 16,-1 0 800-16,2 0 144 0,-1 1 16 0,2 0 48 15,-1 1-32-15,0 1 0 0,0 1 0 0,1-2 32 16,1 3-304-16,-1-1-48 0,2-1-16 0,-5-3 32 15,0 0-192-15,0 0-32 0,0 0-16 0,0 0 16 16,47 14 64-16,-47-14 0 0,0 0 0 0,43 1 16 0,-43-1-16 0,39-1 0 16,-39 1 0-16,51-2 48 0,-51 2 128 15,58-2 16-15,-58 2 16 0,65-2 32 0,-65 2 48 16,63-2 16-16,-63 2 0 0,55-5 16 0,-55 5-224 16,55-5-48-16,-55 5-16 0,48-8 32 0,-48 8-256 0,46-9-64 15,-21 3 0-15,-2-2 32 0,1-1 32 0,-1-1 16 16,-1-2 0-16,-1 0 32 0,-3 2-32 0,1-3 0 0,-2 0 0 15,-1 0 32-15,0 0-240 0,-2-2-128 0,1 0 160 0,0-2-32 16,-1-2-128-16,-2 1 0 0,0 0 0 16,-2-2 0-16,0 2 0 0,-3-3 0 0,-1 0 0 15,-2-1 0-15,-2 1 0 0,-2-2 0 16,-3-3 0-16,-3 0 0 0,0 2 0 0,-4-4 0 0,-3-1 0 0,-1-2 0 16,-5 3 0-16,1-4 0 15,-2 4 0-15,-1 0 0 0,-2 2 0 0,-1 0 0 16,-2 0 0-16,-1 2 0 0,2 3-272 0,1 5-32 15,0 3 0-15,0 3 0 0,0 4 96 0,-1-1 16 0,-1 2 0 0,-1 0 0 0,0 2 192 16,0 0 0-16,-1 0 192 0,-2 1-192 16,-2 1 128-16,-1-1-128 0,1 1 0 0,-3 1 0 15,0 1 0-15,-3 1 128 0,0-1-128 0,-1 0 0 16,2 2 128-16,1-2-128 0,0 2 0 0,4 3 0 0,2 1 0 0,2 4 160 16,4 1-160-16,3 4 128 0,2 4 80 0,4 3 16 15,1 1 0-15,3 3 0 0,1 8-16 0,3 6 0 16,1 6 0-16,3 1 0 0,2-2-208 0,3 4 176 15,1 3-176-15,4 1 160 0,2-4-160 0,2-1 0 16,4-3 0-16,3-6 0 0,-18-40 0 0,42 59 0 16,-42-59 0-16,52 33 0 0,-52-33 0 15,54 19 0-15,-54-19 0 0,52 7 0 16,-52-7 0-16,53-2 0 0,-26-1 0 0,-2-4 0 16,-4 2-656-16,3-4-16 0,1 0 0 0,1-1-12352 0</inkml:trace>
  <inkml:trace contextRef="#ctx0" brushRef="#br0" timeOffset="1611.06">19398 10009 2751 0,'1'-2'256'0,"0"-1"-256"16,0 1 0-16,-1 1 0 16,0 0 608-16,0-1 80 0,0-1 16 0,-1-2 0 0,1-1 160 0,0 0 32 15,0-2 16-15,-2 1 0 0,0 1 96 0,0-1 16 0,-1 2 0 0,1-2 0 16,-1 3-32-16,-2-1 0 0,0 0 0 0,1 0 0 15,-3 1-224-15,1 1-64 16,-3 2 0-16,-1 0 0 0,0-1-352 0,-1 2-80 0,-2 0-16 0,-1 2 0 16,0-2-32-16,0 2-16 0,-1 0 0 0,1 1 0 15,0 2 64-15,0-3 16 0,0 3 0 0,2 2 0 16,2-3 160-16,-1 2 48 0,1 1 0 0,1 2 0 16,1 1 32-16,-2 1 16 0,1 2 0 0,0 4 0 15,-1 1-256-15,0 3-48 0,1 3-16 16,-1 0 0-16,1 4-32 0,0 0 0 0,2 3 0 0,-1 0 0 15,1 2 16-15,-1 0 0 0,3-2 0 0,-1-2 0 16,1-2-208-16,1-2 144 0,1-3-144 0,2-1 128 0,0-2-128 0,1-19 0 16,3 33 0-1,-3-33 0-15,0 0 0 0,13 38 0 0,-13-38 0 0,0 0 0 0,0 0 384 0,47 35 0 16,-47-35 0-16,0 0 0 0,51 14 336 0,-51-14 64 16,39 5 16-16,-39-5 0 0,47 3-112 0,-47-3-32 15,52 2 0-15,-52-2 0 0,54 0-192 0,-28-2-32 16,-26 2-16-16,53-2 0 0,-27-1-80 0,1 0-16 15,1-1 0-15,1-1 0 0,2-2-128 0,2-1-16 16,1 0-16-16,1-1 0 0,0 0-160 0,-2 0 160 16,-3 0-160-16,-3-2 160 15,0 0-160-15,-1 0 0 0,0-1 0 0,-1 0 0 16,-1 0 0-16,-1 0 0 0,-1-2 0 0,-1 2 0 0,1-2 0 0,-3 0 0 0,1-1 0 0,-2 0 0 16,0-3 0-16,-2-1 0 15,-3 0 0-15,0-2 128 0,-1-1-128 0,-3-1 0 0,-2-1 0 0,-2-2 0 16,-1 0 0-16,-3-3 0 0,-2 1 0 0,-3-3 0 31,-4 1 0-31,-4 2 0 0,-4-1-144 0,-7 2 144 0,-4 4 0 0,-5 3 0 16,-4 6 0-16,-7 5 0 15,-5 6-512-15,-4 3-80 0,-4 6-32 0,2 3 0 16,3 2-464-16,1 1-80 0,0 1-32 0,3 1 0 16,3 2 576-16,3-1 112 0,5 1 32 0,1-2-12768 0</inkml:trace>
  <inkml:trace contextRef="#ctx0" brushRef="#br0" timeOffset="5638.3">17808 10004 2751 0,'9'0'256'0,"-1"0"-256"16,-2-2 0-16,0 2 0 0,0-2 608 0,3 0 80 15,7-1 16-15,12-2 0 0,11-2 736 0,9-2 160 16,8-2 16-16,2-2 16 0,0 0 544 0,3 0 96 16,4-3 32-16,1-1 0 0,1 0-704 0,0 1-144 15,3-1-32-15,1 0 0 0,-3 1-640 0,5-1-128 16,6 0-16-16,1-1-16 0,-1 1-416 0,0-2-80 0,-1 3 0 0,4-3-128 15,4 3 0-15,2-4 0 16,2-1 0-16,-2 1 0 0,1 4 0 0,-4-3 208 16,-2-2-64-16,-1-1-16 0,2 1 192 0,-3 2 16 0,-4 1 16 0,-2 3 0 15,-4-1-352-15,-5 3 0 0,1 1 0 0,-7 1 128 0,-8 2-128 0,0 1 0 16,-2 1 0-16,-3 2-128 16,-4 4-784-16,-5 0-160 0,-6 1-16 0,-32 0-16 15,52 1-752-15,-52-1-160 0,37 1-32 0,-37-1-6912 0</inkml:trace>
  <inkml:trace contextRef="#ctx0" brushRef="#br0" timeOffset="6253.07">20220 9746 5519 0,'0'-2'496'0,"0"2"-496"15,0-2 0-15,0 2 0 0,0 0 864 0,-1 0 80 16,1 0 16-16,0 0 0 0,-2 2-416 0,-1-2-80 15,0 2-16-15,-2 0 0 0,1 1-320 0,-1 0-128 16,0 1 0-16,1-1 0 0,0 1 560 0,1-1 16 0,1 0 0 0,0 0 0 0,1 0-192 0,1-2-16 16,0 1-16-16,2 0 0 0,0-2-352 0,0 0 0 15,1 0 0-15,1 0 0 16,0-2 304-16,0 0-16 0,1-1 0 0,0 2 0 0,0-2 64 0,1 0 16 16,0 0 0-16,0-2 0 0,-1 3-208 0,0 0-32 15,0-1-128-15,-1 1 192 0,0 0-192 0,-1 1 0 16,-2 1 0-16,0 1 0 0,-1 1 0 0,-1-2 0 0,0 3 0 0,-1-1-160 31,-1 0-240-15,0 0-48-16,-1 1-16 0,0 0 0 0,-1 1 176 0,0-2 32 0,-1 0 16 0,1 1 0 15,-2 0 48-15,1 0 16 0,0 0 0 0,0-2 0 16,-1 3 176-16,1-1 0 0,-1-1 160 0,1 1-160 16,-1 1 512-16,1-1 16 0,0 0 0 0,0 0 0 15,1 0-48-15,0-1-16 0,1 1 0 0,0-3 0 16,1 2 192-16,1 0 48 0,0-2 0 0,1 1 0 15,1-1 256-15,2 2 64 0,0-4 16 0,3 1 0 0,1-1-144 0,4 0-48 16,1-3 0-16,4-2 0 0,3-2 208 0,2-1 32 16,4-1 16-16,4-4 0 0,6-2-288 0,4-2-64 15,5 0-16-15,2-4 0 0,-1 2-288 0,0-1-64 16,1 0-16-16,-2-1 0 0,-2 4-368 0,-2 0 0 16,-2 1 0-16,-3 1 128 0,-2 2-272 0,-5 3-48 15,-4 1-16-15,-5 3-14976 16</inkml:trace>
  <inkml:trace contextRef="#ctx0" brushRef="#br0" timeOffset="8433.24">21139 9284 3759 0,'1'-2'336'0,"-1"2"-336"15,0 0 0-15,1 0 0 0,-1 0 640 0,0 0 48 16,0-2 16-16,1 1 16 0,0 1 336 0,-1-2 64 0,1 2 16 16,-1 0 32-16,0 0-48 0,-1 0-16 0,0 2 0 0,0 1 32 15,-1 1-352-15,1 1-64 16,-1 0-16-16,-1 2 32 0,-1 0-400 0,1 3-80 0,-2 1 0 0,0 1 0 15,1 3-112-15,-2 1-16 0,0 0-128 0,-1 1 240 16,2 2-240-16,-2 0 0 0,1-2 0 0,1-1 0 16,0-2 0-16,2-2 0 0,0-1 0 0,2-3 0 15,0-3 0-15,0 0 128 0,2 0-128 0,-1-3 128 16,1-2-128-16,0 0 0 0,1-2 0 0,-1-1 0 16,2-2 224-16,0 1-48 0,1-4-16 0,0 2 32 0,1-4-384 15,0 0-64-15,-1 1-32 0,2-3 32 0,-1 1-64 0,1 1-16 16,0-2 0-16,-1-1 32 0,1 2 304 0,-1-1-160 15,1 0 160-15,0 1-128 16,1 1 128-16,0-2 0 0,1 3 0 0,-1-1 0 0,1 1 0 0,1 2 192 16,-1-1-32-16,0 0-16 0,0 2 304 0,-1 2 48 15,0-1 16-15,-1 2 0 0,0 0-32 0,-2 2 0 16,-2 1 0-16,1 0 0 0,-1 2-64 0,-2 1-16 16,1 4 0-16,-2 0 0 0,0 1 80 0,-1 1 16 15,0 2 0-15,0-1 0 0,-1 1-320 0,0-1-176 16,0 2 192-16,-1 0-192 0,1-3 176 0,0 1-176 15,0-1 160-15,0-1-160 0,2-2 208 0,-1 0-48 0,1 0-16 16,0-3 0-16,0-1-144 0,1-1 0 16,0 1 144-16,0 0-144 0,1-2 0 0,0 0 0 0,1-2 0 0,0 0 0 15,0 1 0-15,1-3-160 0,1 1 16 0,-1-2 0 32,2 0-720-32,0-1-144 0,1-2-16 0,0 1-16 15,0-2 80-15,1-2 0 0,0 0 16 0,0-1 0 16,0 0 400-16,1-1 80 0,-2 1 16 0,1 0 0 0,-1 2 256 0,0 1 48 0,-1-1 16 0,0 1 0 15,-1 2 128-15,-1 2 144 0,0 0-16 0,-1 3-128 16,0 0 848-16,-1 2 64 0,0 2 16 0,-1-2 0 0,0 4 96 16,-1 1 0-16,0 0 16 0,-2 2 0 0,1 0-400 0,-1 1-64 15,0 1-32-15,0 0 0 0,-1 2-544 16,0 0 0-16,1 1 0 0,0 0 0 0,0-1 144 0,0-1-144 16,1 1 0-16,2-3 144 0,-1 1-144 0,2-4 0 15,-1 0 144-15,2-1-144 0,0-1 0 0,1-2 0 16,1-1 0-16,-1-1 0 0,2-1 0 0,0-1 0 15,-1 0-192-15,2 0 64 16,0-2-608-16,0 0-112 0,1 0-32 0,-1 0 0 16,-1 0-448-16,1 1-80 0,1-4-32 0,0 2 0 15,0 0-96-15,1-1 0 0,-1 0-16 0,1-2 0 16,-1 2 144-16,0-1 16 0,0-1 16 0,-1 2 0 0,1-3 960 0,-1 3 192 16,0 0 32-16,-1 0 16 0,-2 2 544 0,0 1 96 0,0 1 32 0,-2-1 0 15,0 3 720-15,-1 1 128 0,0 0 48 16,-1 0 0-16,0 1 80 0,-1 1 32 15,0 1 0-15,0 1 0 0,0-1-256 0,-1 4-48 16,0-1-16-16,-1 2 0 0,1-1-480 0,0 2-112 0,-1 2-16 0,1 0 0 16,1-1-160-16,0 1-32 0,1 1-16 0,1-3 0 15,1 1-240-15,0-1-128 0,-1-9 160 0,0 0-160 0,0 0 0 16,0 0 0-16,0 0 0 0,0 0 0 0,0 0-432 0,37 21 32 16,-31-25 0-16,2-1 0 15,0 0-432-15,-1-1-64 0,2-2-32 0,-2 1 0 16,1 0-16-16,1-3 0 0,-1 1 0 0,0 0 0 15,-1 1 304-15,0-1 48 0,-1 0 16 0,0 0 0 0,-1-1 416 0,0 0 160 16,-2 1 0-16,1-1-144 0,0 3 144 0,-1-2 128 16,-1 3-128-16,-1 2 176 0,0-1 176 0,0 3 32 15,0 0 16-15,-1 2 0 0,0 2 464 0,0 0 96 16,-1 1 0-16,-1 1 16 0,1 4-16 16,0 1-16-16,-2 0 0 0,1 1 0 0,-1 2-240 0,1-2-64 15,0 2 0-15,1-1 0 0,0-1-304 0,1 1-64 0,0-1-16 16,0-3 0-16,2 0-128 0,-1 0-128 0,1-2 144 0,1-3-144 15,1 1-224-15,-1-1-144 0,1-2-16 0,1 0-7488 16,-1-2-1472-16</inkml:trace>
  <inkml:trace contextRef="#ctx0" brushRef="#br0" timeOffset="8687.04">21816 9099 8287 0,'2'-5'368'0,"-1"1"80"0,0 2-448 15,0 1 0-15,-1 1 0 0,0 0 0 0,0 0 1520 16,-1 1 208-16,0 1 64 0,0 0 0 16,-1 2 512-16,-1 4 128 15,-1-1 0-15,0 1 16 0,0 3-1264 0,-2-1-256 0,2 2-48 0,-2 2-16 16,-1 0-608-16,2 2-128 16,-2 0-128-16,2 1 176 0,-2 0-176 0,2 0 0 15,-1-1 0-15,2-1 128 0,1-1-128 0,0 0 0 16,1-2 0-16,0 0 128 0,2-3-128 0,0 0 0 0,0-1 0 0,1-2 0 0,1-2-304 0,0 0-32 15,1-3-16 1,-1-1 0 0,0-1-1376-16,2-1-256 0,-1-1-64 0,0-2-4400 0,-1 3-864 0</inkml:trace>
  <inkml:trace contextRef="#ctx0" brushRef="#br0" timeOffset="8876.49">21705 9253 5519 0,'-4'1'240'0,"2"-1"64"0,-1 2-304 0,1-2 0 0,1 2 0 0,1-2 0 15,0 0 1072-15,-1 1 144 0,1 0 48 0,0 1 0 16,2-1 960-16,1 1 192 0,1-2 32 0,1 0 16 16,2-3-352-16,0 0-64 0,2 0 0 0,0 0-16 0,-1 0-960 0,0-1-192 15,3-1-48-15,-2 0 0 0,1 1-576 0,1-1-128 16,0 0-128-16,0 1 176 16,1 1-960-16,-2-1-192 0,0 3-48 0,-10 1-11104 15</inkml:trace>
  <inkml:trace contextRef="#ctx0" brushRef="#br0" timeOffset="9382.76">21966 9239 5519 0,'1'2'240'0,"-1"-1"64"0,1 1-304 0,-1-2 0 0,0 0 0 0,0 0 0 15,0 0 896-15,0 0 128 0,1 0 32 0,-1 0 0 16,0 0 496-16,1 0 112 0,0-2 0 0,0 1 16 15,-1-1-464-15,0 0-80 0,0 1-32 0,0-1 0 16,0 0-416-16,-1-1-96 0,0 1-16 0,0 0 0 16,-1 1 304-16,-1 1 48 0,0 3 16 0,-1-1 0 15,1 2-48-15,-2 0 0 0,0 5 0 0,0-2 0 16,-1 3-256-16,0 1-48 0,-1 3-16 0,2-1 0 16,-1 1-192-16,1 2-64 0,2-1 0 0,0-3 0 15,2 2-320-15,1-14 0 0,0 0 0 0,0 0 0 0,11 33 0 0,-11-33 0 16,0 0-160-16,0 0 160 15,31-3-848-15,-21-3-64 0,1-2-16 0,0-1 0 16,0-1-304-16,2-1-64 0,-2-1-16 0,-2 0 0 16,1-2-272-1,0 2-48-15,-1 0-16 0,-1 0 0 0,-1 0 816 0,-1 2 144 0,0 1 48 16,-2 2 0-16,1 0 464 0,-2 1 176 0,0 2 0 0,-1 2-144 16,-1 2 400-16,0 0 96 0,-2 2 16 0,0 2 0 15,0 0 1136-15,-2 3 224 0,1 0 64 0,-2 4 0 0,-1-1-336 0,1 0-64 16,-1 2-16-16,0 2 0 0,-1 1-544 0,2-2-128 15,1 3 0-15,0-4-16 0,2-1-304 0,1-2-64 16,0-9-16-16,0 0 0 0,0 0-176 0,0 0-128 16,0 0 192-16,0 0-192 0,0 0 0 0,38 23-176 15,-31-28 0-15,1 1 0 16,1-3-240-16,-1 0-48 0,1 1-16 0,-2-2 0 16,1 0-848-16,3-1-160 0,-2 0-48 0,2-1-9696 0</inkml:trace>
  <inkml:trace contextRef="#ctx0" brushRef="#br0" timeOffset="10293.39">22268 9253 1839 0,'2'-2'160'0,"-1"1"-160"0,1-1 0 0,-2 1 0 16,1 0 1344-16,-1 1 224 0,1-2 48 0,0-3 16 15,2 2 528-15,-1-1 96 0,1-1 32 0,-2 2 0 16,1-1-288-16,-1 0-48 0,0 3-16 0,-1-3 0 16,0 3-928-16,0-1-192 0,-1 0-48 0,0-1 0 15,-1 1-272-15,0 0-64 0,0 1-16 0,-1-1 0 16,1 1-112-16,-2 0-32 0,-1 1 0 0,1 1 0 15,-2 0 128-15,0 1 32 0,-1 3 0 0,1 0 0 16,-1 0-256-16,0 2-48 0,-1 0-128 0,2 2 192 16,-2 2-32-16,2 0-16 0,-1 1 0 0,2-2 0 15,0 1-144-15,1-1 192 0,2 1-192 0,-1-3 192 16,3 1-192-16,0-2 160 0,2-2-160 0,0-2 160 0,3-1-160 16,0 0 0-16,0-2 0 0,2-2 0 0,0-1-128 15,2-1 128-15,-2 1-160 0,2-2 160 0,-1 0 0 0,-1-1 0 16,1 0-128-16,-2 0 128 0,0-2 0 0,-1 2-192 15,0 0 192-15,-2 2-192 0,0-1 16 16,-1 0 16-16,0 1 0 0,0 1 0 0,-1-1 160 0,-1 1 0 16,1 1 0-16,0 2-128 0,-1-2 128 0,0 2 0 15,0-2 0-15,0 2 0 0,0 2 0 0,0 0 128 16,0-1-128-16,-1 3 128 0,1 0 192 0,-1 1 32 16,-1 0 16-16,1 2 0 0,-1 2 336 0,1-2 80 15,0 1 16-15,0 1 0 0,2-2-256 0,0 1-48 16,-1-8-16-16,0 0 0 0,0 0-320 0,0 0-160 15,0 0 160-15,0 0-160 0,37 25 0 0,-28-27 0 16,-1-1 0-16,1-1 0 16,1-3-448-16,0 2-16 0,0-5-16 0,2 1 0 15,0-3-720-15,-1 0-144 0,2-2-16 0,-1 0-16 16,1-1-160-16,0-1-16 0,0 2-16 0,-1 0 0 0,0-3 1040 0,-1 1 208 0,-1 1 32 0,-1 1 16 16,0-3 272-16,0-1 0 0,0 1 128 0,0-2-128 15,1-2 320-15,1-1-16 0,-1 1-16 0,0 0 0 16,0-1 672-16,-1 6 144 0,0 1 32 15,-3 2 0-15,-1 5-128 0,-1 1-32 0,-3 4 0 0,-1 3 0 16,0 1 112-16,-3 4 0 0,-2 3 16 0,-1 2 0 16,-2 4-224-16,-2 4-48 0,-1 2-16 0,0 3 0 15,0 0-448-15,-2 3-96 0,0 2-16 0,-1 1 0 16,2 1-112-16,0-4-16 0,1-1-128 0,2-3 192 16,2-1-192-16,1-3 176 0,2 1-176 0,3-5 160 15,0-2-160-15,1-3 0 0,0-9 0 0,0 0 0 0,0 0 0 0,0 0 0 16,0 0 0-16,23 38 0 0,-19-37-208 0,3 1 16 15,-1-2 16-15,2 0 0 16,-2-2-1232-16,3 1-240 0,-1-4-48 0,0 1-16 16,3-1-912-16,-1-2-192 0,1-3-48 0,0-1 0 15,1 1-112-15,0-4-32 0,1-1 0 0,0-1 0 16,0-3 1728-16,0-2 320 0,0-1 80 0,-1-2 16 0,-1-1 864 0,-1 3 0 16,1 1 128-16,-2 0 0 0,-1 4 416 0,-1 3 80 15,-1 2 16-15,-1 4 0 0,-1 2 1280 0,-2 1 256 16,-1 2 48-16,0 1 16 0,0 2-112 0,-2 2-16 15,1-1 0-15,-2 3 0 0,1-1-576 0,-1 1-128 16,-1 1-32-16,0 1 0 0,0 0-608 0,0 1-112 0,-1 3-16 0,-1 1-16 0,2 1-224 0,-3 0-32 16,1 5-16-16,-1 1 0 0,-2 2 80 0,-1 1 16 15,1 3 0-15,-1-1 0 16,-1 0-96-16,3-3-16 0,-1 1 0 0,2-2 0 0,1-2-160 0,3-3-48 16,0 0 0-16,2-14 0 0,0 0-128 15,2 31 0-15,-2-31 0 0,0 0 0 0,0 0 0 0,0 0 0 16,0 0 0-16,0 0-176 15,40 15-208-15,-32-20-64 0,-1 2 0 0,0-1 0 16,0-1-1312-16,0-1-272 0</inkml:trace>
  <inkml:trace contextRef="#ctx0" brushRef="#br0" timeOffset="10783.94">22864 9250 12895 0,'1'-2'576'0,"-1"1"112"15,1 0-560-15,-1-1-128 0,1 2 0 0,-1-2 0 16,0 1 1856-16,1 1 320 0,0-2 80 0,0-1 16 16,1 1-432-16,0 0-96 15,0 0-16-15,-1 1 0 0,0 1-640 0,-1 0-144 0,1 3-32 0,-2-1 0 0,1 1-80 16,-1 4 0 0,-1-1-16-16,0 3 0 0,0 2-80 0,-1-2-16 0,1 1 0 0,0 1 0 0,1 0-256 0,0 0-48 15,1-2-16-15,0 1 0 0,0-10-240 0,0 0-160 16,0 0 192-16,0 0-192 15,0 0 0-15,0 0 0 0,0 0 0 0,40 21 0 16,-28-26-480-16,-1-3 0 0,1-2 0 0,0 0 0 16,1-1-1248-1,-2 1-256-15,0-2-64 0,-1 0 0 0,0 0 384 0,-2-1 64 0,1 2 0 0,-2-1 16 0,-1 3 1232 0,0-2 352 16,-3 3-144-16,0 1 144 16,0 2 0-16,-2 3 256 0,0 2-32 0,-2 2-16 15,0 1 1328-15,-2 4 256 0,0-1 48 0,0 4 16 16,-2 1-160-16,0 2-32 0,0 3 0 0,-1 1 0 15,1 2-912-15,-1 3-192 0,1 1-48 16,0 3 0-16,-1 0-224 0,2 3-48 0,0-1-16 0,0 1 0 16,1 0-64-16,-1-1-16 0,-1-4 0 0,1-1 0 15,-2-3-144-15,-1-2 128 0,-1-1-128 0,0-2 128 16,0-2-128-16,-3-1 192 0,1-3-192 0,-2-1 192 16,1-1-48-16,-2-3 0 0,0-1 0 0,-1-1 0 15,0-2-144-15,0 0 0 0,-1-3 0 0,-1-1 0 0,0-3 0 0,0 2 0 16,0-4 0-16,3 0-12000 15,0-1-2336-15</inkml:trace>
  <inkml:trace contextRef="#ctx0" brushRef="#br0" timeOffset="11831.13">23420 9084 6447 0,'-2'-2'576'0,"0"2"-576"0,1 0 0 0,0 0 0 0,1 0 864 0,0 0 64 0,0 0 16 0,0 0 0 32,-1 0 656-32,1 2 144 0,0-2 32 0,1 1 0 0,0 1 208 0,2-2 32 0,0 1 16 0,2-1 0 15,0 2-544-15,2-4-96 0,1 1-32 0,1 1 0 16,1-3-528-16,1 0-128 0,0 0 0 0,0 0-16 15,0-2-336-15,1 1-64 16,0-1-16-16,-1-2 0 0,0 2-272 0,-1 0 128 16,0-1-128-16,-2 0 0 0,0 2 0 0,-3-1 0 15,0 2 0-15,-1-1 0 0,-3 2 0 0,0-1 0 16,-1 3 0-16,-2-2 0 16,1 2-464-16,-2 0 0 0,-1 0 0 0,-1 2 0 15,0 1-608-15,-2-1-112 0,2 0-32 0,-2 1 0 16,1 2 320-16,-1-3 48 0,1 0 16 0,0 3 0 0,1-3 512 0,-1 3 96 15,2-3 32-15,-1 3 0 0,1-2 320 0,0 3 80 16,-1-1 16-16,0 2 0 0,0 3 544 0,-1 2 128 16,0 0 0-16,-2 3 16 0,1 3-96 0,-2 3-32 0,0 1 0 15,0 1 0-15,1-4-128 0,-2 3-16 0,2-1-16 16,1-2 0-16,1-2-80 0,1 0-16 0,3-1 0 0,0-2 0 16,2-14-208-16,-2 24-64 0,2-24 0 0,0 0 0 15,0 0-256-15,0 0 0 0,0 0 128 0,0 0-128 16,30 28 240-16,-21-28-16 0,0-4 0 0,1-1 0 15,1 1-224-15,1-2 176 0,0-1-176 0,0 0 160 16,0 0-480 0,0-3-112-16,0 1-16 0,1 2 0 0,-2-3-960 0,0 0-208 0,0 2-48 0,-2 0 0 15,0 1-960-15,-3 0-208 0</inkml:trace>
  <inkml:trace contextRef="#ctx0" brushRef="#br0" timeOffset="12051.15">23568 9212 3391 0,'-3'0'0'0,"0"0"144"0,1 0-144 0,1 0 192 0,0 1-192 0,-3 1 0 15,-4-2 0-15,-4 3 0 0,-3 1 1584 0,-1-1 272 16,3 1 64-16,1 0 16 0,3-1 48 0,3 0 0 16,1-1 0-16,2 1 0 0,1-3-832 0,2 0-176 15,1 2-16-15,1-4-16 0,1 2-304 0,0 0-48 16,1-2-16-16,1 1 0 0,1-1 128 0,0-1 32 16,1-1 0-16,1 1 0 0,0-1 32 0,1 1 0 15,0 1 0-15,1-3 0 0,1 0-336 0,0 1-64 0,1 1-16 16,-1-2 0-16,1 1-352 0,-1-1 128 0,-1 2-128 0,-1 0 0 31,1 0-960-31,-1 0-256 0,-2-2-48 0,0 2-10688 0</inkml:trace>
  <inkml:trace contextRef="#ctx0" brushRef="#br0" timeOffset="12241.58">23724 9088 3679 0,'3'-1'160'0,"-1"-2"32"15,0 3-192-15,0-2 0 0,-2 2 0 0,1 0 0 16,0 2 1936-16,0-2 352 0,1 1 64 0,1 1 16 0,-3-2 688 0,0 0 144 15,0 0 16-15,0 0 16 0,21 35-928 0,-21-35-192 16,0 0-48-16,17 41 0 16,-17-41-768-16,0 0-144 0,19 43-48 0,-19-43 0 0,0 0-688 0,21 41-144 15,-21-41-16-15,0 0-16 0,0 0-240 0,22 41 0 16,-22-41 0-16,0 0-160 16,0 0-736-16,0 0-128 0,0 0-48 0,0 0-13808 0</inkml:trace>
  <inkml:trace contextRef="#ctx0" brushRef="#br0" timeOffset="12430.41">23908 9126 2751 0,'-2'0'256'0,"0"1"-256"0,0 0 0 0,0 1 0 16,1 0 1504-16,-1 0 256 0,-3 3 48 0,-2 1 16 16,-5 5 896-16,-2 2 176 15,-4 2 48-15,-1 2 0 0,-2 2-880 0,0-3-160 0,-1 2-48 0,1 0 0 16,2-1-896-16,0-1-176 0,3-1-32 15,2-1-16-15,1-2-560 0,4-1-176 0,2-4 0 0,1 1-8608 16,2-4-1808-16</inkml:trace>
  <inkml:trace contextRef="#ctx0" brushRef="#br0" timeOffset="13570.06">24030 9215 5103 0,'1'-3'0'0,"-1"2"224"0,1 0-64 0,-1 1-16 16,0-2-144-16,0 2 0 0,0 0 0 0,0 2 0 0,0-2 0 0,1-2 0 15,-1 2 0-15,0 0 0 0,0 0 0 0,0 0 0 16,0 0 0-16,0 0 0 0,0 2 0 0,0-2 0 16,-1 0 0-16,1 0 0 0,0 1 0 0,1-1 0 15,-1 1 0-15,0-1 0 0,1-1 0 0,-1 1 0 16,0 1 0-16,1-1 0 0,0 0 0 0,0 0 0 15,0 0 0-15,0-1 0 0,-1 0 0 0,1 1 0 16,-1-2 0-16,1 2 0 0</inkml:trace>
  <inkml:trace contextRef="#ctx0" brushRef="#br0" timeOffset="13856.69">24060 9189 3679 0,'1'0'320'0,"-1"0"-320"0,0 0 0 0,0 0 0 16,0-2 480-16,2 2 32 0,0-1 0 0,-1 1 0 15,2-2 400-15,0 0 96 0,0 2 16 0,0-2 0 16,-1-1 80-16,0 1 32 0,0 0 0 0,-1 1 0 15,0-1-16-15,0 1 0 0,0 0 0 0,-2-2 0 16,1 3-64-16,-2-2-16 0,0 2 0 0,0-2 0 16,-1 2 0-16,-1 2 0 0,0-2 0 0,-1 2 0 15,0 1-272-15,-1-2-48 0,1 2-16 0,-1 0 0 16,0 2-256-16,-1-1-48 0,1 2-16 0,0 0 0 0,1 1-64 16,-1 0 0-16,2 1-16 0,1 1 0 15,3-9-48-15,-4 15-16 0,4-15 0 0,0 0 0 0,0 0-240 0,-1 30 0 16,1-30 0-16,0 0 0 0,0 0 0 0,0 0 0 15,0 0 0-15,0 0 0 0,0 0 0 16,0 0 0-16,24 33 0 0,-20-33 0 0,-4 0 0 0,0 0 144 16,24-2-144-16,-24 2 192 0,23-5 176 15,-9 0 32-15,2 0 16 0,1-3 0 0,3 2-624 0,1-3-128 16,0-3-32-16,-2 3 0 16,0-3-1552-16,-4 1-320 0</inkml:trace>
  <inkml:trace contextRef="#ctx0" brushRef="#br0" timeOffset="14485.59">24372 8836 14159 0,'1'0'304'0,"-1"-2"64"0,1 2 16 0,-1 0 32 0,0 2-416 0,0-2 0 0,0 2 0 0,-1 0 0 15,0 1 1856-15,1-3 272 0,0 0 64 16,-6 23 16-16,6-23-928 0,-8 24-176 15,2-12-32-15,0 3-16 0,0 3-304 0,-1-1-64 0,-1 2-16 0,1 1 0 16,-1 1-320-16,1 0-64 0,-1 2-16 0,2-1 0 16,6-22-16-16,-10 44-16 0,10-44 0 0,-6 39 0 0,6-39-112 0,1 33 0 15,-1-33-128-15,0 0 192 0,0 0-192 0,13 35 0 16,-13-35 0-16,0 0 0 0,0 0 0 16,0 0-128-16,29 5 128 0,-29-5 0 0,12-5-320 0,-6 0 64 15,0 1 0-15,0-1 0 16,-1-2-128-16,1 2-32 0,0-2 0 0,0 0 0 0,0-2 64 0,2-1 16 15,-1 0 0-15,0-1 0 0,0 1 80 0,-1-2 0 16,1 1 16-16,-1-1 0 0,-1 2 240 0,1-2 0 16,-2 3-160-16,0 2 160 15,-2-1 0-15,0 5 160 0,-1 0-16 0,0 3 0 0,-2 0 608 0,0 3 112 16,-2 3 32-16,0 0 0 0,-2 3 16 0,1 2 16 0,4-11 0 0,-10 26 0 16,4-9-496-16,6-17-112 15,-9 30 0-15,9-30-16 0,-5 29-160 0,5-29-16 0,0 0-128 0,0 0 192 16,4 33-192-16,-4-33 176 0,0 0-176 0,0 0 160 15,0 0-160-15,0 0 0 0,0 0 0 0,36 7 0 16,-29-9-336-16,2-4 0 0,0 0 0 0,0-1 0 16,2 0-608-16,-1-3-112 0,0 1-32 0,0-1 0 15,0-1-160-15,-1 1-32 0,-1-1-16 0,-1 1 0 16,1-2 400-16,-2 0 96 0,1 2 16 0,-2 1 0 0,-3 2 592 0,1 0 192 16,-1 2 0-16,-2 1-160 0,-1 3 496 15,0 1 112 1,-1 0 0-16,0 3 16 0,0-1 1008 0,-1 3 192 0,0 2 32 15,-2 0 16-15,1 3-560 0,-3 1-96 0,2 1-32 16,-1 0 0-16,6-12-464 0,-8 26-112 0,8-26 0 0,-6 26-16 16,6-26-80-16,0 0-16 0,1 32 0 0,-1-32 0 15,0 0-336-15,0 0 128 16,0 0-128-16,22 32 0 0,-22-32-144 0,0 0-112 0,0 0 0 0</inkml:trace>
  <inkml:trace contextRef="#ctx0" brushRef="#br0" timeOffset="14832.58">24782 9006 15663 0,'-1'-2'1392'0,"0"2"-1120"0,1 2-272 0,0-2 0 0,-1 0 1248 0,0 1 192 16,-2 1 32-16,0 0 16 0,-2 1 336 0,-2-1 64 16,-1 3 16-16,-2 0 0 0,0 1 48 0,0-1 16 15,0 2 0-15,0-1 0 0,-1 2-1840 0,2-2-384 16,0 1-64-16,1 2 0 0,1-2 320 0,1 0 240 15,0 3-48-15,1-3 0 0,5-7 0 0,-6 19-16 16,6-19 0-16,0 0 0 0,0 0 64 0,3 33 16 16,-3-33 0-16,0 0 0 0,0 0-256 0,0 0 128 15,29 33-128-15,-29-33 0 0,0 0 0 0,0 0 128 0,34 15-128 16,-34-15 0-16,0 0 0 0,0 0 0 0,0 0 0 0,0 0 0 16,32 18 0-16,-32-18 0 0,0 0 0 15,0 0 0-15,0 0 0 0,0 0 0 0,-7 13 0 0,0-9 0 16,1-2 0-16,-2 0 0 0,0 1 0 0,-1 0 0 15,-1 0 0-15,0 0 0 0,1-2 0 0,0 1 0 16,0-2 0-16,1 2 0 0,2-4 0 0,0 0 0 16,2-1-144-16,2 1-128 0,2-3-32 0</inkml:trace>
  <inkml:trace contextRef="#ctx0" brushRef="#br0" timeOffset="14991.3">24794 9064 18431 0,'3'0'816'0,"0"-1"160"16,0 1-784-16,0-2-192 0,-2 2 0 0,1-2 0 0,1 1 1088 0,0 1 160 15,1-2 32-15,4 0 16 0,2-3-176 0,2 0-32 16,0 1-16-16,0-1 0 0,-1 0-656 0,0 3-128 16,-2-2-32-16</inkml:trace>
  <inkml:trace contextRef="#ctx0" brushRef="#br0" timeOffset="15197.25">24843 9114 11055 0,'-2'4'480'0,"1"-2"112"0,0 0-464 15,0 1-128-15,0-2 0 0,1 0 0 0,-1 2 2192 0,0-1 432 0,1-2 64 0,0 0 32 0,-6 19-464 0,6-19-80 16,-7 19-32-16,7-19 0 0,-6 20-784 15,6-20-144-15,0 0-48 0,-7 25 0 0,7-25-720 16,0 0-160-16,0 0-32 0,0 0 0 16,0 0-720-16,0 0-160 0,0 31-16 0</inkml:trace>
  <inkml:trace contextRef="#ctx0" brushRef="#br0" timeOffset="15533.79">24975 9082 8287 0,'2'-1'736'15,"-1"0"-592"-15,0 1-144 0,-1 0 0 0,0 0 1472 0,0 0 256 0,0 0 48 0,0 0 16 16,0 0 528-16,0 1 112 0,-1 2 32 0,1-3 0 16,0 0-480-16,-6 17-80 0,6-17-32 0,-6 19 0 15,6-19-1072-15,-7 26-224 16,7-26-32-16,-9 31-16 0,9-31-400 0,-6 29-128 0,6-29 0 0,-4 23 0 15,4-23 0-15,0 0 0 0,0 0 0 0,1 36 0 16,-1-36 160-16,0 0-160 0,0 0 128 0,0 0-128 0,0 0 512 0,0 0 32 16,0 0 0-16,31 14 0 0,-24-18 16 0,0 1 0 15,1-4 0-15,0 0 0 16,0-1-192-16,0-1-48 0,1 0 0 0,0-3 0 16,-1 0-32-16,0 0-16 0,1-1 0 0,-1-2 0 0,0 1-272 0,0-1 128 15,0 1-128-15,-1 0 0 0,-1 2 0 0,-1 3 0 31,-1-1 0-31,0 3 0 16,-1 2-1536-16,0 1-352 0</inkml:trace>
  <inkml:trace contextRef="#ctx0" brushRef="#br0" timeOffset="15865.69">25090 9210 16575 0,'0'0'736'0,"0"0"160"16,0 0-720-16,16-2-176 0,-13 2 0 0,-1 0 0 0,0-2 1536 15,1 2 256-15,3-3 64 0,-6 3 16 16,18-5 64-16,-6 1 16 0,0-1 0 0,0 0 0 0,0 1-848 0,-1-1-160 16,0 0-48-16,-3 0 0 0,1 0-672 0,-3 1-224 15,1-3 128-15,-4 2-128 0,0 0 0 0,-1 0 0 16,-1-1 0-16,-2 0-144 0,-2 2 144 0,-2-3 0 16,0 2 0-16,-3 1 0 0,-1 1-256 0,-2 0 16 15,0 1 16-15,0 1 0 16,0 1-176-16,2 0-48 0,3-1 0 0,-1 2 0 0,1 0 640 0,0 2 128 15,1 2 32-15,-1 1 0 0,2 2 496 0,0 1 112 16,4-9 0-16,-8 23 16 0,8-23-192 0,-6 30-32 16,6-30-16-16,0 0 0 0,3 42-240 0,-3-42-48 0,0 0-16 0,0 0 0 15,29 38-240-15,-29-38-64 0,0 0 0 0,43 16 0 16,-43-16-128-16,36 5 0 0,-36-5 0 0</inkml:trace>
  <inkml:trace contextRef="#ctx0" brushRef="#br1" timeOffset="56615.53">16107 10844 6447 0,'-2'0'576'0,"-1"-2"-576"16,2 2 0-16,0 0 0 0,1 0 576 0,-1 0 0 15,-1-2 0-15,-2 1 0 0,-1-1 352 0,-1 0 80 16,2 1 16-16,-2-1 0 0,2 1 288 0,1 0 64 16,0 1 16-16,0 0 0 0,1 0-144 0,-1 0-32 15,2 1 0-15,-1 0 0 0,0 1-208 0,0-1-48 16,1 1-16-16,-1 1 0 0,1-1-176 0,0 0-48 15,1 0 0-15,-1 0 0 0,2 1-224 0,0-2-48 16,1 1-16-16,0-2 0 0,1 2 64 0,1-4 16 16,0 2 0-16,2-2 0 0,1 1 128 0,0-2 16 15,-1 3 16-15,1-2 0 0,-2 0-112 0,3 0-32 16,1 2 0-16,2-3 0 0,-11 3-128 0,0 0-16 16,34-4-16-16,-34 4 0 0,0 0-96 0,36-1-16 15,-36 1 0-15,0 0 0 0,37 1-48 0,-37-1-16 0,0 0 0 0,40 2 0 16,-40-2-48-16,0 0-16 0,38 0 0 0,-38 0 0 15,25-3 0-15,-13 1-128 0,1 1 192 0,-1-2-64 16,1 2 16-16,0-1 0 0,-1-1 0 0,-12 3 0 16,0 0-144-16,34-2 0 0,-34 2 144 0,0 0-144 15,35 3 0-15,-35-3 128 0,0 0-128 0,36 7 0 16,-36-7 0-16,0 0 128 0,0 0-128 0,44 9 0 16,-44-9 0-16,0 0 0 0,39 6 0 0,-39-6 0 15,0 0 0-15,43 1 0 0,-43-1 0 0,28 0 128 16,-28 0-128-16,28-2 0 0,-28 2 128 0,25-2-128 15,-25 2 0-15,27-3 128 0,-27 3-128 0,30-5 0 16,-30 5 0-16,30-3 0 0,-30 3 0 0,32-4 128 16,-32 4-128-16,28-2 0 0,-28 2 0 0,36-3 0 15,-36 3 0-15,41-3 0 0,-41 3 0 0,42-1 0 0,-42 1 0 0,43-4 0 16,-43 4 0-16,42-3 128 0,-42 3-128 0,36-5 0 16,-36 5 0-16,37-2 128 0,-37 2-128 0,39-3 0 15,-39 3 0-15,40-2 128 0,-40 2-128 0,43-3 0 16,-43 3 0-16,44-2 128 0,-44 2-128 0,46 0 0 15,-46 0 0-15,47 0 0 0,-47 0 0 0,43 0 0 16,-43 0 0-16,38-2 0 0,-38 2 0 0,35-2 0 16,-35 2 0-16,35-6 0 0,-35 6 0 0,32-6 0 15,-32 6 0-15,26-5 0 0,-26 5 0 0,20-5 0 16,-11 1 0-16,-1-1 0 0,-2 2 0 0,0-1-192 0,-2-1 64 16,1 2-11920-16,-1 1-2384 15</inkml:trace>
  <inkml:trace contextRef="#ctx0" brushRef="#br1" timeOffset="57433.47">16463 10988 9215 0,'0'0'816'0,"0"-2"-656"15,0 2-160-15,0 0 0 0,0 2 1088 0,-1-2 192 16,1 0 48-16,-1 1 0 0,0 1 144 0,1 1 16 16,-1 3 16-16,1-1 0 0,-1 2-368 0,1 3-80 15,0-10-16-15,1 24 0 0,-1-24-400 0,1 30-64 16,-1-30-32-16,1 36 0 0,-2-20-224 0,0 1-32 16,-1 2-16-16,-1-3 0 0,1-4-112 0,0 0-32 15,1 2 0-15,-2-2 0 0,0-1-128 0,0 0 0 16,1-2 0-16,1-3 0 15,0 0-304-15,0-3-80 0,1-1-32 0,0-4-7200 0,2 0-1456 16</inkml:trace>
  <inkml:trace contextRef="#ctx0" brushRef="#br1" timeOffset="57709.21">16449 11038 5519 0,'-3'-7'496'0,"1"2"-496"0,1 2 0 0,0 2 0 15,1 1 1472-15,-1-2 208 0,0-1 48 0,-2-3 0 16,1-2 176-16,0 2 32 0,1 2 16 0,2-1 0 15,2 3-192-15,1 1-32 0,3 0-16 0,-7 1 0 16,0 0-432-16,0 0-64 0,40 0-32 0,-40 0 0 16,0 0-688-16,41-4-144 0,-41 4-32 0,33-1 0 15,-33 1-144-15,0 0-48 0,45 1 0 0,-45-1 0 16,0 0-128-16,0 0 128 0,43 13-128 0,-43-13 128 0,0 0-128 0,0 0 0 16,0 0 0-16,0 0 0 0,14 36 0 15,-20-27 0-15,-1 1 0 0,-2-1 0 0,-2-1 0 0,-1 1 0 16,-2-2 0-16,0 0 0 0,1 0 0 0,0-2 0 15,-1 0 0-15,2 0 0 0,-1-2 128 0,1-2-128 16,0 2 0-16,3-1 128 0,2-2-128 0,0 0 0 16,3 0 0-16,0-3 0 15,2 1-400-15,2 1-16 0,1-2 0 0,2 0-13024 16</inkml:trace>
  <inkml:trace contextRef="#ctx0" brushRef="#br1" timeOffset="59497.2">16343 11078 6447 0,'0'-2'576'16,"0"1"-576"-16,0 0 0 0,0 2 0 15,0-1 736-15,0-1 32 0,0 1 16 0,0-2 0 16,0-1 160-16,0 1 16 0,0-1 16 0,0 1 0 16,1 2-144-16,0 0-16 0,1 0-16 0,-1 0 0 0,1 2 64 0,0 1 16 15,2-1 0-15,0 1 0 0,-1-1 80 16,-3-2 32-16,0 0 0 0,0 0 0 0,0 0-224 0,36 0-32 15,-36 0-16-15,20-9 0 0,-10 5 64 0,-1-2 16 16,3 0 0-16,-4 0 0 0,0-1-400 0,0 0-80 0,0-3 0 0,-2 1-16 16,1-1-304-16,-1 1 0 0,-3 2 0 0,0-3 0 15,0 3 0-15,-2 0 0 0,-1 0 0 0,-2 2-144 16,1 1 144-16,-3-1 0 0,1 2 0 0,-1 0-128 16,0 2 128-16,-1-1 0 0,-1 2 0 0,1 0 0 15,2 0 0-15,-2 2 0 16,1 0 0-16,0 0 0 0,0 3 0 0,0-2 128 0,1 1-128 0,1 2 0 15,-1 0 0-15,1 1 128 0,0 0-128 0,0 1 0 16,1 1 176-16,0 0-48 0,1 1 0 0,-1-1 0 16,1 3 48-16,0 0 0 0,0 2 0 0,0-1 0 15,0 1-176-15,0 2 160 0,0-2-160 0,0 1 160 0,-1-1-160 0,1 0 0 16,-1 0 0-16,1 0 128 0,-1-2-128 0,1 0 0 16,-1 0 0-16,0 0 0 0,0-3 0 0,0 2 0 15,0 0 0-15,-1-4 0 0,0 1 0 0,1 0 0 16,-1-3 128-16,0 0-128 15,1 0 0-15,-2-1 0 0,1-1 0 0,0 1 128 0,0-1 64 0,-1-1 0 16,0 1 0-16,-1 1 0 0,2-3 48 0,-2 1 16 0,0 0 0 0,-1 0 0 16,0 0-256-16,-1 1 144 15,-1-2-144-15,1 1 128 0,-1-2-128 0,0 2 0 16,0-2 0-16,0 0 0 0,0-2 0 16,1 0 0-16,-1-1 0 0,3-2-9584 0,0 1-2000 0</inkml:trace>
  <inkml:trace contextRef="#ctx0" brushRef="#br1" timeOffset="60815.83">16866 11040 4607 0,'0'-1'400'0,"0"1"-400"16,1 0 0-16,-1-1 0 0,1 1 1104 0,-1 0 144 15,1 0 32-15,0 0 0 0,0 0 512 0,1 0 96 0,1 1 32 0,1-2 0 16,0 1-432-16,0 0-80 0,1-2 0 0,0 0-16 16,1-1 16-16,0-2 0 0,0 2 0 0,0-2 0 15,-1-1-544-15,1 2-96 0,-2-3-32 0,1 2 0 16,-1 0-336-16,-2 0-64 15,2-2-16-15,-1 1 0 0,-1 0-192 0,0-1-128 0,-1 2 160 0,-1 0-160 16,-1 2 128-16,-1 0-128 16,-1 0 0-16,-2 1 0 0,1 0 0 0,-2 1 0 15,0 4 0-15,-1-1 0 0,0-1 0 0,-1 3 0 0,1 1 0 0,-1 2 0 0,-1-2 0 16,2 2 0-16,0 0 0 0,0 1 0 0,0 1 688 0,1 0 240 16,0 0 48-16,1 1 16 15,0-1-1632-15,1-2-336 0,2 3-64 0,-1-5-16 16,1 3 832-16,1-2 224 0,2-1 0 0,-1-2 0 15,2 0 0-15,-1-2 0 0,2 1 0 0,-1 1 0 0,2-1 864 0,-1-2 96 16,-3 0 32-16,0 0 0 31,0 0-1632-31,0 0-320 0,0 0-64 0,0 0 0 0,32 0 816 0,-27 0 208 0,0-2 0 0,-1-1 0 16,1 0-192-16,0 1 0 0,-1-2 0 0,1-1 0 16,-1 0-512-16,0 1-112 0,1-2-16 0,-2 2 0 15,-1-1 288-15,0-2 48 16,1 2 16-16,-2 0 0 0,0 2 288 0,-2-1 192 0,1 2-208 0,-2-1 80 0,1 1 128 15,0 2 0-15,-1 0 0 0,1 0 0 16,-1 0 0-16,0 2 144 0,1-2-16 0,-1 3-128 0,1-1 368 0,-1 1-48 16,0 1 0-16,1-1 0 0,1 0 96 15,-1 1 16-15,0-1 0 0,0 1 0 0,1-1-160 0,-1-1-16 16,0 0-16-16,1 1 0 0,-1 1-64 0,0-1-16 16,0-1 0-16,-1 3 0 0,1-2-160 0,-1 1 160 15,0 1-160-15,-1 0 160 0,1 1-160 0,-1-1 0 16,0 3 0-16,-1 1 0 0,0-2 0 0,0 2 0 15,1 2 0-15,-2 0 128 0,0-1-128 0,1 1 0 16,-1 1 0-16,1 0 0 0,1 0 0 0,-1 2 0 16,0-2 0-16,1 2 0 0,0-2 0 0,0 2 0 15,0-4 0-15,1 1 0 0,1-1 0 0,1-3 128 16,0-1-128-16,0-2 0 0,0 0 0 0,1-1 128 16,1-1-128-16,0-2 0 0,0-2 160 0,1-1-160 0,0 1 192 15,-1-3-192-15,0 1 464 0,1-1-16 0,0 1 0 0,0-2 0 16,-1 1-128-16,1-1-16 0,0 0-16 0,0 2 0 15,-1-1-288-15,1 0 128 0,0 3-128 0,0-3 0 16,-1 3 0-16,0-1 0 0,1 1 0 0,0 1 0 16,-1 0 0-16,0 1 0 0,0 0 0 0,0 1 0 15,0-1 0-15,0 1 0 0,1-1 0 0,-1 0 0 16,0-1 0-16,1 0 0 0,0-3 0 0,0 0 0 16,1 1 0-16,-1 0 0 0,1-4 0 0,-1 2 0 15,0-2 0-15,1 2 0 0,-1-3 0 0,-1 0 0 16,1 0 0-16,-3 1 0 0,1-2 0 0,0 1 0 15,-1 1 0-15,-2 0 0 0,2 1 0 0,-3 0 0 0,0 0 0 16,-1 0 0-16,2 2 0 0,-1 1-144 0,-1-2 144 0,1 3 0 16,0 1 0-16,2 0 0 0,-1-1 0 0,1 2 0 15,1 0 0-15,-1 2-128 0,2-2 128 0,0 0 0 16,0 1 0-16,0 0 0 0,1-1 0 0,1 0 0 16,0 2 0-16,1-2-128 0,-4 0 128 0,0 0 0 15,0 0 0-15,0 0-128 0,29-3 128 0,-29 3 0 16,0 0 0-16,33-6 0 0,-33 6 0 0,29-5-128 15,-29 5 128-15,32-7 0 16,-32 7-512-16,32-9 0 0,-32 9-16 0,30-8-13040 0</inkml:trace>
  <inkml:trace contextRef="#ctx0" brushRef="#br1" timeOffset="61876">18784 10718 2751 0,'-9'2'256'0,"3"1"-256"16,0-1 0-16,1 1 0 0,2-3 896 0,1 1 128 15,-1 0 16-15,-3 2 16 0,-2 4-64 0,-3-3-16 16,-1 4 0-16,1-2 0 0,1-1 48 0,2-2 16 0,0 1 0 0,3-3 0 16,-1 1 224-16,1-2 32 0,3 2 16 0,-2-4 0 15,2 2-256-15,0-2-48 0,0 1-16 0,2-1 0 16,0 0 96-16,0 0 32 0,0 1 0 0,2-1 0 15,1-1-224-15,1 1-64 0,0 1 0 0,2 0 0 16,1 1-48-16,3-2-16 0,-10 2 0 0,25-3 0 16,-25 3-128-16,32-3-48 0,-32 3 0 0,43-4 0 15,-43 4-32-15,55 0-16 0,-23 0 0 0,0-2 0 16,1 2-32-16,-1 0-16 0,1 0 0 0,1 0 0 16,2 0-64-16,1 2-16 0,-5 0 0 0,3 3 0 15,3 0-160-15,0-1-16 0,0 2-16 0,-1 0 0 16,-2-3-80-16,0-1-16 0,1-2 0 0,2 0 0 15,-3-2-128-15,3 2 0 0,1-2 0 0,0 1 128 16,1-2-128-16,-3 0 0 0,-2-3 0 0,-1 0 0 0,-1-2 0 16,-3 1 0-16,-3 0 0 0,-1 1 0 0,-2 0 0 0,-3-1 0 15,-21 7 0-15,39-8 0 0,-39 8 0 0,27-6 0 16,-27 6 0-16,0 0 0 0,0 0 0 0,19-6 0 16,-21 6 0-16,-3 1 0 15,-3 1-1280-15,-1 1-224 0</inkml:trace>
  <inkml:trace contextRef="#ctx0" brushRef="#br1" timeOffset="62851.95">18878 10901 1839 0,'1'-3'160'0,"0"0"-160"0,0 2 0 0,-1-1 0 0,1 1 1216 0,-1 1 192 0,1 0 64 0,-1-2 0 15,2 0 496-15,-1 1 96 0,0-1 32 0,0 2 0 16,0 0-464-16,-2 2-96 0,1 1 0 0,-1 2-16 16,-1 2-368-16,0 2-80 0,0 3-16 0,-1 2 0 15,3-14-160-15,-4 37-16 0,0-16-16 0,1 2 0 16,1-1-128-16,-2 1-32 0,1 1 0 0,-2-3 0 0,2-2-192 0,-1 0-64 16,1-2 0-16,0-3 0 0,1-4-192 0,0-1-64 15,1-1 0-15,0-2 0 0,1-3-192 0,-1-1 0 16,2-1 0-16,0-2 0 0,0-1 0 0,0-3 0 15,1 0 0-15,-1-2-160 16,0 0-432-16,1-3-96 0,-1 1-16 0,-1 0 0 16,0 0-352-16,-1-2-80 0,0 2-16 0,0-1 0 0,-1-1 768 0,1 1 128 15,-2 0 48-15,0 1 0 0,1 2 208 0,-1-2 0 16,1 4 0-16,-1-3 0 0,1 4 0 0,0 0 0 16,0 3 0-16,0-1 0 0,2 1 0 0,-1 2 0 15,0 1 128-15,0-1-128 0,0 3 128 0,0-2-128 16,0 1 144-16,0 1-144 0,1 0 176 0,-1-1-176 15,0 0 192-15,1 0-192 0,-1 1 160 0,1-2-160 0,0 0 128 16,0-1-128-16,-1 1 0 0,1 1 0 0,0-1 128 0,0-1-128 16,0 0 0-16,0-1 0 0,0 0 0 0,0 0 0 31,0 0-1056-31,1 0-96 0,0 0 0 0,-1-1-8896 0</inkml:trace>
  <inkml:trace contextRef="#ctx0" brushRef="#br1" timeOffset="63404.39">18753 10965 5407 0,'-4'0'0'0,"1"-2"224"0,0 2-64 0,1-1 16 0,1 1-176 0,1 0 0 15,0 0 0-15,-1 0 0 0,0 0 1776 0,0-2 320 16,0 1 64-16,0 0 16 0,1-1-32 0,1 0 0 15,0 1 0-15,0 1 0 0,1 0-560 0,1 0-112 16,0 0-32-16,1 1 0 0,-1 0-528 0,2 0-96 16,-5-1-32-16,0 0 0 0,0 0-416 0,0 0-96 15,34 2-16-15,-25-7 0 0,0 2-96 0,0-3-32 16,1 1 0-16,0-2 0 0,-1-1 32 0,0-1 0 16,-1 0 0-16,0-1 0 0,-2 3-160 0,0-2 0 15,-1-1 0-15,-1 3-176 0,-1 0 176 0,-2-1 0 16,0 2 0-16,-1-1 0 0,-1 4 0 0,-2-1 0 15,0 3 0-15,1 1 0 0,-2 0 0 0,0 3 0 16,0-1 0-16,1 3 0 0,-1 2 320 0,-1 0 0 0,2 0 0 16,-1 3 0-16,0 2 96 0,1 3 16 0,-1 0 0 0,1 4 0 15,3-19-176-15,-3 34-16 0,3-34-16 0,-2 35 0 16,2-35-224-16,-1 33 144 0,1-33-144 0,0 31 128 16,0-31-128-16,-2 28 128 0,0-15-128 0,0 0 128 15,0 2-128-15,0-3 0 0,-1 2 0 0,2-2 0 16,-2 2 0-16,1 0 0 0,-1 1 0 0,0 1 0 15,2-2 0-15,-1 0 0 0,2-14 0 0,-2 29 0 16,2-29 0-16,-2 24 0 0,2-24 0 0,-1 21 0 16,1-21 0-16,0 0 0 0,-1 26 0 0,0-21 0 15,0-2 0-15,0 1 0 0,0-4-144 0,-1 0 144 0,0 0 0 16,-1-2 0-16,-1-1 0 0,1-2 0 16,-2 1 0-16,-1-3 0 0,2 2 0 0,-2-3 0 0,1 2 0 0,-2-2 0 15,0-1 128-15,-2-3-128 0,1 0 0 0,1-1 0 16,0 1-144-16,1-2 144 15,-1 1-2064-15,2-1-320 0</inkml:trace>
  <inkml:trace contextRef="#ctx0" brushRef="#br1" timeOffset="63788.5">18907 10972 11055 0,'1'-5'480'0,"0"0"112"0,0 3-464 0,-1 0-128 16,0 2 0-16,0-2 0 0,0 2 1712 0,1-1 320 0,0 0 64 0,1 0 16 16,0-2 192-16,-1 1 32 0,2 2 16 0,0 0 0 15,-3 0-800-15,0 0-144 0,0 0-48 0,0 0 0 16,31-4-576-16,-31 4-112 0,17-3-32 0,-8-1 0 16,-1 3-400-16,0-1-96 0,1 0-16 0,-9 2 0 15,21-5-128-15,-21 5 128 0,0 0-128 0,25-3 128 16,-25 3-128-16,0 0 192 0,0 0-192 0,0 0 192 15,0 0-192-15,0 0 0 0,0 0 144 0,18 38-144 16,-22-26 0-16,-3 0 0 0,0 2 0 0,-3 0 0 16,0 1 0-16,0-1 0 0,0-2 0 0,-1 0 0 15,-1 0 0-15,1-1 0 0,0-1 0 0,-1-2 0 16,1-2 0-16,1-1 128 0,1 1-128 0,0-5 0 16,0 1 288-16,1-2-16 0,0-2 0 0,2 1 0 0,0-3-80 15,1-1-32-15,1 1 0 0,0-1 0 0,2-2-432 0,0 2-96 16,0-2-16-16,2 3-15760 15</inkml:trace>
  <inkml:trace contextRef="#ctx0" brushRef="#br1" timeOffset="65022.31">19308 11000 13823 0,'1'1'1216'0,"0"-1"-960"0,0-1-256 0,0 1 0 16,-1-2 992-16,1 2 160 0,2-2 16 0,1-1 16 15,1-1 384-15,2-1 80 0,1-3 16 0,0 2 0 16,-1-2-368-16,0 0-64 0,-1 0-16 0,0 1 0 16,-2-2-592-16,0 1-128 0,-1 1-32 0,-2 0 0 15,0 2-112-15,-2-2-32 0,0 2 0 0,-3 0 0 16,0 3 16-16,-1 0 0 0,-2 2 0 0,-1 0 0 16,0 1-48-16,-2 0-16 0,2 1 0 0,-1 3 0 0,0-1-80 0,0 0-32 15,1 3 0-15,0-1 0 0,1 0-160 0,0 1 0 16,1 0 0-16,0 2 0 0,2-2 0 0,0 3 0 15,0-1 0-15,2-1 0 0,-1 2 0 0,0-1 0 16,0 2 0-16,0-2 0 0,2 1 0 0,-1 2 0 16,2-12 0-16,-4 21 0 0,4-21 0 0,0 0 0 15,-1 27 0-15,1-27 0 0,0 0 0 0,0 0 0 16,0 0-144-16,0 0 144 0,0 0 0 0,0 0 0 16,40 4 0-16,-31-11 0 0,2-2-128 0,0-1 128 15,2 0-192-15,-2-2 192 16,0 3-768-16,-2-2-64 0,0 1 0 0,0 1 0 0,-3 2 416 0,-1-1 80 15,-1 4 16-15,-1-3 0 0,-1 5 320 0,-1 1 0 16,0-1 0-16,-3 2 0 0,1 2 0 0,-2 0 192 16,1 3-64-16,-2 0 0 0,0-1 224 0,0 2 32 15,0 0 16-15,-1 0 0 0,1 2-32 0,-1 0-16 0,0 1 0 0,1-2 0 16,-1 3-96-16,0 0 0 0,1 1-16 0,-2-1 0 16,2 1-112-16,-1 1 0 0,0 2-128 0,1-1 192 15,-2 1 32-15,0 2 0 0,0 2 0 0,0 0 0 16,0-1-48-16,-1 1-16 0,1 1 0 0,-1 0 0 15,-1 3-160-15,1-4 0 0,0-1 0 0,3-2 128 16,0-3-128-16,2-1 0 0,0-2 0 0,2-9 0 16,0 0 0-16,0 0 0 0,0 0 0 0,0 0 0 15,0 0 0-15,0 0 0 0,31-6 0 0,-23-4 0 16,0 1 0-16,3-1-176 0,-2-2 48 0,1-2 0 16,-1 0-384-16,1 0-80 15,-1 1-16-15,-2 2 0 0,-1 2-160 0,-1-1-48 0,1-4 0 0,0-3 0 16,-2 0 16-16,-1 1 0 0,-1 0 0 0,-2-2 0 15,-2 0 544-15,-1-1 96 0,0 0 32 0,-2 0 0 0,0 0 128 0,2 5 0 16,-2 2 128-16,2 2-128 0,-1 6 432 0,2 2 16 16,0 4 0-16,-1 1 0 0,0 3 352 0,3-6 80 15,0 0 16-15,0 26 0 0,0-26-336 0,0 0-64 16,12 32-16-16,-12-32 0 0,0 0-208 0,0 0-32 16,45 18-16-16,-45-18 0 0,36-5-80 0,-16 1-16 15,4-4 0-15,2-1 0 16,0-1-720-16,2-3-160 0,2 0-16 0,0-3-13760 0</inkml:trace>
  <inkml:trace contextRef="#ctx0" brushRef="#br1" timeOffset="65807.2">20936 10242 2751 0,'-1'-5'256'0,"1"2"-256"16,0 1 0-16,-1 2 0 0,1 0 960 0,-1 0 160 0,-1-2 32 0,-1-3 0 15,0 0 752-15,-1 1 144 0,-1-1 48 0,-1 2 0 16,2 0-176-16,-1 2-48 0,0-1 0 0,2 2 0 16,-1-2-80-16,0 2 0 0,2 0-16 0,1 0 0 15,0 0-400-15,1 0-80 0,2-1-16 0,0 1 0 16,4-3-512-16,0 1-96 0,3 0-32 0,1-3 0 15,2 3-80-15,1-3-32 0,3 3 0 0,-16 2 0 0,30-3-192 0,-30 3-32 16,31 3-16-16,-31-3 0 16,0 0-112-16,44 14-32 0,-44-14 0 0,0 0 0 0,32 26-144 0,-32-26 0 15,0 0 0-15,0 0 0 0,20 40 0 0,-20-40 0 16,0 0 0-16,-1 29 0 0,-3-18 0 16,-1-1 0-16,-1 0 0 0,-2-1 0 0,-1-2 0 15,0 3 0-15,-1-3 0 0,-1 1 0 0,1-1 0 0,-1-1 0 0,-2 4 0 16,-1-4 0-16,0 2-176 0,0-1 176 15,0 2-128-15,1-3 128 0,1 2-384 0,1-2 16 0,2 0 0 0,1 0 0 16,1 0 368-16,2-1-144 0,0 0 144 0,2-3 0 16,2 1 0-16,1-1-128 0,2 0 128 15,1-2 0-15,1 0 0 0,3-2 0 16,1-1 0-16,3 0 0 0,2-2 208 0,-1 0-48 0,4 0-16 16,0 0 0-16,-2 0 144 0,2 0 32 0,-1 0 0 0,3 2 0 15,-1 0-128-15,-17 3-32 16,31-5 0-16,-31 5 0 0,27-2-160 0,-27 2 0 0,0 0 0 0,34-1 128 0,-34 1-384 0,0 0-96 15,28 0-16-15,-28 0-16400 16</inkml:trace>
  <inkml:trace contextRef="#ctx0" brushRef="#br1" timeOffset="66105.56">21502 10202 10127 0,'3'-10'448'0,"0"3"96"0,-1 2-544 0,-1 3 0 0,0-1 0 16,-1 3 0-16,0 0 2304 0,1-2 368 0,0 2 64 0,0-3 16 16,1 3-208-16,-1 0-48 0,-1 3 0 0,0-3 0 15,0 0-832-15,-2 24-192 0,2-24-16 0,-2 31-16 16,2-31-768-16,-4 41-160 0,3-18-16 0,-2 1-16 15,-1 1-160-15,1-1-16 0,0 2-16 0,-1 0 0 16,0 0-32-16,0 0 0 16,2 1 0-16,-1-4 0 0,3-23-256 0,-4 39 160 0,4-39-160 0,-1 30 128 15,1-30-128-15,0 0 0 0,0 0 0 0,0 0 0 16,4 30-256-16,-2-30 32 0,-1-3 0 0,1-3-10912 16,-1-1-2176-16</inkml:trace>
  <inkml:trace contextRef="#ctx0" brushRef="#br1" timeOffset="66406.67">21446 10260 11967 0,'-1'-18'528'0,"-2"6"112"0,3 0-512 0,0 5-128 15,0 2 0-15,1 3 0 0,0 0 1968 0,0-3 352 16,1 0 80-16,2-5 16 0,2-1 288 0,2 1 64 0,1 1 16 0,2 1 0 16,2 1-912-16,1 0-176 0,2 3-32 0,1-1-16 15,-1 2-912-15,-16 3-176 0,36-2-48 0,-36 2 0 16,34 2-384-16,-34-2-128 0,34 6 0 0,-34-6 0 15,0 0 0-15,41 16 0 0,-41-16 0 0,0 0 0 16,0 0 0-16,0 0 0 0,33 33 0 0,-33-33 0 16,0 0 0-16,-8 20 0 0,1-14 0 0,-3 1 0 15,-3 3 0-15,-1-3 0 0,-3 1 0 0,-1 0 0 16,0 0 0-16,-1 1 0 0,-1-2 0 0,1 0 0 16,4 0 0-16,0-2 0 0,3 0 0 0,1-3 0 15,4 3-240-15,2-4-48 0,4 0-16 0,0-1-10912 16,3-1-2192-16</inkml:trace>
  <inkml:trace contextRef="#ctx0" brushRef="#br1" timeOffset="68077.89">21960 10246 16575 0,'0'0'736'0,"0"0"160"0,34 0-720 0,-34 0-176 15,0 0 0-15,0 0 0 0,0 0 2160 0,0 0 400 16,29 0 64-16,-29 0 32 0,26-4-128 0,-12-1-32 15,0 0 0-15,-2-1 0 0,-1 0-1280 0,0-3-256 16,-1 0-48-16,-1-1-16 0,0-2-640 0,0-1-128 16,-1 0-128-16,-2-1 192 0,0-2-192 0,-1 1 0 15,-3 3 0-15,-1-2 0 0,-1 2 0 0,-1 0 0 16,-1 0 0-16,-1 1 0 0,-1 3 0 0,-1 1 0 0,0 2 0 0,-2 2 0 16,1 2 0-16,-1 3 0 0,-2 0 128 0,1 3-128 15,-1 1 160-15,0 1-160 0,0 1 192 0,-1 2-192 16,0 3 128-16,0 0-128 0,1 1 0 0,-1 1 0 15,0 1 0-15,1 1 0 0,0-1 0 0,0 1 0 16,1 0 128-16,2-3-128 0,0 0 0 0,2 0 0 16,4-14 0-16,-6 24 0 0,6-24 0 0,0 0 0 15,0 0 0-15,0 29 0 0,0-29 0 0,0 0 0 16,0 0 0-16,0 0 0 0,0 0 0 0,0 0 0 16,0 0 0-16,0 0 0 0,0 0 0 0,0 0 0 15,0 0 160-15,0 0-160 0,0 0 128 0,32 13-128 16,-32-13 208-16,1 0-32 0,0 0-16 0,-1 0 0 15,1 0-160-15,-1 0 0 0,1 0 0 0,-1 0 128 0,0 0-128 16,0 0 0-16,0 0 0 0,-1 0 0 0,1 0 0 0,-1-2 0 16,1 2 0-16,0 0 0 0,-1 0 0 0,1-1 0 15,0 0 0-15,-1 1 0 0,1 0 0 0,0 0 0 16,0 0 0-16,0 0 0 0,0 0 0 0,0 0 0 16,0 0 0-16,0 0 0 0,1 0 0 0,-1 0 0 15,0 0 0-15,1 0 0 0,-1 1 0 0,1-1 0 16,0 0 0-16,0 1 0 0,0-1 0 0,0 0 0 15,0 0 0-15,-1 2 0 0,1-2 0 0,-1 0 0 16,1 0 0-16,-1 0 0 0,1 0 0 0,-1 0 0 16,0 0 0-16,0 0 0 0,0 0 0 0,-1 0 0 15,1 1 0-15,-1-1 0 0,0 2 0 0,-1-2 0 16,1 0 0-16,0 2 0 0,0-2 0 0,0 0 0 16,0 1 128-16,0-1-128 0,1 2 0 0,-1-2 0 15,1 0 0-15,-1 0 0 0,1 0 0 0,0 0 0 0,0 0 0 0,1 0 0 16,-1 0 0-16,0 0 0 0,1 0 0 0,-1-2 0 15,0 2 0-15,0-1 0 0,1 1 0 0,-1 0 0 16,1 0 0-16,-1 0 0 0,1 0 0 0,-1 0 0 16,0 0 0-16,0 0 0 0,0 0 0 0,0 0 0 15,0 1 0-15,0-1 0 0,0 2 0 0,0-2 0 16,0 0 0-16,0 0 0 0,0 0 0 0,0 1 0 16,0 0 0-16,-1-1 0 0,1 0 0 0,0 0 0 15,0 0 0-15,-1-1 0 0,1 1 0 0,0 0 0 16,0 0 0-16,0 0 0 0,0 0 0 0,0 0 0 15,0 0 0-15,0 0 0 0,1 1 128 0,-1-1-128 16,0 0 0-16,0 0 0 0,0 0 0 0,0 0 0 16,0 0 0-16,0 0 0 0,0 0 0 0,0 0 0 0,0 0 0 15,0 0 0-15,0 0 0 0,12-4 0 0,-12 4 0 16,3-1 0-16,-2-1 128 0,1 2-128 0,0-2 0 0,0 1 0 16,-1-1 0-16,2 0 0 0,0 0 0 0,0-1 0 15,1 1 128-15,-2-1-128 0,2 1 0 0,1-3 0 16,-1 3 0-16,0-3 0 0,1 1 0 0,-1 1 0 15,0-2 0-15,0 3 0 0,-2-3 0 0,1 0 0 16,0 2 0-16,-1 0 0 0,1 0 0 0,-1 0 0 16,-1 1 0-16,0 0 0 0,0 0 0 0,1 0 0 15,-1 1 0-15,0-1 0 0,0 0 0 0,0 1 0 16,0-1 0-16,0 2 0 0,0 0 0 0,0-2 0 16,-1 0 0-16,0 1 0 0,1 1 0 0,0 0 0 15,-1 0 0-15,1-2 0 0,-1 4 0 0,0-2 0 0,1 0 0 16,-1 0 0-16,1 0 0 0,-1 0 0 0,1 0 0 0,-1 0 0 15,1 0 0-15,-1 0 0 0,0 1 0 0,0-1 0 16,0 0 0-16,1 0 0 0,-1 0 0 0,0-1 0 16,0 1 0-16,1 0 0 0,-1 0 0 0,0 0 0 15,0 0 0-15,0-2 0 0,0 2 0 0,0 0 0 16,0 0 0-16,-1 0 0 0,1 0 0 0,0 0 0 16,0 0 0-16,0 0 0 0,0 0 0 0,0 0 0 15,0 0 0-15,0 0 0 0,1 0 0 0,-1 0 0 16,0 0 0-16,1 0 0 0,-1 0 0 0,0 0 0 15,1 0 0-15,0 0 0 0,0 0 0 0,-1 0 0 16,0 0 0-16,0 0 0 0,1 0 0 0,-1-2 0 16,1 1 0-16,-1 1 0 0,0 0 0 0,0 0 0 0,0 0 0 15,0 0 0-15,-1 0 0 0,1 0 0 0,0 0 0 0,0 0 0 16,0 0 0-16,0 0 0 0,0 0 0 0,-1 0 0 16,1 0 0-16,1 0 0 0,-1 0 0 0,0 0 0 15,0 0 0-15,0 0 0 0,0 0 0 0,0 0 0 16,1-2 0-16,-1 2 0 0,1 0 0 0,-1-1 0 15,1 0 0-15,0 1 0 0,0-2 0 0,0 2 0 16,0-2 0-16,0 1 0 0,0 1 0 0,0-2 0 16,0 2 0-16,-1 0 0 0,0 0 0 0,0 0 0 15,0 0 0-15,-1 0 0 0,0 2 0 0,0-2 0 16,0 1 0-16,0 1 0 0,-1-2 0 0,1 2 0 16,-1 0 0-16,0 0 0 0,0-2 0 0,0 3 0 15,-1 0 0-15,-1 1 0 0,2-1 0 0,-2 1 0 16,0 2 0-16,0 0 0 0,0 0 0 0,0 2 128 0,-1-1-128 15,0 3 0-15,-1 2 128 0,1 0-128 0,-1 2 0 0,0 1 128 16,-2 1-128-16,1 3 0 0,-2-1 0 0,-1 0 0 16,1 3 0-16,-1 0 0 0,-1 1 0 0,0-2 0 15,-1 2 0-15,2-5 0 0,2 1 0 0,0-1 0 16,3-3 0-16,-1 0 0 0,6-14 0 0,-5 27 0 16,5-27 0-16,0 0 0 0,0 0 0 0,7 33 0 15,-7-33 0-15,0 0 0 0,0 0 0 0,0 0 0 16,33 15 0-16,-33-15 0 0,0 0 0 0,26-6 0 15,-26 6 0-15,18-9 0 0,-9 1 0 0,2 0 0 16,-2 0 0-16,1-2 0 0,1-2 0 0,1-2 0 0,-1 0 0 16,0 0 0-16,0-2 0 0,-1-1 0 15,0 0 0-15,-1-1 0 0,-3 3 0 0,0-2 0 0,-2 1 0 0,0-3 0 16,-1-2-144-16,-1 1 144 0,-2 2 0 0,0 1 0 16,0 2 0-16,0 4 0 0,-1 1 0 0,1 2-128 15,-1 2 128-15,1 2 0 0,0 1 0 0,1 3 0 16,0 0 0-16,1 0 0 0,2 0 0 0,-4 0 0 15,0 0 0-15,0 0 0 0,38 0 0 0,-38 0 0 16,37-5 0-16,-14 1 0 0,3 0 0 0,2-2 0 16,2 0 0-16,-1-2 0 0,1 1-192 0,2-3 32 15</inkml:trace>
  <inkml:trace contextRef="#ctx0" brushRef="#br1" timeOffset="69003.78">21393 10272 3679 0,'0'-2'320'0,"0"2"-320"0,1-1 0 0,-1 0 0 16,0 1 1536-16,0 0 256 0,0 0 32 0,1 0 16 16,-1 0 400-16,0-2 64 0,1 2 32 0,-1 0 0 15,0 0-336-15,0 0-64 0,0 0-16 0,0 0 0 16,0 0-736-16,0 2-160 0,1-2-16 0,-1 1-16 15,1 0-224-15,0-1-32 0,1 0-16 0,1 2 0 16,0-2-144-16,0 0-48 0,3-2 0 0,-1 1 0 16,2-2-176-16,0 0-32 0,3-2-16 0,0-2 0 15,1 0 16-15,0-2 16 0,1 0 0 0,0 1 0 16,1-2-336-16,-2-1 144 0,-1 4-144 0,-1-3 0 0,-1 3 0 0,-2 0 0 16,-2-2 0-16,0 2 0 0,-1 1 0 15,-1 2 0-15,0-1 0 0,-2 0 0 0,-1 1 0 0,-1-1 0 16,-1 2 0-16,0 0 0 0,0 2 0 0,0-2 0 15,-1 1 0-15,1 2 0 0,0-2 0 0,0 1 0 16,1 2 0-16,0 1 0 0,1 0 0 0,-1-1 0 16,1 2 0-16,0 0 0 0,0 2 224 0,1 0-64 15,-1 2-16-15,0 0 0 0,1-7 112 0,0 0 0 16,-2 29 16-16,2-29 0 0,-2 26-64 0,2-26-16 16,-2 31 0-16,2-31 0 0,-1 35-192 0,1-35 144 15,-2 38-144-15,2-38 128 0,-2 36-128 0,2-36 0 16,0 35 0-16,0-35 0 0,0 33 0 0,0-33 0 15,0 30 0-15,0-30 0 0,0 32 0 0,0-32 0 0,-4 31 0 16,4-31 0-16,-5 30 0 0,2-15 0 0,-1 0 0 16,-2 1 0-16,1-2 0 0,-3-2 0 0,1 2 0 0,-2-4 0 15,1-1 0-15,0 0 0 0,-1-1 0 0,2-4 0 16,1-1 0-16,-1-1 128 0,1-4-128 0,1-1 0 16,0-1 0-16,1-6 0 0,1 0 0 0,1-2-17168 15</inkml:trace>
  <inkml:trace contextRef="#ctx0" brushRef="#br1" timeOffset="74872.44">2498 11577 4607 0,'0'-3'400'0,"0"1"-400"0,0-2 0 0,0 3 0 15,0-2 1024-15,0 1 128 0,0-4 32 0,0-3 0 16,0-2 288-16,0-1 64 0,-2 0 16 0,1 3 0 16,0 2 112-16,0 0 0 0,0 4 16 0,0 1 0 15,0 1 32-15,-1 2 0 0,2 2 0 0,-1 2 0 16,0 1-624-16,0 5-112 0,1 2-16 0,0 4-16 15,0 4-464-15,0 1-96 0,1 6 0 0,0 0-16 16,1 4-192-16,0 0-48 0,0 4 0 0,0-5 0 16,-1 0 0-16,1-2 0 0,0 0 0 0,-1-2 0 15,1-4-128-15,0-3 0 0,-1-5 0 0,0-2 0 16,0-6 0-16,-1-1 0 0,0-5 0 0,0-1-176 16,0-1-384-16,0-4-80 0,0-2 0 0,0-4-12976 15</inkml:trace>
  <inkml:trace contextRef="#ctx0" brushRef="#br1" timeOffset="75160.25">2436 11494 9215 0,'-1'-5'816'0,"1"2"-656"16,0 3-160-16,1-2 0 0,0 2 1344 0,0 0 256 16,1-2 32-16,2-3 16 0,1 0 272 0,4 1 64 15,1 1 16-15,0 1 0 0,2-1-848 0,-12 3-192 16,0 0-16-16,41 0-16 0,-41 0-544 0,0 0-96 15,46 12-32-15,-46-12 0 0,0 0 112 0,40 26 16 16,-40-26 0-16,0 0 0 0,26 36-160 0,-21-26-32 16,-2 1 0-16,-3 1 0 0,-2 0 272 0,-3-2 48 15,-1 1 16-15,-4 1 0 0,-1 0-16 0,-4 2-16 0,0 0 0 0,-2-2 0 16,-1-1-272-16,0 0-48 0,0-2-16 0,0 0 0 16,0-1-160-16,0-1 0 0,1 0 0 0,0-3 128 15,2 2-128-15,1-3 0 0,3-2 0 0,2 1 0 31,2-2-768-31,3-2-64 0</inkml:trace>
  <inkml:trace contextRef="#ctx0" brushRef="#br1" timeOffset="76343.28">3260 11446 5519 0,'-1'0'496'0,"0"0"-496"16,0 0 0-16,0 0 0 0,1 0 1184 0,-2 0 144 15,0 0 16-15,-1-1 16 0,-2 1 144 0,0-1 32 16,-1 1 0-16,0 0 0 0,1 0-128 0,-1 0-32 16,1 0 0-16,0 1 0 0,1 0 16 0,0 1 0 15,0 1 0-15,0 2 0 0,1-1-400 0,-1 2-80 0,-1 3-16 0,1 2 0 16,-1 4-256-16,0 4-64 0,1 3-16 0,-1 3 0 16,0-1-160-16,2 4-16 0,0 2-16 0,1 2 0 15,1-1-160-15,0-1-16 0,2-1-16 0,0-6 0 16,2 1-48-16,-1-5-128 0,1-2 192 0,-3-17-64 15,0 0-128-15,16 34 0 0,-16-34 0 0,0 0 0 16,0 0 0-16,0 0 0 0,0 0 0 0,48 16 0 16,-39-18-192-16,-9 2 16 0,0 0 16 0,36-8 0 15,-36 8-1472-15,27-7-288 0,-27 7-64 0,26-7-10624 16</inkml:trace>
  <inkml:trace contextRef="#ctx0" brushRef="#br1" timeOffset="76709.82">3440 11624 13823 0,'-5'-5'608'0,"2"3"128"0,1 0-592 0,0 1-144 16,0 1 0-16,1 1 0 0,-1 1 1008 0,-1 0 160 15,-2 3 48-15,-2 0 0 0,0 6 192 0,0 1 32 16,1 2 16-16,1 3 0 0,2 0-560 0,1 2-96 15,2 0-32-15,0-3 0 0,1 1-368 0,2 0-80 16,-3-17 0-16,0 0-16 0,17 33-176 0,-17-33-128 16,0 0 144-16,0 0-144 0,0 0 0 0,42 12 0 15,-33-15 0-15,1-4 0 0,0-4 0 0,0-1 0 0,0-3 0 16,-1 1 0-16,0-2 0 0,-1 1 0 0,0-1 0 16,0-1 0-1,-3 3-304-15,0 0-96 0,-1-1-32 0,-3 3 0 0,0-2 32 0,-3 2 0 0,-1 1 0 0,-4 2 0 16,-1 1 400-16,-3 3 0 0,0 0 0 0,-2 3 0 15,0 1 192-15,0 2 0 0,-1 2 16 0,1 2 0 16,1 1 64-16,1 0 16 0,1 0 0 0,2 1 0 16,1-2-528-16,1 2-96 0,3 0-32 0,2 1-11024 15</inkml:trace>
  <inkml:trace contextRef="#ctx0" brushRef="#br1" timeOffset="77252.69">4037 11581 10127 0,'-2'-5'896'0,"1"2"-704"16,0 0-192-16,0 3 0 0,0 0 1440 0,1-2 256 16,-3-1 48-16,-2-1 16 0,-1-2 112 0,-3 2 32 0,2 1 0 0,-2 3 0 15,0 2-784-15,-1 3-160 16,2 1-16-16,-2 1-16 0,2 1-160 0,1 0-16 0,-1 1-16 0,1 0 0 15,-2 3-96-15,-1 2-32 0,2 1 0 0,0-3 0 16,2 0-240-16,0-1-48 0,3-1-16 0,-1 0 0 16,2-3-176-16,2 0-128 0,2 0 192 0,1-2-192 15,1-1 0-15,2 1 0 0,-6-5 0 0,0 0 0 16,0 0 0-16,0 0 0 0,50 15 0 0,-50-15-144 16,0 0 144-16,44 6 0 0,-44-6-144 0,0 0 144 15,40 8 0-15,-40-8-144 0,0 0 144 0,0 0 0 16,0 0 0-16,40 16 0 0,-36-9 0 0,-3-1 0 15,-1 1 0-15,-3-1 0 0,0 2 0 0,-2-1 0 16,-1 0 0-16,-3 0 0 0,-1 1 0 0,-2-2 0 0,-1-1 256 16,-1-1-64-16,2-1 0 0,-2 2 0 0,0-3 192 15,1-1 48-15,0-1 0 0,2 0 0 0,3 0-288 0,0-1-144 16,3-4 160-16,0 1-160 0,3 1 0 0,1-2-128 16,3 1-16-16,3 1-10160 15,0-1-2048-15</inkml:trace>
  <inkml:trace contextRef="#ctx0" brushRef="#br1" timeOffset="77684.6">4278 11730 16575 0,'6'-6'736'0,"-3"1"160"0,-1 0-720 0,-1 3-176 16,0 0 0-16,-1 1 0 0,0-1 1504 0,-1-1 272 0,0 1 48 0,-1 0 16 15,-2 0-208-15,-1 5-32 0,0 1-16 0,0 4 0 16,-1 3-704-16,1-1-144 0,0 4-32 0,1 2 0 15,0 3-288-15,2-2-64 0,0-1-16 0,3 0 0 16,0-3-176-16,2-3-32 0,-3-10-128 0,0 0 192 16,0 0-192-16,0 0 0 0,0 0 0 0,42 15 0 15,-33-19 0-15,2-3 0 0,1-2 0 0,-1-1 0 16,-1 0 0-16,0-2 176 0,2 0-32 0,-1 0 0 16,-2-2-144-16,-1 2 160 0,1 1-160 0,-4 1 160 15,1 1-160-15,-2 1 0 0,-1 0 0 0,0 2 0 16,-1 2 0-16,-1 1 0 0,0-1 0 0,-1 3 0 15,0 1 0-15,0 0 0 0,0 0 0 0,-1 1 0 16,1 3 0-16,-1-1 0 0,1-1 0 0,-1 3 0 16,1 0 0-16,-1-1 0 0,0 4 0 0,1-2 0 0,0 2 0 15,1-1 0-15,0 2 0 0,0 2 0 0,1 2 240 0,-1-3-48 16,1 1 0-16,1-1 0 0,-3-10 272 0,0 0 48 16,0 0 16-16,19 33 0 0,-19-33-336 0,0 0-64 15,0 0 0-15,0 0-128 0,0 0 0 0,0 0 0 16,46 12 0-16,-37-17 0 0,1-1-320 0,1-2-32 15,0-1 0-15,0-1-10288 16,1-2-2064-16</inkml:trace>
  <inkml:trace contextRef="#ctx0" brushRef="#br1" timeOffset="77978.6">4729 11707 5919 0,'4'-6'528'0,"-3"3"-528"0,1 0 0 0,-1-1 0 15,0 3 0-15,0-1 0 0,0 2 0 0,1-5 0 16,2 0 128-16,-1-1-128 0,1 0 192 0,-1 0-48 16,0 1 3408-16,-1 0 672 0,-1 3 144 0,0-1 48 15,-1 1-2336-15,0-1-464 0,0 3-80 0,-2-2-32 16,1 2-64-16,-1-1-16 0,-1 1 0 0,-1 0 0 16,1 0-576-16,-1 1-112 0,-1 1-32 0,0 3 0 15,-1 0-256-15,-1 2-48 0,1 0-16 0,-1 1 0 16,2 3-128-16,-2 1-48 0,1 2 0 0,0-1 0 15,1 3-208-15,0-2 144 0,2-1-144 0,2-1 128 16,1-1-128-16,1-2 0 0,2 0 0 0,1-3 0 16,-4-6 0-16,0 0 0 0,0 0-128 0,0 0 128 0,0 0-256 15,43 12 32-15,-43-12 0 0,0 0 0 16,33-8-1920-16,-33 8-384 0,25-7-80 0,-25 7-10992 16</inkml:trace>
  <inkml:trace contextRef="#ctx0" brushRef="#br1" timeOffset="78219.46">5043 11603 8287 0,'2'-7'368'0,"-1"2"80"0,-1 0-448 0,0 4 0 15,-1 0 0-15,0 1 0 0,-1 0 1904 0,0 0 288 16,-3 0 64-16,-1 2 16 0,-1 3-224 0,-2 0-32 16,0 1-16-16,1 3 0 0,0-1-848 0,0 2-192 0,1 1-16 0,0-1-16 15,1 2-352-15,1 0-80 16,1 0-16-16,2 0 0 0,0-1-240 0,2 1-48 0,1-3-16 0,1 0 0 15,0-3-176-15,1 1 0 0,2 0 0 0,-5-7 0 16,0 0 0-16,0 0 0 0,0 0 0 0,0 0 0 31,48 19-672-31,-48-19-16 0,0 0 0 0,0 0-11600 0</inkml:trace>
  <inkml:trace contextRef="#ctx0" brushRef="#br1" timeOffset="78551.25">5174 11702 11967 0,'1'3'528'0,"-1"-1"112"16,0 0-512-16,1-2-128 0,-1 0 0 0,1 1 0 16,0 1 1520-16,1-2 272 0,1 1 48 0,3 0 16 15,1-1-128-15,2-1-32 0,0-2 0 0,1 0 0 0,1-2-768 0,-1-1-160 16,2 0-16-16,-1-1-16 0,-1-1-464 0,0 0-80 16,0-1-32-16,0 0 0 0,-2 0-160 0,-1 0 0 15,0 0 0-15,-3 1 0 0,0-1 0 0,-2 0 0 16,-1 1 0-16,-3 1 0 0,0 2 0 0,-1 1 0 15,-3-1 0-15,-1 2 0 0,-1 2 128 0,-1 2-128 16,-1 0 0-16,-1 4 128 0,3-2 224 0,0 1 32 16,-1 5 16-16,1-1 0 0,2 0 64 0,-1 1 16 15,2 2 0-15,1 1 0 0,0 2-16 0,1-2 0 16,1 2 0-16,2-2 0 0,0 0-80 0,1-1-32 16,2-1 0-16,-3-10 0 0,0 0-64 0,0 0-16 15,0 0 0-15,0 0 0 0,41 31-272 0,-41-31 160 0,0 0-160 0,37-3 128 16,-37 3-128-16,29-7-144 0,-13 1 144 0,-2 0-10560 15,-1-1-2000-15</inkml:trace>
  <inkml:trace contextRef="#ctx0" brushRef="#br1" timeOffset="78865.72">5616 11574 10127 0,'11'-6'448'0,"-5"2"96"0,0 2-544 0,-3 0 0 0,-1 2 0 0,-1 0 0 15,0-2 1920-15,0 2 288 0,1-2 48 0,0 1 16 16,-2 1 128-16,-3 0 32 0,-2 0 0 0,0 3 0 15,-3-1-784-15,-1 1-160 0,0 2-16 0,-1 1-16 16,-1 2-432-16,1-1-96 0,1 2-16 0,1-2 0 16,0 0-592-16,3 0-112 0,0 0-16 0,1 1-16 15,2-2-176-15,1-1 0 0,1 0 0 0,2 2 0 0,1-4 0 0,1 1 0 16,0-2 0-16,2 1 0 0,-6-3 0 0,0 0 0 16,0 0 0-16,0 0 0 0,41 9-144 0,-41-9 144 15,0 0 0-15,0 0 0 0,0 0 0 0,0 0-128 16,43 22 128-16,-39-20 0 0,0 3 0 0,-1 0 0 15,-2-3 0-15,-1 1 0 0,0 1 0 0,-1-1 0 16,-2 1 0-16,-1-1 0 0,-1 2 0 0,-2-1 0 16,-1 1 0-16,-2-2 0 0,1 1 0 0,-1 1 128 15,1-2-128-15,-2 1 0 0,4 0 0 0,1-1 0 16,0-1 0-16,1-2 0 16,3 0-416-16,-1 0-80 0,4-4-16 0,1 1-14992 0</inkml:trace>
  <inkml:trace contextRef="#ctx0" brushRef="#br1" timeOffset="79186.21">5838 11564 11967 0,'1'-2'528'0,"0"1"112"0,0 0-512 0,-2-1-128 0,1 2 0 0,-1 0 0 16,0 0 1424-16,-1 0 256 0,0 0 48 0,-1 0 16 15,-3 0-528-15,1 2-128 0,-2 0 0 0,1 0-16 16,-1 2-368-16,1 1-64 0,-1 1 0 0,1 0-16 15,0 0-112-15,1 1-32 0,2-3 0 0,0 2 0 16,0 0-256-16,1-1-48 0,1 0-16 0,0 2 0 16,2-2-160-16,1-1 160 0,1 1-160 0,2-1 160 15,-1 2-160-15,2-3 128 0,-6-3-128 0,0 0 128 0,0 0-128 0,0 0 0 16,0 0 0-16,40 25 0 0,-40-25 0 16,0 0-144-16,0 0 144 0,0 0 0 0,0 0 0 0,30 33-128 15,-27-27 128-15,-3 0 0 0,0 2 0 0,-1-2 0 16,-2 0 0-16,1 0 0 0,-2 0 0 0,0-1-160 15,0-1 160-15,-1 0-128 16,-1-1-576-16,1-1-96 0,0-2-32 0,1 0-10160 16</inkml:trace>
  <inkml:trace contextRef="#ctx0" brushRef="#br1" timeOffset="79539.85">5903 11666 16575 0,'3'1'736'0,"-1"1"160"0,-1-2-720 0,1 1-176 0,-1-1 0 0,1 0 0 16,1 0 1520-16,1 0 272 0,3 0 48 0,-7 0 16 16,0 0-432-16,38-6-80 0,-22 2 0 0,-1-3-16 15,-1 2-464-15,-1-3-96 0,0 2 0 0,-1-2-16 16,-2 1-400-16,-1-1-80 0,-1 0-16 0,-1 1 0 16,-2 0-256-16,-2 2 0 0,-2-2 0 0,-2 3 0 15,-1 1 0-15,-1 0 0 0,-4 1 0 0,0 1 0 16,-2 1-576-16,-2 0 0 0,1 3-16 0,-1-2 0 15,-2 3 96-15,1 0 32 0,2 1 0 0,0 2 0 16,0 1 240-16,1-2 48 0,2 3 16 0,1-1 0 16,1-1 160-16,1 1 0 0,-1 1 0 0,1 3 0 15,3-1 384-15,0 1 16 0,1 0 0 0,1 0 0 16,-1-12 224-16,0 0 32 0,0 0 16 0,25 32 0 0,-25-32-208 0,0 0-32 16,0 0-16-16,49 6 0 0,-49-6-416 15,32-7 0-15,-14 2 0 0,-18 5 0 16,35-7-1152-16,-16 0-224 0,0 2-32 0,0-3-11616 15</inkml:trace>
  <inkml:trace contextRef="#ctx0" brushRef="#br1" timeOffset="79824.73">6464 11543 5519 0,'6'-4'240'0,"-4"1"64"0,0 2-304 0,-2 0 0 16,0-1 0-16,-1 2 0 0,-1 0 1808 0,-1-2 304 15,-2 1 64-15,-3 1 16 0,-2 1 368 0,-3 1 64 16,1 0 0-16,-1 2 16 0,1 2-608 0,-1 0-128 15,2 2-32-15,0-2 0 0,3 2-576 0,0-1-112 0,2 0-32 0,2 0 0 16,1 0-560-16,2-1-112 0,0 0-32 0,2 1 0 16,0-2-160-16,2 0-32 0,-3-5-16 0,0 0 0 15,0 0-48-15,0 0 0 0,35 37 0 0,-35-37 0 16,0 0-16-16,0 0-16 0,38 34 0 0,-38-34 0 16,0 0-32-16,0 0-128 0,35 38 192 0,-35-38-64 15,0 0-128-15,0 0 0 0,19 30 0 0,-18-22 0 16,0-3 0-16,-3 2 0 0,0-3 0 0,-2 2 0 15,-2-1 0-15,-1-1 0 0,-2 1 128 0,-3-1-128 16,0-2 0-16,-2-1 0 0,0 3 0 0,-1-1-16928 16</inkml:trace>
  <inkml:trace contextRef="#ctx0" brushRef="#br1" timeOffset="80238.28">7071 11570 19343 0,'2'2'1728'0,"1"-1"-1392"0,-1 0-336 0,0-1 0 16,0 0 1616-16,0 0 256 0,2 0 48 0,-4 0 16 16,0 0-368-16,0 0-80 0,43 2-16 0,-43-2 0 15,0 0-944-15,0 0-192 0,36 0-32 0,-29-2-16 16,0 2-288-16,-1-2 0 0,0 0 0 0,-1-1 0 16,-2 3-1280-16,-1-2-352 0</inkml:trace>
  <inkml:trace contextRef="#ctx0" brushRef="#br1" timeOffset="80407.42">7088 11678 911 0,'-3'5'0'0,"2"-2"0"15,0-1 0-15,0 0 0 0,1 1 1696 0,-1-1 256 16,1 1 48-16,0 1 16 0,-1 4 544 0,0 3 96 16,0 1 32-16,0 2 0 0,1-1-576 0,-1 0-128 15,0-1 0-15,0 0-16 0,0-2-1120 0,1-1-208 16,0-1-64-16,1-2 0 0,1-3-576 0,1-1-192 15,1 0 0-15,0-4-11616 0</inkml:trace>
  <inkml:trace contextRef="#ctx0" brushRef="#br1" timeOffset="80752.56">7282 11624 11055 0,'1'0'480'0,"0"0"112"0,0 2-464 0,-1-1-128 0,0 1 0 0,0 1 0 16,0 1 1792-16,0 3 320 0,-1 3 80 0,0 6 16 15,-1 3-224-15,-1 2-64 0,0-2 0 0,-1 3 0 16,1-1-592-16,-1-2-128 0,3 0-32 0,-1-4 0 16,-1-2-528-16,2-5-96 0,1-1-32 0,-1-4 0 15,1-2-336-15,0-2-176 0,0-2 160 0,0-2-160 16,2 0 320-16,-1-4-48 0,1-1 0 0,0-2 0 16,0-2 16-16,1 0 0 0,2-1 0 0,-2 1 0 15,2 0-288-15,0 0 0 0,1 0 0 0,0 0 0 0,0 2 0 16,1 0 0-16,-1 2 0 0,1 3 0 0,-1 0 0 0,2 2 0 15,0 0 0-15,0 3 0 0,0 1 0 0,-8 1 0 16,0 0 0-16,0 0 0 0,0 0 0 0,35 32 0 16,-35-32 0-16,0 0 0 0,16 40 0 0,-16-40 160 15,7 31-160-15,-7-31 128 0,6 33-128 0,-4-20 128 16,-2-13-128-16,0 0 128 0,9 32-128 0,-9-32 0 16,0 0 0-16,0 0-15440 0</inkml:trace>
  <inkml:trace contextRef="#ctx0" brushRef="#br1" timeOffset="81592.36">7864 11556 8287 0,'0'-1'736'0,"0"1"-592"0,0 0-144 0,0 0 0 16,0 0 1664-16,0 0 288 0,0-2 64 0,0 2 16 15,1-3 320-15,0 1 64 0,0 1 16 0,2-2 0 16,0 0-240-16,1 0-32 0,2 1-16 0,0 0 0 16,1-2-736-16,0 1-128 0,3 0-48 0,0 1 0 0,-10 2-544 0,0 0-112 15,38 0-32-15,-38 0 0 0,0 0-320 0,0 0-64 16,42 13-16-16,-42-13 0 15,0 0-144-15,0 0 0 0,28 35 0 0,-28-35 128 0,0 0-128 0,8 30 0 16,-9-18 0-16,-2 0 0 0,-2 1 0 0,0-1 0 16,-3 1 0-16,0-1 0 0,-1-2 0 0,0 1-144 15,-2 1 144-15,0-3 0 0,1 1-272 0,-1 0 48 16,-1-3 16-16,2 2 0 16,0-4-352-16,2 0-64 0,1-1-16 0,1 1 0 0,1-2 384 0,2 0 64 15,2 0 0-15,0-2 16 0,3 1 176 0,1 0 0 16,0-2 0-16,-3 0 0 0,0 0 0 0,0 0 0 15,38 0 0-15,-38 0 128 0,0 0 224 0,48 3 48 16,-48-3 16-16,37 2 0 0,-37-2-80 0,37 0-16 16,-37 0 0-16,40 0 0 0,-40 0-320 0,39-2 0 15,-39 2 0-15,45-5-11152 16,-45 5-2352-16</inkml:trace>
  <inkml:trace contextRef="#ctx0" brushRef="#br1" timeOffset="82027.75">8465 11686 12895 0,'0'0'1152'0,"0"2"-928"15,0-2-224-15,1 0 0 0,0 0 1024 0,0 0 144 16,0 0 48-16,2 2 0 0,2 1 192 0,1-1 64 16,-6-2 0-16,0 0 0 0,0 0-224 0,0 0-32 0,44 3-16 0,-44-3 0 15,24-5-432-15,-11 0-96 16,0 3-16-16,-1-3 0 0,0 0-656 0,-1 0 0 0,0 0-176 0,-2-1 48 31,0-1-1984-31,-3 2-400 0,0-2-80 0,-1 2-7600 0</inkml:trace>
  <inkml:trace contextRef="#ctx0" brushRef="#br1" timeOffset="82230">8626 11563 3679 0,'-6'-5'160'0,"2"2"32"0,0 1-192 0,1 0 0 0,2 1 0 0,0 2 0 15,-1 1 1568-15,0-2 272 0,-2 3 48 0,-2 2 16 16,0 1-128-16,0 3-32 0,1 3 0 0,-2 2 0 16,3 4-48-16,-2 2-16 0,1 0 0 0,1 3 0 15,0-2-288-15,-1 1-64 0,2-1-16 0,0-2 0 0,1 0-224 0,1-2-64 16,1-3 0-16,1-4 0 15,-1-10-320-15,0 0-64 0,0 0 0 0,0 0-16 0,0 0-432 0,0 0-192 16,38 18 160-16,-29-22-160 0,1 1 0 0,-1-5 0 16,1 0-128-16,1 1-9856 15,1-4-1952-15</inkml:trace>
  <inkml:trace contextRef="#ctx0" brushRef="#br1" timeOffset="82599.58">8711 11695 3679 0,'0'0'320'0,"0"1"-320"16,1-1 0-16,0 0 0 0,0-1 2320 0,0 1 400 16,2 0 80-16,0-2 16 0,3-1-336 0,1 1-64 0,2-2-16 0,-1-1 0 15,0 2-1152-15,1-2-224 0,0 3-64 0,-1-1 0 16,0 1-272-16,0 2-64 0,0 2-16 0,-8-2 0 15,0 0-240-15,0 0-48 0,0 0-16 0,0 0 0 16,27 34-48-16,-26-22 0 0,-1-3 0 0,-2 3 0 16,1 0-96-16,-2-2-32 0,-2 1 0 0,1-1 0 15,-2-1-128-15,1 0 192 0,0-3-192 0,0 0 192 16,1-3 64-16,0-1 0 0,1 1 16 0,1-3 0 16,0 0 240-16,2-3 64 0,0 1 0 0,1-3 0 15,0 1-112-15,1-2-16 0,1-2 0 0,1 0 0 16,1-2-256-16,2-1-48 0,1 1-16 0,-1-1 0 15,3-1-128-15,-1-2 0 0,1 0 0 0,0 1 0 16,1-1 0-16,0 2-272 0,-2 0 64 0,0 1 16 16,0 1-496-16,0 3-80 0,0 0-32 0,-1-1 0 15,2 4-608-15,-3-1-128 0,1 1-32 0,-1 1-11296 16</inkml:trace>
  <inkml:trace contextRef="#ctx0" brushRef="#br1" timeOffset="83083.36">9084 11686 18431 0,'3'0'816'0,"0"0"160"0,0 0-784 0,0 0-192 15,-1 0 0-15,0-2 0 0,0 1 1824 0,2-1 320 16,3-3 64-16,2-1 16 0,1 0-544 0,0-1-96 16,-2 0-32-16,-1 0 0 0,-1 1-800 0,-1 0-176 0,-1 1-16 0,-2 1-16 15,0-1-336-15,-1 2-64 0,-2-1-16 0,-1 1 0 16,-2 2-128-16,0 0 0 0,-2 1 0 0,0 0 0 15,-1 2 0-15,0 1-176 0,-3 1 176 0,-2 2-192 32,1 2-288-32,-1 2-64 0,0 0-16 0,1 2 0 0,1 0 208 0,0 2 32 0,0-2 16 0,2 2 0 15,1 2 304-15,0-2 0 0,2-2 0 0,2 0 144 16,2 0 112-16,1-2 32 0,0-10 0 0,0 0 0 16,0 0 160-16,0 0 16 0,0 0 16 0,0 0 0 15,42 18-256-15,-31-22-48 0,0-4-16 0,1-1 0 16,1 0-160-16,-1-3 192 0,0 0-192 0,-2 0 192 15,0 2-192-15,0 1-192 0,-1 0 32 0,-2-1 16 16,-1 3-160-16,-2 0-16 0,1 2-16 0,-2-2 0 0,0 5 208 16,-2-1 128-16,0 2-160 0,-2 2 160 0,1 0 0 15,-2 2 0-15,0 1 0 0,-1 3 0 0,1 0 448 0,-1 2 16 16,2 1 16-16,-1-1 0 0,1 1 32 0,1-1 16 16,0 3 0-16,2-4 0 0,-2-8-208 0,0 0-32 15,0 0-16-15,17 32 0 0,-17-32-112 0,0 0-32 16,0 0 0-16,0 0 0 0,45 6-128 0,-35-10 0 15,1-2 0-15,0 1 0 0,-1-1 0 0,0 0 0 16,0-1 0-16,0-2 0 16,-1 4-512-16,-1 0-128 0,-1-1-16 0,1 0-16 15,0 1-1120-15,-1 3-240 0,-2-3-32 0,0 1-11696 0</inkml:trace>
  <inkml:trace contextRef="#ctx0" brushRef="#br1" timeOffset="83930.82">9018 11461 2751 0,'0'-1'256'0,"0"1"-256"16,1-2 0-16,-1 2 0 0,1 0 2304 0,0-2 432 16,0 2 80-16,2-2 0 0,0-1-384 0,2 0-64 15,1-1-32-15,1-1 0 0,0 0-1184 0,0 3-256 0,-2 0-32 0,1 0-16 16,0 2-640-16,-2 2-208 0,1-2 128 0,-1 3-11024 15</inkml:trace>
  <inkml:trace contextRef="#ctx0" brushRef="#br1" timeOffset="84102.93">9023 11577 10127 0,'-3'7'448'0,"1"-3"96"0,0 2-544 0,0-1 0 0,1-2 0 0,0 0 0 16,-1 2 1248-16,-2 4 144 0,-1 4 16 0,-4 5 16 15,-1 6 240-15,0 0 32 0,1-3 16 0,1 0 0 16,0-2-640-16,0-2-128 0,4-5-32 0,0 0 0 16,2-5-608-16,1 0-128 0,2-2-32 0,1-1 0 15,1-1-1104-15,0-1-208 0,2-4-48 0,2 0-8768 16</inkml:trace>
  <inkml:trace contextRef="#ctx0" brushRef="#br1" timeOffset="84969.74">9589 11418 6447 0,'0'-8'576'0,"-1"4"-576"0,0 0 0 0,0 1 0 15,1 3 1648-15,-1 0 208 0,0 0 64 0,-1 0 0 0,-1 2 592 16,0 1 128-16,-2 1 32 0,-1 4 0 0,1 3-1024 0,-3 4-208 16,2 3-32-16,-2 1-16 0,1 2-384 0,-1 1-80 15,0 0-16-15,1 1 0 0,0-4-192 0,1 1-32 16,0 0-16-16,3-1 0 0,1-4-80 0,0-3-16 15,3 0 0-15,0-3 0 0,-1-9-384 0,0 0-192 16,0 0 160-16,0 0-160 0,0 0 0 0,0 0 0 16,0 0 0-16,0 0-160 15,43 11-1440-15,-35-15-272 0</inkml:trace>
  <inkml:trace contextRef="#ctx0" brushRef="#br1" timeOffset="85313.94">9754 11555 17503 0,'3'-2'768'0,"-1"-1"176"0,1 1-752 0,-2 0-192 0,0 2 0 0,0 0 0 16,-1-2 1984-16,1 0 352 0,1 1 80 0,-2-2 16 15,1 1-320-15,-2 1-64 0,0 1-16 0,-3 0 0 16,-1 3-768-16,-1 0-160 0,-2 2-16 0,-1 0-16 16,0 2-576-16,-2 2-112 0,0 0-32 0,-2 1 0 15,1 2-192-15,0 0-32 0,0 0-128 0,3 0 192 16,1-1 0-16,1-3 0 0,3 2 0 0,3-4 0 15,1 0-64-15,1-3 0 0,1 0-128 0,3-1 192 16,-5-2-192-16,0 0 0 0,0 0 0 0,35-5 0 16,-35 5 0-16,24-6 0 0,-24 6 0 0,25-6 0 15,-25 6 0-15,0 0 0 0,0 0 0 0,40 6 0 16,-40-6 0-16,0 0 0 0,0 0 0 0,4 26 0 16,-10-17 0-16,-3 3 0 0,-2 2 0 0,-2-2 0 0,-1 2 0 15,-1-2 0-15,0 0 0 0,0-1 0 0,-2 1 0 16,0-2 0-16,1-3 0 0,2-1 0 0,3-3 0 0,-1 0 0 15,1-1 0-15,1-1 0 16,3-2-560-16,0-1-96 0,3-1-32 0,3-1-16464 16</inkml:trace>
  <inkml:trace contextRef="#ctx0" brushRef="#br1" timeOffset="85806.45">9979 11439 14735 0,'1'-2'1312'0,"0"2"-1056"15,0 0-256-15,0 0 0 0,0 0 2176 0,0 0 368 16,3 2 80-16,-4-2 0 0,0 0 96 0,0 0 16 16,0 0 0-16,48 24 0 0,-48-24-1264 0,0 0-256 15,37 34-64-15,-37-34 0 0,0 0-576 0,28 41-112 16,-28-41-16-16,0 0-16 0,17 48-256 0,-17-48-48 16,3 33-128-16,-6-15 192 0,-3 0-192 0,-3-1 0 15,-1 1 128-15,-4 1-128 0,-2-2 0 0,-1-1 0 16,-1-1 0-16,-1 1 0 15,-1-3-336-15,-1 1-112 0</inkml:trace>
  <inkml:trace contextRef="#ctx0" brushRef="#br1" timeOffset="86570.23">10483 11638 4607 0,'-1'-1'400'0,"-1"1"-400"0,1 0 0 0,0 0 0 0,1 0 1456 0,0 0 208 16,-1 0 32-16,0 0 16 0,1 1 864 0,-1-1 176 15,1 2 48-15,0-1 0 0,0-1-400 0,2 2-80 16,2-2-16-16,0 2 0 0,4-2-640 0,0-2-128 16,3 2-16-16,2-3-16 0,-13 3-560 0,28-4-112 15,-12 2-32-15,-16 2 0 0,35-5-336 0,-16 2-64 16,-19 3-16-16,33-2 0 0,-33 2-384 0,30 0 0 15,-30 0 128-15,0 0-128 0,32 2 0 0,-24-2 0 16,1 0 0-16,-3 1 0 16,0-1-1680-16,-1 0-272 0</inkml:trace>
  <inkml:trace contextRef="#ctx0" brushRef="#br1" timeOffset="86771.18">10550 11752 10127 0,'-8'7'448'0,"3"-2"96"0,2 0-544 0,0-1 0 0,2-3 0 0,1 1 0 16,1 0 2048-16,-1 0 320 0,2 3 48 0,-2-5 16 16,0 0 576-16,0 0 112 0,0 0 16 0,39 17 16 15,-39-17-896-15,30-4-176 0,-30 4-32 0,35-4-16 16,-35 4-1296-16,31-6-256 0,-31 6-48 0,30-5-16 16,-30 5-416-16,28-7-256 0,-28 7 48 0,29-7-16944 15</inkml:trace>
  <inkml:trace contextRef="#ctx0" brushRef="#br1" timeOffset="87788.55">11375 11470 9215 0,'1'-2'816'0,"0"-1"-656"0,0 3-160 0,-1 0 0 15,0-2 1088-15,0 2 176 0,1-2 32 0,0-1 16 16,1 1 608-16,0 2 112 0,-1-3 16 0,0 3 16 15,0 0-608-15,-1 1-128 0,0 1-32 0,-1 2 0 16,1 2-368-16,-1 2-80 0,2 5-16 0,-1 3 0 16,0 3-64-16,0 3 0 0,-1 4-16 0,1 2 0 15,0 0-368-15,0 3-64 16,0 0 0-16,0-2-16 0,0 1-144 0,0-1-32 0,1-2 0 0,1-4 0 16,-2-23-128-16,3 35 0 0,-3-35 144 0,0 0-144 0,7 31 0 15,-4-26 0-15,-1-1 0 0,0-3 0 16,0-2-1472-16,0-1-272 0</inkml:trace>
  <inkml:trace contextRef="#ctx0" brushRef="#br1" timeOffset="88080.29">11385 11509 10127 0,'-3'-1'448'0,"2"1"96"0,0 0-544 0,1-2 0 0,0 2 0 0,1 0 0 16,1-3 1984-16,1 1 272 0,1-1 64 0,3-4 16 15,3-1 304-15,2-1 64 0,3-2 16 0,0 1 0 16,2-1-1040-16,-1 2-208 0,3 3-32 0,-2 1-16 16,-17 5-560-16,0 0-112 0,45 3-32 0,-45-3 0 15,0 0-528-15,0 0-192 16,36 38 144-16,-35-26-144 0,-4 2 0 0,-3 1 0 0,-4 3 128 0,-3-2-128 15,-2-1 0-15,-4 2 0 0,-2-1 0 0,-1 0 128 0,0-3-128 16,3-2 0-16,0-5 0 0,3-1 0 16,0-4-176-16,3-1-64 0,2-1-16 0,1 0-15680 15</inkml:trace>
  <inkml:trace contextRef="#ctx0" brushRef="#br1" timeOffset="89724.29">12040 11439 9215 0,'0'0'816'0,"-1"0"-656"15,1 0-160-15,0 0 0 0,0-2 736 0,-1 2 112 16,0-1 32-16,0 1 0 0,0-2 720 0,-1 1 160 15,-1 0 32-15,2-1 0 0,-2 0-128 0,0 1-32 16,1-1 0-16,-2 2 0 0,2 0-368 0,-1 0-80 16,-1 0-16-16,0 2 0 0,0-1-304 0,-2 3-64 15,2-2-16-15,-2 3 0 0,0 0-192 0,2 0-32 16,-2 4-16-16,0 1 0 0,-1 1-96 0,2 1 0 16,-1 3-16-16,1 1 0 0,0 3-64 0,-1 2-16 0,2 1 0 0,0-1 0 15,2 0-48-15,1 1-16 16,2-3 0-16,-1-19 0 0,6 34-48 0,-6-34-16 15,0 0 0-15,16 35 0 0,-16-35-96 0,0 0-128 0,0 0 176 0,36 30-176 16,-36-30 0-16,0 0 0 0,0 0 0 0,38 28 0 16,-38-28 0-16,0 0 0 0,0 0 0 0,0 0 0 15,37 32-368-15,-37-32-16 0,0 0-16 0,0 0-10784 16,0 0-2144-16</inkml:trace>
  <inkml:trace contextRef="#ctx0" brushRef="#br1" timeOffset="90216.39">12256 11512 911 0,'-2'0'0'0,"0"0"0"16,1-2 0-16,0 2 0 0,0 0 848 0,0 0 96 16,-1 2 16-16,-2-2 0 0,-2 0 0 0,2 0 16 15,-1 1 0-15,0 1 0 0,2-2 48 0,0 2 16 16,0-1 0-16,0 1 0 0,1 0 112 0,2-2 0 0,-2 2 16 0,1-1 0 15,0 1 112-15,1 0 32 0,0-2 0 0,0 1 0 16,2-1 208-16,0 0 32 0,2-1 16 0,2-1 0 16,0 0-32-16,2-1-16 0,-1 1 0 0,1-3 0 15,2 2-528-15,-1-1-96 0,0-1-32 0,2 2 0 16,1-1-256-16,-2-1-48 0,0 3-16 0,-1-3 0 16,-9 5-192-16,21-4-32 0,-21 4-16 0,0 0 0 15,29-1-112-15,-29 1-32 0,0 0 0 0,0 0 0 16,0 0-160-16,40 5 0 0,-40-5 0 0,0 0 128 15,0 0-128-15,0 0 0 0,0 0 0 0,0 0 0 16,0 0 0-16,34 5 0 0,-33-7 0 0,1 1 0 16,-1-1-512-16,-1 2 0 0,0-2 16 0,-1 2 0 15,0 0-1872-15,-1-2-368 0,0 2-80 0,-1-1-10608 16</inkml:trace>
  <inkml:trace contextRef="#ctx0" brushRef="#br1" timeOffset="91593.68">12261 11541 6447 0,'1'-3'576'0,"-1"1"-576"0,1 2 0 0,-1 0 0 15,0 0 976-15,1-1 96 0,0 0 16 0,1-3 0 16,0 1 656-16,1-2 144 0,-1 3 32 0,1-1 0 16,-1 1-304-16,0-1-48 0,1 1-16 0,-2 2 0 15,1-1-512-15,-1 0-96 0,1 1-32 0,-1 2 0 16,0 0-240-16,0 3-48 0,0 2-16 0,0 3 0 16,0 2 32-16,0 3 16 15,-1 3 0-15,0 2 0 0,-1 0-272 0,1 4-64 0,-1 2-16 0,-1 0 0 16,1-2-176-16,0 0-128 0,-1 1 192 0,2-3-192 15,-2-1 128-15,0-4-128 16,2-3 0-16,0-2 0 0,0-12 0 0,0 0 0 16,0 0 0-16,0 0 0 15,0 0-512-15,0 0-16 0,0 0 0 0,0 0-8640 0,0 0-1728 0</inkml:trace>
  <inkml:trace contextRef="#ctx0" brushRef="#br1" timeOffset="91785.31">12295 11714 4607 0,'-4'-2'192'0,"1"0"64"0,1 1-256 0,1 1 0 0,0 0 0 0,1 0 0 16,0 0 1632-16,0 0 288 0,-1 1 48 0,1 1 16 15,2-2 656-15,0 1 144 0,3-1 32 0,-5 0 0 0,0 0-416 0,0 0-80 16,31-6-16-16,-19 1 0 0,0 3-1152 0,0-3-224 16,0 0-48-16,2 1-16 0,-14 4-352 0,26-8-80 15,-26 8-16-15,24-6 0 0,-24 6-416 0,0 0 0 16,30-6 0-16,-30 6 0 15,0 0-1408-15,29-6-320 0</inkml:trace>
  <inkml:trace contextRef="#ctx0" brushRef="#br1" timeOffset="92051.99">12646 11522 12895 0,'0'-2'576'0,"0"2"112"0,1 0-560 0,0 0-128 16,0 0 0-16,1-2 0 0,0 2 1952 0,1-1 352 0,3 1 80 0,2-2 16 16,-8 2 864-16,0 0 160 0,35-5 32 0,-35 5 16 15,27-4-2528-15,-27 4-512 0,30-3-112 0,-30 3 0 16,32-3 176-16,-32 3 32 0,31-2 16 0,-31 2 0 16,28-1-336-16,-28 1-64 0,0 0-16 0,32-5 0 15,-32 5-128-15,0 0 0 0,0 0 0 0,28-5 0 16,-23 4-336-16,-3 1-48 0,0 0-16 0,-2-2 0 15,-1 2-2128-15,-2 0-416 0,0 2-96 0,-1-1-9936 16</inkml:trace>
  <inkml:trace contextRef="#ctx0" brushRef="#br1" timeOffset="92226.45">12800 11501 6447 0,'-2'2'272'0,"1"-2"80"0,0 1-352 0,1 1 0 15,-1-2 0-15,0 2 0 0,0 0 2016 0,0 3 336 16,-2 4 64-16,-1 3 16 0,0 7 192 0,-1 2 32 15,-1 2 16-15,2 2 0 0,-1 0-944 0,2 0-176 0,-1 1-32 0,0-2-16 16,1-3-704-16,1 0-144 0,2-4-16 0,-1-2-16 16,1-15-464-16,1 23-160 0,-1-23 0 0,0 0 144 31,0 0-1056-31,0 0-224 0</inkml:trace>
  <inkml:trace contextRef="#ctx0" brushRef="#br1" timeOffset="92439.46">12704 11701 14735 0,'4'0'640'0,"1"0"160"0,-5 0-640 0,0 0-160 0,0 0 0 0,0 0 0 0,0 0 1872 0,28-3 352 16,-28 3 64-16,29-7 16 0,-11 4-512 16,3-4-80-16,-1 2-32 0,-2-2 0 0,-2 2-960 0,-1-2-192 15,-1 2-32-15,-1-1-16 0,-3 1-480 0,0 0 0 16,1 0 0-16,-1-2 0 15,-1 2-960 1,-1 0-144-16,0 1-32 0,-1-1-11344 0</inkml:trace>
  <inkml:trace contextRef="#ctx0" brushRef="#br1" timeOffset="92702.97">13141 11432 20271 0,'1'2'896'0,"1"1"192"0,-2-3-880 0,0 0-208 0,0 0 0 0,0 0 0 15,0 0 2016-15,0 0 352 0,0 0 80 0,30 33 16 16,-30-33-480-16,0 0-112 0,35 36-16 0,-35-36 0 0,0 0-688 0,36 36-144 16,-36-36-16-16,0 0-16 0,34 42-512 0,-34-42-96 15,0 0-32-15,23 40 0 0,-23-40-352 0,0 0 128 31,15 43-128-31,-15-43 0 0,3 33 0 0,-4-16 0 0,-3 2 0 0,-4-3 0 16,0 5 0-16,-3-2 0 0,-1 1 0 0,-2-2 0 31,-2 1-576-31,0-2-128 0</inkml:trace>
  <inkml:trace contextRef="#ctx0" brushRef="#br1" timeOffset="93233.79">13615 11674 8287 0,'0'0'736'0,"1"0"-592"0,0 0-144 0,0 0 0 16,0 0 1424-16,1-2 256 0,2 1 48 0,1 0 16 15,4 0 656-15,-9 1 128 0,27-5 32 0,-27 5 0 16,35-2-416-16,-35 2-80 0,39-2-16 0,-39 2 0 15,43-2-784-15,-43 2-176 0,41 2-16 0,-41-2-16 16,35 0-832-16,-35 0-224 0,0 0 0 0,40 2 0 16,-40-2-688-16,0 0-208 0,29-2-64 0,-24 0 0 31,0 1-1216-31,-3 1-256 0</inkml:trace>
  <inkml:trace contextRef="#ctx0" brushRef="#br1" timeOffset="93391.11">13714 11806 10127 0,'0'3'896'0,"1"-1"-704"16,0-1-192-16,0-1 0 15,1 0 2064-15,1 2 384 0,-3-2 80 0,0 0 16 0,0 0 624 0,39 4 128 16,-39-4 32-16,36-4 0 0,-36 4-1488 0,39-8-304 16,-39 8-48-16,38-11-16 0,-38 11-944 0,34-9-192 15,-34 9-32-15,28-8-11312 16,-28 8-2272-16</inkml:trace>
  <inkml:trace contextRef="#ctx0" brushRef="#br1" timeOffset="95964.5">14391 11439 13823 0,'5'-7'1216'0,"-1"2"-960"0,0 0-256 0,-2 3 0 0,0 2 0 0,-1 0 144 16,0 2-144-16,1 1 128 0,1 2 896 0,-3-5 160 16,0 0 32-16,5 44 16 0,-6-18 112 0,0 3 32 15,-1 4 0-15,-2 4 0 0,1 2-352 0,-1 4-80 0,0 0-16 0,-2-1 0 31,2 1-176-31,-1-5-48 0,1-3 0 0,2-4 0 0,0-5-304 0,0-2-64 0,1-3-16 0,1-21 0 32,1 27-864-32,-1-27-176 0,0 0-48 0,0 0-12000 0</inkml:trace>
  <inkml:trace contextRef="#ctx0" brushRef="#br1" timeOffset="96249.02">14335 11535 11967 0,'0'-8'528'0,"1"3"112"0,1 0-512 16,0 3-128-16,0-1 0 0,-2 3 0 0,2-2 1200 0,3 1 208 16,1-2 32-16,4-2 16 0,2 2 528 0,1-1 128 31,1 1 0-31,0 1 16 0,-14 2-384 0,28 0-80 16,-28 0 0-16,33 2-16 0,-33-2-832 0,34 6-176 0,-34-6-16 0,0 0-16 0,47 18-288 0,-47-18-48 15,0 0-16-15,0 0 0 0,43 31-256 0,-43-31 160 16,0 0-160-16,0 0 128 15,14 35-128-15,-17-25 0 0,-1-1 0 0,-3 1 128 0,0-1-128 0,-5 0 160 16,-4 3-160-16,-5 1 160 0,-1 0-160 0,0-1 0 16,1-2 144-16,-1 0-144 15,3-1 128-15,0-2-128 0,3 1 128 0,3-3-128 16,1-1 0-16,4-1 0 0,3 1 0 0,4-4 0 16,0 1-336-16,4-1-144 0,5-1-32 0,3-1-14512 0</inkml:trace>
  <inkml:trace contextRef="#ctx0" brushRef="#br1" timeOffset="96531.9">14851 11669 4607 0,'-1'-3'400'0,"0"1"-400"16,1 1 0-16,-1 0 0 15,1-1 752-15,-1 0 64 0,-1-1 16 0,0-2 0 0,-1-2 448 0,1 0 80 16,0-1 32-16,0 2 0 0,1 1 256 0,1 0 48 15,-1 3 16-15,1-2 0 0,1 1-48 0,-1 2 0 16,-1 1 0-16,0 0 0 0,0 3 64 0,-2 2 0 16,0-1 0-16,-2 4 0 0,1-1-512 0,-4 2-80 15,1 3-32-15,-2 0 0 0,1 2-400 0,-1 1-96 16,0 3-16-16,1 1 0 0,1 0-320 0,0 0-64 16,1 0-16-16,0-1 0 0,3-2-192 0,1 2 0 15,2-18 128-15,5 31-128 0,-5-31 0 0,0 0 0 16,27 34 0-16,-27-34 0 0,0 0 0 0,44 16-192 15,-44-16 192-15,33 0-208 16,-15 0-1728-16,0-4-352 0</inkml:trace>
  <inkml:trace contextRef="#ctx0" brushRef="#br1" timeOffset="97053.68">15104 11581 3679 0,'-6'-4'320'0,"2"3"-320"0,0-1 0 16,1 1 0-16,2 1 1744 0,0 0 288 16,-1 1 48-16,1-1 16 0,-3 0 80 0,0 2 0 15,0-1 16-15,2 3 0 0,1-3-16 0,2 2-16 0,2 0 0 0,4 0 0 0,-7-3-496 16,0 0-80-16,0 0-32 0,43 7 0 0,-43-7-784 0,34-2-176 16,-15-1-16-16,2-2-16 0,-2 1-272 0,-1-1-48 15,-3 0-16-15,0 1 0 0,1-2-224 0,0 0 0 16,0 1 128-16,-4 0-128 31,-3 3-432-31,-2-2-128 0,-2 3-16 0,-3 2-9568 0,-3 0-1904 0</inkml:trace>
  <inkml:trace contextRef="#ctx0" brushRef="#br1" timeOffset="97268.77">15202 11596 1839 0,'-3'0'160'0,"2"-2"-160"16,1 2 0-16,0-1 0 15,0 1 1840-15,0 0 336 0,0 0 64 0,0 0 0 0,-1 0 400 0,1 0 80 16,1 0 16-16,-1 5 0 0,0-1-432 0,1 4-64 0,-1-8-32 0,0 0 0 15,0 38-848-15,-1-20-160 0,0 4-48 0,-2-1 0 16,0 3-720-16,0-2-160 16,0 3-16-16,0-3-16 0,1-1-240 0,-1-4 0 15,2-1 0-15,1-16 0 0,0 26 0 0,0-26 0 16,0 0 0-16,0 0 0 16,0 0-896-16,0 0-64 0,0 0 0 0,0 0-12560 0</inkml:trace>
  <inkml:trace contextRef="#ctx0" brushRef="#br1" timeOffset="97411.85">15160 11773 10015 0,'-5'-5'208'0,"2"1"48"0,1 2 16 0,1-1 32 0,1 3-304 0,1 0 0 0,0 0 0 0,1 0 0 15,1 0 2816-15,1-2 512 0,3 2 112 0,-7 0 16 16,0 0-960-16,29-2-192 0,-16 1-48 0,1-1 0 16,2-3-1008-16,2 1-208 0,1-1-32 0,1 0-16 15,-2-1-752-15,0 0-240 0,-1 1 128 0,-2-1-128 31,0 1-688-31,-1 2-192 0,-1-1-32 0,-2 1-8704 0,0-1-1744 0</inkml:trace>
  <inkml:trace contextRef="#ctx0" brushRef="#br1" timeOffset="97662.05">15560 11524 6447 0,'2'1'576'0,"-1"3"-576"16,0-1 0-16,0-1 0 0,-1 0 2160 0,1 3 320 15,1 2 64-15,-2-7 16 0,0 0 112 0,12 50 16 16,-12-50 16-16,12 40 0 0,-12-40-432 0,14 38-96 16,-14-38 0-16,16 38-16 0,-16-38-992 0,0 0-192 15,24 48-32-15,-24-48-16 0,0 0-512 0,17 38-96 16,-17-38-32-16,0 0 0 0,1 30-288 0,-6-20 0 16,0 0 128-16,-4 1-128 0,-1-1 0 0,0-1 0 15,-1 1 0-15,-1-1 0 16,1-2-960-16,-2-2-112 0,0 2-16 0,-1-3-14480 0</inkml:trace>
  <inkml:trace contextRef="#ctx0" brushRef="#br1" timeOffset="98051.61">15952 11743 911 0,'-1'0'0'16,"-1"-1"0"-16,1 1 0 0,1 0 0 15,0 0 1664-15,-1 0 240 0,0 0 48 0,0-2 16 16,-1 2 832-16,1-1 160 0,0 0 48 0,0-1 0 0,1 0-912 0,1 1-176 15,1-2-48-15,1 1 0 0,0 1-960 0,0-2-192 16,1 1-32-16,-1 1-16 0,1-1-528 0,-2 2-144 16,1 0 0-16,-1 0 0 0,0 0 0 0,0 0 0 15,-2 2 0-15,0 1 0 0,-2 0-288 0,0 0 32 16,-1 3 0-16,-1-3 0 16,-1 0-448-16,-1 2-96 0,1-2-16 0,-1-1 0 0,2 1 496 0,-1-1 112 15,1-2 16-15,2 0 0 0,-1-2 192 0,0 1 0 16,2-1 0-16,1-2 160 0,1 1 192 0,1-2 32 15,1 1 16-15,1-2 0 0,2 2-160 0,0-1-48 16,2 0 0-16,-1 2-7712 16,1 2-1552-16</inkml:trace>
  <inkml:trace contextRef="#ctx0" brushRef="#br1" timeOffset="98437.9">16428 11562 12895 0,'0'-1'1152'0,"-1"1"-928"0,1 0-224 16,0 1 0-16,0-1 1696 0,-1 1 288 0,0 1 64 0,0 3 16 16,-1 1 208-16,-1 2 32 0,0 6 16 0,0 0 0 15,1 5-736-15,-1 0-160 0,0 5-16 0,0 2-16 16,1 1-592-16,1 0-112 16,-1 0-32-16,0 1 0 0,0-5-336 0,0 1-64 0,0-2 0 0,0-4-16 15,2-18-240-15,-1 34 0 0,0-21 0 0,1-13 0 16,0 0-288-16,0 29-48 0,0-23-16 0,0-2 0 15,0-4-1760-15,1 0-368 0,-1-2-64 16,1-3-10704-16</inkml:trace>
  <inkml:trace contextRef="#ctx0" brushRef="#br1" timeOffset="98694.49">16416 11690 5519 0,'1'-18'240'0,"0"6"64"0,0 2-304 0,-1 5 0 0,0 0 0 0,0 3 0 16,1 1 1440-16,0-2 224 0,1-3 64 0,0 0 0 0,2-1 608 0,2 3 128 0,-1 0 32 15,2 2 0 1,0 0-80-16,2 2-16 0,-9 0 0 0,0 0 0 0,31 3-992 0,-31-3-192 0,0 0-32 0,43 4-16 16,-43-4-528-16,28 1-128 0,-28-1 0 0,0 0-16 15,38 3-304-15,-38-3-48 0,0 0-16 0,0 0 0 32,0 0-128-32,0 0 0 0,0 0 0 0,0 0 0 0,0 0 0 0,20 36 0 0,-27-28 0 0,-3 0 0 15,-1 1-336-15,-2 2 0 0,-2-2 0 0,0 3 0 16,0-3-160-16,-1 1-16 0,1 0-16 0,0-3 0 15,0 2 128-15,2-4 16 0,1 0 16 0,3-3 0 16,2-1-336-16,1 0-64 0,2-1 0 0,3 0-12352 16</inkml:trace>
  <inkml:trace contextRef="#ctx0" brushRef="#br1" timeOffset="98936.73">16820 11576 4607 0,'2'-3'400'0,"-1"2"-400"16,0-1 0-16,-1 0 0 0,-1 2 1744 0,0 0 272 16,0 2 48-16,0-2 16 0,-1 0 688 0,-1 2 144 31,0-1 32-31,0 0 0 0,2 1-912 0,0 1-176 16,2-1-48-16,1-2 0 0,4 1-736 0,0-1-160 0,4-1-16 0,0 1-16 0,2-2-448 0,2-1-96 15,1 0-16-15,1 0 0 0,1 0-128 0,1 0-48 16,-18 3 0-16,34-3 0 15,-34 3-144-15,30-3 0 0,-30 3 0 0,23-3 0 32,-23 3-960-32,0 0-128 0,0 0-32 0,0 0-12832 0</inkml:trace>
  <inkml:trace contextRef="#ctx0" brushRef="#br1" timeOffset="99221.95">16884 11598 4607 0,'0'0'192'0,"0"-2"64"0,0 2-256 0,0 0 0 15,0 0 0-15,0 0 0 0,1 0 1728 0,-1 0 320 16,1 0 48-16,0 2 16 0,0-2 416 0,-1 2 96 16,-1 0 0-16,0 1 16 0,0 0-1072 0,0 1-224 15,-1-1-32-15,-1 2-16 0,1 1-592 0,-1-1-128 16,1 2-32-16,-2 0 0 0,2 0-112 0,0 1-32 16,0-1 0-16,-1 4 0 0,3-11 960 0,-1 26 192 15,1-26 48-15,-1 27 0 16,1-27-1600-16,0 26-512 0,0-26 0 0,0 0 0 0,1 37 768 0,-1-37 128 15,0 0 48-15,1 34 0 0,-1-34-128 0,0 0-32 0,1 29 0 16,-1-29 0-16,0 0-272 0,0 30 160 0,0-30-160 0,0 0 128 16,0 0-128-16,0 0 0 0,0 0 0 0,0 0 0 15,14 35 0-15,-8-35 0 0,-2-1 0 16,2-2 0 0,1 1-688-16,-1-3-64 0,0 0-16 0,-1-2-14608 0</inkml:trace>
  <inkml:trace contextRef="#ctx0" brushRef="#br1" timeOffset="99457.63">16894 11719 11055 0,'1'-3'480'0,"0"1"112"0,0 2-464 0,1 0-128 16,0 0 0-16,-1 0 0 16,0 2 2240-16,2-2 448 0,-3 0 64 0,0 0 32 0,0 0 96 0,32 5 32 15,-32-5 0-15,0 0 0 0,36 0-1504 0,-36 0-320 16,27-5-48-16,-14 1-16 0,1 1-736 0,-2-2-160 15,0-1-128-15,-1-1 192 0,1 4-192 0,-3-4 0 16,0 2-160-16,0-1 160 16,-1 2-1120-16,-1 0-128 0,1-1-32 0,-1 0-13120 0</inkml:trace>
  <inkml:trace contextRef="#ctx0" brushRef="#br1" timeOffset="99730.07">17286 11512 9215 0,'2'0'816'0,"0"1"-656"0,1 1-160 16,-2-2 0-16,0 2 2336 0,0-1 432 0,0 1 96 0,-1-2 16 16,0 0 416-16,0 0 96 0,0 0 0 0,34 43 16 0,-34-43-1424 0,0 0-304 15,33 42-48-15,-33-42-16 0,0 0-816 16,33 44-160-16,-33-44-48 0,0 0 0 0,27 51-352 0,-27-51-80 15,10 34-16-15,-10-34 0 0,0 39-144 0,-6-20 0 16,-1 0 0-16,-5-2 0 16,-1-4 0-16,-2 0-176 0,-2-1 48 0,-2-3 0 31,0 1-704-31,-2-1-144 0,-4 2-32 0,0-2-10192 0,-1 0-2048 0</inkml:trace>
  <inkml:trace contextRef="#ctx0" brushRef="#br1" timeOffset="100063.88">16846 11535 2751 0,'-1'-8'128'0,"0"3"16"16,-1 0-144-16,1 3 0 0,0 0 0 16,0 1 0-16,0 1 1840 0,-1-2 336 15,0 0 64-15,-2 0 0 0,-1-1 1040 0,0 3 208 16,-1 0 32-16,0 3 16 0,-1 1-928 0,-1 3-192 16,0 0-48-16,-1 5 0 0,-2 2-1088 0,-1 3-208 15,-1 4-48-15,-2 3-16 0,2 1-448 0,-2 4-96 0,1 1-16 0,0 2 0 16,3 2-192-16,1-1-32 0,4-2-16 0,2-3 0 15,4-28-32-15,5 45-16 0,-5-45 0 0,17 33 0 16,-17-33-160-16,0 0 0 0,49 34 0 0,-49-34 0 16,44 11-896-1,-44-11-144-15</inkml:trace>
  <inkml:trace contextRef="#ctx0" brushRef="#br1" timeOffset="101998.82">14369 12079 7775 0,'-1'1'704'0,"0"-1"-576"16,1 0-128-16,0 0 0 15,0 0 736-15,0 2 112 0,0-2 32 0,0 0 16 0,1 2 368 0,0-2 64 16,-1 0 16-16,0 0 16 0,0 0-304 0,0 0-64 16,0 0-16-16,38 5 32 0,-38-5-304 0,0 0-64 15,34 8-16-15,-34-8 16 0,0 0-368 0,39 11-80 16,-39-11 0-16,0 0 0 16,45 14-32-16,-45-14-16 0,34 4 0 0,-34-4 32 0,31 3-176 0,-31-3 160 0,33-3-160 0,-33 3 176 15,38-6-176-15,-20 1 0 0,2 0 0 0,-1-2 0 16,1 1 0-16,-2 0 0 0,0 0 0 0,-2 0 0 15,-1 1 0-15,0 1 0 0,-15 4 128 0,26-3-128 16,-26 3 144-16,0 0-16 16,32 1-128-16,-32-1 224 0,0 0 32 0,0 0 0 0,36 14 0 0,-36-14 16 15,0 0 240-15,0 0 64 0,35 19 0 0,-35-19 0 16,0 0 64-16,0 0 32 0,39 16 0 0,-39-16 0 16,0 0-224-16,40 1-64 0,-40-1 0 0,32-5 0 15,-13 2-384-15,1-2 128 0,2-2-128 0,3 1 0 16,-1 0 0-16,0-1 128 15,-1 2-128-15,-1 2 0 0,1 0 0 0,-2 0 128 0,-21 3-128 0,39-3 0 16,-39 3 976-16,35-2 112 0,-35 2 32 0,31 2 0 16,-31-2-1584-16,0 0-320 0,39 5-64 0,-39-5-16 0,0 0 864 0,36 4 0 15,-36-4 0-15,0 0 128 0,30-1-320 0,-30 1-80 16,0 0-16-16,27-8-13728 16</inkml:trace>
  <inkml:trace contextRef="#ctx0" brushRef="#br1" timeOffset="102948.89">15516 12120 2751 0,'0'0'128'0,"0"0"16"0,0 0-144 0,0 0 0 15,0 0 0-15,0 0 0 0,0 0 800 0,0 0 128 0,0 0 32 0,0 0 0 16,30 2-336-16,-30-2-64 0,0 0-16 0,0 0 0 15,0 0-336-15,0 0-64 0,0 0-16 0,0 0 0 16,32 5-128-16,-32-5 0 0,0 0 0 0,0 0 0 16,0 0 0-16,0 0 0 0,0 0 176 0,0 0-176 15,0 0 544-15,34 11 16 0,-34-11 0 0,0 0 0 16,0 0 464-16,0 0 80 0,0 0 32 0,0 0 0 16,0 0 400-16,27 0 96 0,-24-2 16 0,-1 0 0 15,-1 0-48-15,1 1 0 0,0-3 0 0,-1 1 0 16,1 1-512-16,-1-3-96 0,1 0-32 0,-1 1 0 15,0-1-384-15,0 0-64 0,0-2-32 0,0 1 0 0,0 0-224 0,0 1-32 16,-2 1-16-16,0-1 0 0,0 2-208 0,0 0 144 16,-1 2-144-16,-2 1 128 0,0 0-128 0,-1 2 128 15,-1 1-128-15,0 2 128 0,-3 1-128 0,0 2 0 16,0-1 0-16,-1 2 0 0,-2 1 0 0,3-1 0 16,-1 1-144-16,2 1 144 0,-2 0-240 0,3 0 64 15,-1-1 16-15,2 1 0 0,1-2 160 0,2-1-160 16,3-8 160-16,0 0-160 0,0 0 160 0,0 0 0 15,0 0 0-15,0 0 0 0,0 0 0 0,0 0 0 16,0 0 0-16,0 0 0 0,0 0 0 0,37 16 0 16,-37-16 0-16,16-7-128 0,-16 7 128 0,17-9-160 0,-9 4 160 15,1-1-160-15,0 0 0 0,-1 1 0 16,0 1 0-16,-8 4 0 0,12-7 160 0,-12 7 0 0,0 0 0 0,0 0-128 16,0 0 128-16,0 0 0 0,0 0 0 0,0 0 0 15,0 0 0-15,0 0 0 0,0 0 128 0,0 0-128 16,0 0 256-16,0 0 0 0,-8 25-16 0,5-17 0 15,-2-3 32-15,0 2 16 0,0 2 0 0,-1-2 0 16,1 3-160-16,-1 0-128 0,1 1 192 0,-1-1-192 16,1 1 0-16,-1 1 0 0,1-1 0 0,0 0 0 15,0-2 0-15,5-9 0 0,-7 21 0 0,3-13 0 0,4-8 0 16,0 0 0-16,0 0 0 0,-4 26 0 0,4-26-256 0,0 0-48 16,0 0-16-16,0 0 0 15,0 0-384-15,0 0-64 0,0 0-32 0,0 0 0 16,0 0 224-16,0 0 64 0,0 0 0 0,35 4 0 0,-29-6 128 0,1-5 16 15,1 0 16-15,2-3 0 16,0-1-96 0,1 1 0-16,1-2-16 0,-2 0 0 0,0 0-336 0,-2 1-64 0,0-1-16 0,-3 1 0 15,-1 0-16-15,-2 2-16 0,-1 0 0 16,-3 1 0-16,-2 1 416 0,1 2 96 0,-3 3 16 0,0 2 0 0,-1 0 384 0,-1 2 256 16,-2 1-48-16,1 2 0 0,0 1 560 0,0 2 128 15,2-3 0-15,0 2 16 0,2-3 352 0,1 1 64 16,4-5 16-16,0 0 0 0,0 0 32 0,0 0 16 0,0 0 0 0,0 0 0 15,33 6-432-15,-17-12-64 0,1 0-32 0,4-2 0 16,-1 1-512-16,1-1-96 0,3-1-32 0,1 2 0 16,2 0-1120-1,1 0-240-15</inkml:trace>
  <inkml:trace contextRef="#ctx0" brushRef="#br1" timeOffset="103959.38">16365 12120 3679 0,'-4'0'320'0,"2"-2"-320"16,0 2 0-16,1-1 0 0,1 1 976 0,-1-2 128 0,-1 0 32 0,-2 1 0 16,0-3 400-16,0 1 64 0,1-2 32 0,0 2 0 15,3 0-288-15,0 1-64 0,1 1-16 0,1-2 0 16,2 3-400-16,0-2-80 0,-4 2-16 0,0 0 0 15,0 0-64-15,31 2-32 0,-31-2 0 0,0 0 0 16,47 3 80-16,-47-3 16 0,44 0 0 0,-19 0 0 16,4 0-192-16,1-2-16 0,5 1-16 0,1 1 0 15,3 0 48-15,0 0 16 0,-1 0 0 0,0 0 0 16,-1-2-272-16,-1 1-48 0,-2 0-16 0,2-1 0 16,2 0-272-16,-1 1 160 0,0-1-160 0,-3-1 128 15,-1 3-128-15,-2 0 128 0,-1-2-128 0,-3 1 128 0,-27 1-128 16,45-1 0-16,-45 1 0 0,43-3 0 0,-43 3 0 15,36-4 0-15,-36 4 0 0,31-3 0 16,-31 3 0-16,25-2 0 0,-25 2-192 0,19-5 192 16,-19 5-1344-16,15-7-128 0,-8 5-48 0,-3-1-10912 15</inkml:trace>
  <inkml:trace contextRef="#ctx0" brushRef="#br1" timeOffset="104989.09">17234 12177 9215 0,'0'-4'400'0,"0"0"96"15,1 0-496-15,-1 1 0 0,1 2 0 0,-1 0 0 16,1 1 1344-16,-1-2 160 0,1-1 32 0,0-2 16 0,0 3 112 0,0-2 0 16,0 3 16-16,-1-1 0 15,0 4-960-15,0-2-192 16,0 3-32-16,-1 0-16 0,-1 0-480 0,0 1 0 0,0 1 0 0,0-1 0 0,0 3 0 0,0-2 0 16,2-5 0-16,-4 14 0 0,4-14 0 0,-6 14 0 15,6-14 0-15,-4 12 0 0,2-7 240 0,2-5 0 16,0 0 0-16,0 0 0 0,0 0 208 0,0 0 64 15,0 0 0-15,0 0 0 0,0 0 256 0,0 0 48 16,0 0 16-16,0 0 0 16,0 0-144-16,0 0-32 0,0 0 0 0,0 0 0 0,22-7-176 0,-19 4-32 15,0-1-16-15,0 1 0 0,0-2-80 0,0 3-16 0,0-2 0 0,-1 1 0 16,0 0-128-16,0 1-16 16,0-2-16-16,-1 1 0 0,1 0-176 15,-2-1 0-15,0 2 0 0,1-1 0 0,-1 0 0 0,-1-1 0 16,0-1 0-16,0 0 0 0,-1 1 0 0,-1-1 0 15,1 0 0-15,-2 0 0 0,0 0 0 0,0 1 0 0,0-1 0 0,-2 3 0 16,2-1 0-16,-1 3 0 16,0 1 0-16,-1 1 0 0,0 1 160 0,0 2 0 0,0 1 0 0,-1 1 0 15,0 1 0-15,0 1 0 0,-1 2 0 0,0-1 0 16,1 3-160-16,-1-1 0 0,1-1 0 0,0 1 0 16,3-3 0-16,4-9 0 0,-6 19 0 0,6-19 0 15,0 0 0-15,0 0 0 16,0 0 0-16,0 0 0 0,0 0 0 0,0 0 0 0,37 13 0 15,-27-18 0-15,1 1-400 0,0-2 32 16,1-2 16-16,0 4 0 0,-2-3 640 0,-1 2 128 16,1 0 32-16,-2-2 0 15,0 3-1408-15,-2-1-288 0,-1 2-48 0,-1 1-16 0,-1-2 1040 0,-1 3 272 16,-1-1 0-16,-2 2 0 0,0 0 0 0,0 0 0 16,-1 2 128-16,0-2-128 0,0 2 432 0,1 1-32 0,-1-3 0 0,0 2 0 15,0 0-64-15,1-1-16 0,0 1 0 0,0 1 0 16,-1 1-176-16,1-2-144 0,0 3 192 0,0 0-192 15,-1-1 0-15,-1 4 0 0,3-8 0 0,-6 16 0 16,3-6 128-16,-1-1-128 0,-2 3 0 0,1 0 0 16,0-2 0-16,0 3 0 0,-1-1 0 0,1 0 0 15,0 0 0-15,1-2 0 0,4-10 0 0,-5 18 0 16,5-18 0-16,0 0 0 0,0 0 0 0,0 0 0 16,1 29 0-16,-1-29 0 0,0 0 0 0,0 0 0 15,0 0-256-15,0 0 0 0,0 0 0 0,0 0 0 16,0 0-240-16,0 0-48 0,0 0-16 0,0 0 0 15,35 14 16-15,-33-16 0 0,0 0 0 0,1-1 0 0,-1 1 160 0,1-2 16 16,0-1 16-16,-1 2 0 16,1-4-256-16,0 2-48 0,-1-2-16 0,0 1 0 15,0 0 16-15,-2-2 0 0,0 0 0 0,1 1 0 16,-1-1 144-16,0-1 48 0,-1 2 0 0,-1-3 0 16,0 3-176-16,-2-1-16 0,1 2-16 0,-1 0 0 0,0 1 256 0,-1 2 48 15,1 0 16-15,0 3 0 0,0 1 672 0,1 1 144 16,0-2 32-16,2 2 0 0,0 1 512 0,0 0 96 0,1-3 32 0,0 0 0 15,0 0 240-15,0 0 48 0,0 0 16 0,0 0 0 16,0 0-272-16,33 15-48 0,-33-15-16 0,23-3 0 16,-23 3-464-16,26-8-112 0,-11 4-16 0,3-2 0 15,1-1-320-15,0 2-192 0,1-2 192 0,0 0-192 16,-1 0 0-16,-2 0 0 0,-1 1 0 0,-3 0 0 16,-13 6-608-16,22-7-80 0,-22 7-16 0,17-7-13920 15</inkml:trace>
  <inkml:trace contextRef="#ctx0" brushRef="#br1" timeOffset="105705.35">17850 11731 6447 0,'-3'0'576'0,"1"0"-576"15,1 2 0-15,0-2 0 0,1 0 1376 0,-1 0 160 16,-1 0 48-16,-1 0 0 0,0 3 592 0,0-3 128 16,2 0 32-16,2 2 0 0,-1-2-96 0,0 0 0 15,0 0-16-15,29 0 0 0,-29 0-512 0,26-4-112 16,-26 4 0-16,35-4-16 0,-35 4-736 0,36-4-144 15,-36 4-16-15,32-4-16 0,-32 4-416 0,31-3-64 16,-31 3-32-16,26-3 0 0,-26 3-160 0,21-2-272 16,-21 2 64-16,0 0 16 15,0 0-2112-15,27 0-432 0</inkml:trace>
  <inkml:trace contextRef="#ctx0" brushRef="#br1" timeOffset="105918.42">17915 11837 3679 0,'-7'7'160'0,"3"-4"32"0,0 2-192 0,2-3 0 0,1-2 0 0,1 1 0 16,0-1 1536-16,0 0 272 0,0 0 48 0,0 0 16 15,0 0 1152-15,0 0 240 0,0 0 32 0,35-1 16 16,-35 1-928-16,27-7-176 0,-12 4-32 0,0-1-16 16,1-1-1488-16,0 0-288 0,-2 3-64 0,1-3-16 15,-1 1-1216 1,-14 4-240-16,25-1-64 0,-25 1-11440 0</inkml:trace>
  <inkml:trace contextRef="#ctx0" brushRef="#br1" timeOffset="107175.54">18811 11719 11967 0,'0'0'1072'0,"1"0"-864"0,0 0-208 0,0-2 0 16,0 2 1168-16,1-1 192 0,1-1 48 0,1 0 0 15,2-1 640-15,3-2 128 0,0-1 16 0,1-2 16 16,1-1-320-16,-1 2-64 0,1-3-16 0,0-1 0 15,-1 1-848-15,-1-1-192 0,0 1-16 0,-2 0-16 0,-1 0-352 0,-2 1-80 16,0 0-16-16,-2 1 0 16,-2 0-80-16,-1 2-16 0,-1 0 0 0,-2 1 0 0,0 2 64 0,-1 1 0 15,-1 2 0-15,1-2 0 0,-2 4-64 0,1-2-16 16,-1 1 0-16,1 0 0 0,-1 1-176 0,2 1 0 16,-1-1 0-16,1 1 128 0,0-1-128 0,0 0 0 15,1 0 0-15,-1 1 0 0,0 0 0 0,2 1 0 16,-1-1 0-16,-1 1 0 0,2 1 0 15,-1 2 0-15,0-1 0 0,0 1 0 0,-1 2 0 0,1 2 0 0,0-1 0 0,-1 2 0 16,5-12 0-16,-7 21 0 16,7-21 0-16,-5 19 0 0,5-19 0 0,0 0 0 0,0 0 0 15,0 0 0-15,4 31 0 0,-4-31 0 16,0 0 0-16,0 0 0 16,0 0 0-16,0 0 0 0,0 0 0 0,33 5 0 0,-26-8 0 0,1-2 0 15,-1 2 0-15,2-1 0 0,0-3 0 0,-1 3 0 0,2-3-144 16,-1 4 144-16,-1-4 0 0,1 1-128 0,-1 0 128 0,-2 1 0 15,1-1-128-15,-3 1 128 16,1 1 0-16,-1 0 0 0,-1-1 0 0,-2 2 0 16,1 2 0-16,-3-1 0 0,0 2 0 0,1 0 0 15,-2 0 0-15,-1 0 0 0,-1 2 0 0,0 0 0 16,0 0 0-16,-1 1 0 0,1 2 0 0,-1-1 0 16,-1 1 0-16,2 0 0 0,-1-1 0 0,0 2 0 15,1 1 0-15,0 2 0 0,-1-2 0 0,5-7 0 16,-8 19 0-16,8-19 0 0,-9 24 0 0,9-24 0 0,-10 30 0 0,4-13 0 15,0 2 0-15,-1 0 0 16,0 0 0-16,-2 3 0 0,0-1 0 0,1 0 0 0,-2 1 0 0,1-3 0 16,1 2 0-16,0-2 0 0,3 0-128 0,0-5 128 15,5-14 0-15,0 0-160 0,-3 28 160 0,3-28-128 16,0 0 128-16,0 0 0 0,0 0 0 0,0 0-128 16,0 0 128-16,0 0-128 0,29-2 128 0,-21-2-128 15,0-1 128-15,1 0-160 0,0 0 160 0,2-1-160 16,-1 0 160-16,1-1 0 0,0 2 0 0,-1-2-128 15,1 1-16-15,0 0 0 0,0 0 0 0,-2-2 0 16,0 2-272-16,0-2-48 0,-1-1-16 0,-2 1 0 16,-1-1-464-16,0-3-80 0,-2 2-32 0,-2 1 0 0,-2-2 544 15,-1 1 96-15,-1 0 32 0,-3 3 0 0,0-2 384 0,-2 1 0 16,-1 1 0-16,0 0 0 0,1 3 0 0,-1-1 0 16,2 0 144-16,1 3-144 0,1 2 512 0,1 0 0 15,1 2 0-15,3-2 0 0,0 0 288 16,0 0 48-16,0 0 16 0,0 0 0 0,0 0-192 0,31 0-32 15,-31 0-16-15,29-10 0 0,-14 6-400 0,3-6-80 16,1 1-16-16,2-1-10896 16,-3-1-2192-16</inkml:trace>
  <inkml:trace contextRef="#ctx0" brushRef="#br1" timeOffset="107689.65">19257 11515 6447 0,'-4'0'272'0,"1"0"80"0,1-2-352 0,2 2 0 0,-1 0 0 0,1 0 0 15,0-1 1536-15,-1 1 256 0,0-2 32 0,0 0 16 16,0 0 784-16,0 0 144 0,1 1 48 0,1 1 0 16,0-2-848-16,1 2-176 0,1-1-16 0,-3 1-16 15,0 0-512-15,0 0-96 0,0 0-32 0,33 1 0 16,-33-1-176-16,25 0-48 0,-25 0 0 0,28-1 0 16,-28 1-448-16,29-2-80 0,-29 2-32 0,30-2 0 0,-30 2-208 0,27-2-128 15,-27 2 160-15,0 0-160 0,31 3 0 16,-31-3 0-16,0 0 0 0,0 0 0 0,0 0 0 0,0 0 0 15,0 0 0-15,0 0 0 0,0 0 0 0,0 0 0 16,0 0 0-16,0 37 0 0,-9-32 0 0,-2 2 0 16,-1 0 0-16,-2 0 0 0,1 0 0 0,-2 0 0 15,1 0 0-15,0-2 0 0,1 2 0 0,2-2 0 16,3-1 0-16,1-1 0 0,2 0 0 0,3 0 176 16,1-2-176-16,2 1 160 0,-1-2 112 0,0 0 32 15,0 0 0-15,26 0 0 0,-26 0-80 0,26-3-16 16,-26 3 0-16,33-5 0 0,-14 2-80 0,0 0 0 15,2-1-128-15,-1 1 192 0,0-1-192 0,-1 1 0 16,1 1 0-16,-1 0 0 0,-19 2 0 0,36-3 0 16,-36 3-144-16,35-5-17920 0</inkml:trace>
</inkml:ink>
</file>

<file path=ppt/ink/ink7.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9:36:29.048"/>
    </inkml:context>
    <inkml:brush xml:id="br0">
      <inkml:brushProperty name="width" value="0.05292" units="cm"/>
      <inkml:brushProperty name="height" value="0.05292" units="cm"/>
      <inkml:brushProperty name="color" value="#C00000"/>
    </inkml:brush>
  </inkml:definitions>
  <inkml:trace contextRef="#ctx0" brushRef="#br0">2158 5568 8287 0,'-3'3'736'0,"1"-1"-592"16,0 1-144-16,1-3 0 16,0 1 896-16,-1 0 160 0,0 1 32 0,-3 1 0 15,1 2 304-15,-3-1 64 0,3 1 16 0,0-2 0 0,0-1-112 16,2 0-16-16,2 0 0 0,-1-2 0 0,2 1-256 0,1-1-48 16,1-1-16-16,2 1 0 0,0-2-192 0,3 2-32 15,1-2-16-15,2 0 0 0,2-1 752 0,1 1 160 16,2-1 32-16,0 1 0 0,3 0-1728 0,0-3-256 15,0 2-80-15,0-1-32 0,-1 1 624 0,-1-2 128 16,-1 1 32-16,0-1 0 0,1-2-112 0,0 2-32 16,-1-2 0-16,-1 1 0 0,-2 0-272 0,0 2 160 15,-1-3-160-15,-2 3 128 0,0 0-128 0,-3-1 0 0,-1 3 0 0,-3 0 0 32,-1 0-512-32,-1-1-96 0,-3 3-16 0,0 0 0 15,-2 0-2416-15,-2 0-480 0,0 3-112 0,-2-1-7888 0</inkml:trace>
  <inkml:trace contextRef="#ctx0" brushRef="#br0" timeOffset="321.48">2356 5566 3679 0,'-3'2'160'0,"0"-1"32"0,1 1-192 0,1-2 0 0,0 2 0 0,0-2 0 0,1 0 1472 15,-1 1 240-15,-1 1 48 0,-1 0 16 16,1 0 256-16,-2 1 48 0,2 0 16 0,-1 2 0 16,0-1-704-16,0 1-144 0,0 1-32 0,-1 2 0 0,0-2-560 0,-1 3-112 15,1 2-32-15,-3 1 0 0,2-2-128 0,-2 3-16 16,0-1-16-16,-1 2 0 0,0 1-96 0,0 0-32 15,-2 0 0-15,1-1 0 0,1 1-224 0,0-1 128 16,1 0-128-16,1-2 0 16,0 0 144-16,1-2-144 0,2 1 128 0,1-3-128 0,1 1 0 0,1-4 128 15,1 0-128-15,1 0 0 0,1-1 0 0,2-2 0 16,1 1 0-16,2-1 0 0,-8-2 0 0,0 0 0 0,31 3 0 0,-31-3 0 16,27 0 192-1,-27 0 0-15,30-3 0 0,-16 1 0 0,2-1-48 0,-1 1 0 0,0-3 0 0,0-2 0 16,1 2-144-16,-2 0 0 0,1-1 0 0,-1-2 0 15,-1 1 0-15,0 0-144 0,-2 1 144 0,-1 0-160 32,-3 2-736-32,1-3-160 0,-2 3-32 0,-1 0-6336 0,-2-1-1264 15</inkml:trace>
  <inkml:trace contextRef="#ctx0" brushRef="#br0" timeOffset="542.67">2209 5782 8287 0,'1'-2'736'0,"1"2"-592"0,1 0-144 0,-1 0 0 15,-1 0 1520-15,2 0 272 0,3-2 48 0,2 1 16 16,4-1 368-16,4-1 80 0,2-1 0 0,0-1 16 16,2 0-976-16,-1-2-208 0,1 2-48 0,1-2 0 15,1-1-528-15,0-1-112 0,2 1-32 0,-3 0 0 16,-1-1-240-16,3 2-48 0,2-3-128 0,-1 3 192 15,0 0-192-15,-3 2-192 0,0 0 48 0,-4 3-8416 16,-1 0-1680-16</inkml:trace>
  <inkml:trace contextRef="#ctx0" brushRef="#br0" timeOffset="763.83">2753 5792 9215 0,'-1'0'816'0,"1"0"-656"16,0 0-160-16,0 0 0 0,0 0 1728 0,-1 0 304 15,1 0 64-15,-1 0 16 0,1 2 256 0,0 0 48 16,-1 1 16-16,1 2 0 0,0 1-1360 0,1 2-272 16,-1 1-48-16,0 0-16 0,0-9-416 0,0 0-96 0,0 0-16 0,8 34-12960 15</inkml:trace>
  <inkml:trace contextRef="#ctx0" brushRef="#br0" timeOffset="1364.25">3166 5607 4767 0,'-5'0'0'0,"1"0"192"0,0 2-48 0,1-2 16 0,2 2-160 0,-1-2 0 15,0 0 0-15,-2 1 0 16,0 1 1728-16,-2 0 320 0,0-2 64 0,0 2 16 0,1 0-256 0,2-1-48 16,0 1-16-16,1-2 0 15,1 0 160-15,1 1 16 0,2-1 16 0,0 0 0 16,0 0-432-16,1 0-96 0,0 0 0 0,2 0-16 0,0-1-368 0,2-1-80 15,1 0-16-15,1-1 0 0,2-2-608 0,0 0-112 0,1-2-16 0,-1 0-16 16,-1 0-240-16,0-1 0 0,0-1 0 0,-1 1 0 16,0 0 0-16,-1-2 0 15,-2 2 0-15,-1 1 0 0,-2-1 0 0,-2 1 0 0,-1 2 0 0,-3-1 0 16,0 3 0-16,-3 0-128 0,-1 3 128 0,-3 0 0 16,-2 1 0-16,-1 3 0 0,0 0 0 0,-1 4 0 15,1-3 0-15,0 4 0 0,0 1 0 0,0 1 0 16,2 1 0-16,0 0 0 0,2-2 0 0,2 1 0 0,0 0 0 15,3 0 0-15,1-2 0 0,1-3 0 0,2 0 0 0,1-1 0 16,2-1 0-16,0 1 0 0,3-2 0 16,1-1 0-16,2-2 0 0,-1 0 0 0,-1 1 0 0,2-2 0 15,1 1 0-15,1 1 0 0,1 0 0 0,-12-1 0 16,0 0 0-16,0 0 0 0,43 17 128 0,-43-17-128 16,0 0 0-16,0 0 0 0,0 0 160 0,30 45-160 15,-30-45 160-15,0 0-160 0,0 36 240 0,-2-24-48 16,-4 2-16-16,-1-2 0 0,-3 2 16 0,0 0 16 15,-1-4 0-15,-2 1 0 0,0-1 112 0,1-1 0 16,0-2 16-16,0 0 0 16,-1-2-128-16,1 0-16 0,0-3-16 0,1 0 0 0,0-2-176 0,0 0 0 0,1 0 0 0,1-2 0 15,0 2 0-15,0-2 0 0,2 0 0 0,0-1 0 16,4 1-256-16,1-1-64 0,1 1-32 0,2 2-16800 16</inkml:trace>
  <inkml:trace contextRef="#ctx0" brushRef="#br0" timeOffset="1554.66">3321 5847 14735 0,'6'1'640'0,"-2"-1"160"0,2 2-640 0,-2-1-160 16,-3 1 0-16,0-2 0 16,1 3 1664-16,1-1 320 0,-3-2 48 0,0 0 16 0,0 0-256 0,0 0-32 15,0 0-16-15,0 0 0 0,35 24-1232 0,-32-24-240 16,-1 0-48-16,1-2-16 0,-2 1-208 0,2-1 0 15</inkml:trace>
  <inkml:trace contextRef="#ctx0" brushRef="#br0" timeOffset="2027.2">4147 5481 5519 0,'2'-3'496'0,"0"0"-496"16,0 2 0-16,0-2 0 0,0 3 3424 0,-1-2 592 16,0 2 112-16,2-3 32 0,2 1-864 0,0 0-160 15,3 0-48-15,-2-1 0 0,2 3-1664 0,-2-2-336 0,1 2-64 0,-3 0 0 16,2 2-784-16,-1 1-240 0,-1 0 128 0,-4-3-128 16,0 0 0-16,0 0-272 0,0 0 48 0,0 0 16 31,0 0-2336-31,14 41-464 0</inkml:trace>
  <inkml:trace contextRef="#ctx0" brushRef="#br0" timeOffset="2153.05">4146 5616 6447 0,'0'4'272'0,"-1"-1"80"16,0 0-352-16,0 0 0 0,1-2 0 0,0 1 0 0,0 1 1568 0,0 0 240 16,0 1 48-16,0 4 16 0,0 1 192 0,0 0 48 15,0-9 0-15,0 0 0 0,0 0-1232 0,0 0-240 16,12 38-64-16,-12-38-10384 15</inkml:trace>
  <inkml:trace contextRef="#ctx0" brushRef="#br0" timeOffset="2554.69">4708 5414 5519 0,'1'-4'496'0,"-1"-1"-496"16,0 2 0-16,-1 1 0 0,-1 2 1472 0,0-2 192 0,-1-2 32 0,-2-2 16 16,-1-3-96-16,-3 0-16 0,-2 0 0 0,1 1 0 15,0 1-720-15,1 2-160 0,0 0-16 0,0 1-16 0,2 2 560 0,-2 1 112 16,2 1 32-16,0 1 0 0,1 3-208 0,-1 0-32 16,1 2-16-16,-1 1 0 0,1 3-304 0,-1 2-48 15,0 1-16-15,1 6 0 0,-1 0-192 0,2 3-32 16,2 3-16-16,0-1 0 0,2 2-272 0,1-2-48 15,0-24-16-15,6 47 0 0,-6-47 48 0,10 46 0 16,-10-46 0-16,17 52 0 0,-17-52-48 0,22 50-16 16,-22-50 0-16,26 49 0 0,-26-49-48 0,25 43-128 15,-25-43 192-15,23 38-64 0,-23-38-128 0,0 0 128 16,24 40-128-16,-24-40 128 0,0 0-128 0,0 0 128 16,6 38-128-16,-11-31 128 0,-1 2 48 15,-3-3 0-15,-1 0 0 0,-1-1 0 0,0 0-176 16,-3-3 128-16,-2-2-128 0,-2-1 128 15,0-2-128-15,-2-5 0 0,6 4 0 0,-4-6 0 16,-1 0-1600-16,0-1-288 0</inkml:trace>
  <inkml:trace contextRef="#ctx0" brushRef="#br0" timeOffset="2712.27">4357 5718 5519 0,'3'-10'240'0,"-1"3"64"0,0 2-304 0,0 1 0 0,1 2 0 0,-2 0 0 0,2 1 1968 0,1-3 336 15,4 1 64-15,1-2 0 0,4-2 192 0,3 1 48 16,2 0 0-16,5 2 0 0,1-1-752 0,2 0-160 15,0 3-32-15,2-1 0 0,0 1-752 0,4-3-144 16,0 3-48-16,1-3 0 0,-4 0-512 0,-2 3-208 16,1 0 176-16,0-1-176 15,3 1-944-15,-2-1-272 0,1 1-64 0,-2 2-11824 0</inkml:trace>
  <inkml:trace contextRef="#ctx0" brushRef="#br0" timeOffset="3330.73">5395 5491 7359 0,'-1'0'656'0,"0"0"-528"16,0 0-128-16,0 0 0 0,0 1 1152 0,0 0 208 16,0 1 48-16,-1-1 0 0,1 3 448 0,-3 0 112 15,0 2 16-15,1 3 0 0,1 0-624 0,-1 1-112 16,1 4-32-16,-1-1 0 0,1 2-368 0,0 3-80 15,1 0 0-15,-1-1-16 0,0 2-80 0,2-19-16 16,-3 38 0-16,3-38 0 0,-1 36-320 0,1-36-64 16,0 26-16-16,0-26 0 0,0 0-256 0,0 0 0 15,0 0 0-15,0 0 0 0,0 0-144 0,0 0 144 16,0 0-128-16,0 0 128 16,0 0-1216-16,17-8-176 0,-15 1-16 0,-1 0-16 15,1-4-1456-15,-2 0-272 0,1-3-64 0,-1 2-16 16,0 0 1872-16,0-2 368 0,0 0 80 0,0 1 16 0,0 0 1328 0,-1-1 272 0,1 0 48 0,0 2 16 15,0 1 592-15,0 0 128 0,0 2 32 0,0 2 0 16,0 2 80-16,2-1 32 0,0 1 0 0,2 2 0 16,0-2-112-16,0 3-32 0,3-3 0 0,1 2 0 15,1-1-448-15,2-1-80 0,1 1-32 0,0 1 0 16,0 1-432-16,-1-1-96 0,2 3-16 0,0-2 0 16,-13 2-224-16,0 0-160 0,36 8 192 0,-36-8-192 15,0 0 240-15,0 0-64 0,37 27-16 0,-37-27 0 16,0 0 96-16,0 0 32 0,18 50 0 0,-18-50 0 15,0 32-16-15,-2-16 0 0,0 0 0 0,0-1 0 16,0-2-128-16,0-1-16 0,2-12-128 0,-1 24 192 0,1-24-192 0,0 0 0 16,0 0 0-16,0 0 0 0,13 37-256 0,-13-37-64 15,0 0 0-15,0 0-15808 16</inkml:trace>
  <inkml:trace contextRef="#ctx0" brushRef="#br0" timeOffset="3611.35">5725 5565 5807 0,'-2'-3'128'0,"0"0"16"0,0 0 16 0,1 2 16 0,1 1-176 0,-1 0 0 16,0 0 0-16,0 0 0 0,-1 1 2208 0,0-1 416 0,1 3 64 0,1-2 32 15,1 1-192-15,2 0-32 0,1-1-16 0,3 0 0 16,1-1-752-16,2 0-160 0,2 0-32 0,0-2 0 15,2 0-704-15,1-3-160 0,2 2-32 0,1-1 0 16,-1-1-320-16,-1 0-80 0,0 0-16 0,-2 1 0 16,1 1-224-16,-2 1 0 0,-1 0 0 0,-3 2 0 15,-2 0 0-15,-1 0-192 0,-2 2 16 0,-4 0-14416 16</inkml:trace>
  <inkml:trace contextRef="#ctx0" brushRef="#br0" timeOffset="3775.12">5779 5652 15663 0,'1'2'688'0,"-1"-1"144"0,1 0-656 0,-1 1-176 15,1-2 0-15,0 0 0 0,1 0 1568 0,1 0 288 16,2 0 48-16,0 0 16 0,4 0-256 0,2-2-32 16,0 1-16-16,1-2 0 0,2 0 288 0,-1-2 48 15,2 1 16-15,-2-1 0 16,0 2-2288-16,-1-1-448 0,-1 2-80 0,0-1-9136 15,-1 1-1808-15</inkml:trace>
  <inkml:trace contextRef="#ctx0" brushRef="#br0" timeOffset="4499.3">6318 5479 3679 0,'-3'-1'320'0,"0"1"-320"0,1 1 0 0,1-1 0 16,0 2 912-16,0-2 112 0,-2 2 32 0,-2-2 0 16,-1 3 496-16,-2-1 112 0,3-1 0 0,-1 0 16 15,1 0 112-15,3 1 0 0,-1-2 16 0,1 2 0 16,0-2-256-16,2 0-48 0,-1 0-16 0,2 0 0 15,0 0-336-15,1-2-80 0,2 1-16 0,-1 0 0 16,2 0-160-16,1 0-16 0,1 0-16 0,1-1 0 16,1 2-112-16,1-2-32 15,1 2 0-15,1 0 0 0,2 0-256 0,-14 0-48 0,26 2-16 16,-26-2 0-16,0 0-192 0,34 9-32 0,-34-9-16 0,0 0 0 0,0 0-160 16,0 0 0-16,37 24 0 15,-37-24 0-15,0 0 0 0,0 0 0 0,0 0 0 0,0 0 0 0,3 38 0 0,-7-31 0 16,1-3 0-1,-3 2 0-15,0 0 0 0,-3-1 0 0,0 1 0 0,-1 0 0 16,0-1 0-16,-2 0 0 0,1 2 0 0,0-3 0 16,0 4 0-16,1-4 0 0,1 1 0 0,0 0 0 0,-1 2 0 15,0-2 0-15,1 1 0 0,0 0 0 0,0 0 0 16,0-1 0-16,1 0 0 0,1 0 0 16,0-2 0-16,2 1 0 0,0-2 0 0,0 1 0 0,3-1 0 0,0 0 0 15,1-2 0-15,0 0 0 0,2 0 0 0,1 0 0 16,1-2 0-16,1-1 0 0,2 3 0 0,-1-2 0 15,3 0 128-15,0 0-128 16,1 0 432-16,2-1 0 0,1 1 0 0,1 1 0 0,0-1-112 0,0 2-32 0,2 0 0 0,1-2 0 16,-1 2-144-16,0-2-16 0,1 2-128 15,1-1 192-15,1 1-192 0,-2 0 128 0,3-2-128 0,0-1 0 16,0 1 144-16,1 0-144 0,2-2 128 0,-3 0-128 16,0 0 0-16,-1 0 0 0,2-1 0 0,-2 2-17936 31</inkml:trace>
  <inkml:trace contextRef="#ctx0" brushRef="#br0" timeOffset="10408.68">7546 5580 5519 0,'7'-2'496'0,"-3"2"-496"15,2-1 0-15,-2 0 0 0,-2 1 896 0,-1 0 96 16,2 0 16-16,1-2 0 0,2 2 720 0,3-1 128 0,-2 1 48 0,1-2 0 16,-4 2-240-16,0 2-64 15,-1-2 0-15,-2 3 0 0,-1-1-448 0,-2 3-80 16,-1 2-32-16,-2 0 0 0,0-1-320 0,-3 2-64 16,-1-1-16-16,-1 3 0 0,0-3-384 0,-1 0-64 15,0 1-32-15,-2 0 0 0,1 0-32 0,-1-1 0 16,1 0 0-16,-1 3 0 0,-1-4 48 0,0 2 0 0,0-1 0 0,-1 0 0 15,1 0-176-15,1-4 128 0,2 1-128 0,0-2 128 16,1-2-128-16,0 0 0 0,1-2 0 0,1 1 0 16,1-2 0-16,1 0 0 0,0-2-128 0,1-1 128 15,2 0-192-15,0-1 16 0,1-1 16 0,0 0 0 32,2-2-368-32,1 1-80 0,1-1-16 0,1 1 0 0,1-3 272 0,1 1 48 0,1 3 16 0,-1-4 0 15,3 2 288-15,0 1-160 0,1 0 160 0,1 1-128 16,-2 2 128-16,1-2 0 0,1 2 0 0,1 0 128 15,-1 0-128-15,-1 0 128 0,0 0-128 0,1 1 128 16,-2-2-128-16,0 0 0 0,0 2 0 0,-2-3 0 16,0 2 0-16,-3-1 0 0,-1 2 0 0,-2-3 0 15,-2 0-176-15,-1 2 176 0,-3-1-208 0,-1 0 80 16,-1 0-224-16,-2 0-32 0,-1-3-16 0,-2 1 0 16,1-2-32-16,0 1 0 0,1 0 0 0,0-2 0 0,0 1 432 0,1-1 192 15,1 0 0-15,1 3-16 0,1 1 240 0,2 1 48 16,0 2 16-16,1 3 0 0,2 0 320 0,1 2 64 15,1 0 16-15,1 2 0 0,1 2-112 0,0 4 0 16,-2-8-16-16,0 0 0 0,0 0-272 0,15 52-48 16,-15-52-16-16,0 0 0 0,19 59-80 0,-19-59-16 15,18 41 0-15,-18-41 0 0,23 41-16 0,-23-41-16 16,25 39 0-16,-25-39 0 0,27 36-160 0,-27-36-128 16,34 35 192-16,-34-35-192 0,39 33 0 0,-39-33 0 15,42 27 0-15,-42-27 0 0,42 21 0 0,-42-21-272 16,41 12 16-16,-41-12-14864 0</inkml:trace>
  <inkml:trace contextRef="#ctx0" brushRef="#br0" timeOffset="11428.17">8397 5498 5519 0,'-1'2'496'0,"1"-2"-496"0,0 1 0 0,1-1 0 16,0 1 944-16,0-1 80 0,1 0 32 0,2 2 0 16,3-1 464-16,2 1 80 0,2-2 32 0,1-2 0 15,3 1-48-15,0-2-16 0,2 0 0 0,1-4 0 16,1 4-240-16,0-4-48 0,1 0-16 0,1-1 0 0,0 2-256 0,-1-4-48 15,-1 5-16-15,-2-2 0 0,0 0-448 0,-1 1-96 16,-2 0-16-16,-1 2 0 0,-3 1-384 0,0-1 128 16,-2 1-128-16,-2 1 0 0,0 1 0 0,-3-1 0 15,0 2 0-15,-2 0 0 0,0 0-192 0,-2 0-80 16,0 2-16-16,-1-2 0 16,0 3-976-16,-2-1-192 0,0 1-32 0,0-1-16 31,0 0-256-31,0 1-48 0,2-1-16 0,-1-2 0 0,0 1 800 0,0 1 176 15,1 0 16-15,1-2 16 0,-1 0 560 0,0 1 128 0,1 0 128 0,-1-1-208 0,1 0 576 16,-1 2 112-16,1-1 32 0,-1 1 0 0,1 1 576 0,-2 0 128 0,0 0 32 0,-1 3 0 31,1 0 16-31,-2 0 0 0,0 0 0 0,1 4 0 0,-2-1-240 0,1 0-64 0,-1 1 0 0,0 2 0 16,0-2-384-16,-1 1-96 0,1 1-16 0,-1 1 0 16,-1 0-160-16,-1 2-48 0,-1 0 0 0,-1 0 0 15,3-3-256-15,-1 0 0 0,-1 2 0 0,0-2 0 16,3-2 0-16,0-1 0 0,0 0-128 0,1-3 128 31,1 0-720-31,0-1-48 0,2-2-16 0,0 0-7792 0,1-2-1568 0</inkml:trace>
  <inkml:trace contextRef="#ctx0" brushRef="#br0" timeOffset="11695.45">8469 5536 10127 0,'1'-3'448'0,"-1"1"96"0,1 1-544 0,0 1 0 0,0 0 0 0,0 0 0 0,0 0 1472 0,1 1 192 16,1 1 48-16,3 0 0 15,-1 2 112-15,3-1 32 0,-8-3 0 0,0 0 0 16,0 0-480-16,34 26-96 0,-34-26 0 0,0 0-16 0,0 0-112 0,38 32 0 16,-38-32-16-16,0 0 0 0,0 0-448 0,34 41-96 15,-34-41-16-15,0 0 0 0,0 0-448 0,34 42-128 0,-34-42 0 0,0 0 0 16,0 0 0-16,29 36-256 0,-29-36 32 0,0 0 16 31,0 0-1920-31,0 0-384 0</inkml:trace>
  <inkml:trace contextRef="#ctx0" brushRef="#br0" timeOffset="12013.54">8377 5768 7711 0,'-4'4'336'0,"1"-1"80"0,0-1-416 15,1-1 0-15,1 1 0 0,1 0 0 0,0-2 768 0,-1 2 80 16,0 0 16-16,1 2 0 0,1 0 992 0,2-2 208 15,1 0 48-15,1-2 0 0,0 0-192 0,2 0-48 0,0-2 0 0,2 1 0 16,1 0-320-16,2-1-64 0,0-1-16 0,0 1 0 16,2 1-496-16,0-1-96 0,0 1-32 0,3 0 0 15,2-1-288-15,-1 0-64 0,1 1-16 0,-1 1 0 16,1 0-160-16,-2 0-16 0,1-2-16 0,2 2 0 16,-1-2-288-16,2 1 160 0,1 1-160 0,-1-2 128 15,0 2-128-15,-1-2 0 0,-2 0 0 0,-1 1 0 31,-1-1-704-31,-2 0-64 0</inkml:trace>
  <inkml:trace contextRef="#ctx0" brushRef="#br0" timeOffset="12648.54">9077 5728 9215 0,'-4'2'400'0,"1"-2"96"0,0 1-496 0,1-1 0 0,2 0 0 0,-1 0 0 16,0 0 1280-16,-2 1 176 0,0-1 16 0,-1 0 16 0,0 2 560 0,-1-2 96 16,2 0 32-16,0-2 0 0,1 1-448 0,0 0-96 15,1-3-16-15,0 0 0 0,0 0-464 0,1-1-112 16,1 0-16-16,-1-1 0 0,1 1-320 0,0 0-64 15,1-2 0-15,-1 0-16 0,1-1-160 0,0 0-16 16,1 1-16-16,0-1 0 0,1 1-176 0,0-1-16 0,1-1-16 0,0 2 0 31,-1 0-224-31,2 2 144 0,-1 0-144 0,1 0 128 0,-1 3-128 0,2 0 0 0,-2-2 0 0,1 3 0 16,1 1 0-16,-2-2 0 0,1 2 0 0,-2 2 0 16,1-2 144-16,0 1-144 0,-1 1 160 0,1 0-160 15,0 0 128-15,0 0-128 0,0 1 0 0,0-1 0 16,-5-2 144-16,0 0-144 15,0 0 128-15,0 0-128 0,0 0 128 0,33 31-128 0,-33-31 0 0,0 0 128 16,0 0-128-16,0 0 160 0,24 38-160 0,-24-38 160 16,0 0-160-16,0 0 192 0,0 0-192 0,39 26 192 15,-30-26 0-15,2-2 0 0,1-2 0 0,0-2 0 0,2-1 0 0,0-1 16 16,-1-1 0-16,3 0 0 0,1-3-208 0,0 1 128 16,2-1-128-16,-2 0 0 15,2 0-320-15,-3 0-144 0,-1 5-48 0,-3-2-16688 16</inkml:trace>
  <inkml:trace contextRef="#ctx0" brushRef="#br0" timeOffset="13049.71">9740 5509 11967 0,'0'-5'528'0,"0"2"112"16,0 2-512-16,0-1-128 0,0-1 0 0,0 3 0 0,0-2 1200 0,0-1 208 15,0 1 32-15,-1-2 16 0,1 1 432 0,0 0 96 16,0 1 0-16,-1 2 16 0,1 2-464 0,0 3-112 16,-1 0-16-16,1 0 0 0,-1 4-384 0,0 1-64 15,1-10-32-15,0 0 0 0,-1 40-480 0,1-40-80 16,-2 34-32-16,2-34 0 0,0 37-96 0,0-37-32 16,0 35 0-16,0-35 0 0,3 36-64 0,-3-36-16 15,0 0 0-15,4 46 0 0,-4-46-256 0,0 0-64 16,0 0-16-16,0 0 0 15,0 0-1440-15,0 0-272 0,0 0-64 0,0 0-11360 0</inkml:trace>
  <inkml:trace contextRef="#ctx0" brushRef="#br0" timeOffset="13562.92">9713 5491 1839 0,'-1'-3'160'16,"1"-1"-160"-16,0 3 0 0,0-1 0 15,0 2 1216-15,0-3 224 0,1 0 32 0,0-3 16 16,1-1 608-16,0-3 112 0,2-1 32 0,2 4 0 0,1-2-848 0,1 1-176 16,3 1-16-16,-1-1-16 0,1 4-176 0,0-1-48 15,2 0 0-15,-1 3 0 0,1 0-64 0,-2 2-32 16,0 2 0-16,-11-2 0 16,0 0-128-16,0 0-32 0,32 24 0 0,-32-24 0 0,0 0-512 0,0 0-192 15,6 38 144-15,-6-38-144 0,-5 21 144 0,-1-11-144 16,0 0 160-16,-2-1-160 0,-1-2 256 0,0 1-32 15,-1-2-16-15,1 1 0 0,1-3-32 16,-1 0-16-16,-2 1 0 0,1-1 0 0,1 1-160 0,-1-1 0 16,1-1 0-16,0 1 0 0,2-1 0 0,-1-1 0 15,1-1 0-15,0 0 0 0,2-1 0 0,-1 2 0 0,2-2 0 0,-1 0 0 16,2 0 0-16,0 0 128 0,2 0 0 0,1-2 0 16,0 1 192-16,3 0 16 0,0-1 16 0,2-1 0 15,0 0-96-15,3 1 0 0,1 0-16 0,1-2 0 16,1 1-240-16,1 1 144 0,-1 1-144 0,2-1 128 15,1 1 32-15,1 1 0 0,1 1 0 0,-16-1 0 16,30 5 96-16,-30-5 0 0,30 11 16 0,-30-11 0 16,0 0-112-16,42 24-32 0,-42-24 0 0,0 0 0 15,0 0-128-15,36 29 0 0,-36-29 144 0,0 0-144 16,0 0 0-16,0 0 0 0,0 0 0 0,18 40 0 16,-21-35 0-16,-3-1 144 0,-3 4-144 0,-2-3 0 15,-3 4 256-15,-3-2-48 0,-1-1-16 0,-3 0 0 0,1 1-64 16,0-2 0-16,-3 2-128 0,2-3 192 15,1 2-32-15,0-3-16 0,3 1 0 0,1 0 0 0,2-1-144 0,2-1 0 16,3-2 0-16,1 0 0 0,3 0-224 0,-1-2-80 16,4 2-16-16,2-3-15872 15</inkml:trace>
  <inkml:trace contextRef="#ctx0" brushRef="#br0" timeOffset="13974.34">10285 5437 6735 0,'2'-9'128'0,"-1"5"48"0,0-1 0 0,-1 3 32 0,0-1-208 0,0 3 0 16,0 0 0-16,-1-2 0 15,-1 1 2528-15,-1 0 464 0,-1 1 80 0,-2 2 32 0,-1 1-1200 0,0 4-240 16,-2 2-64-16,-1 0 0 0,0 3-112 0,1 2-16 16,-1 1-16-16,1 0 0 0,0 1-480 0,1 0-80 15,0 1-32-15,1 0 0 0,1-1-112 0,6-16-32 16,-9 31 0-16,9-31 0 0,0 0-336 0,-1 43-64 15,1-43 0-15,0 0-16 0,0 0-304 0,25 40 0 16,-25-40 0-16,0 0 0 0,34 16 0 0,-34-16 0 16,27 8 0-16,-27-8 0 15,30 4-768-15,-30-4-64 0,33 5-16 0,-33-5 0 16,34 3-1504-16,-34-3-288 0,36 3-64 0,-18-2-9008 0</inkml:trace>
  <inkml:trace contextRef="#ctx0" brushRef="#br0" timeOffset="14674.48">10534 5514 9215 0,'0'0'816'0,"0"-1"-656"0,0 0-160 0,0 1 0 0,0 0 1360 0,0 0 240 15,0-2 64-15,0 1 0 0,1-3 320 0,2 3 80 16,1-2 16-16,1 2 0 0,0-1-288 0,3-1-64 15,1 3-16-15,0-3 0 0,2 2-512 0,0 0-112 16,2 1 0-16,0 0-16 0,-1 0-272 0,0 1-48 16,0 1-16-16,-1 0 0 0,-1 1-288 0,0-1-64 0,-10-2-16 0,0 0 0 15,0 0-192-15,32 12-48 0,-32-12 0 0,0 0 0 16,0 0-128-16,0 0 0 0,0 0 0 0,0 0 0 16,0 0 0-16,0 0 0 15,1 38 0-15,-7-33 0 0,-1 4 0 0,-2-2 0 0,0 0 128 0,-1 1-128 16,0 0 0-16,-1 0 0 0,1-1 0 15,0 0 0-15,-1 0 0 0,1-2 0 0,0 0 0 0,2 0 0 16,1-1-128-16,2-2 128 0,-1 3-160 0,3-2 160 16,0-1 0-16,1-1-144 0,1 0 144 0,1 1 0 15,1-1 0-15,0 1 0 0,2-2 0 0,-1 1 0 16,3-1 0-16,1 2 0 0,0-4 0 0,2 2 0 0,1-1 0 16,1-1 0-16,0 1 0 0,1-1 128 0,2 0-128 15,2 0 128-15,-1-1-128 0,1-2 128 0,-1 3-128 0,-1 0 0 16,0-3 0-16,-2 2 0 15,1 1-816-15,-2-2-128 0,0 2-16 0,-1-1-14592 16</inkml:trace>
  <inkml:trace contextRef="#ctx0" brushRef="#br0" timeOffset="14864.04">10921 5616 5519 0,'3'0'496'0,"-1"0"-496"0,0 0 0 0,0 0 0 15,0 2 2048-15,0 0 320 0,1 1 64 0,-3-3 16 16,0 0 496-16,0 0 80 0,0 0 32 0,32 26 0 16,-32-26-896-16,0 0-176 0,0 0-48 0,0 0 0 15,0 0-1104-15,6 45-208 16,-11-38-48-16,-1 0-16 0,-2-1-400 0,0 0-160 0,-3 2 128 0,0-4-128 16,0 3-1088-16,-1-2-320 0</inkml:trace>
  <inkml:trace contextRef="#ctx0" brushRef="#br0" timeOffset="15602.97">11363 5481 4607 0,'1'-2'400'0,"-1"1"-400"0,0-1 0 0,1 2 0 15,-1 0 1312-15,0-1 176 0,0 0 48 0,1-2 0 0,0 1 768 0,0-1 176 16,1 1 16-16,-1 2 16 0,0 0-512 0,-1 3-96 16,1 1-32-16,-1 1 0 0,0 2-384 0,0-7-80 0,0 0 0 0,0 0-16 15,-3 44-560-15,3-44-96 0,0 0-32 0,-2 38 0 16,2-38-320-16,0 0-64 15,-3 49 0-15,3-49-16 0,-1 33-96 0,1-33-16 0,-2 33 0 0,2-33 0 16,0 0-192-16,0 34 0 0,0-34 0 0,0 0 0 16,0 0-208-16,0 0-48 0,0 0 0 0,0 0 0 15,0 0-960-15,0 0-192 0,0 0-32 0,0 0-12336 16</inkml:trace>
  <inkml:trace contextRef="#ctx0" brushRef="#br0" timeOffset="15982.12">11341 5486 7887 0,'-1'-3'336'0,"0"1"96"0,1-1-432 0,0 1 0 15,0 1 0-15,0 0 0 0,0-1 1424 0,0-1 208 0,0 0 32 0,0-3 16 16,2 1 240-16,-1 0 32 0,2-2 16 0,0 2 0 15,1 1-496-15,0-2-80 0,3 2-32 0,-1 0 0 16,3-1-368-16,-2 1-80 0,3 0-16 0,-1 0 0 16,3 1-304-16,0 1-64 0,-1-3-16 0,-1 0 0 15,1 3 64-15,-1 0 0 0,1 2 0 0,1-2 0 16,-2 4-32-16,-1 0 0 0,-9-2 0 0,0 0 0 16,0 0-288-16,0 0-64 0,0 0-16 0,32 36 0 15,-32-36-176-15,0 0 128 0,-1 38-128 0,1-38 128 0,-9 24 0 0,4-12 0 16,-2 1 0-16,-1-3 0 0,0-1-128 0,0-2 0 15,0 1 144-15,-2-1-144 0,1-2 0 0,0-1 0 16,-1 1 0-16,0-3 128 16,2 0-128-16,-1-1 0 0,0 1 128 0,0-4-128 0,0 1 0 0,1-1 0 15,-2-2 0-15,3 1 0 16,0-1-496-16,1 1-112 0,0-1-32 0,3 1-15024 16</inkml:trace>
  <inkml:trace contextRef="#ctx0" brushRef="#br0" timeOffset="16398.16">11336 5696 4607 0,'0'-4'192'0,"-1"2"64"0,1-1-256 0,0 1 0 0,0 2 0 0,0-2 0 0,0 2 1472 0,0-1 240 15,1-1 48-15,0 2 16 0,0-4 256 0,0 3 48 0,0-1 16 0,1 0 0 16,0 1-240-16,0 1-64 0,0 1 0 0,0 1 0 16,0 0-384-16,-2 3-64 0,0-5-32 0,0 0 0 15,0 0-416-15,0 0-64 0,0 0-32 0,14 42 0 16,-14-42-416-16,0 0-96 0,0 0-16 0,11 48 0 16,-11-48-128-16,0 0-16 0,8 37-128 0,-8-37 192 15,0 0-192-15,0 0 0 0,0 0 0 0,0 0 0 16,9 39-592-16,-9-39-64 0,1 0-16 0,0-2-13712 15</inkml:trace>
  <inkml:trace contextRef="#ctx0" brushRef="#br0" timeOffset="16886.66">11752 5425 5519 0,'2'-11'496'0,"0"4"-496"0,1 0 0 0,-1 5 0 0,-2-2 1520 0,1 3 208 16,1 1 32-16,1-4 16 0,3 1 1168 0,1-2 224 15,2-2 48-15,1 5 16 0,2 2-384 0,-12 0-80 16,0 0-16-16,35 17 0 0,-35-17-1104 0,0 0-240 16,39 45-32-16,-39-45-16 0,24 35-672 0,-24-35-144 15,0 0-32-15,28 55 0 0,-28-55-256 0,0 0-64 16,10 47-16-16,-10-47 0 0,-3 33-176 0,3-33 0 16,-10 31 0-16,1-17 128 0,-4 1-128 0,-4 1 0 15,-3-3 0-15,-4 0 0 0,0 1 0 0,-4 0 0 0,-2-2 0 16,-4 2 0-1,-4-1-608-15,-3 0-96 0</inkml:trace>
  <inkml:trace contextRef="#ctx0" brushRef="#br0" timeOffset="19672.34">785 6624 10127 0,'-2'2'896'0,"1"-2"-704"15,1 2-192-15,0-2 0 0,0 0 1104 0,0 0 192 16,0 0 48-16,0 3 0 0,1-3 32 0,0 0 16 16,1 0 0-16,2-3 0 0,1 1-160 0,0-2-16 15,1 1-16-15,-1-3 0 0,2 1-240 0,-1-1-32 16,0 0-16-16,0 0 0 0,0-1-336 0,1 0-64 0,-2 3 0 0,1-3-16 15,0 2-240-15,-1 0-64 0,0 0 0 0,0 3 0 16,0-3-64-16,-2 3 0 0,2 1-128 0,-1 1 192 16,-1 0-192-16,1 1 0 0,0 1 0 0,-1 1 0 15,0 1 128-15,1 3-128 0,1 0 0 0,-5-7 144 16,0 0 16-16,0 0 0 0,22 44 0 0,-22-44 0 16,0 0-160-16,19 39 192 0,-19-39-192 0,0 0 192 15,25 43-192-15,-25-43 0 0,0 0 144 0,29 36-144 16,-29-36 0-16,0 0 0 0,0 0 0 0,0 0 0 15,39 28 0-15,-32-25 0 0,-2-1 0 0,-1-2 0 0,1 0-160 0,-2-3 160 16,1 1-192-16,0-3-13776 16</inkml:trace>
  <inkml:trace contextRef="#ctx0" brushRef="#br0" timeOffset="19888.2">1116 6510 14735 0,'-7'0'640'0,"3"2"160"0,-1 1-640 16,0 1-160-16,1-1 0 0,-1 1 0 0,-1 1 896 0,-6 4 160 0,-5 6 32 0,-8 6 0 16,-6 7 128-16,-3 2 48 0,0 2 0 0,2-1 0 15,6-7-656-15,-1 4-128 16,-1-1-32-16,2 1 0 0,3-2-320 0,3-2-128 0,2-1 0 0</inkml:trace>
  <inkml:trace contextRef="#ctx0" brushRef="#br0" timeOffset="20724.5">1724 6581 8287 0,'-1'0'736'16,"0"0"-592"-16,1 0-144 0,-1 0 0 16,1 0 1040-16,-1 0 176 0,0 0 48 0,0-2 0 0,1 1 672 0,-1-1 144 15,0 1 32-15,2-2 0 16,0 0-544-16,0-1-96 0,2 1-32 0,1-2 0 0,1-2-368 0,0 3-80 15,1-4-16-15,1 2 0 16,1-2-480-16,1 3-112 0,0-2 0 0,0 0-16 0,2 0 16 0,0 0 0 16,0 2 0-16,0-1 0 0,0 0-32 0,-1 2 0 15,0 1 0-15,2-2 0 0,-2 2-96 0,-1 2 0 16,1-2-16-16,-1 3 0 0,-1 0-240 0,-2 0 176 0,0 3-176 0,0-1 160 16,-1 3-160-16,-5-5 128 0,0 0-128 0,0 0 128 15,19 35 0-15,-19-35 0 0,0 0 0 0,13 52 0 16,-13-52 16-16,9 44 0 0,-9-44 0 0,9 42 0 15,-9-42-144-15,0 0 128 0,20 48-128 0,-20-48 128 16,0 0-128-16,0 0 0 16,36 40 0-16,-36-40 0 0,0 0 0 0,0 0 0 0,43 4 0 0,-30-6 0 15,-2-3-128-15,1-2 128 0,-1-2 0 0,0-1 0 16,0 1-624-16,-1-3-48 0,0 0-16 0,0 0-14400 16</inkml:trace>
  <inkml:trace contextRef="#ctx0" brushRef="#br0" timeOffset="20901.57">2206 6408 15263 0,'-10'0'320'0,"3"1"80"0,-1 0 16 0,3 1 32 0,1 1-448 0,0-2 0 15,1 3 0-15,-4 0 0 16,-4 4 1904-16,-6 2 288 0,-3 6 64 0,-5 5 16 0,-2 0-608 0,-1 5-112 16,0 3-16-16,2-3-16 15,1 1-816-15,3-2-176 0,1-4-16 0,3-1-16 0,3-2-224 0,2-4-32 16,3-1-16-16,3-2 0 15,2-3-896-15,2-2-176 0</inkml:trace>
  <inkml:trace contextRef="#ctx0" brushRef="#br0" timeOffset="21353.4">2306 6252 5519 0,'0'0'496'0,"1"0"-496"15,0 0 0-15,1 0 0 0,-1 0 1472 0,1 0 192 0,1 0 32 0,2 0 16 16,3 0 416-16,1 2 96 0,1-2 16 0,0 0 0 15,2 1-1120-15,-1-1-224 0,1-1-32 0,-1 1-16 16,0 0 144-16,-2 0 32 0,1 1 0 0,-2 0 0 16,-1-1-176-16,0 2-16 0,-3 1-16 0,-2 0 0 15,0 1-528-15,-3-2-96 0,-1 3-32 0,-1 0 0 16,-4 2-160-16,-1 0 0 0,-1 1 0 0,-1 0 0 16,0 0 0-16,-2 1 0 0,-1-1 0 0,0 2 0 15,-1-1 0-15,3 0 0 0,2-1 0 0,2-2 0 16,4-1 0-16,0-3 0 0,2 3 0 0,1-3 0 15,4-1 0-15,1-1 0 0,3-1 0 0,3-1 0 16,3-3 816-16,2-2 176 0,4 1 32 0,1-2 16 16,2-1-80-16,-2 1-32 0,-2 2 0 0,0 0 0 15,-1 2-688-15,-1 1-240 0,-2 1 144 0,-15 2-16656 16</inkml:trace>
  <inkml:trace contextRef="#ctx0" brushRef="#br0" timeOffset="24082.11">3122 6370 911 0,'0'-5'0'16,"0"0"0"-16,0 3 0 0,0 0 0 0,0 0 1152 0,0 1 128 15,0 1 48-15,0-2 0 0,0-1 272 16,0 1 48-16,-1 0 16 0,1 0 0 0,0 2 16 0,-1 0 16 16,0 2 0-16,0 0 0 0,0 3-192 0,0 1-32 15,0 2-16-15,0 4 0 0,0-3-416 0,0 4-80 16,0 3 0-16,0 3-16 0,0 0-176 0,0 2-48 0,-1 3 0 0,-2 0 0 16,0 2-128-16,0 0-16 0,-1 0-16 0,1-2 0 15,-1 2-208-15,0-5-32 0,2 0-16 0,-1-3 0 16,0 0-144-16,2-4-32 0,1 0 0 0,0-2 0 15,1-2-128-15,1-3 0 16,1-2 0-16,0-1 0 0,0-3 0 0,0-2-224 0,2-1 48 0,0-3-9392 16,1-2-1888-16</inkml:trace>
  <inkml:trace contextRef="#ctx0" brushRef="#br0" timeOffset="24374.83">3043 6458 2751 0,'-1'-10'256'0,"1"3"-256"0,1 1 0 0,0 1 0 0,1 2 1216 0,-1 1 208 16,0-1 48-16,2-1 0 0,2-2-64 0,1-5-16 15,3 1 0-15,1-1 0 0,0 1-240 0,-1 3-32 16,1 1-16-16,0 2 0 0,0 4 192 0,1 0 48 16,1 1 0-16,-12-1 0 15,0 0-320-15,0 0-48 0,43 18-16 0,-43-18 0 0,0 0-464 0,0 0-112 16,33 41 0-16,-33-41-16 0,0 0-32 0,0 0 0 15,17 47 0-15,-17-35 0 16,0-3-32-16,-1 1-16 0,-3-1 0 0,1-1 0 16,-2 1 80-16,-1-3 16 0,0 0 0 0,-2 1 0 15,1-2-144-15,-1 2-32 0,-1-3 0 0,-1 2 0 0,0 0-80 0,-1 0-128 16,2 0 176-16,-2 1-176 0,3 0 0 0,1-2 0 16,0 0 0-16,2-1 0 15,2-1-432-15,1 0-80 0,2-1-32 0,1-2-12816 16</inkml:trace>
  <inkml:trace contextRef="#ctx0" brushRef="#br0" timeOffset="24720.54">3512 6380 1839 0,'7'-6'160'0,"-4"2"-160"0,2-1 0 0,-2 3 0 15,-2-1 1280-15,0 3 208 16,0-2 48-16,-1 2 16 0,3-2 304 0,-1-1 64 0,1 1 16 0,-1-1 0 16,-2 3-208-16,-1 0-32 0,-2 1-16 0,0 1 0 15,-1 3-496-15,-1-1-96 0,-1 1-32 0,0 0 0 16,2-1-112-16,-1 2-32 0,-2 1 0 0,0 2 0 16,-1 1-80-16,0 1 0 0,0 4-16 0,-2 1 0 15,2 3-208-15,1 0-32 0,-1 5-16 0,3-3 0 0,0 3-208 16,1-1-32-16,2-1-16 0,1-3 0 0,1-19-48 0,3 35 0 15,-3-35 0-15,0 0 0 0,17 38-256 0,-17-38 0 16,0 0 0-16,0 0 0 0,0 0 0 0,44 29 0 16,-35-27 0-16,-1-1-144 15,1-1-496-15,1 0-112 0,-1-1-16 0,-1-1-13696 16</inkml:trace>
  <inkml:trace contextRef="#ctx0" brushRef="#br0" timeOffset="25335.37">3799 6441 8287 0,'-5'0'736'0,"2"-2"-592"0,1 1-144 0,1 1 0 16,1 0 704-16,0 0 128 0,0 0 0 0,-1-1 16 15,1 1 432-15,-1-1 64 0,0 1 32 0,1 0 0 16,1 0-96-16,1 0-32 0,0 1 0 0,2-1 0 16,1 1 64-16,0 0 16 15,3 1 0-15,1-2 0 0,3 0-256 0,2 0-48 0,2-3-16 0,1 1 0 0,2 0-384 0,0-3-80 16,2 0-16-16,0-1 0 0,0 0-352 0,1-2-176 15,1 0 160-15,-2-1-160 0,-2 2 128 0,-3 1-128 16,-1 2 0-16,-3-1 144 0,-1 1-144 0,-2 3 0 16,-4-1 0-16,-3 2 0 15,-2 2-640-15,-3 1-16 0,-3 0 0 0,-1 1-8256 16,1-2-1648-16</inkml:trace>
  <inkml:trace contextRef="#ctx0" brushRef="#br0" timeOffset="25539.43">4037 6386 911 0,'3'-3'0'0,"-1"2"0"15,-1-1 0-15,0 0 0 0,-1 2 1840 0,0 0 272 16,0 0 64-16,0 0 16 0,0 0 480 0,0 2 80 0,-1 0 32 0,-1 2 0 16,-1 1-544-16,-1 0-96 0,0 2-32 0,-2 2 0 15,0 0-752-15,-1 2-144 0,-1 1-48 0,-3 3 0 16,-1 0-608-16,-1 4-128 0,0-2-32 0,1 2 0 16,-1-2-144-16,0 1-16 0,2-1-16 0,1 0 0 15,1-3-224-15,1-2 0 0,2-3 0 0,0-2 0 16,3 0 0-16,0-3 0 0,2-1 0 0,1 0-9744 31,1-3-1936-31</inkml:trace>
  <inkml:trace contextRef="#ctx0" brushRef="#br0" timeOffset="25759.17">3860 6479 14735 0,'-1'-5'640'0,"0"3"160"0,1 0-640 0,0 0-160 15,1 2 0-15,-1 0 0 16,1 2 1520-16,0-2 272 0,2 3 48 0,0 0 16 0,-3-3 32 0,0 0 16 15,0 0 0-15,26 39 0 0,-26-39-752 0,0 0-128 16,34 45-48-16,-34-45 0 0,0 0-432 0,40 41-96 16,-40-41 0-16,0 0-16 0,38 35-288 0,-38-35-144 15,0 0 160-15,0 0-160 0,40 35 0 0,-40-35 0 16,0 0-128-16,0 0 128 31,0 0-1568-31,0 0-208 0</inkml:trace>
  <inkml:trace contextRef="#ctx0" brushRef="#br0" timeOffset="26010.79">3781 6732 4607 0,'-4'0'400'0,"2"0"-400"0,0 1 0 0,1-1 0 15,1 0 960-15,-1 2 128 0,-2-2 0 0,-1 1 16 16,0 1 944-16,-1 0 192 0,2 0 48 0,2 0 0 15,3-2-192-15,2 3-48 0,2-3 0 0,3 2 0 16,-9-2-32-16,26 0-16 0,-10-2 0 0,2-1 0 16,3 1-544-16,1 0-112 0,-1-3-32 0,4 0 0 0,4 1-624 0,1-1-128 15,0-1-32-15,1 0 0 0,-3 1-384 0,3-1-144 16,1 0 0-16,-1 2 144 0,-1-4-144 0,-3 2 0 16,-1 0-160-16,-4 0-16752 15</inkml:trace>
  <inkml:trace contextRef="#ctx0" brushRef="#br0" timeOffset="26246.21">4368 6472 7359 0,'-9'1'320'0,"2"0"80"0,2-1-400 0,1 0 0 0,3 0 0 0,0 2 0 15,1-2 1616-15,-2 0 240 0,1 3 64 0,0-2 0 16,0 3 224-16,1-3 48 0,2 0 16 0,2 1 0 16,3-2-64-16,1 0-16 0,1-2 0 0,3 1 0 15,1 0-544-15,1-3-112 0,3 1-32 0,1 0 0 16,-1 1-880-16,0 0-176 0,0-1-48 0,-1 1 0 16,-1 0-336-16,-1 1 0 0,-1-1-160 0,-3 2-10544 15,-1 0-2112-15</inkml:trace>
  <inkml:trace contextRef="#ctx0" brushRef="#br0" timeOffset="26419.73">4356 6576 5519 0,'-4'3'496'0,"2"-1"-496"16,2 0 0-16,0-1 0 0,0 1 1856 0,1-2 256 15,1 0 64-15,2 0 16 0,2 0 432 0,4 0 96 16,2-3 16-16,3 1 0 0,-15 2-1168 0,34-3-224 15,-15-1-64-15,-1 2 0 0,2-3-864 0,-2 3-176 16,-18 2-48-16,34-1-8560 16,-34 1-1712-16</inkml:trace>
  <inkml:trace contextRef="#ctx0" brushRef="#br0" timeOffset="26833.13">4862 6429 11967 0,'-7'1'528'0,"3"-1"112"0,1 0-512 0,0 2-128 16,2-2 0-16,0 0 0 16,1 0 1456-16,-1-2 256 0,0 1 48 0,0 1 16 0,0-2-112 0,1-1 0 15,2 1-16-15,0 1 0 0,0 0-208 0,2-2-32 16,0 1-16-16,3-1 0 0,-1 0-304 0,2-2-64 15,1 2-16-15,0-2 0 0,0 0-448 0,2-2-96 16,2 1-16-16,0-2 0 0,0-1-208 0,1 1-48 16,1-1-16-16,-2-1 0 0,1 3-48 0,-3 0-128 15,-2 1 192-15,-1 2-64 0,-2 1-128 0,1 2 160 16,-3 1-160-16,0 0 160 0,1 1-160 0,-1 2 0 16,-1 3 0-16,-3-6 128 0,0 0 16 0,0 0 0 15,16 42 0-15,-16-42 0 0,0 0 48 0,17 48 16 16,-17-48 0-16,17 38 0 0,-17-38-64 0,23 38-16 15,-23-38 0-15,27 35 0 0,-27-35-128 0,0 0 0 0,48 31 0 0,-48-31 0 16,32 9 0-16,-32-9 0 0,29 1 0 16,-16-2 0-16,-1-4-176 0,1 1-16 0,-3-4 0 0,-1 0-16352 15</inkml:trace>
  <inkml:trace contextRef="#ctx0" brushRef="#br0" timeOffset="26988.1">5303 6344 4607 0,'-8'-2'400'15,"1"0"-400"-15,1 2 0 0,1 2 0 0,1 0 1840 0,1-1 272 16,-2 2 64-16,-3 3 16 0,-5 5 320 0,-5 4 64 16,-4 3 16-16,-2 5 0 15,-3 2-736-15,0 3-160 0,0-1-32 0,1 1 0 0,2 0-432 0,3-6-80 16,3-1-32-16,3-5 0 0,4-3-496 0,2-2-112 16,2-1 0-16,2-5-15168 0</inkml:trace>
  <inkml:trace contextRef="#ctx0" brushRef="#br0" timeOffset="27536.4">5551 6301 14735 0,'0'-2'1312'0,"0"-1"-1056"15,1 3-256-15,-1 0 0 0,1 0 1472 0,0-2 224 16,1 2 48-16,1-1 16 0,2 0 432 0,1-2 96 16,2 1 16-16,2 4 0 0,0-1-688 0,-10-1-128 15,0 0-16-15,37 18-16 16,-37-18-624-16,0 0-128 0,41 36-32 0,-41-36 0 0,0 0-336 0,32 50-64 16,-32-50-16-16,13 36 0 0,-13-36-256 0,4 40 128 0,-4-40-128 0,-6 40 0 15,0-23 0-15,-3 2 0 0,-3-3 0 0,-1 0 0 16,-1-1 0-16,-2-3 0 0,0-1 0 0,-1-1-11216 15,0 0-2320-15</inkml:trace>
  <inkml:trace contextRef="#ctx0" brushRef="#br0" timeOffset="36452.57">892 7309 9215 0,'0'2'816'0,"-1"-2"-656"16,0 0-160-16,0 0 0 0,1 0 1136 0,-1 0 192 15,0 1 32-15,-2 1 16 0,-1-2 288 0,0 2 64 16,1 0 16-16,-2-1 0 16,1 3-352-16,1-1-80 0,-1-1-16 0,0 2 0 0,1 1-208 0,-2 0-64 0,1 3 0 0,0 1 0 15,-2 2-304-15,0 2-64 16,0 3-16-16,-2 1 0 15,2 1-192-15,-1-1-64 0,0 2 0 0,2-3 0 0,1-4-224 0,2 1-160 16,0 0 192-16,2-13-192 0,0 0 224 0,4 30-64 16,-4-30-16-16,0 0 0 0,0 0-16 0,0 0-128 15,0 0 192-15,37 14-64 0,-27-17 16 0,1-3 0 16,0 0 0-16,1-3 0 0,1-1 112 0,1-2 0 16,3-4 16-16,-1-1 0 0,0-2-272 0,0 1 0 15,-1 0 0-15,-2 2 0 0,-3 0 0 0,-1 1-224 16,-4 1 64-16,-1 2 16 0,-4 3 144 0,-4 1 0 0,-3 4-144 15,-4 1 144-15,-4 4 0 0,-4 3 0 0,-2 3 0 16,-1 0 0-16,-2 4-272 0,-1-2 16 0,2 2 0 0,2-4 0 16,4 0 112-16,1-2 144 0,3 0-208 0</inkml:trace>
  <inkml:trace contextRef="#ctx0" brushRef="#br0" timeOffset="37969.08">893 7930 12895 0,'1'-2'1152'15,"0"2"-928"-15,0-2-224 0,-1 2 0 0,0 0 1216 0,1 0 192 16,0-1 32-16,0 1 16 0,1 0 480 0,-2 3 112 15,1 1 0-15,-1 4 16 0,-1 2-288 0,0 4-64 0,-1 3-16 0,-2 1 0 16,-2 5-688-16,0 0-144 0,-1 4-32 0,0-3 0 16,-1 1-256-16,0-2-64 15,0-2-16-15,1-1 0 0,1-3-496 0,2-2 0 0,2-5 0 0</inkml:trace>
  <inkml:trace contextRef="#ctx0" brushRef="#br0" timeOffset="38637.92">777 8848 12895 0,'-1'0'1152'16,"-1"0"-928"-16,1 0-224 0,1 0 0 0,0 0 1312 0,-1 0 224 16,-1 0 32-16,-1 0 16 0,0 0-48 15,0-2-16 1,2 1 0-16,1 1 0 0,0-2-240 0,3-1-64 0,2 1 0 0,0-2 0 15,3 1-272-15,1-2-64 16,1 3-16-16,1-3 0 0,-11 5-32 0,0 0-16 16,35 0 0-16,-35 0 0 0,0 0-352 0,0 0-64 0,43 10-16 0,-43-10 0 15,0 0-208-15,0 0-48 0,0 0-128 0,38 24 192 16,-38-24-192-16,0 0 0 0,0 0 0 0,0 0 0 16,0 0 0-16,9 39 0 0,-13-31 0 0,-1 1 0 15,-1-2 0-15,-1 3 0 0,-3 0-144 0,0-1 144 16,-1 2-256-16,-1-2 64 0,-1 2 0 0,1-2 0 15,2-2 192-15,-1 1-176 0,0-2 176 0,1 2-160 0,0-2 160 16,2 0-192-16,1 0 192 0,2-3-192 0,3 0 192 0,1 1 0 16,1-4 128-16,2 2-128 15,2-1 304-15,2-1-16 0,0 0 0 0,2-1 0 0,0 1 160 0,0-2 16 16,1 2 16-16,-9 0 0 0,21-5-192 0,-9 3-32 16,-2-1-16-16,2 1 0 0,0 0-240 0,1-2 0 15,-13 4 0-15,27-6 0 0,-27 6 0 0,27-4-256 16,-13-1 48-16,-1 2-16736 0</inkml:trace>
  <inkml:trace contextRef="#ctx0" brushRef="#br0" timeOffset="39459.69">2074 7188 2751 0,'0'0'256'0,"0"-2"-256"0,0 2 0 0,0 0 0 0,-1 0 784 0,1 0 112 16,-1 0 32-16,0 0 0 0,-1 0 640 0,-1 0 128 16,0 0 32-16,1 0 0 0,0 0-128 0,-1 0-32 15,0 2 0-15,1-1 0 0,0 0-160 0,-1 2-48 16,1 2 0-16,-1-1 0 0,0 3-400 0,0 0-64 15,-1 3-32-15,-1 2 0 0,2 2-272 0,-2 0-48 16,1 3-16-16,0 2 0 0,1-3-192 0,0 1-32 16,3-17-16-16,-1 28 0 15,2-16-32-15,1-5 0 0,1 1 0 0,1-4 0 0,2-2-64 16,0-2-32-16,3-2 0 0,0 0 0 0,1-3 32 0,1-2 0 16,2-2 0-16,-1-1 0 0,1 1 0 0,0-3 0 0,0-2 0 0,-1 0 0 15,0 0-192-15,-3 1-144 0,0-1 144 16,-2 2-208-16,-1-2-160 0,-2 2-16 0,-2 0-16 0,-2 3 0 15,-2 1 208-15,-3 0 32 0,1 4 16 0,-4 0 0 16,-1 2-240-16,-2 4-32 0,-2-1-16 0,-1 3 0 16,0 3-336-16,0 0-80 0,1 0-16 0,2 3-6880 15,2-1-1360 1</inkml:trace>
  <inkml:trace contextRef="#ctx0" brushRef="#br0" timeOffset="39808.86">2064 7955 12895 0,'2'-11'1152'0,"-1"5"-928"16,0 0-224-16,0 2 0 16,-1 1 1008-16,0 1 144 0,0-1 48 0,0 1 0 15,1-4 944-15,-1 0 192 0,0 4 32 0,-1-2 16 16,0 6-912-16,-2 1-176 0,1 6-32 0,-3 2-16 0,0 7-384 15,0 5-80-15,0 3-16 0,-1 4 0 0,0 6-256 0,0 0-64 16,0 2-16-16,0-3 0 0,2-2-432 0,0-2 0 16,2 0-144-16,0-5-15152 15</inkml:trace>
  <inkml:trace contextRef="#ctx0" brushRef="#br0" timeOffset="40268.33">1992 8712 6447 0,'2'-3'576'0,"1"-3"-576"16,-1 3 0-16,-2 4 0 0,0-1 1280 0,1-1 160 16,-1-2 32-16,3-2 0 0,0-1 576 0,-1 2 128 15,-1-1 32-15,0 2 0 0,-2 3-16 0,0 0 0 16,-1 3 0-16,-1-1 0 0,0 3-528 0,-2 3-128 16,-1 1 0-16,0 2-16 0,-1 1-656 0,-1 2-128 15,0 3-32-15,-1 0 0 0,1 1-400 0,1 2-96 16,-2-2-16-16,3-1 0 0,0 0-192 0,1-3 0 15,3-1 0-15,2-13 0 0,-1 21 128 0,1-21-128 16,0 0 0-16,0 0 0 0,0 0 0 0,22 35 128 0,-22-35-128 0,0 0 0 16,0 0 0-16,41 7 0 0,-41-7 0 0,0 0 0 15,42 1 0-15,-42-1 0 0,31 0 0 0,-31 0 0 16,33 1 0-16,-33-1 0 0,33 2 0 0,-33-2-160 16,0 0-96-16,42 3-32 0,-42-3 0 0,0 0 0 31,34 1-944-31,-25-2-192 0,-1-2-48 0,0 1-12720 0</inkml:trace>
  <inkml:trace contextRef="#ctx0" brushRef="#br0" timeOffset="40479.17">2152 8765 14735 0,'-5'-1'640'0,"2"-1"160"0,0 2-640 0,2-1-160 0,0 1 0 0,-1 0 0 0,0 1 1808 0,-1 1 336 16,-2 3 64-16,-2 2 16 15,-1 7 16-15,-2 3 16 0,0 2 0 0,1 3 0 0,0 4-512 0,-2 2-96 16,0 5-32-16,2 0 0 0,0 1-912 0,0-1-176 0,2 0-32 16,1-4-16-16,2 0-480 0,1-3-192 0</inkml:trace>
  <inkml:trace contextRef="#ctx0" brushRef="#br0" timeOffset="44871.78">4118 7074 4607 0,'1'2'400'0,"-1"-2"-400"0,0 0 0 0,1 0 0 0,-1 0 1104 0,0 0 144 0,0 1 32 0,2-1 0 16,0 2 816-16,1-2 160 0,0-2 48 0,-1 1 0 15,2-1-496-15,0 1-80 0,0-3-32 0,0 0 0 32,2 1-304-32,-1-1-64 0,1-1-16 0,1 0 0 0,-1 0-480 0,0 0-112 15,-1 1-16-15,1-3 0 0,-1 4-240 0,0-1-48 0,-1 1-16 0,-2-2 0 16,1 3-224-16,0-2-48 0,-2-2-128 0,1 2 192 15,-1-3-192-15,0 2 0 0,0 0 0 0,-2-2 0 16,0 1 0-16,-2 0 0 0,1 4 0 0,-2-3 0 16,1 0 0-16,-2 1 0 0,-1-1 0 0,1 2 0 15,-2 1 0-15,0 1 128 0,-1 1-128 0,0 1 0 0,0 1 0 0,-1 1 128 16,0 0-128-16,0 0 0 0,1 1 160 0,1 0-160 16,1 1 160-16,-1-1-160 0,2 2 144 0,0-2-144 15,1 3 128-15,0-2-128 16,0 2 128-16,0-1-128 0,1 0 0 0,1 0 128 15,0 0-128-15,-1 1 0 0,2 0 0 0,-1-1 0 16,2 0 0-16,-1-1 0 0,1-1 0 0,0 2 0 16,1-1 0-16,-1-2 0 0,1 2 0 0,0-1 0 15,1-1 0-15,-1 0 0 0,1 0 0 0,-1-1 0 0,1 0 0 0,0 0 0 0,2 0 0 0,-1-1 0 16,-1 1-144-16,2-4 144 0,0 1 0 0,0-1 0 31,1 0-176-31,1-3 176 0,-1 1-160 0,1 0 160 0,0-1-320 0,1 1 48 0,-1-2 0 0,1 1 0 16,-1 0 64-16,0 1 16 0,-2 1 0 0,-1 0 0 15,0 1 192-15,-1 1 0 16,-1 0 0-16,0-1 0 16,-1 2 0-16,-1 0 0 0,0 0 0 0,0 2 0 15,-1-2 0-15,0 0 0 0,0 2 0 0,0-2 0 16,0 2 0-16,-1 1 0 0,1 0 0 0,-1 1 0 16,2-1 240-16,-1 1-64 0,0 1-16 0,0-1 0 15,1 0 16-15,0 1 0 0,0-1 0 0,-1 3 0 0,2-3-176 16,-2 4 192-16,2-2-192 0,-1 3 192 0,-1-1-192 0,1 1 160 15,-1 0-160-15,0 2 160 0,-1-2-160 0,1 1 0 16,0 1 0-16,-1 1 0 0,0 0 0 0,-1-2 0 16,2-1 0-16,-1 0 0 0,1-1 0 0,0-1 0 15,0-2 0-15,1-1 0 16,0 1-624-16,1-2 0 0,0-1 0 0,0-2 0 16,0 0-880-16,0 0-176 0,0-2-48 0,0 0-10336 0</inkml:trace>
  <inkml:trace contextRef="#ctx0" brushRef="#br0" timeOffset="45106.06">3964 7317 8287 0,'-4'0'368'0,"1"-1"80"0,1 1-448 0,1 0 0 0,1 0 0 0,0 0 0 16,0-2 1760-16,-1 2 272 0,1-2 48 0,0 1 16 15,1 1 144-15,-1 0 48 0,2 0 0 0,0 0 0 16,1 3-656-16,0-1-128 0,0 0-32 0,2 1 0 15,-5-3-464-15,0 0-112 0,0 0 0 0,0 0-16 16,0 0-208-16,44 11-32 0,-44-11-16 0,0 0 0 16,34-2-160-16,-34 2-16 0,29-2-16 0,-13-2 0 15,-16 4-192-15,32-5-48 0,-15 3 0 0,-2-1 0 0,0 0-192 16,-1-1 0-16,0 1 0 0,-1 1 0 0,-1-2 0 0,-2 0-256 16,1 2 16-16,-4 0-10624 15,1 0-2128-15</inkml:trace>
  <inkml:trace contextRef="#ctx0" brushRef="#br0" timeOffset="45833.24">4380 6861 5519 0,'0'-3'496'0,"0"1"-496"0,0 2 0 0,0 0 0 0,0 0 1104 0,0-2 128 15,0 0 32-15,0 1 0 0,0-3 784 0,0 1 144 16,0 1 48-16,-1 0 0 0,1 2-256 0,-1-2-32 0,1 2-16 0,0 2 0 15,-1-2-464-15,1 0-80 0,1 2-32 0,1-1 0 16,1 0-560-16,0-1-112 0,0 2-32 0,2-2 0 16,1 1-176-16,0 1-32 0,2-2-16 0,-1 2 0 15,-7-2-176-15,0 0-48 16,0 0 0-16,32 5 0 0,-26-5-208 0,0 2 0 16,0 1 128-16,-2 0-128 0,0 1 0 0,-1-2 0 0,-1 1 0 0,-2 1 0 15,0 0 0-15,-1 0 0 0,-2 1 0 0,0 1 0 16,-1 0 0-16,-2 0 0 0,1 1 0 0,-3-2 0 15,2 0 0-15,-2 0 0 0,1 1 0 0,0-1 0 0,0 0-160 16,0-2 32-16,-1 2 0 0,1-1 0 0,-1-2-176 0,1 1-16 16,1-1-16-16,-1 1 0 0,1-1 64 0,1-1 16 15,0 0 0-15,2-1 0 0,0 2 256 0,0-1-128 16,1 1 128-16,1-2 0 0,0 0 0 0,1 0 0 16,0 2 0-16,1-2 0 0,0 0 0 0,1 0 0 15,2 0 0-15,-1-2 0 0,3 0 240 0,0 1 48 16,3-1 16-16,0 0 0 15,1 0 416-15,2 0 96 0,1 1 16 0,1-2 0 0,1 1-320 0,0 1-48 16,0 0-16-16,-1-1 0 0,1 0-224 0,-2 1-48 16,-13 1-16-16,27 1 0 0,-27-1-160 0,0 0 0 0,34 4 0 15,-34-4 0 1,0 0-640-16,0 0-176 0</inkml:trace>
  <inkml:trace contextRef="#ctx0" brushRef="#br0" timeOffset="47527.98">3861 7946 911 0,'-3'-2'0'0,"1"2"0"16,1-1 0-16,0 0 0 0,1 1 832 0,-1 0 64 0,1 0 32 0,-1 0 0 0,0 0 512 0,-1-2 96 15,-1 2 32-15,1 0 0 16,-1 2-16-16,1-2 0 0,0 0 0 0,1 0 0 15,-1 0-176-15,2 0-32 16,-1 0-16-16,1 0 0 0,1-2-240 0,1 2-32 16,1-2-16-16,-1 1 0 0,2 1-224 0,1-2-48 0,0 2-16 0,1 0 0 15,-1 0-224-15,1 0-32 16,0 0-16-16,1 2 0 0,-1-2-224 0,0 3-32 0,0-1-16 0,-2 0 0 16,1 0-208-16,-1 2 0 0,-2 0 0 0,1-2 0 15,-1 3 0-15,-2 0 0 0,-1-1 0 0,-1 1 0 31,-1 1-384-31,0 2-64 0,-3-1 0 0,0 1-16 16,-2-1-560-16,1 2-96 0,-2 1-32 0,-1-1 0 0,1 0 176 16,-1 1 16-16,-1 0 16 0,-1-1 0 0,0 1 432 0,-1 1 96 0,1-1 16 0,-1-3 0 15,3 0 32-15,0 1 16 0,0 0 0 0,1-2 0 16,0 0 352-16,2-1-176 0,0 0 176 0,3 0-128 16,-1-3 128-16,1-1 0 0,2 1 0 0,0-2 128 0,0 0 128 15,1 0 48-15,1 0 0 0,0 0 0 0,0-2 384 0,1 1 80 16,1 1 0-16,0-2 16 0,1 0-32 0,1 1-16 15,1 1 0-15,-1 0 0 0,1 0 32 16,1 0 16-16,-6 0 0 0,0 0 0 0,0 0-144 0,0 0-16 16,44 10-16-16,-44-10 0 0,0 0 0 0,35 2 0 15,-35-2 0-15,0 0 0 0,38 0-112 0,-38 0-32 16,23-4 0-16,-12 2 0 0,-1-1-272 0,-1 0-48 16,0 1-16-16,1 0 0 0,-3-1-128 0,0 1 0 15,0-1-160-15,-1 1 160 16,-1 0-1696-16,0 2-240 0</inkml:trace>
  <inkml:trace contextRef="#ctx0" brushRef="#br0" timeOffset="48992.43">3729 7932 2751 0,'-3'0'256'0,"1"0"-256"0,2 0 0 0,0 0 0 15,-1 0 848-15,-1 0 128 0,0 0 32 0,-2 1 0 16,0-1 400-16,-1 0 64 0,0-1 32 0,2 1 0 16,1 0 224-16,0-2 64 0,0 0 0 0,1 0 0 15,1 1-80-15,-1-1-16 0,2 0 0 0,-1 1 0 0,1-1-272 0,0 2-48 16,0-1-16-16,1 1 0 16,0 1-368-16,-1-1-80 0,2 2-16 0,0 1 0 0,0-1-336 0,1-1-80 15,-1 1-16-15,3-1 0 0,0 0-144 0,1-1-48 16,1 0 0-16,1 0 0 0,2-1 32 0,1 0 0 15,0-1 0-15,0-1 0 0,0 1-64 0,0-1-16 16,1 1 0-16,-1 0 0 0,-2-1-64 16,-1 1-16-16,-1 2 0 0,-1 2 0 0,-1-2-144 0,-3 3 128 15,1 1-128-15,-1 1 128 0,-1 0-128 0,-1 2 0 16,0 0 0-16,-3 0 0 0,1 0 0 0,-2 1 0 16,-1 0 0-16,1 0 0 0,-2 1 0 0,0-2 0 15,1 1 0-15,-3-2 0 0,2 2 0 0,-1-3 0 0,-1 2 0 0,0-3 0 16,2 2 0-16,-2-1 0 0,0-1 0 0,0 0 0 15,0 1 0-15,-1 0 0 0,-1 0 0 0,0-1 0 16,1 2 0-16,-2 0 0 16,1 1 0-16,0-2 0 0,0 2 0 0,1-1-144 0,2 0 144 15,-2 0-160-15,3 0 16 0,-2 1 0 0,2-2 0 0,0 0 0 16,1-1-48-16,0 1-16 0,2-2 0 0,-1 1 0 16,1-4 32-16,0 2 16 0,1-2 0 0,0 1 0 15,0-2 160-15,1 1 0 0,0-2 0 0,0 0-128 16,0 0 128-16,0 1 0 0,1-3 0 0,-1 1 0 15,0 1 0-15,1 0 0 0,-1 0 0 0,2 1 128 16,-1-2-128-16,1 1 0 0,0 2 128 0,0 0-128 0,0 0 224 0,2 0-32 16,0 0 0-16,0 2 0 0,0-1 80 0,1 1 16 15,-1 1 0-15,2-1 0 0,-6-2-64 0,0 0-16 16,0 0 0-16,0 0 0 0,35 4-16 0,-35-4-16 16,0 0 0-16,27-2 0 0,-17 1-16 0,1-2 0 15,0 0 0-15,0 0 0 0,-1 0 0 0,0 0 0 16,0 0 0-16,1-2 0 0,-1 3-160 0,-1 0 192 15,0 0-192-15,0 1 192 0,-2-1-192 0,0 0 160 16,0 1-160-16,-1 1 160 16,-1 0-160-16,-1-2 0 0,1 2 0 0,-2 0 128 15,1-1-128-15,-1 0 0 0,-1 1 0 0,1-2 0 16,-1 0 0-16,0 1 0 0,1-1 0 0,-1 0 0 16,-1 1 0-16,1-1 0 0,0 2 0 0,0-2-12096 15,1 0-2400-15</inkml:trace>
  <inkml:trace contextRef="#ctx0" brushRef="#br0" timeOffset="49412.39">4208 7890 10127 0,'-3'-3'448'0,"2"3"96"0,0-2-544 0,0 2 0 0,1 0 0 0,0 0 0 15,-1 0 1472-15,1 2 192 0,-1-1 48 0,0 3 0 16,0 3 288-16,0 0 64 0,1-7 16 0,-2 26 0 16,2-26-720-16,-3 36-144 0,1-11-16 0,0 1-16 15,0 3-192-15,0 0-32 0,0 0-16 0,-1-1 0 16,1-2-240-16,0-4-32 0,1 2-16 0,1-24 0 16,-2 35-432-16,2-35-96 0,0 0 0 0,2 33-128 15,-2-33-336-15,0 0-176 0,0 0-48 0,0 0 0 16,0 0-896-16,0 0-176 0,0 0-32 0,12-10-10976 15</inkml:trace>
  <inkml:trace contextRef="#ctx0" brushRef="#br0" timeOffset="49683.27">4157 7909 1839 0,'-3'-7'0'0,"1"-1"160"0,1 4-160 0,1-1 0 15,0 3 0-15,0 1 0 0,1-1 1424 0,1-2 256 16,1-1 48-16,0-2 16 0,2 0 320 0,2 2 64 15,-1 1 16-15,1 3 0 0,1-1-224 0,-8 2-32 16,0 0-16-16,0 0 0 0,37 14-304 0,-37-14-64 16,0 0-16-16,0 0 0 0,36 23-624 0,-36-23-128 0,0 0-32 0,0 0 0 15,0 0-432-15,33 32-80 0,-33-32-32 0,0 0 0 16,0 0-16-16,0 0 0 0,0 0 0 0,0 0 0 16,0 0 240-16,0 26 64 0,-6-23 0 0,-1 0 0 15,0 1-128-15,-2 0 0 0,-1 0-16 0,-2 1 0 16,-1 0-304-16,0 0 0 0,-1 2 0 0,0 0 0 15,1-1 0-15,1 0 0 0,2-1 0 0,1-1-144 16,3-2-96-16,1 1-16 0,3-2 0 0,2-2-9664 16,2 1-1952-16</inkml:trace>
  <inkml:trace contextRef="#ctx0" brushRef="#br0" timeOffset="50401.56">4510 7961 5519 0,'3'-2'240'0,"-2"1"64"0,1 1-304 0,-1-2 0 15,0 2 0-15,0 0 0 0,0 0 2144 0,1 0 368 0,2 0 80 0,-1-1 16 16,1 0 368-16,0-2 80 0,0 2 16 0,-2 0 0 16,1-2-1248-16,0 1-240 0,0 0-48 0,0-3-16 15,0 1-656-15,1 0-128 0,0-2-32 0,1 1 0 0,0-1-304 0,-1 0-64 16,1-1-16-16,-1-1 0 0,0 2-144 0,-1-1-48 16,-1-2 0-16,0 2 0 0,-1-1-128 0,-2 2 0 15,0 0 0-15,-3 0 0 0,0 0 0 0,-3 4 128 16,0 0-128-16,-2 2 0 0,0 0 128 0,-1 2-128 15,2 1 0-15,-3 4 128 0,0-1-128 0,0 4 0 16,1 0 0-16,1-1 0 0,1 0 0 0,0 3 0 16,0 0-128-16,1 2 128 0,1 1 0 0,-1-3 0 15,2 2 0-15,1-2 0 0,1-1 0 0,-1 1 0 16,2-2 0-16,2-2 0 0,0-8 0 0,0 0 0 0,0 0-144 16,0 0 144-16,0 0 0 0,0 0 0 0,0 0 0 0,0 0 0 15,0 0 0-15,39 18 0 0,-31-18 0 0,0-4 0 16,1 3-128-16,-1-4 128 0,0 1 0 0,2-3 0 15,-2 2-256-15,0 0 48 0,1-2 16 0,-2 2 0 16,-1-2-32-16,1 1 0 16,-1-2 0-16,-1 1 0 0,0 1 16 0,-1 0 0 0,0 0 0 0,-2 0 0 15,1 1 208-15,-2-1 0 0,0 3-160 16,-1-2 160-16,0 3 0 0,0 2-176 16,-1-2 176-16,0 2-128 0,-1 2 128 0,1 0 0 0,-1 3 0 0,-1 0-128 15,0-1 128-15,2 4 0 0,-2-1 0 0,1 1 128 0,0 0 96 16,1 1 32-16,-1 1 0 0,2-10 0 15,-1 22-48-15,1-22 0 16,-1 23 0-16,1-23 0 0,-1 26-64 0,1-26-16 0,-2 24 0 16,0-12 0-16,2-12-128 0,-3 23 160 0,1-13-160 0,0 0 160 15,0-3-160-15,0 0 0 0,0 0 0 0,0 0 0 16,0-4 0-16,0 1 0 0,1-1 0 16,1-3 0-16,0 0-160 0,0 0-64 0,1-3-16 0,0 1 0 31,0-1-1616-31,0 1-320 0,1 0-64 0,0-1-10784 0</inkml:trace>
  <inkml:trace contextRef="#ctx0" brushRef="#br0" timeOffset="50576.46">4481 8194 3679 0,'-5'2'160'0,"1"0"32"0,1-2-192 0,0 1 0 0,2-1 0 0,1 0 0 0,-1 1 1840 0,-1-1 320 16,-1 0 64-16,0 0 16 0,0 0 560 0,1 0 112 15,1 0 32-15,1-1 0 0,0 1-768 0,2-1-160 16,0 1-32-16,1-2 0 0,0 0-480 0,2 1-96 15,-1-1-32-15,3 2 0 0,1-2-496 0,1 1-112 16,-9 1 0-16,24-3-16 0,-24 3-208 0,32-4-32 16,-32 4-16-16,35-7 0 0,-16 3-240 0,-1-1-64 15,1 0 0-15,-2 0 0 0,0 1-192 0,-1 0-288 16</inkml:trace>
  <inkml:trace contextRef="#ctx0" brushRef="#br0" timeOffset="52272.55">4041 8694 10127 0,'0'2'896'0,"0"-2"-704"15,-1 1-192-15,1-1 0 0,0 1 960 0,0 1 144 16,-1 1 48-16,0 2 0 0,-1 2 128 0,1 2 16 15,-2 3 16-15,2 2 0 0,-2 3-16 0,0 2 0 16,0-2 0-16,1 4 0 0,0-2-16 0,-1 0-16 16,0 0 0-16,1 0 0 0,-1-3-288 0,1 1-48 15,2-2-16-15,-2 1 0 0,1-2-560 0,0-2-112 0,1-2-32 0,0-1 0 16,0 0-208-16,0-9 0 0,0 0 0 16,0 0 0-1,0 0-576-15,6 29-96 0,-4-27-32 0,-1-2 0 16,1-2-1456-16,0-1-288 0</inkml:trace>
  <inkml:trace contextRef="#ctx0" brushRef="#br0" timeOffset="52676.3">4001 8750 735 0,'-2'-2'0'0,"1"2"0"0,1-2 0 0,0 0 0 0,0 2 0 0,0-1 0 16,0 1 0-16,0-2 0 0,1 2 224 0,0-2-32 0,0 1 0 0,0 1 0 16,1-2 784-16,-1 2 160 0,0-1 16 0,1 0 16 15,0 1 512-15,0-2 112 0,0 0 0 16,2-1 16-16,-1 2 176 0,2-3 48 0,0 0 0 0,2 1 0 16,-1 0-304-16,2 1-64 0,0 1-16 0,-8 1 0 15,0 0-464-15,30 0-96 0,-30 0 0 0,0 0-16 16,0 0-432-16,40 13-96 0,-40-13-16 0,0 0 0 15,0 0-224-15,0 0-48 0,41 26-16 0,-41-26 0 16,0 0-112-16,0 0-128 0,0 0 176 0,0 0-176 16,0 0 0-16,27 33 0 0,-25-28 0 0,-1-3 0 15,-1 3 0-15,-1 1 0 16,-1 0 0-16,0 0 0 0,-2 2 208 0,-2-1-64 0,1 3-16 0,-3-1 0 0,-1 0 224 0,-1 3 32 16,-1-2 16-16,-1 0 0 0,-1 1-80 15,0 1-32-15,1-4 0 0,-1 3 0 0,0-3-288 0,0 1 128 16,3-2-128-16,-1-5 0 0,4 1 0 0,0-3 0 15,4-1 0-15,0-3 0 16,2-5-832-16,3-1-240 0,2-2-32 0,2-2-13520 16</inkml:trace>
  <inkml:trace contextRef="#ctx0" brushRef="#br0" timeOffset="53274.19">4268 8589 8287 0,'-1'-2'736'0,"1"2"-592"0,1 0-144 0,0 0 0 16,0 0 1296-16,0 0 240 0,1-2 32 0,1 1 16 15,2-1 800-15,1 0 176 0,3-1 16 0,0-2 16 16,2 2-1104-16,0 0-208 0,0-3-64 0,1 3 0 16,0 0-176-16,0 1-32 0,-12 2-16 0,0 0 0 15,32 2-304-15,-32-2-64 0,0 0-16 0,0 0 0 16,0 0-320-16,32 33-64 0,-32-33-16 0,0 0 0 16,1 33-80-16,-6-20 0 0,0-2-128 0,0-1 192 0,-3 1-64 0,-1 1-128 15,0-2 176-15,-1 0-176 0,-1-2 128 16,2-1-128-16,-1 1 0 0,1-4 0 0,0 1 0 0,3-4 0 15,0 1 128-15,1-2-128 0,2 0 0 0,0 0 0 16,2-2 0-16,2 1 0 0,0 1 0 0,3-3 0 16,0 3 0-16,2-3 0 0,2 2 192 0,-1-1 0 15,0-1-16-15,2 1 0 0,-9 2 192 0,25-5 32 16,-25 5 16-16,29-2 0 0,-29 2-288 0,30-3-128 16,-30 3 128-16,29 0-128 15,-29 0-288-15,0 0-144 0,37 4-16 0,-37-4-10384 16,0 0-2080-16</inkml:trace>
  <inkml:trace contextRef="#ctx0" brushRef="#br0" timeOffset="53916.94">4024 9016 2751 0,'0'-2'256'0,"0"-1"-256"0,0 3 0 0,0-2 0 16,0 2 896-16,-1-2 144 0,1 1 32 0,-1-3 0 15,1-1 592-15,-1 2 128 0,0-1 32 0,1 0 0 0,-1 3-32 0,1-1-16 16,0 2 0-16,-1 0 0 0,1 2-96 0,0-1-16 15,0 3 0-15,0 0 0 0,0 2-208 0,0 0-48 16,0 2-16-16,-1 1 0 16,-1 1-576-16,0 1-112 0,-1 1-32 0,-1 0 0 0,2 1-416 0,-2-1-96 15,0 1-16-15,1-3 0 0,0-1-16 0,0-2-128 16,0 0 192-16,1-2-64 0,0-2 0 0,2-1 0 16,0 0 0-16,0-2 0 0,2-2-128 0,-1-1 0 15,2-1 0-15,0-1 0 0,0-2-144 0,-1-1-64 16,3-1-16-16,0-3 0 31,-2 1-608-31,2 1-112 0,-1-2-16 0,-2 0-16 16,2 1-304-16,-1-1-48 0,1 0-16 0,-2 2 0 15,2-1 544-15,-2 3 96 0,0 1 32 0,0 0 0 0,-1 3 464 0,0 1 208 0,0 1-192 0,-2 2 192 16,1 2 240-16,-1 0 160 0,-1 3 48 0,1-2 0 16,-1 4 448-16,0-1 80 0,0 4 32 0,0 0 0 15,0 2-112-15,0-1 0 0,0-1-16 0,0 1 0 16,0 1 272-16,1-2 64 0,0 0 16 0,1-4 0 15,0 2-1024-15,0-3-208 0,0 2 0 0,2-4-15680 16</inkml:trace>
  <inkml:trace contextRef="#ctx0" brushRef="#br0" timeOffset="59008.58">7979 6538 911 0,'-1'-1'0'0,"-1"0"0"0,1 1 0 0,0-2 0 16,0 2 1136-16,1 0 144 0,-1 0 16 0,0 0 16 16,0 2-16-16,-2-2 0 0,2 1 0 0,-2 0 0 0,0 1-272 0,1-1-64 15,0 1-16-15,0-1 0 0,1 1 80 0,1 0 0 16,0-1 16-16,0 0 0 0,0 1-304 0,0-2-64 16,0 1-16-16,0 1 0 0,1-2-208 0,1 0-64 15,1 0 0-15,0 2 0 0,1-2 288 0,0 0 48 16,3 0 16-16,1 0 0 0,2 0 160 0,2-2 48 15,2 0 0-15,2-1 0 16,1 1-80-16,1 0-16 0,2-3 0 0,-1 1 0 0,2 1-320 0,-2-2-64 0,1 0-16 0,2 0 0 16,-1-3-256-16,-1 2-64 0,-1-1-128 0,-1 0 192 15,-3 2-192-15,-1 0 0 0,1 0 0 0,-3 2 0 16,-2 0 0-16,-2 0 0 0,-3 3 0 0,-2 0 0 31,-2 1-624-31,-3 1-64 0,0 1-16 0,-1 0-8400 0,-1-2-1696 16</inkml:trace>
  <inkml:trace contextRef="#ctx0" brushRef="#br0" timeOffset="59383.65">8196 6517 911 0,'-3'-3'0'0,"1"-1"0"0,0 0 0 0,1 3 0 16,0-1 1440-16,0 1 208 0,1 1 32 0,-2-2 16 16,1 0 416-16,-2 0 64 0,0 0 32 0,-1 1 0 15,2 1-256-15,-2 0-48 0,1 1-16 0,0 3 0 0,0-2-528 0,1 4-96 16,-1 0-32-16,0 2 0 0,0 1-608 0,-1 0-128 15,-1 1-32-15,0 0 0 0,-1 2-320 0,-1 1-144 16,1-3 128-16,-3 4-128 0,1 0 0 0,0-2 0 16,0 3 0-16,1-1 0 15,0-4 0-15,-1 1 0 0,2 1 0 0,-2 0 0 0,3-1 0 0,0 0 0 0,1-2 144 16,2-2-144-16,0 0 0 0,1-2 0 0,1 4 0 0,1-4 0 16,1 2 0-16,-1 0 0 0,3-2 0 0,0 0 0 15,1 0 0-15,-5-5-128 0,0 0 128 0,0 0-128 16,0 0 128-16,0 0 0 0,41 28 0 0,-41-28 0 15,0 0 0 1,0 0 0-16,35 6 0 0,-24-6 0 0,0-2 0 0,1 0 0 16,1-2 0-16,1-2-128 0,0 0 256 0,1-2 64 0,1 1 16 0,1-2 0 15,1-2 256-15,-2 2 48 0,0 0 16 16,-3 1 0-16,-1 2-320 0,-2 0-64 0,-3 3-16 0,-4 1 0 16,-1 1-368-16,-3 1-80 0,-3 3 0 15,-2-1-13072 1</inkml:trace>
  <inkml:trace contextRef="#ctx0" brushRef="#br0" timeOffset="59619.46">8086 6703 2751 0,'-5'-3'256'0,"2"1"-256"16,0 1 0-16,2 1 0 15,0 0 1680-15,1 0 304 16,0 0 48-16,-1 0 16 0,1 0 192 0,0 0 64 15,2 0 0-15,1 0 0 0,1 0-256 0,3-2-32 16,1-1-16-16,3 1 0 0,1 0-112 0,1-1-32 0,1-2 0 0,3 2 0 16,1 0-880-16,0-2-176 0,3 4-32 0,-1-2-16 15,1 2-448-15,0-1-96 0,-2 0-16 0,2 1 0 16,-2-1-192-16,0-1 0 0,-2 1 0 0,0 0 0 16,1-3-256-16,-2 0-64 0,2 3 0 0,-2-3-15200 15</inkml:trace>
  <inkml:trace contextRef="#ctx0" brushRef="#br0" timeOffset="60029.6">8798 6496 3679 0,'3'-8'160'0,"-1"4"32"0,0 0-192 0,-1 1 0 0,0 2 0 0,-1-1 0 16,1 1 2160-16,-1 0 384 0,1-3 80 15,-1 1 0-15,-1 0-192 0,0-1-32 0,-1 4-16 0,-1-2 0 16,-1 4-880-16,-1-1-176 15,0 2-48-15,-1 2 0 0,-1 1-432 0,1 1-80 0,-2 2-32 0,1 2 0 16,-1 3-16-16,0 3 0 0,1 0 0 0,-1 4 0 16,1-2-144-16,1 1-16 0,2-2-16 0,-1 1 0 15,2 2-16-15,3-21 0 0,0 32 0 0,0-32 0 16,0 0-192-16,0 0-32 0,18 42-16 0,-18-42 0 16,0 0-288-16,0 0 0 0,0 0 0 0,40 28 0 0,-40-28 0 15,0 0-256-15,30 5 80 0,-19-5 16 16,0 0-1808-16,0-3-352 0,-1 1-80 0,-1 1-11136 15</inkml:trace>
  <inkml:trace contextRef="#ctx0" brushRef="#br0" timeOffset="60352.53">8924 6564 2591 0,'-3'0'0'0,"0"0"0"0,1 0 144 0,0 0-144 0,1 0 0 0,1 0 0 0,0 0 0 0,-1-2 0 15,1 2 1808-15,-2 0 256 0,1 0 48 0,0-2 16 16,1 0 256-16,1-1 48 0,1 1 16 0,-1 1 0 16,3-1-656-16,-1 0-144 15,1 0-32-15,0 0 0 0,1 1-608 0,0-2-128 0,0 1-32 0,2 1 0 16,-1 0 128-16,2-1 32 0,0-1 0 0,1 1 0 16,2 2-160-16,-1-3-16 15,3 1-16-15,0 0 0 0,0-1-448 0,1-1-96 16,1 1-16-16,-1-1 0 0,-1 1-256 0,0-1 0 0,1 1 0 0,0-1 0 0,-2 1 0 15,0 0 0 1,-2 1 0-16,-1 0 0 0,0 0 0 0,-3 1 0 0,0 0 0 16,-1 1 0-16,-1 0 0 0,0 1 0 0,-2 0-160 0,-1 1 160 15,-2-1-1152-15,-1 0-176 0,-1 1-16 0,-1 1-16 16,1 2-1488-16,-1-3-288 0,-2 2-64 0,2 0-7040 0</inkml:trace>
  <inkml:trace contextRef="#ctx0" brushRef="#br0" timeOffset="60589.02">9171 6519 2751 0,'0'-5'128'0,"0"3"16"0,0 2-144 0,0-1 0 0,0 1 0 0,0 0 0 16,0 0 1216-16,-1-1 224 0,1 1 32 0,-1-2 16 16,-1 2 432-16,2 0 64 0,-2 0 32 0,0 0 0 15,1 2-64-15,-1-2-16 0,-1 2 0 0,1 0 0 16,1-1-368-16,0 3-80 0,-1-1-16 0,-1-1 0 16,1 1-464-16,0 1-112 0,0-1 0 0,0 1-16 0,-1 1-352 0,0 1-64 15,-2 0-16-15,0 1 0 0,-1 3-144 0,0 1-48 16,-2-1 0-16,0 2 0 0,0 0 64 0,-2 0 0 15,0 1 0-15,-1-1 0 0,2 0-192 0,-1 0-128 16,-1 2 144-16,0-2-144 0,2-1 0 0,1 0 0 16,-1-1 0-16,4-2-10336 15,0-2-1968-15</inkml:trace>
  <inkml:trace contextRef="#ctx0" brushRef="#br0" timeOffset="60794.54">8977 6593 9215 0,'-3'-5'400'0,"1"3"96"0,1 0-496 0,0 1 0 16,1 1 0-16,0 0 0 0,0 0 1664 0,1 1 224 0,0 2 48 0,1 0 16 15,-2-3 240-15,0 0 48 0,0 0 16 0,0 0 0 16,27 41-368-16,-27-41-80 0,0 0-16 0,31 35 0 16,-31-35-704-16,0 0-128 0,36 37-48 0,-36-37 0 15,0 0-624-15,35 32-128 0,-35-32-32 0,0 0 0 16,0 0-128-16,32 31 0 0,-32-31 0 0,0 0-176 15,0 0-1040 1,0 0-192-16,0 0-64 0,0 0-12304 0</inkml:trace>
  <inkml:trace contextRef="#ctx0" brushRef="#br0" timeOffset="61033.73">8897 6832 4607 0,'-1'0'400'0,"1"-1"-400"15,0 0 0-15,0 1 0 0,1 0 1904 0,-1-2 288 16,1 2 64-16,0-3 16 0,1 1 480 0,2 0 112 16,1-1 16-16,1 3 0 0,1-1-640 0,1 1-112 0,2 0-16 0,0 0-16 15,-10 0-912-15,26 1-176 16,-26-1-48-16,31 2 0 0,-31-2-512 0,32 1-96 16,-32-1-32-16,30 2 0 0,-30-2-320 0,34 0 0 0,-17-3 0 0,0 1 128 31,-2 2-880-31,-1-2-160 0,3-1-48 0,1-2-13792 0</inkml:trace>
  <inkml:trace contextRef="#ctx0" brushRef="#br0" timeOffset="61332.63">9371 6560 1839 0,'2'-7'160'0,"0"4"-160"0,1-1 0 0,0 1 0 0,-1 3 1728 0,-1-2 304 16,2 1 64-16,2-1 16 0,3 0 736 0,2 0 160 15,3-1 16-15,1 3 16 0,-14 0-800 0,0 0-176 16,39 12-16-16,-39-12-16 0,0 0-752 0,36 33-128 0,-36-33-48 0,0 0 0 16,34 45-464-16,-34-45-112 0,0 0-16 0,23 41 0 31,-23-41-128-31,0 0-16 0,14 47-16 0,-14-47 0 0,1 31-224 0,-5-19-128 15,0 0 128-15,-1 0-128 0,-3 0 0 0,-2 0 0 0,-1-1 0 0,-1-1 128 16,-1 1-128-16,-1-1 0 0,-2-3 0 0,0 0 0 16,-1 0-928-1,-1-1-208-15</inkml:trace>
  <inkml:trace contextRef="#ctx0" brushRef="#br0" timeOffset="61804.22">9777 6608 2751 0,'-2'-3'256'0,"0"0"-256"0,1 2 0 0,0 0 0 15,0 1 1248-15,1 0 208 0,-1 0 32 0,0 0 16 16,0 0 240-16,-2 0 48 0,0 1 16 0,1-1 0 16,0 1-272-16,0-1-64 15,2 2-16-15,0-2 0 0,1 1-112 0,1 1-32 0,1-2 0 0,1 1 0 0,0-1-240 0,4 0-48 16,1 0-16-16,2-1 0 0,1-1-32 0,3-1 0 16,2 1 0-16,-1-2 0 0,2 1-144 0,0 0-48 31,-2 0 0-31,-1 0 0 0,-2 2-448 0,1-1-80 0,-1-1-32 0,0 3 0 0,-3-2-224 0,0 2 0 15,-2 0 0-15,-1 0 0 0,-1 0 0 0,-2 0 0 16,-2 2 0-16,-1-1-160 16,-1 1-1120-16,-2 1-240 0</inkml:trace>
  <inkml:trace contextRef="#ctx0" brushRef="#br0" timeOffset="62055.82">9811 6719 10127 0,'-3'0'448'0,"1"0"96"0,2 2-544 0,-1-2 0 15,1-2 0-15,0 2 0 0,0 0 1904 0,1 2 272 0,-1-2 48 0,1 0 16 32,2 2-192-32,1-2-48 0,1 0 0 0,2 0 0 0,0 0-288 0,2 0-64 0,1-2-16 0,1 0 0 15,-3 1-368-15,3-1-80 0,1 0-16 0,2-2 0 16,0 1-672-16,0 0-144 0,-1 1-32 0,-2-2 0 15,-1 3-320-15,-2-1 0 0,0 0 0 0,-1 1-10880 16,-1 1-2112-16</inkml:trace>
  <inkml:trace contextRef="#ctx0" brushRef="#br0" timeOffset="63527.65">10441 6456 11055 0,'0'-1'976'0,"0"1"-784"0,1 0-192 0,0 0 0 16,0 0 768-16,0-2 128 0,1 2 0 0,2 0 16 16,3-2 384-16,1 1 80 0,4 1 16 0,2-2 0 15,1 2-80-15,0 0-16 0,4 0 0 0,1 0 0 16,-20 0-112-16,44 2-32 0,-22-4 0 0,-22 2 0 16,40 0-512-16,-40 0-96 0,37-1-32 0,-18 0 0 15,-3-1-384-15,-1 0-128 0,0 1 0 0,-3-2 0 16,-1 1-432-16,-1 2-144 0,-2-2-16 0,-3 2-7952 15,0 0-1584-15</inkml:trace>
  <inkml:trace contextRef="#ctx0" brushRef="#br0" timeOffset="63973.07">10565 6463 11967 0,'-5'-3'528'0,"3"1"112"0,0-1-512 0,1 3-128 16,0-2 0-16,1 2 0 0,0 2 1600 0,-1-2 304 15,0 0 48-15,1 3 16 0,0-2 0 0,0 2 0 16,2 2 0-16,0 0 0 0,1-1-752 0,-3-4-128 16,0 0-48-16,0 0 0 0,0 0-416 0,0 0-96 15,35 39-16-15,-35-39 0 0,0 0-208 0,0 0-48 16,38 35-16-16,-38-35 0 0,0 0-240 0,0 0 144 0,35 38-144 0,-35-38 128 16,0 0-128-16,0 0 0 0,14 40 0 0,-16-30-176 31,-2-1-224-31,-2 1-48 0,-2 1-16 0,-4-1 0 15,0 2-368-15,-1-2-64 0,-1-1 0 0,-2-2-16 16,-2 5 336-16,0-5 80 0,0 2 16 0,2-1 0 0,1-3 272 0,1 2 48 0,1-3 16 0,0 2 0 16,1-1-48-16,0-2-16 0,2 2 0 0,2-2 0 15,0-1 208-15,3 1 0 0,1-1 0 0,2 0 0 16,1 1 416-16,1-3-32 0,3 0 0 0,0 0 0 16,2 0 320-16,0 0 64 0,4 0 16 0,0 0 0 15,1-2 48-15,2 1 16 0,2 1 0 0,2-3 0 16,1 1-448-16,3 0-80 0,0 2-32 0,2-2 0 15,-1 0 32-15,1 1 0 0,2-1 0 0,0 0 0 16,0 1-128-16,1-1 0 0,1 1-16 0,0-2 0 0,-2 1 0 16,-1-1 0-16,-1 0 0 0,-1-1 0 0,0 1-176 15,-2-2 0-15,-2 1 0 0,-2-1 0 16,-3 2-384-16,-3 1-96 0,-2 2-32 0,-5 0-9712 16,-1 3-1936-16</inkml:trace>
  <inkml:trace contextRef="#ctx0" brushRef="#br0" timeOffset="65117.42">11175 6515 11055 0,'-1'0'976'0,"0"-1"-784"0,1 1-192 0,0 0 0 0,0 0 1248 15,-1 0 208 1,0 0 32-16,0 0 16 0,-1-2 352 0,1 2 64 0,-1-1 0 0,1 1 16 15,1-1-384-15,0 1-80 0,1 0 0 0,0-2-16 16,1 2-432-16,1 0-64 0,-1-2-32 0,1 1 0 0,1-2-208 0,0 1-32 16,0 0-16-16,1 0 0 0,1-1-304 0,-1-2-64 15,2 3-16-15,-2-2 0 0,2 1-160 0,-2-2-128 16,2 1 192-16,0 1-192 0,1-2 160 0,-2 2-160 0,1-1 128 0,-1 0-128 16,0 3 160-16,0-1-160 0,0 1 192 0,-1 1-192 15,1 1 208-15,-6-1-64 0,0 0-16 0,0 0 0 16,0 0-128-16,32 45 160 0,-32-45-160 15,17 36 160 1,-17-36-32-16,19 46-128 0,-19-46 192 0,19 44-64 0,-19-44-128 0,18 38 192 0,-18-38-192 0,0 0 192 16,27 43-192-1,-27-43 0-15,0 0 0 0,0 0 0 0,34 35 0 0,-34-35 0 0,0 0 0 0,0 0 0 32,0 0-1072-32,36 3-80 0,-30-9-32 0,0 2-9280 0,-1-3-1856 0</inkml:trace>
  <inkml:trace contextRef="#ctx0" brushRef="#br0" timeOffset="65306.94">11521 6514 3679 0,'-3'0'320'0,"-1"0"-320"31,1 1 0-31,1 1 0 0,0 0 2016 0,-1 1 336 16,-4 2 64-16,-5 4 16 0,-4 3 464 0,-4 2 112 16,-1 5 0-16,-3-2 16 0,0 1-1152 0,0 0-224 15,0 0-48-15,0 1-16 0,1-2-656 0,1-1-128 16,1-1-32-16,4-1 0 0,4-2-416 0,0-1-96 0,4-1 0 0,1-2-16 31,1 0-1152-31,2-3-240 0</inkml:trace>
  <inkml:trace contextRef="#ctx0" brushRef="#br0" timeOffset="65635.33">11686 6444 5519 0,'-8'-3'240'0,"2"1"64"0,2 1-304 0,0 0 0 16,2 1 0-16,1 0 0 0,0 1 1808 0,0 0 304 15,-3 1 64-15,0-2 16 0,-1 3 80 0,2-1 16 16,1 2 0-16,0 1 0 0,2 2-320 0,0-7-64 15,0 0-16-15,5 32 0 0,-5-32-544 0,0 0-96 16,14 56-32-16,-14-56 0 0,11 48-672 0,-11-48-144 16,10 45-16-16,-10-45-16 0,6 47-368 0,-6-47 128 15,4 45-128-15,-4-45 0 0,4 33 0 0,-4-33 0 0,0 0 0 16,4 43 0 0,-4-43-672-16,0 0-96 0,0 0-32 0,0 0 0 15,0 0-1200-15,0 0-240 0,0 0-64 0,0 0-9280 0</inkml:trace>
  <inkml:trace contextRef="#ctx0" brushRef="#br0" timeOffset="65907.53">11637 6472 1839 0,'0'-5'160'16,"0"0"-160"-16,1 3 0 0,0 2 0 16,0 0 1184-16,1 0 208 0,0 0 32 0,1-1 16 0,3 0 704 0,0 1 144 15,-6 0 16-15,0 0 16 16,0 0-656-16,43 9-144 0,-43-9-32 0,0 0 0 0,45 12-784 0,-45-12-176 15,0 0-16-15,42 12-16 0,-42-12-320 0,0 0-176 16,37 10 192-16,-37-10-192 16,0 0 0-16,0 0 0 0,0 0 0 0,0 0 0 0,0 0 0 0,24 37 0 15,-28-27-160-15,-5-1 160 0,-3 3 0 0,-1 2 0 16,-5 1 0-16,-2-1 0 0,0-2-128 0,-1 0-128 16,-2-3 0-16,3 0-16 0,1-1 64 0,0-2 16 15,2 0 0-15,4-2 0 16,3-2-256-16,3-4-64 0,2 2 0 0,2-4-8320 0</inkml:trace>
  <inkml:trace contextRef="#ctx0" brushRef="#br0" timeOffset="66238.47">12155 6435 8287 0,'-2'-3'368'0,"0"0"80"16,1 1-448-16,-1 2 0 0,1-2 0 0,1 1 0 0,-1 1 2128 0,-1 0 352 15,0 0 64-15,-3 0 16 0,-1 1-128 0,0 3-32 16,-1 1 0-16,-3 2 0 0,0 2-704 0,-1 3-144 15,1 5-16-15,0 0-16 16,-1 4-304-16,1 2-64 0,3 2-16 0,-1 0 0 0,5-3-576 0,0-1-112 16,3-21-32-16,1 35 0 0,-1-35-272 0,0 0-144 0,18 46 160 0,-18-46-160 15,0 0-192-15,30 35-144 16,-30-35-32-16,0 0 0 16,38 29-2464-16,-38-29-496 0</inkml:trace>
  <inkml:trace contextRef="#ctx0" brushRef="#br0" timeOffset="67174.96">12319 6496 2751 0,'-1'0'256'15,"0"-2"-256"-15,1 2 0 0,0-1 0 0,0 1 960 0,-1 0 160 0,1 0 32 0,-2-2 0 16,0 2 512-16,0-2 96 0,0 1 32 0,-1 1 0 15,1-2 16-15,0 2 16 0,0 0 0 0,1 2 0 16,1-2-176-16,-1 1-48 0,1 1 0 0,1 0 0 16,2 1-512-16,1-1-96 0,1-2-32 0,1 2 0 15,2-2-192-15,3-2-32 0,0 2-16 0,3-4 0 16,2 1-160-16,2-2-48 0,1 1 0 0,2-2 0 16,1 0-128-16,0-1-48 0,2 2 0 0,-3-3 0 15,-1 2-160-15,-2-2-48 0,-3 4 0 0,-1-1 0 0,-2 0-128 0,-1 3 0 16,-1-2 0-16,-2 1 0 0,0 2 0 0,-3-1 0 15,0 2 0-15,-1-1 0 0,-2 1-144 0,-1 0-64 16,0 1-16-16,0-1 0 16,-2 2-1216-16,0-1-240 0,0 1-48 0,0 0-16 15,-1 1-656-15,0-3-128 0,0 2-32 0,0-2 0 16,0 0 576-16,0 2 128 0,1-2 0 0,-1-2 16 16,0 2 640-16,0 0 128 0,0 0 32 0,1 0 0 0,-1 0 784 0,1 0 256 15,0 2 0-15,-1-2-160 0,0 3 864 0,0-1 192 0,0-1 16 16,0 1 16-16,1 0 592 0,-2 0 112 0,0 3 32 0,1-2 0 15,0 0 144-15,-1 0 48 0,2 0 0 0,-2 2 0 16,-1-3-464-16,1 3-96 16,0 0-16-16,-2-1 0 0,0 2-352 0,-1 2-80 0,-2 0-16 0,0 1 0 15,1-2-384-15,-3 4-64 0,-3 4-32 0,0 2 0 16,-3 2-352-16,0-3 144 16,1 1-144-16,0-2 0 0,1-1 128 0,2 0-128 0,1-2 0 0,3-3 0 15,0-2-192-15,3 0-80 0,0-2-32 0,1 0 0 16,0 0-1648-16,2-3-336 0,0-2-64 0,1 0-5840 15,1 0-1152-15</inkml:trace>
  <inkml:trace contextRef="#ctx0" brushRef="#br0" timeOffset="67364.23">12394 6587 2751 0,'-2'-6'128'0,"1"1"16"0,0 1-144 0,0 1 0 16,1 1 0-16,0 2 0 0,0-2 1600 0,0 1 304 15,1-1 48-15,1 2 16 16,0-2 400-16,2 2 96 0,1 2 16 0,-5-2 0 0,0 0-400 0,0 0-80 15,0 0-16-15,40 31 0 0,-40-31-576 0,0 0-112 16,38 29-16-16,-38-29-16 16,0 0-592-16,41 29-112 0,-41-29-32 0,0 0 0 0,33 27-528 0,-33-27 0 0,0 0 0 0,0 0 0 31,0 0-1712-31,35 28-336 0,-32-25-80 0,-1-2-6144 0,-1 1-1232 16</inkml:trace>
  <inkml:trace contextRef="#ctx0" brushRef="#br0" timeOffset="67552.82">12323 6731 8639 0,'-4'4'192'0,"0"-3"32"0,1 1 16 0,2 0 0 0,2-2-240 0,0 0 0 0,0 0 0 0,1 0 0 16,2 1 2464-16,1-1 448 0,3 0 96 0,3-1 0 16,1-1-864-16,2 0-176 0,3 1-48 0,1-2 0 15,2 1-192-15,-1 1-32 0,2 0-16 0,0-1 0 0,0 0-848 0,-2 1-160 31,-3-1-32-31,0 0-16 0,0 1-624 0,-2-1-160 0,-2 1-16 0,0 0 0 16,-1-1-2208-16,0 0-448 0</inkml:trace>
  <inkml:trace contextRef="#ctx0" brushRef="#br0" timeOffset="67867.92">12776 6553 2751 0,'-3'-1'128'0,"1"1"16"0,1-2-144 0,1 2 0 0,0 0 0 0,0 0 0 31,0 0 1808-31,1-1 336 0,1 0 64 0,2-1 16 0,1 0 512 0,2-1 96 0,1 2 32 0,3-2 0 15,0 0-752-15,1 0-128 0,3 1-48 0,-1 0 0 16,1 1-832-16,0-1-160 16,-15 2-48-16,27 0 0 0,-27 0-704 0,22 0-192 0,-22 0 0 0,0 0 0 15,0 0-1600-15,31 5-368 0,-25-5-64 0,-1 0-9808 16</inkml:trace>
  <inkml:trace contextRef="#ctx0" brushRef="#br0" timeOffset="68025.94">12776 6657 9215 0,'1'2'400'0,"0"-2"96"0,1 0-496 0,0 0 0 16,-1 0 0-16,1 0 0 0,1 1 1808 0,2-2 272 0,3-1 48 0,4 0 16 16,4-1-448-16,-1 1-96 0,1-1 0 0,-3-2-16 15,1 3-992-15,-2 0-192 0,0-2-32 0,-2 3-7280 16,-2-1-1472-16</inkml:trace>
  <inkml:trace contextRef="#ctx0" brushRef="#br0" timeOffset="68441.78">13187 6628 7359 0,'0'0'320'0,"0"-2"80"0,0 2-400 0,0 0 0 16,0 0 0-16,0 0 0 0,-1-2 2368 0,0 2 384 15,1-3 64-15,-2 1 32 0,1-3-208 0,0 3-32 16,-1-3-16-16,2-1 0 0,-1 1-992 0,0-1-208 16,2 2-48-16,0-1 0 0,0-1-512 0,2 0-128 15,1-1 0-15,1 0-16 0,0 0-432 0,2 0-96 16,0 0-16-16,1 0 0 0,1 0-144 0,1 1 0 0,-1 0 0 0,1-1 128 15,1 4-128-15,-1-2 0 0,0 0 0 0,-1 3 0 16,0 1 0-16,-1 0 0 0,0 1 0 16,1 0 0-16,-9 0 0 0,0 0 0 0,0 0 0 0,0 0 0 15,33 12 0-15,-33-12 0 0,0 0 0 0,0 0 0 16,0 0 0-16,32 27 0 0,-32-27 0 16,0 0 0-16,0 0 0 0,0 0 0 0,39 37 160 0,-39-37-160 15,0 0 272-15,0 0-48 0,37 35-16 0,-37-35 0 0,0 0-80 0,0 0-128 16,40 27 176-16,-40-27-176 0,0 0 0 0,0 0 0 15,43 17 0-15,-43-17 0 0,0 0 0 16,33 3 0-16,-21-3 0 0,-1-2-192 31,2-2-1200-31,-1 1-224 0,-1-4-48 0,-1 2-12608 0</inkml:trace>
  <inkml:trace contextRef="#ctx0" brushRef="#br0" timeOffset="68622.98">13617 6476 5519 0,'-4'1'496'0,"-1"1"-496"0,2 1 0 15,1-1 0-15,0 0 2080 16,-1 3 320-16,-5 2 64 0,-3 3 16 0,-5 6 240 0,-3 4 48 16,-1 1 16-16,-1 1 0 0,1-2-1184 0,0-1-256 15,1 0-32-15,-1-2-16 0,3-2-448 0,1 0-80 16,3-3-32-16,0-2 0 16,1-1-1056-16,1-1-224 0,1 1-32 0,5-5-12976 0</inkml:trace>
  <inkml:trace contextRef="#ctx0" brushRef="#br0" timeOffset="68981.23">13836 6424 10127 0,'3'-2'448'16,"0"2"96"-16,-1-1-544 0,0 0 0 0,0 1 0 0,0 0 0 16,0 0 2016-16,2 0 288 0,2 1 64 0,-6-1 16 15,0 0 176-15,33 13 16 0,-33-13 16 0,0 0 0 16,38 28-1072-16,-38-28-224 0,0 0-32 0,35 43-16 0,-35-43-544 0,22 33-128 15,-22-33 0-15,16 37-16 0,-16-37-208 0,0 0-32 16,11 47-16-16,-11-47 0 0,-5 23-304 0,0-14 0 16,-4 1 0-16,-3-2 0 0,0 1 0 0,-2 0 0 15,0-4 0-15,-1 2 0 16,-3-2-512-16,-2 2-192 0,-2-3-64 0,-1 1-14336 16</inkml:trace>
  <inkml:trace contextRef="#ctx0" brushRef="#br0" timeOffset="70135.39">14286 6519 3679 0,'-1'0'320'0,"1"0"-320"0,0 0 0 16,0 0 0 0,0 0 896-16,0 0 96 0,0 0 32 0,-1-2 0 15,1 2 256-15,-1-2 64 0,0 1 16 0,1 1 0 16,-1 0 32-16,1-2 0 0,0 2 0 0,-1 0 0 16,1 0-144-16,0 0-32 0,-1 0 0 0,1 0 0 15,0 0-192-15,-1 0-64 0,1 0 0 0,1 0 0 16,-1 2-192-16,0-2-32 0,1 0-16 0,2 0 0 15,0-2-144-15,1 2-16 0,1-1-16 0,3 0 0 16,0-1 160-16,2-1 16 0,1 0 16 0,3 1 0 16,1-2-160-16,2 1-16 0,-2-1-16 0,3 1 0 15,0 1-160-15,-1-3-48 0,0 2 0 0,0 1 0 0,-1 0-208 0,-2 0-128 16,-2 0 160-16,-1 1-160 0,-1 1 0 0,-2-2-160 16,-1 2 0-16,-2 0 0 15,-1 0-1600-15,0 0-320 0</inkml:trace>
  <inkml:trace contextRef="#ctx0" brushRef="#br0" timeOffset="70380.52">14394 6583 4607 0,'0'3'400'16,"0"-3"-400"-16,0 0 0 0,0 0 0 0,0 0 1648 0,1 0 240 15,0 1 48-15,1 0 16 0,2-1 480 0,0 2 80 0,1-2 32 0,2 0 0 16,-7 0-464-16,16-2-96 0,-16 2 0 0,22-2-16 16,-11 0-816-16,0 1-144 0,1-1-48 0,-1-1 0 15,1 3 128-15,-2-2 32 0,0 0 0 0,-2 0 0 32,-1 0-2768-32,1 1-544 0,-1-1-112 0,0 0-11072 0</inkml:trace>
  <inkml:trace contextRef="#ctx0" brushRef="#br0" timeOffset="70841.39">14939 6429 4367 0,'-4'-2'0'0,"1"2"176"0,1 0-48 0,0-2 16 0,1 2-144 0,0 0 0 16,-1 0 0-16,-1 2 0 0,-1 0 1552 0,-2 1 288 15,-1 1 48-15,-2 2 16 0,1 2-400 0,-1 0-80 16,1 2-16-16,0 2 0 0,0 2 96 0,0 2 16 15,1 1 0-15,0 2 0 0,2 2-560 0,5-21-128 0,-7 37 0 0,7-37-16 16,1 34-96-16,-1-34-16 0,0 0 0 0,15 36 0 16,-15-36-512-16,0 0-192 0,0 0 0 0,42 16 144 31,-28-18-560-31,-1-3-112 0,2 0-32 0,0-2 0 0,0-2 400 0,1-2 160 0,-1-2-128 0,0-1 128 16,0 0 0-16,-1-1 0 0,-1-2 0 0,-2 1 176 15,-1-2-176-15,-1 1-272 0,-4 2 64 0,-3 3 16 16,-2 0 192-16,-3 0 0 0,-2 1 0 0,-4-1 0 15,0 1 144-15,-2 1 80 0,-1 2 16 0,-2 0 0 16,1 2 384-16,-3 2 80 0,0 2 0 0,-1 4 16 16,0 1-48-16,1 1-16 0,3 3 0 0,0 0 0 15,2 2-528-15,4-1-128 0,0-1 0 0,4 0-13584 16</inkml:trace>
  <inkml:trace contextRef="#ctx0" brushRef="#br0" timeOffset="71162.31">15266 6505 10127 0,'-5'0'448'0,"1"0"96"16,1 1-544-16,1-1 0 0,2 0 0 0,0 0 0 0,1 0 1600 0,1 0 224 16,1 0 32-16,2-1 16 0,3-1 240 15,2 0 64-15,3-1 0 0,2 1 0 0,1-3-560 0,0 2-96 16,4-1-32-16,-1-1 0 0,2 0-560 0,-2 3-112 16,-1-2-32-16,-2 1 0 0,0 0-512 0,-1 1-96 15,-1 1-32-15,-14 1 0 0,23-1-144 0,-23 1-176 16,0 0 48-16,21-3-9696 15,-17 3-1936-15</inkml:trace>
  <inkml:trace contextRef="#ctx0" brushRef="#br0" timeOffset="71377.83">15433 6361 9215 0,'-2'-1'816'0,"0"1"-656"0,2 0-160 0,0 0 0 16,-1 0 1408-16,1 1 240 15,-1 1 48-15,-1 0 16 0,-1 3 720 0,-1 0 128 16,1 6 48-16,-1 1 0 0,4-12-560 0,-7 31-96 0,7-31-32 0,-4 38 0 16,4-38-816-16,-5 43-160 15,5-43-48-15,-4 40 0 0,4-40-576 0,-2 37-112 16,2-37-16-16,0 0-16 16,2 41-1232-16,-2-41-240 0</inkml:trace>
  <inkml:trace contextRef="#ctx0" brushRef="#br0" timeOffset="71986.98">15933 6358 11967 0,'-2'-1'528'0,"0"0"112"0,0 1-512 0,1 0-128 16,1 0 0-16,-1 0 0 0,0 0 1552 0,-1 0 288 16,0 1 48-16,0 0 16 0,-1-1 336 0,2 2 64 0,1-2 0 0,1 1 16 15,3 1-848-15,2-2-160 16,1 0-32-16,1-2-16 0,4 1-432 0,-1 1-64 0,2-2-32 0,1 1 0 16,1 1-176-16,0 0-48 0,1 0 0 0,-16 0 0 15,31 6-240-15,-31-6-48 0,0 0-16 0,33 20 0 16,-33-20-208-16,0 0 0 0,0 0 0 0,24 42 0 15,-24-42 0-15,0 0 0 0,2 37 0 0,-2-37 0 16,-9 26-160-16,1-16 160 0,-2 3-128 0,-2-2 128 16,-1-1-288-16,-2-1 32 0,0 2 0 0,-1-1 0 15,0-3 112-15,1 2 144 0,-1-1-208 0,-1-1 80 0,3 0 128 0,0-2 0 16,1 2 0-16,2-3-128 0,1 1 128 0,3-2 0 16,1-1 0-16,3 0 0 0,0-1 144 0,2 1-144 15,2 0 192-15,2-2-192 16,-3 0 320-16,0 0-64 0,20 0 0 0,-9-2 0 0,-11 2 192 0,30-5 16 15,-13 0 16-15,1-2 0 0,2 3-208 0,1-4-32 16,3 4-16-16,0-3 0 0,-1 3-224 0,0 0 128 16,-3 2-128-16,-1-1 0 0,-19 3 0 0,35-4-192 15,-19 2 16-15,-1-1 0 16,0-1-1792-16,-2 1-352 0</inkml:trace>
  <inkml:trace contextRef="#ctx0" brushRef="#br0" timeOffset="72941.53">16611 6302 11055 0,'-2'2'480'0,"1"0"112"0,0 0-464 0,0 0-128 16,0-2 0-16,1 1 0 15,0 1 1440-15,0-1 272 0,-1 3 48 0,1 0 16 0,1-1 272 0,1 0 64 0,2 1 16 0,0-4 0 16,2 0-560-16,2 0-112 0,1-5-32 0,1 1 0 15,2 1-448-15,-1-4-80 0,2 0-32 0,-1-2 0 32,-1 1-496-32,0-1-112 0,-1 0 0 0,-1 1-16 15,-1-1-240-15,-1 1 0 0,-2 0 128 0,-1 0-128 16,-2 1 0-16,-1 1 128 0,-1 0-128 0,-3-1 0 0,0 2 0 0,-2 0 128 16,-1 1-128-16,-2-3 0 0,-1 3 0 0,-2 1 0 15,-1-2 0-15,0 2 0 0,-2 3 0 0,0 0 0 16,1 3 0-16,-1-1 0 0,1 4-192 0,0 0 64 15,2 1 128-15,0 0-208 0,3 0 208 0,0 1 0 16,1-1 0-16,2 1 0 0,0 0 0 0,0-1 0 16,2 1 0-16,0 1 0 0,1-2 192 0,1 0-64 15,1-7 0-15,0 0-128 0,0 0 128 0,0 0-128 16,0 0 0-16,10 38 0 0,-10-38 0 0,0 0 0 16,0 0 0-16,0 0 0 0,0 0 0 0,38 12 0 0,-28-12 0 15,1-3 0-15,0 1 160 0,1-2-160 0,1-1 128 0,-1 1-128 16,1-1 0-16,-2-1 128 0,-1 2-128 0,-1-1 0 15,-2 0 0-15,-1 1 0 0,0-1 0 16,-2 0 0-16,-1 1-160 0,-1 1 160 0,0 0-208 0,-1 1 80 16,-2 1 128-16,1 0 0 0,-2 1-144 0,1 1 144 15,0 0 0-15,-1-1 0 0,0 2 0 0,-1-1 0 16,1 3 0-16,0-1 0 0,0-1 0 0,0 0 0 16,0 3 0-16,-1-2 0 0,1 1 0 0,0 1 0 15,0 1 0-15,-1 0 0 0,0 2 144 0,0 1-144 16,3-9 128-16,0 0-128 0,-7 28 128 0,7-28-128 0,-7 26 160 0,7-26-32 15,-7 31-128-15,7-31 192 0,-8 34-192 16,8-34 144-16,-9 37-144 0,9-37 128 0,-9 38-128 0,9-38 0 16,-7 31 0-16,7-31 0 0,0 0-128 15,-4 31-64-15,4-31-16 0,0 0 0 16,0 0-624-16,-6 12-112 0,4-12-16 0,-1-1-16 16,-1 1-528-16,0-2-96 0,0 2-32 0,-1-2 0 15,-2-1-576-15,-1 2-112 0,0 0-32 0,-1 1 0 16,-1 0 992-16,1 0 192 0,0 1 32 0,0 2 16 0,3-2 1120 0,-1 3 0 15,2-1 160-15,-1 1 0 0,2 1 832 0,1 0 160 16,1-1 48-16,1 0 0 0,0 1 336 0,2-2 80 0,0 0 16 16,1 0 0-16,0-1-528 0,0 0-96 0,2-2-32 15,-1 0 0-15,2 0-64 0,0-2-16 0,1 2 0 0,0-3 0 16,3 1-32-16,-1 0-16 0,2-1 0 0,1 1 0 16,1 0-128-16,1 0-16 0,-13 2-16 0,31-3 0 15,-14 0-112-15,0 2-32 0,-1-2 0 0,0 1 0 16,2-1-288-16,-1 0-48 0,-1 0-16 0,-2 0 0 15,-2 2-192-15,-2-1 0 0,-10 2 0 0,15-3 0 0,-11 3 0 16,-1-2 0-16,0 2 0 0,-2 0-160 16,0 0-800-16,-2 0-176 0,1 0-16 0,-1 0-14688 15</inkml:trace>
  <inkml:trace contextRef="#ctx0" brushRef="#br0" timeOffset="73700.21">17063 6297 8287 0,'0'-3'736'15,"0"1"-592"1,0-1-144-16,0 1 0 16,-1 2 1152-16,0-3 192 0,0 1 32 0,0-2 16 0,-1-3 256 0,-1 2 48 15,1 2 16-15,0 1 0 0,2 2-368 0,-2 3-80 16,1 3-16-16,1-6 0 0,-5 22-224 0,5-22-32 16,-4 36-16-16,4-36 0 0,-5 46-288 0,5-46-64 15,-5 48-16-15,2-20 0 0,0 3-160 0,-2 0-16 16,0 3-16-16,-1-4 0 0,-1-1-416 0,2-3 128 15,-1-5-128-15,2-2 0 16,4-19-432-16,-7 27-160 0,7-27-48 0,0 0 0 16,0 0-1376-16,0 0-288 0,0 0-48 0,0 0-8144 0</inkml:trace>
  <inkml:trace contextRef="#ctx0" brushRef="#br0" timeOffset="73991.12">17003 6254 7359 0,'-3'-5'656'0,"2"2"-528"0,1 1-128 0,0 1 0 16,1 0 912-16,1 1 160 0,0-2 16 0,3-1 16 15,2-2 896-15,4-2 176 0,4-2 48 0,3-1 0 16,0-1-688-16,0 2-128 0,1 1-16 0,1 1-16 16,-1 2-48-16,1 3-16 0,-2 2 0 0,-18 0 0 15,0 0-480-15,41 21-80 0,-41-21-32 0,0 0 0 0,0 0-576 0,20 50-144 16,-20-50 0-16,-5 28 0 0,-1-15 0 0,-3 1-224 15,-3 0 48-15,-1-2 16 0,1-1-32 16,-2-1 0-16,-2-1 0 0,-1 2 0 0,-2-2 192 0,2-1 0 16,-1 0 0-16,2-4 0 0,2 1 0 0,2-4 128 15,1-1-128-15,3-1 0 0,1-1-240 0,2-3-112 16,2 1-32-16,1-1-8448 16,2 1-1680-16</inkml:trace>
  <inkml:trace contextRef="#ctx0" brushRef="#br0" timeOffset="74429.45">17344 6448 3679 0,'-8'-1'320'0,"3"1"-320"16,0 0 0-16,2-1 0 0,1 1 704 0,1 0 64 15,0 0 0-15,-1 0 16 0,-1 0 816 0,-2 0 176 0,2 1 16 0,-1 0 16 32,2-1-208-32,1 0-32 0,3 0-16 0,1 0 0 15,2 0-48-15,2-1-16 0,2 0 0 0,3-1 0 0,2-1-352 0,2-1-80 0,2 1-16 0,3 1 0 16,0-3-336-16,2 2-64 0,-1 0 0 0,0-1-16 16,-1 2-272-16,-2-1-48 0,-3 1-16 15,0 0 0-15,1 0-288 0,-2-1 0 0,-1 1 0 16,-1 0 0-16,-3 1-304 0,-3 1-64 0,0-2-16 0,-4 2-8544 31,0 0-1712-31</inkml:trace>
  <inkml:trace contextRef="#ctx0" brushRef="#br0" timeOffset="74634.55">17562 6218 5519 0,'0'0'496'0,"-2"2"-496"0,1-1 0 0,0 1 0 0,0 1 1600 0,0 1 208 0,-2 3 48 0,-1 3 16 16,-3 6 496-16,0 2 80 0,-1 3 32 0,1 2 0 16,7-23-752-16,-10 43-160 0,10-43-32 0,-9 41 0 15,9-41-656-15,-4 37-144 0,4-37-32 0,0 0 0 16,2 42-704-16,-2-42-240 0,0 0 0 16,0 0-12528-16</inkml:trace>
  <inkml:trace contextRef="#ctx0" brushRef="#br0" timeOffset="75159.09">17841 6304 11055 0,'-5'0'480'0,"3"0"112"0,1 0-464 0,1 0-128 0,2 0 0 0,0-2 0 16,1 1 1008-16,1-1 176 0,4 0 32 0,3-1 16 15,4-2 288-15,1 0 48 0,3-1 16 0,-1 1 0 16,0 0-400-16,0 3-80 0,0-1-16 0,0 3 0 16,-1 0 48-16,-17 0 0 0,29 7 0 0,-29-7 0 15,0 0-528-15,33 20-96 0,-33-20-32 0,0 0 0 16,0 0-304-16,21 42-176 0,-21-42 192 0,0 0-192 0,0 0 304 0,-2 43-48 16,2-43-16-16,-9 21 0 15,2-11-48-15,0-1 0 0,-1 0 0 0,-2 1 0 0,3-3-32 0,-3 0-16 16,-1 1 0-16,-3 1 0 0,-1 0-144 0,-1-1 0 15,1 1 0-15,-1 0 0 0,-1-1 0 0,1-1 0 16,1 1-144-16,3-2 144 0,4-3-176 0,1 1 176 16,3-2-160-16,2 0 160 0,2-2 0 0,1 0 0 15,2 0-128-15,1-2 128 0,2 1 0 0,1-2 0 16,5 0 0-16,1-2-144 0,1 1 144 0,2-1 0 16,3 0 128-16,2 1-128 0,0-2 176 0,1 2-48 0,0 0 0 15,0 1 0-15,0 0-128 0,0 1 0 0,-1 0 0 0,-2 2 0 31,0-2-1280-31,-19 2-272 0,32-2-64 0,-32 2-11552 16</inkml:trace>
  <inkml:trace contextRef="#ctx0" brushRef="#br0" timeOffset="75409.75">18388 6232 12895 0,'-1'-3'576'0,"0"2"112"15,1-2-560-15,0 3-128 0,0 0 0 0,0 0 0 0,0 0 1792 0,0 0 336 16,1 1 64-16,0 1 16 0,-1-2-16 0,0 0 0 16,0 0 0-16,0 0 0 0,4 42-672 0,-4-42-144 15,0 0-32-15,2 52 0 0,-2-52-560 0,0 48-112 16,0-48-32-16,-1 55 0 0,1-55-192 0,-2 61-32 16,-1-28-16-16,-1 0 0 0,1-4-272 0,3-29-128 15,-6 50 0-15,6-50 128 0,-6 41-416 16,6-41-96-16,-3 32 0 0,3-32-16 15,0 0-1328-15,0 0-256 0,0 36-48 0,1-34-16 16,1 0-192-16,1-4-64 0</inkml:trace>
  <inkml:trace contextRef="#ctx0" brushRef="#br0" timeOffset="75742.05">18398 6261 5519 0,'0'-3'496'0,"0"1"-496"0,1 1 0 16,0 0 0-16,0 1 1088 0,1 0 112 0,0-2 16 0,2-1 16 0,2-2 624 0,2 3 128 16,1-3 32-16,2 0 0 0,2 2-832 0,0-1-160 31,-1 2-48-31,1-1 0 0,0 3-160 0,0-2-48 0,-13 2 0 0,0 0 0 0,37 10-64 0,-37-10-32 16,0 0 0-16,0 0 0 0,31 28-80 0,-31-28-16 15,0 0 0-15,0 0 0 0,0 0-320 0,-1 43-80 16,-5-34-16-16,-4 1 0 0,1-3 224 0,-3 0 64 15,-2 0 0-15,-1-2 0 0,0 0-128 0,0 0-32 16,0-1 0-16,1-4 0 0,1 2-160 0,0-1-128 16,0-1 192-16,2-1-192 15,2-1-272-15,0-2-176 0,3 1-16 0,1-3-16 16,2 0-944-16,2 1-192 16</inkml:trace>
  <inkml:trace contextRef="#ctx0" brushRef="#br0" timeOffset="76203.38">18689 6025 10127 0,'-3'-1'448'0,"2"-1"96"15,-1 0-544-15,2 1 0 0,0 1 0 0,1-2 0 0,0 1 2016 0,0-1 288 16,1-2 64-16,2-1 16 0,2 0-496 0,0-2-96 16,3 2-32-16,1-1 0 0,-1 1-496 0,0 2-112 15,2-1 0-15,0 1-16 0,-1 3 32 0,0 0 16 16,0 2 0-16,-10-2 0 0,0 0-336 0,32 15-64 16,-32-15-16-16,0 0 0 0,0 0-352 0,32 26-80 0,-32-26-16 15,0 0 0-15,0 0-176 0,0 0-144 0,17 45 192 0,-17-45-192 16,0 0 128-16,-7 23-128 0,3-17 0 0,-4 0 0 15,1-1 0-15,-2 0 0 0,-3-1 0 0,1-1 0 16,0 0 0-16,-1-1 0 0,1 0 0 0,-1-1-144 16,1 0-112-16,0-1 0 0,0-1-16 0,0 0 0 15,3 1 80-15,1 0 0 0,2 0 16 0,-2 0 0 16,5 0 176-16,1 0 0 0,2 0 0 16,1 1 0-16,2-1 0 0,3 0 0 0,0 0 0 15,4-1 0-15,2-1 0 0,1 0 160 0,2 1-160 0,-2-1 288 0,2-1-32 16,1 1-16-16,1 1 0 0,0 0-96 0,1-1-16 15,-2 2 0-15,1 0 0 0,-18 0-128 0,29 4 0 16,-29-4 0-16,0 0 0 16,31 7-544-16,-31-7-96 0,0 0 0 0,0 0-15360 15</inkml:trace>
  <inkml:trace contextRef="#ctx0" brushRef="#br0" timeOffset="76743.8">18998 6378 3679 0,'-1'-1'320'0,"0"-1"-320"15,1 1 0-15,0 1 0 0,0-2 864 0,0 2 96 0,0 0 32 0,1 0 0 16,0-2 864-16,2 0 192 15,1-1 16-15,0 1 16 0,4-1-176 0,0-1-48 0,3 1 0 0,1-1 0 16,3 1-112-16,-1 1-16 0,4 0-16 0,0 2 0 16,1-3-416-16,0 3-80 0,1 0 0 0,1 0-16 0,-1 0-576 0,-1 1-112 15,-19-1-32-15,34 2 0 16,-34-2-480-16,26 2 0 0,-15-2 0 0,-1 0 0 31,-2-2-1584-31,-1 2-256 0,-2 0-48 0,-1 0-11088 0</inkml:trace>
  <inkml:trace contextRef="#ctx0" brushRef="#br0" timeOffset="77005.46">19030 6493 6447 0,'-1'1'272'15,"1"-1"80"-15,0 2-352 0,0-2 0 0,0 0 0 0,0-2 0 16,1 2 1136-16,0 0 144 0,0-1 48 0,2 1 0 0,1-2 64 16,0 0 16-16,1 1 0 0,2-1 0 0,0 2 512 15,0-1 96-15,2 0 32 0,2 1 0 0,0-3-304 0,2 2-48 16,0 0-16-16,1-2 0 16,2 0-624-16,0 0-128 0,3 0-32 0,0-2 0 0,1 2-608 0,0-1-128 15,1 0-32-15,-3 1-9968 16,1 1-2000-16</inkml:trace>
  <inkml:trace contextRef="#ctx0" brushRef="#br0" timeOffset="79637.86">19574 6208 6447 0,'-1'1'576'16,"0"-1"-576"-16,1 0 0 0,0 0 0 0,-1 2 1056 0,1-2 96 15,0 0 32-15,0 0 0 0,0 0 320 0,2 0 64 16,0 0 16-16,3-2 0 0,-1 1-192 0,3-1-48 16,1 0 0-16,1 0 0 0,2-1-288 0,1-1-64 15,0 0-16-15,2 0 0 0,1 0-80 0,2 1 0 16,0 1-16-16,-2 0 0 0,3 2 64 0,-1 0 16 16,-17 0 0-16,30 3 0 0,-30-3-288 0,0 0-48 15,37 15-16-15,-37-15 0 0,0 0-320 0,0 0-64 16,26 35-16-16,-26-35 0 0,0 0-208 0,0 0 0 15,5 39 128-15,-5-39-128 0,0 0 0 0,-5 26 0 16,0-16 0-16,-1-4 0 0,1 2 0 0,-3-3 0 16,1 2 0-16,-2 0 0 0,-1-2 0 0,1 1 0 0,-1-1 0 15,-1 0 0-15,0 2 0 0,-1-2-128 0,0 0 128 0,1 0 0 16,0 1 0-16,-1-1-160 0,1 0 160 0,1 0-128 16,1-2-48-16,0 1 0 0,2 0 0 0,1-1 0 15,2-1 176-15,0 1-192 0,2-2 192 0,0 0-192 16,2-1 192-16,1 0 0 0,1 0-144 0,1-1 144 15,0 0-128-15,3-1 128 0,0 0-160 0,0 1 160 16,0-2 0-16,1 1 0 0,3 1 0 0,2-2 0 16,4 0 240-16,0-2 80 0,1 2 32 0,1-1 0 15,1-1-16-15,0 2 0 0,1 0 0 0,0-2 0 16,0 2-112-16,0-1-32 0,-1-1 0 0,-1 2 0 16,-2 0-192-16,-1 0 0 0,-2 0 0 0,-1 1 0 15,-3 1-848-15,-1-1-176 0,-1 2-16 0,-2-1-13776 16</inkml:trace>
  <inkml:trace contextRef="#ctx0" brushRef="#br0" timeOffset="79973.34">20232 6185 3679 0,'6'-7'160'0,"-3"0"32"0,0 2-192 0,-2 3 0 0,-1-1 0 0,1 1 0 15,0 2 1712-15,0-3 288 16,1-1 64-16,0-1 16 0,1 0 624 0,-1 1 128 0,-1 1 32 0,1 1 0 16,-1 2-688-16,1 2-128 0,-1 1-16 0,0 0-16 15,-1-3-544-15,0 0-128 0,0 0 0 0,0 0-16 16,5 41-624-16,-5-41-128 0,0 0-32 0,3 41 0 16,-3-41-176-16,0 36-48 0,0-36 0 0,1 42 0 15,-1-42-80-15,-1 43-32 0,1-43 0 0,-2 42 0 16,2-42-208-16,-4 48 0 0,4-48 0 0,-2 42 0 15,2-42 0-15,-4 36-208 0,4-36 16 0,0 0 0 16,-4 38-1184-16,4-38-224 0,0 0-64 0,0 0 0 16,0 0-528-16,0 0-112 0,0 0-32 0,0 0-8992 15</inkml:trace>
  <inkml:trace contextRef="#ctx0" brushRef="#br0" timeOffset="80278.14">20228 6216 5519 0,'-2'-10'0'0,"0"4"224"0,1 0-64 0,0 2 32 0,1 1-192 0,0 1 0 16,1 0 0-16,0-1 0 0,0-3 1024 0,1-2 160 0,1-1 32 0,0 0 16 15,2 2 192-15,1-1 48 16,-1 3 0-16,0-1 0 0,-1 2-320 0,2 1-64 0,1-2-16 0,3 0 0 16,0 1-368-16,2 0-80 15,0-1-16-15,1 2 0 0,1 0-64 0,0 3-16 0,0 0 0 0,-14 0 0 16,28 4 304-16,-28-4 48 0,28 12 16 0,-28-12 0 15,0 0-320-15,33 25-64 0,-33-25-16 0,0 0 0 16,0 0-144-16,0 0-32 0,21 39 0 0,-21-39 0 16,0 0 80-16,0 0 16 0,-8 24 0 0,1-20 0 15,1 1 96-15,-4 0 32 0,1-2 0 0,-2 4 0 16,1-3-224-16,-1 1-64 0,0 0 0 0,-1-1 0 0,3 1-256 16,-1-2 0-16,0 1 128 0,0-2-128 0,0 1 0 0,2 0 0 15,0-1 0-15,1 0 0 16,2-2-480-16,1 2-48 0,1-2-16 0,1 0 0 31,0 1-1280-31,3-2-256 0</inkml:trace>
  <inkml:trace contextRef="#ctx0" brushRef="#br0" timeOffset="80635.88">20787 6145 6447 0,'7'-3'576'0,"0"-1"-576"0,-2 2 0 0,-3 1 0 16,0-1 1152-16,1 0 112 0,4-1 16 0,3-3 16 15,3-1 784-15,0-1 160 16,-3 1 16-16,-2 2 16 0,-1-1-208 0,-4 0-32 16,0 3-16-16,-3-1 0 0,-1 2-608 0,-1-3-128 15,0 2-32-15,-2 1 0 0,-1 0-304 0,0-1-64 16,-1 1-16-16,1-1 0 0,-2 3-80 0,0 0-16 15,-1 1 0-15,1 3 0 0,-1 0-336 0,-1 2-80 16,-1 2-16-16,0 3 0 0,-1 1-64 0,-1 4-16 16,-1 4 0-16,0 3 0 0,1 0 0 0,-1 2 0 15,3 0 0-15,3-1 0 0,7-24-80 0,-7 43-32 16,7-43 0-16,0 0 0 0,12 52-144 0,-12-52 0 16,0 0 0-16,28 38 0 0,-28-38 0 0,0 0 0 15,37 26 0-15,-37-26 0 16,28 9-704-16,-28-9-192 0,26 1-16 0,-14-2-10528 0,-1-1-2096 0</inkml:trace>
  <inkml:trace contextRef="#ctx0" brushRef="#br0" timeOffset="81229.7">21050 6216 8287 0,'1'-2'736'0,"1"-1"-592"16,-1 1-144-16,0 1 0 0,1 0 544 0,-1 0 80 16,2-1 16-16,0-3 0 0,4-2 1088 0,-1-2 240 15,2 2 32-15,-2-3 16 0,1 3-336 0,-1-2-64 16,-1 1-16-16,-1-1 0 0,0 2-208 0,0-1-48 16,-1-1-16-16,-1 0 0 0,0 1-432 0,0 0-64 15,0 0-32-15,0-4 0 0,1 3-224 0,-1-1-32 16,0 3-16-16,0-3 0 0,0 4-256 0,-1 0-48 0,0 2-16 0,-1-1 0 15,-1 3-16-15,-2 0 0 0,0 2 0 0,-1 2 0 16,-1 0-64-16,0-1 0 16,-1 3-128-16,-2 0 192 0,-2 4-192 0,0-1 176 15,-1 5-176-15,0-1 160 0,-1 4-160 0,-1 0 128 16,1 3-128-16,-1 1 128 0,2 1-128 0,-1 0 0 16,2-1 144-16,10-19-144 0,-13 34 208 0,13-34-16 15,0 0-16-15,-2 35 0 0,2-35-176 0,0 0 0 0,0 0 144 0,0 0-144 16,0 0 0-16,38 22 0 0,-28-23 0 15,1-1 0-15,1-3 0 0,0 0 0 0,1-1 0 16,-1 0-128 0,-1-2-352-16,0 0-64 0,0-2-16 0,-3 1 0 15,0 0-16-15,-2-1-16 0,-1 3 0 0,-1-2 0 0,-2 1 400 0,0 2 192 0,-1 0-160 0,-1 3 160 16,0 0 0-16,-1 3 0 0,0 0 0 0,-1 0 0 16,0 3 0-16,-1 0 240 0,1 5-48 0,-2-1-16 15,4-7 288-15,-8 19 64 0,8-19 16 0,-7 26 0 16,7-26-112-16,-6 30-32 0,6-30 0 0,-6 29 0 15,6-29-144-15,-4 33-16 0,4-33-16 0,0 0 0 16,-2 45-224-16,2-45 176 0,0 0-176 0,-1 39 160 16,1-39-160-16,0 0 0 0,0 0 0 0,1 37 0 15,-1-37-496-15,0 0-80 0,0 0 0 0,0 0-10032 16,0 0-2000-16</inkml:trace>
  <inkml:trace contextRef="#ctx0" brushRef="#br0" timeOffset="81456.12">21023 6488 3679 0,'-1'0'320'0,"1"0"-320"15,0 0 0-15,-1 0 0 0,1 0 1936 0,0 1 320 16,0-1 64-16,-1 2 16 0,0-2 272 0,-1 2 48 16,1-1 16-16,0 1 0 0,0-2-480 0,1 2-80 15,0-2-32-15,2 0 0 0,0 0-816 0,1 0-176 0,1-2-16 0,3-1-16 16,0 1-240-16,1-1-48 15,2-1-16-15,0 0 0 0,2 0-224 0,0 1-32 0,1 0-16 0,0-2 0 16,0 0-80-16,1 3-16 0,-1-1 0 0,-1 1 0 16,0-1-256-16,-2 1-128 0,0 2 128 0,-3-1-128 31,1 0-272-31,-8 1-144 0</inkml:trace>
  <inkml:trace contextRef="#ctx0" brushRef="#br0" timeOffset="81789.86">21347 6310 7359 0,'4'-2'320'0,"-1"2"80"0,-1-1-400 0,1 0 0 15,0 1 0-15,0-2 0 0,0 2 1840 0,2 0 272 16,3-3 64-16,3 1 16 0,2-1-16 0,2 1 0 16,0-2 0-16,1 1 0 0,0 0-576 0,0 1-112 15,-1 0-16-15,1 0-16 0,0-1-592 0,0-1-112 16,-1 1-32-16,-2 1 0 0,0 0-464 0,-1-1-112 16,-2 0-16-16,-1 1 0 15,-1 0-512-15,1-3-96 0,-2 2-32 0,1 0 0 16,-2 0-1568-16,0-2-320 0,-2 2-64 0,1-1-8192 0</inkml:trace>
  <inkml:trace contextRef="#ctx0" brushRef="#br0" timeOffset="81955.34">21598 6109 7359 0,'0'-7'320'0,"0"5"80"0,0-1-400 0,1 1 0 0,-1 2 0 0,0 0 0 16,0 0 2240-16,0 0 384 0,0 2 64 0,-3 3 0 15,3-5 608-15,0 0 112 0,-12 34 32 0,12-34 0 16,-12 37-1440-16,12-37-272 0,-12 41-64 0,12-41-16 0,-10 38-1008 0,10-38-208 16,-4 30-48-16,4-30 0 0,0 0-384 0,0 0 0 15,3 43 0-15,-3-43-10928 0,0 0-2112 0</inkml:trace>
  <inkml:trace contextRef="#ctx0" brushRef="#br0" timeOffset="82601.25">21984 6153 11055 0,'-1'-3'976'0,"1"1"-784"0,0 2-192 0,-1 0 0 0,1 0 1216 0,0-1 208 0,0-1 48 0,0-1 0 31,0 1 880-31,0-2 176 0,0 1 32 0,2-2 16 16,0 1-1040-16,0 1-224 0,1 0-32 0,0-1-16 0,0 2-368 0,1-3-80 15,0 2-16-15,-1-1 0 0,1-1-368 0,-1 2-80 16,0-1-16-16,-1-1 0 0,-1 2-176 0,0-1-32 16,0 2-128-16,-1-1 192 0,0 1 48 0,0 0 0 15,0 1 0-15,-1-1 0 0,0 2-48 0,0 0 0 16,-1-1 0-16,1 1 0 0,0 0 64 0,0 0 0 15,-1-1 0-15,1 1 0 0,0 0 16 0,0 0 16 16,0 0 0-16,1-2 0 0,-1 1-16 0,1-1 0 16,0 0 0-16,0 1 0 0,0-1-16 0,0 1-16 0,0 0 0 0,1 1 0 15,-1 0-112-15,0 0-128 0,0 0 176 0,0 1-176 16,0 2 160-16,-1 0-160 0,1-3 128 0,0 0-128 16,0 0 144-16,-3 35-144 0,3-35 160 0,-3 35-160 15,3-35 128-15,-3 47-128 0,3-47 0 0,-2 52 0 16,2-52 0-16,-1 49 128 0,1-49-128 0,-1 45 0 15,1-45 0-15,-1 38 0 0,1-38 0 0,0 0 0 16,-3 45 0-16,3-45 0 0,0 0 0 0,0 0 0 16,0 0 0-16,2 36 0 0,-2-36 0 0,0 0 0 0,0 0 0 0,0 0 0 15,0 0 0-15,17-2 0 16,-12-1-864-16,0-2-112 0,-2-2-32 0,1 1-10512 16,-1-1-2112-16</inkml:trace>
  <inkml:trace contextRef="#ctx0" brushRef="#br0" timeOffset="82979.85">22020 6067 8063 0,'-2'-1'176'0,"1"1"32"0,0-2 16 0,0 2 0 0,1 0-224 0,-1-1 0 0,0 0 0 0,-1-1 0 0,-1-1 2528 0,2-2 464 0,-1 3 80 0,0-3 32 16,3 0-688-16,0 1-144 0,2-1-32 0,1 0 0 15,3-1-864-15,0 0-176 0,2 0-48 0,2 0 0 16,2-1-528-16,0-1-112 0,0 2-32 0,0-1 0 16,0 3-192-16,0-1-32 0,0 2-16 0,0-1 0 15,-1 2-48-15,0 1-16 16,0 1 0-16,-1 3 0 0,-11-3 176 0,0 0 32 0,28 12 16 16,-28-12 0-16,0 0-144 0,0 0-48 0,21 40 0 0,-21-40 0 0,0 0-208 15,-1 36 0-15,1-36 128 0,0 0-128 0,-11 37 0 16,11-37 0-1,-15 21 128-15,6-11-128 0,-1-3 0 0,-1 0 176 16,0 0-176-16,-2-1 160 0,0 0-160 0,-2-3 128 0,1 1-128 16,0-2 128-16,0 1-128 0,0-1 0 0,-1-2 144 0,1-2-144 15,2 0 0-15,0-1 0 0,3 2 0 0,0-2 0 16,4 0 0-16,1-2-128 0,2 3 128 0,2-2-11200 16,2 1-2144-16</inkml:trace>
  <inkml:trace contextRef="#ctx0" brushRef="#br0" timeOffset="83407.86">22434 6005 7887 0,'5'-3'336'0,"-2"-1"96"0,-1 1-432 0,0 1 0 16,0-1 0-16,-1 3 0 0,0-2 1584 0,1 2 224 0,1-2 48 0,2-2 16 15,0 1 384-15,0 0 80 0,1 1 16 0,-1 2 0 16,0 0-336-16,0 0-64 15,1 2-16-15,-6-2 0 0,0 0-464 0,0 0-80 16,27 26-32-16,-27-26 0 0,0 0-512 0,23 36-96 16,-23-36-32-16,0 0 0 0,30 50-272 0,-30-50-48 0,20 38-16 0,-20-38 0 15,18 42-160-15,-18-42-32 0,14 40-16 0,-14-40 0 0,0 0-176 0,10 55 0 16,-10-55 0-16,0 0 128 0,-3 45-128 0,3-45 0 16,0 0 0-16,-16 36 0 0,16-36 0 0,-18 17 0 15,7-8 0-15,-1-2 0 16,0-2-576-16,0-1 16 0,1 1 0 0,-1-4-16448 15</inkml:trace>
  <inkml:trace contextRef="#ctx0" brushRef="#br0" timeOffset="83994.23">22875 6190 5519 0,'0'0'496'16,"0"0"-496"-16,1 0 0 0,0 0 0 0,-1-2 624 0,0 1 16 16,1 1 16-16,1-2 0 0,1-1 688 0,0 1 144 15,0-2 32-15,-1 1 0 16,0-1 528-16,0 1 128 0,-2 1 0 0,0 0 16 16,0 1-272-16,-1-1-48 0,0 0-16 0,0 1 0 0,1 1-800 0,0 0-160 0,-1-2-48 0,1 2 0 15,0 0-528-15,1 0-128 0,1 0 0 0,0 0-16 31,2 0-176-31,-1-1 160 0,4 1-160 0,1-1 160 0,2 1 352 0,0 0 64 16,2-2 0-16,1 2 16 0,1 0 48 0,1-2 16 0,3 2 0 0,0-1 0 16,0 1-288-16,1 0-64 0,-2 0-16 0,-2 0 0 15,-1 1-288-15,-3 1 0 16,-1-2 0-16,-4 2 0 16,-1-2-480-16,-3 1-160 0,-2 0-16 0,-2 1-10032 15,-2 1-2016-15</inkml:trace>
  <inkml:trace contextRef="#ctx0" brushRef="#br0" timeOffset="84192.34">22880 6302 6447 0,'1'2'576'0,"0"-2"-576"16,1 0 0-16,0 0 0 0,1 0 1280 0,-2 0 128 0,2-2 48 0,2 1 0 15,2 1 1008-15,4-4 208 0,3 1 32 0,4 1 16 16,2-3-640-16,2 0-128 0,2 1-32 0,2-1 0 15,0 2-656-15,0 1-144 0,-2 0-32 0,-1-1 0 16,-2 1-688-16,-2 2-144 0,-2-2-16 0,-4 2-9952 16,-1 2-1984-16</inkml:trace>
  <inkml:trace contextRef="#ctx0" brushRef="#br0" timeOffset="84727">21146 6685 11055 0,'14'-2'976'0,"-1"0"-784"0,-3 1-192 0,-3-1 0 16,1 1 1536-16,5 0 272 0,10-4 48 0,16-1 16 15,14-2 224-15,11 1 32 0,9-3 16 0,1 3 0 16,0-4-512-16,-4 2-96 0,0 0-32 0,0 0 0 15,2 2-832-15,-5 0-160 0,-4 0-48 0,-7 0 0 16,-7 0-464-16,-3-1 0 0,-4 2 0 0,-4 0 0 16,-4 0-1280-16,-8 1-256 0,-6 2-64 15,-7 0-11232-15</inkml:trace>
  <inkml:trace contextRef="#ctx0" brushRef="#br0" timeOffset="84995.44">21069 6813 10127 0,'17'-5'896'0,"-2"1"-704"0,1 0-192 0,-1 1 0 0,-3 0 1200 0,-1 1 208 16,4 0 32-16,12-6 16 0,15 0-48 0,13-4-16 15,10 0 0-15,4 2 0 16,-1 0-48-16,-3 1-16 16,-3 2 0-16,-4-1 0 0,-3 4 144 0,-5-1 48 0,-2 3 0 0,-2-1 0 15,-4 3-960-15,-1-2-192 0,-4 0-48 0,-3-1 0 16,0-2-592 0,-3 3-128-16,0 0-32 0,-2-2-8720 0,-1 3-1760 0</inkml:trace>
  <inkml:trace contextRef="#ctx0" brushRef="#br0" timeOffset="85312.97">21854 6922 15663 0,'0'-4'688'0,"0"1"144"0,0 1-656 0,0-1-176 0,0 3 0 0,0 0 0 15,0 0 1216-15,0 0 224 0,1 0 32 0,-1 3 16 16,0-3 944-16,0 0 192 0,0 0 48 0,-5 35 0 15,5-35-880-15,-8 39-192 0,2-13-16 0,-1 5-16 16,-2 4-928-16,0 3-176 0,0 2-32 0,-1-2-16 0,4 0-576 0,2-5-112 16</inkml:trace>
  <inkml:trace contextRef="#ctx0" brushRef="#br0" timeOffset="86994.29">23487 6116 7359 0,'-6'-2'656'0,"2"0"-528"0,2 2-128 0,0-3 0 0,1 3 288 0,0 0 32 0,1 0 0 0,-2-2 0 16,1 2 1568-16,-2-2 320 0,2 1 64 0,-1-1 16 15,1 2-48-15,0-1-16 0,1 0 0 0,2 1 0 16,0-2-672-16,0 2-128 0,3-1-16 0,0 1-16 15,-1-2-624-15,2 2-128 0,1-3-32 0,3 3 0 16,0-2-288-16,0 2-64 0,1 0-16 0,0 0 0 0,1 0 0 0,-12 0 0 16,22 3 0-16,-22-3 0 0,0 0 128 0,31 11 16 15,-31-11 16-15,0 0 0 0,0 0-64 0,33 20-16 32,-33-20 0-32,0 0 0 0,0 0-160 0,0 0-32 0,0 0-128 0,0 0 192 0,0 0-192 15,0 0 144-15,8 42-144 0,-13-35 128 0,0-2-128 0,-3 2 0 16,0 0 0-16,-2 0 0 0,0 0 0 0,-2 1 0 15,0 1 0-15,0-2 0 0,0 0 0 0,1 0 0 16,0-1 0-16,0 0 0 0,0-1 0 0,0 2-176 16,1-2 176-16,1 0-128 0,1-1 128 0,0-1-128 15,3 2 128-15,-1-2-128 0,2 0 128 0,0 0 0 0,2-1 0 16,0 1 0-16,2-1 0 0,0-1 0 0,2 0 0 0,1-1 0 16,1 0 0-16,1 0 0 15,1-1 0-15,2 0 0 16,1-1 0-16,1-1 0 0,3 1 128 0,0-3-128 0,2 3 224 0,1-1-32 0,2-1 0 0,-1 1 0 15,2 2-16-15,-2 0-16 0,2-1 0 0,-1 0 0 16,-2 2 16-16,2-1 0 16,-1 2 0-16,-1-1 0 0,0 2-176 0,-1-2 128 0,-2 2-128 0,-1-2 128 15,0 0-128 1,-2 0-256-16,0 0 64 0,-1-2-16832 16</inkml:trace>
  <inkml:trace contextRef="#ctx0" brushRef="#br0" timeOffset="87435.82">24042 6019 10127 0,'2'-6'896'0,"-1"3"-704"0,0 0-192 0,0 1 0 15,0 0 288-15,-1 2 32 0,1-1 0 0,0 1 0 16,0-2 1376-16,0 1 288 0,1 0 48 0,0-1 16 15,1 1-256-15,0 1-64 0,-1 0 0 0,-1 3 0 0,1-2-416 0,-2-1-96 16,0 0 0-16,0 0-16 0,0 0-176 0,5 41-16 16,-5-41-16-16,0 0 0 15,2 52-400-15,-2-52-80 0,1 44 0 0,-1-44-16 0,1 55-48 16,-1-55 0-16,1 63 0 0,-1-63 0 0,1 59-160 0,-1-59-32 16,1 61-16-16,-1-61 0 0,3 60-240 0,-3-60 0 15,3 47 0-15,-3-47 0 0,0 0 0 0,7 48 0 16,-7-48-208-16,0 0 64 15,0 0-512-15,0 0-112 0,0 0 0 0,0 0-16 16,0 0-1456-16,0 0-272 0</inkml:trace>
  <inkml:trace contextRef="#ctx0" brushRef="#br0" timeOffset="87735.37">24088 6118 4607 0,'-8'-9'0'0,"2"2"192"0,-1 3-48 0,3 1-16 0,1 1-128 0,1 1 0 16,0-1 0-16,-2 0 0 0,-3-3 1296 0,-1-2 240 0,-2 0 32 0,1-2 16 16,3 1 720-16,0 1 128 0,3 0 48 0,2 0 0 15,2 0-736-15,3-1-144 0,2 2-16 0,0-2-16 16,2 2-672-16,2 0-128 0,1 2-16 0,1-3-16 16,1 2-32-16,2 1-16 0,0 1 0 0,-1 1 0 15,2 1-176-15,0 1-48 0,0 3 0 0,-1-1 0 16,-15-2 288-16,27 10 48 0,-27-10 16 0,0 0 0 0,36 23-368 0,-36-23-80 15,0 0-16-15,0 0 0 0,20 39-160 16,-20-39-48-16,0 0 0 0,-11 28 0 0,3-20 16 16,-4-1 0-16,-1-1 0 0,-2 1 0 0,-2-2 0 0,-3 2 0 15,-2-2 0-15,0-1 0 0,0 1-160 0,-1 0 0 16,3-3 0-16,1 1 0 16,5-3-624-16,1 2-48 0,2-4-16 0,4-1-15264 15</inkml:trace>
  <inkml:trace contextRef="#ctx0" brushRef="#br0" timeOffset="92101.02">7909 8300 11055 0,'1'-4'976'0,"0"1"-784"0,0 0-192 0,-1 3 0 15,0-2 1328-15,0 1 208 0,1-3 64 0,0-1 0 16,0-3 288-16,1 0 64 0,0 1 16 0,-1 0 0 15,0 2-352-15,0 0-64 0,0 3-16 0,0 0 0 0,0 2-480 0,1 0-96 16,-1 0-32-16,0 2 0 16,1-1-368-16,0 2-80 0,1 0-16 0,0 2 0 0,-1-1-208 0,1 1-32 15,-3-5-16-15,0 0 0 16,0 0-16-16,0 0-16 0,20 38 0 0,-20-38 0 0,0 0-16 0,14 35 0 16,-14-35 0-16,0 0 0 0,17 48-160 0,-17-48 160 15,13 46-160-15,-13-46 160 0,12 51-160 0,-12-51 0 16,11 53 0-16,-11-53 0 0,9 42 0 0,-9-42 0 15,8 43 0-15,-8-43 0 0,8 40 0 16,-8-40 0-16,9 33 0 0,-9-33 0 0,0 0 0 0,10 38 0 0,-10-38 0 0,0 0 0 16,0 0 0-16,6 34 0 0,-6-28 0 0,0-1 0 15,0-2 0-15,0-1 0 0,0-2 0 0,0 0 0 16,1-1 0-16,1-2 128 0,0 0-128 16,1-2 0-16,0 1 304 0,0-4-32 15,2-1 0-15,0 0 0 0,1-3 0 0,2-3 0 0,0-1 0 0,2-3 0 16,2-5-144-16,1 0-128 15,1-2 192-15,-1-2-192 0,1-2 144 0,1 0-144 16,0 0 0-16,-1-4 144 0,0 2-144 0,-1 1 0 16,-1 2 0-16,0 3 0 0,-2 7 0 0,-1-1 0 0,0 3 0 0,-1 2 0 0,-3 3 0 0,1 1 0 15,-1 3 0-15,-1-1 0 16,0 2-416-16,0 1-16 0,1 2 0 0,1-1-16576 16</inkml:trace>
  <inkml:trace contextRef="#ctx0" brushRef="#br0" timeOffset="92594.77">8716 8167 5519 0,'0'-2'496'0,"0"-1"-496"0,0 1 0 0,0 2 0 16,0 0 1152-16,-1 0 128 0,0-2 16 0,-1-1 16 16,0 1 672-16,-1 0 128 0,-1 2 16 0,-2 2 16 15,1 3-384-15,-2-1-80 0,1 4-16 0,-1 1 0 16,0 3-368-16,-2 2-80 0,0 3 0 0,0-1-16 16,0 1-288-16,-2 2-48 0,0 3-16 0,-1 3 0 15,0-1-400-15,2 2-64 0,0 1-32 0,1 1 0 16,1-2 96-16,2 0 32 0,0-2 0 0,2-1 0 15,2-1 96-15,2-22 32 0,2 47 0 0,-2-47 0 16,12 40-288-16,-12-40-48 0,0 0-16 0,35 45 0 16,-35-45-256-16,0 0 0 0,50 24 0 0,-50-24 0 15,40 3-1024-15,-18-4-96 0,0-1-32 0,1-3 0 16,1-2-928-16,-1-2-192 16</inkml:trace>
  <inkml:trace contextRef="#ctx0" brushRef="#br0" timeOffset="92960.96">8872 8368 8287 0,'-3'0'736'0,"0"0"-592"0,2 1-144 0,0-1 0 16,1 0 1600-16,0 2 272 16,-2-2 64-16,1 0 16 0,-1 1 64 0,2 1 16 0,2-2 0 15,1 0 0-15,3 0-272 0,2-2-48 0,2 1-16 0,2-2 0 16,3 0-416-16,2-2-96 0,0 2-16 0,0-2 0 0,3 0-656 0,-2 0-144 16,0 1-32-16,0-3 0 15,2 2-336-15,-2-2 128 16,1 1-128-16,-3 0 0 0,-1 1 0 0,-2 1 0 15,-2 1 0-15,-2-2 0 0,-1 3 0 0,-1 0-208 0,-3 0 48 0,-1 1 16 16,-2 2-1312-16,-1 1-256 0,-2-1-48 0,-1 0-11440 0</inkml:trace>
  <inkml:trace contextRef="#ctx0" brushRef="#br0" timeOffset="93134.27">9088 8342 3679 0,'-1'0'320'0,"1"0"-320"0,0 0 0 0,0 0 0 15,0 0 1472-15,0-2 208 16,0 2 48-16,0 0 16 0,0 0 544 0,0 0 96 0,0 2 32 0,-2-1 0 15,1 3-400-15,-1-1-80 16,-1-1-16-16,1 3 0 0,-2 2-640 0,-1-2-128 0,2 3-16 0,-3 0-16 16,1 0-416-16,-1 3-64 0,-1 3-32 0,0 0 0 15,-1 4-192-15,-2 0-32 0,2 1-16 0,0-2 0 32,-1 2-176-32,2 0-16 0,-1-1-16 0,1-1 0 0,1-2-160 0,2-1 0 0,-1 0 0 0,1 0-9920 15,1 0-2064 1</inkml:trace>
  <inkml:trace contextRef="#ctx0" brushRef="#br0" timeOffset="93388.66">8850 8459 10127 0,'1'-7'448'0,"1"0"96"0,1 4-544 0,-1 1 0 0,0 0 0 0,-1 2 0 15,3 2 1680-15,-4-2 240 0,0 0 32 0,0 0 16 16,44 19 304-16,-44-19 64 0,0 0 16 0,48 37 0 16,-48-37-752-16,31 32-128 0,-31-32-48 0,30 29 0 15,-30-29-608-15,0 0-128 0,46 41-32 0,-46-41 0 16,0 0-448-16,40 25-80 0,-40-25-128 0,0 0 176 16,0 0-928-16,0 0-176 15,39 10-32-15,-35-10-12976 0</inkml:trace>
  <inkml:trace contextRef="#ctx0" brushRef="#br0" timeOffset="93635.63">8905 8644 911 0,'-4'0'0'0,"2"-2"0"0,0 2 0 0,1-1 0 0,1 1 1760 0,0 0 272 16,0 0 48-16,0 0 16 0,0 0 336 0,0-2 80 15,1 2 16-15,-1 0 0 0,2 0-32 0,-2 2-16 16,2-2 0-16,1 3 0 0,1-1-816 0,0 0-144 15,-4-2-48-15,0 0 0 0,0 0-992 0,0 0-208 16,38 12-32-16,-38-12-16 0,0 0-224 0,36 5 144 0,-36-5-144 0,0 0 128 16,35-2-128-16,-35 2 160 0,0 0-160 0,33-3 160 15,-33 3-160-15,0 0 0 0,29-2 0 0,-20 0 0 32,1-1-704-32,-2 1-240 0,0-1-32 0,1-1-12784 0</inkml:trace>
  <inkml:trace contextRef="#ctx0" brushRef="#br0" timeOffset="94066.12">9427 8283 9215 0,'1'-5'816'0,"0"2"-656"0,1 0-160 16,-1 3 0-16,1-2 1472 0,0 1 272 0,0-3 48 0,4 1 16 16,2-2 560-16,1 1 96 0,2 3 32 0,-11 1 0 15,0 0-256-15,0 0-32 0,43 26-16 0,-43-26 0 16,0 0-928-16,36 50-192 0,-36-50-48 0,23 43 0 16,-23-43-512-16,19 45-128 0,-19-45 0 0,15 48-16 15,-15-48-176-15,8 38-16 0,-8-38-16 0,1 32 0 16,-4-17-160-16,-2 0 0 0,-3 1 0 0,-3-1 0 15,0-2 0-15,-3 2 0 0,-2 3 128 0,-4 0-128 16,0 0 0-16,-1-1 0 0,0-2 0 0,1 0 0 31,0-1-592-31,3-4-48 0,1 2-16 0,3-5-15664 0</inkml:trace>
  <inkml:trace contextRef="#ctx0" brushRef="#br0" timeOffset="94513.63">9879 8395 4543 0,'-9'2'0'0,"3"1"192"0,2-3-48 0,2 0-16 0,1 2-128 0,-2-2 0 16,-4 2 0-16,-3 1 0 0,-1 1 1376 0,1 0 240 0,2-1 48 0,4-2 16 15,2 1 160-15,3-2 16 0,2 0 16 0,2 0 0 16,3-2 112-16,3 1 32 0,-11 1 0 0,26-4 0 16,-11 1-192-16,1-1-32 0,2 1-16 0,0 1 0 15,-1-3-1072-15,1 3-192 0,0-3-64 0,0 3 0 16,-2-1-448-16,-2 1 0 0,-1 0 0 0,-13 2 0 16,0 0-1168-16,32-1-176 15,-26 1-48-15,-1 1-7376 0,-3 1-1488 0</inkml:trace>
  <inkml:trace contextRef="#ctx0" brushRef="#br0" timeOffset="94656.47">9896 8496 1839 0,'-3'3'160'0,"1"0"-160"15,1-3 0-15,0 2 0 0,2-2 2304 16,1 0 448-16,0 0 64 0,1-2 32 0,4 2 704 0,2-2 144 16,2-1 16-16,3-1 16 0,1-1-1616 0,1-1-320 15,0 0-64-15,2 0 0 16,0 0-1008-16,-1 1-192 0,-1 0-32 0,-1 0-10160 15,-1 0-2048-15</inkml:trace>
  <inkml:trace contextRef="#ctx0" brushRef="#br0" timeOffset="95090.49">10638 8290 11967 0,'-3'0'528'0,"1"0"112"0,0 0-512 0,1 0-128 0,1 0 0 0,1 0 0 16,0 0 1472-16,0 0 272 0,0 0 48 0,2 0 16 15,2 0 240-15,2 0 64 0,2-2 0 0,1 2 0 16,3-2-496-16,2 0-80 0,2-1-32 0,1 0 0 15,2-1-496-15,0-1-112 0,-1 1 0 0,1 1-16 0,0-2-624 0,-1 1-128 16,-1 1-128-16,-1 1 176 0,-3-2-432 0,-2 3-64 16,-3-2-32-16,-1 3 0 15,-3 0-1584-15,-2-2-320 0,-3 4-64 0,-2-2-10352 16</inkml:trace>
  <inkml:trace contextRef="#ctx0" brushRef="#br0" timeOffset="95422.85">10683 8321 7359 0,'-3'0'320'0,"1"0"80"0,0 1-400 0,1 1 0 15,1-2 0-15,0 0 0 0,0 2 1904 0,0 0 288 16,0 0 64-16,-2 4 16 0,1-2-48 0,0 3-16 0,-1 0 0 0,1 3 0 16,0-2-768-16,1-8-160 0,-2 23-16 15,0-9-16-15,1 1-656 0,-1 1-128 0,-1 0-16 0,0 3-16 16,0-2-304-16,1-3-128 0,-2 3 0 0,0-3 128 15,1 0-128-15,0 1 0 0,-1-1 144 0,1-2-144 16,0-1 0-16,2-1 0 0,1-3 0 0,0 0 0 16,0-7 0-16,0 0-208 0,0 0 80 0,0 0 128 15,0 0-384-15,0 0 64 0,0 0 0 0,38 14 0 16,-29-16 160-16,0-3 160 0,3 1-208 0,1-3 80 16,2 2 320-16,-1-3 80 0,1 4 16 0,0-4 0 15,-2 2-144-15,1 1-16 0,-2 0-128 0,0 3 192 16,-2-1-480-16,-2 1-96 0,0-1-32 0,-1 3 0 15,-1-2-816-15,1 2-176 0,-1-2-16 16,-1 2-5936-16,0-2-1200 0</inkml:trace>
  <inkml:trace contextRef="#ctx0" brushRef="#br0" timeOffset="95627.02">10691 8444 11631 0,'-3'0'256'0,"1"-2"48"0,1 2 16 0,0-1 0 0,2 0-320 0,0 1 0 16,1 1 0-16,0-1 0 0,4-1 2752 0,-6 1 496 15,0 0 80-15,31-2 32 0,-31 2-1184 0,28-5-256 0,-28 5-32 0,35-5-16 16,-18 1-1152-16,2-1-224 0,0 1-48 0,2 0-16 16,0-1-432-16,-1 1-176 0,3-3 16 0,-2 2-13920 15</inkml:trace>
  <inkml:trace contextRef="#ctx0" brushRef="#br0" timeOffset="96017.25">11199 8229 6447 0,'-2'-3'272'0,"1"1"80"0,1 0-352 0,0 0 0 16,0 1 0-16,0 1 0 0,0-2 1648 0,1 0 256 15,-1 1 48-15,2-2 16 0,-2 0-80 0,1 1-16 16,1 1 0-16,-1 1 0 0,0 0-576 0,0 1-112 16,0 3-32-16,-1-2 0 0,1 3-192 0,-1 0-32 15,0 0-16-15,-1 2 0 0,2-1 592 0,-2-2 112 16,1 2 32-16,-1 1 0 0,0-1-1648 0,-1-2-256 15,0 3-96-15,0-2-16 0,-1 2 832 0,-2 2 176 16,1 0 16-16,-2 1 16 0,-1 4-208 0,0 3-32 0,0 2-16 0,-2 2 0 16,1 0-80-16,1 2-16 15,2-2 0-15,0-1 0 0,2-2 0 0,3-18-16 0,2 29 0 0,-2-29 0 16,0 0-96-16,0 0-16 0,0 0 0 0,44 32 0 16,-44-32-192-16,30 0 0 0,-13-3 0 0,2 1 0 15,-1 0-624-15,4-2-160 0,2 0-48 0,0 2-15744 16</inkml:trace>
  <inkml:trace contextRef="#ctx0" brushRef="#br0" timeOffset="96632.63">11468 8263 14735 0,'-1'-1'1312'0,"1"-1"-1056"16,0 2-256-16,0 0 0 0,0 0 1472 0,1-2 224 0,-1 1 48 0,1-1 16 15,1 0 336-15,2-1 64 16,0 2 16-16,0 0 0 0,2-1-336 0,-1 4-64 0,-5-2-16 0,0 0 0 15,0 0-768-15,0 0-160 16,38 21-16-16,-38-21-16 16,0 0-384-16,0 0-80 0,41 40-16 0,-41-40 0 0,0 0-128 0,38 36-16 15,-38-36-16-15,0 0 0 0,48 32-160 0,-48-32 0 0,35 15 144 0,-35-15-144 16,35 10 0-16,-35-10 0 0,32 4 0 0,-32-4 0 16,28-3-1280-1,-17 0-160-15,0-2-32 0,-4 0-14768 0</inkml:trace>
  <inkml:trace contextRef="#ctx0" brushRef="#br0" timeOffset="96822.39">11786 8185 4607 0,'-4'-3'400'0,"1"2"-400"16,0 1 0-16,1 0 0 0,0 3 1968 0,0-3 304 31,0 2 64-31,-3 3 16 0,-3 2 784 0,-3 3 176 0,-4 2 16 0,-3 4 16 0,-1 1-1248 0,-2 2-256 16,-1 0-48-16,1 2-16 0,0 0-432 15,-1 0-64-15,1 1-32 0,1-1 0 16,3-2-720-16,2-3-144 0,2-1-16 0,4-5-16 16,1 0-528-16,3-2-96 0,1-3-32 0,2-2-15952 15</inkml:trace>
  <inkml:trace contextRef="#ctx0" brushRef="#br0" timeOffset="98224.86">11559 8167 3679 0,'-6'-2'320'0,"0"-1"-320"16,2 3 0-16,0-2 0 0,2 2 1088 0,0 0 128 15,0 0 48-15,-1 0 0 0,-4 2 672 0,-1-2 144 16,-1 3 32-16,1-1 0 0,2 1-336 0,0 1-64 0,0 1-16 0,2-2 0 16,0 1-592-16,1 1-112 0,1 0-32 0,2-1 0 15,0-1-528-15,0 0-112 0,1 1-32 0,1-3 0 16,1 0-288-16,1-1 160 0,0 0-160 0,1-2 128 16,1 0 144-16,-1-1 32 0,3-2 0 0,2-1 0 15,0 0 224-15,2 2 48 0,2-3 16 0,2 2 0 16,1 0 416-16,4-2 80 15,0 5 0-15,3-3 16 0,2 2-352 0,0-1-80 0,-1 2-16 0,1-1 0 16,-2 0-416-16,-24 3-96 0,42-4-16 0,-24 2 0 16,-3-1-128-16,-15 3 0 0,24-2 0 0,-24 2-176 15,0 0-912-15,0 0-192 0</inkml:trace>
  <inkml:trace contextRef="#ctx0" brushRef="#br0" timeOffset="98578.94">11513 8416 3679 0,'-5'2'320'0,"2"-2"-320"0,1 3 0 0,0-1 0 15,1-1 1856-15,0 1 320 0,0 0 48 0,0 0 16 0,-2 3-64 0,1 0 0 16,-1 2 0-16,0 0 0 0,2-2-944 0,0 0-192 15,1-1-32-15,1-1-16 0,1 1-240 0,0-3-48 16,-2-1-16-16,0 0 0 16,0 0-80-16,0 0-16 0,0 0 0 0,0 0 0 15,0 0-16-15,35 9 0 0,-35-9 0 0,0 0 0 0,0 0 656 16,30-5 128-16,-22 3 32 0,2-3 0 0,4 0-1392 16,3-2 0-16,2 0-256 0,3-2 16 0,2 2 864 0,2-2 160 15,2 1 48-15,1 1 0 0,2-3-384 0,-3 3-64 16,0 0 0-16,-2 2-16 0,1-2-160 0,-2 1-16 0,-1 2-16 15,-4 0 0-15,-4-1-176 0,-16 5 0 0,26-7 0 0,-26 7 0 32,0 0-1200-32,19-2-112 0</inkml:trace>
  <inkml:trace contextRef="#ctx0" brushRef="#br0" timeOffset="98973.11">12016 7935 19343 0,'-1'0'848'0,"1"0"192"0,1 0-832 0,-1 0-208 16,1 0 0-16,0 0 0 0,1 0 1664 0,2 0 304 15,1 0 48-15,2 0 16 0,-7 0-464 0,0 0-96 16,33 2 0-16,-33-2-16 0,0 0-448 0,39 3-96 16,-39-3-16-16,0 0 0 0,36 9-544 0,-36-9-112 15,0 0-32-15,0 0 0 0,0 0-208 0,0 0 0 0,14 35-192 0,-19-27 192 32,-3-1-576-32,-2 2 0 0,-1 1 0 0,-1-3 0 15,-2 2-256-15,0 1-64 0,1 0-16 0,0-1 0 16,2-2 336-16,0 0 64 0,3-1 0 0,1 0 16 0,2-1 320 0,1-3 176 0,2 1-192 0,2 1 192 15,2-1 144-15,2-3 144 0,1 2 32 0,-5-2 0 16,0 0 432-16,0 0 80 0,39 0 32 0,-39 0 0 16,32-5-192-16,-14 1-32 0,1 1-16 0,-1-1 0 15,0-1-464-15,-2 1-160 0,-1-1 0 0,-2 1 144 16,0 2-1616-16,-13 2-320 0</inkml:trace>
  <inkml:trace contextRef="#ctx0" brushRef="#br0" timeOffset="99321.28">12395 8025 12895 0,'2'0'576'0,"0"0"112"0,-1 2-560 0,1-2-128 0,-1 3 0 0,0-1 0 15,1-2 2928-15,-2 0 544 0,0 0 112 0,0 0 32 16,25 38-816-16,-25-38-176 0,0 0-16 0,33 45-16 16,-33-45-1280-16,24 35-256 15,-24-35-48-15,24 39-16 16,-24-39-512-16,22 45-96 0,-22-45-32 0,18 47 0 0,-18-47-208 0,11 45-144 0,-11-45 192 0,4 50-192 0,-6-26 0 0,-6-1 0 15,-3 1 0-15,-4-3 0 16,-4 1-256-16,-4-3-48 16,-2 0-16-16,0-4 0 0,3-2-1920 0,0 0-384 15,-3-2-64-15,0-1-12000 0</inkml:trace>
  <inkml:trace contextRef="#ctx0" brushRef="#br0" timeOffset="99811.25">11282 8168 11967 0,'-2'-1'1072'0,"0"1"-864"15,0 0-208-15,1-2 0 0,1 2 1392 0,-1 0 224 16,-1-2 48-16,-3 1 16 0,1-1 32 0,-2 0 0 0,1-1 0 0,1 1 0 16,0 0-432-16,0 2-64 0,1 2-32 0,-1 0 0 15,0 1 528-15,-1 1 96 0,-2 2 32 0,-1 5 0 31,-2 1-1840-31,-2 5-320 0,1 1-96 0,-2 5-16 0,-1 4 432 0,0 4 0 0,2 0 192 0,2 2-64 16,2 0-128-16,3-2 0 0,3 0 0 0,2-31-15056 16</inkml:trace>
  <inkml:trace contextRef="#ctx0" brushRef="#br0" timeOffset="100385.13">12897 8229 16575 0,'-3'-2'1472'0,"0"2"-1168"16,1 0-304-16,1 0 0 15,1 0 1664-15,-1-1 256 0,-1 1 64 0,-1-2 16 0,-1 1 240 0,1-2 64 16,2 2 0-16,2-3 0 0,3 1-896 0,2 1-160 15,2 0-32-15,3-1-16 0,1 0-544 0,3 1-96 16,3 0-32-16,0 0 0 0,1-1-272 0,-2 1-48 0,3 0-16 0,-1 1 0 16,-19 1-192-16,36 0 0 0,-36 0 0 0,31-2 0 31,-17 2-544-31,-2-2-208 0,-12 2-32 0,0 0-15776 16</inkml:trace>
  <inkml:trace contextRef="#ctx0" brushRef="#br0" timeOffset="105959.81">13976 8022 17503 0,'3'0'1552'0,"-3"0"-1232"0,0 0-320 0,0 0 0 16,0 0 304-16,0 0 0 0,0 0 0 0,31 3 0 0,-31-3 784 0,35-3 176 15,-11 1 16-15,2-3 16 16,0 0 112-16,0-1 0 0,0-1 16 0,-1 2 0 15,-3-3 288-15,-1 4 48 0,-2 0 16 0,-19 4 0 16,31-5-2112-16,-31 5-432 0,0 0-64 0,26-1-32 0,-26 1 656 0,0 0 208 16,0 0 0-16,0 0-14144 15</inkml:trace>
  <inkml:trace contextRef="#ctx0" brushRef="#br0" timeOffset="106279.64">14110 8044 6447 0,'-3'1'576'0,"0"0"-576"0,1 1 0 0,1-1 0 0,1 1 1216 0,-1-2 128 0,0 2 16 0,1 1 16 15,0-3 976-15,0 0 192 0,-9 16 32 0,5-8 16 16,4-8-432-16,-10 16-96 16,5-4-16-16,-3 1 0 0,1 1-832 0,-1 2-192 15,-1 3-16-15,-1-1-16 0,1 4-496 0,0-1-112 0,1-2 0 0,2 1-16 16,-1 0-96-16,1 2-16 0,6-22 0 0,-7 40 0 31,7-40-48-31,-1 36-16 0,1-36 0 0,0 0 0 0,14 38-192 16,-14-38 0-16,0 0 128 0,0 0-128 0,41 23 160 0,-41-23-16 15,28-5 0-15,-28 5 0 0,28-9 176 0,-14 3 48 16,1-2 0-16,-1 1 0 0,0-1-368 0,-1 2 0 16,-1-1 0-16,0 0 128 15,-1 1-496-15,-1 0-80 0,-1 0-32 0,-2 2 0 16,-2-1-368-16,-1 0-80 0,-1 1-16 0,0-1 0 15,-2 2-560-15,-1-1-112 0,-1-1-32 0,-1 1-10704 0</inkml:trace>
  <inkml:trace contextRef="#ctx0" brushRef="#br0" timeOffset="106469.2">13959 8248 2751 0,'-13'0'256'0,"3"0"-256"0,3 0 0 0,2 1 0 15,2-2 2048-15,2 1 384 0,1 0 64 0,-1 1 0 16,-1-1 896-16,2 0 192 0,2 0 16 0,2-1 16 15,-4 1-672-15,21-5-144 0,-7 0-32 0,3 1 0 0,2-1-1408 0,2 0-272 16,3 0-64-16,1-2-16 0,-1 0-512 0,1 0-112 16,1 0 0-16,-2 1-16 0,-1 2-368 15,-2-1 0-15,-2 1 0 0,-19 4 0 16,36-4-464 0,-36 4-112-16,32-1-32 0,-32 1-10784 0,30 3-2176 0</inkml:trace>
  <inkml:trace contextRef="#ctx0" brushRef="#br0" timeOffset="106746.16">14579 8020 7359 0,'-4'0'656'0,"1"-1"-528"0,2 2-128 0,-1-1 0 15,1 2 720-15,-1-2 112 0,-2 1 32 0,-3 3 0 16,-2 1 752-16,-2 0 160 0,-1 4 16 0,1 1 16 15,0 2-96-15,1 0-32 0,1 4 0 0,-1 0 0 16,2 4 160-16,0-1 16 0,1 3 16 0,2 1 0 16,-1 0-352-16,1-1-80 0,5-22-16 0,-5 42 0 15,5-42-624-15,-2 45-128 0,2-45-32 16,5 38 0-16,-5-38-448 0,0 0-192 0,22 43 176 0,-22-43-176 16,0 0-736-16,33 26-240 0,-33-26-48 0,30 3-14608 15</inkml:trace>
  <inkml:trace contextRef="#ctx0" brushRef="#br0" timeOffset="107006.47">14684 8120 9215 0,'-5'4'400'0,"1"-1"96"0,3-1-496 0,-1 1 0 16,2-3 0-16,0 0 0 0,0 0 1968 0,0 0 288 0,0 0 64 15,0 0 16-15,0 0 320 0,37 18 64 16,-37-18 16-16,38-2 0 16,-15-2-1120-16,1-2-208 0,1 0-64 0,-1-2 0 0,1 1-688 0,-2 0-144 0,1 1-16 0,-3 0-16 15,-2 2-304-15,-19 4-176 16,36-8 192-16,-36 8-192 0,27-4 0 0,-27 4 0 0,0 0 0 0,27-2 0 16,-27 2-896-16,0 0-176 0,0 0-32 0,0 0-13008 15</inkml:trace>
  <inkml:trace contextRef="#ctx0" brushRef="#br0" timeOffset="107178.76">14966 8096 911 0,'0'0'0'0,"0"-2"0"0,1 2 0 0,0-2 0 0,-1 2 2208 0,1 0 352 15,0-1 80-15,1 1 16 0,-2 0 352 0,0 0 80 16,0 0 16-16,0 0 0 0,0 0-816 0,0 0-176 16,0 29-16-16,-5-20-16 15,-2 3-784-15,-1 2-144 0,-2-1-48 0,-2 3 0 0,0-1-400 0,-1 1-96 16,0 1-16-16,-1-1 0 0,2-1-272 0,0-2-64 15,3 1-16-15,0-3 0 0,1 0-240 0,3-4-160 16,5-7 32-16,-7 12-10496 0,7-12-2112 16</inkml:trace>
  <inkml:trace contextRef="#ctx0" brushRef="#br0" timeOffset="107416.38">14793 8174 11967 0,'1'-2'1072'0,"0"0"-864"0,0 0-208 0,-1 2 0 16,0 0 1376-16,0 0 224 0,0 0 64 0,0 0 0 16,21-3 592-16,-21 3 128 0,0 0 32 0,32 11 0 15,-32-11-592-15,0 0-112 16,33 26-32-16,-33-26 0 0,0 0-736 0,32 39-160 0,-32-39-16 0,0 0-16 16,26 43-528-16,-26-43-96 15,0 0-128-15,19 42 176 16,-19-42-1280-16,0 0-256 0,0 0-48 0,15 33-13072 15</inkml:trace>
  <inkml:trace contextRef="#ctx0" brushRef="#br0" timeOffset="107653.28">14665 8374 13823 0,'0'0'608'0,"0"0"128"0,1 0-592 0,0 0-144 0,-1 0 0 0,0 0 0 16,0 0 1824-16,0 0 336 0,0 0 64 0,0 0 16 16,39 2 272-16,-39-2 64 0,32 2 16 0,-32-2 0 15,33 5-976-15,-33-5-192 0,35 2-32 0,-35-2-16 16,37 3-784-16,-37-3-144 0,39 2-48 0,-39-2 0 16,37 0-272-16,-37 0-128 0,37-5 128 0,-37 5-128 0,37-7 0 0,-37 7 0 15,36-7 0-15,-36 7 0 0,31-9-192 16,-17 4-64-16,1 0 0 0,-2 0-16272 15</inkml:trace>
  <inkml:trace contextRef="#ctx0" brushRef="#br0" timeOffset="108017.51">15291 8045 3679 0,'1'0'320'0,"-1"0"-320"0,1 0 0 0,-1 0 0 15,0 0 2432-15,0 0 400 0,0 0 96 0,0 0 16 16,0 0 272-16,0 0 64 0,0 0 16 0,28 29 0 16,-28-29-1040-16,0 0-208 0,26 29-32 0,-26-29-16 0,0 0-848 15,27 33-192-15,-27-33-16 0,0 0-16 16,21 37-416-16,-21-37-96 0,0 0-16 0,10 41 0 0,-10-41-144 0,-4 34-48 16,-2-18 0-16,-1 1 0 0,-2 0-208 0,-2-1 128 15,-2 1-128-15,-2 2 0 16,1-3 0-16,-2 1 0 0,1-2 0 0,0-2 0 15,1-3-448-15,0 1-144 0</inkml:trace>
  <inkml:trace contextRef="#ctx0" brushRef="#br0" timeOffset="108597.43">15561 7868 9215 0,'-5'1'400'0,"3"1"96"0,-1 0-496 15,2-2 0-15,0 1 0 16,1-1 0-16,1 2 1536 0,0-2 192 0,-1 0 64 0,0 0 0 16,0 0 768-16,0 0 176 0,0 0 16 0,38 6 16 15,-38-6-608-15,29-2-128 0,-29 2-32 0,34-4 0 16,-15 1-944-16,-2-2-192 0,2 1-32 0,-3 1-16 16,-1-1-560-16,-2 1-96 0,-2 1-32 0,-1-2 0 15,-2 3-128-15,-2-2 0 0,-1 3 0 0,-1 0 0 16,-2-2 128-16,-1 2-128 0,-1 2 0 0,-1-2 128 15,-1 3 48-15,-1 0 0 0,1 0 0 0,-2 1 0 16,1 3 96-16,-1-2 32 0,0 2 0 0,4-7 0 0,-5 18 0 0,5-18 0 16,-6 22 0-16,6-22 0 0,-3 30-160 0,3-30-16 15,0 35-128-15,0-35 192 0,2 39-192 0,-2-39 128 16,3 45-128-16,-3-45 0 0,4 47 160 0,-4-47-160 16,2 48 160-16,-2-48-160 0,1 48 176 0,-1-48-176 15,1 49 192-15,-1-49-192 0,0 51 160 0,0-51-160 16,-1 46 128-16,1-46-128 0,-3 36 0 0,3-36 0 15,-7 26 128-15,7-26-128 0,-12 24 0 0,3-15 0 16,-1 1 0-16,-2-3 0 0,-4 2 0 0,-3-2 0 16,-2 1 0-16,-3-2 0 0,-3 0 0 0,-4-2 0 0,-3-2 0 0,-4-2-12096 15,-2 0-2384-15</inkml:trace>
  <inkml:trace contextRef="#ctx0" brushRef="#br0" timeOffset="109255.47">13832 7804 20271 0,'1'-2'1792'0,"-1"-2"-1424"0,0 3-368 0,-1 1 0 15,1-2 1248-15,-1 0 176 0,0-1 48 0,-2-1 0 16,-1-2 1040-16,-2 0 224 16,0-1 32-16,-1 3 16 0,-1 0-2496 0,0 0-496 15,-1 3-112-15,-3 1 0 0,1 0 560 0,-2 1 112 16,1 1 32-16,-2 0 0 0,1 1-144 0,-1-1-32 16,1 0 0-16,1 1 0 0,-1 2 48 0,2-3 16 15,3 0 0-15,0 0 0 0,0 1-32 0,1-2-16 16,1 1 0-16,1 0 0 0,1 0-224 0,0 0 176 15,1 1-176-15,3-1 160 0,-1-1-160 0,0 3 0 0,2-4 144 0,-1 3-144 16,1 1 128-16,-1-4-128 0,0 0 160 0,0 0-160 16,0 0 0-16,0 33 128 0,0-33-128 0,0 0 0 15,-2 34 0-15,2-34 0 0,-3 31 0 0,3-31 0 16,-4 48 0-16,2-19 0 0,1 5 0 0,2 2 0 16,-1 4 0-16,0 0 0 0,1 0 0 0,-1-2 0 15,1 0 0-15,-1 2 0 0,1 4-128 0,-1 0 128 16,1-3-320-16,-1-4-16 0,0-3 0 0,0-7 0 15,0-27-464 1,-1 43-96-16,1-43 0 0,-2 36-16 0,2-36 592 0,-2 27 128 0,2-27 32 0,0 0 0 16,0 0 160-16,0 0 144 0,0 0-16 0,0 0-128 15,0 0 496-15,31 25-16 0,-31-25 0 0,32-7 0 0,-12 2 96 0,4 1 32 16,4 0 0-16,2-1 0 16,-2 2-416-16,5-1-192 0,5-1 160 0,4 2-160 15,1-1 0-15,3 1-256 0,1 0 16 0,0-1-16608 16</inkml:trace>
  <inkml:trace contextRef="#ctx0" brushRef="#br0" timeOffset="109864.59">15938 7652 12895 0,'0'-4'1152'0,"0"0"-928"0,1 1-224 0,-1 1 0 0,1 1 960 0,0 1 160 15,1-2 32-15,1 0 0 0,3-1 1424 0,1-1 304 16,2 1 48-16,1 1 16 0,1-2-656 0,-11 4-128 15,23-1-32-15,-23 1 0 0,26 1-992 0,-26-1-208 16,0 0-32-16,38 6-16 0,-38-6-480 0,0 0-80 16,37 8-32-16,-37-8 0 0,0 0-160 0,0 0-128 15,0 0 192-15,0 0-192 0,31 26 0 0,-31-26 0 16,0 0 0-16,-8 18 0 0,1-10 0 0,-3-1 0 16,-2 2 0-16,-1-1 0 0,-2 1 0 0,0 0 0 15,-2 1-192-15,0-4 192 0,0 2-384 0,-1-3 0 16,1 2 16-16,1-3 0 0,3 1 112 0,2-2 32 15,3-1 0-15,4-2 0 0,2 1 224 0,3-1 0 16,-1 0 0-16,0 0 0 0,0 0 0 0,28-3 192 16,-28 3-16-16,35-5 0 0,-15 2 208 0,3-1 64 0,0 1 0 0,2-1 0 15,-2 1-448-15,2 1 128 0,-1-2-128 0,0 3-11680 16,0-1-2400-16</inkml:trace>
  <inkml:trace contextRef="#ctx0" brushRef="#br0" timeOffset="113091.77">9871 9288 12895 0,'2'-2'1152'0,"-1"2"-928"0,0-1-224 0,0 0 0 16,0 1 1920-16,1-2 320 0,2 0 80 0,1-1 16 16,3-2 672-16,-8 5 144 0,24-7 32 0,-24 7 0 15,27-6-1232-15,-27 6-240 0,30-1-48 0,-30 1-16 16,0 0-1008-16,43 4-192 0,-43-4-32 0,0 0-16 15,38 8-272-15,-38-8-128 0,0 0 0 0,0 0 128 0,43 12-128 0,-43-12 0 16,0 0 0-16,29 0 0 0,-29 0-160 0,0 0-16 16,21-5 0-16,-21 5 0 15,0 0-2128-15,0 0-416 0</inkml:trace>
  <inkml:trace contextRef="#ctx0" brushRef="#br0" timeOffset="113264.27">9899 9466 19343 0,'-1'-2'848'0,"2"2"192"0,0-1-832 0,0 0-208 0,1 1 0 0,-1 0 0 15,2-2 2352-15,-3 2 416 0,0 0 96 16,0 0 16-16,32-1-640 0,-32 1-112 0,0 0-16 0,39 5-16 16,-39-5-1312-16,0 0-256 0,44 8-48 0,-44-8-16 15,0 0-464-15,42 11 0 0,-42-11 0 0,29 0-11488 16,-29 0-2320-16</inkml:trace>
  <inkml:trace contextRef="#ctx0" brushRef="#br0" timeOffset="141444.51">10955 9119 7359 0,'-5'0'656'0,"0"1"-528"0,3-1-128 0,1 2 0 16,0-2 1344-16,-1 1 256 0,-3 2 32 0,-2 1 16 16,-2 0 608-16,-2 4 128 0,3-3 32 0,1 2 0 15,0-1-400-15,3-1-80 0,3-2-16 0,1-1 0 16,2 1-592-16,4-1-128 0,1-2-32 0,4-3 0 16,4 1-480-16,3-3-112 0,3-3 0 0,2 0-16 15,1 1-112-15,2-1 0 0,-1 1-16 0,2 0 0 16,0 1-432-16,1 0 0 0,-1 2 128 0,-4-1-128 15,-2 2 0-15,-4 1 0 0,-1 2 0 0,-16 0 0 16,0 0-128-16,0 0 128 0,38 14 0 0,-36-9 0 16,-2 2-832-16,-4 1-80 0,-2 1-32 0,-5 2-14352 15</inkml:trace>
  <inkml:trace contextRef="#ctx0" brushRef="#br0" timeOffset="141867.03">10938 9234 5519 0,'-3'2'496'0,"0"-2"-496"15,3 0 0-15,1 1 0 0,0-1 1600 0,0 2 240 16,-1 0 32-16,1-1 16 0,2 3 448 0,1-2 96 16,3 1 0-16,1-1 16 0,3-2-624 0,-11 0-128 15,25 1-32-15,-10-2 0 0,0-2-112 0,0 1-16 16,0 1-16-16,-1 0 0 0,0 1-624 0,-14 0-112 16,0 0-16-16,0 0-16 0,40 21-448 0,-40-21-96 15,0 0-16-15,0 0 0 0,16 50-192 0,-16-36 0 16,-1 3 0-16,-2-1 0 0,-3 4 0 0,-1 1 0 15,-2 0 0-15,0-2 0 0,-1 0 0 0,-1-2 0 16,-1 2 0-16,-1-4 0 0,-2 1 0 0,-1 0 0 0,-1-1-128 0,0-1 128 16,-1 0 0-16,0-4-192 0,2 1 192 0,-2-2-160 15,2-1 160-15,1 1-160 0,-1-2 160 0,4 1-160 16,1-2 160-16,2-1 0 0,2-2 0 0,2 1-128 16,3-2 128-16,2-2 0 0,2-2 0 0,3 0 0 15,2 0 0-15,4-3 128 0,2 0-128 16,1 1 0-16,4-1 384 0,1 0 0 0,1 0 0 0,2 0 0 15,2 1 0-15,2-1 16 0,0-1 0 0,1 0 0 16,1 0-112-16,-1 0-32 0,0 1 0 0,0-1 0 16,-2 3-64-16,0 0 0 0,-1 1-16 0,-1 0 0 15,1 0-176-15,-2-1 0 0,0 1 0 0,-2-3 0 16,0 3 0-16,-4-1 0 0,0 1 0 0,-3-1 0 0,-1 0-256 16,-1 2-96-16,-1-2-16 0,-1 2-16912 15</inkml:trace>
  <inkml:trace contextRef="#ctx0" brushRef="#br0" timeOffset="142670.93">11640 9322 9215 0,'-2'0'816'0,"1"0"-656"0,0 0-160 0,0 0 0 16,1 0 944-16,-1 0 144 0,0 0 48 0,-1 0 0 15,-1 0 528-15,0 0 96 0,0 0 32 0,1 0 0 16,2 1-160-16,-1 0-32 0,1-1 0 0,0 2 0 16,1-2-304-16,0 0-64 0,2 0-16 0,1 0 0 15,1-2-368-15,0 0-80 0,3 0 0 0,0-1-16 16,2-2-304-16,1 1-48 0,0-1-16 0,0-1 0 15,2 0-128-15,0 0-48 0,-1 1 0 0,1-1 0 16,-2 2-208-16,-2-1 144 0,-1 2-144 0,-1 0 128 16,-1 3-128-16,0 0 0 0,-1 3 0 0,0 0 0 0,0 2 0 0,-2 0 0 15,-3-5 0-15,0 0 0 0,0 0 0 0,17 45 0 16,-17-45 0-16,0 0 0 0,15 52 0 0,-15-52 160 16,14 44-160-16,-14-44 160 0,17 43 64 0,-17-43 16 15,19 39 0-15,-19-39 0 0,0 0-240 16,33 46 0-16,-33-46 128 0,0 0-128 0,0 0 0 0,46 20 0 15,-46-20 0-15,21-3 0 16,-10-2-640-16,-1-1-64 0,1 0 0 0,-3-3-14640 0</inkml:trace>
  <inkml:trace contextRef="#ctx0" brushRef="#br0" timeOffset="142880.66">12030 9259 10127 0,'-6'-3'448'0,"1"0"96"0,1 3-544 0,0 1 0 0,1 1 0 0,1 0 0 15,-1 2 1424-15,-3 1 176 0,-3 3 48 0,-5 5 0 16,-4 7 48-16,-2 1 16 0,-2 2 0 0,-1 3 0 16,2-2-560-16,-1 2-128 0,-1 0 0 0,2-2-16 15,2 0-288-15,0-3-48 0,2-2-16 0,3-2 0 0,2-3-416 0,2-2-96 16,4-5-16-16,2-2-12800 16</inkml:trace>
  <inkml:trace contextRef="#ctx0" brushRef="#br0" timeOffset="143324.5">12040 9032 7823 0,'-4'-3'160'0,"1"0"32"0,1 1 16 0,1 1 48 0,0 1-256 0,1-2 0 0,0 1 0 0,0 1 0 15,0-2 2080-15,0 0 368 0,0 0 80 0,1-1 16 16,1-1-544-16,1 1-96 16,2 2-32-16,0 0 0 0,2-2-304 0,0 1-64 0,2 2-16 0,1-3 0 0,1 1-400 0,0 2-96 15,1-1-16-15,-2 1 0 0,-1 1-224 0,-1-1-48 16,0 2-16-16,-1 1 0 0,-2 0-368 0,-5-3-80 16,0 0-16-16,0 0 0 0,0 0-224 0,0 0 128 31,0 0-128-31,11 42 0 0,-13-35 128 0,-2-1-128 0,0 2 0 0,-1-1 0 0,-2-1 0 0,0 0 0 15,-1 0 0-15,-1 0 0 0,1-1 0 0,-2 0 0 16,0-1 0-16,0-1 0 0,0 0 0 0,2-1 0 16,-1-2 0-16,3 2 0 0,0-2 0 0,1-2 128 15,3 2-128-15,1 0 0 16,0 0 0-16,1-2 0 0,2 1 0 0,0 1 0 0,3-2 0 16,2 2 0-16,1-3 0 0,1 1 0 15,2 2 0-15,2-2 0 0,3-1 0 0,0-1 0 16,0 3 0-16,0-1 0 0,3 0 0 0,-1 0 0 15,2 0 0-15,-1 1 0 0,0-1 0 0,-1 2 0 16,1-1-576-16,-19 1 0 0,34 3 0 16,-34-3-14864-16</inkml:trace>
  <inkml:trace contextRef="#ctx0" brushRef="#br0" timeOffset="143894.99">12479 9196 6447 0,'0'-1'272'0,"0"0"80"0,0-2-352 0,0 1 0 0,0 2 0 0,0-2 0 15,0 1 1024-15,0-1 128 0,0 0 16 0,1-3 16 16,-1 0 224-16,1 1 32 0,0 1 16 0,0-1 0 15,0 3-176-15,0-1-16 0,0 0-16 0,-1 2 0 16,1-2 32-16,-1 2 16 0,0-2 0 0,0 2 0 0,0 0-48 16,-1 2-16-16,1-2 0 0,-1 0 0 0,-1 0-208 0,1 2-32 15,0-1-16-15,0 0 0 0,-1 1-304 0,0-2-64 16,2 3-16-16,-2-1 0 0,0-1-144 0,1 1-16 16,-1 0-16-16,1 1 0 0,-1 2-144 0,1 0-16 15,0 1-16-15,0 1 0 0,-1 5-112 0,0 0 0 16,0 0-128-16,0 4 192 0,0 4-192 0,0 3 0 15,1 0 0-15,-1 1 0 0,0 2 0 0,-1 3 0 16,1 3 0-16,-1 0 0 0,0-1 0 16,0-4 0-16,1-1 0 0,2-26 0 0,-2 46 0 0,2-46 0 15,1 29 0-15,-1-29 0 0,0 0 0 0,1 28-128 0,0-21 128 16,0 0 0-16,0-2 0 0,-1 0 0 0,1-3-128 0,-1-2 128 31,0 2-800-31,1-4-96 0,0 2-32 0,0-2 0 16,0-3-1600-16,0 0-320 0</inkml:trace>
  <inkml:trace contextRef="#ctx0" brushRef="#br0" timeOffset="144157.79">12406 9277 1839 0,'-1'-10'160'0,"0"3"-160"0,1 0 0 0,1 2 0 0,1 3 1280 0,-1 0 208 15,2-1 48-15,0-4 16 0,5-2 688 0,2-3 128 16,2 2 16-16,3-3 16 0,0 3-880 0,0 2-176 15,2 4-48-15,0 1 0 0,-17 3-16 0,31 4 0 16,-31-4 0-16,0 0 0 0,47 18-608 0,-47-18-128 16,0 0-32-16,38 28 0 0,-38-28-208 0,0 0-48 15,0 0-16-15,24 36 0 0,-23-27-80 0,-3 1-16 16,-2-1 0-16,-2 0 0 0,-5 1 176 0,-2 2 16 16,-2 0 16-16,-3 0 0 0,2-3-192 0,-3 0-32 15,-1-3-128-15,1 0 192 0,3-1-192 16,0-2 0-16,-1-3 0 0,1 2 0 15,2-2-592-15,0 0-112 0,2-2-32 0,2 2-11936 0</inkml:trace>
  <inkml:trace contextRef="#ctx0" brushRef="#br0" timeOffset="145434.39">12957 9227 13823 0,'1'-3'1216'0,"0"1"-960"16,-1 1-256-16,0 0 0 0,0 1 1360 0,0-2 240 16,0-1 32-16,-1-2 16 0,0-1 0 0,-1 0 0 15,0 2 0-15,-1 0 0 0,0 1-304 0,-1 2-64 16,0 2-16-16,0 1 0 0,-1 3-480 0,-1 0-80 16,1 4-32-16,-1 1 0 0,1 1-224 0,0 4-64 15,0 0 0-15,2 3 0 0,0 1-32 0,0 2-16 16,0 1 0-16,2 1 0 0,1-23-176 0,-2 46-32 15,2-46-128-15,0 46 192 0,0-46-192 0,3 43 0 16,-3-43 0-16,8 36 0 0,-8-36-176 0,0 0-128 0,19 38-16 0,-19-38-15232 16</inkml:trace>
  <inkml:trace contextRef="#ctx0" brushRef="#br0" timeOffset="145823.91">13053 9293 10127 0,'-2'0'448'0,"0"0"96"0,1 0-544 0,1 1 0 0,1 1 0 0,0-2 0 16,0 0 1920-16,1 2 288 0,2 0 48 0,2 1 16 15,-6-3 128-15,0 0 32 0,35 3 0 0,-18-3 0 0,2-1-624 0,1-1-112 16,1-1-32-16,-1 1 0 0,2 0-832 16,-1-3-160-16,0 2-32 0,-1 0-16 0,-3 0-304 0,-1-2-48 15,-1 2-16-15,-2 1 0 0,-1 0-64 0,-2-1-32 16,0-1 0-16,-1 1 0 15,-1 1-160-15,-1 0 0 0,0-1 0 0,-1 0 0 0,-1-1 0 0,-1 0-144 16,-1 1 144-16,-2 0 0 16,-1-1-720-16,-3-1-48 0,0 2 0 0,-1-1 0 15,0 0-320-15,-2 0-80 0,0 2-16 0,1 0 0 0,0 0 704 0,1 2 144 0,-1 0 16 0,0 2 16 16,1 0 304-16,-1 3 0 0,0 1 0 0,1 0 144 16,-1 3 176-16,0 1 48 15,-1 0 0-15,0 2 0 0,-1 4 208 0,0 0 32 0,-2 4 16 0,0-2 0 16,0 1-208-16,-1 2-32 0,-2 1-16 0,2-2 0 15,0-2-160-15,1-2-16 0,-1 2-16 0,1-2 0 16,2-4-176-16,0 0-272 0,1-1 64 16,-1-4-14784-16</inkml:trace>
  <inkml:trace contextRef="#ctx0" brushRef="#br0" timeOffset="146034.21">13097 9416 11055 0,'-4'-3'976'0,"1"0"-784"0,3 1-192 0,0 1 0 0,0 1 1344 0,0-2 208 16,0 0 48-16,-1-1 16 0,0-2 640 0,1 0 128 16,1 1 32-16,1 0 0 0,2 1-640 0,1 2-128 15,2 1-32-15,-7 0 0 0,0 0-240 0,0 0-48 16,48 15-16-16,-48-15 0 0,0 0-608 0,50 33-128 16,-50-33-32-16,31 26 0 0,-31-26-320 0,0 0-64 15,38 41-16-15,-38-41 0 0,0 0-144 0,29 31 0 16,-29-31 0-16,0 0 0 15,0 0-496-15,0 0-16 0,37 23-16 0,-32-23-16048 0</inkml:trace>
  <inkml:trace contextRef="#ctx0" brushRef="#br0" timeOffset="146279.29">13083 9614 11967 0,'-1'0'1072'0,"1"-2"-864"0,0 2-208 0,1 0 0 0,0 2 1424 0,0-4 240 15,0 1 64-15,2 1 0 16,-1 0 1040-16,4 0 224 16,1-2 32-16,3 1 16 0,-10 1-800 0,25 0-144 0,-25 0-48 0,34-2 0 0,-34 2-992 0,42 0-208 15,-42 0-32-15,42-2-16 16,-42 2-528-16,42-2-96 0,-42 2-32 0,39-5 0 0,-39 5-144 0,36-2 0 16,-36 2 0-16,34 0 0 0,-34 0-144 0,30 2-16 15,-30-2 0-15,28 0-17392 31</inkml:trace>
  <inkml:trace contextRef="#ctx0" brushRef="#br0" timeOffset="146928.91">13559 9407 6447 0,'-5'1'576'0,"2"-1"-576"0,1 2 0 0,0-2 0 16,1 0 1296-16,1 0 160 16,0 2 16-16,0-2 16 0,1 1 1088 0,0 0 224 15,1-1 32-15,3 0 16 0,2-1-288 0,2 0-48 16,1-3-16-16,2 1 0 0,2-2-768 0,0 1-144 0,1-1-48 0,0 1 0 16,-1-1-736-16,-1 1-160 0,4-2-16 0,-1 1-16 15,0 0-448-15,-3 1-160 0,-1 1 0 0,-2 0 144 16,-1 1-144-16,-1 2 0 0,-2-1-160 0,-1 1 160 15,-3 1-1616-15,-1 1-240 0</inkml:trace>
  <inkml:trace contextRef="#ctx0" brushRef="#br0" timeOffset="147108.96">13603 9485 5519 0,'0'1'496'0,"1"-1"-496"31,1-1 0-31,0 0 0 0,1 0 2368 0,-1 1 384 0,1 0 80 0,3-3 16 0,2 1 320 0,3-2 64 15,3-1 16-15,0 0 0 16,1 0-1248-16,0 0-240 0,0 1-48 0,-1 0-16 16,-1 3-960-16,-13 1-192 0,26-3-32 0,-26 3-16 31,0 0-864-31,31 0-160 0,-31 0-48 0,0 0-14560 0</inkml:trace>
  <inkml:trace contextRef="#ctx0" brushRef="#br0" timeOffset="147427.32">13936 9395 8287 0,'-3'-4'736'0,"0"1"-592"0,1 1-144 0,1-2 0 0,1 3 2160 0,1-2 400 15,-1 1 64-15,2-2 32 0,0-4 144 0,1-1 16 0,4-3 16 0,0-2 0 16,2 2-1552-16,0 0-320 0,1 1-64 0,1 1-16 15,0 1-400-15,0 4-80 0,-2-2-16 0,0 2 0 16,-1 1-128-16,0 3-48 0,-1 1 0 0,0 0 0 16,-2 0-48-16,-5 0-16 0,0 0 0 0,0 0 0 15,0 0 64-15,0 0 16 0,32 40 0 0,-32-40 0 16,0 0-80-16,0 0-16 0,20 50 0 0,-20-50 0 16,0 0 0-16,21 43-128 15,-21-43 192-15,25 35-64 0,-25-35 240 0,30 29 32 0,-30-29 16 0,35 16 0 16,-35-16-80-16,36 8-16 0,-36-8 0 0,39-3 0 0,-20-2-320 0,1-2 0 15,-2 0 0-15,0-3 128 16,0 1-544-16,-1-4-96 16,-2 3-32-16,-2-2 0 0,-1 0-2640 0,-1-2-528 0</inkml:trace>
  <inkml:trace contextRef="#ctx0" brushRef="#br0" timeOffset="147588.34">14448 9250 10127 0,'-15'-4'448'0,"8"2"96"0,1 2-544 0,4 0 0 0,0 0 0 0,-1 2 0 0,-4 0 1632 0,-5 1 224 0,-7 6 32 0,-5 3 16 16,-2 2 256-16,0 3 48 0,1 4 16 0,0 1 0 31,1 1-576-31,0 1-112 0,1-1-32 0,2 1 0 0,1-1-656 0,4-5-128 0,3-1-16 0,2-3-16 16,2-3-944-16,5-4-176 0</inkml:trace>
  <inkml:trace contextRef="#ctx0" brushRef="#br0" timeOffset="147856.65">14615 9144 13823 0,'0'-2'608'0,"0"0"128"16,1 1-592-16,0 1-144 0,0 0 0 0,0 0 0 0,1 0 2096 0,1 0 384 0,-3 0 80 0,0 0 0 15,0 0-112-15,38 17-16 0,-38-17-16 0,0 0 0 16,47 38-1152-16,-47-38-240 0,31 35-32 0,-31-35-16 16,27 43-128-16,-27-43-16 0,20 46-16 0,-20-46 0 15,10 44-528-15,-10-44-96 0,-3 45-32 0,-4-24 0 16,-4-1-160-16,-2-4 0 0,-3 0 0 0,-3-1 0 16,0-3-704-16,-4 2-80 15</inkml:trace>
  <inkml:trace contextRef="#ctx0" brushRef="#br0" timeOffset="152574.51">15441 9343 9215 0,'0'1'816'0,"0"-1"-656"16,0 0-160-16,0 0 0 0,0 0 1184 0,0 2 208 0,0-2 32 0,0 0 16 16,1 2 80-16,2-2 16 15,1 0 0-15,0 0 0 0,3-2-16 0,-1 2 0 16,4-3 0-16,-1-1 0 0,3 1-240 0,-1 1-64 16,1-1 0-16,0-2 0 0,1 3-288 0,-2-2-64 0,1 1-16 0,-2 0 0 15,0 1-144-15,-1 1-16 16,-1 0-16-16,-1-1 0 0,-1 0-208 0,-1 2-32 0,1-1-16 0,-3 1 0 0,1 1-160 15,-1 1-16-15,0-2-16 0,-1 0 0 0,-1 0-224 0,-1 2 176 16,0-2-176-16,0 1 160 0,-1-1-160 16,-1 1 0-16,0 1 0 0,-2-2 128 0,1 3-128 0,1-3 0 15,-2 1 0-15,0 1 128 0,0 0-128 0,0-2 0 16,-2 2 0-16,1 0 0 0,-1-1 0 0,-1 1-144 16,-2 0 144-16,0-1-160 0,0 1-160 0,-2 0-16 0,0 0-16 0,-1 3 0 15,-1-2-32-15,0-1 0 16,0 2 0-16,1-1 0 0,2-1 128 0,0 1 32 0,0 1 0 0,1-3 0 15,1 3 224 1,1-3 0-16,-1 1-160 0,2-2 160 0,0 2 0 0,2-2 0 16,0 0 0-16,1 0 0 0,1 0 0 15,1 0 128-15,1-2-128 0,1 2 0 0,1-3 384 0,1 1-16 0,1 0 0 16,0-1 0-16,2 2 80 0,-1-2 0 16,3 0 16-16,-1 0 0 0,2 1-144 0,0 0-48 15,1 0 0-15,1-1 0 0,0 1 0 0,1 0 0 0,0 1 0 0,0-1 0 16,1 2-128-16,-13 0-16 15,26 0-128-15,-15-2 192 0,-1 2-192 0,0-2 0 16,-1 2 128-16,0 0-128 0,-2 0 0 0,0 0 0 16,-1 0 0-16,-1-1 0 0,-1 1 0 0,0 0 0 15,-1 0 0-15,0 0 0 0,-2-2 0 0,-1 2 0 0,0 0 0 0,0 0 0 16,-2-2 0-16,-1 2 0 0,0 0 0 0,-2 0 0 16,2 2 0-16,-3-2 0 0,0 2 0 0,-2 1 0 15,0-1 0-15,0 0 0 0,-2-1 0 0,0 3 0 16,-1 1 0-16,-1-3 0 0,-1 3-160 0,0 0 160 15,1-1-384-15,4-1 0 0,0-1 0 0,0 3 0 16,-1-3 160-16,-2 3 32 0,2-2 16 0,2 1 0 16,1-1 176-16,1 1-160 0,2-1 160 0,0-1-160 15,2 0 160-15,0-1 0 0,1 1 0 0,1-2 0 0,1 0 0 0,0 2 0 16,0-2 0-16,1-2 0 16,2 0 0-16,1 1 0 0,1-1 128 0,1 0-128 0,0-1 128 0,0 1-128 15,1-3 160-15,1 3-160 0,3-3 272 0,-2 0-32 16,-2 3-16-16,1-2 0 15,1 1-48-15,0 0-16 0,1 0 0 0,-3 0 0 0,1 2-160 0,-3-1 0 16,1 2 0-16,-3-2 128 0,0 4-128 0,-1-2 0 16,-2 0 0-16,-1 2 0 15,0-1-608-15,-2 2-48 0</inkml:trace>
  <inkml:trace contextRef="#ctx0" brushRef="#br0" timeOffset="155923.97">16245 9279 8287 0,'2'-2'736'0,"0"-1"-592"0,1 1-144 0,0 2 0 16,-1-2 576-16,-1 2 96 0,1 0 16 0,3-3 0 16,2 1 848-16,3-1 192 0,0-1 16 0,1 2 16 15,0-1-96-15,-1 0-32 0,1 1 0 0,1 2 0 16,-1-1-48-16,0 0-16 0,-1 1 0 0,1 0 0 15,0 0-464-15,0 0-80 0,0 0-32 0,-11 0 0 0,0 0-432 0,31 7-96 16,-31-7-16-16,0 0 0 0,0 0-288 0,0 0-160 16,0 0 160-16,37 26-160 0,-34-21 0 0,-2-1 0 15,-1 2 0-15,-1 0 0 0,-2-1 0 0,-1 2 0 16,-3 3 0-16,-1-1 0 0,-3 1 0 0,-1 1 0 16,-3 1 0-16,-1 0 0 0,-1 2 0 0,0-2-208 15,0 0 64-15,0-1 16 0,1 0-96 0,-1-2-16 16,1 0 0-16,1-1 0 0,2-1 48 0,1-2 0 15,2-1 0-15,3 1 0 0,0-2 192 0,3 0-144 16,1-2 144-16,2 2-128 0,1-1 128 0,2 0 0 16,1 1 0-16,3-3 128 0,2 0-128 0,2-3 0 15,1 3 128-15,2-2-128 0,1-1 528 0,0-1 48 16,3 1 0-16,-2-1 0 0,-2 1-144 0,2 2-32 0,3-2 0 0,2 1 0 16,0-1-144-16,1 1-48 0,-2-1 0 0,0 2 0 15,-3-2-208-15,0 2 144 0,-1-1-144 0,0-1 128 16,0-1-288-16,-1-1-64 0,-1 0-16 0,1 1-10448 15,-1 1-2112-15</inkml:trace>
  <inkml:trace contextRef="#ctx0" brushRef="#br0" timeOffset="156176.6">16816 9218 911 0,'-1'-7'0'0,"1"4"0"0,0 1 0 0,-1-1 0 0,1 3 2720 0,0 0 464 0,1 0 80 0,-1 0 32 16,0 1-480-16,0 1-112 0,0 2-16 0,1 1 0 16,-1 2-688-16,0-7-144 0,0 0-16 0,1 40-16 15,-1-40-688-15,1 39-144 16,-1-39-32-16,-2 49 0 0,2-49-512 0,-3 57-128 0,1-25 0 0,0 0-16 16,1-1 16-16,-1 0 0 0,2-31 0 0,-3 49 0 15,3-49-112-15,-1 38-16 0,1-38 0 0,0 0 0 16,6 39-192-16,-6-39 0 15,0 0 0-15,0 0 0 0,0 0-704 0,0 0-144 0,0 0-32 0,32 10-13968 16</inkml:trace>
  <inkml:trace contextRef="#ctx0" brushRef="#br0" timeOffset="156450.82">16731 9244 10127 0,'0'-2'896'0,"1"1"-704"15,1 1-192-15,-1 0 0 16,2-2 1376-16,0 2 240 0,1 0 48 0,3-3 16 16,4 0 752-16,1-1 160 0,3 0 32 0,-1 1 0 15,2-1-1280-15,-1 1-256 0,2-1-64 0,0 1 0 16,-1 3-336-16,0-2-80 0,-1 2-16 0,-15 0 0 16,27 4-272-16,-27-4-48 0,0 0-16 0,0 0 0 15,33 27-256-15,-33-27 0 0,0 0 0 0,-2 35 0 16,-3-23 0-16,-3-2 0 0,-3 4 0 0,-2 0 0 0,-1 0 0 15,-2-1 0-15,0 0 0 0,0 0 0 0,0 0 128 0,0-1-128 16,0-4 0-16,2 0 0 0,4-4 0 0,2-2-304 16,1 0 64-16,1-4 16 15,4 0-800-15,0-2-144 0,1-2-48 0,3-2-11648 16</inkml:trace>
  <inkml:trace contextRef="#ctx0" brushRef="#br0" timeOffset="156671.74">17090 9144 9215 0,'8'-5'816'0,"-3"0"-656"0,1 3-160 0,-2 1 0 16,-2 1 2272-16,1 1 416 0,1 1 96 0,-4-2 16 15,0 0 80-15,0 0 32 0,46 24 0 0,-46-24 0 16,34 26-1184-16,-34-26-256 0,33 34-32 0,-33-34-16 16,32 38-416-16,-32-38-96 0,27 42-16 0,-27-42 0 15,20 43-528-15,-20-43-112 16,12 46-32-16,-12-46 0 0,2 46-224 0,-2-46 0 0,-9 43 0 0,-2-26 0 15,-1 2 0-15,-4-3 0 0,-2 0 0 0,-3 1 0 16,-2-2-512-16,-1-1-80 0,-2 0-32 0,-2-2-16032 16</inkml:trace>
  <inkml:trace contextRef="#ctx0" brushRef="#br0" timeOffset="157052.91">16095 9208 6447 0,'-3'-9'576'0,"1"5"-576"16,0-1 0-16,0 2 0 0,1 2 1024 0,-1-1 112 15,-1 2 16-15,-2-1 0 0,-3-2 912 0,-2 1 192 0,-2 2 48 0,-1 4 0 0,0 0-192 0,1 6-48 16,0 2 0-16,2 4 0 0,0 6-496 0,0 4-96 16,1 2-32-16,2 3 0 0,1 2-656 0,2 1-128 31,0 2-16-31,2 1-16 0,2 1-256 0,4-3-48 0,-4-35-16 0,15 58 0 15,-15-58-304-15,25 42 128 0,-25-42-128 0,31 31 0 0,-31-31 0 0,40 21 0 16,-40-21-160-16,44 14-10160 16,-44-14-2032-16</inkml:trace>
  <inkml:trace contextRef="#ctx0" brushRef="#br0" timeOffset="157573.6">17403 8912 8287 0,'-7'-5'368'0,"3"2"80"0,0 1-448 0,1 0 0 16,2 2 0-16,0-2 0 16,1 2 1904-16,-2-1 288 0,-1-1 64 0,-1 0 16 0,1-1 240 0,2 1 48 15,0 0 16-15,2-1 0 0,1-1-800 16,3 1-176 0,1 2-16-16,2-2-16 0,2 2-592 0,2-3-112 0,2 1-32 15,1 2 0-15,2 0-224 0,-1-1-48 0,1 2-16 0,2 0 0 0,3 2-112 0,-1 0-32 31,1 0 0-31,-22-2 0 0,38 10-256 0,-38-10-144 0,0 0 160 0,44 24-160 0,-44-24 0 0,0 0 0 0,0 0 0 32,0 0 0-32,26 39 0 0,-30-31 0 0,-2-1 0 0,-4 3 0 15,-1-1 0-15,-3-1 0 0,0 2 0 0,-5-1 0 16,0-2 0-16,1 0 0 0,1-1 0 0,2-3 0 16,3 0 0-16,3-1 0 0,2 0 0 0,3-2 0 15,3 0 0-15,4 0 0 0,3-2 0 0,5 0 0 16,4 0 0-16,3-1 0 0,-1 2 128 0,4-2-128 15,6 2 352-15,5-3 32 0,6 3 0 0,5-1 0 16,1-1-384-16,0 1 0 0,1 0 0 0,-1 2-17520 16</inkml:trace>
  <inkml:trace contextRef="#ctx0" brushRef="#br0" timeOffset="160920.16">15458 9375 9199 0,'0'-1'816'0,"-1"1"-656"16,0 0-160-16,-1-2 0 0,1 2 0 0,1 0 0 15,-2 0 0-15,0 0 0 0,-2 2 0 0,-1-2 0 0,-2 0 0 0,1 1 0 0,-2 0 0 0,1-1 0 16,-1 0 512-16,1 0 192 0,-1 0 64 0,-1 0 32 16,1 0 368-16,0 0 80 15,-2 2 16-15,0-2 0 0,2 3 96 0,-1-3 32 0,0 3 0 0,1-1 32 16,0-1-272-16,1 2-64 0,1-2-16 0,1 1 32 16,0 0-224-16,1 1-48 15,2-1-16-15,-1 0 32 0,1-1-240 0,1 1-48 0,0 0-16 0,2-2 32 16,0 1-160-16,0-1-32 0,3 2-16 0,-1-4 32 15,3 1 272-15,-1 1 48 0,4-2 16 0,-1 0 32 16,1 1-64-16,3-1 0 0,1 0-16 0,0-1 32 16,0-1-240-16,1 1-48 0,2 1-16 0,1-2 32 15,0 1-304-15,-1 0-144 16,1 2 128-16,-1 0-128 0,-2-1 0 0,-1-1 0 0,2 1-144 0,-1-1 144 16,-1 1 0-16,-3 0 0 0,1 0 0 0,-3-1 0 15,-1 1 0-15,0 1 0 0,-2-1 0 0,-1 0 0 0,-1 0 0 0,0 2 0 16,-2 0 0-16,-2-2 0 15,0 2 0-15,0 0 0 0,-2 2 0 0,1-2 0 0,-1 0 0 0,0 2 0 0,-1-1 0 0,0 0 0 16,0 1 0-16,-1 1 0 16,0-1 0-16,1 1 0 15,-1-1 0-15,0 0 0 0,-2 1 0 0,-1 0-144 16,-1 1 144-16,-1-3 0 0,-1 0 0 0,-1 1 0 16,0-2 0-16,-2 0 0 0,-2 0 0 0,1 0-128 15,2 0 128-15,-1 0 0 0,-2 0 0 0,-2-2-128 16,1 2 128-16,0 0 0 0,0 0 0 0,1 0 0 0,2 0 0 0,1 0 0 15,1 0 0-15,2 2 0 0,2-2 0 0,1 3 0 16,1-3 0-16,2 3 0 0,1-3 0 0,3 2 128 16,2-1-128-16,3 0 0 0,1-1 0 0,-6 0 144 15,0 0-144-15,32 5 0 0,-32-5 320 0,29 2-32 16,-12-2-16-16,2 0 0 0,0-2-96 0,2 2-32 16,1-3 0-16,1 3 0 0,2-2-144 0,-1 0 0 15,-2 0 0-15,0-1 128 0,-1 0-128 0,0 0 0 16,-3 0 0-16,0 0 0 0,-1-2 0 0,-4 3 128 15,-1 0-128-15,-4-1 0 0,-2 1 0 0,-3 2 0 0,-2-2 0 0,-3 2 0 16,-1 2 0-16,-5-2 0 0,-1 2 0 0,-3-1 0 16,-3 2 0-16,-3 0 0 0,-1 2 0 0,-3 0 0 15,-2 0 0-15,-2 0 0 0,1 1 0 0,1-1 0 32,3 0-480-32,2 0-32 0,4 2 0 0,2-3 0 0,3-1 256 0,3 2 64 0,2-3 0 0,3 0 0 15,2 1 192-15,1-3 0 0,1 0 0 0,4 0-144 16,1-2 144-16,3 1 0 0,3-2 0 0,0-2-128 15,1 1-160-15,3 0-32 0</inkml:trace>
  <inkml:trace contextRef="#ctx0" brushRef="#br0" timeOffset="168509.53">9930 10394 1839 0,'-2'-2'160'0,"1"2"-160"16,1 0 0-16,-1-1 0 16,1 1 224-16,0 0 16 0,-1 0 0 0,0 0 0 0,-1 0 32 0,1 0 16 0,0 0 0 0,0 0 0 15,0 0 144-15,1 1 16 16,0 1 16-16,-1-2 0 0,1 2 496 0,0-2 80 16,0 0 32-16,0 1 0 0,1-1 352 0,-1 1 80 15,1-1 16-15,1 0 0 0,-1 0 96 0,2 0 32 0,0 0 0 16,1 0 0-16,0-1-352 0,3 0-64 0,0 1-16 0,2 0 0 0,1-2-304 0,1 2-64 15,1 2-16-15,1-2 0 0,-1 1-304 16,0 0-64-16,2-1-16 0,-1 2 0 16,0-2-320-16,0 1-128 15,0 1 0-15,-1-2 0 0,2 0 0 0,-2 0 0 0,-1 0 0 0,-1-3 0 32,1 3-1088-32,0-2-224 0,-2 2-32 0,-1-2-16 15,0 2-944-15,-2-2-176 0,0 2-32 0,-2 0-5968 0</inkml:trace>
  <inkml:trace contextRef="#ctx0" brushRef="#br0" timeOffset="168771.97">9933 10593 3679 0,'-6'2'160'0,"2"-2"32"15,2 0-192-15,0 0 0 0,2 0 0 0,0 0 0 16,0 2 1472-16,0-2 256 0,1 0 64 0,0 1 0 0,1 1 0 0,2-1 0 16,1 0 0-16,-1-1 0 0,3 0-448 0,-1 0-96 15,2 0-16-15,0-1 0 0,1 0-192 0,2-1-32 16,0 1-16-16,2-4 0 0,1 3-320 0,0 0-64 16,0-2-16-16,2 1 0 0,0-2-304 0,1 3-64 15,0-3-16-15,2 0 0 0,1 1-208 0,1-2-240 16,1 2 48-16,0 0-7840 15,-3 1-1568-15</inkml:trace>
  <inkml:trace contextRef="#ctx0" brushRef="#br0" timeOffset="171198.76">10843 10225 3679 0,'0'-2'320'0,"0"2"-320"0,0-2 0 0,0 2 0 0,0 0 992 0,-1 0 128 16,0-1 32-16,1-1 0 0,-1 2 176 0,-1-2 32 15,-1 2 16-15,1-2 0 0,-1 1-176 0,1 1-48 16,-2 0 0-16,-1 0 0 0,1 0 112 0,0 1 16 15,-1 1 0-15,-1 0 0 0,1 1-128 0,0 1-32 16,-1 2 0-16,-1 0 0 0,1 0-352 0,-1 2-64 0,1 1 0 0,0 3-16 31,0 3-304-31,-1 1-64 0,2 3-16 0,-1 0 0 16,0-1-112-16,-1 2 0 0,1 1-16 0,-1 2 0 0,2 0-176 0,-1-2 160 0,1 0-160 0,1-2 160 16,2-4-160-16,1 0 0 0,0-2 0 15,2-1 128-15,1-3-128 0,1-2 0 16,1-2 0-16,1 0 128 0,1-3-128 0,-1 0 0 15,3-2 0-15,-2-3 128 0,2 0 144 16,0-2 32-16,1 0 0 0,0-4 0 16,2 0-32-16,0-1 0 0,0-2 0 0,-2 2 0 0,0-1-272 0,1 1 0 15,-1-2 128-15,1-2-128 0,1 0 0 0,0 0 0 16,1-1-128-16,-3 2 128 0,-1 0 448 0,-1 1 176 16,-3 0 32-16,-1 0 16 15,-2 1-1728-15,-2 1-352 0,-1 1-64 0,-1-1 0 0,-2 1 992 0,-2-1 208 16,1 1 32-16,-2 1 16 0,0 0 224 0,1 2-144 15,-2-1 144-15,1 2-128 0,-1 1 128 0,0 0 0 16,1 1 0-16,1 2 0 0,0 1-160 0,2 0 160 16,1 1-192-16,0 1-8144 0,2 1-1648 15</inkml:trace>
  <inkml:trace contextRef="#ctx0" brushRef="#br0" timeOffset="171420.26">10997 10417 11055 0,'9'-4'480'16,"-4"1"112"-16,2 1-464 0,-2-1-128 0,0 1 0 0,-1-1 0 0,1 1 1456 0,4-2 272 16,7-1 48-16,4-2 16 0,2 2-32 0,-1-1 0 15,-1 3 0-15,-3 1 0 0,-2 2-992 0,-15 0-192 16,0 0-32-16,36 4-16 0,-25-3-528 0,-1 0 0 15,0-1 0-15,-1 0 0 16,1-1-1104-16,0 0-176 0</inkml:trace>
  <inkml:trace contextRef="#ctx0" brushRef="#br0" timeOffset="171624.99">11240 10225 5343 0,'-8'-4'0'0,"1"3"224"0,3-1-64 0,0 2 16 0,2 2-176 0,0-2 0 0,1 3 0 0,-2-1 0 16,-3 3 1872-16,-1 4 352 0,-1 4 64 0,1 5 16 15,0 2 0-15,1 3 0 0,0 3 0 0,1 3 0 16,0 1-880-16,1-2-160 0,1 1-48 0,0-2 0 16,1-1-768-16,2-26-144 0,1 44-48 0,-1-44-12208 15</inkml:trace>
  <inkml:trace contextRef="#ctx0" brushRef="#br0" timeOffset="172786.47">11542 10268 4607 0,'-3'0'400'0,"0"0"-400"16,1 1 0-16,1-1 0 0,0 1 1056 0,0-1 128 16,1 0 32-16,-1 2 0 0,-2-2 1248 0,0 3 256 0,0-3 48 0,0 2 16 15,2 1-480-15,-2-3-112 16,1 0-16-16,1 2 0 15,0-2-576-15,0 0-112 0,0-2-16 0,0 2-16 0,1-2-384 0,-1 1-80 16,1 1-16-16,0 0 0 0,-1-2-336 0,1 0-80 0,0 1-16 0,0 1 0 16,-1-2-208-16,1 2-32 0,-1-1-16 0,0 1 0 15,0 0-96-15,0-1-32 0,0 1 0 0,1 0 0 16,-1 0-160-16,0 0 128 0,1 0-128 0,-1 0 128 16,1 0-128-16,0 0 0 0,0 0 144 0,0 0-144 0,0 0 0 0,0 0 144 15,0 0-144-15,0 0 0 0,0 0 0 0,1 0 0 16,-1 0 0-16,1 1 0 15,-1-1 0-15,1 1 0 16,-1-1 0-16,1 0 0 0,-1 0 0 0,1 2 0 16,-1-2 0-16,0 0 0 0,0 0 0 0,1 1 0 0,-1-1 0 0,1 0 0 15,-1 0 0-15,0 2 0 0,1-2 0 0,0 0 0 16,-1-2 0-16,1 2 0 0,0 0 0 0,0-1 0 16,1 1 128-16,0 0-128 0,1-2 0 0,-1 2 0 15,0 0 0-15,2-1 0 0,0 0 0 0,0-1 0 16,1 0 128-16,0 1-128 0,-1-2 0 0,2 1 0 15,-1 2 160-15,2-2-160 0,0 0 128 0,0 2-128 0,-1-2 128 16,2 2-128-16,-2 0 128 0,1 2-128 16,-1 0 0-16,1-1 0 0,-2 2 128 0,1 1-128 0,-6-4 0 0,0 0 0 15,0 0 0-15,0 0 0 0,0 0 0 16,28 39 0-16,-28-39 0 0,0 0 0 16,0 0 0-16,0 0 0 0,0 0 0 0,0 0 0 0,14 41 0 15,-15-37 0-15,1 1 0 0,-2 0 0 0,0-1 0 0,0 1 0 16,-2 0 0-16,0 0 0 0,-1 0 0 0,0 0 0 15,-2 0 0-15,-1 1 0 0,0 1 0 0,0 0 0 0,-1-1 0 0,-1 2 0 16,0 0 0-16,-1-1 0 0,1 0 0 0,-2 3 0 16,-1-1 0-16,1-2 0 0,3 1-144 0,-2-2 144 15,2 2 0-15,0-2 0 16,1 2 0-16,3-4 0 0,0-1 0 0,1 2 0 0,1-3 0 0,0 0 0 16,1 0 0-16,1-1 0 0,1 1 0 15,0-2 0-15,1 0 0 0,1-2 0 0,2 1 0 0,-2-1 0 16,3 1 0-16,0 0 0 15,0-3 0-15,3 1 0 0,-1 0 0 0,2 1 0 0,3 0 0 0,-2-1 0 16,1-1 0-16,1 3 0 0,0-1 0 0,1 0 0 0,-1 0 0 16,2-1 0-16,0 0 0 0,1 1 0 0,0 1 0 0,-2 0 0 15,2-1 0-15,-1 0 0 0,0 1 0 0,-1-1 0 16,-2 2 0-16,-2 0 0 0,1-2 0 0,-3 1 0 16,1 1 0-16,-2-2 0 0,-1 2 0 0,-1 0 0 15,1 0 0-15,-2 0 0 0,0 0 0 0,-2 0 0 16,1 0 0-16,0 0 0 15,-1 0-1184-15,0 0-176 0</inkml:trace>
  <inkml:trace contextRef="#ctx0" brushRef="#br0" timeOffset="177390.66">12050 10225 2751 0,'1'-2'256'0,"-1"0"-256"0,1 1 0 0,-1 1 0 16,1-2 448-16,-1 2 32 0,1 0 16 0,0 0 0 16,0-2 464-16,1 0 80 0,0 1 32 0,0-1 0 15,0 2-192-15,0 0-48 0,-1-2 0 0,0 2 0 16,0 0-144-16,0 0-48 0,0 0 0 0,0 2 0 16,0-2-64-16,0 0 0 0,0 2-16 0,0-2 0 15,0 0-96-15,1 0-16 0,-1 0 0 0,1-2 0 0,0 2-48 0,0-3-16 16,1 1 0-16,1 1 0 0,-1-2 160 0,2-2 32 15,-1 2 0-15,-1-1 0 0,1-1-224 0,0 0-32 16,0 0-16-16,0 0 0 0,0 1-304 0,-1-3 0 16,-1 2 0-16,0 1 0 0,-1 1-288 0,0-2-16 15,-1 3 0-15,0-3 0 0,-1 2 176 0,0 0 128 16,-2 2-192-16,2-1 192 0,-2-1-144 0,-1 3 144 16,0 0 0-16,0 0-144 0,-1 0-48 0,0 1 0 15,-2 1 0-15,0 1 0 0,-1 0-16 0,1 0-16 16,-2-2 0-16,1 3 0 0,1-2 224 0,-2 1-144 15,1 2 144-15,-1-1-128 0,0-1 128 0,1 2 0 16,0 0 0-16,-1-1 0 0,1 3 0 0,1-3 0 0,1 2 0 16,0 0 0-16,3-1 128 0,-2 1-128 0,1 0 160 0,2-1-160 15,0 0 272-15,0 2-32 16,1-3-16-16,1 3 0 0,-1-2 112 0,1 2 32 0,1-1 0 16,0 0 0-16,1 0 0 0,0 0 0 0,-1 1 0 0,1-2 0 0,1 0-176 0,-3-5-48 15,0 0 0-15,0 0 0 0,0 0-144 0,0 0 0 16,0 0 0-16,0 0 0 0,0 0 0 0,39 19 0 15,-33-20 128-15,0 1-128 0,1-2 144 0,-1 1 0 16,1-2 0-16,-1 0 0 0,2-2-144 0,-1 1 160 16,1-1-160-16,-1-2 160 0,1 0-160 0,-1 2 192 15,0-3-192-15,-1 2 192 0,1-1-64 0,-1 0-128 16,0 1 192-16,0 0-64 0,-2-1-128 0,0 2 0 16,0 0 144-16,-3 2-144 0,2 0 0 0,-2 0 0 15,0 1 0-15,0 1 128 0,-1 1-128 0,0-2 0 16,-1 2 0-16,0 0 128 0,0 2 16 0,-1-1 16 0,1 1 0 0,0 1 0 15,0 0-16-15,-1 0 0 0,1-1 0 0,0 1 0 16,0-1 32-16,-1 0 0 16,1 1 0-16,-1-1 0 0,2-1-16 0,-2 1 0 0,1 0 0 0,-1-1 0 15,1 0 80-15,1-1 16 0,-1 2 0 0,-1-1 0 16,1 1-16-16,0-2 0 0,-1 2 0 0,2-1 0 16,-2 2 16-16,1 0 0 0,0 0 0 0,-1-1 0 15,1 3-16-15,-1-1 0 0,0 2 0 0,0 1 0 16,0 2-48-16,0 3 0 0,0 0 0 0,-1 2 0 15,0 0-64-15,1 3 0 0,-1-2-128 0,0 3 192 0,-1-2-32 16,1 1-16-16,-1 1 0 0,-1 0 0 0,3 1-144 16,-2-4 0-16,0 0 0 0,1-2 0 0,1 0 0 15,-1-3 0-15,2 0 0 0,0-4 0 16,0-2-640-16,1 0-48 0,1-4-16 0,-1 0 0 16,0 0-1296-16,0-2-272 0,0-1-48 15,0 0-16 1,-1 1-624-16,1 1-128 0</inkml:trace>
  <inkml:trace contextRef="#ctx0" brushRef="#br0" timeOffset="177617.85">11954 10555 911 0,'-2'2'0'0,"0"-2"0"0,1 0 0 0,0 0 0 0,-1 1 1376 0,-2 1 192 15,-3 0 32-15,-3 0 16 0,-1 3 608 0,2-3 112 0,2 1 32 0,1-1 0 32,3-2 176-32,3 0 32 0,0 0 16 0,2 0 0 0,1-2-672 0,2-1-128 0,0 3-16 0,2-2-16 15,-1 0-672-15,2 1-144 16,0 1-32-16,0 0 0 15,-8 0-400-15,0 0-96 0,0 0-16 0,40 3 0 0,-40-3-128 0,0 0-16 0,38 2-16 0,-38-2 0 16,29-2 32-16,-29 2 16 0,30-2 0 16,-30 2 0-16,30-3-64 0,-14 1-16 15,-1-3 0-15,-2 2 0 0,0-1-208 0,-3-1 0 0,0 0 0 0,0-1 0 16,-1 1 0-16,-2 0 0 0,1 0 0 0,-3 1-11376 31,2 1-2208-31</inkml:trace>
  <inkml:trace contextRef="#ctx0" brushRef="#br0" timeOffset="178231.27">12396 10185 4607 0,'-1'-3'192'0,"0"1"64"0,1 2-256 0,-1-1 0 0,1 1 0 0,0 1 0 15,-1-1 1360-15,0 0 240 0,0 2 32 0,-1 1 16 16,1 0-448-16,-1 1-96 0,0 0-16 0,-1 2 0 15,2-2-112-15,0 1-16 0,0 0-16 0,1-1 0 0,0 1-48 0,0 0 0 16,1-1 0-16,0-1 0 0,0 0 128 0,2-1 32 16,0 0 0-16,-1 0 0 0,2-2 240 0,1-2 48 15,0 1 16-15,2-3 0 0,0-1-288 0,0 1-64 16,1-3-16-16,-1 0 0 0,2-1-416 0,-1 0-96 16,1 1-16-16,0-1 0 0,-1-1-224 0,0 1-48 15,-1 1-16-15,-1-2 0 0,1 1-176 0,-1 0 0 16,0 2 0-16,-2-1 0 0,-1 2 0 0,0-1 0 15,-1 3 0-15,-1 0 0 0,-1 1 0 0,0 1 0 16,-1 1 0-16,0 1 0 0,0 1 0 0,-1 1 0 16,1 2 0-16,-1-3 0 0,0 1 0 0,-1 2 0 15,0 1 0-15,0 0 0 0,-1 2 0 0,1 2 240 16,-1-2-64-16,2 1-16 0,0 2 0 0,-1-1 0 0,0 0 0 0,1 1 0 16,0 4-32-16,1-1 0 0,-1 2 0 0,0 3 0 15,0 2-128-15,-2 2 160 0,1 1-160 0,-1 1 160 16,0 1-160-16,0-2 0 0,0 2 0 0,-1 0 0 15,1 4 0-15,-2 1 0 0,0 2 0 0,2-2 0 16,-1 0 0-16,2 0 0 0,1-2 0 0,2-6 0 16,0-23 0-16,0 36 0 0,0-36 0 0,0 0 0 15,6 33 0-15,-6-33 0 0,0 0-176 0,0 0 176 16,0 0-944 0,0 0-96-16,28-10-32 0,-21 1-9296 0,0-3-1872 0</inkml:trace>
  <inkml:trace contextRef="#ctx0" brushRef="#br0" timeOffset="178524.89">12468 10299 3679 0,'-4'-15'160'0,"0"6"32"0,1 0-192 0,1 3 0 15,1 4 0-15,0 0 0 0,1 2 1744 0,-1-5 304 16,0 0 64-16,0-2 16 0,1 0 208 0,1 1 32 16,4 0 16-16,2 0 0 0,2 0-528 0,2 0-96 0,2-3-32 0,2-1 0 15,1 2-768-15,-1-1-176 16,2-1-16-16,0 3-16 0,-1-1-224 0,1 2-32 0,0 3-16 0,-17 3 0 15,29 3-224-15,-29-3-64 0,0 0 0 0,0 0 0 16,42 31 720-16,-42-31 144 0,0 0 32 0,11 40 0 31,-11-40-1696-31,-3 34-336 0,-2-16-64 0,-5 1-16 0,0-1 848 0,-3 0 176 16,-2-1 0-16,-1-1 0 0,-1-2 304 0,2 0 16 0,-2-2 0 16,-2-2 0-16,1 0 48 0,-1-3 16 0,2-2 0 0,1-1 0 0,2-3-384 15,2-2 144-15,4-1-144 0,1-1 0 0,3-2 0 0,2 1-320 16,2 1 32-16,2-4-14704 15</inkml:trace>
  <inkml:trace contextRef="#ctx0" brushRef="#br0" timeOffset="179403.96">11067 10403 9455 0,'-4'-2'832'0,"1"1"-656"15,1 1-176-15,2 0 0 0,-1 0 896 0,-1 0 160 16,-1-2 32-16,-3 1 0 0,0 0 512 0,-1 1 128 16,0 0 0-16,1 0 64 0,2 0-208 0,-1 1-48 15,1 0 0-15,2 2 48 0,-1 1-512 0,1-1-112 16,1-1 0-16,0 0 16 0,1 1-352 0,0-1-80 16,1 1-16-16,1-1 48 0,0-2-128 0,1 0-32 0,0 0 0 0,2 0 0 15,1-2 176-15,1-1 48 0,0-2 0 0,3 2 32 16,1-1 144-16,1-1 16 0,0 1 16 0,1-3 48 15,1 4-256-15,1-1-64 0,0 1 0 0,-15 3 48 16,31 0-368-16,-31 0-80 0,0 0-16 0,47 8 32 16,-47-8-192-16,0 0 0 0,49 18 0 15,-49-18 0-15,0 0-224 0,49 17 64 0,-49-17 16 0,0 0 144 16,39 9-128-16,-39-9 128 0,0 0 0 0,0 0 0 16,33 1 0-16,-29-2-128 0,-2 0 128 0,-2 0 0 15,-2-1-256-15,-1 1 16 0,-1-1 0 0,0 1 0 16,-3 0-2704-16,0-1-560 0</inkml:trace>
  <inkml:trace contextRef="#ctx0" brushRef="#br0" timeOffset="179641.19">11212 10277 3679 0,'-3'-5'320'0,"1"2"-320"15,1 0 0-15,0 0 0 0,1 1 1488 0,0 1 240 16,-1 1 32-16,1-3 16 0,0 0 1104 0,-1-2 208 0,1-1 48 15,0 0 16-15,-1 3-848 0,1-1-192 0,-1 2-16 16,1-1-16-16,-1 3-592 0,0 0-112 16,1 3-32-16,-1-1 0 0,0 2-624 0,0 4-128 0,0-1-16 0,0 4-16 15,0-1-304-15,0 4-48 16,-1 3-16-16,0 0 0 0,0 1-192 0,1 2 128 0,0-2-128 0,-2 0 0 16,0 2 0-16,0 2 0 0,1 0 0 0,-1 1 0 15,0-3 0-15,0-2 0 0,1-1 0 0,0-3-10816 16,2 0-2176-16</inkml:trace>
  <inkml:trace contextRef="#ctx0" brushRef="#br0" timeOffset="180229.27">12813 10385 5519 0,'-3'0'496'0,"2"0"-496"0,1 0 0 0,0 0 0 16,0 0 2704-16,2 0 448 0,1 1 96 0,2-1 16 15,-5 0-240-15,0 0-32 0,38 6-16 0,-38-6 0 16,40 4-1168-16,-40-4-224 15,39 2-48-15,-39-2-16 0,40 0-752 0,-40 0-128 16,37 0-48-16,-37 0 0 0,36-1-400 0,-36 1-192 16,32-3 160-16,-19 0-160 15,1 0 0-15,-2 1 0 0,-1-2 0 0,-1 1 0 16,0-1-736-16,-2 1-96 0,-2 2 0 0,-3 0-14208 16</inkml:trace>
  <inkml:trace contextRef="#ctx0" brushRef="#br0" timeOffset="180430.84">13012 10237 8287 0,'-2'-5'736'0,"1"1"-592"0,1 4-144 0,0 0 0 0,0 0 2496 0,0 2 448 15,-1-2 112-15,-1 2 16 16,0 3 32-16,-1 2 16 16,1 7 0-16,-1 5 0 0,0 2-1424 0,-1 2-288 0,2 2-48 0,-2 0-16 15,0 0-688-15,0-1-144 16,1 0-16-16,0-6-16 0,2-4-352 0,-1 1-128 0,2-15 0 0,1 35 0 15,-1-35-720-15,6 34-240 16</inkml:trace>
  <inkml:trace contextRef="#ctx0" brushRef="#br0" timeOffset="182269.2">13525 10193 7359 0,'1'-1'656'0,"0"-1"-528"0,-1 2-128 16,0-2 0-16,0 2 1360 0,0-1 240 0,1 1 64 0,-1-2 0 15,1-1 448-15,-1 1 112 0,1 0 16 0,-1 0 0 16,-1 1-544-16,1 1-96 0,-1 0-32 0,0 0 0 15,0 3-416-15,-1-2-96 0,1 2-16 0,-1 0 0 16,-1 2-416-16,-1 1-96 0,1 0-16 0,-1 0 0 16,0 2-176-16,-1 1-32 0,-1 1-16 0,0 4 0 15,0-2-144-15,-1 4-16 0,-1 2-128 0,0 0 192 16,-1 1-192-16,1 0 0 0,-2 0 128 0,2-3-128 0,0-1 0 0,1 1 0 16,1-3 0-16,1 0 0 0,2-1 160 0,1-3-160 15,2 0 160-15,1-1-160 0,1-3 0 16,0-1 0-16,3-1 0 0,1-2 0 0,0 1 0 0,2-4 0 15,0 1 0-15,2-2 0 16,1 1 416-16,1-2-16 0,2-1 0 0,0 0 0 0,0 1-64 0,-1-1-16 16,1 2 0-16,-2 1 0 0,1-2-192 0,-2 3-128 15,1-2 160-15,-12 3-160 0,0 0 0 0,33-2 0 16,-33 2 0-16,0 0 0 0,0 0 0 0,29 1 0 0,-23-1 0 16,-2 0 0-1,-1 0-1008-15,-1-1-80 0,1 1-32 0,-2-2-9232 0,1 2-1840 0</inkml:trace>
  <inkml:trace contextRef="#ctx0" brushRef="#br0" timeOffset="182478.55">13584 10287 3679 0,'-3'-3'160'0,"0"1"32"0,1 2-192 0,1 0 0 0,1 0 0 0,0 2 0 0,-1-1 1760 15,-1 3 304-15,-1 1 64 0,-2 4 16 0,1 1 160 0,-2 4 16 16,0 0 16-16,0 3 0 0,0-1-496 0,-1 2-112 15,1 2 0-15,-2-1-16 16,0 1-464-16,0 1-96 0,3-3 0 0,-1 0-16 16,3-1-480-16,-2 1-80 0,2-1-32 0,0-3 0 15,2 1 272-15,1-3 48 0,0-12 16 0,0 0-10896 16,0 0-2176-16</inkml:trace>
  <inkml:trace contextRef="#ctx0" brushRef="#br0" timeOffset="182772.88">13782 10239 17503 0,'2'-2'768'0,"0"-1"176"0,0 3-752 0,-1-2-192 0,0 4 0 0,-1-2 0 15,0 1 1888-15,1 1 352 0,0 3 64 16,-1-5 0-16,0 0-416 0,0 0-96 0,9 42 0 0,-9-42-16 0,1 34-912 0,-1-34-176 31,0 41-48-31,0-41 0 0,-3 46-256 0,1-24-48 16,-1 4-16-16,0 0 0 0,0 0-144 0,-1-2-48 15,0 2 0-15,1 0 0 0,0-5-128 0,0 1 0 16,3-22 0-16,-3 28 0 16,3-28-448-16,0 0-64 0,0 0 0 0,-1 24-16 15,1-22-800-15,0-2-144 0,0-2-48 0,0-1-12176 0</inkml:trace>
  <inkml:trace contextRef="#ctx0" brushRef="#br0" timeOffset="183073.03">13781 10190 15663 0,'1'2'688'0,"0"-2"144"0,1 0-656 0,0 0-176 16,0 0 0-16,0 0 0 0,0 0 1824 0,3-2 336 15,2 0 64-15,4-1 16 0,1-2-304 0,2 0-48 16,0-2-16-16,0 1 0 0,2 0-672 0,-1-1-144 16,0 2-32-16,1 1 0 0,-2 0-496 0,-14 4-96 15,0 0-32-15,36 8 0 0,-36-8-272 0,0 0-128 16,0 0 0-16,26 43 128 0,-26-43-128 0,-1 36 0 16,-5-15 0-16,-2 1 0 0,-3 2-176 0,-3-1-16 15,-1-3 0-15,-1-2 0 16,0-3-192-16,0-1-64 0,-2 0 0 0,1-3 0 0,1 1 304 0,-1-5 144 15,-1 1-160-15,3-2 160 0,1-1 0 0,3-4-144 16,1-1 144-16,2-1 0 0,1-1-176 0,3-3 176 16,1-1-208-16,1-1 80 15,3-1-1072-15,1-2-208 0</inkml:trace>
  <inkml:trace contextRef="#ctx0" brushRef="#br0" timeOffset="183555.33">14188 10007 5231 0,'0'-5'0'0,"0"3"224"0,1 0-64 0,-1-1 0 15,0 3-160-15,0 0 0 0,-1-2 0 0,1 2 0 16,0-2 2272-16,0 1 416 0,-1-1 96 0,0 2 16 16,0 0-432-16,1 0-96 0,-1 0-16 0,1 2 0 0,2-2-400 0,0 0-96 15,0 0-16-15,2 0 0 0,1-2-304 0,1 2-64 16,3-4-16-16,0 3 0 0,1-4-512 0,1 3-96 16,1 1-32-16,-12 1 0 0,25 0-304 0,-25 0-64 15,0 0-16-15,36 9 0 0,-36-9-192 0,0 0-144 16,0 0 192-16,0 0-192 0,36 35 0 0,-36-35 0 15,0 0 0-15,-5 28 0 0,-1-20 0 0,-2 2 0 16,-1-1 0-16,-2 0 0 0,0 0 0 0,-1 1 0 16,-1-3 0-16,0 0-144 0,1 1-32 0,-1-2 0 15,0 0 0-15,1-1 0 0,1-1 176 0,2 0-160 16,2-3 160-16,1 1-160 0,3-2 160 0,1 0 0 16,1 2 0-16,3-2 0 0,3 0 0 0,1-2 0 0,3 2 0 15,2-2 0-15,0 1 400 0,3 1 16 16,2-2 0-16,-1 2 0 0,-15 0-96 0,35 0 0 0,-35 0-16 0,35 0 0 15,-35 0-304-15,32 2 0 0,-32-2 128 16,29 3-128-16,-29-3-256 0</inkml:trace>
  <inkml:trace contextRef="#ctx0" brushRef="#br0" timeOffset="184080.5">14988 10417 7359 0,'-6'0'656'0,"3"0"-528"0,-1 0-128 0,1-2 0 16,1 2 896-16,1 0 160 0,0 0 32 0,0-2 0 0,-1 1 1088 15,-1-1 208-15,0 0 48 0,1 0 16 0,0 1-560 0,2-1-112 0,0 2-32 0,2-3 0 16,2 3-304-16,1-2-64 0,1 2-16 0,2 0 0 31,1 0-144-31,-9 0-16 0,0 0-16 0,43 0 0 16,-43 0-304-16,41 0-64 0,-15-1-16 0,1 0 0 15,2-1-304-15,0-1-64 0,-2-1-16 0,-1 1 0 0,1 1-416 0,-3-3 128 0,1 2-128 0,-4-1 0 16,-1 1 0 0,0-1 0-16,-1 1 0 0,0 1 0 0,-2 0-256 0,-2-1-16 0,-15 3-16 0,24-2-17168 15</inkml:trace>
  <inkml:trace contextRef="#ctx0" brushRef="#br0" timeOffset="185212.36">15994 10284 6447 0,'-2'0'576'0,"0"0"-576"0,2 0 0 15,0 0 0-15,0 0 1024 0,0 0 80 0,-1 0 32 0,0-2 0 16,0 2 784-16,1 0 144 0,0 0 48 0,2-2 0 15,0 0-432-15,2 1-80 0,2-1 0 0,0-1-16 16,3 1-176-16,-1 0-16 0,1 2-16 0,2-2 0 16,0 2-288-16,-11 0-48 0,27 0-16 0,-27 0 0 15,0 0-320-15,40 6-64 0,-40-6 0 0,0 0-16 16,34 13-256-16,-34-13-48 0,0 0-16 0,0 0 0 16,38 28-304-16,-38-28 0 0,0 0 128 0,0 0-128 15,0 0 0-15,0 0 0 0,21 35 0 0,-22-30 0 0,0 1 0 0,-2-2 0 16,0 1 0-16,-2 1 0 0,0-1 0 0,-1 1 0 15,-3 0 0-15,-1 1 0 0,-1 1 0 0,0 1-176 16,-1-1 176-16,0 1-160 0,-1 0-64 0,-1 0-16 16,-2 3 0-16,0 0 0 15,2 0-288-15,-2-2-64 0,2 1-16 0,2-1 0 16,2-2-128-16,1 0-32 0,3-3 0 0,1 2 0 0,1-2 576 0,3-3 192 0,0 1 0 0,2-1-144 16,0-1 144-16,2-1 0 0,1 0 0 0,2-1 0 15,1-1 672 1,1-1 64-16,3 1 16 0,-1-2 0 15,1 1 256-15,2-2 48 0,4 1 16 0,-2 1 0 0,0-2-560 0,2 3-96 0,1-3-32 0,2 1 0 16,1 1-224-16,-1 1-160 0,-1-1 192 0,1 1-192 31,-3-1 128-31,1 1-128 0,-1 1 0 0,-17 1 0 16,26-3-400-16,-14 1-144 0,-1 1-32 0,1-2-15744 16</inkml:trace>
  <inkml:trace contextRef="#ctx0" brushRef="#br0" timeOffset="185527.11">16546 10211 14735 0,'0'-3'640'0,"1"1"160"0,0 2-640 0,0-1-160 16,0 1 0-16,-1 1 0 0,0 1 1968 0,1 1 352 0,-1-3 80 0,0 0 16 15,0 0-272-15,4 45-48 0,-4-45-16 0,0 43 0 16,0-43-928-16,-3 46-176 0,3-46-32 0,-3 47-16 16,0-21-176-16,0 2-48 0,-1-1 0 0,1-1 0 15,0-1-384-15,-1-4-64 0,1 0-32 0,3-21 0 16,-5 39-224-16,5-39 0 0,-3 35 0 0,3-35 0 16,-1 29 0-16,1-29 0 0,0 0 0 0,1 31 0 15,-1-31 0-15,0 0 0 0,0 0-192 0,0 0 192 16,0 0-1472-16,0 0-176 0,0 0-32 15,0 0-13184-15</inkml:trace>
  <inkml:trace contextRef="#ctx0" brushRef="#br0" timeOffset="185828.07">16480 10260 11967 0,'-4'-8'528'0,"1"2"112"0,1 0-512 0,1 3-128 15,1 0 0-15,1 3 0 0,0-2 1792 0,0 0 336 16,2-3 64-16,1-2 16 0,2 2 544 0,3-2 96 15,1 1 32-15,3 0 0 0,2 2-800 0,2-1-160 16,1-1-16-16,2 2-16 0,0-3-1120 0,1 3-240 16,2 1-32-16,-2 3-16 0,-21 0-352 0,38 3-128 15,-38-3 0-15,0 0 144 0,40 19-144 0,-40-19 0 0,0 0 0 16,0 0 0-16,23 49 0 0,-23-49 0 0,-2 31 0 16,-2-14 0-16,-4 1-160 0,-2 0 160 0,-1 0 0 0,-2-3-144 15,0-1 0-15,-1-2 0 0,-2 0 0 0,0-1 0 16,-1-1 144-16,0-3 0 0,2-2-144 0,2-1 144 15,2-2-384-15,1-2-16 0,2 0 0 0,2-3 0 16,2 0-1248 0,3-4-240-16</inkml:trace>
  <inkml:trace contextRef="#ctx0" brushRef="#br0" timeOffset="186047.37">16902 10144 10127 0,'5'-4'896'0,"-1"2"-704"15,1 0-192-15,-1 1 0 0,-1 1 2208 0,-1 1 416 16,1 1 64-16,-3-2 32 0,0 0 288 16,0 0 48-16,43 26 16 0,-43-26 0 0,0 0-1328 0,41 44-256 15,-41-44-48-15,26 41-16 0,-26-41-496 0,22 47-96 16,-22-47-32-16,17 50 0 0,-17-50-368 0,13 50-80 16,-13-50-16-16,8 45 0 0,-8-45-336 0,0 40 128 15,0-40-128-15,-9 43 0 0,1-24 0 0,-2 0 0 0,-2 0 0 16,-1-3 0-16,-1 2 0 0,-4-3 0 0,-1 0 0 0,-2 0 0 31,-4 1-752-31,-1-2-160 0,-3-2-48 0,-4 0-15968 0</inkml:trace>
  <inkml:trace contextRef="#ctx0" brushRef="#br0" timeOffset="186401.74">15916 10223 3679 0,'-3'-5'160'0,"2"1"32"16,-1 1-192-16,1 0 0 0,0 3 0 0,0-2 0 0,0 2 2240 0,-2-1 416 15,1 0 80-15,-4-3 16 16,0 3 112-16,0-1 16 0,-1 4 16 0,-1-1 0 16,2 3-752-16,-3 1-160 0,2 4-16 0,-2 3-16 15,1 4-576-15,-1 2-112 0,0 5-32 0,0 3 0 16,2 0-528-16,-1 3-128 0,0 3 0 0,2 0-16 16,3-2-240-16,1 2-64 0,2 3 0 0,4-1 0 0,-4-34-256 15,16 58 128-15,-16-58-128 0,30 48 0 0,-30-48 0 0,42 35-176 16,-42-35 0-16,53 24-11152 15,-53-24-2224-15</inkml:trace>
  <inkml:trace contextRef="#ctx0" brushRef="#br0" timeOffset="186985.11">17331 9934 8287 0,'-2'-2'736'0,"1"2"-592"16,0 0-144-16,1 0 0 0,-1 0 1408 0,0-1 240 16,-1 1 48-16,0 0 16 0,-1 0 976 0,-1-2 192 15,1 2 32-15,0-2 16 0,1 1-960 0,2 1-192 16,0-2-48-16,1 0 0 0,3-1-496 0,1 1-96 15,1-1-32-15,3 0 0 0,1 0-208 0,3-2-32 16,1 4-16-16,1-1 0 0,-15 2-320 0,36 2-64 16,-36-2-16-16,35 10 0 0,-35-10-288 0,0 0-160 15,43 22 160-15,-43-22-160 0,0 0 0 0,0 0 0 0,28 35 0 0,-28-35 0 16,0 0 0-16,0 0 0 0,-1 27 0 16,-3-19 0-16,-3-2 0 0,-1 0 0 15,-2 2 0-15,-1-2 0 0,-1 0 0 0,0 0 0 0,-1-3 0 0,1 0 0 16,1 1 0-16,2-2 0 15,2-1 0-15,1 1 0 0,3 0 0 0,1 1 0 0,4-1 0 0,1-2 0 16,-3 0 0-16,0 0 0 0,29 4 0 0,-29-4 0 16,33-2 0-16,-12 2 128 0,1-2-128 0,4 0 0 15,2-1 128-15,0 1-128 0,2-1 0 0,-2 3 144 16,-1 0-336-16,0 1-64 0</inkml:trace>
  <inkml:trace contextRef="#ctx0" brushRef="#br0" timeOffset="188414.76">10519 10828 2751 0,'1'-3'256'0,"0"1"-256"16,0 2 0-16,-1 0 0 0,0 0 832 0,0 0 112 15,1-1 16-15,0-1 16 0,0 0 704 0,1 0 144 16,0 2 32-16,0 0 0 0,-1 0-32 0,1 2 0 16,1 0 0-16,1 3 0 0,-4-5 48 0,0 0 16 15,0 0 0-15,0 0 0 0,37 33-736 0,-37-33-128 0,0 0-48 0,0 0 0 16,41 22-336-16,-41-22-80 0,0 0-16 0,35 4 0 16,-35-4-208-16,0 0-32 0,39-1-16 0,-26 0 0 15,1-4 48-15,0 1 16 0,-1 1 0 0,0-2 0 16,2 0-128-16,-2 2-32 0,0 0 0 0,0 0 0 15,-13 3-192-15,27-2 128 0,-27 2-128 0,0 0 0 16,41 5 0-16,-41-5 0 0,0 0 0 0,47 11 0 16,-47-11 0-16,0 0 0 0,47 12 0 0,-47-12 0 15,34 7 0-15,-34-7 0 0,37 7 0 0,-37-7 0 16,37 3 0-16,-37-3 0 0,32 1 0 0,-32-1 0 0,30-1 0 16,-30 1 0-16,29 0 0 0,-29 0 144 0,26-2-144 15,-26 2 0-15,26-1 0 0,-26 1 0 0,28 0 0 0,-28 0 0 16,0 0 128-16,39 0-128 0,-39 0 0 15,0 0 128-15,45 4-128 0,-45-4 128 0,35 1-128 0,-35-1 0 16,33 2 0-16,-33-2 0 0,0 0 0 0,47 3 0 16,-47-3 128-16,35-3-128 0,-35 3 0 0,33-4 0 15,-15 1 0-15,-1-1 0 0,0 1 0 0,1 1 0 16,0-3 0-16,1 0 0 0,-2 3 0 0,0-2 0 16,1 1 128-16,-18 3-128 0,29-2 0 0,-29 2 0 15,33 0 0-15,-33 0 0 0,40 7 0 0,-40-7 0 0,37 9 0 0,-37-9 0 16,0 0 0-16,48 21 0 0,-48-21 0 15,0 0 0-15,48 24 0 0,-48-24 0 0,0 0 0 0,54 24 0 16,-54-24 0-16,36 9 0 0,-36-9 0 0,36 5 0 16,-36-5 0-16,41-2 128 0,-41 2-128 0,44-5 0 15,-20 0 0-15,-2-1 0 0,0 1 128 0,0 0-128 16,0-3 0-16,0 4 128 0,2-3-128 16,-2 2 128-16,-1 0-128 0,1 0 0 0,1 1 0 0,-2-1 0 15,-2 2 0-15,-19 3 0 0,41-4 0 0,-41 4 0 0,39 0 0 16,-39 0 0-16,37 0 0 0,-37 0 0 0,35 2 0 15,-35-2 0-15,0 0 0 0,47 7 0 0,-47-7 0 0,0 0 0 16,48 4 0-16,-48-4 0 0,36 1 0 0,-36-1 128 16,37 0-128-16,-37 0 0 0,40 2 160 15,-40-2-160-15,44 0 192 0,-44 0-192 0,46-2 208 0,-46 2-64 16,48 0-16-16,-23-1 0 16,-25 1-128-16,48-3 0 0,-24 0 144 0,0 0-144 0,1 0 0 0,-1 0 0 15,-3 0 0-15,3-2 0 0,0 1 0 16,2-1 0-16,2 0 0 0,-1 1 0 0,1-1 0 0,-2 2 0 15,0-1 0-15,-2 1 0 0,-1-1 0 0,-23 4 0 0,45-4 0 16,-45 4 128-16,39 0-128 0,-39 0 0 0,41 3 0 0,-41-3 128 16,43 5-128-16,-43-5 0 15,49 5 128-15,-49-5-128 0,51 2 208 0,-24-2-16 0,2-1-16 0,-1-2 0 16,0-2 16-16,1 0 0 0,2-2 0 0,1 1 0 16,-1 0-48-16,2-1 0 0,0 0 0 0,1 2 0 0,0 1-144 0,-4-2 128 15,-3 2-128-15,0 0 128 0,-2 1-128 0,-3 0 0 31,-22 3 0-31,39-2 0 16,-39 2-624-16,31 2-48 0,-31-2-16 0,0 0-16192 0</inkml:trace>
  <inkml:trace contextRef="#ctx0" brushRef="#br0" timeOffset="188965.88">10885 11250 16575 0,'-1'2'1472'0,"1"-2"-1168"0,0 0-304 0,0 0 0 16,1 0 1568-16,0 0 256 0,1 0 48 0,0 0 16 16,2 0 1024-16,-4 0 208 0,0 0 32 0,0 0 16 15,44 5-2448-15,-44-5-480 0,33 4-112 0,-33-4 0 16,39 5 256-16,-39-5 64 0,42 2 16 0,-42-2 0 15,43 0-272-15,-43 0-64 0,40-2-128 0,-40 2 192 16,40-5-192-16,-22 0 0 0,-1 3 0 0,-3-3 0 16,-1 0 0-16,-1 2-256 0,-3 0 48 0,-3 0 16 15,0 1-1536-15,-3-1-288 0,-2 3-64 0,-3 0-12080 16</inkml:trace>
  <inkml:trace contextRef="#ctx0" brushRef="#br0" timeOffset="189489.48">11068 11249 9215 0,'-4'-4'400'0,"1"3"96"0,1-1-496 0,1 1 0 16,0 1 0-16,0 0 0 0,-1 1 1856 0,-1-1 288 15,-1 0 48-15,-1 3 16 0,-1 0 112 0,1 3 32 16,-1 1 0-16,1 1 0 0,1 3-608 0,0 1-112 16,0 2-32-16,1 3 0 0,-1 0-912 0,0 1-192 15,1 4-48-15,0-3 0 0,-1 1-272 0,1-2-176 16,0 1 192-16,-2-3-192 0,0-2 128 0,0-2-128 0,-1 2 0 0,0-4 0 15,0 0 0-15,-1-4 0 0,-1 2 0 0,1-3 0 16,-1 0 0-16,0 1 0 0,0-1 0 0,0-2 0 16,1 1 0-16,-2 1 0 0,-2-2 0 0,0 1 0 15,-1-1 0-15,1 1 0 0,-1-1-160 0,0 1 160 16,2-2 0-16,0 1 0 0,-1 2-144 16,2-3 144-16,1 0 0 0,-1 1 0 0,4-1 0 0,-1 1 0 15,3-3 0-15,0 2 0 0,0-2 0 0,1 0 0 16,1 2 0-16,0-2 0 0,1 0 0 0,0 0 0 15,0 0 0-15,0 0 0 0,1-2 0 0,0 2 0 0,0 0 320 0,1 0-16 16,0-2-16-16,0 2 0 0,0-2-16 0,2 1 0 16,0 1 0-16,1-2 0 0,-1 0-144 0,2 1-128 15,-1-1 144-15,3 1-144 0,0 0 176 0,2-3-176 16,-10 4 192-16,23-4-192 0,-23 4 304 0,27-2-48 16,-27 2-16-16,31 0 0 0,-31 0 80 0,33 2 0 15,-33-2 16-15,36 5 0 0,-36-5-48 0,39 5-16 16,-39-5 0-16,39 7 0 0,-39-7-144 0,39 3-128 15,-39-3 192-15,37 2-192 0,-37-2 128 16,41-2-128-16,-41 2 0 0,38-8 0 0,-19 4 0 0,-1-4 128 0,1 2-128 16,-3-2 0-16,-1 2 128 0,-3 0-128 0,0 3 0 0,-5 0 0 15,-2 0-144-15,-3 3-96 0,-2 0-16 0,-2 0-17040 16</inkml:trace>
  <inkml:trace contextRef="#ctx0" brushRef="#br0" timeOffset="192620.56">11063 11364 911 0,'-1'0'0'0,"0"-1"0"16,1 1 0-16,0 0 0 0,-1 0 368 0,0 0-16 15,0 0 0-15,-2 0 0 0,-2 0-352 0</inkml:trace>
  <inkml:trace contextRef="#ctx0" brushRef="#br0" timeOffset="193397.94">10956 11270 2751 0,'-2'-2'256'0,"0"2"-256"0,0-1 0 0,1 0 0 15,-1 1 1088-15,0 0 192 0,-2-4 16 0,-3-1 16 16,0 0 1184-16,-1-2 224 0,2 0 48 0,1 2 16 15,2 0 96-15,2-2 0 0,-1 2 16 0,2 1 0 16,1 1-1136-16,0 0-224 0,0 3-64 0,1 0 0 16,-2 0-464-16,0 0-112 0,0 0 0 0,0 0-16 15,19 32-368-15,-19-32-80 0,0 0-16 0,12 35 0 0,-12-35-208 0,0 0-32 16,13 36-16-16,-13-36 0 0,0 0-160 0,14 33 128 16,-14-33-128-16,0 0 128 0,0 0-128 0,0 0 0 15,34 28 0-15,-34-28 128 0,0 0-128 0,0 0 0 16,36 5 0-16,-36-5 128 0,0 0-128 0,0 0 128 15,36 5-128-15,-36-5 128 0,0 0-128 0,0 0 0 16,0 0 0-16,0 0 0 0,0 0 0 0,0 0 0 16,0 0 0-16,0 0 0 0,10 28 0 0,-14-26 0 0,-1 1 0 0,0-3 0 15,0-2-320-15,1 1 16 0,-1-1 0 0,1 0 0 16,0-3 96-16,1 1 16 0,0 1 0 0,0-1 0 16,1 1 192-16,1 0 0 0,0 0 0 0,1 2 0 15,0-1 0-15,0 0 0 16,0 2 0-16,1 2-144 0,-1 0 144 0,0-1 0 0,0 0 0 0,1 2 0 15,-1-3 0-15,0 0 0 0,0 0 0 0,0 0 0 16,-1 23 0-16,0-18 0 0,-1 1 0 0,-1 0 0 16,1-1 0-16,-2 1 0 0,2 2 0 0,-2-4 0 15,-1 2 0-15,1 0 0 0,-2 0 0 0,0 0 0 16,1 1 0-16,-1-2 0 0,0 0 0 0,-1 2 0 16,1 0 0-16,-2-1 0 0,0 2 0 0,1-1 0 0,-2 3 0 0,1-3 0 15,1 2 0-15,-2-1 0 16,2 1 0-16,-1-2 0 0,0 3 0 0,-1-1 0 0,0-2 0 15,3-1 0-15,-1-2 0 0,1-2 0 0,0-2 0 0,1 0 0 16,0-2 0-16,1-2 0 0,0 0 0 0,0 0 0 16,0-1 0-16,1-2 0 0,-1 2 0 0,1 0 0 15,0 1 0-15,1 2 0 0,0-1-128 0,0 1 128 16,2 1-128-16,-1 1 128 0,1 1-256 16,-1 1 16-16,2 1 16 0,-1 0 0 15,1 0 0-15,-1 2 0 0,0-5 0 0,0 0 0 16,0 0 224-16,0 0-176 0,0 0 176 0,8 29-160 0,-6-27 160 15,0 0 0-15,-2-2 0 0,0 0 0 0,0 0 0 0,0 0 0 0,0 0 0 16,0 0 0-16,25-8 0 0,-21 5 0 16,0 0 0-16,1-1 0 0,0 1 0 0,-2-1 0 0,0 1 0 0,0 3 0 15,0-1 0-15,-2 1 0 0,0 1-128 0,-1-1 128 16,0 3 0-16,-2 1-160 16,0 1 160-16,-1-3 0 0,0 3-288 0,0 0 48 0,-1-1 16 15,-1 1 0-15,1 0-272 16,-1-1-48-16,0 2-16 0,2-4 0 15,-1 2-32-15,1-3-16 0,0 1 0 0,1 0-8448 0,1-4-1696 0</inkml:trace>
  <inkml:trace contextRef="#ctx0" brushRef="#br0" timeOffset="194393.49">11603 11396 11055 0,'0'-2'976'0,"1"0"-784"15,0 2-192-15,-1-2 0 0,0 1 1232 0,1 1 208 0,0-4 32 0,0 0 16 16,2-2 240-16,0 1 32 0,0 1 16 0,0 1 0 0,0 1-496 15,0 0-80-15,0 1-32 0,1 1 0 0,-4 0-208 0,0 0-32 16,0 0-16-16,0 0 0 0,0 0-112 0,0 0-32 16,0 0 0-16,41 22 0 0,-41-22-128 0,0 0-48 15,30 27 0-15,-30-27 0 0,0 0-96 0,33 38-32 0,-33-38 0 0,0 0 0 32,35 38-192-32,-35-38-32 0,0 0-16 0,31 32 0 0,-31-32-224 15,0 0 0-15,0 0 0 0,35 21 0 0,-35-21-352 0,0 0-112 16,0 0-32-16,0 0-10368 0,37-4-2064 0</inkml:trace>
  <inkml:trace contextRef="#ctx0" brushRef="#br0" timeOffset="194620.02">11907 11302 15663 0,'-7'4'688'0,"3"-2"144"15,-1-1-656-15,2 1-176 16,0 0 0-16,0 1 0 0,-1 1 1632 0,-3 2 288 15,-4 6 64-15,-6 6 16 0,-4 6 16 0,-2 0 0 16,-1 2 0-16,1 0 0 0,0-2-624 0,1-1-128 16,0-2-32-16,3-2 0 0,2-2-432 0,1-4-96 15,3-1 0-15,2-3-16 0,3-3-528 0,1-1-160 16,-1 0 0-16,3-3 0 16,-1-2-1744-16,3-2-464 0</inkml:trace>
  <inkml:trace contextRef="#ctx0" brushRef="#br0" timeOffset="195093.38">11942 11206 911 0,'-2'3'0'0,"0"-3"0"16,1 1 0-16,0 1 0 0,1-2 2608 0,1-2 432 16,0 2 96-16,0-1 0 0,0-1-64 0,2-1-32 15,-3 3 0-15,11-7 0 16,-4 2-1248-16,0-2-240 0,-7 7-48 0,17-9-16 0,-17 9-528 0,0 0-96 16,28-12-32-16,-28 12 0 0,0 0-256 0,0 0-48 15,36 5-16-15,-36-5 0 0,0 0-288 0,0 0-64 16,0 0-16-16,30 29 0 0,-30-29-144 0,0 0 0 15,4 28 0-15,-5-19 0 0,-1-2 0 0,-1 1 0 0,-2 1 0 0,0 0 0 16,-1-1 0-16,-1-2 0 0,0 2 0 0,-1-4 0 16,0 1-144-16,-1 0 144 15,0-3 0-15,0 0 0 0,-1-1 0 0,2 1 0 16,0-2 0-16,2 0 0 0,1 0 0 0,1 0 0 0,1-2 128 0,2 1-128 16,0 1 480-16,2-2 0 0,0 2 0 0,2-1 0 15,-1 0-176-15,-2 1-48 0,0 0 0 0,0 0 0 16,0 0-48-16,38-5-16 0,-38 5 0 15,0 0 0-15,38 0 0 0,-38 0 0 0,0 0 0 0,41 0 0 16,-41 0-192-16,0 0 0 0,44 0 0 0,-44 0 0 16,0 0 0-16,44 3-240 0,-44-3 32 0,0 0-10944 15,41 4-2192-15</inkml:trace>
  <inkml:trace contextRef="#ctx0" brushRef="#br0" timeOffset="195424.61">12482 11326 4143 0,'-3'-3'0'0,"2"1"176"0,0 1-48 0,0 1 0 0,1-2-128 0,0 2 0 0,-1-1 0 0,0 0 0 16,0-3 2192-16,-1 0 432 15,0 2 64-15,-1 0 32 0,1 0-16 0,1 2 0 0,-1 2 0 0,0 2 0 16,0 2-496-16,-1 3-96 0,0 3-32 0,1 4 0 16,0 3-768-16,-1 5-160 15,1 0-16-15,-1 2-16 0,2-2-608 0,0 2-112 16,0-3-16-16,1-1-16 0,0-22-192 0,1 40-48 0,-1-40 0 15,2 33 0-15,-2-33-128 0,0 0 0 16,7 31 0-16,-7-31 0 0,0 0-1616 0,0 0-208 0,0 0-32 0,0 0-12640 16</inkml:trace>
  <inkml:trace contextRef="#ctx0" brushRef="#br0" timeOffset="195708.03">12361 11256 11967 0,'0'-9'528'0,"1"0"112"0,1-1-512 0,1 5-128 16,-1 1 0-16,0 1 0 0,1 1 1056 0,4-3 176 0,4-4 48 0,2-1 0 16,4 3 0-16,-17 7 0 0,35-5 0 0,-35 5 0 15,36 7-16-15,-36-7 0 0,0 0 0 0,42 21 0 16,-42-21-544-16,0 0-96 0,34 34-32 0,-34-34 0 16,0 0-336-16,19 30-80 0,-19-30-16 0,0 0 0 15,3 27 256-15,-4-18 48 0,-3-1 16 0,-2 1 0 16,-1-2 208-16,-4 3 32 0,-2-1 16 0,-2-2 0 15,-4 3-416-15,-2-3-96 0,-1 4-16 16,0-1 0-16,1 2-64 0,1-3-16 0,1 3 0 0,3-3 0 16,3 1-128-16,2-2 0 0,5-2 0 0,1-3-176 31,4 0-576-31,1-1-112 0</inkml:trace>
  <inkml:trace contextRef="#ctx0" brushRef="#br0" timeOffset="196001.07">12907 11287 3679 0,'4'-2'320'0,"-3"-1"-320"15,1 1 0-15,-1 1 0 0,0 0 2544 0,-1 1 432 16,-1-2 96-16,0-1 0 0,-1-1-560 0,-1 1-112 16,-4-1-32-16,-2 1 0 0,-1 3-528 0,-1 2-112 0,-1-1-32 0,-1 4 0 15,0 1 16-15,-1 3 0 0,0 1 0 0,-1 4 0 16,0 0-736-16,-1 4-144 0,1 2-16 0,1 3-16 31,2 0-496-31,0 0-112 0,5-1 0 0,-1 1-16 16,3 2-48-16,1 0 0 0,2 0 0 0,2-2 0 0,0-23-128 0,11 37 128 0,-11-37-128 0,0 0 128 15,33 34-128-15,-33-34 0 0,0 0 0 0,53 17 0 16,-53-17-208-16,44 2-32 0,-44-2 0 0,50-3-11392 16,-50 3-2272-16</inkml:trace>
  <inkml:trace contextRef="#ctx0" brushRef="#br0" timeOffset="196532.93">13068 11361 15663 0,'-2'0'688'0,"1"2"144"0,0-2-656 0,1 1-176 0,1 1 0 0,0-2 0 16,0 2 1920-16,-1-2 336 0,0 0 80 0,0 0 16 15,0 0-480-15,0 0-80 0,46 13-32 0,-46-13 0 16,31-1-672-16,-31 1-144 0,35-7-32 0,-35 7 0 16,36-5-496-16,-36 5-96 0,37-10-32 0,-37 10 0 15,34-7-288-15,-34 7 0 0,28-8 0 0,-28 8 0 0,20-9 0 0,-20 9 0 16,0 0 0-16,24-9-144 0,-24 9-32 0,0 0 0 16,14-8 0-16,-12 7 0 15,0-2-288-15,-2 1-64 0,-1 2-16 0,-1 0 0 16,0-2-240-16,-1 2-48 0,-1 2-16 0,0-2 0 15,1 1 320-15,-2 1 64 0,1 0 16 0,1 0 0 0,0 3 448 0,0-3 0 16,0 3 128-16,-1-3-128 0,2 3 448 0,-2 1 0 16,0 0-16-16,0 1 0 0,-1 3 208 0,-1-1 32 15,0 3 16-15,-1 2 0 0,0 3 16 0,-2-1 0 0,0 3 0 0,-1-1 0 16,0 0-272-16,0 1-48 0,1-2-16 0,-1 0 0 16,2 1-80-16,1-4-16 0,-1 0 0 0,3-2 0 15,0-2-272-15,1-3 0 0,2 0 0 0,0 0 0 16,1-4-1088-16,0-1-208 0,1-2-48 0,0-2-13504 15</inkml:trace>
  <inkml:trace contextRef="#ctx0" brushRef="#br0" timeOffset="196739.78">13128 11466 10127 0,'-1'-1'896'0,"0"1"-704"0,1-2-192 0,0 2 0 15,0 0 1936-15,0 0 368 0,0-2 64 0,1 1 0 0,0-1-80 16,-1 2-32-16,0 0 0 0,0 0 0 15,0 0-608-15,0 0-128 0,38 12-32 0,-38-12 0 0,0 0-336 0,36 26-64 16,-36-26 0-16,27 26-16 0,-27-26-528 16,27 28-96-16,-27-28-32 0,23 27 0 0,-23-27-416 0,0 0 0 0,28 37 128 15,-28-37-128 1,0 0-1024-16,21 29-256 0,-21-29-32 0</inkml:trace>
  <inkml:trace contextRef="#ctx0" brushRef="#br0" timeOffset="196944.32">13089 11688 10127 0,'0'-2'448'0,"0"2"96"16,1-3-544-16,-1 3 0 0,0-2 0 0,0 2 0 0,2-2 1808 0,0 1 256 16,-2 1 48-16,0 0 16 0,0 0 160 0,26-6 16 15,-26 6 16-15,0 0 0 0,0 0-512 0,46 4-96 16,-46-4-32-16,0 0 0 0,48 5-816 0,-48-5-160 15,37 2-48-15,-37-2 0 16,36-2-432-16,-36 2-96 0,34-6 0 0,-34 6-128 0,31-9 0 0,-31 9-192 16,28-9 0-16,-28 9-15168 0</inkml:trace>
  <inkml:trace contextRef="#ctx0" brushRef="#br0" timeOffset="197202.54">13461 11498 14735 0,'-1'0'640'0,"0"2"160"0,1-2-640 0,1 0-160 0,-1 0 0 0,2 0 0 16,-2 0 2048-16,0 0 384 0,0 0 80 0,0 0 16 15,40 1-528-15,-40-1-96 0,35-4-32 0,-35 4 0 16,38-6-800-16,-38 6-176 0,39-5-16 0,-39 5-16 15,36-4-544-15,-36 4-128 0,30-5 0 0,-30 5-16 16,0 0-624-16,33-5-112 0,-33 5-16 0</inkml:trace>
  <inkml:trace contextRef="#ctx0" brushRef="#br0" timeOffset="197383.95">13542 11550 13823 0,'0'0'1216'15,"0"0"-960"-15,0 0-256 0,0 0 0 0,0 0 1792 0,0 0 320 16,0 0 64-16,0 0 16 0,0 0 64 0,0 0 16 16,35 18 0-16,-35-18 0 0,0 0-512 0,45-3-96 0,-45 3-32 0,33-7 0 15,-33 7-976-15,35-8-192 0,-35 8-32 0,29-9-16 32,-29 9-976-32,0 0-192 0</inkml:trace>
  <inkml:trace contextRef="#ctx0" brushRef="#br0" timeOffset="197762.23">13870 11506 7359 0,'-3'2'656'0,"0"-2"-528"16,2-2-128-16,1 2 0 0,0-2 1920 0,0 1 336 16,-1-1 80-16,-1-1 16 0,1-1 96 0,1-4 32 15,2 1 0-15,2-2 0 0,0-1-1088 0,3 1-224 16,0 0-32-16,2-1-16 0,0-2-320 0,0 2-64 16,1-1-16-16,2 1 0 0,-2 1-480 0,0-1-112 15,-1 4 0-15,-9 6-128 0,19-9 0 0,-19 9 0 16,0 0 0-16,0 0 0 0,31-4 0 0,-31 4 0 15,0 0 0-15,0 0 0 0,0 0 0 0,30 31 0 0,-30-31 0 16,0 0-144-16,16 41 144 0,-16-41 0 0,12 33 0 0,-12-33 128 16,14 33-128-16,-14-33 128 0,15 29-128 0,-15-29 128 15,0 0-128-15,29 35 0 0,-29-35 128 0,0 0-128 16,0 0 0-16,42 21 0 0,-42-21-192 0,0 0 64 31,0 0-1344-31,39-2-256 0,-39 2-48 0,18-12-10512 0</inkml:trace>
  <inkml:trace contextRef="#ctx0" brushRef="#br0" timeOffset="197934.79">14216 11401 9215 0,'-9'-2'400'15,"2"-1"96"-15,-1 3-496 0,3 0 0 0,2 0 0 0,0 0 0 16,-2 3 1792-16,-2-1 256 0,-5 5 48 0,-5 3 16 0,1 2-160 0,-2 3-32 16,2 1 0-16,0 2 0 0,2 1-64 0,1 0 0 15,-1-1-16-15,0 0 0 0,2-3-816 0,1-1-176 16,1 0-16-16,3-5-16 15,0-2-656-15,3 0-160 0,1-2 0 0,1-3-14768 16</inkml:trace>
  <inkml:trace contextRef="#ctx0" brushRef="#br0" timeOffset="198203.68">14273 11257 11967 0,'0'0'1072'0,"0"0"-864"0,0 0-208 15,0 0 0-15,0 0 1808 0,0 0 320 0,0 0 64 0,31 2 16 16,-31-2-96-16,0 0-32 0,44 9 0 0,-44-9 0 16,0 0-736-16,48 26-160 0,-48-26-32 0,30 29 0 15,-30-29 32-15,24 36 0 0,-24-36 0 0,15 47 0 0,-15-47-624 0,3 50-128 16,-5-27-32-16,-4-1 0 0,-3 1-400 0,-3-1 0 15,-3-3 0-15,2-3 0 0,3-3 0 0,-5 0-176 16,-4 2 16-16,-6 1 0 16,2-2-1056-16,0 0-192 0</inkml:trace>
  <inkml:trace contextRef="#ctx0" brushRef="#br0" timeOffset="201116.45">17806 10422 6447 0,'-2'0'576'16,"0"0"-576"-16,1 0 0 0,0 0 0 15,0 0 928-15,0 0 80 0,-1 0 16 0,-2 1 0 16,1 0 560-16,-1-1 112 0,2 0 32 0,0 0 0 0,2 2 176 0,1-2 32 16,2-2 16-16,1 2 0 0,-1 0-272 0,3-1-48 15,0 0-16-15,1-1 0 0,0 2-336 0,2-3-80 16,0 1-16-16,-9 2 0 0,0 0-288 0,30-3-64 15,-19 1-16-15,-11 2 0 0,24-2-288 0,-24 2-48 16,28-5-16-16,-28 5 0 0,26-3-144 0,-26 3-16 16,30-4-16-16,-11 0 0 0,-2 1-288 0,1 0 160 15,-18 3-160-15,34-4 128 0,-34 4-128 0,33-7 0 16,-18 4 0-16,-2-1 0 0,-13 4-272 0,23-5-48 16,-23 5 0-16,0 0-16816 0</inkml:trace>
  <inkml:trace contextRef="#ctx0" brushRef="#br0" timeOffset="201459.35">17902 10557 911 0,'-2'0'0'0,"0"1"0"0,1 1 0 0,0-2 0 16,0 0 1104-16,0 2 144 0,-1-2 32 0,-2 1 0 16,-1 0 688-16,0 1 144 0,0-2 16 0,1 1 16 15,1-1 144-15,0 0 16 0,0 0 16 0,1 0 0 0,0 2-464 0,1-2-80 16,0 0-32-16,0 0 0 0,0 0-512 0,0 0-96 16,1 0-32-16,-1 2 0 0,1-2-176 0,1 0-32 15,0 1-16-15,0-2 0 0,1 1-160 0,2-2-16 16,1 2-16-16,0-2 0 0,3 1-128 0,0-1-32 15,3 0 0-15,0-2 0 0,-11 4-192 0,26-4-32 16,-26 4-16-16,25-4 0 0,-25 4-288 0,36-7 160 16,-36 7-160-16,37-5 128 0,-37 5-128 0,35-5 0 15,-35 5 0-15,32-4 0 0,-32 4-192 0,32-3 0 16</inkml:trace>
  <inkml:trace contextRef="#ctx0" brushRef="#br0" timeOffset="203885.95">18738 10292 12895 0,'-2'-3'1152'0,"-1"-1"-928"0,2 3-224 0,1-1 0 15,0 2 1072-15,-1 0 160 0,-1-4 48 0,0-1 0 31,-1 0 480-31,2 0 96 0,0 0 32 0,2 1 0 0,0 2-416 0,2-1-96 0,1 3-16 0,1-2 0 32,0 4-384-32,3-2-80 0,-8 0 0 0,0 0-16 15,0 0-384-15,39 7-80 0,-39-7-16 0,0 0 0 16,45 4-128-16,-45-4-16 0,32 3-16 0,-32-3 0 16,35 5 16-16,-35-5 0 0,0 0 0 0,40 14 0 15,-40-14-256-15,0 0 128 0,0 0-128 0,0 0 0 0,27 31 0 16,-27-23 0-16,-3 3 0 0,-4-2 0 0,0 3-128 0,-5-2-32 15,-2 4 0-15,-1-2 0 16,-1 2-928-16,1-2-192 0,-1 0-48 0,-1-1 0 16,2 1 432-16,-1-1 96 0,1 0 16 0,-2 1 0 15,2-3 272-15,0 1 48 0,0 1 16 0,1-1 0 16,2-3 0-16,0 0 16 0,1 0 0 0,1-1 0 0,3 0 432 0,0-3 0 16,3 0 0-16,1-2 0 0,3-1 432 0,0 0 16 15,2-1 0-15,1 0 0 0,2-3 256 0,1 1 48 16,1 0 16-16,1-1 0 0,3 1 0 0,0-1 16 15,1 1 0-15,-12 3 0 0,26-2-80 0,-26 2 0 16,33-3-16-16,-33 3 0 0,41 0-160 0,-41 0-16 16,45-2-16-16,-45 2 0 0,45-2-48 0,-45 2-16 15,41-3 0-15,-41 3 0 0,34-2-176 0,-34 2-48 0,30-5 0 0,-18 1 0 16,-1 1-208-16,-1-1 128 0,-2 1-128 0,-1 0 0 16,-1 1 0-16,-2 0 0 0,1 0 0 0,-3 0 0 31,0 1-1152-31,1 1-128 0</inkml:trace>
  <inkml:trace contextRef="#ctx0" brushRef="#br0" timeOffset="204505.56">19432 10346 15663 0,'5'0'688'0,"-2"-1"144"0,2 0-656 0,-1 1-176 16,-1 0 0-16,-2-2 0 0,3 1 1808 0,2 1 336 16,4-2 64-16,3-3 16 0,3 1-336 0,1-2-64 15,1-2-16-15,0 0 0 0,-1 1-656 0,0-4-144 16,0 1-32-16,0-2 0 0,-1 1-400 0,0-2-96 16,-1 1-16-16,-2 0 0 0,-1 0-272 0,-2 1-48 0,-1 1-16 0,-3-2 0 15,-3 3-128-15,-1-1 160 0,-3 1-160 0,-2 2 160 16,0 0 64-16,-4 2 16 0,0-2 0 0,-3 2 0 15,-2 1 96-15,0 1 32 0,-1 1 0 0,1 2 0 16,0 2-144-16,0 1-32 0,-1 1 0 0,0 3 0 16,1 0-48-16,0 3-16 0,0-1 0 0,0 3 0 15,2 2-128-15,0-2 0 0,1 3 0 0,1 1 0 16,0-2 0-16,1 3 0 0,3-3 128 0,-1 1-128 16,2-1 0-16,3-14 0 0,-2 24 0 0,2-24 0 15,0 0 0-15,0 0 0 0,0 0 0 0,0 0 0 16,0 0 0-16,32 32 0 0,-32-32 0 0,0 0 0 15,28-3 0-15,-18 0 0 0,2 0 0 0,-1-2 0 0,-11 5 0 0,22-7 0 16,-12 2 0-16,1 1 0 0,-2-3 0 0,-1 3-144 16,1 0 144-16,-4-1 0 0,1 1-192 0,-3 2 192 15,1-1-192-15,-2 1 192 0,-1 0-160 0,-1 2 160 16,0 2-128-16,-1-2 128 0,-1 2 0 16,0-1 0-16,0 1 0 0,-1 1 0 0,0 0 0 0,0 2 0 0,-1-1 0 0,2 0 0 15,-1 1 0-15,-1 0 0 16,2 1 0-16,0-1 0 0,-1 0 0 0,1 2 0 0,-1 0 0 0,-1 1 0 31,2 0 0-31,-1 2 0 0,0 1 0 0,-1 1 0 0,2 3 0 0,-2-1 0 0,0 3 0 0,0-2 0 16,0 0 0-16,-1 2 0 0,1 2 0 0,-2-3 128 15,0-1-128-15,2-1 0 0,-1 0 0 0,1-4 0 16,2-1-192-16,-1-1-16 0,0-1 0 0,1 0-11184 16,1-4-2240-16</inkml:trace>
  <inkml:trace contextRef="#ctx0" brushRef="#br0" timeOffset="204694.76">19393 10648 10127 0,'-8'5'448'0,"2"-2"96"0,3 0-544 0,-1-1 0 0,3 1 0 0,1-3 0 0,-1 1 1968 0,0 0 272 16,0 2 64-16,1 1 16 0,1-1 336 0,-1-3 64 16,0 0 16-16,0 0 0 0,0 0-832 0,33 2-176 15,-33-2-16-15,30-9-16 0,-10 5-512 0,0-2-96 16,2 1-32-16,0-2 0 0,3 2-544 0,0-2-96 15,1 2-32-15,0-1 0 0,0 1-256 0,0 0-128 16,-1 1 0-16,-2 1 128 0,-23 3-128 0,41-7 0 16,-22 4 0-16,-19 3-11760 0,35-7-2384 0</inkml:trace>
  <inkml:trace contextRef="#ctx0" brushRef="#br0" timeOffset="205371.94">20170 10199 11967 0,'0'-2'1072'0,"0"1"-864"15,0-1-208-15,0 2 0 0,0 0 1376 0,0 0 224 16,0 0 64-16,0-2 0 0,-1 2 256 0,1-2 48 16,-1 0 16-16,1 2 0 0,-1 2-400 0,0 0-80 15,-1 0-16-15,0 1 0 0,1 2-576 0,-1 1-112 16,0 2-32-16,0 1 0 0,2-9-128 0,-4 31-48 15,1-10 0-15,0 3 0 0,0 2-192 0,0 5-32 16,-1 2-16-16,-1 2 0 0,-1 0-112 0,0 2-32 16,2 1 0-16,-2-2 0 0,2 2-208 0,-1-1 176 0,3-3-176 15,0-4 160-15,2-30-160 0,-1 47 0 0,1-47 0 0,1 30-176 32,-1-30-912-32,0 0-192 0,0 0-48 0,0 0-8976 0,0 0-1792 0</inkml:trace>
  <inkml:trace contextRef="#ctx0" brushRef="#br0" timeOffset="205658.62">20110 10240 7359 0,'-2'-12'320'0,"1"2"80"16,1 5-400-16,-1 0 0 0,0 3 0 0,1 2 0 15,0-1 1776-15,0 0 272 0,0-4 48 0,-1 2 16 0,2-1 704 0,1-1 160 16,1 0 32-16,2 1 0 0,0 1-912 0,3-2-176 15,1 1-48-15,3-3 0 0,2 2-928 0,2-4-192 16,2 4-48-16,2-3 0 0,-1 4-288 16,2-1-64-16,-1 3-16 0,-20 2 0 0,33 3-208 0,-33-3-128 15,35 12 128-15,-35-12-128 0,31 26 0 0,-31-26 0 16,0 0 0-16,27 51 0 0,-27-51 0 0,-1 36 0 16,-5-17 0-16,-5-2 0 0,-2-1 0 0,-3 1-160 0,-5-3 160 15,-1 0 0-15,1-2 0 0,-4 0-128 0,-1-3 128 16,-3-1 0-16,1-1 0 0,1-3-128 0,0-2 128 0,1-2-10736 31,1-2-2064-31</inkml:trace>
  <inkml:trace contextRef="#ctx0" brushRef="#br0" timeOffset="-208439.37">4149 11847 11967 0,'-1'-2'1072'0,"0"1"-864"0,0 1-208 0,1 0 0 16,0 1 768-16,0 1 128 0,-1 0 0 0,-1 1 16 15,0 1 384-15,0 4 80 16,1 3 16-16,2 1 0 0,1 5-208 0,1-1-32 0,-3-16-16 0,9 36 0 16,-9-36-336-16,12 39-64 0,-12-39-16 0,16 37 0 15,-16-37-464-15,0 0-80 0,24 40-32 0,-24-40 0 16,0 0-304-16,0 0-64 0,0 0-16 0,0 0-11728 31</inkml:trace>
  <inkml:trace contextRef="#ctx0" brushRef="#br0" timeOffset="-208238.38">4329 11883 12895 0,'-3'7'576'0,"2"-3"112"0,-1 1-560 0,0 0-128 15,0-1 0-15,1 1 0 0,-1 2 1056 0,-2 5 176 16,-2 8 48-16,-2 8 0 0,-2 2 48 0,2-1 16 15,-1 0 0-15,0-1 0 16,1-4-240-16,0 0-32 0,-1-1-16 0,1-3 0 0,1-2-336 0,-3-3-64 16,2 1-16-16,-1-4 0 0,0 0-256 0,-1-1-64 0,1-1-16 0,-1-1 0 15,-1-2-128-15,0 0-32 0,-1-2 0 16,1-2 0-16,1-1-144 0,-1-1 0 16,-1-1 144-16,1-1-144 15,0-3 0-15,1-1-128 0,3 0 0 0,-1-5 0 16,3 1-1376-16,-1-3-272 0</inkml:trace>
  <inkml:trace contextRef="#ctx0" brushRef="#br0" timeOffset="-207518.9">4325 12062 6447 0,'6'-4'272'0,"-3"-1"80"0,0 1-352 0,-2 1 0 15,0 3 0-15,0-2 0 0,0 2 1344 0,0-3 208 16,1-1 48-16,0 1 0 0,-2 3 160 0,-1 0 32 16,-1 3 16-16,-1 4 0 0,0 2-448 0,-1 3-80 15,0 5-32-15,0 1 0 0,-1 2-352 0,1-1-64 16,1 2 0-16,2-5-16 0,2-2-496 0,1-2-112 16,-2-12-16-16,0 0 0 0,0 0-192 0,0 0 0 15,0 0 0-15,0 0-160 0,46 3 160 0,-37-14 0 0,2 1-144 0,0-5 144 16,-1 1-128-16,0 0 128 0,-2-1-160 15,-1-1 160-15,0 4-352 0,-2-2 32 0,-1 1 0 0,-2 2 0 16,-1 2 80-16,-2 2 32 0,-3 0 0 16,0 3 0-16,-3 1 208 0,0 1 0 0,-2 2 0 0,-2 2 160 15,0 0-160-15,0 2 160 0,1 4-160 0,0-1 160 16,0 2 224-16,1 1 32 0,2 2 16 0,1-2 0 16,1 1 96-16,1-1 32 0,2 0 0 0,1-2 0 15,1-1-112-15,1-1-32 0,2-1 0 0,1-3 0 16,2 0-160-16,1-4-16 0,2 0-16 0,1-1 0 15,0-4-48-15,1 2-16 0,1-3 0 0,1-1 0 16,-2 0-32-16,2-1-128 0,1 0 192 0,-1-1-64 16,1 1-128-16,-1 1 0 0,-2-1 0 0,0 3 0 0,0 0 0 0,-2 0 0 15,-1 2 0-15,-1 1 0 0,-2 1 0 0,-1 3 0 16,0-2 0-16,-1 4 0 0,-1-2 0 0,-1 3 0 16,-1 1 0-16,0 1 0 0,0 0 0 0,0 2 128 15,-1 2-128-15,1 1 0 0,0 2 224 0,0 0-32 16,1 0-16-16,0 0 0 0,1 0-16 0,-2-12 0 15,0 0 0-15,11 31 0 0,-11-31-160 0,0 0 128 16,0 0-128-16,0 0 128 0,0 0-128 0,0 0 0 16,45 13 144-16,-38-19-144 0,1-2 0 0,0-2 144 0,0-1-144 15,1 1 0-15,-1-1 144 0,0-1-144 0,0 0 0 0,-2 1 144 16,1 0-144-16,-3 2 0 0,1 0 0 0,-1 1 0 16,-2 1 0-16,-1 0 0 0,0 2 0 0,-1 0 0 15,-1 1 0-15,0 1 0 0,0 3 0 0,-2 1 0 16,1 2 0-16,-1 1 0 0,0 3 0 0,2 0 0 15,-1 2 0-15,1 1 0 0,0 2 0 0,1 2 0 16,1 0 128-16,0 2-128 0,-1-16 0 0,6 31 128 16,-6-31 0-16,9 27 0 0,-9-27 0 0,0 0 0 15,0 0 32-15,27 30 0 0,-27-30 0 0,0 0 0 16,0 0-160-16,0 0 0 0,42 2-192 0,-34-5-15296 16</inkml:trace>
  <inkml:trace contextRef="#ctx0" brushRef="#br0" timeOffset="-207094.83">5273 12044 12895 0,'2'-5'576'0,"-1"0"112"0,0 3-560 0,0-3-128 16,-1 2 0-16,0 1 0 0,0 1 1840 0,0-4 336 15,0-3 64-15,0 1 0 0,-2 0-32 0,-2 0-16 16,1 2 0-16,-4 3 0 0,0 0-800 0,-2 4-176 0,-1 0-16 0,0 1-16 15,0 4-464-15,-1-1-80 0,-1 4-32 0,0 2 0 16,0 0-224-16,1 0-64 0,1 3 0 0,2 0 0 16,-1 0-192-16,3 2-128 0,0 1 160 0,3-3-160 15,0 1 0-15,1-1 128 0,3-3-128 0,0-1 0 16,-1-11 0-16,0 0 0 0,0 0 0 0,20 31 0 16,-20-31 0-16,0 0-128 0,0 0 128 0,37 5 0 31,-37-5-704-31,0 0-16 0,42-7-16 0,-42 7-14784 0</inkml:trace>
  <inkml:trace contextRef="#ctx0" brushRef="#br0" timeOffset="-206368.83">5585 12060 7359 0,'1'0'656'0,"0"-2"-528"16,0 2-128-16,-1-2 0 0,0 2 1792 0,1-2 336 15,-1-1 64-15,1-2 16 0,-1 0 208 0,0-2 32 16,-1 0 16-16,-1 0 0 0,0 2-1056 0,-2-2-224 15,0 2-32-15,-1-2-16 0,1 3-352 0,-1-1-64 16,-2 2-16-16,-1 1 0 0,-1 0-320 0,0 2-80 16,-1 2-16-16,-1 0 0 0,1 4-160 0,-1 2-128 15,1 1 192-15,1 2-192 0,1 1 144 0,1-1-144 16,2 1 0-16,2 0 144 0,1 2 32 0,2-2 0 16,1 0 0-16,1-2 0 0,-2-10 0 0,0 0 0 15,0 0 0-15,0 0 0 0,29 33-176 0,-29-33 0 16,0 0 144-16,34-8-144 0,-34 8 0 0,25-12 0 0,-11 1 0 15,-1 1 0-15,1-3 0 0,0 0 0 0,-1-1 0 0,0 0 0 16,-1 2 0-16,-2 0 0 0,-2 1 0 16,-1 2-128-16,-2 0 128 0,-1 5 0 0,-1-1 0 0,-2 1 0 15,-1 3 0-15,0 1 0 0,-2 3 0 0,0 0 0 16,-1 2 0-16,0 1 0 0,1 3 0 0,-1 1 0 16,1-2 0-16,0 3 0 0,1 3 0 0,1-2 0 15,1-2 0-15,-1-10 224 0,0 0-48 0,0 0-16 16,16 35 160-16,-16-35 48 0,0 0 0 0,0 0 0 15,0 0-240-15,40 0-128 0,-30-5 160 0,0-3-160 16,0-1 0-16,1-2 0 0,1-1 0 0,-1 0 0 16,-1 0-1600-16,0 1-272 0,0-1-48 0,0 0-16 15,-1 0-1776-15,0 0-336 0,0 2-80 0,-1 2-16 16,-2 1 1600-16,-1 1 320 0,0 2 64 0,-2 1 16 16,1 3 1312-16,-2 0 256 0,-1 3 48 0,0 2 16 0,-1 1 1920 0,0 0 400 15,-1 2 80-15,0 0 16 0,0 2 848 0,-1 3 160 16,0 0 32-16,0 3 16 0,0-2-704 0,1 2-144 15,-1 1-16-15,0 0-16 0,0-1-688 0,0-2-144 16,0-2-32-16,2 0 0 0,0-4-496 0,1-2-96 16,0-1-32-16,1-4 0 0,0-1-448 0,0-1-144 0,1-6 0 0,1 1 0 15,0-2 0-15,1-4-304 0,0 2 48 0,0-3 0 16,0 0-1376 0,1-1-272-16,0-1-48 0,0 0-16 0,-1 3 48 0,0-2 0 15,1 0 0-15,-1 1 0 0,0-1 1344 0,0 2 288 0,-1 3 48 0,1-1 16 16,-1 3 544-16,0 2 128 0,0 3 0 0,0 2 16 0,0 2 1072 15,0-1 192-15,-4-1 64 0,0 0 0 0,0 0-304 0,0 0-48 16,22 35-16-16,-22-35 0 0,0 0-528 0,9 29-128 16,-9-29 0-16,5 28-16 0,-5-28-336 0,3 31-64 15,-3-15-16-15,-1-2 0 16,-1 1-64-16,0-1-16 0,0 0 0 0,1-2 0 0,0-2-256 0,0-1 0 16,1-9 0-16,0 0-11216 15,0 0-2352-15</inkml:trace>
  <inkml:trace contextRef="#ctx0" brushRef="#br0" timeOffset="-205804.12">6514 12021 15663 0,'-1'0'1392'0,"0"0"-1120"16,1 1-272-16,1-1 0 15,0 0 1552-15,0 0 256 0,1 0 48 0,1 0 16 0,1 0 448 0,4-1 96 16,0 0 16-16,2-3 0 0,1 1-1136 0,2-2-208 15,0 0-64-15,1-2 0 0,0 3-496 0,0-3-96 16,1 2-32-16,-1-2 0 0,-2 3-400 0,0-1 0 16,-2 1 128-16,0 0-128 15,-1 2-1632-15,-3-1-352 0</inkml:trace>
  <inkml:trace contextRef="#ctx0" brushRef="#br0" timeOffset="-205606.99">6697 11832 5519 0,'-7'-4'496'0,"4"2"-496"15,-1 0 0-15,1 1 0 0,2 2 2176 0,0 1 352 0,-1 0 64 0,1 2 16 16,-3 5 144-16,-1 4 16 0,0 3 16 0,0 4 0 16,0 1-48-16,2 2-16 0,-1 3 0 0,1 3 0 15,1-2-2288-15,0 1-432 0,1-1-144 0,1-2 0 16,-1-1 352-16,1-6 80 0,1-1 16 0,-1-17 0 16,0 0-304-16,0 0 0 0,0 0 0 0,0 0 0 15,32 27 0-15,-24-33 0 0,3-1-208 0,0-2 80 31,2-3-1616-31,-1-2-320 0</inkml:trace>
  <inkml:trace contextRef="#ctx0" brushRef="#br0" timeOffset="-205276.52">6865 11992 6447 0,'0'0'576'16,"0"0"-576"-16,0 0 0 0,0 0 0 0,0 0 2336 0,1 2 352 16,0-2 80-16,0 0 16 0,2-2 400 0,1-1 80 15,2-2 0-15,2-2 16 0,0-2-1072 0,2-2-224 16,1 0-32-16,1 0-16 0,0 1-1040 0,0 1-224 15,-1 2-32-15,0 3-16 0,-11 4-352 0,0 0-64 16,0 0-16-16,38 3 0 0,-38-3-192 0,0 0 0 0,0 0 0 0,30 41 0 16,-30-41 0-16,0 0 0 15,12 41 0-15,-9-21 0 0,-2 2 128 0,0-1-128 0,0-4 0 0,-1-1 0 16,0-1 128-16,-1-3-128 0,1-2 0 0,-1-4 0 16,1-3 208-16,-1-1-48 0,1-2-16 0,0-3 0 15,1-2 112-15,0-1 32 0,1-4 0 0,1-4 0 16,1 0-96-16,0-1-32 0,2-1 0 0,0-1 0 15,1-1-160-15,1 0 0 0,2-3 0 0,2 1 128 16,-1 0-128-16,1 3 0 0,1-1 0 0,-1 3 0 16,-2 3 0-16,1 1 0 0,1 1 0 0,0 3 0 15,-1 1-1696-15,-11 6-224 0</inkml:trace>
  <inkml:trace contextRef="#ctx0" brushRef="#br0" timeOffset="-204893.7">7327 11906 18431 0,'2'0'816'0,"0"0"160"0,0 0-784 0,-1 0-192 0,0 0 0 0,-1 2 0 16,1-1 1920-16,0 3 320 0,1 3 80 0,-2-7 16 15,0 0-288-15,9 32-64 0,-9-32-16 0,0 0 0 16,13 35-1200-16,-13-35-256 0,0 0-32 0,0 0-16 16,0 0-464-16,37 21 128 15,-37-21-128-15,19-7 0 0,-7-2 0 0,-1-3 0 0,1 0 0 0,-2-4-160 16,0 1-1104-16,-1-2-208 0,1 1-64 0,-2-1 0 15,-1 0-576-15,-1 2-128 16,1 1-32-16,-4 1 0 0,0-1 1536 0,-1 3 304 0,0 2 64 0,-1 1 16 0,-1 2 352 0,-1 2 288 16,1 4-48-16,-1 0-16 0,0 2 1552 0,0 5 304 15,-1 0 64-15,0 4 16 16,0 2-496-16,0 3-80 0,0 4-32 0,-1 1 0 0,2 2-656 0,-1 1-128 16,0 5-16-16,1 2-16 0,0-1-304 0,1 6-64 15,0 4-16-15,0-2 0 0,0 0 48 0,0-5 16 16,0-4 0-16,0-5 0 0,-3-3-288 0,-1-1-128 15,-2-2 0-15,-3-1 128 0,0-1-128 0,-2-3 0 16,-1-1 0-16,-1-1 0 0,0-5 0 0,-3 2 0 16,-2-4 0-16,-3-1 0 15,-2-1 0-15,-2-2 0 16,0 0 0-16,-2 0 0 16,-1-4-448-16,0 0-192 0</inkml:trace>
  <inkml:trace contextRef="#ctx0" brushRef="#br0" timeOffset="-204214.45">8107 12046 12895 0,'-4'-5'1152'0,"1"1"-928"0,0 1-224 0,1 2 0 16,1 0 1920-16,-1-1 352 0,-3-4 64 0,-2-2 16 15,-3-1 320-15,2 0 64 0,2 5 16 0,0-1 0 16,1 5-944-16,3 5-176 0,2 2-32 0,-1 5-16 16,2 5-752-16,-1 1-128 0,1 8-48 0,1 0 0 15,0 3-416-15,0 0-96 0,-1-1-16 0,1-4 0 16,0-1-128-16,-1-6 0 0,1-3 0 0,0-2 0 15,-2-12 0-15,0 0 0 0,0 0 0 0,0 0 0 16,0 0-160-16,0 0 160 0,0 0 0 0,26-14-144 16,-23 2-288-1,-1-2-48-15,0-2-16 0,-1-1 0 0,-1 1-272 0,0-2-64 0,0-1-16 0,0 3 0 0,-1-1 576 0,0 1 112 16,0-1 32-16,0 1 0 0,-1 1 128 0,0-2 0 16,0 1 128-16,1-1-128 15,1 6 496-15,2-1 16 0,1 0 16 0,1 2 0 0,0 1 176 0,3 2 48 16,0 0 0-16,3 2 0 0,0-2-384 0,1 2-80 15,-1 3-16-15,-10 2 0 0,0 0-272 0,42 0 128 16,-42 0-128-16,0 0 0 0,48 16 0 0,-48-16 0 16,0 0 0-16,38 38 0 0,-38-38 0 0,17 31 0 15,-17-31 0-15,12 35 0 0,-12-35 0 0,6 36 0 16,-5-17 0-16,-2-2 0 0,0-2 0 0,-1-2 0 16,0-1 0-16,0-2 0 0,-2-4 0 0,1 0 0 0,1-2 0 15,1-2 0-15,1-2 0 0,-1-2 0 0,1-2 0 0,1-2-11840 16,0 2-2384-16</inkml:trace>
  <inkml:trace contextRef="#ctx0" brushRef="#br0" timeOffset="-204038.29">8405 11994 12895 0,'0'0'576'0,"0"0"112"0,1 0-560 0,0 0-128 16,0 0 0-16,0 0 0 0,1 0 2112 0,1 1 384 15,-3-1 64-15,0 0 32 16,0 0-160-16,41 3-16 0,-41-3-16 0,0 0 0 0,45-4-1104 0,-45 4-208 16,30-7-64-16,-30 7 0 0,26-5-704 0,-26 5-160 15,0 0-32-15,32-5-15616 0</inkml:trace>
  <inkml:trace contextRef="#ctx0" brushRef="#br0" timeOffset="-203849.73">8432 12136 23951 0,'0'0'1056'0,"0"0"224"0,0 0-1024 0,22-5-256 0,-17 3 0 0,-1 0 0 16,2-1 1264-16,4-1 192 0,8-3 32 0,2-1 16 0,3 0-576 0,-4 0-112 16,-19 8-32-16,33-10 0 15,-33 10-2768-15,25-7-544 0,-25 7-112 0,0 0-32 0</inkml:trace>
  <inkml:trace contextRef="#ctx0" brushRef="#br0" timeOffset="-203099.73">8931 11923 12895 0,'-3'0'1152'0,"1"0"-928"16,1 0-224-16,1 0 0 0,0 0 1328 0,0 0 208 0,0 0 64 0,0-1 0 15,2 0 800-15,1-2 160 0,2 1 48 0,2-1 0 16,1-1-624-16,4 1-128 16,-12 3-32-16,26-5 0 0,-26 5-800 0,30-2-176 0,-30 2-16 0,0 0-16 15,44 7-560-15,-44-7-96 0,0 0-32 0,0 0 0 16,40 19-128-16,-40-19 0 0,0 0 0 0,0 0 0 15,0 0 0-15,0 0 0 0,0 0 0 0,7 31 0 16,-11-27 0-16,-2 1 0 0,-4 2 0 0,-2-1 0 16,0 1 0-16,-1 2 0 0,-2-2 0 0,-1 2 0 0,0-1 0 0,0 1 0 15,1 0 0-15,0 1 0 0,2-3 0 0,1 2 0 16,2-1 0-16,3-1 0 0,2 0 0 0,0-3 0 16,3 2 0-16,2-4 0 0,3 0 0 0,1 0 0 15,-4-2 0-15,0 0 0 16,28-3 0-16,-28 3 0 0,31-6 0 0,-31 6 0 0,41-7 0 0,-41 7 0 15,44-7 0-15,-44 7 0 0,45-3 0 0,-45 3 128 0,44 1-128 0,-44-1 0 16,39 7 144 0,-39-7-144-16,0 0 160 0,0 0-160 0,40 18 144 0,-40-18-144 15,0 15 128-15,-6-6-128 0,-3 1 0 0,-3 2 0 0,-4 2 128 16,-3-1-128-16,-1 2 0 0,-3-3 0 0,1 0 0 0,-1 0 0 16,0-3 0-16,2-1 0 0,1 1 128 0,1-5-128 15,4 1 0-15,2-2-192 0,3-1 32 0,4-2 16 16,3-2-1392-16,3-2-256 0</inkml:trace>
  <inkml:trace contextRef="#ctx0" brushRef="#br0" timeOffset="-202659.78">9704 12067 12895 0,'0'-2'1152'0,"0"2"-928"15,0 0-224-15,0 0 0 0,0 0 2208 16,0 0 400-1,1 0 80-15,1-2 0 0,0 2-1344 0,1 0-256 16,0 2-64-16,0 0-16 0,1-1 112 0,0 1 32 16,-4-2 0-16,0 0 0 0,0 0 192 0,0 0 32 0,0 0 16 0,0 0 0 15,42 14-2736-15,-42-14-560 0</inkml:trace>
  <inkml:trace contextRef="#ctx0" brushRef="#br0" timeOffset="-202478.34">9968 12041 23951 0,'4'3'1056'0,"-2"-3"224"0,1 2-1024 0,-1-2-256 0,-1 0 0 0,0 0 0 16,1 0 1472-16,0 2 224 0,2-1 48 0,-4-1 16 16,0 0-864-16,0 0-192 0,0 0-16 0,0 0-16 15,39 9-960-15,-33-11-192 0,-6 2-32 0,0 0-16 0</inkml:trace>
  <inkml:trace contextRef="#ctx0" brushRef="#br0" timeOffset="-202341.83">10128 12051 4607 0,'2'0'192'0,"-1"0"64"0,1 0-256 0,-1 0 0 16,0 0 0-16,0 0 0 0,1 0 992 0,-1 0 160 15,3 0 16-15,1 0 16 0,-5 0-800 0,0 0-176 16,0 0-16-16,0 0-16 0,0 0-48 0,0 0 0 0,32 2 0 15,-30-4 0-15,0 0-128 0</inkml:trace>
  <inkml:trace contextRef="#ctx0" brushRef="#br0" timeOffset="-202200.37">10317 12074 7359 0,'0'0'160'0,"0"0"32"0,0 0 16 0,0 0 0 0,39 11-208 0,-35-10 0 0,-4-1 0 0,0 0 0 15,0 0 2752-15,51 15 496 0,-51-15 96 0,43 14 32 16,-43-14-816-16,37 9-144 0,-37-9-48 0,0 0 0 15,46 8-1088-15,-46-8-240 0,0 0-32 0,40 2-16 16,-40-2-1248-16,0 0-240 0</inkml:trace>
  <inkml:trace contextRef="#ctx0" brushRef="#br0" timeOffset="-202026.72">10887 12153 1839 0,'0'0'160'0,"0"0"-160"15,0 0 0-15,34 2 0 16,-34-2 2112-16,0 0 400 0,0 0 80 0,0 0 16 0,35 7 272 16,-35-7 64-16,38 11 16 0,-38-11 0 0,0 0-1696 0,48 15-352 15,-48-15-64-15,0 0-11408 0</inkml:trace>
  <inkml:trace contextRef="#ctx0" brushRef="#br0" timeOffset="-201877.85">11423 12181 15663 0,'0'0'1392'0,"0"0"-1120"0,0 0-272 16,0 0 0-16,0 0 2720 0,0 0 480 0,0 0 112 0,0 0 16 16,40 14-512-16,-40-14-112 0,0 0-16 0,0 0 0 15,0 0-1744-15,26 36-368 16,-26-29-64-16,-6-5 0 0</inkml:trace>
</inkml:ink>
</file>

<file path=ppt/ink/ink8.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9:41:33.018"/>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3764 4971 3679 0,'1'-2'320'16,"0"0"-320"-16,-1 1 0 0,0 1 0 0,0 0 512 15,0 0 48-15,0-2 0 0,0 2 0 0,0-2 592 0,-1 2 112 16,0-2 16-16,0 4 16 0,-1-2-240 0,0 2-48 16,-1 1-16-16,-1 2 0 0,1 1-96 0,-1 2-32 15,-1 3 0-15,1 1 0 0,-2 0-48 0,0 5-16 16,-1 1 0-16,0 2 0 0,-1 1-224 0,0 0-64 15,-1-1 0-15,-1 0 0 0,2 0-80 0,-1-1-32 16,0 3 0-16,1-4 0 0,2 1-128 0,-1-3-16 16,1-1-16-16,3-1 0 0,0-3-240 0,3-5 0 0,1-2 0 0,2-2 0 15,0-4-1216-15,1-2-144 16,2-2-32-16,0-3-7840 0</inkml:trace>
  <inkml:trace contextRef="#ctx0" brushRef="#br0" timeOffset="253.29">3787 4992 6447 0,'1'-6'272'0,"0"3"80"16,0 0-352-16,0 0 0 0,0 2 0 0,-1 1 0 15,1 0 1344-15,0-2 192 0,1 0 32 0,1 1 16 0,-1-1 160 0,1 1 48 16,0 1 0-16,0 1 0 0,1 1-512 0,-2 1-80 16,-2-3-32-16,0 0 0 0,0 0-432 0,0 0-96 15,15 36 0-15,-15-36-16 0,6 32 0 0,-6-32 0 0,5 45 0 0,-5-45 0 16,4 47-112-16,-4-47-32 0,3 48 0 0,-3-48 0 15,3 43-224-15,-3-43-32 0,5 33-16 0,-5-33 0 16,0 0-400-16,8 33-64 0,-8-33-32 0,0 0 0 31,0 0-944-31,0 0-192 0,0 0-48 0,0 0-9824 0</inkml:trace>
  <inkml:trace contextRef="#ctx0" brushRef="#br0" timeOffset="446.2">3688 5216 14735 0,'-4'-5'640'0,"1"2"160"0,2 1-640 0,1 0-160 16,1 2 0-16,0-2 0 0,1 2 1984 0,0-1 384 0,2 1 64 0,3-2 0 0,2 1 0 0,2 0-16 16,-11 1 0-16,29-1 0 0,-29 1-1008 0,32 0-192 15,-32 0-32-15,36-1-16 0,-36 1-768 0,36-3-144 16,-36 3-48-16,35-3-16624 15</inkml:trace>
  <inkml:trace contextRef="#ctx0" brushRef="#br0" timeOffset="1659.61">4345 5156 6447 0,'-7'0'576'0,"4"2"-576"16,-1-2 0-16,-1 3 0 0,3-3 928 0,2 0 80 0,-1 0 16 0,-3 2 0 15,-1-1 1296-15,0 1 272 16,-1 0 48-16,2-1 16 0,0 0-480 0,1 1-112 0,2-2-16 0,0 0 0 0,2 0-640 0,2 0-144 31,1 0-32-31,1-2 0 0,2 0-368 0,1 0-80 0,2-3-16 0,3 0 0 16,2 1-272-16,3-4-64 0,0 1-16 0,3 0 0 0,0 0-256 0,-2 0-160 15,3 0 192-15,-4 2-192 0,-1 0 0 0,-2 0 0 16,-1 3 0-16,-4-3 0 16,-1 3-768-16,-2 0-128 0,-4 2 0 0,0 2-16 31,-3 0-1296-31,-1-1-256 0,-1 3-48 0,-3-4-9472 0</inkml:trace>
  <inkml:trace contextRef="#ctx0" brushRef="#br0" timeOffset="1895.5">4499 5000 5519 0,'-1'-11'240'0,"0"3"64"0,1 3-304 0,0 1 0 0,-1 3 0 0,1-2 0 15,0 2 1936-15,0 1 336 0,1-1 64 16,-1-1 16-16,0 2 624 0,-1 4 128 16,0 4 32-16,-1 1 0 0,0 3-1184 0,0 2-224 0,-2 5-64 0,0 0 0 31,0 2-1088-31,-1 1-240 0,-1-3-32 0,0 0-16 0,-1 0-288 0,1-2 128 0,0-3-128 0,0 0 0 15,1-2 192-15,0-2-192 0,1 1 192 0,1-4-192 16,2-2 320-16,1 0-64 0,2-1 0 0,2-3 0 0,0 1-64 0,2-2-32 16,1-2 0-16,3-1 0 0,2-2 48 0,1-2 16 15,1 0 0-15,1 0 0 0,0-3-96 0,3-1-128 16,0-1 176-16,2 0-176 16,0-2-768-16,-1 2-272 0,-2-2-48 0,-2 2-13584 15</inkml:trace>
  <inkml:trace contextRef="#ctx0" brushRef="#br0" timeOffset="2297.14">4737 5052 8287 0,'-3'-3'736'0,"3"3"-592"16,0-2-144-16,0 0 0 0,0 1 2288 0,1 1 416 0,0-2 96 0,1 0 16 15,3 0 320-15,1-3 80 0,2 0 16 0,2-2 0 16,0 2-1696-16,1 0-352 15,0 1-64-15,0 1-16 0,1 1-592 0,-1 0-112 0,0 0-16 16,-11 2-16-16,0 0-240 16,0 0-128-16,0 0 128 0,43 12-128 0,-43-12 0 0,0 0 0 15,0 0 0-15,0 0 0 0,22 44 0 0,-22-44 0 0,0 28 0 0,-1-13 0 32,-2 1 0-32,0-4 0 0,0 0 0 0,0-2 0 15,0-1 0-15,0 1 0 0,0-3 0 0,2 0 0 0,-1-3 0 16,0-1 0-16,1-1 0 0,-1 1 128 0,1-3 16 0,1 0 16 15,0 0 0-15,1-2 0 0,-1 1 96 0,1-3 0 16,0 3 16-16,1-3 0 0,-1 1-128 0,2-1-16 16,-2 0-128-16,2 1 192 0,1-2-192 0,1 0 144 15,0-2-144-15,1 0 128 0,0-1-128 0,2-1 160 16,0-2-160-16,0-1 160 0,2 2 128 0,-2-3 32 16,0 0 0-16,1 1 0 0,0 2-144 0,-1-1-32 15,1-1 0-15,-1 5 0 0,0-3-144 0,0 4 0 16,-2 3 0-16,0 0-17728 0</inkml:trace>
  <inkml:trace contextRef="#ctx0" brushRef="#br0" timeOffset="3007.86">5151 5056 18431 0,'3'0'816'0,"-2"-2"160"0,0 0-784 15,1 2-192-15,-1-2 0 0,0 1 0 16,1-1 2240-16,0 0 384 0,2-1 96 0,1-1 16 0,2-3-880 0,0 2-192 16,0-3-16-16,-1 4-16 0,0 0-928 0,-1 0-176 0,0 1-32 0,-1 0-16 31,-1 1-352-31,0 1-128 0,-1-1 0 0,-1-1 0 16,-1 3 0-16,-1-2 0 0,-1 0 0 0,-1 2 0 15,0-2 0-15,0 2 0 0,-3 0 0 0,1 2 0 0,-1-1-128 0,0 0 128 16,0 2 0-16,-1 2 0 0,-1 0 0 0,1 1-128 15,-2 1 128-15,2 0 0 0,0 3 0 0,-1-1 0 16,3 1 0-16,-2 0 0 0,1 1-128 0,2 1 128 0,0-3 0 0,2 1 0 16,1-1 0-16,1-2 0 0,1-1 0 0,0-1 0 15,2-1 0-15,1 1 0 0,-1-3 0 0,1 0 0 16,2-2 0-16,-1 0 0 0,1 0 0 0,0-1 0 0,0 0 0 0,-1-1 0 16,2-1 0-16,-2 0 0 0,0-1 0 0,1 2 0 31,-1-3 0-31,-1 2 0 0,1 0 0 0,-1 0 0 15,0 0 0-15,0 0 0 0,-1 0 0 0,0 0 0 0,0 0 0 0,0 1 0 0,-1-1 0 0,1 3 0 16,-1-2 0-16,-1 0 0 0,1 2 0 0,-1-2 0 16,0 2 0-16,-1 0 0 0,1 0 0 0,-1 0 0 15,0 0 0-15,0 0 0 0,1 2 0 0,-1-2 0 16,-1 0 0-16,1 2 0 0,1-2 0 0,-1 0 0 16,1 0 0-16,-1 0 0 0,0 0 0 0,1 0 0 0,0 0 0 15,0 0 0-15,0 0 0 0,0 0 0 0,0 0 0 0,0 0 0 16,0-2 0-16,0 2 0 0,0 0 0 0,0-2 0 15,-1 1 0-15,1 1 128 0,-1 0-128 0,1 0 0 16,-1 0 192-16,0 0-64 0,0 0-128 0,0 0 192 16,0 0 16-16,0 0 0 0,0 1 0 0,0-1 0 15,0 2-48-15,0-2-16 0,0 2 0 0,0-2 0 16,0 0-144-16,1 0 128 0,-1 0-128 0,1 0 128 16,-1 0-128-16,1 0 0 0,-1 0 0 0,1-2 0 15,0 2 0-15,-1 0 0 0,1-2 0 0,0 1 0 0,-1 1 0 31,0 0 0-31,0-2 0 0,0 2 0 0,0 0 0 0,0 0 0 16,-1 0 0-16,0 0 0 0,1 0 0 0,-1 0-144 16,0 2 144-16,0-2-160 15,0 3-1440-15,0-3-272 0</inkml:trace>
  <inkml:trace contextRef="#ctx0" brushRef="#br0" timeOffset="3623.53">5123 5102 7359 0,'-4'4'320'0,"2"-2"80"0,-1-1-400 0,1 1 0 0,1-2 0 0,1 0 0 16,-1 0 1664-16,1 0 240 0,-1 2 48 16,-1-2 16-16,1 0 272 0,1-2 48 0,0 0 16 0,1 1 0 15,1-1-640-15,0 0-112 0,1 0-16 0,-1-1-16 16,0 1-304-16,2-3-64 0,0 3-16 0,0-3 0 15,2 2-432-15,0-1-64 0,-1-1-32 0,2-1 0 16,-1 0-336-16,2 1-64 0,-2-2-16 0,1 2 0 16,0 1-192-16,-1-3 0 0,1 2 0 0,-1-2 0 15,0 2 0-15,-1-1 0 0,-2 2 0 0,0 0 0 16,0 2 0-16,-2-1 0 0,0 1 0 0,-1-1 0 16,0 3 0-16,-1 0 0 0,-1 0 0 0,-1 0 0 0,0 3 0 0,0-1 0 15,0 1 0-15,-2-1 0 0,2 2 144 0,-1 0-16 16,0 0 0-16,1 0 0 0,1-1 16 0,-2 0 0 15,2 1 0-15,-1-2 0 0,2 1-144 0,0-1 160 16,0-1-160-16,1 1 160 0,0 0-160 0,-1-1 0 16,1 0 0-16,-1 1 0 0,-1 1 0 0,1-1 0 15,-1 1 0-15,0 1 0 0,-1 1 192 0,2 0-64 16,-2 0 0-16,0 2 0 0,0 2 128 0,0-2 0 16,0 3 16-16,1-3 0 0,-1 2 32 0,1-1 0 15,0 1 0-15,1-2 0 0,-1 3-112 0,2-3-32 16,0 0 0-16,1-2 0 0,0 0-160 0,1-1 192 15,1-2-192-15,1 1 192 0,-1-3-192 0,3 0 0 16,1 0 144-16,-1-3-144 0,1 1 0 0,0 0 128 16,1-3-128-16,1 2 0 0,-1-1 0 0,0 2 0 0,1-1 0 0,-1 1 128 15,0 0-128-15,0 1 0 0,-1 1 0 0,0 0 0 16,-1 0 0-16,0 0 0 0,-2 0 0 0,1 0 0 31,-1-2-1024-31,-1 2-128 0,-1 0-32 0,0 0-15504 0</inkml:trace>
  <inkml:trace contextRef="#ctx0" brushRef="#br0" timeOffset="3724.42">5187 4857 11967 0,'1'0'1072'15,"0"-2"-864"-15,0 2-208 0,-1 0 0 0,1 2 2064 0,0-2 368 16,1 1 80-16,0 1 16 0,3 0 1056 0,0 3 192 15,-5-5 64-15,0 0 0 0,0 0-2352 0,0 0-464 16,35 33-80-16,-35-33-32 0,0 0-656 0,0 0-256 0,0 0 176 0,40 36-17216 16</inkml:trace>
  <inkml:trace contextRef="#ctx0" brushRef="#br0" timeOffset="4313.35">5538 5154 17503 0,'1'-3'768'0,"-1"3"176"0,1-2-752 0,0 0-192 0,0 1 0 0,-1 1 0 16,2-2 2320-16,0 1 432 0,2-2 96 0,0 0 16 16,3-2-1136-16,0-1-240 0,1 0-32 0,-2 0-16 15,2 0-1024-15,-2-2-208 0,0 0-32 0,-1 1-16 16,-1 1-160-16,-2-2 0 0,0 3 0 0,-3-2 0 16,-1 2 0-16,-1 0 0 0,-3-2 0 0,1 3 0 15,-3 1 0-15,0 1 0 0,-2-1 0 0,-1 3 0 16,0 3 0-16,-1-1 0 0,0 3 128 0,-1 2-128 0,1 2 128 15,1 1-128-15,0 2 128 0,2 2-128 0,1-2 144 0,0 2-144 16,2 0 160-16,0 1-160 0,2 1 256 0,2-4-32 16,1 0-16-16,0-3 0 0,2 1 0 0,1-1 0 15,3-2 0-15,0-4 0 0,-1 0-80 0,4-3 0 16,0-1-128-16,3-3 192 0,1-1-192 0,1-3 0 16,2-1 128-16,-1-2-128 0,1 1 0 0,-1-2 0 15,-1 0-144-15,-1 0 144 16,0 2-608-16,-2-1-32 0,-1 1 0 0,-2 1 0 15,-2-1-64-15,-1 1-32 0,-1 3 0 0,-2 0 0 0,0 3 464 0,-2 0 80 16,-1 2 32-16,0 2 0 0,-1 0 160 0,1 4 0 16,-1 2 0-16,0 3 0 0,0-1 288 0,0 1 96 15,2 1 0-15,0 1 16 0,1 0 304 0,0 2 48 0,0-14 16 0,0 0 0 16,10 34-192-16,-10-34-48 0,0 0 0 0,0 0 0 16,0 0-208-16,41 24-64 0,-41-24 0 0,27-5 0 15,-12 1-256-15,1-5 0 0,-1 0 0 0,0-3 0 31,1-2-1152-31,1-2-176 0,0 0-32 0,0-2-13872 0</inkml:trace>
  <inkml:trace contextRef="#ctx0" brushRef="#br0" timeOffset="4471.38">5960 4786 9215 0,'1'-2'400'0,"-2"0"96"0,1 0-496 0,0 2 0 16,-1 2 0-16,0 0 0 0,0 0 2144 0,-2 5 336 15,0 3 64-15,-2 4 16 0,-2 7 192 0,0 5 64 16,0 5 0-16,0-1 0 0,0 4-864 0,2-1-160 15,-1 3-48-15,2-3 0 0,3-2-848 0,0-3-192 0,1-28-16 0,2 46-16 32,-2-46-1104-32,6 31-208 0,-6-31-64 0,0 0-15152 0</inkml:trace>
  <inkml:trace contextRef="#ctx0" brushRef="#br0" timeOffset="6730.1">6516 4900 14735 0,'1'2'1312'0,"0"1"-1056"0,0-1-256 0,0-2 0 16,0 1 1024-16,0 1 160 0,1 0 32 0,1 2 0 16,-3-4-768-16,0 0-160 0,0 0-32 0,0 0-6080 15,0 0-1216-15</inkml:trace>
  <inkml:trace contextRef="#ctx0" brushRef="#br0" timeOffset="6926.82">6500 5028 3679 0,'-2'7'320'0,"1"-4"-320"0,0 3 0 0,0-3 0 0,0 0 1664 0,0 0 272 15,0 1 48-15,0 5 16 0,-1 3 544 0,-1 4 96 16,0 1 32-16,0 0 0 0,1-1-1104 0,0-4-224 16,1 1-32-16,1-4-16 0,1-2-720 0,1 0-128 15,1-4-48-15,1-2-8096 16,2-1-1632-16</inkml:trace>
  <inkml:trace contextRef="#ctx0" brushRef="#br0" timeOffset="7256.43">6793 4971 15663 0,'3'-2'688'0,"-1"2"144"0,-1 0-656 0,-1 0-176 0,0 2 0 0,-1-2 0 0,-1 1 1648 0,0 1 288 15,-1 1 64-15,-2 0 16 0,-3 3-320 0,-1 0-64 16,-1 0-16-16,0 0 0 0,-1 2-480 0,0-2-112 15,0 2 0-15,1-1-16 16,1-2-432-16,1-1-96 0,1 1-16 0,1 0 0 16,3-3-272-16,0 0-48 0,3 1-16 0,0-1 0 15,2 1 0-15,1-3-128 0,0 0 192 0,3 0-64 0,0 0 192 0,3 0 16 0,0 0 16 0,1 0 0 16,-10 0 32-16,0 0 0 0,34 6 0 0,-34-6 0 16,0 0-192-16,36 13-48 15,-36-13 0-15,0 0 0 0,0 0-144 0,40 23 0 0,-40-23 144 0,0 0-144 16,0 0 160-16,0 0-32 0,0 0-128 0,4 37 192 15,-11-31 96-15,-2-1 16 0,-3 0 0 0,-1 0 0 16,0-1-96-16,-1 0-16 0,-2-1 0 16,0 0 0-16,3-1-192 0,-1 0 128 0,2-2-128 0,0 0 0 15,3 0 0-15,1 2 0 0,4-2 0 0,2-2 0 16,1 1-224-16,4 0-96 0</inkml:trace>
  <inkml:trace contextRef="#ctx0" brushRef="#br0" timeOffset="7631.99">7404 4917 17503 0,'0'-1'768'0,"0"-1"176"0,0 2-752 0,0-1-192 16,0 1 0-16,0 0 0 0,0 1 2736 0,0-1 512 0,0 0 96 0,0 2 32 16,0-2-1008-16,-1 3-192 15,1 0-32-15,-1 0-16 0,1 1-1232 0,-1 3-240 16,1 0-48-16,-1 2-16 0,1 3-288 15,-2-2-64-15,1 4-16 0,-2 0 0 0,1 0-96 0,0 5-128 16,-2-1 176-16,0-1-176 0,1 0 128 0,1-2-128 16,-1 0 0-16,1-4 0 0,1-2 0 0,1 0 0 0,-1-3 0 0,1-2 0 15,0 1-336-15,0-3-80 0,1-2-16 0,-1 0-17184 32</inkml:trace>
  <inkml:trace contextRef="#ctx0" brushRef="#br0" timeOffset="7857.37">7241 5061 9215 0,'-3'0'816'0,"2"0"-656"0,0 0-160 16,2 0 0-16,0 0 2208 0,-1 1 416 0,1-1 64 0,1 0 32 15,2 2 944-15,2-4 192 0,5 1 48 0,0-1 0 16,1-1-1760-16,2-1-352 0,2 1-64 0,0-2 0 16,1 1-1024-16,0-1-208 0,1 0-48 0,0 1 0 15,-1-1-320-15,0 0-128 0,0 1 0 0,-1-1 144 16,-1 2-144-16,1-3 0 0,-1 3 0 0,1-3 0 15,-1 0 0-15,2-1 0 0,-1-1 0 0,-1 2 0 16,-2-2-768-16,-3 1-64 0,0 0-32 0,-2 0 0 16,1-2-2576-16,-2-2-512 0</inkml:trace>
  <inkml:trace contextRef="#ctx0" brushRef="#br0" timeOffset="8380.41">7656 4751 8287 0,'-1'-17'368'0,"0"12"80"15,1 0-448-15,0 3 0 0,0 2 0 0,0 0 0 0,0-1 2384 0,1-2 400 16,-1 0 80-16,0 0 16 15,-1 3 320-15,0 4 80 0,-1 2 16 0,0 6 0 0,0 0-1136 0,-2 2-240 16,0 2-32-16,-1 4-16 0,0 1-992 0,-2 2-208 16,0 1-32-16,0 0-16 0,1-4-304 0,0 3-64 15,-2 3-16-15,2 0 0 0,0 0-112 0,2-2-128 16,2-3 176-16,2-21-176 0,3 33 0 0,-3-33 0 16,0 0 0-16,0 0 0 0,0 0 0 0,29 34 0 15,-20-35 0-15,1-2 0 0,1-3 0 0,-1-3-224 0,1 1 64 0,0-1 16 31,0 0-432-31,-1-1-96 0,2-2-16 0,-3 5 0 16,0 0 48-16,-1 0 0 0,-1 0 0 0,-1 2 0 0,0 0 448 0,0 3 192 0,-2 0-176 0,0 2 176 16,0 0 0-16,-2 2 0 0,1 0 0 0,-1 3 0 15,-2-5 208-15,0 0 48 0,0 0 0 0,0 0 0 16,12 40 240-16,-12-40 48 0,0 0 16 0,0 0 0 16,0 0-336-16,21 39-64 0,-21-39-16 0,0 0 0 15,0 0-144-15,0 0 128 0,40 9-128 0,-29-12 128 16,2-1 32-16,0-3 0 0,0 0 0 0,2-1 0 0,0-1-160 0,1 0 192 15,0 0-192-15,-2 0 192 0,2 0-192 0,-2 0 0 16,-1 1 0-16,-2 2 0 0,-1 1-192 0,2 0 192 16,-2 0-192-16,-1 0 192 0,-1 1-256 0,-1 1 64 15,-2-1 0-15,0 1 16 0,-1 1 32 0,-1-3 0 16,-2 1 0-16,0 1 0 0,-1-4 144 16,-1 1-160-16,0-2 160 0,-2 1-160 15,0-1 160-15,-1-1 0 0,0 0 0 0,-2-1 0 16,0 0 0-16,-1 3 0 0,1 2 0 0,0 3 0 0,0 2 0 0,-2 3 0 15,3 2 160-15,-2 1-160 0,1 4 448 0,-1 2-16 0,1 1 0 0,-1 2 0 16,3 4-128-16,0-1-32 0,2 2 0 0,2-20 0 16,2 36-144-16,-2-36-128 15,0 0 192-15,20 41-192 0,-20-41 128 0,0 0-128 16,38 23 0-16,-38-23 0 0,33 0 0 0</inkml:trace>
  <inkml:trace contextRef="#ctx0" brushRef="#br0" timeOffset="9420.65">8827 4962 11055 0,'1'-3'976'0,"-1"-1"-784"0,1 3-192 0,-1-1 0 15,1 2 928-15,-1 0 144 0,-1-1 16 0,1 0 16 16,0 1 1488-16,-1-2 288 0,0 1 64 0,-1 2 16 16,0 1-1360-16,0 0-256 0,-2 3-64 0,-1 0-16 15,0 4-640-15,-1 0-128 0,0 4-32 0,-1 3 0 0,0 1 0 0,0 2 0 16,1 3 0-16,2-2 0 0,2 1 176 0,1-4 16 16,1-17 16-16,0 0 0 0,0 0-144 0,0 0-16 15,33 33-16-15,-20-35 0 0,2-3-272 0,0-2-48 16,4-5-16-16,-1-2 0 0,2-2 32 0,-2-3 0 15,-2 3 0-15,-1-1 0 0,-2 0-192 0,-1-1 0 16,-2 1 0-16,-3 0 0 0,-4 4-352 0,-1 2 48 16,-4 1 16-16,-1 1 0 0,-5-1 32 0,-2 3 16 15,0 2 0-15,-2 1 0 0,-1 2 240 0,-1 2-192 16,-2 0 192-16,0 2-192 0,1 2 192 0,1 2 0 16,1 0 0-16,3 2 0 0,-1-2 160 0,4 3 80 15,1 0 16-15,2-1 0 0,2 0-80 0,2-1-16 0,3-2 0 16,-3-5 0-16,0 0-160 0,0 0 0 0,0 0 0 0,47 14 0 31,-32-16-1536-31,2-1-176 0,1-2-32 0,0-1-16 16,-1 0-2448-16,3 0-480 0,0-2-112 0,1-1 0 0,-1-1 3824 0,-1 1 768 0,-4 2 208 0,1 0 0 15,-1-1-176-15,0-1 48 0,-2 2 0 0,-3 0 128 16,-1 1 1264-16,-2 0 336 0,-4 3 80 0,1-1 16 16,-2 0 1264-16,0 3 256 0,-1-3 48 0,-1 3 16 15,0-1-720-15,0 2-128 0,-1-2-48 0,0 2 0 16,0 2-1072-16,0-2-224 0,-1 3-32 0,0 1-16 0,0 1-528 15,0 0-96-15,0 2-32 0,0 0 0 0,0 2-256 16,-1 5-128-16,2 1 0 0,-1 4 144 0,-1 5-144 0,0 2-176 16,0 4 48-16,1 2 0 15,-3 5-48-15,0-1 0 0,1 1 0 0,0-3 0 0,1-1-32 0,0-2-16 16,2-3 0-16,1-2 0 0,0-26-128 16,3 34-32-16,-3-34 0 0,0 0 0 15,0 0-1568-15,0 0-320 0,0 0-64 0,0 0-14128 0</inkml:trace>
  <inkml:trace contextRef="#ctx0" brushRef="#br0" timeOffset="9677.4">9056 4945 8287 0,'0'-5'368'0,"1"1"80"0,1 1-448 0,0 1 0 0,0 0 0 0,0 1 0 15,1 1 2176-15,2-2 368 0,2 0 64 0,4-3 16 16,1 0-576-16,5-2-96 0,2 2-32 0,-1-1 0 15,1 1-576-15,-2 2-112 0,-2 1-16 0,-1 2-16 16,-2 0-512-16,-3 1-112 0,-2 2 0 0,-2 2-16 16,-3 0-432-16,-2 0-128 0,-1 3 0 0,-3 0 0 15,-3 2 240-15,0-1-64 0,-3 2-16 0,-1 0 0 16,-2 1-160-16,-1-1 160 0,1-1-160 0,0 1 160 16,0-1-160-16,2 0 0 0,0-3-160 0,4-2 160 15,1 1-1328-15,3-3-160 0</inkml:trace>
  <inkml:trace contextRef="#ctx0" brushRef="#br0" timeOffset="9977.64">9269 4986 11967 0,'6'-1'1072'0,"-1"1"-864"16,-1-2-208-16,0 0 0 16,-1 1 2592-16,-1 1 480 0,0 0 80 0,2-2 32 15,4 0 208-15,3-2 32 0,3-1 16 0,0 0 0 0,0 0-2208 0,0-1-432 0,1 0-96 0,-1-1 0 16,0 0-528-16,-2 0-176 15,0-1 0-15,-2 2 144 0,0-2-144 0,-3 1 0 0,-1 0 0 0,-4-2 0 16,-1 4-128-16,-3-2 128 0,-1 0-160 0,-3 2 160 31,0 2-512-31,-4 0-16 0,1 3 0 0,-1 1 0 0,0 1 128 0,0 3 16 0,2-2 16 0,0 1 0 16,-2 4 368-16,1-1 192 0,0 4-32 0,0-1 0 16,2 0 336-16,1 1 64 0,-2 1 16 0,3 0 0 15,-1 2-32-15,1-2 0 0,2 2 0 0,1-2 0 16,2-12-256-16,0 0-48 0,0 0-16 0,0 0 0 15,19 41-224-15,-19-41 0 0,0 0 0 0,0 0 0 16,39 6 0-16,-27-8 0 0,1 0 0 0,0-3-160 31,1-2-1488-31,-1 2-288 0</inkml:trace>
  <inkml:trace contextRef="#ctx0" brushRef="#br0" timeOffset="10308.04">9558 4922 12895 0,'2'-1'576'0,"0"-1"112"0,0 2-560 0,0-3-128 0,0 3 0 0,0-2 0 0,2 1 1984 0,0 0 384 0,4-4 64 0,2 0 0 16,2-2-272-16,0 2-64 15,0 1-16-15,0 0 0 0,-2 3-560 0,1 1-112 0,-2 1-32 0,-2 1 0 16,-1 2-672-16,-6-4-144 0,0 0-32 0,0 0 0 16,0 0-304-16,0 0-64 0,22 43-16 0,-23-34 0 31,0 2 48-31,-2 0 0 0,0-4 0 0,-1 2 0 0,-1-4 80 0,2 1 32 15,-3-2 0-15,1 0 0 0,1-1 144 0,0-3 16 16,1 0 16-16,2-3 0 16,0 1-176-16,1-1-48 0,1-3 0 0,0 0 0 0,2 0-256 0,1-2 128 15,1 1-128-15,2-4 0 0,-1 2 0 0,3-2 0 0,-1 2 0 0,3-3 0 16,2-2 0-16,0 2 0 0,0 0 0 0,0 1 0 16,1 2 0-16,-1 0 0 15,0 3 0-15,-2-2 0 16,1 4-1488-16,0 1-208 0,-1 1-32 0,0 2-14736 0</inkml:trace>
  <inkml:trace contextRef="#ctx0" brushRef="#br0" timeOffset="10923.23">9941 4914 6447 0,'4'2'272'0,"-1"-2"80"0,1 0-352 0,-1 0 0 0,-1 0 0 0,0-2 0 16,0 2 2704-16,2-2 480 0,3-3 80 0,3 0 32 15,2-2-544-15,0-2-128 0,1 1 0 0,-1-1-16 16,-2 2-496-16,-2 0-112 0,-1 0-16 0,-1-1 0 15,-2 2-2176 1,-1-1-432-16,-3 2-80 0,-1 2-32 0,-1-1 736 0,-2 3 0 0,-2 1 0 0,-1 0 0 16,-1 3 0-16,-1 2-144 0,0 0 144 0,-2 2-128 0,3-1 128 0,0 2-128 15,-3 2 128-15,1 1-128 16,2 1 128-16,1-3 128 0,2 1-128 0,-1 0 176 0,3-1 16 0,-1 0 0 16,1 2 0-16,2-2 0 0,1-9 224 15,0 0 48-15,0 0 16 0,0 0 0 0,0 0-176 0,0 0-48 16,0 0 0-16,26 37 0 15,-19-37-256-15,0-2 0 0,0 0 128 0,0 1-128 0,-1-1 0 0,2-2 0 16,-1 1 0-16,2-2-144 0,0 1-160 16,0-4-16-16,0 4-16 0,0-4 0 15,0 2-432-15,0-4-96 0,1 1-16 0,-1-1 0 16,-2 3 368-16,0-2 64 0,-1 0 0 0,0 1 16 0,-1-2 432 0,-2 4 0 0,0 0 0 16,-2 3 0-16,0 2 160 0,-2 2 112 0,0 0 32 0,-1 2 0 15,1 1 560-15,-1 1 112 0,1 2 32 0,-2 0 0 16,3-7-304-16,0 0-48 0,0 29-16 15,0-29 0-15,0 0-352 0,0 0-80 0,10 37-16 0,-10-37 0 16,0 0-192-16,0 0 128 0,0 0-128 0,38 26 0 16,-38-26 0-16,25-1 128 0,-11-2-128 0,0-1 0 15,2-2 0-15,1-3 0 0,1-3 0 0,-1 0 0 16,1-2 0-16,-1 0-128 0,0-3 128 0,0 3-208 16,-1-2-16-16,-2 1 0 0,1 1 0 0,-3-3 0 15,-1 3 224-15,-2 0 0 0,-1 0 0 0,-1 2 0 0,-1 0 0 16,0 0 0-16,-2 3 0 0,-2 4 0 0,0 0 256 0,0 3-48 15,-1 4-16-15,-1 1 0 0,0 1 112 0,0 3 16 16,-1 0 0-16,0 3 0 0,0-2-96 0,-1 3-16 16,1 3 0-16,-1 1 0 0,-1 1-64 0,-1 3-16 15,1 4 0-15,-1-1 0 0,1-5 64 0,-1 5 0 16,2 2 0-16,-1 1 0 0,3-25-192 0,-4 48 192 16,4-48-192-16,0 40 192 0,0-40-368 0,0 0-64 15,0 0-16-15,7 35 0 16,-6-32-800-16,1-3-160 0,1-5-48 0,1-2-15056 0</inkml:trace>
  <inkml:trace contextRef="#ctx0" brushRef="#br0" timeOffset="11128.39">10335 4798 12895 0,'-1'0'576'0,"0"-2"112"0,0 2-560 0,1 0-128 0,0 2 0 0,1-2 0 15,0 0 2752-15,1 2 512 0,1-1 96 0,1 1 32 16,-4-2-240-16,0 0-32 0,0 0-16 0,32 9 0 15,-32-9-1776-15,0 0-368 0,34 2-64 0,-21-2 0 16,-1-2-640-16,1 1-112 0,2-2-16 0,-1 0-128 0,1-2 0 0,-1 1 0 31,0-1 0-31,-1 0-192 0,-1 1-1728 0,0 1-320 0</inkml:trace>
  <inkml:trace contextRef="#ctx0" brushRef="#br0" timeOffset="11301.8">10635 4776 13823 0,'10'-4'608'0,"-2"-1"128"0,1 0-592 0,-3 1-144 16,-1 1 0-16,-2 1 0 0,2 0 2640 0,4-1 496 15,5-4 112-15,5 0 16 0,1 0-768 0,-1 2-128 16,-3 1-48-16,-3 1 0 0,-2 3-1552 0,-4 0-304 16,-1 2-64-16,-3 1-16 15,0 1-384-15,-3-1-272 0,-2 0 32 0,-1 1-15232 0</inkml:trace>
  <inkml:trace contextRef="#ctx0" brushRef="#br0" timeOffset="11476.19">10723 4819 6447 0,'-2'3'576'0,"0"1"-576"16,0-1 0-16,1 0 0 0,0-1 2752 0,-1 2 448 0,0 2 96 0,-4 5 16 16,1 3 416-16,-2-1 96 0,2 3 16 0,5-16 0 0,-8 24-2368 0,8-24-480 15,0 0-96-15,-3 28 0 0,3-28-896 0,0 0 0 31,0 0 0-31,0 0-15680 0</inkml:trace>
  <inkml:trace contextRef="#ctx0" brushRef="#br0" timeOffset="12058.93">10867 4822 9215 0,'0'0'816'0,"0"0"-656"16,-1 0-160-16,0 0 0 0,1 1 1824 0,-1 0 336 15,-1 1 64-15,0 1 16 0,-1 2 640 0,0 1 128 0,-2 2 16 0,1-1 16 16,1 2-1296-16,1-1-256 0,1-1-48 0,0 1-16 16,1-8-592-16,0 0-112 0,0 0-16 0,0 0-16 15,0 0-288-15,0 0-48 0,0 0-16 0,0 0 0 16,33 30-176-16,-25-31-32 0,-1 1-128 0,1-3 192 16,1 0-192-16,0-2 144 0,1 0-144 0,0-2 128 15,1 0-128-15,-2 0 0 0,0 0 0 0,-1-1 0 16,-1 1 0-16,-2 0 0 0,-2 1 0 0,-2 0 0 15,-2 0 0-15,-1 0-176 0,-3-1 176 0,-1 2-192 16,-1 1-224-16,-1 0-48 0,-1 3-16 0,0-1 0 16,-1 4 240-16,0 1 48 0,0-1 16 0,1 2 0 15,0 1 176-15,0-1 0 0,4-1 0 0,-1 2 0 16,2 0 320-16,0-3-16 0,1 3 0 0,2-4 0 0,1 3 112 16,0-3 32-16,2 0 0 0,2-1 0 0,0 0-272 15,2 0-48-15,0-1-128 0,3-2 192 0,1 0-192 0,3-2 128 16,1 1-128-16,3-1 0 0,0 0 0 0,3 0 0 15,-1-2 0-15,0 1 0 0,-3 1 0 0,1 0 128 16,2-2-128-16,-2 2 0 0,1 1 0 0,-1 0 128 16,-3 2-128-16,-1 1 0 0,-1 0 256 0,0 1-32 15,-12 0-16-15,0 0 0 0,0 0 64 0,0 0 16 16,0 0 0-16,0 0 0 0,0 0-144 0,17 40-16 16,-21-32-128-16,-3 1 192 0,0 2-192 0,-1-1 0 0,0 2 0 15,0 0 0-15,2-4 0 0,-1 1 0 0,2 0 0 0,0-2 0 16,2 0 0-16,1-2 0 0,1-3 0 0,1-1 0 15,1-2 0-15,1-1 0 0,3-3 0 0,1-2 0 16,2-2 0-16,1-2 0 0,1 0 0 0,3-3 0 16,1 0 0-16,2-2 0 0,1 1 0 15,0 1 0-15,-1 2 0 0,1 0 0 0,-1 3 0 0,-1 1 0 16,-2 4 0-16,0 1 0 0,-2 1 0 0,-11 2 0 16,0 0 128-16,0 0-128 0,0 0 0 0,0 0 144 15,28 33-16-15,-28-33-128 0,-4 22 192 0,-2-8-64 16,0 1-128-16,-2-2 0 0,2-1 0 0,-1 0 128 0,3-3-128 15,1 1-224-15</inkml:trace>
  <inkml:trace contextRef="#ctx0" brushRef="#br0" timeOffset="14020.39">12018 4753 12895 0,'1'-2'1152'0,"-1"1"-928"16,0 1-224-16,0 0 0 0,0 0 1168 0,-1 0 192 0,0 0 48 0,0 0 0 15,-1 0 640-15,-1 0 144 0,-1 3 32 0,0-1 0 16,0 3-800-16,-2 0-144 0,1 0-48 0,-1 2 0 15,0 0-528-15,0 0-96 16,0 2-32-16,-1 1 0 0,2-1-128 0,0-2-16 0,1 3-16 0,1-5 0 0,1 0-32 0,1-1-16 16,2 1 0-16,1-2 0 15,0-1-112-15,2 0 0 0,1-2-16 0,0 2 0 0,1-2-112 0,1 0-128 16,1-2 176-16,1 2-176 0,0-2 160 16,2-3-160-16,1 2 128 0,0-3-128 15,0 0 0-15,1 0 0 0,-1-1 0 0,-1-1 0 0,1-1 0 0,-1-1 0 16,-1-2 0-16,-2 1 0 0,0 1 0 0,-4-2 0 15,-3 1 0-15,-2-1 0 0,-4 2 0 0,-2 1 0 16,-2 2 0-16,-3 2 0 0,-1 2 0 0,-2 1 0 16,2 2 0-16,-1 2 0 15,0 1 0-15,1 0 0 0,1 3 128 0,1-1-128 0,4 0 0 0,1 0 0 0,3 2 0 0,2-3 0 16,2 1 0-16,2-2 0 0,3 0-176 0,2-2-10704 16,3 1-2128-16</inkml:trace>
  <inkml:trace contextRef="#ctx0" brushRef="#br0" timeOffset="14325.97">12435 4556 17503 0,'9'-7'768'0,"-4"2"176"0,0 1-752 0,-1-1-192 15,-2 2 0-15,-1 1 0 0,1 0 1808 0,-1-3 336 16,3-4 64-16,0-1 16 0,0-3-400 0,-3 0-80 16,0 1-16-16,-3 0 0 0,1 1-544 0,-4 3-112 15,-1 1-32-15,1 3 0 0,-2 1-432 0,1 3-96 31,-2 3 0-31,-1 1-16 0,3 1-224 0,-2 2-32 0,1 3-16 16,-1 2 0-16,2 2-224 0,0 2 128 0,0 6-128 0,-1 1 0 0,1 6 0 0,-1 1 128 16,1 5-128-16,1 0 0 0,1 2 0 0,-1-1 0 15,0-1 0 1,1 1 0-16,-2-2 0 0,0 0 0 0,0-2 0 16,1-3 0-16,-1 1 0 0,0-1-128 0,-1-1 128 0,1-2 0 15,-2 0 0-15,1-7 0 0,0-2 0 0,2-5 0 16,0-3 0-16,1-2 0 0,1-3 0 0,1-1-160 15,0-3-176-15,1-3-48 0,0-1 0 0,1-1 0 16,-1-2-1456-16,0-2-288 0,1-1-64 0,-1-2-7328 16,-1-2-1456-16</inkml:trace>
  <inkml:trace contextRef="#ctx0" brushRef="#br0" timeOffset="14467.45">12177 4784 14223 0,'-1'-5'304'0,"1"2"64"0,1 0 16 0,0 2 32 0,1-1-416 0,0 2 0 16,0 0 0-16,3-2 0 0,2 1 3264 0,5-3 560 15,2 1 112-15,3-2 32 0,2 1-2320 0,1 0-464 16,0-1-96-16,3 0 0 0,1 0-880 0,0-2-208 16,1 0 0-16,0 1-14336 0</inkml:trace>
  <inkml:trace contextRef="#ctx0" brushRef="#br0" timeOffset="14872.04">13276 4473 9215 0,'3'-5'816'0,"-2"3"-656"0,0 0-160 0,0 0 0 0,-1 1 2384 16,0 1 448-16,-1 0 96 0,1 1 16 0,0 1 256 0,-2 2 48 16,-2 1 16-16,0 4 0 0,1-1-1920 0,-3 2-368 15,0 6-80-15,-3 3 0 0,1 2-480 0,-2 5-96 16,-1 0 0-16,1 1-16 0,-1 3-96 0,1-1-16 16,1-3 0-16,0-2 0 15,2-3-48-15,1 0-16 0,2-4 0 0,1-1 0 0,3-16-128 0,-3 29 0 0,2-20 0 0,1 1 0 16,0-10 0-16,0 0 0 0,0 0-128 0,0 0 128 15,0 0-128-15,0 0 128 16,0 0-160-16,0 0 160 0,0 0-1344 16,41 19-192-16,-34-27-16 0,0 2-16 0,-1-4-992 0,1 1-192 15,-2-1-32-15,0-1-16 0,-1 1-48 0,-2-2-16 0</inkml:trace>
  <inkml:trace contextRef="#ctx0" brushRef="#br0" timeOffset="15055.26">13164 4720 3679 0,'-15'0'160'0,"9"0"32"0,4 0-192 0,0 0 0 0,1 0 0 0,0 1 0 15,-2-1 2128-15,-1 1 384 0,-2-1 80 0,0 2 16 0,1-2 352 0,0 1 80 16,2-1 16-16,3 0 0 0,1-1-1056 0,2-1-208 16,2 1-32-16,2-2-16 15,2 0-400-15,2 0-96 0,2 1-16 0,0 0 0 0,1-2-400 0,1 1-64 16,2 3-32-16,0-3 0 16,2 0-480-16,-1-1-80 0,0 0-32 0,0 1 0 0,-1 1-144 0,-2-2 0 15,2-1-160-15,-1 2 160 31,0-1-1808-31,0 1-272 0</inkml:trace>
  <inkml:trace contextRef="#ctx0" brushRef="#br0" timeOffset="15436.2">13358 4770 11967 0,'4'0'1072'15,"1"-3"-864"-15,-1 1-208 0,-2 2 0 16,1-2 1808-16,0 1 320 0,5-1 64 0,6-3 16 15,5-2-16-15,4-2 0 0,-1 2 0 0,1-1 0 16,-1 1-1200-16,-2 2-240 0,-2-1-48 0,-2 1-16 0,-1 0-368 0,-3 1-64 16,-1 1 0-16,-1 0-16 0,-3 0-240 0,-1 0 128 15,-3 0-128-15,-1 0 0 0,0-1 0 0,-2 2 0 16,0-1 0-16,-3-2 0 0,0 1 0 0,-1-1-128 16,-1 0 128-16,0 1-208 15,0 1-240-15,-1-1-32 0,-3 1-16 0,1 1 0 0,-1-1 304 0,-1 3 192 16,2 0-208-16,0 1 80 0,-1 3 128 0,0 1 128 15,0 3-128-15,-1 0 176 0,1 2 1248 0,-1 2 256 0,1 2 48 0,-1 0 16 32,2 0-1744-32,0 1-368 0,1-1-64 0,2-2-16 0,1 0 656 0,2 2 128 0,2-4 32 15,1 1 0-15,-1-11 32 0,0 0 16 0,0 0 0 0,0 0 0 16,41 24-288-16,-27-26-128 0,1-1 128 0,3 1-128 16,1-3 0-16,1-1 0 0,1-2-192 15,1 1 192-15,-1-1-1728 0,-1-1-208 0,1 2-48 16,-2-3-12176-16</inkml:trace>
  <inkml:trace contextRef="#ctx0" brushRef="#br0" timeOffset="15720.91">13853 4677 7711 0,'15'-12'160'0,"-10"7"32"0,-1 3 16 0,-2 1 32 0,-1 0-240 0,1 1 0 0,1-3 0 0,3-2 0 0,1 1 2880 0,2-3 544 16,-3 2 96-16,-2 1 32 0,-1 1-544 0,-4 3-96 16,-1 0-32-16,-3 0 0 15,-1 2-1152-15,-4 2-256 0,0 0-32 0,-1 3-16 0,0-1-576 0,-1 3-112 16,-3 2-32-16,0-1 0 0,0 1-304 0,2 1-64 15,1-3-16-15,4 1 0 0,2-3-320 0,4 0 144 16,1-4-144-16,2 2 0 16,1-1 0-16,3-2 0 0,2 0 0 0,2-2 0 15,0 1 0-15,1 1 0 0,-10-2 0 0,0 0 0 0,35 6 0 0,-35-6 0 0,0 0 0 0,0 0 0 16,36 13 0-16,-36-13-144 0,0 0 144 0,0 0 0 16,0 0 0-16,0 0 0 0,0 0 0 0,19 40 0 15,-22-35 0-15,-1 1 0 0,-2-2 0 0,-1 1 0 16,0-1 0-16,1 0 0 15,-2-1 0-15,1-2 0 0,1 1 0 0,0 0 0 0,0-2 0 0,2-2 0 16,0 2 0-16,2-3 0 0,3 0 0 0,1-1-11776 16,2-1-2288-16</inkml:trace>
  <inkml:trace contextRef="#ctx0" brushRef="#br0" timeOffset="16178.82">14167 4570 15663 0,'10'-7'688'0,"-5"2"144"0,0 2-656 0,-3 0-176 16,-1 1 0-16,0 2 0 0,-1 0 2176 0,1 0 416 16,0 2 80-16,-1 0 16 0,0 2-672 0,-3 4-128 15,1 1-32-15,-3 3 0 0,-1 2-1216 0,0 3-256 16,-1 0-64-16,1 1 0 16,-1 1-192-16,3 0-128 0,-1-1 128 0,5-18-128 15,-3 28 0-15,3-28 144 0,0 0-144 0,0 0 0 16,0 0 0-16,16 42 0 0,-10-37 0 0,1-3 0 0,1 0 0 0,0-2 0 0,0 0 0 0,1-2 0 15,0 0 0-15,0-3 0 0,0 0 0 0,-1 1-144 16,-1-1-784 0,0-1-160-16,-1 0-16 0,-1 1-16 15,-1-1-1408-15,-3 0-288 0,0 2-48 0,-1-4-16 0,-2 4 224 0,0-4 32 16,-2 2 16-16,-1-1 0 0,2 2 736 0,-3-2 144 0,0 2 16 0,-3-3 16 16,1 4 1360-16,-3-1 336 0,-1 0 0 0,-3 2 0 15,1 2 464-15,-4 1 176 0,-2 1 16 0,-1 2 16 16,0 0-1232-16,1 0-240 15,3 1-48-15,0 0-16 16,3 0 1600-16,2 0 320 0,2-3 64 0,3 0 16 0,1 1 960 0,3-1 192 0,3 1 32 0,0-4 16 0,5 2 480 0,1-1 80 16,3-1 32-16,0 0 0 15,0 0-688-15,2-1-144 0,4 0-32 0,3 1 0 0,1 0-848 0,-1-2-192 16,2 1-16-16,0 1-16 0,0-1-608 0,-3 2-112 16,0-2-16-16,-1 0-16 15,-1 0-528-15,0 0-96 0</inkml:trace>
  <inkml:trace contextRef="#ctx0" brushRef="#br0" timeOffset="16341.56">14406 4570 15663 0,'4'-2'1392'0,"-1"0"-1120"0,1 0-272 0,-1 1 0 15,0-1 2416-15,-1 2 416 0,1-2 96 0,2 1 16 16,5-3-448-16,3-1-64 0,1-1-32 0,1 0 0 15,1 1-1728-15,-1 2-352 0,0-1-64 0,-2 2 0 0,-2 2-256 0,-4 0 0 16,0 0 0-16,-2 2 0 16,-1 1-816-16,-1-1-96 0,-2 3-32 0,-2 0-13968 0</inkml:trace>
  <inkml:trace contextRef="#ctx0" brushRef="#br0" timeOffset="16561.36">14499 4623 11055 0,'1'2'480'0,"-1"-2"112"0,1 0-464 0,-1 2-128 0,0-2 0 0,0 1 0 15,-1 1 2096-15,0 0 400 0,-1 3 64 0,0 2 32 16,-2 2 240-16,-1 3 48 0,0 0 16 0,-2 2 0 16,1-1-1168-16,0-1-256 0,1 1-32 0,0-3-16 15,0 1-1088-15,2-3-208 0,3-1-128 0,0-2 128 16,1-2-448-16,2 0-64 16,1-2-32-16,2-1-15248 0</inkml:trace>
  <inkml:trace contextRef="#ctx0" brushRef="#br0" timeOffset="16908.46">14694 4646 16575 0,'3'0'736'0,"-2"-1"160"0,1 0-720 0,-2 1-176 0,0 0 0 0,0 1 0 0,0 0 2224 0,0 1 400 16,-1 3 96-16,-1 2 16 0,-3 3-368 0,0 2-80 16,-2 0-16-16,-1 2 0 0,-1-1-1248 0,2 0-240 15,-1-3-48-15,2-1-16 0,0 0-352 0,2 1-80 16,0-2-16-16,0 0 0 0,3 0-272 15,0-4 0-15,0-1 0 0,1-1 0 0,1-2 0 0,0-2 0 0,4-3 0 16,-1 0 0-16,2-2 0 0,1 0 0 16,0-2 0-16,2-2 0 0,-1 0 0 0,1 0 0 0,0 1 0 15,1-1 0-15,-1 1 0 0,-1 0 0 0,2 0 0 0,-2 1-144 16,1 0 144-16,1-1 0 0,-3 3 0 0,0 1-128 16,0 1 128-16,-1 2 0 0,2 0 0 0,-1 0 0 15,0 2 0-15,0-2 0 0,0 1 0 0,0 2 0 16,0-2 0-16,0 1 128 0,-1 2-128 0,0 1 0 15,-6-2 0-15,0 0 0 0,0 0 0 0,0 0 128 16,0 0-128-16,0 0 0 0,19 38 0 0,-19-38 0 16,0 0 0-16,-10 33 0 0,6-19 0 0,-2 0 0 15,0-2 0-15,1-1 128 0,-1 1-128 0,2-1 0 16,0-2 0-16,1 0 0 16,2-3 0-16,1-2 0 0,2 1 0 0,1-3 0 0,2-2 0 0,0 0-17040 15</inkml:trace>
  <inkml:trace contextRef="#ctx0" brushRef="#br0" timeOffset="17307.73">15009 4718 18431 0,'4'2'816'0,"-2"-2"160"0,1 0-784 0,-1-2-192 0,1 1 0 0,-1 1 0 15,2-1 1792-15,3 0 320 0,4-2 64 0,5-1 16 16,3-1-368-16,-1 0-80 0,2-2-16 0,-2 0 0 15,0 0-704-15,-1-2-160 0,-1 1-32 0,-2-1 0 16,-2 2-384-16,-2 0-96 0,-2 0-16 0,-4-1 0 16,0 2-176-16,-4-1-32 0,-1 4-128 0,-3-1 192 15,0 3-192-15,-4-1 0 0,0 4 0 0,-2 1 0 16,-2 0 0-16,1 1 0 0,-1 3 0 0,1 0 0 0,2 0 0 0,0 0 0 16,2 0 0-16,1 1 0 0,2-2 0 0,0 2 0 15,4-3 0-15,-1 0 0 0,2 0 0 0,1-2 0 16,2 0 0-16,-4-3 144 0,0 0-16 0,0 0 0 15,0 0 0-15,34 17 0 0,-34-17 176 0,0 0 16 16,0 0 16-16,0 0 0 0,37 30-128 0,-37-30-16 16,0 0-16-16,0 0 0 0,24 43-176 0,-24-43 192 15,0 0-192-15,0 0 192 0,7 50-192 0,-7-50 160 16,-5 33-160-16,5-33 160 0,-8 31-160 0,3-19 128 16,-1 0-128-16,-2-1 128 0,-2 0 48 0,-2 0 0 15,-3-4 0-15,0 0 0 0,-3-2-32 0,-1 0 0 16,-1-1 0-16,-1-2 0 0,-4-2-144 0,-1 0 0 15,-2 0 0-15,1-2-18432 0</inkml:trace>
  <inkml:trace contextRef="#ctx0" brushRef="#br0" timeOffset="25237.09">15840 4773 11055 0,'2'0'976'0,"-1"0"-784"15,0 0-192-15,-1 0 0 0,1 0 832 0,1-1 112 16,0 1 16-16,1 0 16 0,4-2 320 0,-1 2 64 15,1 0 16-15,1-2 0 0,0 1-416 0,1-1-96 16,1-1-16-16,1 0 0 0,1-1 320 0,1-1 64 16,2-1 16-16,1-4 0 0,2 0-288 0,2-1-48 0,-1-1-16 0,0 0 0 15,-2 3-320-15,-3-1-80 0,2-2-16 0,-2 2 0 16,-1 1-208-16,-3-2-32 0,-1 2-16 0,-3 0 0 0,-2 3 0 0,-2-1 0 16,-2 2 0-16,0 0 0 0,-1 2 32 0,-3 0 16 15,-2 0 0-15,-2 0 0 0,-2 3-32 0,-1 0-16 16,-1 3 0-16,-1-1 0 0,-2 3-224 0,0 2 144 15,1 2-144-15,1-2 128 0,1 3-128 0,-1-1 128 16,-1 3-128-16,-1 2 128 0,1 1-128 0,1 1 0 16,-2-1 144-16,2 1-144 0,0 1 256 15,1-3-32-15,1 0 0 0,3-1 0 0,1-2 112 0,1-2 32 16,4-1 0-16,1 1 0 0,1-4-128 0,2 2-32 16,3-3 0-16,-5-4 0 0,0 0 0 0,0 0 0 0,45 10 0 0,-26-10 0 15,0-4-16-15,4 1-16 0,2-2 0 16,1-2 0-16,3 2-176 0,3-2 128 0,0 0-128 0,3-2 128 15,1 4-128-15,-2-2 0 16,-2 2 0-16,-5 0 0 0,-2-2 0 0,-1 3 0 0,-3-1 0 0,-3 0-12064 16,0 0-2320-16</inkml:trace>
  <inkml:trace contextRef="#ctx0" brushRef="#br0" timeOffset="25731.79">16478 4656 12895 0,'2'-5'576'0,"-1"2"112"0,1 1-560 0,-1 1-128 31,-1 0 0-31,0-1 0 0,0 2 2576 0,0 0 496 0,0-3 80 0,0 1 32 16,0-1-288-16,-1 1-48 0,0 0-16 0,-1-1 0 0,1-1-1664 15,0 1-336-15,0 1-64 0,0-2 0 0,0 1-576 0,0 0-192 32,-1-1 0-32,-1-1 144 0,0 0-144 0,0 1 0 0,0-1 0 0,-2 1 0 0,1 1 0 0,1 0 0 15,-2-1 0-15,0 3 0 0,1-1 0 0,-1 2 0 16,0 0 0-16,-2 2 128 15,2 3 64-15,-3 1 16 0,1 2 0 0,-3 4 0 16,0 3-64-16,-1 1-16 0,0 3 0 0,0 0 0 16,1 2-128-16,1-2 0 0,3-2 0 0,1 0 128 15,2-5-128-15,2-1 0 0,1-11 0 0,0 0 0 16,0 0 0-16,0 0 0 0,0 0 0 0,35 12 0 16,-23-15 0-16,2-3 0 0,1-4 0 0,2 0 0 0,1-1 0 15,-2-3 0-15,2 4 0 0,-3-2 0 0,0 0 0 0,-2 1 0 16,-1 1-144-16,-4 0 144 0,0 1 0 0,-4 2 0 15,0 0 0-15,-1 2 0 0,-1 0 0 0,-2 1 0 16,-1 3 0-16,-1-1 0 0,-1 4 0 16,0-1 0-16,0 3 0 0,-1 0 0 0,0 2 0 0,0 2 0 15,1 1 0-15,-1 0 0 0,1 2 0 0,1-1 0 16,1 2 0-16,1-2 144 0,1-3 32 0,2 1 0 16,-3-8 0-16,0 0 0 0,0 0-16 0,0 0 0 15,40 23 0-15,-28-21 0 0,2-4-160 0,0 0 128 16,2 1-128-16,1-4 128 0,0-1-128 0,1 0 0 0,0-1 0 0,0 0 0 15,-2 0 0-15,0 0 0 0,1 2 0 16,0-3-176 0,0 2-1888-16,0-1-384 0,-1 0-80 0,-2 0-12752 0</inkml:trace>
  <inkml:trace contextRef="#ctx0" brushRef="#br0" timeOffset="25904.9">16909 4592 1839 0,'0'0'160'0,"0"0"-160"0,1 0 0 0,-1-3 0 16,1 1 1936-16,2-3 368 15,0-2 64-15,0 0 0 0,0-2 768 0,-3 2 128 0,0-1 48 0,-2 4 0 16,-3 1-1136-16,-1 3-208 0,-1 1-48 0,-1 3-16 15,-3 3-560-15,-1 2-96 0,-1 4-32 0,-1 3 0 0,0-1-384 0,0 2-64 16,2 1-32-16,2-2 0 0,1 1-160 0,5-4-48 16,1-1 0-16,4-3 0 0,-1-9-288 0,0 0-64 15,0 0-16-15,0 0 0 0,37 23-160 0,-25-23 0 16,2-3 0-16,1 1 0 0,0-2-192 0,2-2 16 16,2 0 16-16,-1-2 0 15,1-1-2304-15,1 0-464 0</inkml:trace>
  <inkml:trace contextRef="#ctx0" brushRef="#br0" timeOffset="26290.94">17186 4249 9215 0,'1'-6'400'0,"-1"2"96"0,1 3-496 0,-1-1 0 0,0 2 0 0,-1 2 0 16,0-2 2096-16,0 3 320 0,-2 4 64 0,-1 1 16 15,0 5 256-15,-2 4 64 0,0 2 16 0,-2 2 0 16,0 3-1264-16,1-2-256 0,-1 3-48 0,0-1-16 15,0-3-352-15,1 3-64 0,-1 4 0 0,-2-1-16 16,2 1-368-16,1-2-64 0,-2 0 0 0,2 0-16 16,0-2-368-16,3-2 144 0,-1-1-144 0,5-21 0 0,-4 33 0 0,4-33 0 15,0 0 0-15,0 0 0 16,0 0 0-16,0 0 0 0,0 0 0 0,0 0 0 0,0 0 0 16,0 0 0-1,30-2 0-15,-23-8 0 0,0-1 0 0,1-1 0 0,1 0 0 0,-2 0 0 0,0 2 0 0,1 0 0 16,0 1 0-16,0 0 0 0,0 1 0 0,-1 4 0 15,2-3 0-15,0 3 0 16,0 1 0-16,1 1 0 0,-1 2 0 0,-1 2 0 0,1 0 256 16,-9-2 0-16,0 0 0 0,0 0 0 0,0 0 64 0,33 28 0 15,-33-28 0-15,0 0 0 0,0 0-320 0,0 0 160 0,19 49-160 0,-19-49 128 16,0 0 0-16,0 0 0 0,0 0 0 0,0 0 0 16,11 41-128-16,-9-38 192 0,2 2-192 0,0-3 192 15,-1 0-192-15,0-2 0 0</inkml:trace>
  <inkml:trace contextRef="#ctx0" brushRef="#br0" timeOffset="28107.03">18032 4575 11967 0,'-1'-5'1072'0,"0"3"-864"16,0 0-208-16,1 2 0 0,0-2 1216 0,1 1 192 15,-1 1 32-15,0-2 16 0,1-1 240 0,1-1 48 16,-1-1 16-16,0 0 0 0,2-2-320 0,0-1-64 15,0-1-16-15,-1 1 0 0,0 0-560 0,-1 1-112 16,-1 0-32-16,-1-1 0 0,0 2-16 0,-3-1-16 16,0 3 0-16,-1 1 0 0,0 2-160 0,-3 1-16 0,-4 4-16 0,-1 2 0 15,0 3-128-15,-2 2-32 0,-1 4 0 0,-1 2 0 16,0 3-272-16,0 1 128 0,2 2-128 0,1 0 0 16,1 2 0-16,3 0 0 15,3-1 0-15,2-2 0 0,5-22 0 0,-1 33 0 0,1-33 0 0,0 0 0 16,0 0 0-16,0 0 0 0,37 33 0 0,-24-33 0 15,3-4 0-15,1-2 0 0,2-1 0 0,0-1 0 16,0-2 0-16,1 0 0 0,-2 3-160 0,1-3 160 31,-2 1-1216-31,0 2-160 0</inkml:trace>
  <inkml:trace contextRef="#ctx0" brushRef="#br0" timeOffset="28318.56">18272 4543 14735 0,'0'-3'640'0,"0"0"160"0,0 1-640 0,1-1-160 16,0 3 0-16,-1-2 0 15,1 2 2032-15,1-2 368 0,-1-1 80 0,4-2 16 0,1 1 352 0,0-3 80 16,2 2 16-16,0 0 0 0,-1-2-1472 0,0 5-304 0,0-3-48 0,-1 2-16 16,0 1-704-16,-1 2-144 15,1 0-16-15,-1 0-16 0,1 2-224 0,-3-1 0 16,2 2 0-16,-2 1 0 15,-1 0-1696-15,-2 1-224 0</inkml:trace>
  <inkml:trace contextRef="#ctx0" brushRef="#br0" timeOffset="28461.66">18331 4587 7359 0,'-2'0'320'0,"1"1"80"16,1 0-400-16,-1 0 0 16,0 1 0-16,1-2 0 0,-1 1 1888 0,0 0 288 0,-1 4 64 0,-1 2 16 15,-1 0 320-15,-1 3 64 0,-1 1 16 0,1 1 0 0,-1 0-1056 16,1 0-224-1,1 0-32-15,1 0-16 0,0-3-928 0,3-2-176 0,1 1-32 0,1-4-16 32,1 1-496-32,2-5-80 0,1 0-32 0,1-3-12688 0</inkml:trace>
  <inkml:trace contextRef="#ctx0" brushRef="#br0" timeOffset="28825.66">18436 4594 12895 0,'2'-1'576'0,"-1"1"112"0,0 0-560 0,0-1-128 0,0 1 0 0,0 0 0 16,-1 0 1680-16,3-2 304 0,2 0 64 0,1 1 16 0,3-2 80 0,0-1 16 16,1 0 0-16,1-1 0 15,1 0-912-15,1 0-176 0,-1 0-48 0,0-1 0 16,-2 3-464-16,-1 0-112 0,-1 1 0 0,1 0-16 0,-3 2-256 0,0 0-48 16,-2 3-128-16,0 1 192 0,-2 3-192 0,-2 2 0 15,-1-1 0-15,-1 3 0 0,-2 1 0 0,0 3 0 16,-2 1 0-16,0 1 0 0,0-2 0 0,0 0 0 15,0-1 0-15,2-4 0 0,1 2 0 0,0-7 0 16,2 2 0-16,0-3 0 0,1-1 128 0,0-3 0 16,1-2-128-16,1-1 192 0,1-2 576 0,0-2 128 15,2 0 0-15,-1-2 16 0,1-1-336 0,1-1-64 0,0-2 0 0,2 1-16 16,0-2-176-16,0 0-48 0,3 2 0 0,-2-2 0 16,1 1-272-16,0 0 0 15,1 3 128-15,-1-1-128 0,1 2 0 0,1 0 0 0,0 0 0 0,-1 3 0 16,0 1-128-16,-1 2 128 0,0 1-208 0,-1 2-11664 15,-1 0-2336-15</inkml:trace>
  <inkml:trace contextRef="#ctx0" brushRef="#br0" timeOffset="30374.72">19146 4561 11055 0,'1'0'976'16,"-1"0"-784"-16,0-2-192 0,0 2 0 0,1 0 1472 0,-1-1 240 16,1 1 48-16,1-2 16 0,0 2 576 0,1-2 112 15,0-2 32-15,-2 3 0 0,2-2-624 0,-1 1-112 16,0 0-32-16,-1-2 0 0,1 1-768 0,-1 1-176 15,-1-1-16-15,0 1-16 0,0-1-304 0,-1-2-48 0,-1 2-16 0,-1-2 0 16,-1 2-144-16,0 0-48 0,-1-1 0 0,-1 1 0 16,0 1 16-16,-1-1 0 15,-3 3 0-15,1 0 0 0,-2 3 16 0,1-1 0 0,0 3 0 0,-1 0 0 16,-2 2-96-16,-2 3-128 0,1 2 176 0,-2 2-176 16,0 2 144-16,0 3-144 0,2 1 0 0,0 0 144 15,2-1-144-15,2 0 0 0,3 0 144 0,2-2-144 16,5-17 144-16,0 0-144 0,0 0 192 0,9 43-192 15,-9-43 0-15,0 0 0 0,28 9 0 0,-15-9 0 16,0-3 0-16,2-1 0 0,2-1 0 16,0-2 0-16,2 0 0 0,-1 0 0 0,-1-3 0 0,-1 3 0 15,0-1-432 1,-2-1-144-16,0 3-16 0,-1-2-16560 0</inkml:trace>
  <inkml:trace contextRef="#ctx0" brushRef="#br0" timeOffset="30801.32">19330 4512 7359 0,'0'0'656'0,"0"0"-528"16,1 0-128-16,-1 0 0 0,0 2 1856 0,-1-2 320 15,1 3 80-15,-2 0 16 0,0 5 544 0,-1-1 128 16,-1 4 0-16,-1 1 16 0,0 0-1024 0,-1 2-208 0,1 1-32 0,0 0-16 16,0-2-480-16,5-13-112 0,0 0 0 0,-5 33-16 15,5-25-560-15,0-8-128 0,0 0 0 0,0 0-16 16,0 0-368-16,0 0 0 0,0 0 0 0,34 19 0 15,-25-20 0-15,1-3 0 0,1-3 0 0,0 2 0 16,0-2-144-16,0-2 0 0,1 1 0 0,-2 1 0 31,0 0-944-31,-1 0-176 0,0-2-32 0,0 0-16 0,-2 1 16 0,-1 1 0 0,-1-1 0 16,0 4 0-16,-2-3 704 0,1 0 144 0,-1 2 16 0,-1-2 16 16,1 2 416-16,-2 0 0 0,-1 1 0 0,1 1 128 15,0 1 368-15,-1 0 80 0,1 1 0 0,-1 1 16 16,-1 1 48-16,0 1 16 0,0 3 0 0,-1-2 0 0,0 3-48 0,-1 0-16 15,-1 2 0-15,1 0 0 0,0 1 16 16,0 0 0-16,0 1 0 0,3-10 0 0,0 0-32 0,0 0-16 16,1 38 0-16,-1-38 0 0,0 0-240 0,0 0-32 15,0 0-16-15,0 0 0 0,31 35-272 0,-24-33 128 16,3 1-128-16,-1-2 0 0,2 1 0 0,0-2 0 16,2-3 0-16,0 0 0 15,1-1-400-15,0 0-96 0,1-1-16 0,-1 0-15872 0</inkml:trace>
  <inkml:trace contextRef="#ctx0" brushRef="#br0" timeOffset="31013.99">19800 4471 13823 0,'1'2'608'0,"-1"-2"128"0,0 0-592 0,0 0-144 0,1 0 0 0,-1 0 0 16,0 0 2256-16,1 0 432 0,1 0 64 0,1 1 32 15,-1-1-112-15,3 0-32 0,0 0 0 0,0 0 0 16,1 0-1456-16,-1 0-288 16,1 0-64-16,1 0-16 0,-2 2-592 0,1-2-224 15,-1 2 176-15,-1-2-176 0,1 2 0 0,-3 0-192 16,1-1 16-16,-2 1-15904 16</inkml:trace>
  <inkml:trace contextRef="#ctx0" brushRef="#br0" timeOffset="31224.36">19795 4607 9215 0,'-3'2'400'0,"1"-1"96"0,1 2-496 0,0-3 0 16,0 1 0-16,0-1 0 0,1 2 2608 0,-1 0 416 16,0-1 96-16,-2 2 16 0,0 2 256 0,-1-1 64 0,1 2 16 0,-1 1 0 15,0 0-1632-15,0 0-336 0,0 3-64 0,-1-1-16 16,1 3-912-16,-2-2-176 0,1 1-32 0,1 1-16 15,0-2-288-15,1-1 0 0,3-9 0 0,0 0 0 16,0 0 0-16,0 0 0 0,0 0 0 0,0 0 0 31,0 0-464-31,0 0-160 0</inkml:trace>
  <inkml:trace contextRef="#ctx0" brushRef="#br0" timeOffset="31497.04">19951 4602 10127 0,'0'0'896'0,"1"-1"-704"16,0 1-192-16,-1 0 0 0,1 0 1856 0,-1 0 352 15,2 0 64-15,0-2 16 0,1 2 784 0,0 0 144 16,0 0 48-16,0 0 0 0,2 0-1344 0,-2 0-272 16,3 2-48-16,0-2-16 0,3 0-608 0,-1 1-112 15,3-1-32-15,0 0 0 0,1 2-448 0,0-4-80 16,1 1-32-16,0-1 0 0,-1 0-272 0,1 1 0 15,0-1 128-15,-2 0-128 0,-1-1 0 0,0 1 0 16,0-1 0-16,0 1 0 0,-3 0 0 0,-1 0 0 16,0 2 0-16,-2-3 0 15,-1 1-384-15,-3 2-16 0,1-2-16 0,-1 1 0 16,0-1-2672-16,-1 0-544 0</inkml:trace>
  <inkml:trace contextRef="#ctx0" brushRef="#br0" timeOffset="31758.43">20192 4453 911 0,'0'-3'0'0,"-1"0"0"0,1 3 0 0,-1-2 0 16,1 2 2320-16,-1 0 384 0,0 0 80 0,0 0 16 16,-2 0 592-16,0 2 128 0,-1 1 32 0,-1 1 0 15,0 3-928-15,-2 1-192 0,0 2-48 0,0 1 0 16,0 1-960-16,-2 2-192 0,1 0-32 0,0 2-16 16,-2 1-432-16,1 0-96 0,1 0-16 0,0 2 0 15,0-3-256-15,2 1-48 0,6-17-16 0,-9 31 0 16,9-31-144-16,0 0-48 0,0 0 0 0,4 44 0 15,-4-44-128-15,0 0 0 0,0 0 144 0,0 0-144 16,35 22 0-16,-25-22 0 0,2-2 0 0,0-1 128 16,1-2-128-16,0 1 0 0,2-1 128 0,-1 0-128 0,1-1 0 0,0 2 0 15,0 0 0-15,-1-1 0 0,-3 0 0 0,0 3 0 16,0 0 0-16,0 0-12096 16,-1 1-2432-16</inkml:trace>
  <inkml:trace contextRef="#ctx0" brushRef="#br0" timeOffset="33893.65">3834 5806 16575 0,'0'-3'1472'0,"-1"1"-1168"0,0 0-304 0,1 1 0 16,-1 1 1584-16,0 0 256 0,-1-2 48 0,0 0 16 15,-2 0 272-15,0 2 48 0,0 2 16 0,-2 0 0 16,1 3-1120-16,1 2-224 0,-2 3-32 0,0 0-16 15,-3 6-240-15,0 0-48 0,-2 6-16 0,-1 1 0 16,-1 3-160-16,-1 1-16 0,1-1-16 0,-3 4 0 0,-1 8-96 0,-3 2-32 16,0 3 0-16,-1 0 0 15,0-1-32-15,3-6 0 0,3-3 0 0,3-6 0 0,5-6-192 16,1-5 128-16,6-4-128 0,0-6 0 0,3-3 0 0,2-3 0 16,1-4 0-16,3-6 0 15,3-4-1584-15,2-4-256 0</inkml:trace>
  <inkml:trace contextRef="#ctx0" brushRef="#br0" timeOffset="34144.5">3763 5943 13823 0,'7'-21'608'0,"-3"9"128"15,-1 0-592-15,0 2-144 0,0 4 0 0,-1 1 0 16,1-1 2048-16,2-5 368 0,3-5 80 0,1-1 0 0,1 0 96 0,-1 6 16 16,1 6 0-16,-3 5 0 0,1 2-1184 0,-8-2-224 0,0 0-48 0,0 0-16 15,29 54-464-15,-29-54-96 0,11 42 0 0,-11-42-16 16,8 49-176-16,-7-21-16 0,1 1-16 0,-1-1 0 15,1 0-160-15,-1 6-48 0,0 2 0 0,1 4 0 16,1-5-144-16,-1-4 0 0,-2-31 0 0,8 46 0 16,-8-46 0-16,0 0 0 0,0 0 0 0,14 40 0 15,-11-37-224-15,-2-2-32 0,1-3 0 0,0-2 0 16,-1-2-1968-16,-1-1-400 0</inkml:trace>
  <inkml:trace contextRef="#ctx0" brushRef="#br0" timeOffset="34270.33">3751 6180 11343 0,'-19'-4'240'0,"5"1"48"0,3 1 16 0,6 2 32 0,2 0-336 0,2 0 0 0,-1 0 0 0,-2 0 0 0,-2 0 3968 0,2 0 736 16,0 0 144-16,5 0 16 0,3-2-1968 0,3 1-400 15,3-3-64-15,3-1-32 0,1 0-1424 0,4-2-272 16,4 0-64-16,1-2-16 0,0 4-464 0,-2-3-160 16,-1 4 0-16,1-1-17648 0</inkml:trace>
  <inkml:trace contextRef="#ctx0" brushRef="#br0" timeOffset="35174.39">4608 6062 8287 0,'3'-3'736'0,"-2"1"-592"0,0 0-144 0,-1 1 0 16,1 1 1312-16,-1 0 224 0,1-2 64 0,0-2 0 15,1 1 416-15,-1-4 96 0,-1 5 0 0,0-3 16 16,-1 2-464-16,-2 0-112 16,0 2-16-16,0-1 0 0,-1 0-496 0,-3 2-96 0,1-1-32 0,-3 1 0 15,1 1-352-15,-2-1-80 16,-1 2-16-16,-2 0 0 0,0 0-144 0,-1 0-16 0,0 3-16 0,0-2 0 15,3-1 80-15,0 3 16 0,-1 0 0 0,0 1 0 0,1 2-80 0,3-3-16 16,1 4 0-16,3-2 0 0,1 0 32 16,1 0 0-16,3 0 0 0,2-1 0 0,1 0-320 0,-4-6 160 15,0 0-160-15,0 0 128 0,0 0-128 0,44 19 0 16,-33-19 0-16,1 0 0 16,-12 0 0-16,0 0 0 0,42 3 0 0,-42-3 0 0,0 0 0 0,40 7 0 15,-40-7 0-15,0 0 0 0,0 0 0 0,0 0 0 16,36 26 0-16,-35-18 0 0,-2-1 0 0,-2-1 0 15,-2 4 0-15,-3-4 0 0,0 2 0 0,-2-1 0 16,-2 2 0-16,-2-1 0 0,2-2 0 0,-1 2 128 16,-3-3-128-16,0 2 0 0,3-3 144 0,1 1-144 15,2-2 160-15,1-1-160 0,-1-1 176 0,4-1-176 0,0 0 192 16,4-1-192-16,-1-1 0 0,3 0 0 0,2-1 0 16,1-2 0-1,3 1-608-15,1-2-128 0,3 2-32 0,1-3-15232 0</inkml:trace>
  <inkml:trace contextRef="#ctx0" brushRef="#br0" timeOffset="35554.86">4766 6122 12895 0,'0'-3'1152'16,"0"0"-928"-16,0 2-224 0,0 0 0 16,-1 1 1568-16,0-2 272 0,0-1 48 0,-1-2 16 0,0 2 560 0,0-1 112 15,-1 0 32-15,-1 3 0 0,1 1-1264 0,0 1-256 16,-1 4-64-16,0 1 0 15,1 2-448-15,-1 2-80 0,-1 3-32 0,1 4 0 0,0 2-112 0,1 0-32 16,1-2 0-16,0 1 0 16,1-3-64-16,1-15-32 0,0 0 0 15,5 30 0-15,-1-24 32 0,1-2 0 0,2-2 0 0,1-2 0 16,2-2-112-16,-1-3-16 0,1-2 0 0,1 0 0 0,3-5-128 0,0 0 0 16,1-4 0-16,0-1 0 15,-2 3-256-15,0-2-16 0,-1 1-16 0,-2-1 0 16,-1 1-560-16,-1 3-112 0,-3 3-32 0,-1 0 0 0,-1 3 592 0,-2 0 112 0,-1 0 32 15,-1 2 0-15,-2 2 256 0,0 2 0 0,0 0 0 16,0 2 0-16,1 2 128 0,-1 2 0 0,-1 3-128 16,1 0 192-16,2 5 256 0,-2-1 64 0,2 3 0 0,0 1 0 31,1-1 0-31,0-16 0 0,3 31 0 0,-3-31 0 0,0 0-144 16,0 0-32-16,0 0 0 0,26 38 0 0,-26-38-144 0,0 0-48 0,0 0 0 0,36 0 0 31,-25-5-144-31,0-2 0 0,0-2 0 0,0-1-17024 0</inkml:trace>
  <inkml:trace contextRef="#ctx0" brushRef="#br0" timeOffset="35805.11">5207 6028 6447 0,'1'-6'576'0,"0"1"-576"16,0 2 0-16,0 1 0 0,-1 2 2144 0,0-2 320 15,0-3 64-15,1 0 16 0,-1-2 608 0,-1 1 128 16,-1 3 32-16,-1 3 0 0,-3 3-1520 0,-1 3-320 16,-2 3-48-16,1 3-16 0,-1 0-624 0,-2 2-128 15,1 3-16-15,-1 0-16 0,1 1-288 0,1-1-48 16,-1 0-16-16,2-2 0 0,1 1 176 0,1 0 16 0,2-3 16 0,2 0 0 16,2-4-192-16,2-1-32 0,2-1-16 0,1-2 0 15,1-3 608-15,2 0 128 0,2-1 32 0,0-2 0 31,4-1-2064-31,-1 0-416 0,1-1-64 0,1-4-15584 0</inkml:trace>
  <inkml:trace contextRef="#ctx0" brushRef="#br0" timeOffset="36057.83">5435 6069 12831 0,'7'-10'272'0,"-1"3"64"0,-2 0 16 0,-1 2 32 16,-1 3-384-16,-1 0 0 0,0-1 0 0,0-1 0 15,1-1 3184-15,2-3 560 0,-2 0 112 0,-1 2 32 0,-2 3-1648 0,-2 2-336 16,0 1-64-16,-3 2-16 15,-1 3-816-15,0 2-176 0,-2 0-16 0,-1 2-16 16,-1 3-336-16,0 0-64 0,1 0-16 0,0 4 0 0,2-1-256 0,-1-1-128 16,3 3 0-16,0-3 128 0,2 0 16 0,2-2 0 15,1 2 0-15,1-14 0 0,0 0 96 0,0 0 16 16,0 0 0-16,22 36 0 0,-22-36-256 0,0 0 128 16,0 0-128-16,39 4 0 0,-26-6 0 0,1-2-192 15,1-1 16-15,-1 0 0 16,1-2-1360-16,1-2-288 0,2 0-48 0,-3-2-8496 0,-1 4-1712 0</inkml:trace>
  <inkml:trace contextRef="#ctx0" brushRef="#br0" timeOffset="36403.17">5645 6067 8799 0,'-4'2'192'0,"2"0"32"0,0-1 16 0,0 1 16 0,1-2-256 0,1 0 0 0,0 2 0 0,-1-2 0 15,0 1 3264-15,0 0 576 0,1 1 128 0,0 1 32 16,2-3-1024-16,2 1-208 0,0-1-32 0,2-1-16 0,1 1-1440 0,0-3-304 15,1 1-48-15,2 0-16 0,2-3-640 0,-2 0-128 16,-1 1-16-16,0 1-128 16,-1-2 0-16,1 1 0 0,0-3 0 0,0 0 0 0,-3 2 0 0,1-1 0 15,0-3 0-15,0 0 0 0,-3 1 0 0,0-1 0 16,-2 3-128-16,-2-2 128 0,-2 4 0 0,-1-4-144 16,-2 4 144-16,-1 0-128 0,0 3-32 0,-2-1 0 15,0 2 0-15,-2 3 0 0,1 1 160 0,0 0 0 16,0 1 0-16,-1 2 0 0,0 3 0 0,1 2 0 0,1-3 0 15,0 0 0-15,2 4 144 0,-1 1 64 16,2 0 16-16,1-2 0 0,0-1 288 0,2-1 64 0,1 1 16 16,1-11 0-16,0 0-160 0,0 0-48 0,14 37 0 0,-14-37 0 15,0 0-256-15,0 0-128 0,0 0 128 0,47 14-128 16,-33-14 0-16,-1-2 0 0,0-1 0 0,0-1 0 16,0 1-128-16,-1-2-128 0,2 0 0 0,0-2-17328 15</inkml:trace>
  <inkml:trace contextRef="#ctx0" brushRef="#br0" timeOffset="36760.31">6100 5961 11967 0,'2'-1'528'0,"-1"1"112"0,0 0-512 0,-1 0-128 0,0 1 0 0,-1-1 0 16,-1 1 2304-16,1-1 448 15,-3 3 64-15,-2 1 32 0,-1 1-80 0,-1-3-16 0,-2 4 0 0,0-1 0 16,0 1-928-16,0-1-192 0,0 0-32 0,2 2-16 15,2-3-832-15,-2 1-176 0,1 2-16 0,-1 0-16 16,2-2-320-16,0 2-64 0,1 0-16 0,0 0 0 16,1 0-16-16,2-2 0 0,1 1 0 0,1-2 0 15,1-1-128-15,2-1 0 0,1 0 144 0,2-2-144 16,3-2 0-16,1 0 0 0,2-1 0 0,0 2 0 16,0-1 0-16,-1 1 0 0,1 0 0 0,0 1 0 15,-12 0 0-15,0 0 0 0,36 5 0 0,-36-5 0 16,0 0 0-16,0 0 0 0,0 0 0 0,0 0 0 15,0 0 0-15,23 38 0 0,-27-30 0 0,-1 0 0 16,-3-1 0-16,-1 1 0 0,-1-2 0 0,-1 2 0 0,0-3 0 0,0 2 0 16,-1-3 0-16,1 1 128 0,1 0-128 0,1-4 0 15,2-1 0-15,2-1 0 0,0 1 0 0,2-3 0 16,2 1 0-16,1-3 0 0,2 1 0 0,2-1-192 16,1-2 192-16,4-1-18192 0</inkml:trace>
  <inkml:trace contextRef="#ctx0" brushRef="#br0" timeOffset="37076.43">6317 5972 6447 0,'7'-8'576'0,"-2"2"-576"0,0 0 0 0,-2 2 0 15,-1 2 2944-15,-2-1 464 0,2 3 112 0,-1-5 0 16,1 1-128-16,-1-1-16 0,0 0-16 0,-3 1 0 16,-2 4-1600-16,-2 0-320 0,0 3-64 0,-3 1-16 15,1 3-640-15,-1 2-128 0,0 0-16 0,-2 1-16 16,1 2-304-16,2 0-48 0,0-2-16 0,3-1 0 15,1 0-192-15,2-1 0 0,1-1 0 0,2 0 0 16,2-3 0-16,1 1 0 0,0-2 0 0,3-1 0 16,1 0 0-16,1 0 0 0,1-2 0 0,0 1 0 0,0-1 128 15,0 2-128-15,-10-2 0 0,0 0 0 0,0 0 0 0,36 7 0 16,-30-5 0-16,-2 1 0 0,-1 2 0 0,-3-1 128 16,-2 1-128-16,-2 0 0 0,-2 0 0 15,-1 2 176-15,-2 0-176 0,-1-2 160 0,0 1-16 0,0 0 0 16,-2 0 0-16,0 2 0 0,0-3-144 0,0 2 0 15,0-3 144-15,0 1-144 0,0-2-208 0,1 1-112 16</inkml:trace>
  <inkml:trace contextRef="#ctx0" brushRef="#br0" timeOffset="38073.08">6783 5846 16575 0,'4'-2'1472'0,"-1"2"-1168"16,-1 0-304-16,0 2 0 0,0-1 1920 0,0 0 336 16,3 2 64-16,-5-3 16 0,0 0 464 0,0 0 80 15,35 31 32-15,-35-31 0 0,0 0-1312 0,0 0-272 0,0 0-48 0,38 36-16 16,-38-36-944-16,0 0-192 0,0 0-128 0,0 0 144 15,0 0-288-15,0 0-64 0,0 0-16 0,0 0-17472 16</inkml:trace>
  <inkml:trace contextRef="#ctx0" brushRef="#br0" timeOffset="38251.49">6826 6007 5519 0,'-1'0'496'0,"0"0"-496"0,1 0 0 0,-1 1 0 16,1 1 2176-16,0-2 352 0,-1 0 64 0,1 2 16 15,-1 0 848-15,1 3 192 0,-1 0 16 0,0 0 16 16,0 2-1440-16,1 2-272 0,-1-2-64 0,0 3-16 16,1-1-1232-16,-1 1-240 0,0-1-48 0,0 1-16 15,1-1-352-15,1-2 0 0,0 3 0 0,1-6-10768 16,2 1-2080-16</inkml:trace>
  <inkml:trace contextRef="#ctx0" brushRef="#br0" timeOffset="38595.29">7173 5879 11055 0,'5'-5'976'0,"-1"1"-784"16,-1 1-192-16,-1 1 0 0,-2 0 2688 0,0 2 512 15,-1-1 80-15,0 1 32 0,0 0-128 0,-3-2-32 16,-1 2 0-16,-1 2 0 0,-1 1-1680 0,-1-1-352 16,-1 2-64-16,0 0-16 0,-2 1-464 0,1 1-112 15,-1 1-16-15,0 0 0 0,1 1-240 0,0-2-48 16,3 2-16-16,0-3 0 0,1 3-144 0,1 0 0 0,3-3 0 0,2-1 0 15,0 2 0-15,3-2 0 0,3 1 0 0,0-3 0 16,2 1 0-16,1-1 0 0,2 0 0 0,-11-2 0 16,29 5 0-16,-29-5 0 0,30 5 0 0,-30-5 0 15,0 0 0-15,39 9 0 0,-39-9 0 0,0 0 0 16,0 0 0-16,0 0 0 0,0 0 0 0,0 0 0 16,0 0 0-16,1 43 0 0,-14-35 0 0,-1 0 0 15,1 0 0-15,-5 1 0 0,-2 0 0 0,-3 0 0 16,2 0 0-16,1-2 0 0,0 2 0 0,2-4 0 15,2 2 0-15,4-3 0 0,2 1 0 0,4-2 0 16,3-1-432-16,5-1-64 0,3 0-16 0,5-2-16816 16</inkml:trace>
  <inkml:trace contextRef="#ctx0" brushRef="#br0" timeOffset="39795.54">7765 5841 9215 0,'2'-4'816'0,"-1"3"-656"0,0-1-160 0,-1 1 0 15,-1 1 1472-15,1-1 256 0,1-2 48 0,0-1 16 16,1 0 320-16,-1 1 80 0,1-2 16 0,-1 2 0 16,0 3-816-16,0-2-176 0,0 0-16 0,-1 2-16 15,1 0-432-15,0 0-96 16,0 0-16-16,-1 0 0 0,0 2-48 0,0 0-16 0,-1-1 0 0,-1 1 0 15,0 3 64-15,0-1 0 0,0 1 0 0,-2 2 0 16,0 3-96-16,0-1-16 0,-2 5 0 0,0-2 0 16,1 2-192-16,0-1-32 0,2 3-16 0,-2-3 0 0,1 2-144 15,0-1-16-15,1 3-128 0,0-2 192 0,1 1-64 16,0-2 0-16,2-14-128 0,0 26 192 16,0-26-192-16,0 0 144 0,0 0-144 0,9 40 128 0,-9-40-128 0,0 0 0 15,0 0 0-15,0 0 0 0,0 0 0 0,0 0 0 16,38 23 0-16,-30-24 0 0,2-3 0 0,-1-1 0 15,2 1 0-15,-1-2 0 0,-1 1 0 0,0-2 0 16,1 1 0-16,-2-2 0 0,0 2-288 0,-1 0 16 16,-2-1 0-16,0 0 0 31,-1 0-768-31,-1-1-160 0,-2 2-16 0,-1-2-16 0,-3 1-720 0,-1-2-144 0,-2 1-16 0,-1-1-16 16,-1 2-240-16,-3-2-64 0,0 2 0 0,-1-1 0 15,0 4 448-15,-1-1 96 0,-1 0 16 0,0 4 0 16,0 1 1088-16,-1 1 208 0,0 4 64 0,1-2 0 0,2 3 1040 0,2-1 224 0,1 1 32 0,2-2 16 15,1 3 1296-15,0-2 256 0,1 2 48 0,3-1 16 16,2 0-240-16,0 0-32 16,4-3-16-16,1-1 0 0,0-1-720 0,4-1-128 0,2-3-48 0,1 0 0 31,1-1-208-31,1-4-32 0,2 2-16 0,3-4 0 16,1 1-400-16,1 0-96 0,-1-1-16 0,2 0 0 15,1 3-464-15,-2-2 0 0,1-1 0 0,-1 3 0 16,0 0-800-16,-1-1-256 0,-1-1-48 0,-1 1-9136 15,-3-1-1840-15</inkml:trace>
  <inkml:trace contextRef="#ctx0" brushRef="#br0" timeOffset="40168.76">8071 5670 10127 0,'-1'-12'448'0,"1"3"96"0,0 2-544 0,-1 2 0 16,1 3 0-16,0 2 0 0,0 0 1952 0,0-3 288 15,0 1 48-15,0 1 16 0,0 2 224 0,0 4 48 16,-1 4 16-16,1 2 0 0,-1 4-672 0,0 5-144 0,-1 3-32 0,0 3 0 15,-1 3-704-15,0 1-144 0,-1 1-16 0,0-2-16 16,-1-2-352-16,1-2-64 0,0-1 0 0,0-3-16 16,1-2-208-16,0-3-32 0,1-4-16 0,1 0 0 15,0-2-176-15,1-10 0 0,0 0 0 0,0 0 0 16,0 0 0-16,0 0 0 0,0 0 128 0,0 0-128 16,0 0 0-16,34 9 0 0,-27-16 0 0,0 0 0 15,2-2 0-15,-1-2 0 0,0 2 0 0,0-2 0 16,-1 2 0-16,1 1-144 0,-2 1 144 0,2 0 0 15,-3 2-144-15,1 1 144 0,-1 3 0 0,-1-1-144 16,0 4 144-16,-1-1 0 0,0 3 0 0,0 1 0 0,-3-5 0 0,0 0 0 16,0 0 128-16,0 0-128 0,19 39 176 15,-19-39-48-15,0 0 0 0,0 0 0 16,0 0 64-16,38 29 16 0,-38-29 0 0,0 0 0 0,43 9-208 16,-24-10 144-16,1-1-144 0,2-3 128 0,2 0-128 0,-2-2 0 15,0-3 0-15,-2 2 0 16,-3 0-448-16,0-2-80 0,0 1-16 0,-1-2-11168 15,0 1-2224-15</inkml:trace>
  <inkml:trace contextRef="#ctx0" brushRef="#br0" timeOffset="40804.68">8573 5910 3679 0,'0'0'320'0,"0"0"-320"0,0-2 0 0,0 2 0 16,0-2 1920-16,1 1 304 0,-1-1 64 0,1-3 16 16,1-1 240-16,-1 0 48 0,0-3 16 0,-1 2 0 15,0-1-768-15,-2 2-160 0,-1-2-16 0,0 2-16 16,-1 0-384-16,-2 2-80 15,-1 0-16-15,-1 3 0 0,0 1-480 0,-2 1-112 0,-2 4 0 0,1 1-16 0,0 3-288 0,0 1-48 16,1-1-16-16,1 1 0 0,-1 1-208 0,1 4 0 16,1-1 0-16,0 3 0 0,2-1 160 0,0-2-160 15,2 1 160-15,1-4-160 0,1-3 528 0,2 1 16 16,0-9 0-16,0 0 0 0,0 0-208 0,0 0-32 16,0 0-16-16,43 26 0 0,-31-28-288 0,0-3 0 15,2-2 0-15,0-2 0 0,0-1 0 16,-1 0 0-16,1-1 0 0,-2-1 0 0,-1 1-256 0,-1 1 32 0,-3 0 16 15,0 0 0-15,-2 1-48 0,0 2 0 0,-2 0 0 0,-1 0 0 16,-1 2 256-16,0 0-144 0,0 1 144 0,-2 2-128 16,1 1 128-16,-1 2 0 0,0 3 0 0,0 0 0 15,1 1 0-15,-2 2 128 0,1 3-128 0,0-2 176 16,0 1 256-16,0 2 48 0,1-11 16 0,0 0 0 16,4 36-176-16,-4-36-16 0,0 0-16 0,0 0 0 15,0 0-112-15,27 36-32 0,-27-36 0 0,0 0 0 16,0 0-144-16,38 3 0 0,-24-6 0 0,0-5 0 15,2-1 0-15,2 0 0 0,-1-3 0 0,2-2 0 16,-2 0-512-16,0-1-64 0,1-2-32 0,-1 2 0 16,0 0-800-16,-1-2-176 0,-1 2-16 0,-2 1-16 31,0 0 384-31,-2 0 80 0,-2 2 0 0,-1-1 16 0,1 0 688 0,-3-1 144 0,1 0 32 0,-2-2 0 0,1-2 272 16,-1 0 0-1,0-2 0-15,-1-3 0 0,0 2 0 0,0-1 0 0,0 3 0 0,-1 0 0 0,-1 7 272 0,-1 3-32 16,0 4-16-16,-1 4 0 15,-2 2 608-15,0 6 128 0,-1 3 32 16,-2 4 0-16,1 7 160 0,-2 3 16 0,1-2 16 0,0 2 0 16,-1 6-544-16,1 3-96 0,-1 2-32 0,1-1 0 0,1-1 0 0,0-4-16 15,3-3 0-15,1-26 0 0,-1 42-128 0,1-42-32 0,2 36 0 16,-2-36 0 0,0 0-336-16,6 40 0 0,-6-40 0 0,0 0 0 15,0 0-768-15,0 0-160 0,0 0-32 0,0 0-15712 0</inkml:trace>
  <inkml:trace contextRef="#ctx0" brushRef="#br0" timeOffset="40981.07">8756 5825 26719 0,'2'3'2368'15,"0"-1"-1888"-15,2 0-480 0,0-2 0 16,-1-2 1056-16,4 1 112 0,4 1 32 0,7-2 0 0,6-1 112 0,5-3 32 15,2-2 0-15,1 1 0 0,-1-2-944 0,-1-1-176 16,-1 1-32-16,-3 0-16320 16</inkml:trace>
  <inkml:trace contextRef="#ctx0" brushRef="#br0" timeOffset="53232.25">9422 5696 7359 0,'-1'-2'656'0,"1"2"-528"0,1-1-128 0,-1 0 0 16,1 1 1648-16,-1 0 288 0,0-2 64 0,1-1 16 0,1-1 272 0,0 1 48 16,0-1 16-16,1 1 0 0,0 0-496 0,-2 0-112 15,2 0-16-15,0 1 0 0,0 1-704 0,-1-1-128 16,1 1-48-16,1 1 0 0,0-2-400 0,-1 2-96 16,0-1-16-16,0 0 0 0,0 2-48 0,0-1-16 15,-2 1 0-15,1-1 0 16,0 2-272-16,-1 1 0 0,0-2 128 0,0 1-128 0,0 1 0 0,0 0 0 15,0-2 0-15,0 3 0 16,0-3-608-16,-1 1-32 0,1 0 0 0,0 0 0 16,0-1-1328-16,-1 1-272 0,-1 0-48 0,0 1-9712 0</inkml:trace>
  <inkml:trace contextRef="#ctx0" brushRef="#br0" timeOffset="54403.88">9458 5833 911 0,'0'-1'0'0,"0"-2"0"0,0 1 0 0,0 2 0 16,0 0 896-16,0 0 80 0,0-2 32 0,0 1 0 16,0 1 432-16,1-2 96 0,0 1 0 0,-1 0 16 15,1 1 64-15,0-2 16 0,0 0 0 0,0 1 0 16,1-1-176-16,-1 2-48 0,1-3 0 0,-1 1 0 16,1 1 48-16,-1 0 0 0,0-2 0 0,-1 1 0 15,1 0-208-15,0 1-32 0,0 1-16 0,0-2 0 16,-1 2-336-16,0 0-64 0,-1 2-16 0,1-1 0 15,-1 3-256-15,-1 0-48 0,1 2-16 0,-1 1 0 0,-1 0-128 0,0 2-16 16,0 1-16-16,0 0 0 0,0 1-48 0,0-1 0 16,0-1 0-16,1-1 0 0,1 1-48 0,-1-2-16 15,-1 3 0-15,1-3 0 0,2 1-192 0,0-2 144 16,0-1-144-16,0-2 128 0,2 0-128 0,-1 0 0 16,1-2 0-16,0 1 0 0,0-2 0 0,2-2 0 0,2 1-128 0,-2-2-16752 15</inkml:trace>
  <inkml:trace contextRef="#ctx0" brushRef="#br0" timeOffset="54851.88">9680 5722 9215 0,'3'-4'400'0,"-1"-1"96"0,1 3-496 0,-2 0 0 0,0 1 0 0,-1 1 0 0,1 0 2224 0,-1 0 336 16,1 0 80-16,1 0 16 0,0 0-224 0,0 0-64 16,0 1 0-16,-1 3 0 15,0-3-1056-15,-1 3-224 0,0-2-32 0,-1 1-16 0,0 2-448 0,-1-2-80 0,1 1-32 0,-1 1 0 16,0-1-96-16,0-1 0 16,0 2-16-16,-1 1 0 0,1-1-112 0,-1 2-32 0,0 1 0 0,1 0 0 15,0-2-96-15,-1 3 0 0,1-2-128 0,0 3 192 16,1-4-192-16,-1 2 176 15,1-1-176-15,-1 1 160 0,1-2-160 0,-1 1 0 0,0 1 0 16,1 1 0-16,-1-2 0 0,1 0 128 0,0 0-128 0,0 0 0 16,0 0 0-1,1 1 0-15,0 1 128 0,0-3-128 0,1 0 0 0,0 1 0 0,0-3 0 0,0 2 128 16,1-2-128-16,0 1 128 0,0 0-128 0,0-3 128 16,1 0-128-16,-1 1 0 0,1-1 0 15,0-1 0-15,0-1 0 0,0 0 0 0,0-1 0 0,0 1 0 0,0-2 0 0,0 2 0 16,-1-3 0-16,2 1 0 15,0 0 0-15,0-1 0 16,-1-2 0-16,2 2 0 0,-1-2 0 0,0 1-192 16,1 0 64-16,-1-1 128 15,1 0-1152-15,0-1-128 0,-2 1 0 0,0 0-16 16,1 0-1504-16,-2 1-288 0</inkml:trace>
  <inkml:trace contextRef="#ctx0" brushRef="#br0" timeOffset="55137.15">9602 5858 3679 0,'-8'0'320'0,"3"0"-320"0,0 0 0 0,1-2 0 15,2 2 1232-15,0 0 176 0,1 0 48 0,-2 2 0 16,-1-2 1136-16,-1 0 224 0,0 0 64 0,1 0 0 16,2 0-368-16,1-2-64 0,3 2-16 0,1-2 0 15,2 1-976-15,1-3-208 0,3 2-32 0,1-3-16 16,2 0-304-16,2 0-48 0,-2 0-16 0,1 0 0 15,3-1-208-15,1 0-48 0,3-1-16 0,0 2 0 0,-1-1-320 0,-1 1-64 16,0 2-16-16,-2 1 0 0,1 0-160 0,-2-1 0 16,-1 1 0-16,-1-1 0 15,0 1-576-15,-1 0-64 0,-2 0 0 0,0 1-15536 16</inkml:trace>
  <inkml:trace contextRef="#ctx0" brushRef="#br0" timeOffset="55736.26">10231 5719 6447 0,'0'-1'272'0,"0"-1"80"0,0 0-352 0,0 1 0 0,1-1 0 0,-1 2 0 15,0-2 2048-15,0 1 320 0,1-2 80 0,0 0 16 0,-1 0 528 16,1 0 96-16,-2 1 32 0,1 2 0 0,0 0-848 0,-2 0-160 16,-1 5-48-16,1 0 0 0,-3 2-864 0,0 2-176 15,1 3-48-15,-3 2 0 0,0 5-528 0,-1 0-128 16,0 3 0-16,0-1-16 0,0-1-176 0,0 0-128 15,0-2 144-15,1 0-144 0,1 1 144 0,0-5-144 16,2-1 128-16,2-2-128 0,2-2 128 0,0-4-128 16,3 2 0-16,1-6 128 0,1-1-128 0,2-3 0 15,1-2 0-15,3-4 0 0,2-1 0 0,3-4 0 16,2-3 0-16,0 1 0 0,1-4-192 0,-1 2-32 16,-3-3 0-16,0 2 0 15,-2 2-720-15,-2 0-144 0,-1 3-16 0,-1 0-16 0,-1 0 576 0,0 2 112 16,-1 2 32-16,-1 0 0 0,-2 4 400 0,0 1-128 0,-2 3 128 0,0 1 0 15,-1 4 0-15,-2 2 0 0,0 4 0 0,-2 0 176 16,-1 4 320-16,0 3 64 0,0 1 16 0,-1 1 0 16,1 2-256-16,0-2-64 0,0 2 0 0,2-5 0 15,1-1-32-15,1-14-16 0,0 0 0 0,0 0 0 16,13 39 64-16,-6-36 16 16,0-1 0-16,2-4 0 0,-2-1-128 0,2-1-32 0,3-4 0 15,0-3 0-15,3-2 208 0,0-1 48 0,0-1 0 0,-1 0 0 16,1-4-256-16,-3 2-128 0,0 1 128 0,-2 1-128 15,-2 1 0-15,0 0 128 0,-1-1-128 0,-1 3 0 0,-2 3 0 16,0 0 0-16,0-1 0 0,-2 3 0 0,0 0 0 0,-2 3 0 16,1 1 0-16,-1 0-17808 15</inkml:trace>
  <inkml:trace contextRef="#ctx0" brushRef="#br0" timeOffset="56378.01">10720 5701 11055 0,'0'-5'480'0,"-1"3"112"0,0 2-464 0,0 0-128 16,0 0 0-16,0 0 0 0,0 2 1872 0,0 1 368 0,-2 2 64 0,-3 0 0 16,0 5-800-16,-3 2-160 0,1 1-48 0,-1 3 0 15,1 1-272-15,-1 0-64 0,2-1-16 0,-1 1 0 16,4 0-48-16,-1-5 0 0,3-1 0 0,2-4 0 15,2 1-272-15,1-4-64 0,0-2-16 0,3-2 0 16,1 0-368-16,3-4-176 0,0-1 160 0,0-4-160 16,1 1 256-16,0-1-32 0,0-2-16 0,-1 1 0 0,-1 0-208 0,-1-2 0 15,1 0 0 1,-3 1 0-16,0 2 0 0,-3 0 0 0,1 0 0 16,-2 1-160-16,-2 0 0 0,-2 1 0 15,0 1 0-15,0 1 0 0,-2 1 160 0,-2 1-128 16,0 2 128-16,-2 1-128 0,0 1 128 0,0 0 0 0,-2 2 0 0,2 2 0 0,0-1 0 0,-1 1 0 15,1 0 0-15,1-1 0 0,1 1 0 16,1 0 128 0,3-3-128-16,0 0 0 0,1 1 0 0,2-3 128 0,2 0-128 0,-1-2 0 0,2-1 0 0,1 1 0 0,0 0 0 15,1-3 0-15,-1 2 0 16,3-1 0-16,0-1 0 0,2-1 0 16,1 0 0-16,1-1 0 0,-3 2 0 0,1-2-128 15,1 2 128-15,0-2 0 0,1 1-144 0,0 0 144 16,0 2 0-16,0 1 0 0,-2 1 0 0,-1 2 0 15,-1 0 0-15,-1 2 0 0,-7-2 0 0,0 0 0 16,0 0 0-16,0 0 0 0,0 0 0 0,25 45 0 16,-25-45 0-16,0 24 128 0,-2-10-128 0,-1-2 0 15,0 1 0-15,-2 0 128 0,-1-1-128 0,1 1 0 16,0-2 176-16,1-2-48 0,0-3-128 0,0 0 192 0,2-3 240 16,0 0 32-16,2-2 16 0,0-1 0 0,0 0 96 0,0-2 32 15,2 0 0-15,0-1 0 0,1-2-288 0,0 1-48 16,0-3-16-16,1 2 0 0,1-3 96 0,-1 0 16 15,3 0 0-15,-1-2 0 0,0 4-224 0,1-4-144 0,2-2 192 0,1 0-192 16,1-2 0-16,1 2 0 16,0-2 0-16,1-2 0 0,0 1 0 0,0 1 0 0,0 0 0 0,-4 2 0 31,0 5-1472-31,-2-3-256 0</inkml:trace>
  <inkml:trace contextRef="#ctx0" brushRef="#br0" timeOffset="56646.37">11179 5489 15663 0,'4'-3'688'0,"-2"1"144"0,-1 1-656 0,0-1-176 0,-1 2 0 0,1 0 0 0,-1 0 2176 0,1 0 416 16,0 0 80-16,0 2 16 0,1-1-672 0,-2 3-128 16,0-1-32-16,-1 4 0 0,-1-3-720 0,-1 6-160 15,1-1-16-15,-3 3-16 16,0 2-240-16,0 3-32 0,-2 2-16 0,0 2 0 0,-1 3-176 0,-1 2-32 15,0 0-16-15,-1 3 0 0,-1 2-160 0,0 1-16 16,2-1-16-16,1-2 0 0,1-3-240 0,3-2 0 0,0-5 128 16,2-2-128-16,1-3 0 0,1-3 0 15,2-4 0-15,0-2 0 16,1-2-768-16,0-3-80 0,3-3-32 0,0-3-16112 0</inkml:trace>
  <inkml:trace contextRef="#ctx0" brushRef="#br0" timeOffset="56946.54">11280 5666 16575 0,'1'-4'736'0,"-1"3"160"0,0-1-720 0,0 1-176 16,0 1 0-16,-1 0 0 0,0 1 2256 15,0 1 432 1,0-2 64-16,-1 1 32 0,-1 3-688 0,-2-3-144 16,1 2-32-16,-2 2 0 0,0 0-1024 0,0-3-224 15,-1 3-32-15,1 0-16 0,-1-3-336 0,0 3-64 16,0 0-16-16,-2-3 0 0,-1 3-32 0,1 0-16 15,-1 1 0-15,0-2 0 0,1 2-160 0,2-3 192 16,0 1-192-16,2-1 192 0,0-1 160 0,2 1 32 16,0 1 16-16,2-1 0 0,0 0-176 0,1 0-32 0,0 0-16 0,2-1 0 15,1 1-176-15,0-1 0 0,2 0 144 0,-1-2-144 16,3 0 0-16,0 0 0 0,1-2 0 0,2 0 0 16,1-1 0-16,0 1 0 0,0-3 128 0,0 3-128 15,1-3 0-15,0 1 144 0,-1 1-144 0,1 3 0 16,-3-2 0-16,-1 2 0 0,1 0 0 0,-3 0 0 15,1 2 0-15,-2-2 0 0,0 2 0 0,-2 1 0 16,1-1-688-16,-1-1-144 16,0 1-16-16,-1 0-16000 0</inkml:trace>
  <inkml:trace contextRef="#ctx0" brushRef="#br0" timeOffset="57294.34">11504 5675 17503 0,'1'-2'768'0,"1"0"176"0,0 1-752 0,0-1-192 16,-1 2 0-16,0-1 0 0,1 1 1760 0,-1-1 320 16,1-1 64-16,2-1 16 0,1 0-224 0,-1 1-32 15,-1 0-16-15,-1-2 0 0,0 3-672 0,-2-1-144 16,0 2-32-16,-3 0 0 0,-1 2-432 0,-1-1-96 16,-2 3 0-16,-1 0-16 0,-1 0-160 0,-1 2-16 15,-2 1-16-15,0 0 0 0,1 3-64 0,1-3-16 16,3-1 0-16,-1 0 0 0,4 1 0 0,0-3 0 0,2 0 0 0,1 1 0 15,3-2-224-15,1 0 176 0,1-1-176 0,1 1 160 16,2-1-160-16,1-2 0 16,-1 2 0-16,2 1 128 0,-9-3-128 0,0 0 0 0,0 0 144 0,36 14-144 15,-36-14 0-15,0 0 0 16,0 0 0-16,0 0 0 0,0 0 0 0,0 0 0 0,29 33 0 0,-31-28 0 16,-2 0 0-16,-3-3 0 0,0 3 0 0,-4 0 128 15,-1-1-128-15,-3 1 0 0,-1-3 0 0,-1 1 0 16,1-1 128-16,-1 0-128 0,-1-2 128 0,-1 0-128 15,0 0 0-15</inkml:trace>
  <inkml:trace contextRef="#ctx0" brushRef="#br0" timeOffset="60980.25">11947 5706 11967 0,'-1'0'1072'0,"1"0"-864"15,0 0-208-15,0 0 0 0,0 0 1536 0,0-1 256 16,0 1 48-16,1-1 16 0,1 1 752 0,1 0 144 15,1-2 48-15,2 2 0 0,1 0-912 0,2 2-176 16,0-1-48-16,-9-1 0 0,0 0-928 0,0 0-192 16,43 13-32-16,-43-13-16 0,0 0-368 0,0 0-128 15,39 16 0-15,-39-16-10752 0,0 0-2240 0</inkml:trace>
  <inkml:trace contextRef="#ctx0" brushRef="#br0" timeOffset="61153.57">11974 5834 24879 0,'4'-2'1088'0,"0"-2"256"0,0 3-1088 0,-2-2-256 0,0 3 0 0,-1 0 0 15,0 0 1776-15,3 0 288 0,2 0 64 0,1 0 16 16,2 0-848-16,1 3-160 0,-10-3-48 0,0 0 0 16,0 0-1088-16,38 12 0 0,-38-12-192 0,0 0 0 15</inkml:trace>
  <inkml:trace contextRef="#ctx0" brushRef="#br0" timeOffset="62538.25">13028 5426 2751 0,'0'0'256'0,"-1"0"-256"0,1 0 0 0,0 0 0 16,0 0 736-16,0 0 96 0,0 0 32 0,0 0 0 15,0 0 144-15,0-1 16 0,-1 1 16 0,1-1 0 16,0 1-16-16,1 0-16 0,-1 0 0 0,0-2 0 16,0 2 16-16,0 0 16 0,0 0 0 0,0-2 0 15,0 1-64-15,0 1-16 0,0 0 0 0,0 0 0 16,0-2-176-16,0 2-32 0,0 0-16 0,0 0 0 16,0-2-112-16,0 1-32 0,-1 1 0 0,1 0 0 15,0 0-16-15,0-2 0 0,0 0 0 0,-1 0 0 0,1 1 112 0,-1-1 16 16,1 2 0-16,-1-3 0 0,1 3-48 0,-1-2 0 15,1 2 0-15,-1 0 0 0,1 0-144 0,0 0-48 16,0 0 0-16,0 0 0 0,0 0-128 0,0 0-16 16,0 0-16-16,0 0 0 0,0-1-128 0,0 1-32 0,1 0 0 15,-1 0 0-15,0 0 0 0,0 0 0 16,0 0 0-16,0 0 0 0,0 1 64 0,0-1 16 16,0 0 0-16,-1 0 0 0,1 2 16 0,-1 1 0 15,0-1 0-15,0 3 0 0,0 0 0 0,0 0 0 16,-1 4 0-16,1 0 0 0,-1 1-96 0,0 4-16 0,-1 1 0 0,1 1 0 15,-1 1-128 1,1-1 160-16,-1 6-160 0,0 1 160 0,0 4-16 0,0 1 0 0,-1 2 0 0,1-1 0 16,1 0-16-16,1-3-128 0,0 0 192 0,1-26-64 0,1 45-128 0,-1-45 0 15,3 37 0-15,-3-37 128 16,0 0-128-16,7 36 0 0,-5-26 0 0,-1-3 0 16,2 0 0-16,-2-3 0 0,0 2 0 0,-1-4 0 15,0 0-208-15,-2-2-32 0,0 0 0 0,-2 0-17424 16</inkml:trace>
  <inkml:trace contextRef="#ctx0" brushRef="#br0" timeOffset="62871.95">12950 5498 9215 0,'-1'-8'816'0,"1"4"-656"0,1 1-160 0,0 1 0 16,0 2 1600-16,0-3 272 0,1-1 64 0,1-6 16 15,1-2 336-15,4 0 64 0,1 0 16 0,1 1 0 16,2 1-912-16,2 1-176 0,2 0-48 0,2 1 0 16,0 1-496-16,3 0-96 0,-1 4-32 0,0 1 0 15,-20 2-160-15,38 6-48 0,-38-6 0 0,0 0 0 16,42 31-256-16,-42-31-144 0,0 0 160 0,21 44-160 16,-21-44 0-16,1 33 0 0,-4-17 0 0,-3-1 0 0,-1-3 0 0,-3-1 0 15,-2 1 128-15,1-4-128 0,3-3 208 16,-2 2 0-16,-1-3 0 0,-2 1 0 0,-1-3-64 15,1-1-16-15,1-2 0 0,1-1 0 0,0-1-128 0,1-1 0 16,2-3 144-16,0 2-144 0,2-2 0 0,1 2 0 16,3-1 0-16,1 0 0 15,2 4-480-15,2-3-112 0</inkml:trace>
  <inkml:trace contextRef="#ctx0" brushRef="#br0" timeOffset="63267.49">13629 5490 13823 0,'1'-9'608'0,"-1"4"128"0,1 0-592 0,-1 1-144 15,0 1 0-15,0 2 0 0,-1 0 1824 0,1-4 336 16,-1 0 64-16,0-2 16 0,-1 0 64 0,-3 3 32 16,0-2 0-16,-2 4 0 0,-1 2-800 0,-3 2-144 15,0 2-48-15,-2 2 0 0,0-1-608 0,-2 4-128 16,0 3-32-16,-2 3 0 0,-1 1-160 0,2 1-32 0,3-1-16 0,-2 3 0 15,-1 5-112-15,2 2 0 0,3-4-16 16,4-1 0-16,1 0-80 0,3-2-16 0,3-19 0 0,8 42 0 16,-8-42-144-16,0 0 0 0,40 46 144 0,-40-46-144 15,40 19 0-15,-40-19 0 16,48 11 0-16,-48-11 0 0,51 6-400 0,-24-4 0 0,-1-5 0 0,-1 1-16944 16</inkml:trace>
  <inkml:trace contextRef="#ctx0" brushRef="#br0" timeOffset="64170.61">14032 5533 15663 0,'1'0'1392'0,"-1"-2"-1120"0,-1 2-272 0,1-1 0 16,0 1 1568-16,-1 0 256 0,0 0 48 0,0 0 16 15,-1-2-80-15,1 0-16 0,-1 0 0 0,-1 2 0 0,0-2-640 0,-1 1-144 16,0 1-32-16,-2-2 0 0,-1 2-192 0,0-2-32 15,-1 1-16-15,-2 1 0 0,0 0-112 0,-1 0-32 16,0 1 0-16,0 1 0 0,0 0-128 0,-1 3-16 16,-2-1-16-16,1 1 0 0,-1 2-240 0,2-1-32 15,2 0-16-15,1 0 0 0,1 0-144 0,0 1 128 16,2 1-128-16,2 1 128 0,1-4-128 0,3 2 0 16,2-2 0-16,2 0 0 0,1-1 0 0,-5-4 0 15,0 0 0-15,0 0 0 0,39 17 0 0,-39-17 0 16,32 9 0-16,-32-9 0 0,39 10 0 0,-39-10 0 15,39 12 0-15,-39-12 0 0,38 14 0 0,-38-14 0 16,0 0-144-16,40 16 144 0,-40-16 0 0,0 0 0 0,0 0 0 0,0 0 0 16,0 0 0-16,-6 31 0 0,-5-25 0 0,-3 0 0 15,-3 1 0-15,-2 0 0 0,-1 0 0 0,-2 0 0 16,1 0 0-16,3-2 128 0,5-2-128 16,0 0 0-16,1 0 0 0,2-3 0 0,3 1 0 15,2-2 0-15,4-1 0 0,3 0 0 0,4-3 0 0,2-2 0 16,6-3-944-16,4 1-176 0</inkml:trace>
  <inkml:trace contextRef="#ctx0" brushRef="#br0" timeOffset="64586.56">14216 5606 14735 0,'-1'-2'1312'0,"0"1"-1056"16,1 0-256-16,0 1 0 0,-1 0 2048 0,0 0 368 15,0-2 64-15,-2 1 16 0,0 0-400 0,-1 0-80 16,0 2-16-16,-1 0 0 15,1 2-848-15,-2 1-192 0,0 4-16 0,2-2-16 0,-1 3-224 0,1 0-64 0,-1 5 0 0,0 0 0 16,1 0-368-16,0 2-80 0,1-1 0 0,2-1-16 16,1-14-176-16,0 0 160 15,0 0-160-15,10 38 160 0,-10-38-160 0,0 0 0 0,0 0 0 0,37 2 0 16,-24-7 0-16,1-4 0 0,2 0 0 0,1-3 0 16,-1 0 0-16,0-1 0 0,1-2 0 0,-3 3 0 0,-3 1-176 15,1-1-16-15,1-2 0 0,-2 1 0 16,-1-1-80-16,-1 2-32 0,-4 1 0 0,0 1 0 0,-2 3 304 0,-1 1 0 15,-1 2 0-15,-1 2 0 16,-1 0 0-16,-1 4 0 0,0 0 0 16,-2 3 0-16,0 3 304 0,1 0-48 0,-1 2 0 0,1 1 0 15,0 1 128-15,1 0 32 16,-1 3 0-16,0 1 0 0,3-16-128 0,-3 29-32 16,3-29 0-16,0 0 0 0,0 0-64 0,8 40 0 0,-8-40-16 15,0 0 0-15,0 0-176 0,0 0 0 16,39 14 0-16,-28-14 0 0,-1-5 0 0,1 0-224 0,2-1 48 0,1-2 16 31,0 1-2208-31,0-2-448 0</inkml:trace>
  <inkml:trace contextRef="#ctx0" brushRef="#br0" timeOffset="64838.38">14751 5528 2751 0,'2'-2'256'0,"-1"0"-256"16,-1 0 0-16,-1 2 0 0,0 0 2112 16,0-1 384-16,1-1 80 0,-2 2 16 0,-1-2 480 0,-1 1 80 15,-3 4 32-15,-2 0 0 0,0 2-1200 0,-2 2-256 16,-1 1-32-16,0 2-16 0,3 0-336 0,-2-1-80 16,2 0-16-16,0 3 0 0,-1 2-240 0,1 0-48 15,3 1-16-15,0-1 0 0,3-2-432 0,3-12-96 16,0 0-16-16,0 0 0 0,6 40-400 0,-6-40 0 15,0 0 128-15,0 0-128 0,0 0 0 0,36 21 0 16,-28-20 0-16,0-1 0 16,2-1-1344-16,0-1-160 0,1 0-32 0,-1-3-14176 0</inkml:trace>
  <inkml:trace contextRef="#ctx0" brushRef="#br0" timeOffset="65090.3">14963 5521 10127 0,'4'-5'448'0,"-3"3"96"0,1 0-544 0,-1 0 0 0,-1 1 0 0,0 1 0 16,0 0 1856-16,0-2 256 0,0 0 48 0,-1-1 16 16,0 2 64-16,-1 0 0 0,-1 1 16 0,-2 0 0 15,1 1-576-15,-3 2-112 0,0 2-32 0,-4 2 0 16,0 3-560-16,0 0-112 0,-1 2-32 0,0 2 0 16,-2 2-160-16,1 3-32 0,2-2-16 0,2-1 0 15,1-2-48-15,5 0 0 0,0-2 0 0,3-12 0 0,0 0-320 0,0 0-64 16,0 0 0-16,23 41-16 0,-23-41-176 0,0 0 0 15,36 5 0-15,-23-8 0 16,-2 1-560-16,3-1-32 0,2-1-16 0,0-4 0 16,1 2-1840-16,0-2-368 0,0 1-80 0,-1-2-10752 15</inkml:trace>
  <inkml:trace contextRef="#ctx0" brushRef="#br0" timeOffset="65454.27">15105 5630 6271 0,'-2'0'128'0,"0"0"48"0,1 0 0 0,0 0 0 0,0 0-176 0,1 0 0 0,0 0 0 0,0 2 0 16,1-2 3280-16,0 0 624 0,2 1 128 0,1 1 32 16,1-2-1408-16,2 0-288 0,0 0-48 0,1-2-16 15,2 1-1088-15,0-1-208 0,0 1-48 0,-1-2-16 16,1 1-768-16,0-2-176 0,1 0 0 0,0 0 0 16,0-2 0-16,-1 2 0 0,0-3 0 0,-1 2 0 15,-1-2 0-15,-1 2 0 0,-2 0 0 0,-1 0 0 16,-1 1 0-16,-2-1 0 0,-2 0 0 0,-1-1 0 15,-2 1 0-15,-1 1 0 0,-2-2 0 0,0 1 0 0,-2 1 0 0,-2-1 0 16,0 2 0-16,0 1 144 0,1 1-144 0,0 2 0 16,0 1 0-16,0 3 128 15,2 1 128-15,0 1 0 0,-1 2 16 0,1 2 0 0,1 0 496 0,2 1 112 16,-1 1 16-16,2 0 0 16,1-2-256-16,3-11-64 0,0 0 0 0,0 0 0 0,4 38-256 0,-4-38-64 15,0 0-16-15,0 0 0 0,0 0-240 0,36 26 0 16,-36-26 0-16,0 0 0 0,36 2 0 0,-23-2 0 15,-1-4 0-15,0 1 0 16,-1-2-1024-16,0 1-160 0,1-2-32 0,0 0-9856 0,-1-2-1984 0</inkml:trace>
  <inkml:trace contextRef="#ctx0" brushRef="#br0" timeOffset="65897.03">15535 5504 2751 0,'5'-2'128'0,"-2"0"16"0,-1 0-144 0,0 2 0 31,-1 0 0-31,0 0 0 0,-1 0 1600 0,2 0 304 16,0-2 48-16,0 2 16 0,0-1 1040 0,0 1 224 15,0 0 32-15,0 0 16 0,-1 0-464 0,-1 0-112 0,0 0-16 0,0 0 0 0,-1 0-656 0,-1 1-144 16,0 1-32-16,-1-2 0 15,1 2-928-15,-3 0-192 0,0 1-32 0,-1 2-16 0,-1-1-432 0,-1 3-96 16,0-1-16-16,-1 1 0 0,0 1-144 0,2 0 128 16,1-3-128-16,0 2 128 0,0 0-128 0,1 1 0 15,2 0 0-15,1-1 128 0,2-2-128 0,1 1 0 0,2-2 0 0,0 0 0 16,-3-4 0-16,0 0 0 16,0 0 0-16,31 12 0 0,-31-12 0 0,0 0 0 0,30 6 0 0,-30-6 0 15,0 0 0 1,0 0 0-16,34 11 0 0,-29-9 0 0,0 0 0 0,-1 3 0 0,-1-2 0 0,0 0 0 15,-1 0 0-15,-2 1 0 0,-1 1 0 0,-1-2 0 16,-2 3 0-16,-3-2 0 0,0 1 0 0,-3 0 0 31,0 1 0-31,-2-1 0 0,-2 0 0 0,0 0 0 16,1 0 0-16,0-2 0 0,1-2 0 0,2 1 0 0,2-1-208 0,2 1 16 0,3-2 16 0,1 0-11936 16,4-2-2400-16</inkml:trace>
  <inkml:trace contextRef="#ctx0" brushRef="#br0" timeOffset="66279.61">15869 5492 7359 0,'3'-2'656'0,"-1"0"-528"15,0 2-128-15,-2-2 0 0,1 2 1696 0,0-3 304 16,1 1 64-16,1-3 16 0,1 0-304 0,-2 0-64 15,0 1-16-15,-2 0 0 0,-1 3-272 0,-1 1-48 16,-3 0-16-16,-1 0 0 0,-1 3-48 0,-1-1-16 0,0 2 0 0,-1 1 0 16,1-1-288-16,-1 2-64 0,0-1-16 0,-1 2 0 15,0 1 112-15,0 0 32 0,1-1 0 0,2 1 0 16,0-2-304-16,3 0-64 0,2 0-16 0,2-1 0 16,0 0-400-16,2-3-80 0,3 1-16 0,1 0 0 15,1-1-192-15,0 1 0 0,3-2 0 0,-10-1 0 16,0 0 0-16,28 10 128 0,-28-10-128 0,0 0 0 15,0 0 0-15,35 18 0 0,-35-18 0 0,0 0 0 16,0 0 0-16,0 0 0 0,0 0 0 0,27 41 0 16,-27-41 0-16,0 0 0 0,-6 26 0 0,0-17 0 15,0 1 0-15,-1-2 128 0,-3 0-128 0,1 0 0 16,-2-1 0-16,-1 1 0 0,0-2 0 0,-3 0 0 0,0 0 0 16,-1-3 0-16,1 1 0 0,4-4 0 15,2 0-832-15,2 0-272 0</inkml:trace>
  <inkml:trace contextRef="#ctx0" brushRef="#br0" timeOffset="66704.82">16226 5483 11967 0,'1'-2'1072'0,"0"2"-864"0,0-2-208 0,0 2 0 16,-1 0 1856-16,1-1 336 0,1 1 64 0,3-2 16 15,2 1 672-15,1 0 144 0,2 1 32 0,0 2 0 16,-10-2-1184-16,0 0-224 0,35 13-48 0,-35-13-16 16,0 0-816-16,34 24-144 0,-34-24-48 0,0 0 0 15,31 35-320-15,-31-35-64 0,0 0 0 0,23 40-16 16,-23-40-112-16,0 0-128 0,11 40 176 0,-11-40-176 0,0 0 144 16,1 31-144-16,-4-20 0 0,-2-1 144 15,0 2-144-15,-3-3 0 0,-1-2 144 0,-1 1-144 0,-1-1 0 16,-1 0 128-16,-1 0-128 0,0-2 0 0,-2-1 0 15,0-1 0-15,0 2 0 0,1-5-12224 16,2 2-2432-16</inkml:trace>
  <inkml:trace contextRef="#ctx0" brushRef="#br0" timeOffset="66983.42">16526 5578 1839 0,'1'-1'160'0,"0"0"-160"0,1 1 0 0,-1-2 0 16,0 1 1808-16,1 1 336 0,2-2 64 0,2-1 16 16,3 0 960-16,3-2 192 0,1 1 32 0,0 2 16 15,1-2-720-15,0 1-144 0,0 1-16 0,0 0-16 16,0 1-944-16,0-1-192 0,0 2-48 0,0-1 0 15,0 2-896-15,-2-1-176 0,0-1-32 0,-2 0-16 16,0 2-224-16,-1-1 0 0,2-1 0 0,-3 1 0 16,-1 0-240-16,0 1 16 0,-1-1 0 0,-2 0 0 15,0 1-2048-15,-2-1-416 0</inkml:trace>
  <inkml:trace contextRef="#ctx0" brushRef="#br0" timeOffset="67158.27">16654 5641 1839 0,'-2'4'160'0,"1"0"-160"0,0-1 0 0,0-1 0 16,2 0 2832-16,0-2 544 0,-1 0 96 0,2 2 32 16,-1 1 288-16,3 0 64 0,-4-3 16 0,0 0 0 15,0 0-1632-15,34 9-336 16,-23-9-64-16,0-2-16 0,1 1-1040 0,-1-1-208 0,0 0-32 0,1-2-16 16,-1 1-528-16,0 0 0 0,-1 1 0 0,-1 0-16352 15</inkml:trace>
  <inkml:trace contextRef="#ctx0" brushRef="#br0" timeOffset="67773.07">17208 5388 13823 0,'-4'-4'1216'0,"1"1"-960"31,0 1-256-31,1 0 0 0,1 1 1792 0,-1 1 320 0,1 0 64 0,-1 1 16 15,-3 1-1136-15,-2 0-224 0,-2 3-64 0,-1 2 0 0,0 2-224 0,-2 3-48 16,-1 2-16-16,0 3 0 0,0 1-272 0,1 2-48 31,2 1-16-31,-1 1 0 0,4-3 336 0,1 1 64 0,3-2 16 0,3-18 0 0,0 0 192 0,1 40 32 16,-1-40 16-16,0 0 0 0,0 0-304 0,0 0-64 0,38 29-16 0,-25-29 0 16,3-5 32-16,1-1 16 15,1-2 0-15,-1-1 0 0,1-1-192 0,-1-2-32 0,-1 0-16 0,-1-2 0 16,-2 0-96-16,-3-1 0 0,-1 1-128 0,-3 0 192 15,-2-1 128-15,-3 1 0 0,-1 0 16 0,-3 1 0 16,-2 0-64-16,-2 0-16 0,-2 2 0 0,-2 2 0 16,-1 2-256-1,-1 2 160-15,1 3-160 0,0 1 128 16,0 4 112-16,2-1 16 0,1 3 0 0,1 0 0 0,3 2-256 16,2 0 0-16,1 0 0 0,2 0 0 15,2-2-176-15,-2-5-128 0,0 0-16 0,0 0-16832 16</inkml:trace>
  <inkml:trace contextRef="#ctx0" brushRef="#br0" timeOffset="67998.61">17453 5562 21183 0,'3'2'1888'0,"0"-2"-1504"15,-2 1-384-15,0 0 0 0,0 1 2112 0,0-1 368 16,3 3 64-16,-4-4 16 0,0 0-144 0,0 0-32 15,0 0 0-15,30 45 0 0,-30-45-1648 0,0 0-336 0,0 0-64 0,20 38-16 16,-20-38-320-16,0 0 0 0,0 0 0 0,0 0 0 31,0 0-624-31,33 24-144 0,-25-28-16 0,1-1-16240 0</inkml:trace>
  <inkml:trace contextRef="#ctx0" brushRef="#br0" timeOffset="68691.63">17823 5488 11967 0,'1'0'1072'0,"0"0"-864"16,0 0-208-16,0 0 0 0,1 0 2864 0,0 0 528 15,2-2 96-15,2 0 32 0,3 1-288 16,1-4-48-16,1 1-16 0,1-1 0 0,0-1-1824 0,0 0-352 15,1-1-80-15,-1-3-16 0,1-1-576 0,-3 1-112 16,0 1-16-16,-2-3-16 0,-2 2-176 0,-2-2 0 16,-1 0 0-16,-2-2 0 0,-2 2 0 0,-1-1 0 15,-1 3 0-15,-2-2 0 0,-1 1 0 0,-4-1 0 16,-1 2 0-16,-2-2 0 0,-1 3 0 0,0 2 0 16,0 1 0-16,-2 3 0 0,0 2 0 0,1 1 128 0,1 1-128 0,1 2 0 15,0 2 0-15,1 2 0 0,0 3 128 0,2-3-128 16,1 0 0-16,0 5 0 0,1 0 0 0,0 2 0 15,1 0 0-15,7-14 0 0,-6 29 0 0,6-29 128 0,0 0-128 16,6 40 160-16,-6-40-160 0,0 0 160 0,0 0-160 0,36 35 0 16,-36-35 0-16,0 0 128 0,40 13-128 15,-27-11 0-15,2 0 0 0,-1-4 0 0,0 0 0 0,0-1 0 16,-1-1 0-16,-1-2 0 0,-1 2 0 0,-1-1 0 16,-2-2 0-16,-1 2 0 0,-2 0 0 0,-2 2 0 15,1-2 0-15,-2-1 0 0,0 2 0 0,-2-1 0 16,0 2 0-16,0 0 0 0,-1 0 0 0,-1 0 0 15,0 1 0-15,0 1 0 0,0 1 0 0,1 0 0 16,-1 0 0-16,0 0 0 16,0 1 0-16,0 1 0 0,0 1 0 0,0-1 0 0,1 0 0 0,-1 0 0 15,1 1 0-15,0-1 0 0,0 1 0 0,1-1 0 0,0-2 0 0,0 2 0 16,0 1 0-16,1-3 0 0,-1 2 0 0,0-1 0 16,1 1 0-16,-1 0 0 0,0-2 128 0,0 1-128 15,0 0 0-15,0-1 0 0,0 0 0 0,-1 2 128 16,1-2-128-16,-1 0 0 15,1 0 144-15,-1 1-144 0,1-1 0 0,-1 2 144 0,1-2-144 0,-1 2 0 16,1-2 128-16,0 0-128 0,-1 1 0 0,1 1 0 16,0-2 128-16,-1 2-128 0,0 0 0 0,0 1 0 15,0 2 0-15,-1-1 0 0,0 2 128 0,0 2-128 16,-1 2 0-16,-1 0 0 0,1 2 0 0,-2 4 0 16,0-2 128-16,-3 6-128 0,0 3 0 0,-1 0 0 0,2-1 128 15,-2 2-128-15,0 4 0 0,-3 5 0 0,3-2 0 0,0 0 0 31,1 0 0-31,0-3-18480 0</inkml:trace>
  <inkml:trace contextRef="#ctx0" brushRef="#br0" timeOffset="79224.74">3655 6808 3679 0,'0'0'320'0,"-1"-2"-320"0,1 2 0 0,-1 0 0 0,1 0 1104 0,0 0 160 16,-1 0 16-16,0-1 16 0,-1 0 368 0,1-1 80 15,-1 2 16-15,1-3 0 0,-1 3 16 0,1-2 0 16,0 1 0-16,1 0 0 0,0 0-304 0,2 1-48 16,0 0-16-16,1 0 0 15,1 0-480-15,2-2-96 0,1 2-32 0,1-2 0 0,3-1-192 0,-1 1-32 16,1-1-16-16,2 0 0 0,1-1 64 0,3-1 16 15,1 1 0-15,1-3 0 0,-2 1-384 0,0 0-80 16,-2 1-16-16,-1-1 0 0,-2 1-160 0,-1 2 0 0,-2-2 0 0,-1 1 0 16,-1 1 0-16,-1 1 0 15,-1 0 0-15,-1 1 0 0,-1 0-128 0,-2 1 128 0,0 2 0 16,-3 0 0-16,-1 2-736 0,-1 1-80 0,-1 1-16 0,-1-2 0 31,0 3-1952-31,-1-2-400 0,-1 2-80 0,-1 0 0 16,2-2 400-16,-1 1 96 0,-1 2 16 0,0-4 0 15,0 4 1056-15,-1-4 224 0,3 1 32 0,1-2 16 0,2 1 1088 0,0-2 336 16,1-1-176-16,2 1 176 0,0-2 608 0,2-2 208 16,0 1 32-16,0-1 16 0,0 0 704 0,0 0 144 15,-1-1 16-15,1 1 16 0,-1 0 144 0,0 1 32 0,-1 1 0 0,0 0 0 0,-1 1-320 0,0 3-64 16,-1 1-16 0,-1 4 0-16,0 1-480 0,-1 4-80 0,-2 7-32 0,0 2 0 0,-1 4-256 0,0 1-48 0,1-1-16 15,-1 1 0-15,2-7-288 0,0 2-64 0,2-2-16 0,0 2 0 31,1-2-240-31,2-2 0 0,2-6 0 0,1 0 0 0,3-6 0 0,1-2-192 0,2-4 192 0,3-2-14080 16</inkml:trace>
  <inkml:trace contextRef="#ctx0" brushRef="#br0" timeOffset="79611.62">4085 6712 20271 0,'4'-9'896'0,"-1"3"192"15,0 1-880-15,-3 3-208 0,1 2 0 0,-2 0 0 0,1 0 1344 0,0 2 208 0,0 1 48 0,0 2 16 16,-1 1-176-16,0 4-32 16,-2 4-16-16,0 1 0 0,0 4-480 0,0-3-80 0,-1 8-32 0,-1-2 0 15,1 1-224-15,-2 1-32 16,1 1-16-16,0-3 0 0,-1 2-128 0,1-5-16 0,0 0-16 0,0-3 0 0,0 1-240 0,1-3-128 31,0-5 160-31,2-1-160 0,-1-4 0 0,1 1 0 0,1-2 0 0,0-3 0 16,0 2 0-16,1-4 0 0,1-1 0 0,1-2 0 0,0 1 0 0,0-1 0 31,1-2 0-31,1-2 0 0,1 1 0 0,0-1 0 16,2-1 0-16,-1-1 0 0,3 3 0 0,-2-1 0 15,2 1 0-15,0-1 0 0,0 2 0 0,-1 2 0 0,1 0 0 0,-1 2 0 16,-1 2 0-16,0 1 0 0,0 0 0 0,0 1 0 16,-7-1 0-16,0 0 0 0,0 0 0 0,0 0 0 15,0 0 0-15,27 41 0 0,-25-31 0 0,0 0 0 16,-2-3 0-16,0 4 0 0,-1-1 0 0,-1 2 0 15,-1-3 0-15,1 1 0 0,-1-1 0 0,1 1 0 16,1-1 0-16,-1-2 0 0,1 1 0 0,1-4 0 16,0-1 0-16,0 1-128 0,1-1 128 0,1-3-11072 15,3 0-2176-15</inkml:trace>
  <inkml:trace contextRef="#ctx0" brushRef="#br0" timeOffset="79951.22">4325 6994 15663 0,'0'2'1392'0,"0"0"-1120"16,1-2-272-16,0 0 0 0,0 0 1488 0,0 0 240 15,2 2 64-15,2-1 0 0,1-1 528 0,3-1 112 16,3-1 32-16,2 0 0 0,2-5-1440 0,0 2-272 16,1-5-64-16,0 1-16 0,1 0-480 0,-1-2-192 15,0 2 128-15,-2 0-128 0,0 0 0 0,-1-1 0 16,-1 4 0-16,-3-1 0 0,-2 1 0 0,-2-1 0 0,-2 3 128 0,-2-1-128 15,-1 1 0-15,-3 1 0 0,0-2 0 0,-4 2 0 16,0 1 0-16,-3 2 0 0,-2 0 0 0,-2 0 128 16,-2 2-128-16,1 1 0 15,-1 4 0-15,2-2 128 0,-2 4-128 0,1 3 0 0,2-2 0 0,1 1 0 16,1 2 192-16,2 0 16 0,2 2 0 0,1-1 0 16,1 0 496-16,2 0 112 0,3-3 16 0,1-2 0 15,-2-9-320-15,0 0-48 0,0 0-16 0,0 0 0 16,45 25-272-16,-45-25-176 0,30-2 192 0,-12-1-192 15,0 1 0-15,1-2 0 0,0 1 0 0,1-1 0 16,1 1-288-16,1-2-160 0,-2 1-48 0,-2 1-16624 16</inkml:trace>
  <inkml:trace contextRef="#ctx0" brushRef="#br0" timeOffset="80515.33">5287 6875 7359 0,'-3'-5'656'0,"1"4"-528"0,0 0-128 0,1-1 0 16,0 4 2848-16,0-2 544 0,-1 0 96 0,0 1 32 16,-1 2 32-16,0 0 16 15,-1 3 0-15,-1 2 0 0,-1 2-1840 0,0 4-384 0,1 0-64 0,0 0 0 16,0 1-752-16,0 0-144 16,0 0-16-16,2-3-16 0,-1-1-160 0,1 0-16 15,0-1-16-15,1-1 0 0,0-1-160 0,0-2 0 0,1-1 0 16,1-1 128-16,0-2-128 0,0-2 0 0,1 0 0 0,1-2 0 15,1 0 0-15,1-3 0 0,1 0 0 0,0 1 0 0,2-4 0 0,-1-1 0 16,4 0 0-16,-1-3 0 16,0 1 0-16,1-2 0 0,2-1 0 0,0 0 0 0,0-1 0 0,-2 1 0 15,0 2-144-15,0-1 144 0,-1 3 0 0,-1 0 0 16,-1 3 0-16,0 2 0 16,-2 1 0-16,1 1 0 0,-2 3 0 0,-1 0 0 15,1 1 0-15,-1 3 0 0,-1 0 0 0,0 2 0 0,-2 3 0 16,1 0 0-16,-1 1 0 0,0 2 0 0,0 2 0 15,-1 0 0-15,1 2 0 0,-1-1 0 0,0-3 0 0,1-1 0 16,-1 2 0-16,1-2 144 0,1 0-144 0,-1-2 128 0,1-3-128 16,0 0 128-16,0-1-128 0,1-2 0 0,1 0 0 15,1-2 128-15,-1-1-128 0,0-1 0 0,2-1 0 0,0-1 0 16,1 1 0-16,0-3 0 0,1-2 0 0,0 2-11792 16,1-2-2320-16</inkml:trace>
  <inkml:trace contextRef="#ctx0" brushRef="#br0" timeOffset="81097.5">5602 6898 19343 0,'-1'-2'848'0,"0"2"192"0,-1-1-832 0,1 1-208 15,0 1 0-15,0-1 0 0,0 2 1024 0,-1-2 176 16,-1 3 16-16,-1 2 16 0,-2-1 32 0,2 4 0 0,-2-1 0 0,2 0 0 15,1 2-240-15,0 1-32 0,0-1-16 16,2 1 0-16,0-1-304 0,0-1-64 0,2 1-16 0,0-2 0 16,1 0-16-16,1 0-16 0,1 0 0 0,0-2 0 15,3-2-256-15,-2 0-48 0,2 0-16 0,0-3 0 16,2 1-240-16,0-2 0 16,0-3 0-16,-2-1 0 0,-1 3 0 0,1-2 0 0,2-2 0 0,1-3 0 15,1-1 0-15,-1-1 0 0,0 1 0 0,-1-1 0 16,-1 1-192-16,0-1 192 0,-2 0-192 0,0-1 192 15,-1 1-320-15,0 2 32 0,-1 2 16 16,-2-1 0-16,0 1 272 0,0 2 0 0,-1 0 0 0,0 3 0 0,-2 2 0 0,0 0 0 16,0 2 0-16,-1 3 0 15,0 0 0-15,0 0 0 0,-1 4 0 0,-1 1 0 0,1 1 144 0,1 1-16 16,0 2 0-16,0-2 0 0,0 3 208 16,1-4 48-1,1 1 0-15,2-3 0 0,0-1 32 0,2-3 16 0,0 2 0 16,2-3 0-16,0-2-256 0,0-1-48 0,0-2-128 15,1-1 192-15,1 0-192 0,0-5 0 0,2 2 0 0,-2-2 0 16,1 0-192-16,1-2-48 0,-4 4 0 0,2-3 0 16,-2 2-2464-16,1-2-496 0,-1-1-112 15,0 3-10400-15</inkml:trace>
  <inkml:trace contextRef="#ctx0" brushRef="#br0" timeOffset="81642.92">5903 6866 1839 0,'1'0'160'15,"-1"-2"-160"-15,0 2 0 0,0 0 0 16,1 0 1232-16,0-1 224 0,2-1 32 0,-1 0 16 0,0 1 1184 0,1 1 256 15,-1 3 32-15,-1-1 16 0,0 3-112 0,-2 2 0 16,1 0-16-16,-2 5 0 0,1-2-832 0,-2 1-176 16,1 4-16-16,-1-3-16 0,1 2-768 0,-2-2-160 15,1 0-16-15,0-1-16 0,2-2-464 0,0-1-80 16,0-1-32-16,0-2 0 0,1-1-288 0,0-1 160 16,1 0-160-16,0-3 128 0,1-1-128 0,1-3 0 15,1 1 0-15,0-2 0 0,-1-2 0 0,1 0 0 0,2 0 0 0,-2-3 0 16,4 1 0-16,-3-3 0 15,2 1-128-15,-1 1 128 0,0-2 0 0,0 0 0 0,1 0 0 0,-2 2 0 16,2-1-144-16,-1 1 144 0,0 2 0 0,-1 2 0 16,0 1 0-16,0 1-128 0,-1 2 128 15,0 2 0-15,0 0 0 0,0 2 0 0,-2 2 0 0,0 1 0 16,0 0 0-16,-1 2 0 0,0 2 0 0,0 1 0 16,0 2 0-16,-1 0 0 0,-1-2 0 0,-1 1 0 15,1 1 0-15,0-1 0 0,0-1 128 0,-1 0-128 0,0-3 0 16,2 0 0-16,-1-2 128 0,0 0-128 0,1-1 0 15,0-1 0-15,1-1 0 0,0-4 0 0,0 1 0 0,1-1 0 16,1 1 0-16,1-2 0 0,1-2 0 16,1 1 0-16,-1-2 0 0,2-1 0 0,0-3 0 15,1 1 0-15,0 0 0 0,0-2 0 0,0 0 0 0,-1 0-160 16,2 1 160-16,-2-2-192 16,1 1-464-1,0 1-112-15,-1-1 0 0,0 3-16 0,-2 3 96 0,1 0 32 0,-1 1 0 0,-1 3 0 0,-1-1 432 0,-1 2 96 16,1 2 128-16,-2 1-208 0,0 2 208 0,0 2 208 15,-1 1-32-15,-1 3-16 0,0 1 416 0,0 0 96 0,-2 2 16 16,0 2 0 0,0-2-144-16,0 0-32 0,1 1 0 0,0-5 0 0,0 1-240 0,2-1-48 0,1-1-16 0,1-2 0 15,1 3-208-15,0-6 0 0,1 1 0 0,0-4 0 16,-1-1 0-16,3-1-288 0,-1-4 64 0,3 1-11168 16,-1-5-2224-16</inkml:trace>
  <inkml:trace contextRef="#ctx0" brushRef="#br0" timeOffset="82100.14">6362 6685 11967 0,'1'-7'528'0,"-1"3"112"0,0 1-512 0,0 0-128 0,0 3 0 0,0-2 0 0,0 2 2304 0,0 0 448 16,0 2 64-16,-1-2 32 0,0 3-512 0,1 0-96 16,-1 1-32-16,0 1 0 0,1 2-1008 0,-1 0-208 31,0 0-32-31,1 3-16 0,-1-1-528 0,1 4-96 0,-1 3-32 0,-1-2 0 0,-1 2-128 0,-1 4-32 15,1 3 0-15,-2-1 0 0,0 4 0 0,0-1-128 16,-1-1 192-16,1-1-64 16,0-3-128-16,0-3 0 0,2-3 0 0,1-5 128 15,1-2-128-15,0-2 0 0,1-2 0 0,1-1 0 0,0 0 0 0,0-2 0 16,1-2 0-16,-1 0 0 16,2-1 0-16,0-2 0 0,1 1 0 0,-2-3 0 0,2 2 0 0,-1-4 0 0,2 2 0 0,-2-1 0 15,2 1 0-15,0-2 0 16,0-1 0-16,2-2 128 0,-2 1-128 15,2 1 0-15,0-2 0 0,1 3 0 0,-2-1 0 0,2 3 0 16,0 0 0-16,0 0 0 0,0 2 0 0,-1 3 0 16,0 0 0-16,0 4 0 0,-2 0 0 0,1 0 0 15,-2 4-144-15,-1 0 144 0,0 2 0 0,-1 1 0 16,-1 0 0-16,-1 2 0 0,0 0 0 0,-2-1 0 0,-1 1 0 0,1-2 0 31,-2 1 0-31,-1-2 0 0,0 0 0 0,-2-2 0 0,2-2 0 0,-2 1 0 0,2-3 0 0,-2-2 0 0,1 1 320 16,0-1-16-16,1-1-16 15,1-1 0-15,1 0-96 0,0 1-32 0,1-1 0 0,0-2 0 0,2 1-160 0,0-2 0 32,2 3 0-32,1-3 0 0,0 2-1616 0,2 0-256 0</inkml:trace>
  <inkml:trace contextRef="#ctx0" brushRef="#br0" timeOffset="82434.52">6502 6922 11055 0,'4'-2'480'0,"-2"0"112"0,0 0-464 0,0 1-128 0,-1 1 0 0,0 0 0 15,1-2 2704-15,0 2 528 0,3-3 96 0,3 1 32 0,0 0-544 0,2-3-128 16,1 0 0-16,-1 1-16 16,1-1-1552-16,0 0-304 0,-1 0-64 0,0 0-16 0,0 1-480 0,-2-1-112 15,0-2-16-15,-1 2 0 16,-1 0-128-16,0-1 0 0,-2 0 0 0,-2 0 128 16,1-2-128-16,-3 1 128 0,0 0-128 0,-1 0 128 15,-1 0 48-15,-2 0 0 0,-1 0 0 0,0 0 0 16,0 4-48-16,-1 1-128 0,0 0 192 0,-1 2-64 15,-1 2-128-15,1 2 128 0,-1 1-128 0,1 2 128 16,-1 3 64-16,1 0 0 0,1 2 0 0,-2 2 0 16,2 0-32-16,-1 0 0 0,2 2 0 0,1-1 0 0,1-3-16 15,1 2 0-15,0-4 0 0,3 1 0 0,1-3 48 0,1-2 0 16,1-1 0-16,2-2 0 0,-6-3-192 0,0 0 0 16,0 0 0-16,33-2 128 0,-22-1-128 0,0-2 0 15,2 0 0-15,0-2 0 0,-1 3-288 0,-1-3-32 16,1 2-16-16,-1-2-17136 15</inkml:trace>
  <inkml:trace contextRef="#ctx0" brushRef="#br0" timeOffset="82765.45">6772 6856 15663 0,'2'-2'688'0,"-1"-1"144"0,1 1-656 0,-1 0-176 0,-1 1 0 0,2-1 0 15,0 2 2048-15,0-2 384 0,3-3 80 16,0 0 16-16,4-2-560 0,-1 0-112 0,1 2-32 0,0 0 0 15,0 2-784-15,-1 2-144 0,0-1-48 0,-2 4 0 16,1-1-368-16,-2 3-80 0,1 3-16 0,-2 0 0 16,-4-7-160-16,0 0-32 0,0 0-16 0,13 46 0 15,-13-46-176-15,1 27 160 0,-2-13-160 0,-1 1 160 0,-1-1-160 0,-1-2 0 16,0-3 0-16,1 1 128 0,-1-3-128 0,1-2 0 16,-1-3 0-16,1 1 128 0,-1-3 0 0,2-1-128 15,0-1 192-15,1-3-64 0,1-2 224 0,1 0 32 16,1-2 16-16,1-3 0 0,1 0-48 0,0-2-16 15,3 0 0-15,0 2 0 16,1 0-176-16,1-2-32 0,2-3-128 0,2 2 192 0,-2 4-192 0,2-3 0 16,1 2 0-16,0 2 0 0,1 1 0 0,-1-1 0 15,1 4 0-15,-2 1-160 16,-1 2-880-16,0 2-176 0,-2 2-48 0,-2-1-15312 0</inkml:trace>
  <inkml:trace contextRef="#ctx0" brushRef="#br0" timeOffset="83196.32">7498 6779 11967 0,'-2'-1'528'0,"0"-1"112"0,1 0-512 16,-1 1-128-16,1 1 0 0,-1 0 0 0,0 1 1824 16,-1-1 336-16,-1 1 64 0,-4 2 16 0,0 1-16 0,-3 1 0 15,0 3 0-15,0 3 0 0,0 1-656 0,1 2-128 16,1 0-32-16,1 3 0 0,2-2-624 0,2 1-128 16,3-4-16-16,1-12-16 0,0 0-320 0,0 0-64 0,0 0-16 0,30 35 0 31,-30-35-224-31,0 0 0 0,38-2 0 0,-24-3 0 15,1-1 0-15,0-2 0 0,-1-4-144 0,0 2 144 16,-1 1-384-16,-2-2 32 0,1-1 0 0,-4 2 0 16,-1-2-128-16,-1 5-32 0,-1-2 0 0,-4 1 0 0,1 1 512 0,-3 0 0 15,-1 1 0-15,-3 0 0 0,-2 2 0 16,1 1 0-16,-2-1 0 0,1 3 160 0,1-1 112 0,-1 2 32 0,2 0 0 16,1 2 0-16,0-1-160 15,1 3-16-15,1-3-128 0,2 1 192 0,1 0-560 16,1 0-112-16,2-2-32 0,2 2-14336 15</inkml:trace>
  <inkml:trace contextRef="#ctx0" brushRef="#br0" timeOffset="83513.73">7896 6709 13823 0,'16'-7'608'0,"-7"0"128"0,0 2-592 0,-3 0-144 15,-3 0 0-15,-1 3 0 0,-1 1 2400 0,3-5 448 16,2-1 96-16,-1-5 0 0,-1 2-816 0,-3 1-160 15,-1 2-48-15,-2 2 0 0,-2 0-832 0,0 2-192 0,-2 2-16 0,0 2-16 16,0 0-432-16,0 1-96 0,-2 1-16 0,1 2 0 16,-1 2-320-16,1 0 0 0,0-3 0 0,1 2 128 15,0 0-128-15,0 4 0 0,-1 0 0 0,1 1 0 16,0 1 256-16,0 2 0 0,-1 3-16 0,3-3 0 16,-1 3 128-16,0 2 16 0,2 2 16 0,-2 3 0 15,1 0-96-15,2 1-32 0,-1-1 0 0,1 0 0 16,0 0-272-16,1-3 128 0,-1 0-128 0,-1 1 0 15,0-4 0-15,-1 2 0 0,-1-2 0 0,1 0 0 0,-2 0 0 0,1-1 0 16,-2-2 0-16,0-1 0 0,-2 0 0 0,1-3 0 16,0 1 0-16,-2-3 0 0,1 0 0 0,0-1 0 15,-1-1 0-15,0-4 0 0,1 0 0 0,2-1 0 16,-2-5-192-16,4-2 48 16,-1 1-1472-16,3-6-304 0,0 1-48 0,1-3-13264 0</inkml:trace>
  <inkml:trace contextRef="#ctx0" brushRef="#br0" timeOffset="83655.5">7621 6872 3679 0,'0'-2'320'0,"1"1"-320"16,0 2 0-16,1-1 0 0,0 0 3392 0,1 0 624 0,1 0 112 0,3 2 32 15,-7-2-192-15,30 0-16 16,-7 0-16-16,4-3 0 0,3 0-2080 0,1-4-432 0,0 2-80 0,0-2 0 16,1 0-976-16,-1-1-192 0,1 1-48 0,-1-1-11344 15,1 0-2288-15</inkml:trace>
  <inkml:trace contextRef="#ctx0" brushRef="#br0" timeOffset="84459.55">8447 6840 12895 0,'-1'0'1152'0,"0"0"-928"0,1 2-224 0,1-2 0 0,1 0 1488 0,0 0 256 15,0-2 48-15,1 2 16 0,4-3 1040 0,3 0 208 16,3 0 32-16,3-3 16 0,1-1-1168 0,3-2-224 16,2 0-48-16,1-1-16 0,1 0-928 0,0 0-176 15,0 2-32-15,-4 0-16 0,0 1-496 0,-5 2 0 16,0 1 0-16,-4 1 0 0,0 1-128 0,-3 1-32 15,-3 1 0-15,0-1 0 16,-2 2-1392-16,-2-1-288 0,-2 1-48 0,0 1-8112 16,-1-2-1632-16</inkml:trace>
  <inkml:trace contextRef="#ctx0" brushRef="#br0" timeOffset="84675.93">8713 6640 13823 0,'1'-1'608'0,"-1"0"128"0,0-1-592 0,0 2-144 0,-1 2 0 0,0-2 0 16,0 1 1920-16,-2 2 368 0,0 2 64 0,-3 2 16 15,-2 5 80-15,-1 2 32 0,-2 1 0 0,0 4 0 16,1-2-1024-16,-1 4-208 0,0-2-32 0,-1 2-16 16,0 3-576-16,0 0-112 0,0-1-32 0,2 1 0 15,2-1-160-15,1-3-16 0,3-1-16 0,1-3 0 16,1-2-288-16,3-2 0 0,2-5 128 0,-3-7-128 16,0 0 0-16,0 0 0 0,34 5 0 0,-21-11 0 15,2-2 0-15,0-4-192 0,1 0 48 0,0 0 16 16,1-2-1600-16,0 0-304 0,-2 0-64 0,0 2-12656 15</inkml:trace>
  <inkml:trace contextRef="#ctx0" brushRef="#br0" timeOffset="84987.05">8834 6795 2751 0,'-2'-3'256'0,"1"1"-256"16,1 0 0-16,0 1 0 0,1-1 3392 0,0 0 624 15,0 1 128-15,0-2 16 0,3-2 48 0,1-2 0 16,2-3 0-16,3 0 0 0,1 1-2112 0,0 1-432 15,-1 1-64-15,1 0-32 0,0 5-960 0,-1-1-192 16,1 3-32-16,-3 3-16 0,0-1-368 0,-8-2 128 16,0 0-128-16,0 0 0 0,0 0 0 0,28 38 0 15,-28-38 0-15,0 0 0 0,4 40 0 0,-6-26 0 0,-1-1 0 0,0 0 0 16,-2-1 0-16,0-2 0 0,0 2 0 16,-1-5 0-16,1 0 0 0,-1 0 0 0,0-2 0 15,3-3 0-15,-1 0 0 0,1-4 0 0,0 2 0 0,2-4 0 16,2-1 0-16,0-1 0 0,2-2 0 0,1 1 0 15,1-3 0-15,1 1 0 0,1-1 0 0,2-2 0 16,0 1 0-16,1 1 0 0,0-2 0 0,2 0 0 0,1 2 0 0,1-1 0 16,1 1 0-16,-1 1 0 0,-2 0 0 0,0 4-208 15,1 0 48-15,-1 0-11600 16,-1 3-2320-16</inkml:trace>
  <inkml:trace contextRef="#ctx0" brushRef="#br0" timeOffset="85566.61">9220 6764 18431 0,'2'0'816'0,"-1"0"160"0,2 0-784 0,-1 0-192 0,-1 0 0 0,0 0 0 15,0-2 2688-15,2 2 480 0,3-1 96 0,1-1 32 16,3 0-848-16,2-1-160 0,0 1-48 0,-2-1 0 16,1 1-1472-16,-1-3-288 0,-1 3-64 0,1-3-16 15,-2 1-400-15,-1 1 0 0,0 1 0 0,-2-3 0 16,-1 2 0-16,-1 0 0 0,0 0 0 0,-2 0 0 15,0 1 0-15,0-1 0 16,-1 2 0-16,-1 0 0 0,0 1-320 0,1 0 16 0,-1-2 0 0,1 2 0 0,0 2 112 0,-1-2 0 16,1 0 16-16,0 0 0 15,0 1 176-15,0-1 0 0,1 0 0 16,-1 1 0-16,1-1 0 0,0 0 0 0,0 0 128 0,0 0-128 16,-1 0 320-16,1-1 0 0,0 1 0 0,0 0 0 0,0-1-64 0,-1 1 0 15,1 0-16-15,0 0 0 16,0 0-112-16,0 0-128 0,0 0 176 0,0-2-176 0,1 2 160 0,-2 0-160 15,0 0 128-15,0 0-128 16,0 0 0-16,0 2 0 0,0-2 128 0,1 0-128 0,-1 0 0 0,0 1 0 0,1 0 0 0,-1-1 0 16,0 0 0-16,1 2 0 15,-1-2 128-15,0 0-128 0,0 0 0 0,0 0 0 16,1 0 0-16,-1 0 0 0,1 0 0 0,-1 0 0 16,0 0 128-16,1 0-128 0,-1 0 0 0,0 0 0 15,0 0 0-15,0-2 0 0,0 2 0 0,0 0 0 16,0 0 0-16,0 2 0 0,0-4 0 0,0 2 0 15,0 2 128-15,-1-2-128 0,1 1 0 0,-1 1 0 16,0-1 0-16,-1 1 0 0,1 1 0 0,-2 0 0 16,0 0 0-16,0 2 0 0,0-1 0 0,0 2 0 15,1 0 0-15,-1 1 0 0,0 0 0 0,1 3 0 16,-1 2 128-16,1-2-128 0,1 4 0 0,1-5 0 16,0-9 0-16,0 0 0 0,0 0 0 0,8 35 0 15,-8-35 0-15,0 0 0 0,0 0 0 0,0 0 0 16,0 0 0-16,0 0 0 0,42 20 0 0,-35-23 0 15,0-1 0-15,0 1-12240 0,0-1-2416 16</inkml:trace>
  <inkml:trace contextRef="#ctx0" brushRef="#br0" timeOffset="85746.88">9411 6529 24879 0,'0'2'2208'15,"0"1"-1760"-15,1-3-448 0,-1 2 0 16,1 0 2176-16,0 0 368 0,1 4 64 0,-2-6 16 16,0 0-912-16,0 0-176 0,23 37-48 0,-23-37 0 0,0 0-1168 0,0 0-320 15,34 33 128-15,-34-33-17792 16</inkml:trace>
  <inkml:trace contextRef="#ctx0" brushRef="#br0" timeOffset="86237.5">9793 6738 18431 0,'1'2'1632'0,"1"-2"-1312"16,0 1-320-16,-1 0 0 0,0-1 2112 0,1 0 336 0,1 2 80 15,1-2 16-15,4 3-16 0,0-3 0 0,1 0 0 0,-1 0 0 16,0-3-1568-16,-1 1-304 0,0 0-64 0,-1-2-16 15,-2 0-416-15,-1 1-160 0,0-2 0 0,-1 0 144 16,-2 2-144-16,-2-2 0 0,-1 1 0 0,-2 1 0 16,-1-1 0-16,-3 1 0 15,-1 3 0-15,0-2 0 0,2 2 0 0,-1 2 0 0,-1 1 0 0,1 1 0 16,1 2 0-16,-1 0 0 0,2 1 0 0,0 1 0 16,1 1 0-16,1 0 0 0,1-1 0 0,2 1 0 15,0-1 0-15,2 0 0 0,1 0 0 0,2-3 0 0,0 0 0 16,2-1 0-16,-5-4 0 0,0 0 0 0,0 0 0 0,0 0 0 15,42 4 0-15,-32-6 0 0,2 0 0 0,-1-3 0 16,1 0 0-16,0-1 0 16,-1 0-192-16,-1 0 192 0,-1 0-192 0,-1 2 192 15,0-3-688-15,0 0-16 0,-1-1 0 0,-2 4 0 16,0-1 384-16,-3 0 80 0,0 3 16 0,-1 0 0 0,0 2 224 16,-2 2 0-16,0 0 0 0,0 1 0 0,-1 4 128 0,1-3 32 15,-1 4 0-15,1-3 0 16,1 4 352-16,0-2 64 0,1 2 0 0,1-1 16 0,-2-8-384 0,0 0-80 0,0 0 0 15,0 0-128-15,0 0 0 0,33 35 0 0,-33-35 0 0,0 0 0 16,0 0 0-16,40 0 0 16,-29-7 0-16,2 0 0 15,1-2-1600-15,1-3-288 0,0-2-48 0,2-1-13040 16</inkml:trace>
  <inkml:trace contextRef="#ctx0" brushRef="#br0" timeOffset="86443.06">10222 6593 6447 0,'4'-10'272'0,"-3"2"80"0,0 0-352 0,0 1 0 15,0 4 0-15,-1 1 0 0,1-1 1520 0,0-1 224 16,0-3 48-16,1 0 16 0,0-1 688 0,0 5 144 16,-3 4 32-16,0 4 0 0,0 3-352 0,-2 5-64 0,-1 6-16 0,-1 2 0 15,-1 1-1056-15,-1 4-224 16,-2 0-32-16,0 0-16 0,1 0-224 0,0 0-48 0,2 0-16 0,-1 1 0 16,2-1-176-16,1-3-16 0,2-1-16 0,2-22 0 15,-1 30-416-15,1-30 0 0,0 0 0 0,0 0 0 16,0 0-1312-1,0 0-240-15</inkml:trace>
  <inkml:trace contextRef="#ctx0" brushRef="#br0" timeOffset="86955.09">10626 6638 11055 0,'1'-2'976'0,"-1"2"-784"0,0 0-192 0,0 0 0 15,0 0 1664-15,0 0 272 0,0 0 64 16,-1 0 16-16,-1 0 736 0,0 2 160 0,-2-2 32 0,-2 2 0 16,-1 0-1392-16,0 1-272 0,-3 0-48 0,0 0-16 15,-1-2-304-15,0 1-64 0,0 1-16 0,-1-1 0 16,1-1 0-16,-2 1 0 0,1 1 0 0,2 0 0 0,2 0-384 0,1 0-96 15,4-1-16-15,0 0 0 0,3 0-336 0,0 1 0 16,3 0 0-16,0 1 0 0,4-2 0 0,-7-2 0 16,0 0 0-16,0 0 0 0,36 18 0 0,-36-18 0 15,0 0 0-15,0 0 0 0,44 23 0 16,-44-23 0-16,0 0 0 0,0 0 0 0,39 33 0 0,-39-33 0 16,0 0 0-16,0 0-128 0,0 0 128 0,0 0 0 15,4 42 0-15,-11-37 0 0,-3 2 0 0,-2-2 0 16,0 1 0-16,-2-2 0 0,-2 3 0 0,-1-5 0 15,-1 3 0-15,-1-2 0 0,0-1 0 0,0-2 0 16</inkml:trace>
  <inkml:trace contextRef="#ctx0" brushRef="#br0" timeOffset="89701.68">11124 6668 11055 0,'-2'-2'976'0,"0"2"-784"0,1-1-192 0,1 0 0 0,0 1 1024 0,1 0 176 16,0 0 16-16,0 0 16 16,2-2 624-16,1 2 128 0,2 0 32 0,1 0 0 0,1 0-736 0,0 0-160 15,-1 2-32-15,1-1 0 0,-2 0-1088 0,1 2 0 16,-1-1 0-16,0 1-11808 0</inkml:trace>
  <inkml:trace contextRef="#ctx0" brushRef="#br0" timeOffset="89820.8">11126 6753 13823 0,'1'3'608'0,"-1"-2"128"0,1 1-592 0,0 0-144 0,0-1 0 0,-1 1 0 15,1 0 1056-15,1-1 176 0,0 3 48 0,2 1 0 16,2 1-704-16,-6-6-144 0,0 0-32 0,0 0-6096 31,39 14-1232-31</inkml:trace>
  <inkml:trace contextRef="#ctx0" brushRef="#br0" timeOffset="90325.45">12130 6526 11055 0,'-2'0'976'0,"0"0"-784"15,1 0-192-15,-1 1 0 0,0 1 1600 0,0 0 256 16,-3 1 64-16,-3 1 16 16,-2 6 256-16,-3 0 48 0,0 6 16 0,0 1 0 0,3 2-384 0,1 2-80 0,0 0 0 0,3-1-16 15,1 0-800-15,1 2-144 0,-1-1-48 0,2-2 0 16,1-2-464-16,-1 0-112 15,2-1-16-15,0-2 0 0,1-2-192 0,1-2 0 0,0-4 0 0,1-1 0 16,-1-4-192-16,0-1-48 16,2-1 0-16,-1-4 0 15,1-1-864-15,0-2-176 0,-1-3-48 0,0 1 0 0,0-2-320 16,0 0-64-16,0-4-16 0,-1-1 0 0,0 1 752 0,0-3 144 16,-1 3 16-16,1-2 16 0,1 1 576 0,1 0 224 0,0 2-176 15,1 0 176-15,1 2 368 0,1 1 160 0,0 2 48 0,3 0 0 16,0 1 880-16,2 0 176 0,2 1 32 0,0 2 16 15,2 2-288-15,-2 0-64 16,0 2-16-16,0 0 0 0,-13 2-448 0,0 0-96 0,35 5 0 0,-35-5-16 0,0 0-192 0,0 0-48 16,37 28 0-16,-37-28 0 0,0 0-256 0,15 39-48 31,-15-39-16-31,2 32 0 0,-2-16 48 0,-3 3 0 0,-1 0 0 0,0-2 0 0,-1-1-112 0,0-1 0 16,0 0-128-16,0 0 192 0,1-1-192 0,1-4 144 15,1 2-144-15,2-5 128 0,1-2-128 0,0-3 0 16,1 0 0-16,2-2 0 0,-1-2-192 0,2 1 0 15,-1-2-16-15,2-2-17584 16</inkml:trace>
  <inkml:trace contextRef="#ctx0" brushRef="#br0" timeOffset="90622.17">12585 6605 9215 0,'-1'-1'400'0,"0"-1"96"0,1 1-496 0,-1 0 0 16,1 1 0-16,-1 0 0 0,0 0 1984 0,0 0 320 16,0 0 48-16,-2 0 16 0,1 0 320 0,1 1 64 0,0 0 0 0,2-1 16 15,2 0-896-15,1-2-176 0,3 0-32 0,1-1-16 16,1 3-640-16,1-4-128 0,2 1-32 0,2 1 0 15,-14 2-416-15,27-5-96 0,-14 2-16 0,-1 1 0 16,0 1-176-16,-12 1-144 0,0 0 192 0,28 1-192 16,-21 1 0-16,0-1 0 0,-1 1 0 0,0 0 0 15,-2 1-432 1,-1-1-32-16,-1 0-16 0,-1-1 0 0,-2 3-2400 0,-1 1-464 0</inkml:trace>
  <inkml:trace contextRef="#ctx0" brushRef="#br0" timeOffset="90827.87">12582 6706 8287 0,'-6'6'368'0,"1"-2"80"15,1-2-448-15,2 1 0 0,2-3 0 0,0 0 0 0,0 2 2480 0,0-2 400 16,1 1 96-16,-1 1 16 0,3 0 64 0,3-2 16 16,0 0 0-16,3-2 0 0,1 0-1152 0,2 1-240 15,1-1-32-15,1-1-16 0,2 1-928 0,-2 0-176 16,1-2-32-16,-1 1-16 0,0 0-480 0,-2 2 0 15,1-2 0-15,-2 1 0 16,0-1-576-16,0 1-144 0</inkml:trace>
  <inkml:trace contextRef="#ctx0" brushRef="#br0" timeOffset="95122.62">13418 6512 13823 0,'-2'0'1216'16,"0"2"-960"-16,2-2-256 0,-1 0 0 0,1 0 1040 0,-1 0 176 16,0 1 16-16,-1-1 16 0,2 2 976 0,-2-2 192 15,2 0 32-15,1 0 16 0,0 0-672 0,3-2-144 16,1-1-32-16,0 2 0 0,3-2-672 0,0-2-144 16,2 2-32-16,1-3 0 0,1 1-112 0,0 1-16 15,1 0-16-15,0 2 0 0,-1-1-272 0,-1 3-48 16,-1 0-16-16,-10 0 0 0,0 0-128 0,0 0-32 15,0 0 0-15,36 34 0 0,-36-34-128 0,0 0 0 0,8 33 144 16,-10-21-144-16,-1 0 0 0,-2-1 0 0,0 1 0 0,-3-2 128 16,-1 0-128-16,-1-3 0 0,-2 2 0 0,0-1 0 15,-2 0 0-15,1 0 0 0,-1-1 0 0,1-2 0 16,2-1 896-16,-4 2 96 0,0 0 32 0,-1 1 0 16,2-2-1664-1,-2 0-320-15,1 0-64 0,0-1 0 0,2 1 800 0,1-2 224 0,1 1 0 0,2-2 0 16,2 1 0-16,3-1 0 0,1-2 0 0,2 0 0 15,2 0 0-15,2-2 0 0,3-1 0 0,1 0 0 0,5-2 0 0,1-1 0 16,1-1 0-16,4 0 0 16,2 0 0-16,2-2 0 0,-2 1 0 0,1 4 0 15,1-1 0-15,-1 2 0 0,1 1 0 0,-22 2 0 0,40 2 0 0,-40-2 0 16,0 0 0-16,49 17 0 0,-49-17 0 0,0 0 0 16,0 0 0-16,34 41 0 0,-34-41 0 0,0 0 0 15,0 33 0-15,-5-22 0 0,0-1 0 0,-4-1 128 16,-1 1-128-16,-2-3 0 0,1 1 192 0,-1-2-16 15,-2 2-16-15,-1-2 0 0,-1-1-160 0,1 0 160 16,2-1-160-16,0-3 160 0,0 2-160 0,1-3 0 16,-1 2 0-16,1-5 0 0,2 1 0 0,1-1 0 15,3 1 0-15,2-3 0 0,2 1 0 0,1 0-224 0,2 0 80 0,1 0 16 32,1 0-1056-32,3-2-208 0</inkml:trace>
  <inkml:trace contextRef="#ctx0" brushRef="#br0" timeOffset="95517.55">13956 6569 11055 0,'3'-4'480'0,"0"1"112"16,1 1-464-16,-2 0-128 0,0 1 0 0,-1-1 0 15,-1 2 1360-15,3-3 256 0,0-1 48 0,1-1 16 0,-1 2-240 0,-2-1-48 16,0 2-16-16,-3-1 0 0,0 3-304 0,-3 3-64 15,-1 0-16-15,-3 1 0 0,0 3-480 0,-1 0-80 16,-3 5-32-16,0-1 0 0,-2 1 32 0,0 2 0 16,0 3 0-16,1 0 0 0,4-4 208 0,0 2 32 15,0 2 16-15,1 0 0 0,4-1 208 0,1-2 32 16,4-14 16-16,0 0 0 0,8 37-320 0,-8-37-64 16,0 0-16-16,0 0 0 0,51 20-272 0,-35-22-48 15,3 0-16-15,2-3 0 0,4-3-64 0,1-1-16 0,-1-2 0 0,-2 1 0 16,0-2-128-16,-4 0 0 0,-1-1 0 0,-3 0 0 15,-1 1 0-15,-3 0 0 0,-3-2 128 0,-3 2-128 16,-3 0 0-16,-4-2 0 0,-2 2 0 0,-4 0 0 16,-4 0 0-16,-3 1 0 0,-3-1 0 0,0 3 0 15,2 1-192-15,-3 2 48 16,1 3 0-16,-1 1 0 0,2 4-512 16,3 0-112-16,2 3 0 0,3-1-9776 0,4 2-1936 0</inkml:trace>
  <inkml:trace contextRef="#ctx0" brushRef="#br0" timeOffset="115524.39">7836 7660 7359 0,'-1'-3'656'0,"1"1"-528"15,0 2-128-15,-1-2 0 0,1 1 1360 0,1 1 240 16,-1-2 64-16,1 0 0 0,0 0 768 0,0-3 144 16,0-1 48-16,1 0 0 0,1 1-896 0,0 1-192 15,1-1-16-15,-1 1-16 0,3-1-656 0,0-1-128 0,3 2-16 0,0-4-16 16,1 2-368-16,1-1-64 0,2 0 0 16,0 1-16-16,0 0 16 0,-1 1 0 0,0 1 0 0,0 1 0 15,0-2 176-15,-1 3 32 0,-1 1 16 0,-1-1 0 16,-9 2-160-16,0 0-16 0,0 0-16 0,0 0 0 15,0 0-288-15,0 0 160 16,38 33-160-16,-38-33 128 0,0 0-128 0,10 34 0 0,-10-34 144 0,0 0-144 16,14 34 160-16,-14-34-32 0,0 0-128 0,0 0 192 15,0 0-192-15,42 25 0 0,-42-25 128 0,25-8-128 16,-12 4 0-16,2-5 0 0,2-1 128 0,0-2-128 16,1-2-256-16,1-1-112 0,3 1-16 0,-1-2-15360 15</inkml:trace>
  <inkml:trace contextRef="#ctx0" brushRef="#br0" timeOffset="116584.14">8848 7390 9215 0,'1'-3'816'0,"0"0"-656"0,-1 1-160 0,0 2 0 0,0 0 1184 16,0 0 208-16,1-2 32 0,0 2 16 0,-1-2 416 0,1 0 96 0,-1 2 16 0,0 2 0 15,-1 2-544-15,0 4-96 16,0 1-32-16,-1 1 0 0,0 3-400 0,-1 2-96 0,0 4-16 0,-1 0 0 16,1 0-384-16,-1 2-80 0,-1 0 0 0,1 2-16 15,-1 0-80-15,1-2-16 0,1 0 0 0,-1-4 0 16,2-2-208-16,1-2 0 0,0-5 128 0,1 1-128 15,1-4-192-15,0-1-64 0,1-3-32 0,1-2-8704 16,0-1-1744-16</inkml:trace>
  <inkml:trace contextRef="#ctx0" brushRef="#br0" timeOffset="117026.6">8815 7390 11055 0,'-1'-5'480'0,"0"2"112"0,1 1-464 0,1 0-128 16,1 2 0-16,0-2 0 0,0 1 1408 0,2 1 272 16,3-4 48-16,4 1 16 0,3-1 416 0,2-1 80 15,2 1 0-15,2-1 16 0,-1-1-912 0,2 2-176 0,-1 1-32 0,-1-2-16 16,-19 5-656-16,34-2-128 16,-34 2-16-16,0 0-16 0,0 0-304 0,0 0 0 0,37 19 128 0,-38-12-128 15,-1 3 0-15,-4-1 160 0,-4 3-160 0,-2-2 128 16,1 1 64-16,-3 1 0 0,-2-1 0 0,-1 0 0 15,-2 1-192-15,1-1 0 0,-3 1-160 0,3-2 160 16,1 1 0-16,2-3 0 0,3-1-128 0,1-2 128 16,4-2 0-16,0 0 0 0,4-3 0 0,2 0 0 15,3-2 208-15,2 0-64 0,4-2-16 0,3-2 0 16,2 2 32-16,0-4 0 0,4 2 0 0,1 0 0 16,0 0 16-16,1 3 0 0,1 1 0 0,-20 2 0 15,39 2-176-15,-39-2 0 0,36 7 0 0,-36-7 0 0,0 0 128 16,40 22-128-16,-40-22 0 0,0 0 128 0,0 0-128 0,0 0 0 15,16 36 0-15,-21-27 128 0,-4 0-128 0,-3 1 128 16,-2-3-128-16,-3 2 128 0,-1 2 224 0,-2 0 32 16,0-2 16-16,-1-2 0 0,0 1-176 0,2-2-32 15,0 0-16-15,2-1 0 0,1-2-176 0,2-2 160 16,2-1-160-16,3-1 160 16,0-1-688-16,5 0-144 0,0-3-32 0,3 0-14608 0</inkml:trace>
  <inkml:trace contextRef="#ctx0" brushRef="#br0" timeOffset="117548.02">9448 7384 10127 0,'1'-2'896'0,"1"0"-704"0,0 2-192 0,-2 0 0 15,0 0 1344-15,1-2 224 0,0-1 48 0,1 1 16 16,-1-3 416-16,1 3 64 0,-2-2 32 0,-2 1 0 15,0 3-112-15,-2 0-32 0,0 3 0 0,-2 1 0 16,0 0-688-16,-2 4-144 16,0-1-16-16,-2 2-16 0,2 3-304 0,-3 4-64 15,1 2-16-15,-1 0 0 0,1 1-288 0,0 2-48 0,0 3-16 0,1 0 0 16,1 0-80-16,2-1-32 0,2-1 0 0,1-1 0 0,3-2-144 0,0-19-16 16,0 0-128-16,15 43 192 0,-15-43-192 0,0 0 0 15,0 0 0-15,45 26 0 16,-45-26-624-16,31 0-112 0</inkml:trace>
  <inkml:trace contextRef="#ctx0" brushRef="#br0" timeOffset="118535.88">9704 7442 911 0,'-9'-2'0'0,"4"1"0"15,1 1 0-15,1-2 0 0,1 2 2368 0,1 0 400 0,0 0 80 0,0-2 16 0,0 1-784 0,-1-1-160 16,2 0-16-16,2-2-16 0,1 0-336 0,3 0-64 31,1-1-16-31,2 0 0 0,1 1-208 0,2-1-48 16,1 0-16-16,0 3 0 0,-13 2-464 0,28 0-96 15,-28 0 0-15,0 0-16 0,38 7-176 0,-38-7-48 16,0 0 0-16,0 0 0 0,0 0-272 0,0 0-128 16,0 0 0-16,32 31 128 0,-36-27-128 0,-3 1 0 15,0 0 0-15,-3-2 0 0,0 4 0 0,-4-1-176 0,0-1 176 0,-1 0-128 16,-1 2-128-16,0-1 0 15,0 0-16-15,1-1 0 0,1 0 272 0,2 0 0 0,4-1-128 0,1-1 128 16,0 1 0-16,3-1 0 0,1-1 0 0,1 0 0 0,4-2 784 0,1 0 176 16,2 0 16-16,3-2 16 15,1 0-1632-15,2-3-320 0,4 2-64 0,2-1 0 0,0-1 800 0,2 0 224 16,-19 5 0-16,36-4 0 0,-19 1-224 0,-17 3 32 16,34-2 16-16,-34 2 0 0,0 0 16 0,42 5 0 15,-42-5 0-15,0 0 0 0,0 0-32 0,0 0-16 16,0 0 0-16,0 0 0 0,0 0 80 0,6 35 128 15,-14-28-208-15,-2 0 80 16,-3 0 128-16,0 1 0 0,-3 1 0 0,0-2 128 0,2 1 0 0,-1 0 16 16,1 0 0-16,0-1 0 0,3-2-16 0,0-1 0 15,2 1 0-15,2-4 0 0,0 1-128 0,1-2 0 0,3-3 0 0,1 0 0 32,0 1-512-32,2 0-96 0,1 0-16 0,1-3-11472 15</inkml:trace>
  <inkml:trace contextRef="#ctx0" brushRef="#br0" timeOffset="118880.49">10096 7399 9215 0,'0'0'400'0,"-1"0"96"0,1 0-496 0,-1-2 0 16,0 2 0-16,0 2 0 15,0-2 1344-15,0 2 160 0,-2-1 32 0,0 2 16 16,-2 0 272-16,0 0 48 0,-1 4 16 0,0-3 0 0,1 4-384 0,0 1-80 16,1-2-16-16,-2 4 0 0,2 0-560 0,1-2-112 15,0 3-32-15,1-2 0 0,1 2-128 0,1-12-16 16,0 0-16-16,7 35 0 16,-7-35-32-16,0 0-16 0,0 0 0 0,0 0 0 15,47 24-224-15,-47-24-32 0,28-5-16 0,-13-1 0 0,1 0-224 0,0-3 176 0,1-2-176 0,-1 0 160 16,0-3-160-16,-1 2 0 0,-3-1 0 0,-2 0 0 15,-2 1 0-15,-4 0 0 0,-3 0-144 16,-2 1 144-16,-3 4 0 0,-4-3-128 0,-2 5 128 0,-5-2 0 31,-1 5-432-31,-3 0-16 0,-1 2-16 0,0 2 0 0,2-1-1504 0,3 0-288 0,2 4-64 0,2-3-9584 16</inkml:trace>
  <inkml:trace contextRef="#ctx0" brushRef="#br0" timeOffset="119212.98">10537 7530 13823 0,'1'0'1216'0,"0"0"-960"0,0 2-256 0,0-2 0 16,0 1 3456-16,-1 0 656 0,0 1 128 0,1 1 32 16,1 2-1200-16,-2-5-256 0,0 0-32 0,0 0-16 15,2 35-1840-15,-2-35-368 0,-3 18-80 0,-2-7-16 16,0-2-336-16,-2 1-128 0,-2 1 0 0,-2 0 144 15,-2 0-144-15,-1-1 0 0,-1-1 0 0,-1 0-18240 16</inkml:trace>
  <inkml:trace contextRef="#ctx0" brushRef="#br0" timeOffset="127393.16">11041 7335 12895 0,'0'-3'1152'16,"1"1"-928"-16,0 0-224 0,0 2 0 0,0-2 1008 0,-1-1 144 16,1-1 48-16,2-1 0 15,0-5 1056-15,0 3 224 0,-1 1 32 0,-1 0 16 0,-1 4-544 0,-2 0-96 16,0 4-32-16,-2 1 0 0,0 3-752 0,-2 4-144 15,0 0-48-15,-2 4 0 0,-1 2-576 0,-1 3-112 16,-1 0-32-16,2 0 0 0,0 0-192 0,0 2 0 16,1-2 0-16,1 1 0 0,1 0 0 0,2 0 0 15,2-4 0-15,2-16 0 0,1 28 0 0,-1-28 0 16,0 0 0-16,0 0 0 0,0 0 0 16,34 32 0-16,-34-32 0 0,24-6 0 0,-12 2 0 0,1-3 128 0,1-3-128 0,0-1 0 15,0-3 0-15,-2-1 176 0,2-2-176 0,-2 1 160 16,-1-1-160-16,-1 0 0 0,-2 1 0 0,-3 0 0 15,-2 1 0-15,-2 3 0 0,-3-2 0 0,-4 3 0 16,0 1 0-16,-3 2 0 0,-3-1 0 0,-1 2 0 16,0 3 0-16,-1 1 0 15,0 3 0-15,1 0 0 0,2 2 0 0,0-2 0 0,3 3 0 0,3-1 0 16,3 0 0-16,1-1 0 0,2 1 0 0,-1-2 0 16,0 0-928-16,0 0-224 0</inkml:trace>
  <inkml:trace contextRef="#ctx0" brushRef="#br0" timeOffset="127647">11264 7454 23951 0,'-1'-3'2128'0,"1"-1"-1696"16,0 3-432-16,0-1 0 0,0 2 2336 0,0 0 384 15,0 0 80-15,-1 0 16 0,-1-2-816 0,0 4-144 0,0 0-48 0,0 1 0 16,-1 4-1328-16,2 0-272 16,-1 2-48-16,2-9-16 0,0 0-144 0,2 26 0 0,-2-26 0 0,0 0 128 15,0 0-128-15,0 0 0 0,0 0 0 0,32 24-18368 16</inkml:trace>
  <inkml:trace contextRef="#ctx0" brushRef="#br0" timeOffset="128181.88">11527 7332 27647 0,'-1'-2'1216'0,"0"2"256"15,1 0-1168-15,1 0-304 16,0 0 0-16,1-1 0 0,-2 1 1520 0,0 0 240 15,0 0 48-15,22-6 16 0,-22 6-688 0,25-11-144 16,-11 5-32-16,-1-2 0 0,1 2-672 0,0-3-144 16,-1 2-16-16,0-3-128 0,-1 1 0 0,-1 2 0 0,-3-3 0 15,0 0 0-15,-4 2 0 0,-1 0 0 0,-2 1 0 0,-3 0 0 16,-1-3 0-16,-3 3 0 0,-2-2 0 0,0 4 0 16,0 0 0-16,-2 1 0 0,-3 2 0 0,0 2 0 15,-2 2 0-15,-1 1 0 0,-1 0 0 0,1 5 0 16,2-1 0-16,0 2 0 0,1 2 0 0,1 2 0 15,1 0 0-15,1 0 0 0,3 3 160 0,0-4-160 16,4 0 128-16,3-12-128 0,0 0 0 0,0 0 128 16,9 32-128-16,-9-32 0 0,0 0 144 0,0 0-144 15,43 4 144-15,-43-4-144 0,27-5 192 0,-27 5-192 16,28-9 224-16,-14 4-64 0,0 0-16 0,0 1 0 16,-1-1-144-16,-13 5 0 0,21-5 0 0,-21 5 0 0,0 0 0 15,0 0 0-15,30-2 0 0,-30 2 0 16,0 0 0-16,0 0 0 0,0 0 0 0,0 0 0 0,0 0 0 0,0 28 0 15,-4-21 0-15,-1 1 0 0,-1 3 0 0,0 1 0 16,-1 0 0-16,1 0 0 0,-1 2 0 0,1 0 192 16,-3 5-192-16,1 0 192 0,1-2 0 0,-2 3 16 15,1 1 0-15,-1 0 0 0,0 2-80 0,0 1 0 16,0-2-128-16,0 1 192 0,0 0-192 0,1-3 0 16,0-1 128-16,3-3-128 0,-1-2 0 0,2-2 0 15,3-5 0-15,0-2 0 0,2-4-272 0,0-2-112 16</inkml:trace>
  <inkml:trace contextRef="#ctx0" brushRef="#br0" timeOffset="128503.71">11990 7242 13823 0,'-1'1'1216'0,"1"-1"-960"16,1 0-256-16,0-1 0 0,-1 1 1328 0,1 0 208 16,2-2 64-16,1 2 0 0,-4 0 672 0,15-5 144 15,-5 1 16-15,2 1 16 0,0-1-80 0,-12 4-32 16,28-5 0-16,-28 5 0 0,0 0-1056 0,40 5-224 0,-40-5-32 0,0 0-16 31,37 24-656-31,-37-24-128 0,0 0-32 0,35 44 0 0,-35-44-64 0,20 38 0 0,-20-38-128 0,14 36 192 16,-14-36-64-1,8 30 0-15,-8-30-128 0,-1 29 192 0,-4-15-192 0,-3 1 128 0,-5-1-128 0,-5 2 0 16,0-2 0-16,-4-2 0 16,-3 2 0-16,-2-1 0 0,-1 0 0 0,-3-3 0 0,-1 2 0 0,-2-2-12432 15,5-3-2512-15</inkml:trace>
  <inkml:trace contextRef="#ctx0" brushRef="#br0" timeOffset="129048.88">12548 7437 12895 0,'-1'-3'1152'0,"1"1"-928"15,1 0-224-15,0 2 0 0,1-2 1568 0,0 1 272 16,0 0 48-16,3-2 16 0,2 0 752 0,5 1 160 16,1-3 16-16,5-2 16 0,1 5-1184 0,0-3-224 15,1 0-48-15,1 1-16 0,0 1-576 0,-21 3-112 0,44-5-32 0,-44 5 0 16,40-2-352-16,-40 2-80 0,33 0-16 0,-33 0 0 16,0 0-208-16,33 2 0 0,-33-2 0 0,0 0-11312 15,0 0-2192-15</inkml:trace>
  <inkml:trace contextRef="#ctx0" brushRef="#br0" timeOffset="129213.25">12586 7532 19343 0,'0'0'848'0,"1"0"192"0,2 0-832 0,-1 0-208 0,2-2 0 0,0 1 0 15,0 1 2528-15,5-2 464 0,4-3 80 0,6 1 32 16,6-4-576-16,2 2-112 0,3-2-32 0,-3 4 0 0,-3-2-1616 0,-24 6-336 15,43-4-64-15,-43 4-18096 16</inkml:trace>
  <inkml:trace contextRef="#ctx0" brushRef="#br0" timeOffset="181412.65">7014 7444 9215 0,'-3'0'816'0,"2"2"-656"0,1-2-160 0,1 0 0 15,-1 0 736-15,0 1 112 0,0-1 32 0,1 2 0 16,-1 0 464-16,3-2 80 0,1 1 32 0,2-1 0 15,3-1 288-15,1-1 64 16,3 0 16-16,0-1 0 0,2 3-224 0,1-2-32 16,2 2-16-16,2-2 0 0,1 4-592 0,-1-2-112 0,0 0-16 0,1-2-16 15,-1 1-320-15,0-1-64 0,-1 0-16 0,0-1 0 16,-2 1-288-16,0-6-128 16,-2 4 0-16,-1-5 128 0,1 4-128 0,-3-3 0 0,-1 2 0 0,-3-1 0 15,1 4 0-15,-3-2 0 16,-1 1 0-16,-3 1 0 0,0 2 0 0,-2 0-176 15,-2 2 176-15,0 0-128 0,-1 1-352 0,0 1-64 0,-1-1-16 0,1 1 0 16,-1-1-1360-16,0 1-288 0,1 1-48 0,1-1-16 31,-1-1 288-31,1 0 64 0,0 0 16 0,0-1 0 0,0 1 688 0,2 0 144 0,0-1 32 0,0-1 0 0,0 2 608 0,0-2 128 16,0 1 32-16,-1 0 0 16,0 1 272-16,0-1 144 0,1 1-16 0,-1 1 0 15,-1-1 720-15,1 1 144 0,-1 0 32 0,-1 1 0 0,0 1 464 0,-2-2 112 16,0 3 0-16,-1 0 16 0,-1 2-176 15,0-2-32-15,0 2-16 0,-2-1 0 0,1 0-528 0,0 0-96 16,0 0-32-16,2 0 0 0,-1-2-192 0,2 2-32 0,-2 0-16 0,0 1 0 16,0 1-224-16,0 0-32 0,-2 2-16 0,-1 2 0 15,0 3-224-15,-3 1 0 16,-2 2 128-16,0 1-128 0,1 3 0 0,1-3 0 0,0 0 0 0,1-5 0 16,3 1 0-16,3-6 0 0,2-1 0 15,1-2 0-15,3-4-432 0,1-1-128 16</inkml:trace>
  <inkml:trace contextRef="#ctx0" brushRef="#br0" timeOffset="181680.89">7106 7499 9215 0,'-7'-5'816'0,"3"0"-656"0,0 0-160 0,1 3 0 0,2 0 1376 0,1-1 240 15,0 3 48-15,-1-4 16 0,0 0 768 0,1-2 160 31,0 1 16-31,0 1 16 0,3 1-576 0,1 1-112 16,1 2-32-16,0 2 0 0,2 3-576 0,-7-5-128 16,0 0-32-16,0 0 0 0,33 38-592 0,-33-38-112 15,0 0-32-15,29 47 0 0,-29-47-224 0,24 41-48 0,-24-41-16 0,25 38 0 16,-25-38-160-16,25 38 128 0,-25-38-128 0,27 37 128 16,-27-37-128-16,0 0 0 0,42 41 0 15,-42-41 0-15,0 0 0 0,0 0 0 0,49 21 0 0,-38-19 0 31,0-2-528-31,-2 0 16 0,1 0 0 0,-3 0 0 0,-1 1-2192 16,-4 1-432-16</inkml:trace>
  <inkml:trace contextRef="#ctx0" brushRef="#br0" timeOffset="181950.19">6972 7866 7887 0,'-4'5'336'0,"1"-3"96"0,0 1-432 0,2-1 0 15,1-1 0-15,0-1 0 0,1 0 1472 0,0 0 224 16,1 0 32-16,2-1 16 0,1-1 480 0,3-1 80 16,2-2 32-16,1-1 0 0,2 0-288 0,3 0-48 0,-2 0-16 15,3 0 0-15,3 1-544 0,0 2-112 0,3 0-32 0,0 2 0 16,2 1-592-16,-25 0-112 0,49 2-16 15,-49-2-16-15,49 5-352 0,-49-5-64 16,45 5-16-16,-45-5 0 0,42 4-128 0,-42-4-272 16</inkml:trace>
  <inkml:trace contextRef="#ctx0" brushRef="#br0" timeOffset="183283.12">6979 7882 2751 0,'-9'-2'256'0,"4"0"-256"16,0 0 0-16,2-1 0 0,3 3 1840 0,0 0 320 15,-1-2 64-15,0 0 16 0,-1-1-256 0,0 1-64 0,0-3 0 0,1 0 0 16,1 1-464-16,1 1-112 0,1 0 0 0,-1 1-16 16,2 2-368-16,-1-1-80 0,2 1-16 0,-1 1 0 15,1 1-320-15,-1 1-64 0,2 0-16 0,0-1 0 16,-1 2-32-16,1-3-16 0,1 3 0 0,1-1 0 15,-1-1 112-15,3-2 32 16,0 2 0-16,0-2 0 0,1 0 144 0,1-2 48 16,0 2 0-16,1 0 0 0,0 0-192 0,1-2-48 0,1 2 0 0,1-2 0 15,1 2-192-15,1-1-64 16,0 1 0-16,-1 0 0 0,1 0-48 0,1 0-16 0,-2-2 0 16,0 0 0-16,-2 1-32 0,0-1-16 0,1 0 0 0,-1-2 0 0,0 0 0 15,0 0 0-15,0-3 0 0,-1 1 0 0,0 0-144 16,0-1 192-16,-1 0-192 0,0 0 192 0,0 0-192 0,-2 2 128 15,1-3-128-15,-3 4 128 0,2-1-128 16,-3 0 0-16,0 3 0 0,-3 0 0 0,0 2 0 16,-1 0 0-16,-2 0 128 0,0 2-128 0,0 0 0 0,-2 1 0 15,0 2 0-15,1-2 0 16,-1 0 0-16,-1 1 0 0,0 0 0 0,1 0 0 0,-1-1-160 0,-1 0 160 16,2-1 0-16,-1 0-144 15,0-2-624-15,0 2-112 0,-1-2-16 0,1-2-9920 0,-1 2-1984 16</inkml:trace>
  <inkml:trace contextRef="#ctx0" brushRef="#br0" timeOffset="183568.39">7304 7828 1839 0,'-10'0'160'0,"1"0"-160"0,3 0 0 0,3-1 0 15,1 1 1904-15,-4-1 336 0,-4 1 80 0,-7-3 16 16,-3 1 416-16,-2-1 96 0,1 1 16 0,4 0 0 16,2 0-976-16,3 2-192 15,1-2-32-15,4 4-16 0,1-2-560 0,-1 2-128 16,2 0 0-16,2 0-16 0,0 3-528 0,1-2-96 0,0 1-32 0,1 1 0 0,1 0-160 0,0-3-128 15,2 1 192-15,1 2-192 0,2-3 480 16,0 0-16-16,2 1 0 0,2-1 0 0,-9-2 304 0,0 0 64 31,39 3 16-31,-22-4 0 0,0 1-96 0,1-2-32 0,2 0 0 0,1-1 0 0,0 1-384 0,-1-3-80 16,1 0 0-16,-3 3-16 0,0-2-240 0,0 1 0 16,-1 0 128-16,-1-1-128 15,-2 1 0-15,-1-1 0 0,-1 1 0 0,-3 1 0 0,-1 0 0 0,-5 2 0 16,0 0 0-16,-4 0 0 0,-1 2 0 0,-2-2 0 15,-3 2 0-15,0 0-17600 16</inkml:trace>
  <inkml:trace contextRef="#ctx0" brushRef="#br0" timeOffset="184679.48">12850 7252 6447 0,'-5'-7'576'0,"1"2"-576"0,1 0 0 0,1 1 0 16,1 3 1088-16,0-1 96 15,1 0 32-15,0 0 0 0,-1-3 1024 0,-1-2 192 0,1 2 64 0,-1-1 0 16,1 3-304-16,1 0-48 0,0 0-16 16,0 3 0-16,0 0-592 0,0 3-112 15,0-2-16-15,2 3-16 0,-1 0-400 0,2-1-80 0,0 2-16 0,2-3 0 16,-5-2-256-16,0 0-48 0,0 0-16 0,0 0 0 16,43 16-272-16,-30-15-64 0,1 1-16 0,0-2 0 15,2 2-48-15,-1-2-16 0,2 1 0 0,-17-1 0 16,29 4-160-16,-29-4 192 0,0 0-192 0,41 12 192 15,-41-12-192-15,0 0 0 16,0 0 144-16,42 22-144 0,-42-22 128 0,0 0-128 0,0 0 128 16,0 0-128-16,28 38 0 0,-27-30 144 0,-2 1-144 0,-2 0 0 0,-1-2 128 0,-2 3-128 15,-2-1 0-15,-2 2 0 0,-1 1 192 16,-3 0-64-16,-1 3 0 0,-3 2-128 0,-3 3 192 0,0-1-192 16,0 0 192-16,1 0-192 0,3-2 128 0,1-1-128 31,1 1 0-31,1-3 0 0,1 3 0 0,1-3 0 0,2 0 0 15,2-2-18192-15</inkml:trace>
  <inkml:trace contextRef="#ctx0" brushRef="#br0" timeOffset="185155.22">13600 7214 911 0,'1'-10'0'0,"-1"4"0"0,0-2 0 16,0 4 0-16,0 1 1008 0,0 1 112 0,-1 0 32 0,0-1 0 16,-1-2 1312-16,-1 0 272 0,-1-1 48 0,1-1 16 15,-1 4-336-15,-1 1-64 0,2 2-16 0,-2 2 0 16,1 5-544-16,0 0-112 0,-2 5-32 0,0 4 0 15,1 4-480-15,-1 1-112 0,2 6-16 0,-2 3 0 16,1-2-480-16,0 3-96 0,0 0-32 0,0-3 0 16,0-2-160-16,0-2-16 0,1 0-16 0,-1 0 0 15,1 2-160-15,2-2-128 0,2-24 144 0,-2 42-144 16,2-42 0-16,-1 28 0 0,1-28 0 0,0 0 0 16,0 0-1248-16,0 0-192 0,0 0-32 0,17-8-8496 15,-13-5-1680-15</inkml:trace>
  <inkml:trace contextRef="#ctx0" brushRef="#br0" timeOffset="185391.39">13475 7230 8943 0,'-2'-9'192'0,"1"2"32"0,0 5 16 0,1-1 32 0,0 1-272 0,0 2 0 16,2-2 0-16,-1 1 0 0,3-1 2496 0,3 0 432 0,3-2 80 0,3 0 48 16,3 2-720-16,3 0-144 0,3-2-16 0,3 1 0 15,3 0-1056-15,-1 1-208 0,0 0-32 16,0 2 0-16,-1 0-656 0,-3 0-224 0,-23 0 144 0,38 4-144 15,-38-4 0-15,0 0 0 16,0 0 0-16,38 26 0 0,-38-26 0 0,-3 23 0 0,-6-10 0 0,-4 3-128 16,-5 1 128-16,-2 1 176 0,-5 0-48 0,-2 1 16 15,1-5-144-15,-1 0 160 0,-1-2-160 0,2-2 176 16,2-4-176-16,2 0 0 0,3-2 0 0,3-2 144 16,3-1-464-16,3-1-112 0,1-1-16 0,5-1-13184 15</inkml:trace>
  <inkml:trace contextRef="#ctx0" brushRef="#br0" timeOffset="185721.79">14065 7209 1839 0,'8'-9'0'0,"-2"1"160"0,-1 2-160 0,-3 1 0 15,0 3 0-15,-1 1 0 0,0-1 1152 0,1 0 192 0,1-3 32 0,-1-1 16 16,0 0 896-16,-2 2 176 0,0 3 32 0,-4 1 16 16,-3 3-240-16,-1 2-48 0,-1 1-16 0,-3 4 0 15,-2 0-832-15,-2 4-160 0,-1 0-48 0,0 2 0 16,0 4-80-16,1-2-32 0,1 6 0 0,3 0 0 16,2-2 64-16,3-1 16 0,1 0 0 0,4-2 0 15,0 0-288-15,2-19-48 0,6 36-16 0,-6-36 0 16,0 0-432-16,26 45-96 15,-26-45 0-15,0 0-16 0,41 37-240 0,-41-37 0 0,38 24 0 0,-38-24 0 16,38 19 0-16,-38-19 0 0,37 14 0 0,-37-14-11776 16,37 10-2288-16</inkml:trace>
  <inkml:trace contextRef="#ctx0" brushRef="#br0" timeOffset="186131.22">14297 7323 2751 0,'-4'3'256'0,"2"-3"-256"15,2 2 0-15,1-2 0 16,0 0 1856-16,1 0 336 0,2-2 64 0,1 0 16 16,4 1 144-16,4-3 16 0,4 1 16 0,3-2 0 0,2 1-720 0,-1 1-160 0,2-1-32 0,-2 1 0 15,-1 1-320-15,1-1-64 0,-1 2 0 0,-1-2-16 16,0 0-592-1,-2 1-112-15,0-1-32 0,-3 1 0 0,1-3-272 0,-2 1-128 0,-2 1 0 0,0-1 128 32,-2-1-128-32,-1 1 0 0,-2-1-160 0,-2 0 160 15,-1 2-176-15,-2-1 176 0,-1 1-192 0,-1-2 192 0,-1 3-176 16,0 0 176-16,-2-1-160 0,0 1 160 16,0 2-128-16,-1 0 128 0,-1 0 0 0,1 2-144 0,-1 1 144 0,1 0 0 15,-2 1 160-15,0 1-160 0,0 1 432 0,0 2-16 16,-1 1 0-16,-1 3 0 0,0 2 64 0,-2 3 16 15,-1 2 0-15,0 2 0 0,-1-2 16 0,0 2 16 16,0 3 0-16,-1-2 0 0,1 1-144 0,0 1-48 16,1-1 0-16,1-1 0 0,0-3-144 0,2 0-48 15,1-3 0-15,2-2 0 0,2-2-144 0,0-2 0 16,2-5 0-16,0 0-11040 16,2-3-2128-16</inkml:trace>
  <inkml:trace contextRef="#ctx0" brushRef="#br0" timeOffset="186397.15">14364 7397 11055 0,'-6'-3'480'0,"3"1"112"0,1 0-464 0,0 0-128 0,2 2 0 16,0-1 0-16,0 1 1952 0,-1 0 368 0,1 0 80 0,0-2 16 16,1 0-80-16,2 2-16 0,1-1 0 0,2 1 0 15,2 1-720-15,-8-1-160 0,0 0-32 0,34 13 0 16,-34-13-320-16,0 0-64 0,42 26 0 0,-42-26-16 15,0 0-304-15,42 41-48 0,-42-41-16 0,26 35 0 16,-26-35-368-16,0 0-80 0,32 48 0 0,-32-48-16 16,0 0-176-16,35 38 0 0,-35-38 0 0,0 0 0 15,0 0 0-15,42 19 0 0,-31-19 0 0,-3-3 0 16,-1 1-320-16,0-2-80 0,-4 1-32 0,-1-2-16800 16</inkml:trace>
  <inkml:trace contextRef="#ctx0" brushRef="#br0" timeOffset="186619.93">14334 7610 12607 0,'-5'1'272'0,"1"-1"64"0,1 1 16 0,0-1 0 0,2 0-352 0,1 1 0 16,0 0 0-16,-1 0 0 0,0 2 3008 0,1 1 544 15,0 0 96-15,2 1 32 0,-2-5-1312 0,0 0-272 16,0 0-48-16,0 0-16 0,40 17-800 0,-40-17-144 15,32 1-48-15,-32-1 0 0,39-1-400 0,-19-1-64 16,3 0-32-16,0-1 0 0,-4 1-272 0,1-1-48 0,2 2-16 0,-2 0 0 16,-1-2-208-16,-2 1 0 0,0-1 128 0,-2 1-128 15,-15 2 0-15,29-2 0 0,-16 0 0 0,-2 0-17680 16</inkml:trace>
  <inkml:trace contextRef="#ctx0" brushRef="#br0" timeOffset="186922.91">14773 7401 7359 0,'-9'1'320'0,"4"1"80"0,0-2-400 0,2 1 0 0,2 0 0 0,1-1 0 0,0 0 2416 0,-1 2 400 16,0-1 64-16,2 1 32 0,1 0-128 0,3-1-32 16,2 1 0-16,5-4 0 0,1 1-1024 0,1-1-224 15,4-1-32-15,0-1-16 0,1-1-624 0,1 0-112 16,-2 1-16-16,1 1-16 0,-2-2-448 0,0 3-96 16,-2-2-16-16,-2 1 0 0,-2 1-128 0,-1 1 0 15,-1-1-160-15,0 0 160 16,-1 2-1024-16,0 0-96 0</inkml:trace>
  <inkml:trace contextRef="#ctx0" brushRef="#br0" timeOffset="187885.77">14807 7520 5519 0,'-4'1'496'16,"2"0"-496"-16,0-1 0 0,1 0 0 0,0 0 976 0,0 0 112 0,-2 2 0 0,-1-1 16 15,0 1 464-15,-1 1 96 0,2-1 0 0,1-2 16 16,2 0 32-16,1 0 0 0,3-2 0 0,1 1 0 15,1-3-96-15,2 1-16 0,2-1 0 0,1-1 0 16,3 0-256-16,2 0-64 0,1-2-16 0,1 0 0 16,-1 1-384-16,0 0-80 0,4-1-16 0,-3 2 0 15,1 0-496-15,-3-1-96 0,0 3-32 0,0-2 0 16,-1 3-352-16,-2 0-80 0,0 0-16 0,-2 1-10032 16,-1-1-2016-16</inkml:trace>
  <inkml:trace contextRef="#ctx0" brushRef="#br0" timeOffset="189422.58">15336 7335 3679 0,'-1'0'320'0,"1"0"-320"16,0-2 0-16,0 2 0 0,0 0 720 0,0 0 80 15,-1-1 16-15,1 1 0 0,0-2 512 0,-1 1 96 16,1 0 32-16,0-1 0 0,0 0 64 0,0 1 16 16,0-1 0-16,0 1 0 0,0 0-224 0,0 0-32 15,1 1-16-15,0-2 0 0,-1 2-144 0,0 0-32 0,0-2 0 0,1 2 0 16,-1 0-192-16,1 0-32 0,0-2-16 0,-1 1 0 16,2 1-256-16,-1 0-48 0,1-2-16 0,-1 2 0 15,1-2-112-15,0 1-32 0,0 1 0 0,-1-2 0 16,1 1-48-16,0 0-16 0,0-1 0 0,0 0 0 15,0 1 0-15,0-1 0 0,0 1 0 0,0-1 0 16,1 1-16-16,0 0-16 0,-1-1 0 0,0 2 0 16,1-2 32-16,-1 1 16 0,0 1 0 0,1 0 0 15,-1 0-16-15,-1 0-16 0,1 0 0 0,0 0 0 16,0 1-96-16,0-1-16 0,0 2 0 0,-1-2 0 0,0 2-64 0,0-2 0 16,1 2-128-16,0 0 192 0,0-1-48 0,-1 3-16 15,1 0 0-15,0 0 0 0,-1 3-128 0,-1-1 160 16,1 2-160-16,-1-8 160 15,0 0-160-15,0 0 0 0,4 42 0 0,-4-42 0 0,0 0 0 16,2 36 0-16,-2-36 0 0,0 0 0 0,1 43 0 0,-1-43 0 16,0 0 0-16,1 35 0 0,-1-35 0 0,0 0 0 15,-1 29 128-15,-1-20-128 0,1 1 0 0,-1-3 0 16,1 0 0-16,-1-3 0 0,2 4 0 0,-1-4 0 0,-1-1 0 16,0 2 0-16,0-3 0 0,0 0 0 0,0-1 0 15,0 1 0-15,1 0 0 0,-1-1 0 0,0 1 128 0,1-2-128 16,0 0 0-16,0 2 0 0,0-2 0 0,0 0 0 15,0 1 0-15,1-1 0 0,-1 0 0 0,1-1 0 16,0 1 0-16,0-2 0 0,0 0 0 0,0-1 0 16,1 0 0-16,-1-1 0 0,1 1 0 15,0-2 0-15,0 1 0 0,0-3 0 0,1 2 0 0,0-2 0 16,0 0 128-16,-1-1-128 0,1-1 128 0,0 2-128 16,1-3 144-16,0-1-144 0,0 1 160 15,0 1-160-15,1-2 128 0,0-2-128 0,0 1 0 0,2 0 144 0,-1 0-144 0,2-2 0 16,-1 2 0-16,2 0 0 0,-1 0 0 0,0 1 0 15,0 2 0-15,-1 0 0 0,1 1 0 0,0 3 0 16,-2-2 0-16,2 1 0 0,-2 2 0 0,0 0 0 16,0 1 0-16,-1 2 0 0,1 0 0 0,-2 1 0 15,-1 0 0-15,1 0 0 0,0 0 0 0,0 0 0 16,0 0 0-16,-1 0 0 0,1 0 0 16,0 0-176-16,1 0 176 0,-2 0-128 15,1 0-992-15,1-2-192 0,0 2-32 0,0-2-15232 0</inkml:trace>
  <inkml:trace contextRef="#ctx0" brushRef="#br0" timeOffset="190258.38">15811 7152 5519 0,'0'-2'496'0,"1"0"-496"16,0 2 0-16,0-2 0 16,0 2 896-16,1-1 64 0,0-1 32 0,2-1 0 15,1-1 752-15,1 0 160 0,2 0 16 0,2 0 16 0,2-1 160 0,1 1 16 16,0 3 16-16,0-1 0 16,-13 2-256-16,0 0-48 0,39 7-16 0,-39-7 0 0,0 0-656 0,49 26-128 15,-49-26-16-15,0 0-16 0,48 44-432 0,-48-44-96 0,27 39-16 0,-27-39 0 16,19 43-240-16,-19-43-48 15,14 46-16-15,-14-46 0 0,6 41-144 0,-6-41 0 0,-1 39 0 0,-4-20 0 16,-2-3 0-16,-2-1 0 16,-2-1 0-16,-2 0-176 15,-2 0-336-15,-1-2-80 0,-3 2-16 0,-1-4 0 16,-1 1-688-16,-1-1-144 0,0-3-32 0,0 0-7568 16,1 0-1520-16</inkml:trace>
  <inkml:trace contextRef="#ctx0" brushRef="#br0" timeOffset="190641.9">16322 7227 9215 0,'-7'1'400'0,"2"-1"96"0,2 2-496 0,0-2 0 16,2 0 0-16,0 0 0 0,1 0 1536 15,-1 0 192-15,0 1 64 0,1-1 0 0,2 2 304 0,2-4 64 16,1 2 16-16,4-1 0 15,0-1-320-15,3 0-64 0,1 0-16 0,2-1 0 0,2 1-432 0,0 0-64 16,1-1-32-16,-2 1 0 0,1 0-608 0,-1 1-112 16,0-1-16-16,0 0-16 0,0 1-368 0,1-1-128 0,-1 1 0 0,-2 0 0 15,0-1 0-15,-2 2 0 0,0-2 0 0,-4 1 0 32,-3 1-352-32,-1 1-64 0,-2 1-16 0,-2-2-10016 0,-3 3-2016 0</inkml:trace>
  <inkml:trace contextRef="#ctx0" brushRef="#br0" timeOffset="190866.22">16389 7316 12895 0,'-3'2'576'0,"0"-2"112"15,1 1-560-15,1-1-128 0,1 0 0 0,0 0 0 0,1 0 1840 0,0 0 336 16,1 1 64-16,1-1 0 0,4-1 304 0,0 0 48 16,4 0 16-16,0 0 0 0,2-1-704 0,1-3-144 31,1 2-32-31,1 0 0 0,0-1-848 0,0 0-176 0,-2 1-48 0,1 1 0 0,-1-2-480 0,-1 1-176 15,-1 0 0-15,-1 1 144 32,0 0-592-32,0 0-112 0,-2 1-16 0,0-1-16256 0</inkml:trace>
  <inkml:trace contextRef="#ctx0" brushRef="#br0" timeOffset="192606.04">17462 7124 10127 0,'2'0'896'0,"-1"-2"-704"0,-1 2-192 0,0 0 0 16,0 0 1120-16,0 0 192 0,1 0 32 0,0-2 16 0,0 1 496 0,0-1 80 15,0-1 32-15,0 1 0 16,0-2-288-16,0 1-48 0,0 0-16 0,0-1 0 0,-1-1-352 0,-1 0-80 16,0 3-16-16,-1-3 0 0,-1 0-272 0,-1 1-48 0,-1 0-16 0,-2 1 0 31,-1 2-304-31,-3-1-64 0,-2 2-16 0,-2 0 0 0,-1 2-192 0,-2 1-32 0,0 2-16 0,0-1 0 15,1 4-32-15,-2 1-16 0,0 1 0 0,1 4 0 16,0 2-160-16,2 1 0 0,1 2 144 0,1 4-144 16,2-1 0-16,0 4 0 0,2 2 0 0,-1 2 0 31,3 1 0-31,2-1 0 0,-1 1 0 0,1-3 0 0,3-2 0 0,0 0 0 0,3-26 0 0,-3 46 128 16,3-46-128-16,0 0 0 15,14 49 0-15,-14-49 0 0,0 0 0 0,0 0 0 16,41 36 0-16,-41-36 0 0,0 0 0 0,42 9 0 15,-27-9 0-15,3-4 128 0,0 1-128 0,0-4 128 16,3 0-128-16,-2 0 128 0,0-1-128 0,0-1 144 0,0 2-144 16,-3-1 160-16,1 2-160 0,-2-2-192 15,1 1 32-15,-1 0-11296 16,-1 0-2240-16</inkml:trace>
  <inkml:trace contextRef="#ctx0" brushRef="#br0" timeOffset="193120.13">17523 7542 5519 0,'0'-1'240'0,"0"1"64"0,0-2-304 0,0 2 0 0,0 0 0 0,0-2 0 16,0 1 1728-16,1 1 272 0,0-2 64 0,1-2 16 15,1 1 240-15,0-3 48 0,0 1 16 0,2-1 0 16,0 2-272-16,0-3-64 0,1 2-16 0,1-2 0 16,1 2-496-16,0-2-112 0,0 2-16 0,1 1 0 0,-2 1-640 0,0 0-144 15,-1 1-32-15,0 2 0 0,-1 0-208 0,0 2-32 16,0 1-16-16,-2 0 0 0,-3-3-192 0,0 0-144 15,0 0 192-15,0 0-192 0,10 44 128 0,-10-44-128 16,-1 29 0-16,1-29 0 0,-5 35 0 0,1-15 0 16,1 0 0-16,-1 0 0 0,0-2 0 0,4-18 0 15,-5 32 0-15,5-32 0 0,0 0 0 0,-4 30 0 16,4-25 0-16,1-2 0 0,0-1 0 0,1-2 0 16,-2-3 0-16,1-1 0 0,1-1 0 0,1-2 128 15,0 0-128-15,0-4 0 0,0-2 272 0,2 1-48 0,0-2-16 0,0-2 0 16,1 2-16-16,-1 1 0 0,2-4 0 0,0 3 0 15,0 0-192-15,1 2 0 0,0-2 128 0,3 2-128 16,-1 0 0-16,0 3 0 0,1 0 0 0,0 1 0 16,-1 1 0-16,1 2 0 0,-1 1-128 0,-2 1 128 31,1-1-464-31,-3 1-48 0,0 3 0 0,-3-1-10800 0,1 0-2160 0</inkml:trace>
  <inkml:trace contextRef="#ctx0" brushRef="#br0" timeOffset="193751.9">16987 6816 5519 0,'-4'-5'496'0,"1"-1"-496"15,1 3 0-15,0 0 0 0,2 0 2112 0,0 1 336 0,0 2 64 0,-1-2 16 16,1-2 128-16,-1-1 32 0,1 1 0 0,-1 0 0 16,1 2-560-16,0 2-96 0,0 1-32 0,0 4 0 0,0 3-736 0,-1 2-160 15,1-10-16-15,-3 33-16 16,0-12-592-16,0 0-112 0,1 1-32 0,-2 2 0 0,1-3-336 0,-1 0 0 16,0-1 0-16,0-4 0 0,1-2 0 0,-1-1 0 15,3-2 0-15,-2-2 0 0,1-2 0 0,1-2 0 16,1-4 0-16,-1 1 0 0,2-4 0 15,0-1-128-15,1 0 128 0,0-1 0 0,1-4 0 0,2-3 0 16,1-1 0-16,0-3 0 0,2-1 0 0,-1 0 0 16,1-3 0-16,0 0 0 0,0-3 0 0,-1 1 0 15,0 0 0-15,-1 2 128 0,1 3-128 0,-2-1 128 16,0 2-128-16,0 1 128 0,-1 3 32 0,1 1 16 16,0-1 0-16,0 2 0 15,0 3 80-15,0 0 32 0,0 4 0 0,0 0 0 0,-1 2-48 0,0 2-16 16,1 1 0-16,-2 4 0 0,-3-7-64 0,0 0-16 0,0 0 0 0,0 0 0 31,22 47-16-31,-22-47 0 0,0 0 0 0,13 44 0 0,-13-44-128 0,0 0 0 0,8 42 0 16,-8-42 0-16,0 0 0 0,1 34 0 0,-2-23 0 15,-1-2 0-15,0 0 0 0,1-1 0 0,-2-3 0 16,2 2 0-16,0-1-256 0,1-2-144 16</inkml:trace>
  <inkml:trace contextRef="#ctx0" brushRef="#br0" timeOffset="195223.35">18316 6977 5519 0,'0'-5'496'0,"0"3"-496"0,0 0 0 0,0 2 0 0,0-2 608 0,0 1 32 15,0 1 0-15,0-2 0 0,0-1 944 0,0 1 192 16,0-2 32-16,0 1 16 16,-1 0 64-16,1 0 16 0,-1 2 0 0,0-1 0 15,0 1-240-15,0 1-32 0,0 0-16 0,-1 1 0 0,2 2-432 0,-1 0-96 16,0 2 0-16,0 2-16 0,0 3-240 0,0 4-64 16,-1 2 0-16,-1 4 0 0,3-20-256 0,-4 47-48 15,2-18-16-15,0 3 0 0,-1 4-176 0,0 2-32 16,1 2-16-16,-2-2 0 0,3 2-224 0,-2-4 144 0,0-4-144 15,1-4 128-15,2-28-128 16,-3 42-144-16,3-42 144 0,0 0-208 16,3 36-1312-16,-1-34-256 0,1 1-48 0,0-4-7712 0,1-2-1552 0</inkml:trace>
  <inkml:trace contextRef="#ctx0" brushRef="#br0" timeOffset="195522.49">18270 6975 6447 0,'0'-7'272'0,"0"2"80"0,1 1-352 0,-1 1 0 31,1 3 0-31,-1-2 0 0,1 1 1712 0,1-3 272 0,1 1 48 0,2-2 16 0,2 0 128 0,2-1 48 16,1-2 0 0,2 2 0-16,1 0-480 0,1 2-80 0,3-1-32 0,0 2 0 0,2 3-352 0,0 0-64 15,-19 0 0-15,38 9-16 0,-38-9-576 0,0 0-112 16,48 32-32-16,-48-32 0 0,0 0-288 0,20 43-48 15,-20-43-16-15,-4 28 0 0,-2-14 0 0,-6 0-128 0,-3 1 192 16,-4 0-64-16,-1 1 32 0,-1-2 0 0,0-2 0 0,-2 2 0 16,0-2-160-16,-1 0 0 0,1-5 0 15,2 0 0-15,3-5 0 16,2 0 0-16,3-5 0 0,3 0 0 16,2-5-448-16,5 1-192 0</inkml:trace>
  <inkml:trace contextRef="#ctx0" brushRef="#br0" timeOffset="195994.84">18622 6820 9215 0,'0'-2'816'0,"0"0"-656"0,0 0-160 0,1 1 0 15,0-1 848-15,1 0 144 0,0-1 32 0,2-1 0 16,1-3 128-16,3 0 16 0,1-3 16 0,1 0 0 15,2 3-224-15,-1-1-32 0,1 2-16 0,0 1 0 16,0 4 240-16,-1 1 64 0,-11 0 0 0,0 0 0 16,0 0-336-16,36 27-64 0,-36-27-16 0,0 0 0 15,16 43-480-15,-16-43-112 0,0 0-16 0,2 47 0 16,-2-47-192-16,-5 31 0 0,1-19 128 0,-1 0-128 16,-1-5 0-16,1 0 0 0,0-1 0 0,0-3 0 15,1 0 0-15,0-1 0 0,0-4 0 0,1-1 0 16,2-1 272-16,0-3-32 0,2 0-16 0,-1-1 0 0,2-3 576 15,1 1 112-15,3-4 32 0,0 2 0 0,2-4-176 0,1 1-16 16,0 0-16-16,3-2 0 0,3-1-544 16,2 0-192-16,0 1 144 0,2 0-144 0,0 3 0 0,1 4-176 15,-2 1 16-15,0 2 0 16,-2 3-1280-16,-2 1-256 0,-1 1-48 0,-1 4-12080 16</inkml:trace>
  <inkml:trace contextRef="#ctx0" brushRef="#br0" timeOffset="197136.02">19407 6923 9215 0,'0'-3'816'0,"0"1"-656"0,1-1-160 15,-1 3 0-15,0 0 1280 0,-1-2 208 0,0-1 48 0,1-1 16 16,-2-1 432-16,0-1 96 0,1 1 16 0,-2 0 0 16,0 2-576-16,-1 2-112 0,1 1-32 0,-1 1 0 15,-2 1-464-15,1 1-80 0,-2 2-32 0,0 1 0 16,-2 3-288-16,-2 4-48 0,0 0-16 0,-2 3 0 16,0 5-128-16,0-2-48 0,-1 2 0 0,0 4 0 15,1 0-144-15,0 1-128 0,2-2 192 0,0 2-192 16,0 1 288-16,2 0-48 0,1-1-16 0,4-2 0 15,4-24 48-15,0 38 16 0,0-38 0 0,0 0 0 16,18 40-288-16,-18-40 160 0,0 0-160 0,38 22 128 16,-38-22-128-16,38 7 0 0,-38-7 0 0,41 7 0 15,-41-7-240-15,40 0 32 0,-20 0 0 0,-3-2 0 16,-17 2-1104-16,32 0-224 0</inkml:trace>
  <inkml:trace contextRef="#ctx0" brushRef="#br0" timeOffset="197520.04">19754 6944 13823 0,'-1'0'1216'0,"1"-2"-960"0,0 4-256 0,-1-1 0 16,1 0 704-16,-2 2 80 0,0 4 32 0,-1 2 0 15,-3 5 960-15,-1 4 192 0,-1 5 32 0,0 3 16 16,0 1-592-16,1 0-112 0,0-1-32 0,-1 3 0 16,1-1-384-16,-2 1-64 0,3-1-32 0,-1 0 0 15,2 1-288-15,5-29-48 0,-8 47-16 0,8-47 0 16,-1 36-1072-16,1-36-208 0,0 0-64 0,0 0-12928 16</inkml:trace>
  <inkml:trace contextRef="#ctx0" brushRef="#br0" timeOffset="197728.21">19782 7169 13823 0,'0'2'608'0,"1"1"128"0,1-2-592 0,1 0-144 16,0-1 0-16,1-1 0 0,0 1 1984 0,2-1 384 15,7-1 64-15,5 1 0 0,6-3-864 0,1 1-176 16,0 1-48-16,-1-3 0 0,0 3-800 0,-2-1-160 15,-1 3-48-15,-2-2 0 0,-1 2-336 0,-3 0 0 0,-15 0 0 16,27 2-8560 0,-27-2-1584-16</inkml:trace>
  <inkml:trace contextRef="#ctx0" brushRef="#br0" timeOffset="197968.33">20563 6974 14735 0,'-5'5'640'0,"2"-4"160"0,0 1-640 0,1 0-160 0,0-2 0 0,0 2 0 16,-1 1 1968-16,-2 0 352 0,-1 5 80 0,-4 2 16 16,-1 4-32-16,0 3 0 0,-1 3 0 0,1 3 0 15,0 0-832-15,1 2-160 0,-1 5-48 0,-1 1 0 0,2 2-464 0,-1-3-112 16,3 2 0-16,2-3-16 0,6-29-432 0,-4 51-64 15,4-51-32-15,4 40 0 0,-4-40-224 0,0 0 0 16,18 38 0-16,-18-38-160 16,0 0-1776-16,0 0-368 0</inkml:trace>
  <inkml:trace contextRef="#ctx0" brushRef="#br0" timeOffset="198257.77">20399 7051 5583 0,'7'-15'0'0,"-3"6"224"0,0 2-64 0,0-1 32 16,-1 5-192-16,-1 0 0 16,1 0 0-16,4-3 0 0,2 0 2592 0,4-3 480 0,3 1 112 0,-1 2 16 0,1 1 128 15,1 2 16-15,1 3 16 0,0-1 0 0,0 0-1440 0,0 1-304 16,0 0-48-16,1 0-16 0,-19 0-656 0,33 2-128 16,-33-2-16-16,31 5-16 0,-31-5-384 0,0 0-80 15,0 0-16-15,38 29 0 16,-38-29-256-16,0 0 128 0,-3 35-128 0,-6-21 0 0,-2 1 128 15,-4 0-128-15,-2 1 0 0,-5 0 0 0,0 1 144 0,-2-2-144 16,0-2 0-16,-1 0 144 0,2-2-144 0,1-4 0 16,3 0 0-16,1-3 0 0,4-1 0 0,4-3 0 15,2-3 0-15,1 0 0 16,4 0-448-16,0-4-80 0,3 2-16 0,4-2-16144 0</inkml:trace>
  <inkml:trace contextRef="#ctx0" brushRef="#br0" timeOffset="198723.37">20969 6881 10127 0,'7'-6'896'0,"-1"1"-704"0,0 3-192 0,-3 0 0 16,-1 2 1360-16,0 0 240 0,1 2 64 0,3 0 0 0,-6-2 1424 0,0 0 304 16,39 19 48-16,-39-19 16 15,33 27-1408-15,-33-27-288 0,33 40-48 0,-33-40-16 0,28 44-640 0,-28-44-128 16,20 47-32-16,-20-47 0 16,11 49-368-16,-11-49-80 0,-3 49 0 0,-4-25-16 0,-2 0-288 0,-4 0-144 15,-2-1 160-15,-2 1-160 0,0-2 128 0,-3-1-128 16,1 0 0-16,-1-2 0 0,1-2 0 0,1-1 0 0,2-4 0 0,1-3 0 31,3-1-352-31,1-1-112 0,2-4-32 0,2-2-16704 0</inkml:trace>
  <inkml:trace contextRef="#ctx0" brushRef="#br0" timeOffset="200136.18">21227 6650 11055 0,'0'-3'976'0,"0"3"-784"0,0-2-192 15,1 2 0 1,-1-2 1184-16,0 1 192 0,0-1 32 0,0 1 16 0,1-2 496 0,0 1 112 15,0 1 16-15,-1 1 0 0,0 3-720 0,-1 0-144 0,-1 3-32 0,-1 3 0 16,-1 2-240-16,-1 2-48 16,-1 1-16-16,-1 0 0 0,2 1-416 0,-2-3-96 0,2 2-16 0,-1-4 0 15,2 1-96-15,-1-1-32 16,0-1 0-16,3-2 0 0,-2-1 0 0,2-1-16 16,-1-1 0-16,1 0 0 0,1-1-16 0,0-2 0 15,0 0 0-15,0-1 0 0,1 0-32 0,0 0 0 16,1-1 0-16,-1 0 0 0,1-2-128 0,0-1 0 15,0 1 144-15,1-1-144 0,1-2 0 0,1 2 0 16,-1-5 0-16,3 1 0 0,0-3 0 0,3-1 0 16,0-2 0-16,-1-1 128 0,3-1-128 0,-2 1 144 0,1-1-144 0,-1-1 160 15,1 1-160-15,-2 2 192 0,0 2-192 0,0 2 192 16,-1 1-192-16,0 2 192 16,-2 4-192-16,1 1 192 0,-1-1-48 0,0 3 0 0,1 3 0 0,-2-1 0 15,-4-2 64-15,0 0 16 0,0 0 0 0,0 0 0 16,15 43-96-16,-15-43-128 0,0 0 176 0,2 40-176 15,-2-40 0-15,0 0 0 0,-4 45 0 0,4-45 0 16,-4 31 0-16,4-31 0 0,-7 26 0 0,3-16 0 16,1-1 0-16,-1 1 0 0,0-4 0 0,1 0 0 15,-1-2 0-15,0-2 0 0,1-1 0 0,2-1 0 0,0-1-208 0,1 1-48 16,0-2-16-16,2 0-15920 16</inkml:trace>
  <inkml:trace contextRef="#ctx0" brushRef="#br0" timeOffset="200331.06">21394 6668 4607 0,'-3'0'400'0,"2"0"-400"15,0 0 0-15,0 0 0 0,1 0 2672 0,1 1 448 16,0 1 80-16,0-2 32 0,2 3-544 0,1-1-128 16,3-1 0-16,2 0-16 0,1-1-800 0,2 0-144 0,1 0-48 15,2 0 0-15,1-2-592 0,0 0-112 0,-1 0-16 0,1-1-16 16,0 0-592-16,-2 1-224 15,-1-2 176-15,-3 1-176 16,-1 0-640-16,-1 1-240 0,-3 1-32 0,-1 1-13360 0</inkml:trace>
  <inkml:trace contextRef="#ctx0" brushRef="#br0" timeOffset="200819.37">21717 6598 3679 0,'1'-3'160'0,"-1"1"32"0,0-1-192 0,1 3 0 0,-1-2 0 0,0 2 0 16,0-2 2240-16,1 0 384 0,0-1 96 0,0-2 16 15,0 1 576-15,2-1 112 0,-1-2 32 0,1 0 0 16,2 2-1088-16,-1 0-192 0,3-1-64 0,-1 0 0 15,1 1-896-15,0 1-192 0,1-1-48 0,-1 2 0 16,1-1-400-16,-1 2-96 0,-1-1-16 0,1 1 0 16,0 2-144-16,-1 2-48 15,0 1 0-15,-6-3 0 0,0 0-144 0,0 0-128 0,0 0 144 0,0 0-144 16,27 49 0-16,-27-49 128 0,0 0-128 0,2 47 0 16,-2-47 0-16,-5 38 0 0,5-38 0 0,-12 38 0 15,5-21 0-15,0 0 0 0,-1-3 0 0,1-1 0 0,0-2-128 16,2-2 128-16,-1-2 0 0,2-2 0 0,-1 0 0 15,0-3 0-15,3-2 0 0,-1 0 0 16,1-1 0-16,0-2 0 0,2 0 0 0,1-4 0 0,1 0 0 0,1 0 0 16,-1-3 0-16,3-2 0 0,1 1 128 0,-1-1-128 15,3 0 0-15,1-2 144 0,0 1-144 0,2-1 0 16,2-1 144-16,0 0-144 0,2-2 0 0,1-2 0 16,1 3 0-16,-1-1 128 0,2 2-128 0,-2 1 0 15,-2 5 0-15,-1 2 0 0,-2 2 0 0,-2 1 0 16,-2 3 0-1,0 1 0-15,-1 0-624 0,0 0-32 0</inkml:trace>
  <inkml:trace contextRef="#ctx0" brushRef="#br0" timeOffset="210146.71">2335 8697 6447 0,'0'0'576'0,"0"0"-576"0,0 0 0 0,0 0 0 16,0 0 704-16,0 0 48 0,0 1 0 0,0-1 0 0,0 0 688 0,0 0 144 15,-1 0 16-15,1 0 16 0,0 0 112 0,0 0 32 16,0 0 0-16,0-1 0 0,0 0-80 0,0-1-16 15,1-1 0-15,-1 1 0 0,1-3-640 0,0 3-128 16,1-3-16-16,0-1-16 0,1 3-352 0,-2-5-80 16,3 2-16-16,-1-2 0 15,1-1-224-15,-2 2-32 0,0-3-16 0,0 1 0 0,-1 1-144 0,0 1 0 16,-1 0 144-16,-2 0-144 0,-1 2 144 0,0 0-144 16,-1 1 192-16,-3 0-192 0,1 1 208 0,-2 2-64 0,-2 0-16 0,-1 2 0 15,1 0-128-15,-1 2 160 16,-2 1-160-16,1 0 160 0,0 1-160 0,1 0 128 0,0 2-128 0,1 0 128 15,2 0-128-15,-1 3 0 16,-1 0 0-16,0 3 128 0,2 2-128 0,-1 2 0 0,3-1 0 0,0 1 0 16,3 2 0-16,-1-1 0 0,1-1 0 0,1 0 0 15,1-1 0-15,1-2 0 0,1-1 0 0,0-2 0 16,1-1 0-16,1-1-144 0,1-2 144 0,-1-1 0 16,2 0 0-16,1-1-128 0,-2-3 128 0,2 1 0 15,0-3 0-15,1-2 0 0,-1 1 0 0,2-4 0 16,-1 1 0-16,1-3 0 0,2 0 0 0,0-3 0 15,0 0 0-15,-1-1 0 0,2-3 0 0,-1 1 0 0,-1 0-128 0,-1 0 128 16,2-1 0 0,-2 0 0-16,-1 2 0 0,1 0-128 0,-2 0 128 0,0 1 0 15,-1 1 0-15,-1 2 0 0,0 0-128 0,-1 4 128 16,-2 1 0-16,-1 0 0 0,0 1 0 0,0 4 0 0,-1-1 0 0,-1 3 0 16,-1 0 0-16,0 2 0 0,0 0 0 0,0 0 0 15,-1 1 0-15,0 2 0 0,2 0 0 0,-2-2 0 16,2 1 0-16,1-2 0 0,0 2 128 0,1-1-128 15,0 0 0-15,2-2 0 0,1 2 160 0,1-2-160 16,1 2 160-16,1-3-160 0,1 1 352 0,0 0-32 0,-7-5 0 0,0 0 0 16,0 0-320-16,0 0 144 15,51 12-144-15,-39-14 0 0,0-1 0 0,0 0 0 16,0-3 0-16,0-1 0 16,-2 2-704-16,0-3-112 0</inkml:trace>
  <inkml:trace contextRef="#ctx0" brushRef="#br0" timeOffset="210486.97">2578 8508 11967 0,'1'-4'528'0,"0"0"112"0,0 3-512 0,0-2-128 15,0 3 0-15,0 0 0 0,-1 1 1376 0,1 1 240 0,1 1 48 0,1 0 16 16,1 3 80-16,0 1 16 0,0 1 0 16,0 3 0-16,1-2-624 0,-1 2-128 0,0 1-32 0,-4-12 0 15,0 0-352-15,10 39-80 0,-8-27-16 0,-1 0 0 0,0 0-304 0,-2 0-64 16,0-2-16-16,-2 3 0 15,0-3-160-15,-2 1 0 0,-2 2 0 0,0 0 0 0,-1-1 0 0,-1 3 0 16,0-1 0-16,0 1 0 16,0 1-656-1,1 0-112-15,0-2-32 0,0 1-7744 0,3-4-1552 0</inkml:trace>
  <inkml:trace contextRef="#ctx0" brushRef="#br0" timeOffset="211439.24">2052 8518 10127 0,'4'-5'896'0,"-1"0"-704"0,-1 3-192 0,-1 1 0 16,-1 0 928-16,1-1 160 0,0-1 16 0,3-2 16 15,-1-2 544-15,-2 2 128 0,0 1 0 0,-3 4 16 16,-2 0-208-16,0 2-32 0,-3 5-16 0,-1 0 0 16,-2 3-592-16,0 0-112 0,0 2-16 0,0 4-16 0,2 0-304 0,-1 1-48 15,3 0-16-15,0 2 0 0,1 4-192 0,3 3-64 16,1 1 0-16,3 1 0 0,1 1 0 0,3-1-16 16,-6-28 0-16,20 52 0 0,-20-52-48 0,28 38-128 15,-28-38 192-15,0 0-64 0,53 38-128 0,-53-38 0 16,41 14 0-16,-41-14-9680 15,46 10-1856-15</inkml:trace>
  <inkml:trace contextRef="#ctx0" brushRef="#br0" timeOffset="214031.29">3328 8493 9215 0,'-1'-6'816'0,"0"1"-656"0,1 3-160 0,0 0 0 0,1 0 1056 0,-1 1 176 15,-1-4 48-15,0-3 0 0,0 0 576 0,0 1 112 16,0 4 16-16,-1 3 16 0,1 3-336 0,-2 4-64 15,2 5 0-15,-1 4-16 0,0 4-496 0,-1 1-112 16,1 5-16-16,0 2 0 0,0 3-320 0,-1 2-80 16,0 5-16-16,0-4 0 0,1 1-272 0,1-4-48 15,1-3-16-15,0-7 0 0,0-21-208 0,3 29 0 16,-3-29 0-16,0 0 0 0,0 0 0 0,0 0-192 16,0 0 192-16,0 0-9760 15,0 0-1824-15</inkml:trace>
  <inkml:trace contextRef="#ctx0" brushRef="#br0" timeOffset="214350.75">3287 8506 10127 0,'-5'-10'448'0,"2"2"96"0,1 2-544 0,2 3 0 0,0 2 0 0,0-2 0 15,0 1 1472-15,1-1 176 0,1-1 32 0,1-3 16 16,2 2 112-16,1-4 32 0,3 2 0 0,2-1 0 15,2 2-688-15,1 0-128 0,1 0-16 0,2 1-16 0,1 2-64 0,0-1-16 16,1 4 0-16,-19 0 0 0,37 3-432 0,-37-3-96 16,0 0 0-16,44 26-16 15,-44-26-368-15,0 0 0 0,29 38 0 0,-29-38 0 0,0 0 0 0,13 42 0 16,-13-25 0-16,-3-1 0 0,1-4 0 0,-5 2 0 16,-2-1 0-16,-2 1 0 0,0-3 0 0,-1 1 0 15,-2 0 0-15,-4-1 0 0,0-1 0 0,-1-1 128 16,-2-3-128-16,3 0 0 0,2-3 0 0,2-1 0 15,1 0 0-15,2-4 0 0,2 0-256 0,1-1-64 16,3-1 0-16,2-2-13184 0</inkml:trace>
  <inkml:trace contextRef="#ctx0" brushRef="#br0" timeOffset="214666.38">3885 8414 13823 0,'2'-5'608'0,"-1"0"128"0,0 3-592 0,-2 0-144 15,1 0 0-15,-1 2 0 0,-1 0 1312 0,-1-1 224 16,-1 1 64-16,-3 0 0 0,-1 0-64 0,-3 3-16 0,0 3 0 0,-1 2 0 15,-1 1-336-15,-1 4-64 0,0 1-16 0,1 3 0 16,0 1-144-16,-1 2-16 0,3 3-16 0,0-2 0 16,2 2-512-16,2 0-96 0,1 0-32 0,1 3 0 15,2 2-96-15,0 1 0 0,3 0-16 0,3-4 0 16,-3-25-176-16,14 45 0 0,-14-45 0 0,21 40 0 31,-21-40-624-31,23 36-48 0,-23-36-16 0,0 0-13712 0</inkml:trace>
  <inkml:trace contextRef="#ctx0" brushRef="#br0" timeOffset="-214326.8">4080 8544 12895 0,'-2'0'576'0,"1"0"112"0,0 0-560 0,0-1-128 16,1 1 0-16,1 0 0 0,1-1 1104 0,0 1 192 16,1-3 48-16,3 1 0 0,2-3 480 0,3 1 96 15,-1 1 32-15,2 1 0 0,0-1-96 0,-12 3 0 0,26 0-16 0,-26 0 0 16,0 0-784-16,40 3-160 15,-40-3-16-15,0 0-16 0,38 7-592 0,-38-7-112 0,0 0-32 0,38 1 0 16,-27-2-128-16,-1 1 0 0,1-2 0 0,-1 0 0 16,1-1 0-16,-1 0 0 0,-1 1-144 0,-1-3 144 15,-1 1-128-15,-1 0 128 0,-1-1-192 0,-2 1 192 16,0 0-832-16,-2-1-48 16,-2 0-16-16,-1 2 0 0,-1 0-208 0,-1 2-48 0,1-1-16 15,-1 0 0-15,0 1 656 0,-1 1 128 0,2 0 16 0,-2 1 16 16,0 1 352-16,1-2 0 0,-1 3 0 0,2 1 0 0,-2 1 448 15,-1 2 0-15,2-2 0 0,-2 4 0 0,1 1 256 0,-1 0 64 16,0 1 16-16,-1 3 0 0,-1 3-160 16,-1 0-48-16,2-1 0 0,-2 1 0 0,-1 1-256 0,-1 4-48 15,0-1-16-15,-1-2 0 0,0 3-128 0,0-4-128 16,2 2 192-16,0-5-192 0,1 0 0 0,2-4 0 16,2-2 0-16,1-3 0 0,3 0 0 0,-1-2 0 15,2-3-208-15,-1-1 80 16,2 0-1984-16,-1-1-400 0</inkml:trace>
  <inkml:trace contextRef="#ctx0" brushRef="#br0" timeOffset="-214106.07">4110 8639 7359 0,'-5'-16'320'0,"0"6"80"16,1 0-400-16,3 5 0 0,-1 2 0 0,2 2 0 0,-1-1 1984 0,0-1 304 0,0-2 64 0,-1 2 16 16,2-1 256-16,0 4 64 0,3 1 16 15,1 3 0-15,-4-4-800 0,0 0-176 0,0 0-16 0,31 38-16 16,-31-38-640-16,0 0-128 0,39 38-32 0,-39-38 0 15,35 26-224-15,-35-26-48 0,37 31-16 0,-37-31 0 16,34 28-352-16,-34-28-64 0,35 27 0 0,-35-27-16 16,34 30-176-16,-34-30 0 0,0 0 0 0,42 40 0 15,-42-40 0-15,0 0 0 0,0 0 0 0,36 31 0 0,-36-31-272 16,0 0 16-16,0 0 0 0,0 0-16240 16</inkml:trace>
  <inkml:trace contextRef="#ctx0" brushRef="#br0" timeOffset="-213823.08">4086 8892 16575 0,'-8'-4'736'0,"2"-1"160"0,3 3-720 0,-1-1-176 16,2 3 0-16,1-2 0 0,0 2 2080 0,-2 0 384 15,0-1 80-15,-2 0 16 16,1-1-240-16,1 4-32 0,1-2-16 0,1 2 0 0,2 0-1200 0,2 3-240 0,0-2-64 0,3 0 0 15,-6-3-448-15,0 0-112 0,0 0-16 0,38 8 0 16,-38-8 16-16,31-1 0 0,-11-2 0 0,1 0 0 16,3-1 160-16,1-3 16 0,1 2 16 0,0-2 0 15,1 2-176-15,0-2-32 0,0 3-16 0,0 1 0 16,0-2-176-16,0 2 0 16,0 1 0-16,-2 1 0 0,-25 1-160 0,46 0-64 0,-46 0-16 0,38 1-17424 15</inkml:trace>
  <inkml:trace contextRef="#ctx0" brushRef="#br0" timeOffset="-213522.69">4644 8604 4607 0,'-9'4'400'0,"3"-2"-400"0,0 1 0 0,2-1 0 15,2-1 1600-15,1 1 224 0,-1-2 48 0,0 2 16 16,-2 0 928-16,1 3 192 0,0 0 48 0,1-3 0 16,3 1-752-16,2-1-160 0,2 0-32 0,3-2 0 15,3 0-512-15,2-2-96 0,1 2-32 0,0-2 0 16,0 1-816-16,4-1-160 15,0 2-48-15,-1-1 0 0,2 0-448 0,-19 1 128 0,31 0-128 0,-31 0 0 16,0 0 0-16,40 2 0 0,-40-2 0 0,0 0-160 16,30 2-672-16,-23 1-144 0</inkml:trace>
  <inkml:trace contextRef="#ctx0" brushRef="#br0" timeOffset="-213333.15">4632 8762 18431 0,'-1'0'816'0,"0"0"160"0,1 0-784 0,1 0-192 16,0 0 0-16,0 0 0 16,2 0 2384-16,1 0 432 0,3-1 96 0,3 0 16 0,4-1-256 0,3-1-48 31,2-1-16-31,0 1 0 0,-19 3-1600 0,39-2-320 0,-39 2-64 0,38-3-16 16,-38 3-480-16,34-2-128 0,-34 2 0 15,32-3 0-15,-32 3-144 0,30-4-112 0,-16 0 0 0,-14 4-17536 16</inkml:trace>
  <inkml:trace contextRef="#ctx0" brushRef="#br0" timeOffset="-212667.21">5240 8493 15663 0,'-4'-1'688'0,"2"1"144"0,1 0-656 0,0 0-176 0,1 0 0 0,0 0 0 16,0 0 1488-16,0-2 272 0,1 2 48 0,2-2 16 15,2 1-160-15,0-1-16 0,3 2-16 0,1-2 0 16,2 1-352-16,-11 1-64 0,26 0 0 0,-26 0-16 16,28 0-384-16,-28 0-80 0,0 0-16 0,37 5 0 15,-37-5-320-15,0 0-64 0,0 0-16 0,0 0 0 0,0 0-320 0,39 27 0 16,-36-23 0-16,-1 1 0 0,-1 2 0 0,-2-3 128 15,-1 1-128-15,-1 0 0 0,-1 0 0 0,-1 2 0 16,-2-3 0-16,-1 2 128 0,0 0-128 0,-4-1 0 16,1-1 0-16,-1 0 0 0,-1 1 0 0,-2 0 0 15,0 1 0-15,-2-1 0 0,0 2 0 0,3-2 0 16,2 1 0-16,0 0 0 16,3-2 0-16,2 1 0 0,0 0 0 0,3-3 0 0,2 1 0 0,2-1 0 15,1 0 0-15,1-2 0 0,2 0 0 0,2-2 0 16,2-1 0-16,1 0 0 0,1 0 0 0,3 0 0 15,4-2 0-15,2-1 0 0,-1 2 464 0,2 0 32 16,0 2 0-16,0-1 0 0,-2 1-192 0,0 2-48 16,-2 0 0-16,-16 0 0 0,0 0-256 0,41 7 128 0,-41-7-128 0,0 0 0 15,0 0 0-15,44 21 0 0,-44-21 0 16,0 0 0-16,0 0 128 0,0 0-128 0,0 0 0 16,11 43 0-16,-17-33 0 0,-2-3 0 0,-2 2 0 0,-1 1 0 15,-1-1 128-15,-2 0-128 0,-1-1 0 0,0-1 0 16,-1 1 0-16,0-2 0 0,2-1 0 0,0-1 0 15,3-1-128-15,1-1-96 16,3-2-16-16,1 0 0 0,2-2-1520 0,1-1-304 0</inkml:trace>
  <inkml:trace contextRef="#ctx0" brushRef="#br0" timeOffset="-212333.79">5611 8585 2751 0,'4'-3'256'0,"0"1"-256"16,0-1 0-16,-2 1 0 0,-1 2 2432 0,0 0 432 16,0 0 80-16,-1 0 32 0,1 0 80 0,1 2 16 15,-1-1 0-15,-2 3 0 0,0 1-1472 0,-1 0-272 0,-1 2-64 0,-2 2-16 16,1 1-512-16,0 0-96 0,-1 3-32 0,1-1 0 16,0 0-400-16,2 0-80 0,0 0 0 0,1-1-128 15,1-11 0-15,0 0 0 0,0 0 0 0,0 0 0 16,0 0 192-16,28 36-64 0,-19-38 0 0,1-2-128 15,3 0 448-15,-1-2-32 0,1-4 0 0,2 0 0 32,-1-1-192-32,0-1-32 0,0 0-16 0,-1-2 0 0,-1-1-176 0,-1 1 0 0,-1 0 0 0,-3 1 0 15,-2 2 0-15,-3-1 0 0,-3 4 0 0,-2 1 0 16,-5 1 0-16,-2 1 0 16,-4 2 0-16,-3 2 0 0,0 2 0 0,-4 2 0 0,0 0 0 0,1 2-176 31,2-2-352-31,0 3-80 0,1 0-16 0,1 0-9040 0,3 1-1824 0</inkml:trace>
  <inkml:trace contextRef="#ctx0" brushRef="#br0" timeOffset="-211874.14">5936 8466 14735 0,'-1'-7'640'0,"-1"2"160"15,2 3-640-15,0-1-160 0,1 1 0 0,0 2 0 0,1-2 1728 0,2 1 304 16,2-3 64-16,1 2 16 0,4-3 448 0,1 2 112 16,-12 3 16-16,31 2 0 0,-31-2-1088 0,36 8-192 15,-36-8-64-15,39 14 0 0,-39-14-576 0,37 22-112 16,-37-22-16-16,0 0-16 0,42 37-352 0,-42-37-64 15,0 0-16-15,24 50 0 0,-24-50-192 0,2 36 0 16,-4-19 0-16,-4 0 0 0,-1 1 0 0,-4 2 0 0,-3 0 0 16,-5 1 0-16,0 1 0 0,-3-3 0 0,-3 1 0 0,1-3-11744 15,-2-2-2400-15</inkml:trace>
  <inkml:trace contextRef="#ctx0" brushRef="#br0" timeOffset="-211418.02">6370 8572 16575 0,'1'0'1472'0,"0"0"-1168"16,0 0-304-16,0 0 0 0,1 0 1792 0,0-2 288 16,2 2 64-16,3-1 16 0,4 0 256 0,3-4 48 15,5 1 16-15,0 1 0 0,2-2-1040 0,1-2-208 16,-3 3-32-16,1 1-16 0,-3-2-768 0,0 3-160 15,-1 0-16-15,-2 2-16 0,-1 0-224 0,-13 0 0 0,0 0 0 0,0 0-11376 16,33 6-2240-16</inkml:trace>
  <inkml:trace contextRef="#ctx0" brushRef="#br0" timeOffset="-211239.39">6363 8700 12895 0,'-3'3'576'0,"1"0"112"0,2 0-560 0,1-2-128 0,1-1 0 0,0 0 0 16,2 2 2512-16,1-2 480 0,-5 0 80 0,0 0 32 16,44-2 288-16,-22 0 48 0,3-3 16 0,0-1 0 15,-3 0-2032-15,-2 1-400 0,-1 1-64 0,-2 1-32 16,-2-2-928-16,-2 3 0 0</inkml:trace>
  <inkml:trace contextRef="#ctx0" brushRef="#br0" timeOffset="-209310.14">7054 8275 11055 0,'-2'-1'976'0,"1"1"-784"16,1 0-192-16,0 0 0 0,0 0 704 0,-1 0 112 15,1 0 16-15,-1 0 0 0,0-2 576 0,0 2 112 16,2-2 16-16,0 1 16 0,1 1-464 0,0-2-80 16,1 1-32-16,0 1 0 0,1-1-272 0,1 0-64 15,-1 1-16-15,1-2 0 0,1 2-48 0,0-2 0 16,1 2 0-16,-1-2 0 0,2 1 384 0,-2-1 80 16,2 2 16-16,0 0 0 0,-1 0-224 0,1 2-64 15,-2-2 0-15,0 3 0 0,-3 0-464 0,1 0-112 0,-2 3 0 0,0 0-16 16,-2 3-176-16,-2-1 0 0,-1 1 0 0,-1-1 0 15,-2 1 0-15,-1 0 0 0,-3 1-160 0,0-2 160 16,0-1-144-16,0 2 144 0,-1-5-128 0,0 2 128 16,2-3-128-16,0-2 128 0,0 1-128 0,1-4 128 15,1 2 0-15,0-2 0 0,3 0 0 0,0-1 0 16,1 0 0-16,2 1 0 0,0 0 0 0,1-2 0 16,2 1 0-16,1 0 0 0,0 1 0 0,0 0 0 15,1 0 0-15,2 1 0 0,-1 1-144 0,2-2 144 16,0 2 0-16,1 2 0 0,-8-2 0 0,0 0 0 0,0 0 0 0,37 12 0 15,-37-12 0-15,0 0 0 0,0 0 0 0,37 18 0 16,-37-18-144-16,0 0 144 0,0 0 0 0,0 0 0 16,0 0 0-16,0 0 0 0,0 0 0 15,0 0 0-15,25 37 0 0,-30-35 0 0,0 3 0 0,-1-2 0 16,-1 1 0-16,-3 0 0 0,1 0 0 0,-1 1 0 16,0-1-128-16,-2 3 128 0,2-3-160 0,1 1 32 15,0 0 0-15,1-1 0 16,3 1-352-16,0-2-64 0,3-2-16 0,0-1 0 15,3 0-656-15,0-1-128 0,2-1-16 0,1-1-11088 0</inkml:trace>
  <inkml:trace contextRef="#ctx0" brushRef="#br0" timeOffset="-208964.92">7330 8343 1839 0,'4'-1'160'0,"-2"-1"-160"15,0 1 0-15,-1 0 0 0,0 1 1696 0,-1-2 304 0,0 2 64 0,0-3 16 16,0 0 688-16,-1 1 144 16,-1-2 32-16,0 2 0 0,-1 1-1024 0,-2 1-208 0,1 1-48 0,-3 3 0 15,1 0-448-15,-1 2-112 0,1 3-16 0,-1-2 0 0,2 3-464 0,0 0-112 16,1 1 0-16,2-2-16 0,2 1-208 0,1-1-32 16,-1-9-16-16,0 0 0 0,0 0-240 0,0 0 176 0,0 0-176 0,42 17 160 15,-31-19-160-15,2-5 0 0,0 2 0 0,-1-3 0 16,0 4 128-16,-1-6-128 15,-1 3 0-15,0-4 128 0,-2 3-128 0,-2-3 0 0,-1 3 0 16,-3-1 0-16,-1 0 0 16,-2 2 0-16,0 1 0 0,-4 0 0 0,0 1 0 0,-2 1 0 0,-1 1 0 0,-2 1 0 15,-2 2 0-15,-1 2 0 0,-2 0 0 0,0 2 0 16,0 2-432-16,2 0 48 0,2 2 0 0,1-1 0 16,2 2-704-16,3-2-144 0,3 0-32 0,1-2-11456 31</inkml:trace>
  <inkml:trace contextRef="#ctx0" brushRef="#br0" timeOffset="-208574.64">7712 8395 4543 0,'12'-7'0'0,"-2"0"192"0,-1 2-48 0,-3 0-16 0,-1 2-128 0,-5 1 0 0,4 0 0 0,3-5 0 16,4-3 2432-16,3-4 464 0,0 0 96 0,-2-1 16 16,-3 6-80-16,-5 0-16 0,-1 1 0 0,-2 2 0 15,-3 1-928-15,-2 2-192 0,-1 1-48 0,-4 2 0 16,2 0-736-16,-2 0-160 0,-3 2-16 0,-2 3-16 16,-2 0-336-16,-3 2-64 0,1 2-16 0,-3 1 0 15,-1 3-400-15,-2 2 0 0,-1 2 128 0,-1 2-128 16,1 3 0-16,2 3-176 0,3-1 48 0,1 2 0 15,3-2 128-15,2 0-160 0,1 1 160 0,1 1-160 16,1 3 160-16,3-5 0 0,1-1 0 0,4 1 0 16,3-24 0-16,0 45 0 0,0-45 0 0,0 0 0 15,22 46 0-15,-22-46 128 0,0 0-128 0,42 23 0 0,-42-23 0 16,36 10 128-16,-36-10-128 0,39 4 0 0,-39-4 0 0,38 2 0 16,-38-2 0-16,34 3-128 15,-34-3-432-15,32 0-80 0,-18-3 0 0,0 1-14688 16</inkml:trace>
  <inkml:trace contextRef="#ctx0" brushRef="#br0" timeOffset="-208019.49">7793 8706 11679 0,'-7'0'256'0,"1"0"48"0,2 2 16 0,2-2 16 0,0 0-336 0,1 0 0 0,-1 1 0 0,0 0 0 16,-1-1 2560-16,1 0 432 0,0 2 80 0,2-2 32 16,2 0-1408-16,1-2-288 0,3 0-48 0,0 0-16 15,3-1-320-15,-1 1-64 0,2 1 0 0,1-1-16 16,-11 2-272-16,0 0-48 0,34 0-16 0,-34 0 0 0,0 0-192 0,0 0-32 15,38 12-16-15,-38-12 0 16,0 0-144-16,0 0-32 0,0 0 0 0,0 0 0 0,27 36-192 0,-29-31 128 16,-1 2-128-16,-2-1 0 0,0 2 0 15,-4-1 0-15,1 0 0 0,-2-2 0 0,-1 2 0 0,-1-3 128 16,0 2-128-16,-1 0 0 0,0-1 0 0,0 0 128 16,0-1-128-16,1-1 0 0,1 2 0 15,1-3 0-15,4 3 0 0,0-3 0 0,4 1 0 0,1-3 0 16,2 2 0-16,1-2 0 0,3 0 0 15,0-2 0-15,4 0 0 0,0-1 0 0,1 0 0 0,2 1 0 0,-12 2 0 16,26-4 0-16,-26 4 0 0,30-2 0 16,-30 2 0-16,29 1 0 0,-29-1 144 0,0 0-144 0,37 12 128 0,-37-12-128 15,0 0 144-15,0 0-144 0,0 0 160 0,0 0-160 16,18 34 144-16,-24-27-144 0,-3-1 128 0,-2 2-128 16,-1-3 352-16,-1 2-16 0,-2-2 0 15,-1 2 0-15,-1-3-112 0,-1 3-32 0,-1-2 0 0,0 0 0 16,0 0-192-16,2-2 128 15,4 0-128-15,4-2 0 0,3 1 0 0,2-2 0 0,2-2-176 16,4 1 176-16,1-2-1536 0,3-2-176 0</inkml:trace>
  <inkml:trace contextRef="#ctx0" brushRef="#br0" timeOffset="-207693.58">8094 8756 17503 0,'-1'-3'768'0,"-1"0"176"0,1 1-752 0,0 2-192 16,1-2 0-16,0 0 0 0,-1 1 1584 0,0-1 272 16,-1 0 64-16,0-1 16 0,0 3-640 0,-2 0-128 0,-1 2-16 0,1 1-16 15,0 4-464-15,-2-2-96 0,2 3 0 0,-2 1-16 16,1 2-128-16,-1 2-32 16,0 3 0-16,1-2 0 0,2 0 48 0,-1-1 16 15,2 0 0-15,0-1 0 0,2-12 80 0,0 0 16 16,0 0 0-16,8 33 0 0,-8-33-224 0,0 0-32 15,0 0-16-15,33 3 0 16,-21-8-288-16,1-2 0 0,2-3 0 0,0-1 0 0,0-1 144 0,-1-1-144 0,0-1 0 0,-2 0 144 16,-1 0-144-16,-3 0 0 0,-1 2 0 0,-3-1 0 15,-2 2 0-15,-2 2 0 16,-2 0 0-16,-4 3 0 0,-2 0 0 0,-3 3 0 16,-2 3 0-16,-2 3 0 0,-3 1-176 0,0 4-64 15,-1 1-16-15,1 2 0 0,3-2-816 0,2 0-160 0,3-1-48 0,5-4-13456 16</inkml:trace>
  <inkml:trace contextRef="#ctx0" brushRef="#br0" timeOffset="-206112.73">8601 8390 9215 0,'-1'-2'816'0,"-1"0"-656"16,1 2-160-16,-1 0 0 0,1 0 832 0,0 0 128 0,0 0 16 0,-2 2 16 16,-3-2 832-16,0 2 160 0,-2 0 48 0,-1 1 0 15,0-1-544-15,-1 3-96 0,1 0-32 0,-1 2 0 16,0 3-208-16,0 1-64 0,0 3 0 15,0 1 0-15,3 3-224 0,-2 2-48 0,2 6-16 0,0 0 0 16,1 2-192-16,1 0-32 16,2 3-16-16,2-2 0 0,0-1-304 0,3 0-64 0,-2-28-16 0,9 48 0 15,-9-48-176-15,18 38 160 0,-18-38-160 0,0 0 160 16,36 26-304-16,-36-26-64 0,28-1-16 0,-13-5-9936 31,0 0-1984-31</inkml:trace>
  <inkml:trace contextRef="#ctx0" brushRef="#br0" timeOffset="-205692.39">8799 8480 9215 0,'-2'-5'400'0,"2"3"96"0,-1-1-496 0,0 3 0 0,0 1 0 0,0 1 0 31,-1 0 1600-31,-1 2 240 0,-1 2 32 0,-2 3 16 0,-1 5 368 0,-2-1 80 0,2 4 16 0,-2-1 0 16,3 0-768-16,-1 1-160 15,2-1-16-15,0 1-16 0,2-4-496 0,1 0-112 16,2-13-16-16,-1 25 0 0,1-25-256 0,0 0-64 16,0 0-16-16,0 0 0 0,18 37-224 0,-18-37-32 15,0 0-16-15,0 0 0 0,32 0-160 0,-22-5 192 16,1-2-192-16,1-3 192 0,3-1 16 0,0-2 16 0,-3 2 0 0,1-1 0 0,1-5-224 15,0 2 0-15,-1-2 128 0,-1 0-128 16,-1 2 0-16,-3-1 0 0,-1 2 0 0,-4-1 0 0,-2 2 0 16,-2 0 0-16,-3 1 0 0,-4 1 0 0,0 1 0 0,-5 3 0 15,-1 2 0-15,-3 1 0 16,1 4 0-16,-3 0 0 0,2 4 0 0,-1 1 0 0,3 0 0 0,2 2 0 16,3 0-128-16,3-2 128 0,3 2 0 0,2-3-128 15,3 1 128-15,1 0 0 16,-2-5-1600-1,0 0-192-15</inkml:trace>
  <inkml:trace contextRef="#ctx0" brushRef="#br0" timeOffset="-205490.36">9039 8644 19343 0,'1'0'1728'0,"1"0"-1392"0,-1-2-336 0,0 1 0 15,-1 1 1584-15,1 0 240 0,1-2 48 0,1 2 16 16,0 0-208-16,0-2-32 0,1 4-16 0,-1 0 0 16,-3-2-768-16,0 0-160 0,0 0-16 0,0 0-16 15,7 36-256-15,-7-36-48 0,0 0-16 0,0 0 0 16,0 0-736-16,14 35-160 0</inkml:trace>
  <inkml:trace contextRef="#ctx0" brushRef="#br0" timeOffset="-203540.59">9675 8347 5519 0,'2'-4'496'0,"-1"1"-496"0,0 2 0 0,0 0 0 16,0 1 896-16,0 0 64 0,1-2 32 0,1-1 0 16,1-1 464-16,2 1 80 0,1 1 32 0,-2-1 0 15,2 3 224-15,-1 0 32 0,1 0 16 0,1 1 0 16,-8-1-208-16,0 0-32 0,0 0-16 0,40 16 0 16,-40-16-240-16,0 0-64 0,38 31 0 0,-38-31 0 15,29 40-512-15,-29-40-96 0,27 47-32 0,-27-47 0 16,21 50-256-16,-21-50-64 0,8 46-16 0,-8-46 0 0,-2 43-304 15,-3-23 0-15,-5 1 0 0,-3 1 0 0,-5-1 0 16,-2 0-304-16,-2-1 48 0,-1-1 0 16,1 0-1696-16,-1-3-336 0</inkml:trace>
  <inkml:trace contextRef="#ctx0" brushRef="#br0" timeOffset="-202132.89">9948 8112 10127 0,'0'0'896'0,"1"-2"-704"0,-1 2-192 0,1 0 0 0,0 0 1280 0,1-1 208 15,1 0 48-15,0-1 16 0,4 0 160 0,0 1 16 16,4-1 16-16,-1 2 0 0,1-2-304 0,0 1-64 15,0 1-16-15,1 0 0 16,-12 0 1136-16,0 0 208 0,31 5 48 0,-24-4 16 16,1 1-3776-16,-4 0-752 0,1 0-160 0,-1 1-16 0,-3 1 1568 0,-1 0 368 0,-1-1 0 0,-2 2 0 15,-1 0 0-15,-1-1 0 0,-1 0 0 0,-2 1 0 16,-2 1 1552-16,-1-1 368 0,0-1 64 0,0 1 0 31,-1 0-3312-31,1-1-656 0,2-1-144 0,-1 0-32 0,1 1 1712 0,1-2 448 0,0 1-144 0,2 0 144 16,1 1 0-16,2-2-128 0,2 1 128 0,1-1 0 15,0 1 0-15,2-3 0 0,1 2 0 0,1-1 0 16,0 0 0-16,3-1 0 0,1 0 0 0,2 0 0 16,1 0 0-16,1-1 0 15,1 1 0-15,0-1 0 0,-13 1 0 0,24 1 0 0,-13-1 0 0,-11 0 0 16,0 0 0-16,0 0 0 0,37 9 0 0,-37-9 0 0,0 0 0 0,0 0 0 16,0 0 0-16,0 0 0 0,1 33 0 15,-8-24 0-15,-4-1 128 0,-2 1-128 0,-1 2 0 0,-2-1 128 16,-1 0-128-16,-1-1 0 0,1 0 176 0,1-3-176 15,0 0 192-15,1-3-192 0,4-1 160 0,2-2-160 16,3-2 128-16,2-1-128 31,3-3-368-31,2 0-144 0,3-1-48 0,4-1-12240 0</inkml:trace>
  <inkml:trace contextRef="#ctx0" brushRef="#br0" timeOffset="-201783.59">10286 8165 11055 0,'-2'-2'976'0,"0"1"-784"16,1 1-192-16,1 0 0 0,-1 0 1344 0,0 0 240 0,-2-2 32 0,-1 2 16 15,-2 0 368-15,-1 0 80 0,1 0 16 0,-1 3 0 0,1 1-608 0,1-1-112 16,-1 3-32-16,2 0 0 0,0 3-384 16,0-1-96-16,1 1-16 15,1 0 0-15,1 0-352 0,0 1-80 16,1-10-16-16,0 0 0 0,0 0-208 0,0 0-64 15,0 0 0-15,20 36 0 0,-20-36 0 0,0 0 0 16,0 0 0-16,39 4 0 0,-26-6 64 0,-1-3 16 16,0 0 0-16,0 1 0 0,1-4-208 0,0 1 0 15,-1-1 128-15,-1 0-128 0,0 1 0 0,-3-1 0 16,0 0 0-16,-1 2 0 0,-1 0 0 0,-4 0 0 0,0 2 0 0,-3-3 0 16,-1 2 0-16,-1 0 0 0,-2 0 0 0,-1-1 0 15,0 0 0-15,-2 2 0 0,-2-1 0 0,-2 0 0 16,1 3 0-16,-3 0 0 0,0 2 0 0,0 0 0 31,2 3-688-31,0 0-16 0,1 1-16 0,3 2 0 0,1 1-1440 16,4 0-272-16</inkml:trace>
  <inkml:trace contextRef="#ctx0" brushRef="#br0" timeOffset="-201193.53">10806 8419 14735 0,'-2'-3'1312'15,"1"2"-1056"-15,1 0-256 0,0 1 0 0,-1 0 1680 0,-1 0 288 16,-1 0 48-16,-1-3 16 0,-2 3 80 0,-2 0 32 15,1 3 0-15,-2 1 0 0,-1 4-1008 0,0 1-208 16,-1 1-32-16,0 4-16 0,-1 0-416 0,0 3-80 16,0 1 0-16,-1 4-16 0,-1 5-112 0,1-2-32 15,3-1 0-15,-1 0 0 0,0 5 96 0,1 3 32 0,2 1 0 0,1 4 0 16,4 0 0-16,1-4 0 0,3-4 0 0,-1-29 0 16,10 44-224-16,-10-44-128 0,0 0 160 0,33 41-160 15,-33-41 0-15,0 0 0 0,48 14 0 16,-48-14 0-16,35-3-960 15,-18-3-144-15,2-4-32 0,-1 0-9360 0,2 1-1856 0</inkml:trace>
  <inkml:trace contextRef="#ctx0" brushRef="#br0" timeOffset="-200814.18">11028 8575 12895 0,'-3'-2'576'0,"1"1"112"0,0 2-560 0,1 1-128 0,0 0 0 0,-1-1 0 16,-1 3 1616-16,-1 1 304 0,-2 4 48 0,-4 3 16 15,-1 2-176-15,0 1-16 0,0 4-16 0,0-3 0 16,2 1-448-16,0-1-96 0,1 1-16 0,2-3 0 16,1 0-128-16,1 1-16 0,4-15-16 0,0 0 0 15,3 38-464-15,-3-38-80 0,0 0-32 0,0 0 0 16,32 28-272-16,-32-28-48 0,0 0-16 0,43 0 0 15,-26-5-144-15,-1-2 0 0,-1-5 0 0,0 1 0 16,0-4-304-16,-2 1 16 0,0-2 0 0,0 1 0 0,-2-3-48 0,-1 0-16 16,0 2 0-16,-1 0 0 0,-3-1 192 0,0 0 160 15,-2 1-208-15,-2 0 80 0,-2 1 128 0,-2 1 0 16,-3 4 0-16,-2-1 0 0,-2 3 0 0,-2 4 0 16,-2 2 0-16,-1 3 0 0,-1 3 0 0,1 0 0 15,1 5 0-15,1-2 128 0,3 0-128 0,1 0 0 16,2 1 128-16,2 1-128 0,2-2-128 0,2-2-112 15,0-5-16-15,0 0-14768 0</inkml:trace>
  <inkml:trace contextRef="#ctx0" brushRef="#br0" timeOffset="-200609.43">11283 8710 22111 0,'2'-2'976'0,"0"2"208"0,0-2-944 0,0 1-240 0,-1 1 0 0,0 1 0 16,1 1 1856-16,-2-2 320 0,0 0 64 0,0 0 0 16,0 0-1008-16,0 0-208 0,0 0-32 0,30 35-16 15,-30-35-976-15,0 0-288 0,0 0-16 0,0 0 0 16</inkml:trace>
  <inkml:trace contextRef="#ctx0" brushRef="#br0" timeOffset="-200357.3">11570 8488 13823 0,'7'-6'608'0,"-4"2"128"0,0 1-592 0,0 1-144 0,-1 0 0 0,-1 2 0 16,1 0 2416-16,1 0 448 15,0 0 80-15,-3 0 32 0,0 0-320 0,0 0-64 0,0 0-16 0,2 37 0 16,-6-22-1072-16,-1 1-224 0,-2 3-32 0,1 1-16 16,-2 3-592-16,1-2-128 0,1 1-32 0,1-1 0 15,0-2-304-15,2-3-176 0,3-16 192 0,-4 34-192 0,4-34 0 0,-2 24 0 16,2-24 0-16,0 0-11936 16,0 0-2336-16</inkml:trace>
  <inkml:trace contextRef="#ctx0" brushRef="#br0" timeOffset="-200019.37">11756 8426 4607 0,'4'-7'192'0,"-3"4"64"0,2-1-256 0,-1 1 0 0,0 0 0 0,0 1 0 15,0 0 2000-15,2-3 368 0,3-2 64 0,2-5 0 16,-1 3 480-16,2 2 96 0,-2-1 0 0,0 4 16 16,0-1-528-16,-1 2-128 15,2 1 0-15,-9 2-16 0,0 0-624 0,0 0-128 0,30 8-32 0,-30-8 0 16,0 0-784-16,0 0-144 16,34 38-48-16,-34-38 0 0,0 0-352 0,24 55-80 0,-24-55-16 0,11 47 0 15,-11-47-16-15,6 49 0 0,-6-49 0 0,0 52 0 16,-2-23-128-16,-2 1 0 0,-3 2 144 0,-3 0-144 15,-2-1 0-15,-3-2 0 0,0-2 0 0,-1-4 0 16,-2-2-256-16,1-2-32 0,2-5 0 0,-1-2-17904 16</inkml:trace>
  <inkml:trace contextRef="#ctx0" brushRef="#br0" timeOffset="-198563.01">12225 8174 3679 0,'0'-2'320'0,"0"0"-320"15,0 0 0-15,-1 1 0 0,1 1 1040 0,-1-2 144 0,0 0 32 0,0-1 0 16,0 1 880-16,-2 0 176 0,0 1 32 0,0 1 16 16,0 1-240-16,0 1-48 0,-1 0-16 0,-1 1 0 15,1 1-672-15,-1 1-144 0,1 0-32 0,-2 2 0 16,0-3-416-16,1 4-96 0,0-2-16 0,1 0 0 16,0 3-240-16,1-2-48 0,0 3-16 0,1 0 0 15,2-10-80-15,0 0-32 0,0 31 0 0,0-31 0 16,0 0-80-16,0 0-16 0,0 0 0 0,27 37 0 15,-27-37 0-15,0 0-128 0,36 4 192 0,-23-6-64 16,1-2 128-16,1-1 32 0,1-2 0 0,1-3 0 16,-2 0-112-16,1-2-32 0,-2-1 0 0,-2 0 0 0,-2 2-144 0,-3-1-144 15,-3 0 144-15,-4 1-208 16,-2 2-400-16,-5 1-80 0,-1 3-16 0,-5-2 0 16,-4 2-512-16,-1 3-96 0,-2 0-32 0,1 1 0 15,2 1-64-15,1 0 0 0,3 3-16 0,2 1-5680 16,4 1-1120-16</inkml:trace>
  <inkml:trace contextRef="#ctx0" brushRef="#br0" timeOffset="-198089.18">12491 8488 9215 0,'-1'-1'816'0,"0"1"-656"0,1 0-160 16,1 0 0-1,0 0 1344-15,-1 0 256 0,2 0 32 0,1 0 16 0,2 0 304 0,0-2 64 0,-5 2 16 0,0 0 0 16,30-2-352-16,-30 2-64 0,26-3-16 0,-26 3 0 16,31-2-768-16,-31 2-144 0,34-3-48 0,-34 3 0 15,29 0-384-15,-29 0-96 0,26-2-16 0,-26 2 0 16,0 0-336-16,27 0-80 0,-20 0-16 0,-2 0-8736 16,-1-2-1760-16</inkml:trace>
  <inkml:trace contextRef="#ctx0" brushRef="#br0" timeOffset="-197914.8">12490 8651 16575 0,'2'2'736'0,"0"-1"160"0,1 1-720 16,1-2-176-16,-2 0 0 0,1 0 0 0,3 0 1920 0,2-2 368 15,6 1 64-15,4-3 16 0,1 1-560 0,2-1-96 16,1-1-32-16,-3 2 0 15,0-1-640-15,-3 1-128 0,-2 0-16 0,-2 2-16 0,0 0-880 0,-2-1-208 16,-10 2-32-16,0 0-14784 0</inkml:trace>
  <inkml:trace contextRef="#ctx0" brushRef="#br0" timeOffset="-197204.06">13249 8409 10127 0,'-1'0'896'15,"0"-2"-704"-15,1 2-192 0,0 0 0 16,0 0 1392-16,0 0 240 0,-1 2 48 0,-1-2 16 0,1 2 272 15,-2 2 48-15,0 0 16 0,-1 3 0 16,0 0-976-16,0 2-192 0,-1 1-32 0,0 2-16 0,-1-1-224 0,0 1-32 16,0 1-16-16,0 0 0 0,1 0 112 0,0 3 32 15,2-1 0-15,0 0 0 0,0 2 96 0,3-17 32 16,0 31 0-16,0-31 0 0,0 0-176 0,7 36-48 16,-7-36 0-16,0 0 0 0,0 0-256 0,34 23-48 15,-34-23-16-15,25 0 0 0,-11-5-144 16,1 1-128-16,1-6 192 0,1-1-192 0,0-2 224 0,0-3-64 15,0 0-16-15,-1-3 0 0,-1 2-144 0,-3-2 0 16,-2 2 0-16,-4 1 0 0,-1 2 0 0,-4 2 0 16,-2 1 0-16,-3 0 0 0,-2 0 0 0,-3 3 0 15,-2 0 0-15,-2 2 0 0,-2 1 0 0,-3 4 0 16,-1 2 0-16,0 2 0 0,0 2 0 0,1-1 0 16,1 3-160-16,3-2 160 0,3-3-240 0,3 1 48 15,1 0 16-15,4-1 0 16,2-2-1168-16,1 2-224 0,2-2-48 0,3 0-13168 0</inkml:trace>
  <inkml:trace contextRef="#ctx0" brushRef="#br0" timeOffset="-196973.45">13632 8596 911 0,'2'-4'0'0,"-1"1"0"0,0 1 0 0,0 2 0 0,0 0 4384 16,0 0 800-16,-1 0 144 0,1 0 48 0,1 2-1216 16,-2-2-256-16,0 0-32 0,0 0-16 0,0 0-2192 0,0 0-432 15,0 0-80-15,14 43-32 0,-14-43-736 0,0 0-160 16,0 0-32-16,0 0 0 0,0 0-192 0,0 0-288 16,34 27 64-16,-27-28-16864 15</inkml:trace>
  <inkml:trace contextRef="#ctx0" brushRef="#br0" timeOffset="-196496.33">13984 8444 20271 0,'0'-3'896'0,"0"2"192"0,0-1-880 0,-1 2-208 0,0 0 0 0,0 0 0 15,0 0 1632-15,-1 0 288 0,-3 3 48 0,-1 0 16 16,-3 5-464-16,-1-1-96 0,-1 4-16 0,-2 1 0 15,0 2-512-15,0 1-128 0,0 2 0 0,2-1-16 16,0 3-256-16,3-2-48 0,1-1-16 0,3-2 0 16,4-14-48-16,-4 23 0 0,4-23 0 0,0 0 0 0,0 0-176 0,0 0-32 15,0 0-16-15,40 18 0 0,-26-23-16 0,0-2 0 16,2-2 0-16,1-1 0 0,0-2-144 0,-3 2 128 16,2-1-128-16,-3-1 128 0,0 0-128 0,-3 3 0 15,-1-2-192-15,-4 2 192 0,0 0-160 0,-3 0 160 16,-3-1 0-16,-2 1-144 0,-2 2 144 0,-2-3 0 15,-3 3 0-15,-3-2 0 0,0 1 0 0,-2 2 0 16,1 1 0-16,-1 4-128 0,1 1 128 0,2 1 0 16,1 3 0-16,3 1 0 0,1 0 0 0,2 2 0 0,3-3-144 0,2 1 144 15,0-5-1024-15,0 0-144 0,0 0-32 0,0 0-14784 16</inkml:trace>
  <inkml:trace contextRef="#ctx0" brushRef="#br0" timeOffset="-196196.75">14284 8350 16575 0,'3'-3'1472'0,"-1"3"-1168"0,0-2-304 0,-1 2 0 0,0-2 2176 0,0 2 384 15,0 0 80-15,0 0 16 0,0 2-448 0,0 0-96 16,-2 1 0-16,-1 2-16 0,-2 4-896 0,-2 1-176 16,-2 1-48-16,-2 4 0 0,1 1-336 0,-2 3-80 15,-1 0-16-15,0 0 0 0,0-2-304 0,1 1-64 0,-1 0-16 0,0-1 0 16,5-2-160-16,1-3 0 0,6-12 0 0,0 0 128 31,0 28-128-31,0-28 0 0,0 0 144 0,0 0-144 0,0 0 0 0,37 13 144 0,-23-14-144 0,-1-2 0 16,4 0 128-1,0 0-128-15,1-2 0 0,1 3 0 0,-1-2 0 0,1 1 0 0,-19 3 0 0,36-3 0 16,-18 0 0-16,-2 0 0 16,-2 0 0-16,-1 0 0 0,-1 1-304 0,-1-2-16 0,-1 1 0 0,-2 0 0 15,0 1-1088-15,-3 0-208 0,1 0-48 0,-3-3-8896 16,0 2-1760-16</inkml:trace>
  <inkml:trace contextRef="#ctx0" brushRef="#br0" timeOffset="-196022.32">14466 8423 11967 0,'-5'-9'528'0,"2"4"112"0,1 0-512 0,-1 3-128 15,2 2 0-15,0 0 0 0,-1 0 2016 0,-2 2 368 16,-1 3 80-16,-4 4 16 0,-1 6 48 0,-3 4 16 16,0 2 0-16,-1 0 0 0,0 3-752 15,-1 0-160-15,0 2-32 0,-1-2 0 16,0 4-640-16,2-4-128 0,1 0-16 0,2-3-16 0,4-2-512 0,1-3-96 15,6-16-32-15,-4 24 0 16,4-24-352-16,0 0-80 0,0 0-16 0,0 0-16880 16</inkml:trace>
  <inkml:trace contextRef="#ctx0" brushRef="#br0" timeOffset="-195640.21">14574 8411 21183 0,'3'-2'944'0,"-1"-1"192"0,1 1-912 0,0 2-224 0,-2-1 0 0,2 0 0 0,1 1 1728 0,1-2 320 16,5 0 48-16,-10 2 16 0,28-3-608 0,-28 3-112 16,35 0-32-16,-35 0 0 0,37 3-320 0,-37-3-64 0,35 8-16 0,-35-8 0 0,32 12-368 0,-32-12-80 31,0 0 0-31,37 22-16 0,-37-22-304 0,0 0-48 15,0 0-16-15,0 0 0 0,23 35-128 0,-23-35 0 16,0 0 0-16,-7 18 0 0,0-12 144 0,-2 0-144 16,-2 0 160-16,-3 1-160 0,-1 0 144 0,-2 0-144 15,0 1 128-15,0-2-128 0,-1 2 0 0,2-3 0 16,0 4 128-16,1-2-128 0,3 0 0 0,1 1 0 16,3 0 0-16,3-2 0 0,1 0 192 0,4-6-32 0,0 0-16 15,0 0 0-15,0 0-144 0,0 0 0 0,0 0 0 0,34 20 128 16,-19-23-128-16,1-2 0 0,3 1 0 0,1-1 0 15,2-1 0-15,-1 0-144 0,1 1 144 0,-3-1-160 32,1 1-480-32,-3 2-80 0,1-1-32 0,-18 4 0 15,32-3-1440-15,-32 3-304 0</inkml:trace>
  <inkml:trace contextRef="#ctx0" brushRef="#br0" timeOffset="-194835.46">15127 8278 16575 0,'0'0'1472'0,"0"-2"-1168"16,1 2-304-16,-1 0 0 0,1 0 1440 0,0 0 224 0,1 0 64 0,1-2 0 16,4 2 128-16,0-4 48 15,4 3 0-15,1-3 0 0,1 1-656 0,1 1-128 0,4-3-32 0,-1 2 0 16,0 1-304-16,0 1-64 0,-17 1-16 0,31 3 0 16,-31-3-464-16,0 0-112 15,0 0 0-15,36 27-128 0,-36-27 0 0,0 0 0 0,0 37 0 0,-7-22 0 16,-3 1-144-16,-3 1 16 0,-3-3 0 0,-1 3 0 15,-2-1-528-15,-1 1-112 0,-2-3 0 0,2 0-16 32,0-2 256-32,1-2 48 0,2-3 16 0,3 0 0 0,1-5 464 0,4 0 0 0,3-1 0 0,2-1 0 0,1-1 0 15,3 1 0-15,3-2 0 0,2 0 0 0,2 0 384 16,2-1-48 0,4-1 0-16,2 1 0 0,2 1 160 0,2 0 16 0,2 1 16 0,0-1 0 0,0 2-128 0,2 0-16 15,1 0-16-15,-24 0 0 0,47 5-48 0,-47-5-16 16,39 7 0-16,-39-7 0 0,0 0-96 15,39 17-16-15,-39-17 0 0,0 0 0 0,0 0-192 0,0 0 0 16,0 0 128-16,-3 36-128 0,-8-28 0 0,-4 0 128 16,-1 1-128-16,-3 0 0 0,-2 1 128 0,-3 2-128 15,0-2 0-15,0 1 144 0,2-2-144 0,0 1 0 16,0 0 0-16,3-3 0 0,2-2 0 0,4-1 0 16,4-2 0-16,3-2 0 0,3-2-256 0,4-2-96 0,3-3-16 0,6-3-16288 31</inkml:trace>
  <inkml:trace contextRef="#ctx0" brushRef="#br0" timeOffset="-194187.71">15654 8383 20271 0,'2'2'896'0,"-1"-2"192"15,0 0-880-15,1 0-208 0,-1 0 0 0,0 0 0 0,1 0 1424 16,1 0 240-16,-3 0 64 0,0 0 0 0,0 0-320 0,27 3-64 15,-27-3-16-15,0 0 0 0,22-2-160 0,-15 1-16 16,2-3-16-16,-1 0 0 0,0-1-512 0,2-2-112 16,-1 1 0-16,0-3-16 0,1-1-352 0,-2-1-144 15,-1 1 128-15,0-1-128 0,-1 1 0 0,0-5 0 32,-2 2 128-32,-1 0-128 0,-3-1 0 0,-3 0 0 0,-2 0 0 0,-4 2 0 0,-2 2 0 0,-1 1 0 31,-1 1 0-31,-2 4 0 0,-3 2-192 0,-1 4 192 0,-2 0-160 15,0 5 160-15,0 0-336 0,3 1 16 16,1 1 16-16,2 0 0 0,3 1 304 0,1 2-160 0,2 0 160 0,1 0-128 16,3-3 128-16,5-9 0 0,0 0 0 0,0 0 0 15,0 32 0-15,0-32 0 0,0 0 0 0,0 0 128 16,33 15 112-16,-33-15 16 0,27 0 16 0,-9-2 0 16,-1 0-48-16,1-3-16 0,-2 2 0 0,0-1 0 15,1 0-208-15,-1 1 0 0,-1-2 0 0,-3 3 0 16,-1-1 0-16,-2 3 0 0,-1-2 0 0,-4 2 0 15,0 0 0-15,-1 0 0 0,-2 2 0 0,-1-2 0 16,-2 1 0-16,0 1 0 0,-2 0 0 0,1 0 0 16,-1-1 0-16,-1 1 0 0,1-2 0 0,0 2 0 0,0-2 0 15,0 0 0-15,1 0 0 0,0-2 0 0,0 2 0 0,0 0 128 16,2-2-128-16,-1 2 0 0,0 0 0 0,0 0 0 16,0 0 128-16,0 0-128 0,0 0 240 0,0 2 0 15,0-2 0-15,-1 2 0 0,1-2 16 0,-1 1 0 16,1 1 0-16,0-2 0 0,0 2-48 0,0-2 0 15,0 1 0-15,1 0 0 0,-1-1-48 0,1 2-16 16,1-2 0-16,-2 3 0 0,1-2-144 0,-1 3 160 16,1-2-160-16,-1 3 160 0,1-2-160 0,-1 3 128 15,0 0-128-15,-2 2 128 0,4-8-128 0,-9 20 0 16,9-20 0-16,-9 26 128 0,9-26-128 0,-12 38 0 0,5-14 144 0,-1 2-144 16,-1 0 128-16,-2 4-128 0,-3 6 160 15,-2 2-160-15,0-2 128 0,1 1-128 0,-1 2 0 0,1-2 144 16,2-1-144-16,1-2 0 0,2-5 0 15,0 1-18688-15</inkml:trace>
  <inkml:trace contextRef="#ctx0" brushRef="#br0" timeOffset="-191328.1">2279 9582 14735 0,'-2'-8'1312'0,"1"5"-1056"0,1-2-256 0,0 3 0 16,-1-1 384-16,1 3 32 0,0 0 0 0,0 0 0 0,0 0 1840 0,-1 3 368 16,0 4 80-16,0 4 16 0,1 2-784 0,-1 6-144 15,1-1-48-15,1 4 0 0,-1 4-800 0,0 0-176 16,0 2-16-16,0 1-16 0,-1-1-416 0,1 1-64 16,0-3-32-16,1-2 0 0,-1-1 0 0,1-4 0 15,-1-19 0-15,3 36 0 0,-3-36-224 0,0 0 0 16,6 28 0-16,-5-23 0 0,1-2 0 0,1-3 0 15,-1-1 0-15,0-3 0 0,-1 1-272 0,2-4-112 16,1 0 0-16,0-5-16 16,0 0-1648-16,-1 0-320 0,0-2-64 0,0 0 0 15,-1 1 432-15,-2 1 80 0,1 1 32 0,-1 2 0 0,-1 2 1232 0,0 2 240 0,-1 0 48 0,0 1 16 16,0 2 720-16,0 1 144 0,1-1 16 0,0 2 16 16,1 2 640-16,1-2 128 0,1 1 32 15,1 1 0-15,0-2 80 0,1 0 32 16,3 0 0-16,0-2 0 0,2 1-416 0,0-3-80 0,1 1 0 0,0 1-16 15,0-1-512-15,-10 3-112 0,0 0 0 0,32 0-16 16,-32 0-48-16,0 0-16 0,0 0 0 0,0 0 0 16,40 33-240-16,-40-33 128 0,0 26-128 0,-5-9 0 15,-2 1 128-15,-3 0-128 0,-2 1 0 0,-1-3 0 16,-2 1 192-16,0-5-64 0,1 2-128 0,0-5 192 0,0 1 48 16,1-5 0-16,1 0 0 0,1-2 0 0,1-3-240 0,1-1 0 15,2-4 0-15,2 0 0 16,3-2-752-16,2-2-240 0,2-2-48 0,6 0-14464 15</inkml:trace>
  <inkml:trace contextRef="#ctx0" brushRef="#br0" timeOffset="-191118.28">2577 9720 19343 0,'6'0'848'0,"-2"0"192"0,0 0-832 0,0 0-208 0,-1 2 0 16,-1 1 0-16,-2-3 1312 0,0 0 224 0,0 0 32 0,31 32 16 15,-31-32-304-15,24 37-64 0,-24-37-16 0,17 42 0 16,-17-42 16-16,6 48 16 16,-7-24 0-16,-3 2 0 0,-3-3-352 0,-1-2-80 0,-2-1-16 0,-2-4 0 0,0-1-464 0,-1-2-80 15,-1-1-32-15,-1-1 0 16,0-3-208-16,-3 0 0 0,-4 1 0 0,-1-4-16576 16</inkml:trace>
  <inkml:trace contextRef="#ctx0" brushRef="#br0" timeOffset="-190878.95">2052 9713 17503 0,'2'-3'1552'0,"-1"0"-1232"0,0 2-320 0,-1 1 0 31,-1 1 1376-31,0 0 224 0,0-1 32 0,-1 3 16 16,-2 4 240-16,-2 2 48 0,-2 3 16 0,0 5 0 15,-1-1-512-15,1 6-96 0,1 1-32 0,3 6 0 16,1 1-352-16,3 4-80 0,4 1-16 0,0 1 0 0,3-1-352 0,2 0-80 16,1 0-16-16,2-2 0 15,-12-33-288-15,28 61-128 0,-28-61 128 0,35 57-128 0,-35-57 0 16,40 43 0-16</inkml:trace>
  <inkml:trace contextRef="#ctx0" brushRef="#br0" timeOffset="-35791.76">3615 9443 11967 0,'0'-1'1072'0,"0"1"-864"0,-1 0-208 0,1 0 0 16,-1 1 880-16,-1 2 128 0,0 1 16 0,-4 3 16 15,-2 7 368-15,-3 3 80 0,-2 7 16 0,0 2 0 16,-1 2-224-16,0 3-64 0,0 2 0 0,-1-2 0 16,1 0-144-16,0-1-48 0,1-1 0 0,1 0 0 15,2-1-336-15,0-2-80 0,0 0-16 0,1 0 0 16,3-1-432-16,1-4-160 0,3-3 0 0,1-4 144 15,3-6-416-15,2-5-96 0,0-3-16 0,3-6-8704 16,2-3-1760-16</inkml:trace>
  <inkml:trace contextRef="#ctx0" brushRef="#br0" timeOffset="-35491.69">3533 9643 3679 0,'0'-22'160'0,"0"10"32"0,0 0-192 0,1 3 0 16,-1 3 0-16,0 2 0 0,1-1 1280 0,1-4 224 15,0-3 32-15,1-2 16 0,1 3 944 0,-1 5 176 16,3 4 32-16,-1 6 16 0,-5-4-480 0,0 0-112 15,22 39-16-15,-22-39 0 0,15 42-1120 0,-15-42-224 16,14 47-64-16,-14-47 0 0,12 53-496 0,-12-53-208 0,10 49 176 0,-10-49-176 16,7 43 0-16,-7-43 0 0,5 38 0 0,-4-24 0 31,0 0-576-31,-1-3-96 0,-1-3-32 0,-1-1 0 16,1-4-1440-16,-1-1-288 0</inkml:trace>
  <inkml:trace contextRef="#ctx0" brushRef="#br0" timeOffset="-35465.55">3476 9803 911 0,'-8'0'0'0,"4"0"0"16,1 0 0-16,1 1 0 0,1-1 1600 0,1 0 224 0,0 0 48 0,1 0 16 15,1 0 1424-15,2-1 272 0,1 1 64 0,2-3 16 0,1 1-1136 0,1 0-224 16,0-3-64-16,1 1 0 0,0 0-1168 0,1-1-240 16,1 1-64-16,-2 0 0 15,1-1-1008 1,1 0-208-16,0 3-32 0,-1-2-13136 0</inkml:trace>
  <inkml:trace contextRef="#ctx0" brushRef="#br0" timeOffset="-34797.72">3893 9545 10127 0,'-2'0'896'0,"1"0"-704"16,1 0-192-16,-1 0 0 0,0 2 1088 0,0-2 192 16,-2 2 48-16,-2 1 0 0,-1 1 464 0,-1 1 112 15,1 2 16-15,-1 1 0 0,4 1-720 0,-3 1-144 16,2 3-32-16,0 2 0 0,0 2-192 0,0-1-32 15,2 4-16-15,-1 0 0 0,0 2-144 0,-1-3-48 16,2 2 0-16,-1 0 0 0,0-1-176 0,-1 1-32 16,1-3-16-16,0 2 0 0,1-2 16 0,0-3 16 15,1-1 0-15,1-2 0 0,1-2 64 0,0-1 16 16,1-2 0-16,-2-7 0 0,0 0-208 0,0 0-32 16,0 0-16-16,0 0 0 0,0 0-32 0,44 5 0 15,-35-8 0-15,-1-2 0 0,1-1-192 0,1-2 144 0,-1 1-144 16,-1 0 128-16,1 0-128 0,-3 1 0 0,1 0-192 0,-2-1 192 31,0 2-1152-31,-2-2-96 0,0 3-32 0,-2-1-8704 0,0-2-1760 0</inkml:trace>
  <inkml:trace contextRef="#ctx0" brushRef="#br0" timeOffset="-34608.59">3758 9753 8287 0,'-14'0'368'0,"7"0"80"0,-1 0-448 0,3 0 0 0,1 0 0 0,2 1 0 16,0 1 1664-16,-2-2 240 0,0 1 48 0,-2 0 16 0,3 1 816 0,4-1 160 15,4-1 48-15,2 0 0 0,-7 0-528 0,0 0-96 16,39-5-32-16,-39 5 0 0,42-10-1264 0,-17 6-256 16,1-4-48-16,-1 2-16 0,-1 0-496 0,-1-1-112 15,-1 2-16-15,-2-1-11248 16,2 1-2256-16</inkml:trace>
  <inkml:trace contextRef="#ctx0" brushRef="#br0" timeOffset="-28989.26">4504 9675 22111 0,'1'0'1968'0,"-1"-2"-1584"0,0 2-384 0,0 0 0 16,0 0 928-16,0 0 96 0,0 2 32 0,-1-1 0 16,1 3 176-16,-2 3 48 0,0 2 0 0,-2 5 0 15,-1 6-480-15,0 3-96 0,-1 4 0 0,-1 1-16 0,0 2-304 0,0-1-48 16,0 2-16-16,0-7 0 0,2-5-32 15,3-5-16-15,2-5 0 0,1-4 0 0,0-4-144 0,3-5-128 16,1-5 192-16,0-3-192 16,2-4 0-16,0-3 0 0,1-5 0 0,0 0 0 15,-1 3-576-15,1-3-112 0,-1 3-16 0,1-1-16 16,-2 4-48-16,1 1-16 0,-1 3 0 0,0 2 0 0,-1 3 608 0,2 1 176 16,-2 2 0-16,1 3 0 0,-1 3 0 0,-2 3 0 15,-3-3 128-15,0 0-128 0,0 0 416 0,0 0 0 16,12 45 0-16,-12-31 0 0,-1 2 64 0,0 1 16 0,-1 0 0 15,0 1 0-15,-1-1-240 0,0-1-64 0,1-1 0 0,0-3 0 16,1-1 128-16,-1-1 32 0,1-3 0 0,0-1 0 16,0-2-96-16,-1 0-32 0,1-3 0 0,0-2 0 0,0-1-224 0,1-3 128 15,1-2-128-15,0-2 0 16,2-1 160-16,0-2-160 0,2-2 160 0,0 0-160 16,2-5 0-16,0 1-208 0,1 0 16 0,2-2 0 15,1 0-352-15,0-1-64 0,2 2-16 0,-2 4 0 16,1 3-128-16,-2 1-16 0,0 6-16 15,-1 0 0-15,-2 5 544 0,-1 3 240 0,-6-3-192 0,0 0 192 16,0 0-144-16,13 42 144 0,-13-25 0 0,-1 2 0 16,0-2-192-16,-1 2 64 0,1-1 128 15,0-1-208-15,0 0 208 0,1-3 0 0,-1 0 144 0,0-4-144 16,1-1 240-16,1-2-48 0,-1-2-16 0,2-3-9280 16,0-2-1856-16</inkml:trace>
  <inkml:trace contextRef="#ctx0" brushRef="#br0" timeOffset="-28454.34">4934 9694 7359 0,'-1'-2'320'0,"0"-1"80"0,0 1-400 0,0 2 0 16,0-2 0-16,0 1 0 0,0-1 1392 0,-1 0 192 15,0 0 32-15,-3-4 16 0,0 3 512 0,0 0 96 16,-1 1 32-16,1 2 0 0,-1 2-608 0,0 2-112 0,-1 1-16 0,1 2-16 16,0 3-608-16,0 2-112 15,0 2-32-15,1 2 0 0,1-2-160 0,0 3-32 0,1 2-16 0,1 0 0 16,2-2-304-16,0-17-48 0,1 31-16 0,-1-31 0 16,0 0-192-16,0 0 144 0,0 0-144 0,30 31 128 15,-21-34-128-15,2-4 0 0,1-3 0 0,0-2 128 16,0-2-128-16,0 0 0 0,0-2 144 0,-2 1-144 15,-1 1-448-15,-1 0-176 16,-3 2-16-16,-1 3-16 0,-2 0 96 0,-1 1 32 0,-2 3 0 0,-1 1 0 16,-2 1 528-16,0 0 0 0,-3 3 0 0,-1 0 0 0,-1 1 0 15,1 3-160-15,1-1 160 0,-1-1-192 0,2 3-48 16,1 2-16-16,1-4 0 0,2 2 0 0,1-1 112 0,1-2 16 16,2 0 0-16,1-2-11968 15</inkml:trace>
  <inkml:trace contextRef="#ctx0" brushRef="#br0" timeOffset="-28138.48">5255 9630 16575 0,'8'-5'736'0,"-3"3"160"0,-1 0-720 0,-1 1-176 16,-1-1 0-16,-2 1 0 0,0 0 1920 0,0 1 368 0,-1-4 64 16,-2 1 16-16,-4 0-656 0,-2 3-128 0,-3-1-32 0,-2 2 0 15,-2 1-768-15,0 1-144 0,0 3-48 0,0 2 0 16,0-1-336-16,0 3-80 0,1-1-16 0,0 1 0 15,2 2-160-15,1 2 0 16,2-2 144-16,2 2-144 0,2-2 0 0,2 0 0 0,2-1 0 0,1-1-192 16,1-10 192-16,0 0 0 0,0 0 0 0,0 0 0 15,31 38 0-15,-31-38 0 16,0 0 0-16,36 7-128 0,-36-7 128 0,30 0 0 0,-30 0 0 0,29-3 0 16,-29 3 0-16,0 0 0 0,35 3 0 0,-35-3 128 15,0 0-128-15,0 0 0 0,0 0 0 0,0 0 128 0,0 0 32 16,0 0 16-16,0 33 0 0,-11-25 0 0,0 1 144 15,-3-2 48-15,-1 1 0 0,1-2 0 0,-1 1-368 0,2-2 144 16,0 0-144-16,1-3 0 0,2 1 0 0,2-3 0 16,3 0 0-16,2-3-10592 15,3 1-2000-15</inkml:trace>
  <inkml:trace contextRef="#ctx0" brushRef="#br0" timeOffset="-27868.18">5443 9635 12895 0,'10'-7'576'0,"-4"4"112"0,-1-2-560 0,0 3-128 16,-2 0 0-16,-1 2 0 16,0-2 2112-16,3 2 400 0,1-2 80 0,-2 2 16 0,-4 0 400 0,0 0 64 0,0 0 32 15,0 0 0-15,0 30-2336 0,-5-18-448 16,-1 2-112-16,-1 0-16 0,-1 5 320 0,0 0 48 16,0 3 16-16,2-3 0 0,-1 3-288 0,4-2-48 0,1-3-16 15,2-17 0-15,3 27-80 0,-3-27-16 0,0 0 0 16,0 0 0-16,0 0-128 0,34 27 192 0,-34-27-192 15,0 0 192-15,25-4-192 0,-18-3 0 0,2 2 0 16,-3-3 0-16,1 2 0 0,-2-2 0 0,1 2-160 16,-2 0 160-16,-2 0-1248 0,0 0-160 0,-1 2-16 0,-1 0-16 15,-2 0-2032-15,-1 2-416 0</inkml:trace>
  <inkml:trace contextRef="#ctx0" brushRef="#br0" timeOffset="-27742.1">5373 9742 11231 0,'-13'-3'240'0,"6"1"48"0,1 1 16 0,1 1 16 0,3 0-320 0,2 0 0 0,-2 1 0 0,-1 1 0 0,1 1 3152 0,-1-1 560 16,3 0 128-16,2 1 0 16,-2-3-1056-16,0 0-224 0,0 0-32 0,35 7-16 0,-35-7-1312 0,30-3-272 0,-10-2-48 0,2-1-16 15,0-1-528-15,0 2-96 0,1-3-32 0,2 2-11376 16,1 0-2272 0</inkml:trace>
  <inkml:trace contextRef="#ctx0" brushRef="#br0" timeOffset="-24591.81">6092 9568 3679 0,'-1'0'320'0,"0"0"-320"16,1 0 0-16,0 0 0 0,0 0 704 0,-1 0 80 16,0 0 16-16,0 0 0 0,-1 1 400 0,0-1 80 0,1 2 0 0,-1-4 16 15,2 2 112-15,-1 0 32 0,0-1 0 0,1 1 0 16,-1 0-160-16,1-2-16 0,0 2-16 0,1 0 0 16,0-2-224-1,0 2-32-15,0-2-16 0,0 1 0 0,2 1-208 0,0-2-64 0,0 0 0 0,1-1 0 16,2 2-16-16,-1-3-16 0,1 2 0 0,0-3 0 15,1 3-64-15,0 0-16 16,1-1 0-16,1 1 0 0,1 2-96 0,-1-2-32 0,-9 2 0 0,0 0 0 16,0 0-160-16,41 11-48 0,-41-11 0 0,0 0 0 15,0 0-256-15,36 31 160 16,-36-31-160-16,0 0 128 0,0 0-128 0,21 39 0 0,-21-39 0 0,0 0 0 0,1 30 0 0,-4-20 0 16,-1 1 0-16,-2-1 0 0,-1 1 0 0,-1-1-144 15,-1 2 144-15,1-3 0 0,-1-1-224 0,0 2 64 16,1-1 16-16,-2-3 0 0,0 3-48 15,-1-1-16-15,-2-2 0 0,0 0 0 0,0 1-144 0,1-2-32 16,-1 2 0-16,1-3 0 0,0-1 16 0,2 0 0 16,0 0 0-16,1-2 0 0,0 1 368 0,3 1 0 15,-1-3-144-15,3 2 144 0,0-2 0 0,1 1 0 16,2 1 0-16,2-1 0 0,0 0 0 0,2-1 0 16,2 0 0-16,1 0 0 0,2 0 0 15,-8 0 176-15,0 0-48 0,35 0-128 0,-35 0 544 0,28 0 0 0,-28 0 0 16,31-1 0-16,-31 1-192 0,33-1-32 0,-33 1-16 15,33-3 0 1,-33 3-48-16,31-5-16 0,-31 5 0 0,32-4 0 16,-18 2-112-16,-1-1-128 0,0-1 176 0,-1 1-176 0,0-2 0 0,-1-2 0 0,-1 3 0 0,0-2 0 31,0 2-1024-31,-1-3-272 0</inkml:trace>
  <inkml:trace contextRef="#ctx0" brushRef="#br0" timeOffset="-24260.96">6717 9666 10127 0,'2'-3'896'0,"0"-2"-704"15,0 3-192-15,-1 1 0 0,0 1 1376 0,0-1 240 16,0-4 48-16,2 0 16 0,0-2-16 0,-1 0-16 16,-1 2 0-16,-1 0 0 0,-2 2-304 0,-2 2-64 0,1 1-16 0,-4 1 0 15,0 2-352-15,-2 0-64 0,0 2-16 0,0 2 0 16,-1 0-480-16,0 0-96 0,1 2-32 0,0 1 0 16,-2 2 704-16,2 0 144 0,1 2 16 0,0 0 16 31,3 0-1680-31,0 1-352 0,2 2-64 0,2-1-16 0,0-2 832 0,1 0 176 0,0-14 0 0,0 0 0 15,12 36 0-15,-12-36 0 0,0 0 0 0,0 0 0 16,37 16 0-16,-37-16 0 0,25-2 0 0,-12 0 0 16,0-5 0-16,0 0-192 0,1-1 48 0,0-3-8944 15,0 1-1776-15</inkml:trace>
  <inkml:trace contextRef="#ctx0" brushRef="#br0" timeOffset="-24062.84">6936 9628 14623 0,'2'-2'320'0,"-1"-1"64"0,2 1 0 0,-1-1 48 0,-1 2-432 0,0 0 0 15,1 1 0-15,1-2 0 0,2-1 3008 0,0-2 528 16,3 1 112-16,-2-1 0 0,1 0-1408 0,1 1-272 16,-1-1-64-16,0 2-16 0,-1-1-1248 0,1 1-256 15,0 1-64-15,0 2 0 0,-2 0-320 0,0 2-128 16,0-2 0-16,-2 1 0 15,0 3-1664-15,-2-2-320 0,0 5-64 0,-3-2-11328 0</inkml:trace>
  <inkml:trace contextRef="#ctx0" brushRef="#br0" timeOffset="-23899.93">6982 9701 6447 0,'-1'0'272'0,"0"0"80"0,1 0-352 0,-1 0 0 0,1 0 0 0,0 0 0 15,0 1 1824-15,0-1 288 0,0 2 64 0,-1 1 16 16,0 0 288-16,0 2 48 0,-1 0 16 0,0 2 0 15,0 0-1184-15,1-1-224 0,-1 2-48 0,0 0-16 16,1-1-832-16,1 1-240 0,0-2 0 0,2-1-8032 16,0-1-1696-16</inkml:trace>
  <inkml:trace contextRef="#ctx0" brushRef="#br0" timeOffset="-23560.13">7067 9696 3679 0,'1'0'320'0,"-1"0"-320"15,1 0 0-15,-1 0 0 0,1 0 1872 0,0-2 304 16,0 2 64-16,2 0 16 0,2-4 160 0,0 1 16 16,2-2 16-16,0 1 0 0,2-1-976 0,-1 1-192 15,1 1-32-15,1-2-16 0,0 2-528 0,-1-1-128 16,1 2 0-16,-1 1-16 0,-9 1-368 0,0 0-64 16,0 0 0-16,0 0-128 0,0 0 0 0,33 30 0 15,-33-30 0-15,0 0 0 0,3 32 0 0,-3-32 0 16,-3 20 0-16,1-11 0 0,0 2-128 0,-1-3-96 15,-1 2-16-15,0-2 0 0,1-1 240 0,0-1 0 16,1-2-160-16,0-1 160 0,0-2 128 0,2-1 112 16,-1-1 16-16,2 0 0 0,1-3 512 0,0-3 128 15,1 0 0-15,0-2 16 0,3-1-208 0,-1 0-32 16,1-2-16-16,2 1 0 0,1-2-448 0,0 0-80 0,2 0-128 0,-1-1 176 16,1 2-176-16,-1 0 0 0,0 1 0 0,-1 1 0 31,0 3-688-31,0 0-16 0,-1 2 0 0,0 0 0 15,0 3-1312-15,-2-2-272 0</inkml:trace>
  <inkml:trace contextRef="#ctx0" brushRef="#br0" timeOffset="-22589.14">7507 9646 11967 0,'0'-3'1072'0,"0"2"-864"16,1-1-208-16,-1 2 0 0,0-2 2016 0,-1 1 352 0,1-3 80 0,0-1 16 15,-1-2-384-15,0 2-80 0,-2-3-16 0,0 2 0 16,0 3-992-16,-1-2-208 0,-1 5-32 0,-1-2-16 16,1 4-336-16,-2 1-64 0,0 4-16 0,-1-2 0 15,-1 3-192-15,1 0-128 0,1 4 128 0,-2-2-128 16,2 1 0-16,0 1 0 0,3-1-192 0,-1 0 64 16,2 1 128-16,1 0 0 15,2-12 0-15,-1 23 0 0,1-23 192 0,0 0 32 16,0 0 0-16,14 35 0 0,-14-35 112 0,0 0 32 0,0 0 0 0,36 15 0 0,-36-15-368 0,0 0 144 15,33-2-144-15,-21-1 0 0,-2 1 128 0,1-2-128 16,0 0 0-16,0 0 0 16,0-1-320-16,0-2-112 0,1 0-16 0,0 1-16 15,0-3-1168-15,0 1-224 0,0 0-64 0,-3-1 0 16,1 2-128-16,-3-3-16 0,0 5-16 0,-2-3 0 16,1 2 1312-16,-2-1 256 0,-1 2 48 0,0 0 16 0,-2 2 448 0,0 0 256 15,0 2-16-15,-1-1-16 0,-1 0 944 0,0 2 192 16,-1 2 48-16,1-2 0 0,-1 2-96 0,1 1-16 15,0-1 0-15,0 0 0 16,0 1-160-16,0 0-48 0,0 1 0 0,0-2 0 16,0 3-224-16,-1-2-48 0,1 1-16 0,0 1 0 15,-1 0-224-15,1 2-32 0,0 0-16 0,0 0 0 16,0 0-80-16,0 0 0 0,1-1-16 0,0 0 0 0,1 1-96 0,-1-7-16 16,0 0 0-16,0 0 0 0,0 0-192 15,0 0-128-15,0 0 128 0,0 0-128 0,0 0 0 0,43 12 0 16,-32-19 0-16,-1-2 0 0,0 0 0 0,0-1 0 15,0 0 0-15,1 1-128 16,-2-1-416-16,-1 1-80 0,0 2-16 0,-2 1 0 16,0 0 32-16,-2 1 0 0,1 0 0 0,-2 3 0 0,-1-1 448 0,0-1 160 15,-1 3 0-15,-1-1-144 0,0 2 144 0,0 0 0 16,-1 0 0-16,0 0 0 0,1 2 128 0,-1-1 16 0,0 1 0 16,-1 0 0-16,1 1 304 0,0-2 48 0,0 2 16 0,0-2 0 15,0 3-80-15,0-1-16 0,0-1 0 16,1 0 0-16,0 1-112 0,0 0-32 0,0 1 0 15,0 0 0-15,0-1-16 0,2 2-16 0,0-1 0 0,0 1 0 16,0 0-16-16,0-1 0 0,0 1 0 16,0 0 0-16,2-3-96 0,-1 1-128 0,1-1 176 0,1 1-176 15,1-3 128-15,-1-2-128 0,2 1 0 0,-1-3 0 16,1 1 0-16,1-2 0 0,0-2 0 0,1 1 0 16,0 0 0-16,-1-1 0 0,2-2 0 0,-1 1 0 15,0-1 0-15,-1 2-176 0,0 0 32 0,-1 0 0 16,1-2-576-16,-3 2-112 0,1 1-32 0,-2 2 0 15,0-1-384-15,0 2-80 0,-1 0-16 0,-2 0 0 16,1 1 192-16,0-1 48 0,0 1 0 0,0-2 0 16,0 0 240-16,0-1 48 0,-1 1 16 0,1-3 0 15,0 0 176 1,0-3 48-16,0 4 0 0,0-2 0 0,0-2 416 0,0 1 160 0,0 2 0 0,0-3-144 0,0 3 144 0,-1-1 0 16,0-1 128-16,1 3-128 0,-1 1 336 0,-1 2 0 15,0 1 0-15,0 2 0 0,0 2 912 16,0 3 176-16,0 0 48 0,0 0 0 0,-1 4-192 0,0 1-16 15,1-10-16-15,-2 26 0 0,2-26-464 0,-2 30-80 16,2-30-32-16,0 29 0 0,0-29-272 0,1 27-48 0,-1-27-16 0,0 0 0 16,4 35-64-16,-4-35-16 0,0 0 0 15,5 33 0-15,-5-33-256 0,0 0 128 0,0 0-128 0,0 0 0 16,0 0 0-16,19 33 0 0,-16-31 0 16,0-1 0-16,2-2-832 0,-1-1-160 15,-1-3-32-15,1 1-15232 0</inkml:trace>
  <inkml:trace contextRef="#ctx0" brushRef="#br0" timeOffset="-22414.42">7990 9331 17503 0,'-5'3'768'0,"2"-1"176"0,2 0-752 0,0-1-192 16,1 3 0-16,1-3 0 15,0 3 1904-15,0 0 336 0,-1-4 80 0,0 0 16 0,0 0-288 0,21 41-64 16,-21-41-16-16,0 0 0 15,0 0-1424-15,34 31-288 0,-34-31-48 0,0 0-15056 0</inkml:trace>
  <inkml:trace contextRef="#ctx0" brushRef="#br0" timeOffset="-22131.07">8352 9416 22111 0,'-5'-2'976'0,"1"1"208"15,1 1-944-15,1 0-240 16,1 0 0-16,1 1 0 0,-1 1 1728 0,-2 1 288 16,-1 0 64-16,-1 3 16 0,1 4-736 0,-2 2-144 0,2 0-16 0,-1 4-16 0,1 3-368 15,1 3-80-15,2 3-16 0,-2 2 0 0,2 1-336 0,-1 1-64 16,0-1 0-16,1 0-16 15,2 1-112-15,-1-29-32 0,4 52 0 0,-4-52 0 16,5 45-160-16,-5-45 0 0,0 0-160 0,13 45 160 16,-13-45-1312-16,0 0-160 0,0 0-48 0,0 0 0 15,0 0-544-15,31 1-112 0</inkml:trace>
  <inkml:trace contextRef="#ctx0" brushRef="#br0" timeOffset="-21941.02">8144 9623 14735 0,'-8'5'640'0,"4"-3"160"0,1-2-640 0,2 2-160 0,1-2 0 0,2 0 0 15,0 0 2624-15,1 0 480 0,5 0 96 16,-8 0 32-16,28-2-336 0,-9 0-64 0,4-3-16 0,0-1 0 16,2 1-1632-16,1-1-336 0,0 2-64 0,-1-4-16 15,-1 4-560-15,-3-1-208 0,0-2 144 0,-1 2-144 16,-3 0-576-16,-1 3-192 0,-16 2-32 0,30-4-15952 15</inkml:trace>
  <inkml:trace contextRef="#ctx0" brushRef="#br0" timeOffset="-21626.99">8601 9531 11055 0,'-4'-1'480'0,"1"1"112"0,1-2-464 0,1 2-128 16,0-1 0-16,-1 1 0 0,0 0 2400 0,-1 0 464 16,-2 1 80-16,-3-1 32 0,0 3-528 0,-2 1-96 0,-1 1-32 15,1-1 0-15,0 2-784 0,1 0-176 0,0 2-16 0,2-3-16 16,1 4-480-16,2-4-80 0,1 2-32 0,2 0 0 16,1-7-288-16,0 0-48 0,0 0-16 0,0 0 0 15,21 35-160-15,-21-35-32 0,0 0-16 0,32 27 0 16,-32-27-32-16,0 0 0 0,36 31 0 0,-36-31 0 15,0 0-144-15,33 35 128 0,-33-35-128 0,0 0 128 16,0 0-128-16,27 31 0 0,-25-27 0 0,-1-1 0 16,-3 2 224-16,-1-3-32 0,-2-1-16 0,-2 0 0 15,-5-1-176-15,-1-1 128 0,-3 0-128 0,-3-1 128 16,-1-1-128-16,-2 1 0 0,-3-1 0 0,0 3-18368 16</inkml:trace>
  <inkml:trace contextRef="#ctx0" brushRef="#br0" timeOffset="-12775.87">9434 8418 9215 0,'-1'1'816'16,"1"-1"-656"-16,0 0-160 0,1-1 0 15,-1 1 736-15,1 0 112 0,0-2 32 0,0 0 0 0,2-1 400 0,2-4 96 16,-1 0 16-16,3 0 0 0,-1-3-288 0,1 1-48 16,-1-2-16-16,0 1 0 0,0-1-288 0,-1 0-64 15,0 0-16-15,-3 1 0 16,1 1-256-16,-2-1-48 0,0 0-16 0,-2 4 0 0,0-2-96 0,-2 4-32 15,-3-3 0-15,-1 3 0 0,-2 1 96 0,-2 0 0 16,0 3 16-16,-1 0 0 0,-2 0-32 0,2 2-16 0,0 1 0 0,2-2 0 16,0 2-160-16,2 0-128 0,0-1 144 0,-1 1-144 15,3 1 0-15,0-2 0 0,1 2 0 0,0 0 0 16,1 0 0-16,1 1 0 0,0-1 0 0,1 2 0 16,0-1 0-16,0 1 0 0,2 2 0 0,-1-1 0 15,1 2 0-15,1 1 144 0,0 0-144 0,1 1 128 16,0-1 48-16,1 1 0 0,-3-11 0 0,0 0 0 15,0 0-48-15,0 0 0 0,21 41 0 0,-14-36 0 16,-2-2-128-16,3-2 0 0,-1 1 0 0,0-4 128 16,2 0 144-16,-1-2 32 0,0 1 0 0,2-4 0 15,-1 2 32-15,1-2 16 0,-1 0 0 0,1-2 0 0,-1 1-64 0,-1 1-16 16,-1 1 0-16,-2 1 0 0,0 0-272 0,-2 1 160 16,-1 1-160-16,-2 2 128 0,0-1-128 0,-1 2 0 15,0 0 0-15,-1 2 0 0,0 1 0 0,-2-2 0 16,2 2 0-16,-2 0 0 0,1 2 0 0,0-2 0 15,0 0 128-15,0 1-128 0,1 0 128 0,-1-2 0 16,1 3 0-16,1-3 0 16,-1 1 32-16,0-1 0 0,1-2 0 0,1 0 0 15,-1 0 48-15,1 0 16 0,0 2 0 0,0-2 0 16,0 0-16-16,0 0 0 0,1 0 0 0,-1 1 0 16,1-1-48-16,0 0-16 0,-1 2 0 0,1-2 0 0,-1 2-16 0,0-2-128 15,0 1 192-15,0 1-64 0,0-2 0 0,-1 0 0 16,1 2 0-16,0-2 0 0,-1 1 0 0,0 0 0 15,1-1 0-15,-1 0 0 0,1 0 16 0,-1 0 0 16,1 0 0-16,0 0 0 0,0 0-144 0,-1 0 192 16,1 0-192-16,0 0 192 0,0 0-192 0,1 0 128 15,-1 0-128-15,0 0 128 0,0 0-128 0,0 0 0 0,0 2 0 0,0-2 0 16,0 1 0-16,0 1 0 0,-1 0 128 0,1-2-128 16,-1 3 0-16,0-2 0 0,0 0 144 0,0 1-144 15,0-2 128-15,1 1-128 16,-1 1 160-16,0-2-160 0,1 0 192 0,-1 2-64 0,1-2-128 0,-1 1 192 15,1-1-192-15,-1 2 176 0,1-2-176 16,-1 0 160-16,1 0-160 0,0 0 128 0,-1 0-128 0,1 0 128 16,-1 0-128-16,1 2 0 0,-1-2 0 0,1 0 128 15,-1 0-128-15,0 0 0 0,0 0 0 0,1 0 128 16,-2 1-128-16,1 0 128 0,-1 1-128 0,0 1 128 16,0 0-128-16,-1 1 0 0,2 4 0 0,-3 1 128 0,0 2-128 0,-1 4 0 15,1 4 0-15,-2 2 128 0,1 3-128 0,-1 4 0 16,0 1 0-16,-1 4 0 0,-1 5 0 0,-1 5 0 15,-1 4 0-15,2-2 0 0,0-6 0 0,2-4 0 16,1-5 0-16,3-4-18176 16</inkml:trace>
  <inkml:trace contextRef="#ctx0" brushRef="#br0" timeOffset="-9763.51">9182 9649 2751 0,'-1'-3'256'0,"1"3"-256"0,0-2 0 0,0 2 0 0,0-1 752 0,0 0 96 16,2-1 32-16,-1 0 0 0,0-1 576 0,0 0 112 15,1 1 32-15,-1-3 0 0,1 3-128 0,-1-1-32 16,0 1 0-16,0 0 0 0,0 0-336 0,-1-1-64 15,1 1-16-15,0-1 0 0,1 1-320 0,-1-3-64 16,0 0 0-16,0-1-16 0,-1-2-160 0,1 1-16 16,0 0-16-16,-2 0 0 0,1 0 16 0,-2-1 0 15,0 2 0-15,0 1 0 0,-1 0 16 0,1 0 16 16,-2 3 0-16,0-1 0 0,0 1-96 0,1 2 0 16,-2 0-16-16,1 0 0 0,0 2-112 0,0 1 0 15,-1 2-16-15,1-1 0 0,-1 2-64 0,0 2-16 0,-1 1 0 0,0 2 0 16,1-1-160-16,-2 1 0 0,1-1 0 0,0 1 0 15,1-1 0-15,-1 2 0 0,2-2 0 0,-1 1-176 16,0-2 176-16,3 1 0 0,-1 0 0 0,0-3 0 16,1 2 0-16,1-2 0 0,0 0 0 0,1-2 0 15,0 2 0-15,1-2 0 0,0 0 128 0,0-1-128 16,1 1 0-16,1-2 144 0,-1 1-144 0,1-1 0 16,1-1 192-16,0 0-64 0,0 1 0 0,2-2-128 15,-1 0 128-15,2-1-128 0,-1 0 0 0,1-2 0 16,0-1 176-16,1-1-176 0,0-1 160 0,2-5-160 15,0 1 176-15,1-3-176 0,0 0 192 0,0-2-192 16,-1-1 176-16,0-1-176 0,1 2 160 0,-2-2-160 0,-1 1 0 0,0 1 0 16,-1 0 0-16,-1-1 0 15,0 1 0-15,0 0 0 0,-3 0 0 0,0 0-160 0,0 0 160 0,-1 1 0 16,0 2-144-16,-1-3 144 0,-1 2-304 0,1-2 16 16,-1 2 0-16,0-2 0 0,0 1 48 0,0-3 16 15,1 1 0-15,-1-1 0 0,0-1 224 0,0 0 0 16,0 1 0-16,0 2-144 0,1 2 144 0,-1 2 0 15,1 1 0-15,0 3 0 0,-1 3 0 0,1 1 0 16,-1 4 192-16,1 0-64 0,-1 3 192 0,0 4 64 16,-1 3 0-16,0 1 0 0,0 2 112 0,-1 2 16 15,0 2 16-15,2-3 0 16,-2 1-1088-16,0 2-208 0,0 3-64 0,-1-1 0 0,1 2 1552 0,0 1 304 16,2 0 64-16,-2-3 16 0,0 1-864 0,0-1-240 15,1-4 0-15,0 2 0 0,-1-3 0 0,0-1 0 0,1-1 0 0,1-2 0 16,0 1 0-16,0-3 0 15,0 0 0-15,1-1 0 0,1-3 0 0,0 0 0 0,1-1 0 0,0-3 0 32,0 0-448-32,1-2 16 0,1-2 16 0,1-2-14320 0</inkml:trace>
  <inkml:trace contextRef="#ctx0" brushRef="#br0" timeOffset="-9434.37">9535 9485 12895 0,'-5'-1'576'0,"2"0"112"16,0 1-560-16,1 0-128 0,0 0 0 0,1 0 0 15,-1 2 1456-15,-2 1 256 0,0 1 48 0,-3 6 16 0,0 2 48 0,-1 4 16 16,0 3 0-16,2 3 0 16,0-1-496-16,2 1-80 0,1-1-32 0,1-2 0 0,2-1-656 0,0-18-144 15,5 32-32-15,-5-32 0 0,0 0-192 0,0 0-32 16,0 0-16-16,38 30 0 0,-27-32 32 0,2-5 16 15,1 0 0-15,0-4 0 0,1-2 128 0,0-1 32 16,0-2 0-16,-2 1 0 0,-2-2-368 0,0 1 144 0,-2 0-144 0,0-1 0 16,-3 2 128-16,-3 0-128 0,-2 2 0 0,-4 3 0 15,-2 1 128-15,-2 2-128 0,-3 0 192 0,-2 2-192 16,-2 3 272-16,-2 2-48 0,0 2-16 0,1 0 0 16,-1 3 64-16,2 2 16 0,-1 0 0 0,4 0 0 15,2 1-288-15,2-1 160 0,3 1-160 0,3-2-10880 16,2 1-2240-16</inkml:trace>
  <inkml:trace contextRef="#ctx0" brushRef="#br0" timeOffset="-8631.75">10113 9457 12895 0,'-1'-3'1152'0,"0"1"-928"0,1 2-224 0,-1-1 0 16,1 1 1264-16,-1 0 208 0,0-1 32 0,-1-1 16 0,0 0 304 0,-1 1 64 15,2 1 16-15,-2 3 0 16,0 1-464-16,0 3-96 0,0 5 0 0,0 0-16 0,-1 5-480 0,0-1-80 16,0 6-32-16,0-1 0 0,0 0-448 0,0-2-96 15,0-1 0-15,0-3-16 0,0-1-176 0,2-4 0 16,-1 0 0-16,1-4 0 0,1 0 128 0,0-3-128 16,1-2 0-16,0-1 128 0,0-2 16 0,1-3 0 15,1 0 0-15,0-4 0 0,2-1 48 0,-1-1 16 0,2-4 0 0,0 1 0 16,-1-2-208-16,1 0 176 0,-1 1-176 0,1-2 160 15,0 0-160-15,-1 2 0 0,0 0 144 0,1-1-144 16,-2 3 144-16,2 1-144 0,0 1 192 0,0 3-192 16,0 2 288-16,0 3-48 0,0 1-16 0,0 2 0 15,-1 4 16-15,-4-4 0 0,0 0 0 0,0 0 0 16,0 0-48-16,23 47-16 0,-23-47 0 0,7 34 0 16,-7-34-176-16,5 39 0 0,-5-39 0 0,3 39 0 15,-3-39 0-15,1 31 0 0,-1-31 0 0,0 0 0 16,2 31 0-16,-1-24 0 0,0-2 0 0,-1-2 0 15,1-2 0-15,0 1 0 0,-1-2 0 0,1 0 0 16,0-2 0-16,0 0-176 0,1 0 48 0,1-3 0 16,3-1-1200-1,1-3-224-15,2 1-48 0,1-2-13440 0</inkml:trace>
  <inkml:trace contextRef="#ctx0" brushRef="#br0" timeOffset="-8349.82">10348 9477 11967 0,'-3'1'528'0,"1"1"112"0,1 1-512 0,-1-1-128 0,1 1 0 0,-1-1 0 16,0 1 1760-16,-1 4 320 0,-1 3 64 0,-4 6 16 0,1 2-112 0,0 2 0 0,2-2-16 0,0 0 0 16,2-2-624-16,3-4-112 0,0-12-16 0,0 0-16 15,0 0-608-15,0 0-112 16,0 0-32-16,35 28 0 0,-25-29-320 0,2-5-64 16,3-1 0-16,1-3-128 0,2-1 144 0,0-1-144 0,-2 0 0 0,1-3 144 15,0 1-144-15,-2-2-192 16,-1 2 32-16,-2 0 16 0,-3 2-96 0,-3 0-16 0,-1 2 0 0,-5 0 0 15,-2 1 256-15,-3 1 0 0,-3 2 0 0,-4 1-144 16,-4 1 144-16,-2 2 0 0,-2 4 0 16,2 1 0-16,0 3 0 0,0 0 0 0,0 2 0 0,1-1 0 15,2 5 0-15,3-4 192 0,3-1-32 0,3 0-16 0,3-3-144 16,3-1-272-16,4 1 64 0,2-4-14272 16</inkml:trace>
  <inkml:trace contextRef="#ctx0" brushRef="#br0" timeOffset="-2495.48">10718 9355 4607 0,'-2'-5'400'0,"1"1"-400"0,0 1 0 0,0 1 0 0,1 0 1360 0,0 1 192 16,0 1 48-16,0-2 0 0,0-2 576 0,0 1 128 15,0-3 32-15,1 0 0 0,1 3-160 0,-1-1-48 16,-1 2 0-16,1-1 0 0,0 1-464 0,-1-1-80 15,1 3-32-15,-1 0 0 0,-1 1-352 0,0 1-80 16,0 0-16-16,-1 3 0 0,0-1-448 0,-1 4-80 16,0 2-32-16,0 4 0 0,-1-3-240 0,2 6-48 15,-2 4-16-15,1 0 0 0,0 5-96 0,1 1-16 16,1-1 0-16,0 0 0 0,2 0-128 0,1-4 192 16,-2-22-192-16,8 37 192 0,-8-37-192 0,0 0 128 15,17 36-128-15,-17-36 128 0,0 0-128 0,0 0 0 16,0 0 0-16,0 0 0 0,40 17 0 0,-35-20 0 15,1 1 0-15,-2-3 0 0,0 2-128 0,-1-1 128 0,0-1 0 0,-1 0 0 16,0 1-464-16,-1 1-32 0,1-2 0 0,-1 1 0 31,1-3-1472-31,-1 2-288 0,0 0-64 0,0 0-7488 0,-1 1-1504 0</inkml:trace>
  <inkml:trace contextRef="#ctx0" brushRef="#br0" timeOffset="-2322.17">10624 9492 7359 0,'-13'-2'320'0,"4"2"80"0,1 0-400 0,1 0 0 15,4 0 0-15,1 0 0 0,-1-1 1664 0,-2 1 240 16,-3 0 48-16,-1-1 16 0,-1-1 736 0,4-1 160 16,2 0 16-16,3-1 16 0,4-1-256 0,2 0-48 0,2 1-16 0,3-3 0 15,3 2-1088-15,4-4-208 0,3 2-64 0,2-1 0 16,1 1-752-16,1 0-144 0,3 0-48 0,-2 0 0 16,-4 2-272-16,3 0 0 0,2 1 0 0,-1-1 0 15,-25 5-256-15,46-4-96 0,-46 4-32 0,46-1-16784 16</inkml:trace>
  <inkml:trace contextRef="#ctx0" brushRef="#br0" timeOffset="-1297.73">11429 9395 13823 0,'0'-5'1216'0,"0"2"-960"0,0 0-256 0,0 3 0 16,0-2 1088-16,0 1 192 0,0-4 16 0,0 1 16 15,0-4 736-15,0 2 160 0,-1 3 32 0,0 0 0 16,-1 4-832-16,0 3-144 0,0 0-48 0,0 4 0 15,0 1-528-15,1 3-112 0,-2 3-32 0,1 1 0 16,-1 3-288-16,0 1-48 0,0 0-16 0,-1 2 0 16,1-1-192-16,0 1 0 0,0-1 128 0,-1-4-128 15,1-1 0-15,1-3 0 0,2-13 128 0,0 0-128 16,0 0 128-16,0 0 0 0,0 0-128 0,0 0 192 16,0 0 64-16,0 0 16 0,0 0 0 0,0 0 0 0,0 0-80 0,0 0 0 15,26-7-16-15,-22-1 0 0,0 2-176 0,-1-2 0 16,1 1 144-16,0-1-144 0,0 1 0 0,2-2 0 15,0-2 0-15,0 0 0 0,0 0 0 0,1-2 0 0,0-1 0 16,1-2 0-16,0 2 0 16,1-3 0-16,-1 1 0 0,0 3 0 0,0 0 0 0,-1 3 0 0,1-1 0 0,-2 3 0 15,1 1 0-15,-4 2 0 0,1 4 0 0,-2 0 0 16,-1 3 0-16,-2 1 0 16,0 4 0-16,-1 2 128 0,-2 3-128 0,2 3 0 0,-3 2 128 0,1 3-128 15,0-1 192-15,2 0-48 0,-2 0 0 0,2 2 0 16,1-3-144-16,1-18 192 0,1 30-192 0,-1-30 192 15,0 0-192-15,0 0 128 0,0 0-128 0,0 0 128 16,0 0 48-16,0 0 0 0,38 17 0 0,-29-27 0 0,1-2 272 16,0-2 48-16,0-2 16 0,0 1 0 0,1-4-320 0,1 3-48 15,-3 1-16 1,0-2 0-16,0 1-128 0,-1 2 0 0,-2 2 0 0,0 0 0 16,-1 2 0-16,-2 1 0 0,-1 3 0 0,0 3 0 15,-2 0-512 1,0 1-96-16,-1 2-16 0,-1 0-16656 0</inkml:trace>
  <inkml:trace contextRef="#ctx0" brushRef="#br0" timeOffset="-659.73">11747 9417 7359 0,'-3'0'656'0,"1"-1"-528"15,0 1-128-15,1-2 0 0,0 2 1504 0,1 0 272 0,-1-1 48 0,0 0 16 16,0 1 464-16,0-2 80 0,0 0 32 0,-1 1 0 15,0 1-848-15,2 3-160 16,-1-1-48-16,0 0 0 0,1 3-576 0,0 2-112 16,-1 3-32-16,1-10 0 0,-1 21-80 0,1-21-32 15,-1 29 0-15,1-29 0 0,0 32-224 0,0-32-48 16,1 32-16-16,-1-32 0 0,2 30-48 0,-2-30 0 16,0 0 0-16,0 0 0 0,0 0-192 0,23 32 176 15,-23-32-176-15,0 0 160 0,24-7-160 0,-14 1 0 16,-1-2 0-16,0-3 0 0,1-1 0 0,-1-2 0 15,-2 2 0-15,2-2 0 16,-3 0-448-16,0-2-32 0,-2 2 0 0,-2 1 0 0,-2 1 112 0,-2 3 32 16,-2-1 0-16,-1 1 0 0,0 4 336 0,-1-1 0 0,-2 2 160 15,-2 1-160-15,0 2 352 0,-1 2-32 16,-1 2-16-16,0 1 0 0,1 2 16 0,0 1 0 0,3 0 0 16,0 1 0-16,-1-2-64 0,3 2 0 0,0 1 0 0,3-2 0 15,0 0-112-15,1 0-16 0,2-2-128 0,1-2 192 16,2-3-192-16,0 0 0 0,3-2 0 0,0-1 0 15,0 0 0-15,2-1 0 0,1-1 0 0,1-1-160 16,0 0-272-16,0-3-48 0,1 1-16 0,0-1 0 16,-2 4-592-16,0-2-128 0,1 0-32 0,0 1 0 15,-1 2 336-15,1-2 64 16,0 1 16-16,1 0 0 0,-1 1 560 0,-1 1 112 0,0 0 32 0,0 1 0 0,-1 2 256 0,-8 0 48 16,0 0 16-16,0 0 0 0,0 0 704 0,0 0 160 15,36 10 32-15,-32-8 0 0,-1 0-64 0,-1 3-16 16,0 0 0-16,-1-1 0 0,1 0-496 0,-2 2-80 15,0 2-32-15,-1 0 0 0,1-8-112 0,0 0-32 16,-3 32 0-16,2-18 0 0,-1 0-96 0,0 0-32 16,-1 0 0-16,0 0 0 0,1-2 64 0,0 0 16 0,-1-1 0 0,1-2 0 15,1-3 240-15,0-1 32 0,1-2 16 0,0-3 0 16,1 0-96-16,0-2-16 16,1-1 0-16,-1-2 0 0,2 1-112 0,-1-4-16 0,3 1-16 0,-1-4 0 15,1-2-240-15,1 0 144 0,0 0-144 0,2-1 128 16,0 2-128-16,0-2 0 0,1-2 0 0,0 1 0 15,0 1 0-15,1-3 0 0,0 3 0 16,0-2 0-16,0 1-928 0,-1 3-112 0,2 0-32 0,-2 1-15856 16</inkml:trace>
  <inkml:trace contextRef="#ctx0" brushRef="#br0" timeOffset="-398.24">12263 9215 4607 0,'1'-7'192'0,"-1"2"64"0,1 0-256 0,-1 2 0 0,1 2 0 0,-1 1 0 15,0 0 2416-15,0-2 432 0,0 2 96 0,-1 0 0 0,0 4 80 0,-1 1 16 0,0 4 0 0,0 3 0 16,-1 2-1408-16,-1 3-288 0,1 4-48 0,0 1-16 16,0-4-416-16,-1 4-96 0,0 4 0 0,-1 2-16 15,0 3-32-15,2 0 0 16,-1 0 0-16,1 0 0 0,1-1-128 0,1-3-16 15,2-1-16-15,-1-26 0 0,3 41-560 0,-3-41 0 0,6 34 0 0,-6-34-11200 16,0 0-2336-16</inkml:trace>
  <inkml:trace contextRef="#ctx0" brushRef="#br0" timeOffset="-98.46">12458 9364 17439 0,'0'-3'384'0,"0"2"64"0,0-1 32 0,0 2 32 0,0 0-512 0,0 0 0 0,-1 2 0 0,-1-1 0 0,0 0 2560 0,-1 2 400 31,-1 1 96-31,-2 1 16 0,1-1-1424 0,-1-1-288 0,0 0-48 0,-1 1-16 16,0-2-368-16,-1 1-80 16,0 0-16-16,-1 1 0 0,0-2-384 0,0 1-64 0,-2 0-32 15,-1 2 0-15,-1 1-208 0,0-1-144 0,-1 2 192 0,0 0-192 16,3-2 0-16,1 2 0 0,1-2 0 0,2 0 0 15,1-1 288-15,2 1-48 0,1 0-16 0,2-3 0 16,0 2 32-16,2-1 16 0,1-2 0 0,1 1 0 16,1 0-64-16,2-2-16 0,-6 0 0 0,0 0 0 15,29 0 32-15,-29 0 0 0,28-2 0 0,-28 2 0 16,32-1-80-16,-32 1-16 0,35 3 0 0,-35-3 0 16,36 2-128-16,-36-2 0 0,34 7 0 0,-34-7 128 15,34 9-128-15,-34-9 0 0,0 0 0 0,46 17-18480 16</inkml:trace>
  <inkml:trace contextRef="#ctx0" brushRef="#br0" timeOffset="2042.52">12916 9440 911 0,'-5'2'0'0,"2"-2"0"0,0 0 0 0,0 1 0 0,2-1 688 0,0 0 48 16,-1 2 16-16,0-2 0 0,-2 0 784 0,-1-2 176 15,0 2 16-15,-1 0 16 0,3 0-16 0,1 0 0 16,0-1 0-16,2-1 0 0,0 1 32 0,2 0 0 0,-1-1 0 0,3-1 0 16,1 1-464-16,0-1-80 0,2 1-32 0,0 0 0 15,1 0-464-15,1 0-80 0,2 1-32 0,0-2 0 16,0 1-32-16,2 2-16 0,2-1 0 0,2 0 0 15,1 1 80-15,2-2 0 0,-20 2 16 0,44 0 0 16,-21 0-208-16,0-2-32 0,1 1-16 0,0-1 0 16,0 2-96-16,-1-5-32 0,1 3 0 0,-1-3 0 15,-2 0-16-15,0-1-16 0,2-1 0 0,-3-1 0 16,1 1-16-16,-1-1 0 0,-2 2 0 0,-1 1 0 16,-1 0-224-16,-2 1 0 0,-2 1 0 15,-2 3 0 1,-2-2-560-16,-2 4-48 0,-1 0-16 0,-3 1-10048 15,0-1-2000-15</inkml:trace>
  <inkml:trace contextRef="#ctx0" brushRef="#br0" timeOffset="2398.16">13310 9236 6447 0,'-2'-4'272'0,"1"1"80"16,0-1-352-16,0 3 0 0,1-1 0 0,0 2 0 16,0-1 1520-16,-1 0 224 0,0 1 48 0,1-2 16 0,-1 0 208 0,1 4 32 0,1 0 16 0,1 0 0 15,-2-2-128-15,0 0-16 0,0 0-16 0,0 0 0 16,38 24-176-16,-38-24-48 0,0 0 0 0,45 13 0 16,-45-13-624-16,37 9-128 0,-37-9-32 0,38 9 0 15,-38-9-496-15,39 9-96 0,-39-9-32 0,37 7 0 16,-37-7-144-16,33 10-128 0,-33-10 144 0,0 0-144 15,37 14 144-15,-37-14-144 0,0 0 128 0,0 0-128 16,0 0 144-16,16 36-144 0,-22-27 160 0,-2 3-160 16,-3 1 128-16,-4 0-128 0,-3 3 0 0,1-3 0 15,0 0 160-15,-4 4-160 16,-2 2 160-16,-2 0-160 0,-2 2 160 0,2-1-160 0,2-4 160 0,4-2-160 0,3-3 0 0,3-2-192 16,4-2 16-16,3 2-16976 15</inkml:trace>
  <inkml:trace contextRef="#ctx0" brushRef="#br0" timeOffset="113062.65">14083 9293 2751 0,'-2'0'256'0,"1"0"-256"15,1 1 0-15,0-1 0 0,0 0 640 0,0 0 64 0,-1 0 32 0,0 0 0 16,-1 0 176-16,1 0 48 16,0 0 0-16,0-1 0 15,2 1 192-15,-1-2 64 0,1 2 0 0,0-2 0 0,1 1-80 0,0-1-16 16,0 1 0-16,1 0 0 0,-1-3-112 0,2 3-32 16,1-3 0-16,0 1 0 0,2 1-208 0,0-3-64 15,3-2 0-15,0 2 0 0,0-1-64 0,2 0 0 16,2-1-16-16,0 2 0 0,0 0-208 0,0-1-32 15,0 1-16-15,-1 0 0 0,0 1-176 0,0 1-48 16,-1-2 0-16,0 3 0 0,0 2-16 0,-2-2-128 16,1 2 192-16,-11 0-64 0,0 0 64 0,0 0 16 15,35 14 0-15,-35-14 0 0,0 0 0 0,0 0 0 16,0 0 0-16,0 0 0 0,26 40-32 0,-25-33-16 16,-1 0 0-16,-2 0 0 0,1 0 16 0,-2-1 0 0,-1 2 0 15,-1-2 0-15,0 3 16 0,-3-2 16 0,1 0 0 0,-1-1 0 16,-2 2-32-16,-1-1-16 0,0 1 0 0,-1 1 0 15,1-2-160-15,-2 1 160 0,-1 1-160 0,1 0 160 0,1 1-160 0,1-3 0 16,1 0 0-16,-1-2 0 0,4 2 0 0,-1-5 0 16,2 3 0-16,1-3 0 0,1 1 0 15,1-3 0-15,0 2-144 0,1-2 144 0,0-2 0 0,2 2 0 0,0-2 0 0,0 1 0 16,0-1 0-16,1 2 0 16,1-3 0-16,0 1 0 0,1 0 0 0,0 0 0 0,-1 0 0 0,1 1 0 31,1-2 0-31,1 1 0 0,-1 0 0 0,1 0 0 0,-1-1 0 0,2 1 0 15,1-1 0-15,-1 1 0 0,2 0 0 0,2-1 128 16,1 1-128-16,-1-1 0 0,2-1 384 0,1 2 0 16,1-3-16-16,1 2 0 0,1 1-80 15,-1-3-16-15,2 0 0 0,-1 2 0 16,-1 0-96-16,-1 0-32 0,-1-2 0 0,-1 3 0 0,1 0 0 16,-1-1 0-16,-1 1 0 0,-3-1 0 0,0 1-144 15,-1 2 0-15,-2-2 0 0,0 2 128 0,-1 0-128 0,-1-2 0 16,-1 2 0-16,0-1 0 15,0 1-256-15,-1 0-128 0,0-2-16 0,0 2-9936 16,1-2-1984-16</inkml:trace>
  <inkml:trace contextRef="#ctx0" brushRef="#br0" timeOffset="113689.59">14737 9137 8287 0,'1'-6'368'0,"-1"1"80"0,1 1-448 0,0 2 0 0,0 0 0 0,-1 2 0 16,1-2 1456-16,-1-1 208 0,2-2 32 0,-1-1 16 16,0 1 96-16,-1 1 32 0,0 1 0 0,-1 0 0 15,-1 3-384-15,0 0-80 0,0 0-16 0,-1 3 0 16,0-1-336-16,-2 0-64 0,2 3 0 0,-2 0-16 16,0 0-176-16,0 2-16 0,-1-1-16 0,1 2 0 15,-1-1-160-15,0 0-48 0,1 0 0 0,0 2 0 0,2-1-176 0,-1-3-32 16,1 2-16-16,0-1 0 0,1-1-176 15,1 0-128-15,0 0 192 0,1 0-192 0,1-1 128 16,0-2-128-16,2 2 0 0,2 0 0 0,0-2 176 0,2 0-176 16,-7-2 160-16,0 0-160 0,0 0 256 0,35 13-64 15,-35-13 0-15,0 0 0 0,0 0-192 0,44 22 128 16,-44-22-128-16,0 0 0 0,35 21 128 0,-35-21-128 16,0 0 0-16,0 0 0 0,41 26 0 0,-41-26 128 15,0 0-128-15,0 0 0 0,0 0 0 0,31 37 0 16,-31-37 0-16,0 0 0 0,0 0 128 0,1 35-128 15,-4-26 0-15,-3-1 0 0,-1 0 128 0,-1 1-128 0,-1-1 0 16,-1-2 0-16,-1 2 192 0,-2-2-64 0,1-1-128 0,-1 0 192 16,0-3-16-16,0 0-16 0,-1 1 0 0,0-1 0 15,2-2-160-15,1 0 128 0,-1-2-128 0,3 0 128 16,0-1-128-16,0 1 0 0,2-3 0 0,1 0 128 16,-1 1-128-16,2-4 0 0,3 2 0 0,1-2 0 15,0 1 0-15,2 0 0 0,2 0 0 0,0-2 0 16,3 0 0-16,2 1 0 15,1-2 0-15,2 1 0 0,1 0 0 0,2 1 0 16,1-1 0-16,2-1 0 0,3 1-144 0,0-1 144 0,1-1 0 0,1-1 0 16,-1 0 0-16,-1 0 0 0,0-2 0 0,-2 2 0 0,0-2 0 15,-2 0 0-15,-1 0-128 0,-2 1 128 0,-1 2 0 0,-4-3 0 16,-2 1 0-16,-4 2 0 0,-1 1 0 0,-4 0 0 16,-5 1 0-16,-4 2 0 0,-4-2 0 0,-2 4 0 15,-3 2 0-15,0-1 0 0,-1 1 0 0,-1 3 0 16,4-1 0-16,0 1 0 0,-1 1-128 0,3-1-32 15,4 0 0-15,2 0-11040 16,5 0-2224-16</inkml:trace>
  <inkml:trace contextRef="#ctx0" brushRef="#br0" timeOffset="115325.61">15206 9452 4607 0,'1'-1'400'0,"0"1"-400"16,-1 0 0-16,0-1 0 0,0 1 864 0,1 0 96 15,0 0 0-15,0-2 16 0,0 0 320 0,1 1 64 16,1-2 16-16,-1 1 0 15,0 1 16-15,0 0 0 0,-2 1 0 0,1 0 0 16,0 0-304-16,0 0-64 0,0 0-16 0,0 0 0 16,0 1-240-16,0 0-32 0,0-1-16 0,0 1 0 15,0 0-32-15,0 0-16 0,1 1 0 0,-1 1 0 16,1-1 32-16,0-1 0 0,-1 2 0 0,0 0 0 16,0 0 688-16,-1 1 144 0,0-1 16 0,-1 2 16 15,0 0-1824-15,-2-1-352 0,0 3-80 0,-2-3-16 0,-1 2 704 0,0 0 0 16,-2-1 128-16,-2 1 0 15,1 0-592-15,-1-1-112 0,0 0-32 0,1 0-13344 16</inkml:trace>
  <inkml:trace contextRef="#ctx0" brushRef="#br0" timeOffset="116758.8">15868 9158 3679 0,'0'0'320'0,"-1"0"-320"0,1 0 0 0,0 0 0 16,0 0 912-16,0 0 112 0,0 0 32 0,0 0 0 0,1 0 304 0,-1 0 64 15,1 0 16-15,0 0 0 0,0-1-16 0,1 0 0 16,-1 1 0-16,1 0 0 0,1 0-192 0,-1-2-32 16,1 0-16-16,-1 1 0 0,1 1-192 15,0-2-32-15,1 0-16 0,0 1 0 0,-1 0-304 0,2 0-48 0,0-1-16 0,0-1 0 32,0 1-64-32,0 0-32 0,2 1 0 0,-1-2 0 15,1 2 32-15,0-2 16 0,0 1 0 0,0 0 0 16,1 1-96-16,-2 1-32 0,1-2 0 0,1 2 0 15,-2 2-112-15,2-2-32 0,-3 0 0 0,2 1 0 0,-2 1-64 0,0-1-32 16,0 0 0-16,-2 2 0 0,1-2-160 0,0 0 160 16,0 1-160-16,-2 1 160 0,1-1-160 0,-1 1 0 15,0 0 144-15,-1-1-144 0,0 3 0 0,-1 0 0 16,-1 1 0-16,-1 0 128 0,0 0-128 0,-1 2 0 16,0 0 0-16,-2 0 0 0,1 1 0 0,0-2 0 15,-2 2 0-15,0-1 0 0,1-1 0 0,-2 0 0 16,1 0-144-16,-2 2 144 0,1-3 0 0,0 0-176 15,-2 2 176-15,1-2-128 0,0-1-16 0,-1 0 0 16,1 2 0-16,0-2 0 0,0-1-112 0,1 0 0 16,0 0-16-16,1 0 0 0,1-1 272 0,1 0 0 15,1 1-128-15,1-2 128 0,0 1 0 0,1-1 0 16,2-2 0-16,-1 0 0 0,2 0 0 0,1 0 0 0,-1 0 0 0,3-2 0 16,1 2 0-16,-1-3 0 0,3 1 0 0,-1-2 0 15,1 1 0-15,0-2 144 0,0 3-144 0,0-2 192 16,1 0-32-16,-1 1 0 0,1 0 0 0,0-2 0 15,-1 2-160-15,0 1 0 0,-1 0 0 0,0-1 0 16,0 1 0-16,-1 0 0 0,1 1 0 0,-1-1 0 16,2 1 0-16,-2 0 0 0,0-1 0 0,-1 0 0 15,1 1-576 1,-1-1-112-16,2 0-16 0,-1-1-8784 0,2 3-1776 0</inkml:trace>
  <inkml:trace contextRef="#ctx0" brushRef="#br0" timeOffset="117404.44">16272 9134 6447 0,'0'0'272'0,"0"0"80"0,0 0-352 0,0 0 0 16,1 0 0-16,-1 0 0 0,1 0 1456 0,0 1 208 16,1 1 64-16,0 0 0 0,-2-2 64 0,0 0 0 15,0 0 16-15,0 0 0 0,0 0-352 0,0 0-80 16,34 7-16-16,-27-9 0 0,1 0-224 0,-1-1-48 15,3-2-16-15,-2 1 0 0,1-1-544 0,0-1-96 16,0 0-32-16,0-1 0 0,0 0-400 0,-1 0 128 16,0-1-128-16,0 2 0 0,-1-2 0 0,-1 1 0 15,0-2 0-15,0 0 0 0,-2 1 0 0,-1 0 128 16,0-1-128-16,-1 3 128 0,-1 1 0 0,-2-1-128 16,-1 2 192-16,-1-1-64 0,-1 2 0 0,-1 2-128 0,-1-3 192 15,-1 4-64-15,-1 2 0 0,-1 0 0 0,1 0 0 16,-2 0 0-16,-1 3-128 0,0 0 0 0,-1 0 0 0,0 2 0 15,-1 0 0-15,1 0-176 0,1 3 48 0,1-3 0 16,1 2 128-16,0-1 0 0,2 1-144 0,0 0 144 16,2 1 0-16,0-1 0 0,1-1 0 0,2 1 0 15,2-9 0-15,0 0 0 0,0 0 0 0,0 0 0 16,0 0 0-16,0 0 0 0,0 0 144 0,28 31-144 16,-28-31 224-16,0 0-32 0,0 0 0 0,0 0 0 15,33 9 32-15,-33-9 0 0,0 0 0 0,0 0 0 16,27 0-16-16,-21 0 0 0,0 0 0 0,0-2 0 15,0 2-208-15,-2-2 0 0,2 0 128 0,-1 1-128 16,-2-1 0-16,2 0 144 0,-2 1-144 0,0 0 128 16,-1 0-128-16,-1 1 192 0,1 0-192 0,-2 0 192 0,1 0-48 0,-1 1 0 15,1 0 0-15,-1 1 0 0,0 1 32 0,-1 0 0 16,1 1 0-16,-1-1 0 0,1-3 0 0,0 0 0 16,0 0 0-16,0 0 0 0,-3 31-48 0,3-31-128 15,0 0 192-15,0 0-64 0,-4 30-128 0,4-30 160 16,0 0-160-16,-8 25 160 0,6-16-160 0,-2 2 128 15,-1-1-128-15,1-1 128 0,-2 1-128 0,0 0 0 16,1 1 144-16,-3-1-144 0,2 1 0 0,-1-1 128 16,0-1-128-16,1-1 0 0,-2 2 0 0,1-1 128 15,0 0-128-15,1-2 0 0,1 1 0 0,1-2 0 16,3-1 0-16,0-3 128 0,0 1-432 0,2-2-80 16,0-1 0-16,2-1-15536 0</inkml:trace>
  <inkml:trace contextRef="#ctx0" brushRef="#br0" timeOffset="117758.96">16809 9324 3679 0,'4'-2'320'0,"-1"0"-320"0,1 0 0 0,-3 1 0 0,1 2 2384 0,0 1 416 15,0-2 80-15,0 2 0 0,1 0-144 0,0 1-48 16,-3-3 0-16,0 0 0 16,0 0-1072-16,0 0-208 0,6 37-64 0,-10-27 0 15,0 0-576-15,-3-1-112 0,0 0-16 0,-3 1-16 0,0 0-624 0,-2 1 0 16,0-2 0-16,-1 1-13664 0</inkml:trace>
  <inkml:trace contextRef="#ctx0" brushRef="#br0" timeOffset="118452">17414 9170 4607 0,'3'-5'400'0,"-2"0"-400"0,0 2 0 0,0 0 0 15,0 3 1728-15,-1-2 256 0,-1 1 48 0,1-1 16 16,-1 0 192-16,-1 0 64 0,-1-1 0 0,-1 1 0 15,0 1-1040-15,-1 2-208 0,0 1-32 0,1 0-16 16,-1-1-432-16,1 1-64 0,-1 2-32 0,0 1 0 16,2-1-32-16,-1 1-16 0,-1 0 0 0,1 2 0 15,1 0-32-15,-2 3 0 0,1-1 0 0,0 1 0 16,0-1 48-16,1 1 0 0,1-1 0 0,-1 3 0 16,3-12-32-16,0 0 0 0,0 0 0 0,2 33 0 15,-2-33-112-15,0 0-32 0,0 0 0 0,0 0 0 16,34 12-144-16,-23-14-128 0,0-1 144 0,1-4-144 0,1-2 272 0,0 0-32 15,0-3-16-15,-1 0 0 16,1-2-224-16,-2 2 0 0,-2-3 0 0,-3 1 0 0,0 3 0 0,-4-1 0 16,-1 0 128-16,-2 2-128 0,-2 0 208 0,-3 1 0 15,1 3 0-15,-4 0 0 0,0 1 304 0,-2 3 48 16,-1 0 16-16,-1 0 0 0,2 4-192 0,-1-2-48 16,0 2 0-16,1 3 0 0,-1-2-96 0,3 1-32 15,1 0 0-15,0 1 0 0,3-1-64 0,0 0-16 16,1 0 0-16,4 1 0 0,-1-3-128 0,1 0 0 15,1 1 0-15,3 0 0 0,-4-3 0 0,0 0-192 16,0 0 32-16,0 0-17120 0</inkml:trace>
  <inkml:trace contextRef="#ctx0" brushRef="#br0" timeOffset="119088.71">17707 9120 5519 0,'-4'-1'496'16,"1"1"-496"-16,1 0 0 0,1 0 0 0,0 0 1984 0,-1 0 288 16,-2 0 64-16,0-1 16 0,-3 1-176 0,0 0-16 15,0 0-16-15,3 1 0 0,0-1-896 0,1 0-176 16,1 0-48-16,1 0 0 0,1-1-192 0,0 1-32 15,1-2-16-15,2 0 0 0,0 1 32 0,1-1 0 16,1-1 0-16,1 1 0 0,1-3-176 0,0 1-48 16,1 1 0-16,0 1 0 0,2-3-176 0,-1 0-32 15,1 3-16-15,0-3 0 0,1 1-160 0,-1 1-16 16,0 1-16-16,0-1 0 0,-1 1-16 0,1 0 0 16,-1 1 0-16,-1 1 0 0,-1 0 32 0,-2 0 0 15,-5 0 0-15,0 0 0 0,0 0-64 0,0 0 0 0,0 0 0 16,0 0 0-16,26 36-128 0,-26-36 160 0,0 0-160 0,1 32 160 15,-1-32-160-15,-3 28 0 16,3-28 0-16,-5 30 0 0,5-30 0 0,-7 32 0 0,7-32 0 0,-6 28 0 16,6-28 0-16,-6 23 0 0,6-23 0 0,-5 21 0 15,2-13 0-15,3-8 128 0,0 0-128 0,-6 21 0 16,6-16 144-16,-1-1-144 0,0 1 160 0,0-2-160 16,1-1 320-16,0-2-16 0,0 2-16 0,0-2 0 15,0-2-144-15,1 2-16 16,1-2-128-16,-1-3 192 0,2 2-64 0,0-3-128 0,0 0 176 0,0 0-176 15,1-4 160-15,1 1-160 0,-1-1 128 0,0-2-128 0,0-4 0 0,0 2 0 16,1-1 128-16,1-1-128 0,-2-1 0 0,1 0 0 16,0 2 0-16,-1 0 0 0,2 0 0 0,-1 2 0 15,1 3 0 1,0-1 0-16,2 2 0 0,-1 3 0 0,0-1 0 0,0 2 0 0,0 0 0 0,0 0 0 0,1 1 0 0,1-1 0 16,-1 2 0-16,0 1 0 0,-1-2 0 0,0 3 0 15,0-1 0-15,-2-1 0 0,1 3-128 0,-1 0 128 31,0-2-592-31,-1 2-48 0,1 2-16 0,-2-2 0 0,2 0-1328 16,0 0-256-16,-1 0-48 0,1 0-11936 16</inkml:trace>
  <inkml:trace contextRef="#ctx0" brushRef="#br0" timeOffset="120099.53">18615 8992 5519 0,'-3'-4'496'0,"2"1"-496"15,0-1 0-15,0 1 0 0,1 3 784 0,0 0 64 0,0-2 16 0,0-1 0 16,0-1 704-16,-1 1 144 0,1-1 16 0,-1-2 16 16,1 4-272-16,-1 0-48 0,1 2-16 0,1-2 0 15,0 2-128-15,0 2-48 0,1-2 0 0,1 1 0 16,2 0-416-16,1-1-96 0,2 2-16 0,0-2 0 15,1 0-16-15,1 0-16 16,1 1 0-16,-11-1 0 0,22 3-272 0,-11-1-48 16,-11-2-16-16,0 0 0 0,29 4-160 0,-29-4-48 0,0 0 0 0,0 0 0 15,0 0-128-15,0 0 0 0,33 19 0 0,-33-14 0 0,-1-1 0 16,-1-1 0-16,-2 2 0 0,-2 0 0 0,-1 2 0 0,-2-1 128 16,-2 2-128-16,0-3 128 0,-1 4 32 0,0-2 0 15,-1 0 0-15,0 0 0 0,-1 0-32 0,1-2-128 16,-1 2 192-16,0-2-64 0,1 1-128 0,0-2 128 15,0 3-128-15,1-5 128 16,2 3-128-16,1-3 0 0,2 1 0 0,1-1 0 0,0 0 128 0,3 0-128 16,0-1 0-16,1 1 128 0,0-2-128 0,2 1 0 15,1 0 0-15,1-1 0 0,0 1 0 0,2-1 0 16,-1-1 0-16,2 0 0 0,0 1 0 0,3-1 0 16,0-2 0-16,1 1 0 0,2 1 0 0,0-2 192 0,0 1-192 15,1-1 192-15,-1 1 16 0,2-1 16 0,-1 3 0 16,1 0 0-16,-13 0-64 0,25 0-16 0,-25 0 0 0,24 2 0 15,-24-2-144-15,0 0 128 0,30 10-128 0,-30-10 128 16,0 0-128-16,0 0 0 0,0 0 0 16,0 0 0-16,0 0 0 0,30 28 0 0,-30-28 0 0,0 0 0 15,0 0 128-15,0 0-128 0,0 0 0 0,-9 26 128 16,6-23 112-16,-3 2 16 0,0-1 0 0,-2 2 0 16,0 0 16-16,-1-1 16 15,0 0 0-15,0 0 0 0,0 2-160 0,-2-3-128 0,0 3 192 0,0-2-192 16,-1 0 0-16,1 2 0 0,0-3 0 0,1 2 0 0,0-3 0 15,3 0 0-15,1 0 0 0,3-1 0 0,2-2 0 0,3-2 0 16,1-1-240-16,2-3 80 16,1 1-1616-16,4-2-320 0</inkml:trace>
  <inkml:trace contextRef="#ctx0" brushRef="#br0" timeOffset="120480.18">18908 9084 4607 0,'5'-2'400'0,"-1"0"-400"15,-1 2 0-15,-1-2 0 16,-1 2 1040-16,1-2 128 0,2-1 32 0,4 0 0 0,1-1 288 0,-1-1 64 16,0 2 16-16,-3 0 0 15,-2 2 224-15,-1 1 32 0,-1 0 16 0,-1 0 0 0,-2 2-544 0,-1 0-96 0,0 1-32 0,-2 2 0 16,0-3-464-16,-1 3-80 16,0 0-32-16,0-1 0 0,-1 2-192 0,1 0-32 15,-1 1-16-15,1-2 0 0,-1 2 0 0,2-1 0 0,0 1 0 0,1 1 0 16,0 2 144-16,4-10 16 0,0 0 16 0,-3 31 0 15,3-31-16-15,0 0 0 16,0 0 0-16,0 0 0 0,29 41-80 0,-29-41-32 0,0 0 0 0,35 11 0 0,-35-11-128 16,27-2-16-16,-9-1-16 0,-1-4 0 0,3 0-96 15,-1-3-16 1,2 1 0-16,-2-2 0 0,-1 1-128 0,-1 0 0 0,-1-2 144 0,0 1-144 0,-1 1 0 0,-3-2 0 16,-1 0 0-1,-4 3 0-15,-1-1 0 0,-4 1 0 0,-2 0 0 0,-4 1 0 0,-3 1 144 0,-2 0-144 16,-2 2 192-16,-3-2-192 15,0 5 192-15,-3-3-64 0,-2 5 0 16,-2-2-128-16,-2 4 0 0,0 1 0 16,3-1 0-16,0 0 0 0,5 3-144 0,1-2-48 15,3 1 0-15,2 1-10752 0,4 0-2176 0</inkml:trace>
  <inkml:trace contextRef="#ctx0" brushRef="#br0" timeOffset="121214.2">19990 8997 6447 0,'0'0'576'0,"1"-2"-576"15,0 1 0-15,-1 1 0 0,0 0 1072 0,0-2 96 16,1 1 32-16,0-2 0 0,0 0 1024 0,1-4 208 16,0 2 32-16,0 0 16 0,-1-1-208 0,0 0-32 15,1 2-16-15,0-3 0 0,1 2-736 0,-2 0-144 16,1-2-16-16,-1 3-16 0,0-3-416 0,-2 4-96 16,-1-2-16-16,-2 1 0 0,-1 1-192 0,-1 1-32 15,-2 0-16-15,-3 1 0 0,0 1-208 0,-2 3-32 0,-2-1-16 0,1 3 0 16,-1 2-96-16,-1 0-32 0,-1 2 0 0,1 1 0 15,0 2-160-15,1 1 0 0,1 0 144 0,1 1-144 16,0 3 0-16,2 0 0 0,0 1 0 0,2 2 0 16,1 0 0-16,2 0 0 0,-1 1 0 0,7-21 0 15,-6 43 0-15,6-43 0 0,2 35 0 0,-2-35 128 16,0 0-128-16,0 0 0 0,35 41 0 0,-35-41 128 16,32 4-128-16,-11-4 144 0,0-2-144 0,2-5 160 15,0 0-160-15,1-3 0 0,1 0 0 0,1-4 128 16,-1 0-128-16,1-1-272 0,-3 0 64 0,-3 0 16 15,-1 1-1088-15,-4 2-224 0,-1 1-32 0,-3 1-16 16,-3 2-720-16,-3 2-144 0,-2-2-16 0,0 4-9920 16</inkml:trace>
  <inkml:trace contextRef="#ctx0" brushRef="#br0" timeOffset="121414.51">20132 8997 15663 0,'0'-3'688'0,"0"1"144"0,0 1-656 0,0 0-176 16,1 1 0-16,0-2 0 0,0 2 1856 0,1-2 320 16,1-1 80-16,0 0 16 0,3-1 32 0,0-1 16 0,1 0 0 15,-1 1 0-15,1-2-1040 0,-1 4-224 0,-1 0-32 0,0 0-16 16,-2-1-784-16,1 3-224 16,-1 0 0-16,-1 0-10544 0,-1 1-2192 0</inkml:trace>
  <inkml:trace contextRef="#ctx0" brushRef="#br0" timeOffset="121587.45">20149 9085 7359 0,'-1'0'656'0,"0"0"-528"0,1 0-128 0,0-1 0 16,0 1 1216-16,-1 0 192 16,1 1 64-16,-1 1 0 0,1-2 848 0,-1 3 176 0,-1 0 48 15,1 1 0-15,-1 1-320 0,-1 1-64 0,0 0-16 0,0 0 0 0,3-6-1120 0,0 0-208 16,0 0-48-16,-6 26-16 0,6-26-752 0,0 0-128 15,0 0-48-15,0 0 0 16,0 0-2080-16,0 0-432 0</inkml:trace>
  <inkml:trace contextRef="#ctx0" brushRef="#br0" timeOffset="121920.48">20247 9042 8511 0,'1'-2'192'0,"-1"-1"32"0,1 1 16 0,0-1 0 0,-1 3-240 0,1-2 0 0,0 2 0 0,0-2 0 16,1 0 2592-16,1-1 480 0,2-2 80 0,2 1 32 15,-1-1-944-15,1 0-192 0,2 1-48 0,-1-1 0 16,1 2-704-16,1-1-144 0,0 1-16 0,-1 1-16 31,0 2-496-31,-9 0-112 0,0 0 0 0,0 0-16 16,0 0-272-16,0 0-48 0,31 28-16 0,-31-28 0 16,0 0-160-16,-1 34 0 0,1-34 0 0,-7 26 0 15,7-26 0-15,-11 28 0 0,4-14 0 0,0-1 0 16,0-2 0-16,0-2-176 0,0 1 176 0,2-6-128 15,1 1 128-15,-1-2 0 0,3-2 0 0,-1-1 0 0,1-1 512 0,2-2 96 16,0-2 16-16,2-3 0 0,1 0 256 0,1-2 48 16,2-2 16-16,1 1 0 0,2-3-432 0,-1 1-96 15,3-3-16-15,0 2 0 0,2 0-400 0,0-2 128 16,2 1-128-16,0 1 0 0,0 2 0 0,-1 2 0 16,-1 1 0-16,0-1 0 15,-2 6-592-15,-1-1-112 0,-1 0 0 0,-1 4-16 16,-1 0-1856-16,-1 1-368 0</inkml:trace>
  <inkml:trace contextRef="#ctx0" brushRef="#br0" timeOffset="122824.68">20604 9009 6447 0,'3'-3'576'15,"0"1"-576"-15,0 0 0 0,-2 2 0 16,0-2 1632-16,1 1 224 0,3-3 32 0,1-1 16 16,3-2 288-16,-1 2 64 0,0-2 16 0,-2 2 0 15,-2 3-720-15,-1-2-144 0,-2 3-16 0,-1 1-16 0,-1 0-352 0,-1 3-80 16,-2-1-16-16,-2 0 0 0,1 3-528 0,-3 2-96 16,0 0-32-16,0 0 0 0,-2 3-80 0,0 0-32 15,0 1 0-15,1 1 0 0,0 0 96 0,9-12 0 16,-12 26 16-16,12-26 0 0,0 0 0 0,-5 31 0 15,5-31 0-15,0 0 0 0,0 0-144 0,0 0-128 16,0 0 144-16,31 33-144 0,-31-33 0 0,0 0 128 16,29 0-128-16,-20 0 0 0,2-3 0 0,-1 0 0 15,0-1 0-15,1-1 0 16,0 1-352-16,0-3-64 0,1 2-16 0,0-2 0 16,0 0-416-16,-1-1-96 0,0 2-16 0,0-4 0 15,0 0 448-15,0 1 64 0,-1-3 32 0,0 1 0 0,-1 1 288 0,-1-3 128 0,0 1-128 0,-2 1 128 16,1 2 0-16,-3 3 0 0,0 1 0 0,-2 1 128 15,-1 4 464-15,-1 1 112 0,0 1 0 0,-2 3 16 16,2-5 160-16,0 0 16 0,-11 26 16 0,11-26 0 16,-9 24-240-16,9-24-48 0,-11 28-16 0,11-28 0 15,-8 28-208-15,8-28-32 0,-6 27-16 0,6-27 0 16,0 0-112-16,0 0-32 16,3 42 0-16,-3-42 0 0,0 0-208 0,0 0 0 0,0 0 128 0,0 0-128 15,36 13 0-15,-26-18 0 0,1 0 0 0,0-2 0 16,1-2-160-16,0 1-32 0,1-4 0 0,0 0 0 15,0 2-384-15,-2-1-96 0,0-1-16 16,0 0 0-16,-2 1 288 0,0 1 48 0,-2-2 16 0,0 2 0 0,-1 1 336 0,-1 0-176 16,-1 1 176-16,0 1-128 0,-2 2 128 0,0 2 0 15,-1 2 0-15,0 1 0 0,-2 0 304 0,-1 2 32 16,0 3 16-16,-1 0 0 0,-2 2 288 0,0 2 64 16,5-9 16-16,-10 22 0 0,10-22-272 0,-12 28-64 15,12-28-16-15,-9 26 0 0,9-26-80 0,0 0-16 16,-5 36 0-16,5-36 0 0,0 0-272 0,0 0 128 15,0 0-128-15,23 33 0 0,-23-33 0 0,0 0 0 16,25 5 0-16,-15-7 0 0,1-1 0 16,0-2 0-16,1 0 0 0,1-2 0 0,0 0-176 0,1-2 16 15,0 1 0-15,0-1 0 0,0 0-96 0,-1-2 0 0,0 0-16 0,-1 2 0 16,-2-1 272-16,-1-1-192 0,0 1 192 0,-1-2-160 16,-1 0 160-16,0 3 0 0,-2-1 0 0,0-1 0 15,0 3 0-15,-3 1 0 0,1 0 0 0,-1 3 0 16,0 1 0-16,-1 0 0 0,-1 1 0 0,0 2 0 15,1 0 0-15,-1 0 176 0,1 2-176 0,0-2 192 16,0 3 16-16,-1-1 16 0,0 2 0 0,0-4 0 0,0 0 16 16,0 0 0-16,0 0 0 0,-4 37 0 15,4-37-16-15,-7 24 0 0,7-24 0 0,-8 28 0 0,8-28-64 0,-9 28-16 16,9-28 0-16,-8 31 0 0,8-31-144 0,-6 26 0 16,6-26 144-16,0 0-144 0,-2 32 0 0,2-32 0 15,0 0 0-15,0 0 0 0,0 0-256 0,0 0 0 16,0 0-16-16,0 0 0 31,33 6-1712-31,-26-12-320 0</inkml:trace>
  <inkml:trace contextRef="#ctx0" brushRef="#br0" timeOffset="123189.78">21314 8729 18431 0,'-3'-5'816'0,"2"4"160"0,0 0-784 0,1 1-192 16,0 0 0-16,0 0 0 0,0 1 1632 0,1 0 288 0,-1-1 48 0,0 0 16 15,0 0-112-15,0 0-16 0,0 0 0 0,25 34 0 16,-25-34-1328-16,0 0-272 0,0 0-48 0,32 21-14736 15</inkml:trace>
  <inkml:trace contextRef="#ctx0" brushRef="#br0" timeOffset="123595.9">21653 8828 5519 0,'1'-6'496'0,"-1"3"-496"15,0-2 0-15,0 3 0 0,1 0 2064 0,-1 0 320 16,1 1 64-16,0-4 16 0,0 1-96 0,0-1 0 0,1-1-16 0,-2 3 0 16,0 0-464-16,-1 1-96 0,0 4 0 0,-1 3-16 15,2-5-528-15,-8 14-96 0,8-14-32 0,-12 31 0 0,3-11-464 16,0 1-80-16,-2 3-32 0,0 1 0 0,-1-1-352 0,0 0-64 16,1-1 0-16,2 1-128 15,0-2 192-15,0 1-64 0,9-23 0 0,-13 43-128 0,13-43 0 0,-3 31 0 16,3-31 0-16,0 0 0 15,0 0-256-15,0 0-16 0,26 33 0 0,-16-36 0 16,2-1-240 0,0-1-64-16,1-4 0 0,-1 2 0 0,0-2-1632 0,0 0-336 0,-2 0-64 0</inkml:trace>
  <inkml:trace contextRef="#ctx0" brushRef="#br0" timeOffset="123827.12">21494 8964 8287 0,'-10'0'368'0,"4"0"80"0,1 0-448 0,2 0 0 0,0 0 0 0,2 0 0 16,-1 0 1344-16,0 0 176 0,0 0 32 0,0 0 16 16,2 0 704-16,4-2 144 15,4 2 16-15,2-2 16 0,3 1-112 16,3-2-32-16,3 1 0 0,1 0 0 0,3-3-1456 0,-1 1-288 16,1 0-64-16,-2 0-16 0,1 0-480 0,-2-1 0 0,-1 1-176 0,-1-1 176 15,-1 2-1712-15,-2-2-208 0,-1 3-64 0,-1-1 0 16,0 1-752-16,-1 0-144 0,-1 0-48 0,1 0-5360 15</inkml:trace>
  <inkml:trace contextRef="#ctx0" brushRef="#br0" timeOffset="124187.56">21989 8872 8287 0,'3'-1'368'0,"-2"1"80"0,0-2-448 0,0 2 0 0,-1 0 0 0,1-2 0 16,-1 2 1600-16,1-1 224 0,1 1 48 0,0-3 16 16,0 2 480-16,-1-3 80 0,-1 3 32 0,-1-2 0 15,-1 2-432-15,-1 0-64 0,-1 2-32 0,-2-1 0 16,-1 2-800-16,-1 1-176 0,-2 1-16 0,-1 0-16 16,-1 1-304-16,-1 0-48 0,-1 2-16 0,1 0 0 15,0 0-16-15,0 1-16 0,1 1 0 0,1 1 0 0,1-1-80 0,2-2-16 16,3 1 0-16,5-8 0 0,0 0-240 0,0 0-48 15,0 0-16-15,0 0 0 16,0 0-144-16,0 0 0 0,23 38 0 0,-23-38 0 0,0 0 0 16,33 11 0-16,-33-11 0 0,0 0 128 0,35 14-128 0,-35-14 0 15,0 0 0-15,30 17 0 0,-30-17 0 16,0 0 0-16,0 0 0 0,0 0 0 0,0 0 0 0,0 0 0 16,14 36 128-16,-21-30-128 0,-4 0 0 0,-2 0 0 15,-1-1 0-15,-3 1 0 0,-2-2 0 0,0 0 0 16,-1 1 0-16,0-5-18160 0</inkml:trace>
  <inkml:trace contextRef="#ctx0" brushRef="#br0" timeOffset="125170.66">22489 8910 6447 0,'2'-5'576'0,"-1"2"-576"0,0 1 0 0,-1-1 0 0,1 1 1072 0,0 0 96 15,0 1 32-15,0-2 0 0,1-2 1392 0,1-1 288 0,-1 2 48 0,0-3 16 16,-1 4-640-16,-1 1-128 15,-1 2-32-15,1 0 0 16,-3 2-752-16,-1 3-160 0,0 1-16 0,-2 5-16 16,-2 0-448-16,-1 4-96 0,-2 1-16 0,-1 3 0 0,-1 0-352 0,-1 3-80 15,1-3-16-15,-1 2 0 16,3-4-192-16,0 1 0 0,3-3 0 0,8-15 0 0,-12 23 0 16,12-23 128-16,0 0-128 0,0 0 0 0,0 0 0 0,0 0 0 15,0 0 128-15,0 0-128 0,0 0 0 16,0 0 144-16,38 3-144 0,-25-11 128 0,1-1-128 0,3-3 192 15,1 0-192-15,0-2 192 0,2 0-192 0,-4-1 0 16,1 1-192-16,-2 2 192 0,-1-2-240 0,-1 2 80 16,-1 1 16-16,-1 1 0 0,-2 1 144 0,-3 1 0 15,-1 4 0-15,-1-1 0 0,-1 0 0 0,-3 3 0 16,-1 2 0-16,-1 0 0 0,-2 2 0 0,0 3 0 16,-1 0 0-16,0 2 0 0,-2 0 0 0,1 3 176 0,-1 0-176 15,2 1 192-15,-1 1 16 0,6-12 16 0,-7 24 0 0,7-24 0 16,0 0-64-16,-3 33-16 0,3-33 0 0,0 0 0 15,0 0 48-15,0 0 16 0,31 24 0 0,-20-24 0 16,1-1 48-16,1-3 0 0,1 0 0 0,1-2 0 16,1-1-96-16,1-3-16 0,-1 1 0 0,0 0 0 15,0-2-144-15,-1 0 0 0,-2 0 144 0,-1-1-144 16,-1 2 0-16,-3-2 0 0,1 0 0 0,-4-2 0 16,0 2 0-16,-2-1 0 0,-2 1 0 0,0 0 0 15,-1 2 0-15,-1-1 0 0,1 1 0 0,-1 3-128 16,1 1-432-16,1 2-80 0,1 0 0 0,2 3-16576 15</inkml:trace>
  <inkml:trace contextRef="#ctx0" brushRef="#br0" timeOffset="125911.93">23024 8850 7359 0,'3'-4'656'0,"-1"3"-528"16,-1-1-128-16,0 2 0 0,0-2 704 0,-1 1 128 15,0 1 0-15,-1 0 16 0,0 0 512 0,-1 1 112 16,-3 1 0-16,-2 3 16 0,-2-1 48 0,0 4 0 16,-3-1 0-16,-1 4 0 0,-1 1 256 0,-1 2 64 0,1 3 16 15,0 0 0-15,1-1-976 0,1 1-192 16,3 0-32-16,9-17-16 0,-11 28-288 0,11-28-64 0,0 0-16 0,0 0 0 16,0 0-64-16,0 0-16 15,29 28 0-15,-16-30 0 0,0-3 96 0,1-2 16 0,4-2 0 0,0-1 0 16,0-2-320-16,0-1-144 0,-1 0 16 15,-3 0 0-15,-1 0-336 0,-1 1-64 0,-4-1-16 16,-2 1 0-16,-2 2 416 0,-3-2 128 0,-1 2 0 0,-2-1 0 16,-2 1 0-16,-1 1 0 0,-1-1 0 0,-1 3 0 0,-1 0 336 15,0 2 80-15,-1 1 16 0,0 3 0 0,-1 2 400 0,1 1 96 16,0 3 16-16,0-1 0 0,-1 1-176 0,2 2-48 16,-1 0 0-16,0 1 0 0,2 1-400 15,2-2-64-15,1-2-32 0,3 0 0 0,0 2-224 0,1-3 0 16,2-1 0-16,0-1 0 0,3 0 0 0,1-2 0 15,1-1 0-15,1 0 0 0,2-2 0 0,0-1 0 16,0-1 0-16,2 0 0 0,0 1-288 0,0-3 0 16,1 2 0-16,1-4 0 0,-1 1 80 0,1 0 16 15,0-1 0-15,-1 1 0 0,1 0 192 0,-1-1 0 16,1 2 0-16,-1-1 0 0,0 1 0 0,0 0 0 16,-1 3 0-16,1 1 0 0,-3 0 176 0,-1 3-32 0,-9 0 0 0,0 0 0 15,0 0 208-15,31 13 32 0,-31-13 16 0,0 0 0 16,0 0-224-16,0 0-48 0,13 37-128 0,-13-37 192 15,0 0-192-15,0 0 0 0,-5 41 128 0,5-41-128 16,0 0 0-16,-12 35 0 0,12-35 0 0,-11 24 0 16,11-24 0-16,-13 22 128 0,5-11-128 0,2-2 0 15,-1 0 0-15,0 0 0 0,1 0 128 0,-1-2-128 16,1 0 128-16,1-2-128 0,1-1 176 0,1-1-176 16,1-1 160-16,1-1-160 0,1-1 128 0,0-1-128 15,2-1 0-15,-1-1 128 0,2-1-128 0,2-4 0 16,0 2 128-16,1-2-128 0,1-1 0 0,2-2 128 0,0 1-128 15,1-4 0-15,2 0 144 0,0 1-144 0,-1-1 0 0,1 2 0 16,0-2 0-16,0 2 128 0,0 0-128 0,-1-1 0 16,1 1 0-16,1 0 0 0,-1 0 0 0,0 0 0 15,0 1 0-15,-1 0 0 0,1-1 0 0,-1 1 0 16,1 1 0-16,-1-2 0 16,-1 3-928-16,1-2-96 0,1 0-32 0,-2 0-16224 15</inkml:trace>
  <inkml:trace contextRef="#ctx0" brushRef="#br0" timeOffset="126148.33">23595 8566 4479 0,'4'-3'0'0,"-2"1"192"0,1-1-48 0,-2 2-16 0,0 0-128 0,0-1 0 0,1 0 0 0,1-1 0 0,3 0 1568 0,-2-1 288 0,3-4 48 0,-2 4 16 16,1-1-176-16,-2 1-16 0,-1 1-16 0,-1 3 0 16,-1 0 80-16,-1 2 0 0,-1 1 16 0,-2 2 0 15,3-5 816-15,0 0 176 0,-14 29 16 0,14-29 16 16,-15 32-2128-16,4-13-416 0,1 5-96 0,-2 2 0 15,0-2 512-15,0 3 96 0,-1 2 32 0,0 2 0 16,1 0-272-16,1 0-48 0,0-2-16 0,1-1 0 16,1-2-352-16,9-26-144 0,-15 46 128 0,15-46-128 15,-10 40 0-15,10-40 0 0,-6 32 0 0,6-32 0 32,0 0-848-32,0 0-112 0,-1 41 0 0,1-41-16 0,0 0-1984 0,0 0-400 0</inkml:trace>
  <inkml:trace contextRef="#ctx0" brushRef="#br0" timeOffset="126466.42">23710 8791 9215 0,'2'-1'816'0,"-1"-1"-656"16,1 2-160-16,-1-1 0 0,0 0 1136 0,-1 1 192 16,1 0 32-16,0 0 16 0,0 0 1184 0,0-2 256 15,1 0 32-15,-1 1 16 0,-1 1-560 0,-1-2-96 0,-1 0-32 0,-1 1 0 31,-2 1-832-31,-1 0-192 0,0 0-16 0,-3 1-16 0,-1 3-576 0,-4-1-112 16,-1 3-32-16,-2 0 0 16,0 0-272-16,1 2-128 0,-3 1 0 0,2 1 128 0,1 1 0 15,1-1 0-15,2-2 0 0,4 1 0 16,0-1 32-16,9-8 0 0,0 0 0 0,0 0 0 16,0 0-160-16,0 0 160 0,0 0-160 0,0 0 160 15,27 29 96-15,-14-31 32 0,2 1 0 0,2-2 0 16,0 1-96-16,1 1 0 0,0-2-16 0,-2 3 0 0,-3 0-176 15,0 0 0-15,0 0 144 0,-1 0-144 0,-12 0 0 0,23 4 0 16,-23-4 0-16,0 0 0 0,27 9 0 0,-27-9 0 16,0 0-160-16,24 11-18032 15</inkml:trace>
  <inkml:trace contextRef="#ctx0" brushRef="#br1" timeOffset="-164086.39">14090 9684 1839 0,'0'0'160'0,"0"0"-160"0,0 0 0 0,0 0 0 15,1 0 880-15,0 0 144 0,1-2 16 0,1 1 16 16,1 0-464-16,3-3-80 0,0 1-32 0,3 0 0 16,-1 1-160-16,2 0-16 0,2-3-16 0,1 2 0 0,2 1 592 0,1 0 112 15,2-1 32-15,3 1 0 0,2-1 16 0,5 1 16 16,3 0 0-16,4 2 0 0,2 0 32 0,1-2 0 15,2 0 0-15,2-3 0 16,0 2-528-16,-1-4-112 0,3 2 0 0,0-2-16 0,3 1-32 0,-2 0 0 16,0 1 0-16,-3 1 0 0,-2-4-112 0,-4 0-32 15,-2 2 0-15,-2 0 0 0,-4 3-256 0,-2 1 0 16,-2 2 0-16,-3 2-6976 16,-1 3-1440-16</inkml:trace>
  <inkml:trace contextRef="#ctx0" brushRef="#br1" timeOffset="-163385.31">15690 9623 3679 0,'-2'0'320'0,"0"-2"-320"16,2 2 0-16,0 0 0 0,1 0 896 0,-1-1 128 16,0 1 0-16,-1 0 16 0,1-2-656 0,0 1-128 0,1 0-16 0,0-1-16 15,2 2-48-15,-1-2-16 0,0 2 0 0,0-1 0 0,2 1 496 0,0 0 112 16,0 0 0-16,1-2 16 0,2 2 144 0,0 0 32 31,2-1 0-31,2 1 0 0,2 0 16 0,4 0 16 16,3-2 0-16,2 2 0 0,4 0 96 0,4 0 32 15,4 0 0-15,2 0 0 0,1-1-352 0,2-2-64 0,1 1 0 16,-1 1-16-16,-4-1-288 0,4 2-48 0,6 0-16 16,1-2 0-16,1 1-336 0,0-1 144 0,-1 0-144 0,-2-1 0 15,-5-1 0-15,1 1 0 0,1 3 0 0,-1 2-11792 16</inkml:trace>
  <inkml:trace contextRef="#ctx0" brushRef="#br1" timeOffset="-162436.78">18278 9564 2751 0,'-1'0'256'15,"1"0"-256"-15,1 0 0 0,0 0 0 16,0 0 0-16,0 0 0 0,0-2 128 0,2 1-128 15,1 1 0-15,0-2 144 0,1 2-144 0,1-3 160 16,2 1 32-16,-2 0 0 0,3-1 0 0,-1 1 16 16,2-1 336-16,2 1 64 0,1-2 16 0,2 1 0 0,3-2 528 0,4 1 128 15,5-1 0-15,3-1 16 0,6 0 448 0,2-1 96 16,-1 0 16-16,3 2 0 0,3-2-112 0,0 0-16 16,-2-3 0-16,3 3 0 0,3-1-448 0,0 0-112 15,0 1-16-15,-1-1 0 0,-2 2-784 0,0 0-176 16,-4 0-16-16,-3 1-16 15,-3 2-656-15,-2 3-128 0</inkml:trace>
  <inkml:trace contextRef="#ctx0" brushRef="#br1" timeOffset="-160782.33">14972 9786 2751 0,'-3'-2'256'0,"2"2"-256"0,1 0 0 0,0 0 0 16,0 0 784-16,-1-1 112 0,0 0 32 0,0-1 0 15,-1 0 304-15,1-1 64 0,1 2 16 0,1-1 0 16,1 0-448-16,1 2-96 0,0 0 0 0,2 0-16 16,0 0-144-16,2 1-32 0,0 0 0 0,2 2 0 15,-9-3-176-15,0 0-32 0,33 14-16 0,-33-14 0 16,0 0-128-16,48 17-32 0,-48-17 0 0,47 11 0 0,-21-7 160 0,1-1 32 15,4 0 0-15,2 0 0 0,0-1 192 0,1 0 64 16,3-2 0-16,2 0 0 0,0 0-16 0,4 0 0 16,2 2 0-16,1 0 0 0,0 4-80 0,0-2-16 15,-1 3 0-15,0-2 0 0,-3 2-160 0,4 0-48 16,5 1 0-16,0 1 0 0,0 0 240 0,1 1 32 16,-2-3 16-16,3 0 0 0,1 0-96 0,3-1-32 15,0 0 0-15,0-1 0 0,-1-1-96 0,-4-1 0 16,1-3-16-16,-1 2 0 0,1-1-240 0,-3-2-128 15,-3 1 160-15,-3-2-160 0,-3-1 0 0,-5 1 0 16,-4 0 0-16,-6 2 0 16,-4 1-832-16,-5 0-272 0</inkml:trace>
  <inkml:trace contextRef="#ctx0" brushRef="#br1" timeOffset="-160259.96">16353 9718 1839 0,'2'1'160'0,"-2"-1"-160"16,1 0 0-16,-1 0 0 0,1 0 752 0,-1 0 112 16,0 1 32-16,1-1 0 0,0 0 256 0,1 0 64 15,-1 0 16-15,2 2 0 0,0-2-160 0,1 0-48 16,-2 3 0-16,2-3 0 0,1 2-64 0,-1 1 0 15,1-1-16-15,1 0 0 0,-1 0-256 0,1 1-48 16,-1 0-16-16,2 1 0 0,-1-1-80 0,2 1-16 16,-8-4 0-16,0 0 0 0,29 8 64 0,-17-6 16 0,1 1 0 0,2-1 0 15,2 0 112-15,1-1 32 16,4 0 0-16,1 1 0 0,0 1-112 0,2 0 0 0,0 0-16 0,3 0 0 16,3 2-304-16,1-2-64 0,0 1-16 0,1 1 0 15,1 2-112-15,3 0-128 0,2 0 176 0,1 1-176 16,4-1 240-16,1 2-64 0,1 1-16 0,-1-1 0 15,2 3 80-15,-2-3 16 0,0 1 0 0,1-3 0 16,2 2-256-16,1-3 0 0,0 0-192 0,0-1 192 16,-2 0-1200-1,-2-3-128-15</inkml:trace>
  <inkml:trace contextRef="#ctx0" brushRef="#br1" timeOffset="-159600.19">16864 9962 2751 0,'-2'0'256'0,"0"0"-256"0,1 0 0 15,1 0 0-15,0 1 496 0,0-1 48 0,-1 1 16 0,-1-1 0 16,0 2 144-16,-1-1 48 0,1 1 0 0,1 1 0 16,1-3 112-16,1 0 32 15,0 0 0-15,1 0 0 0,1 0 80 0,0 0 32 0,0-2 0 0,0 1 0 16,2 1 0-16,-1-2 0 0,2 2 0 0,0-1 0 16,2 1-176-16,1 1-48 0,1 1 0 0,2-1 0 15,1 3-80-15,2-2-32 0,-15-2 0 0,39 10 0 16,-15-6-192-16,1 1-32 0,2 0-16 0,2-3 0 15,2 0 32-15,2-1 16 0,1-1 0 0,1 0 0 16,0 2 160-16,1-2 16 0,1 2 16 0,2-1 0 16,1 1-208-16,0-2-32 0,-1-2-16 0,-3 1 0 0,-4-1-416 0,1-1 0 15,-1 3 0-15,0-2 0 16,-2 2-320-16,0-1-160 0,-1 1-32 0,0-1-12480 16</inkml:trace>
  <inkml:trace contextRef="#ctx0" brushRef="#br1" timeOffset="-153526.37">17527 9948 3855 0,'0'-3'336'0,"-1"1"-336"15,1 2 0-15,0-2 0 0,0 1 0 0,0 1 0 16,0-3 272-16,-1-2 32 0,0 0 0 0,0 0 16 15,1-3-64-15,0 2 0 0,-1 0 0 0,1 2 0 16,0-1 272-16,0 1 48 0,0 1 16 0,0 1 16 0,0 2 352 0,0-2 80 16,0 2 16-16,0 0 16 0,0 2-128 0,1-1-32 15,-1 0 0-15,0 2 16 0,2 1-96 0,0 1-32 16,2-3 0-16,-4-2 16 0,0 0 128 0,0 0 16 16,0 0 16-16,0 0 0 0,42 22-144 0,-42-22-48 15,26 2 0-15,-12-2 16 0,3-2 32 0,3 2 16 16,0-2 0-16,2 1 16 0,1-1-288 0,2 0-64 15,2 1-16-15,-2-1 16 0,0 2-336 0,-25 0-176 16,45 7 192-16,-45-7-8896 16,41 7-1776-16</inkml:trace>
  <inkml:trace contextRef="#ctx0" brushRef="#br1" timeOffset="-151661.36">18607 9604 5519 0,'-1'-2'496'0,"-1"-1"-496"16,1 3 0-16,1 0 0 0,0 0 768 0,-1-2 48 15,0 2 16-15,-1-3 0 0,-1 1 560 0,2 1 112 16,-1 0 32-16,0 1 0 0,2 0-496 0,0 0-80 15,1 2-32-15,0 0 0 0,1 1-592 0,0 2-112 16,3-3-32-16,1 0 0 0,-6-2 64 0,0 0 0 0,0 0 0 0,45 19 0 16,-25-16 608-16,4 1 128 0,2 1 32 0,1 0 0 15,3-3 320-15,4 3 80 16,3 1 16-16,2 0 0 0,2-3-352 0,2 1-64 16,1-3 0-16,-2-1-16 0,-1-1-304 0,1 1-64 0,-1 0-16 0,4-2 0 15,0 4-272-15,1-1-48 16,-3 0-16-16,-3-1 0 0,-2 2-288 0,-1 1 0 0,-3 3 0 15,-3 2-15472-15</inkml:trace>
  <inkml:trace contextRef="#ctx0" brushRef="#br1" timeOffset="-151045.15">17766 9995 911 0,'0'0'0'0,"0"-2"0"16,0 2 0-16,0-2 0 0,1 2 768 0,0 0 80 16,1 0 16-16,1-1 0 0,1 2 208 0,2-1 32 15,2 2 16-15,0-2 0 0,-8 0-224 0,0 0-32 0,30 7-16 0,-30-7 0 16,0 0-96-16,38 9-32 0,-38-9 0 0,33 7 0 15,-33-7 128-15,42 6 32 0,-16-2 0 0,3-2 0 16,6 1 80-16,5-1 0 0,5 1 16 0,5-3 0 16,2-2 176-16,3-2 48 0,2-2 0 0,5-2 0 15,5-1-368-15,4-2-80 0,1 1-16 0,2-2 0 16,2-4 272-16,5 1 48 0,4-2 16 0,1-1 0 16,-3 1-304-16,6-2-64 0,7-2-16 0,-3 2 0 15,-6 2-496-15,2-2-192 0,3 2 176 0,-3 1-176 16,-4 1 0-16,-6 1 0 0,-2 2 0 0,-7 1-160 15,-4 4-352-15,-8-1-64 0,-7 1 0 0,-9 2-9056 16,-8 3-1808-16</inkml:trace>
  <inkml:trace contextRef="#ctx0" brushRef="#br1" timeOffset="-150376.9">17840 9891 5519 0,'-5'-3'496'0,"2"3"-496"16,1 0 0-16,2-2 0 0,0 2 944 0,0 0 80 0,0 0 32 0,0 2 0 15,0-2 160-15,0 1 16 16,3 1 16-16,0 0 0 0,3-1-480 0,-1 1-112 0,3 0-16 0,0-1 0 16,-8-1 192-16,23 3 16 0,-8-3 16 0,1 0 0 0,0 1-224 0,4 1-64 15,1-2 0-15,3 0 0 0,1 0 48 0,5 0 0 16,4 0 0-16,4 0 0 0,5-2 96 0,2 1 32 16,3 1 0-16,2-2 0 0,0 1 96 0,8-2 32 15,7 0 0-15,5-2 0 16,3-1-128-16,-1 0-32 0,2 0 0 0,5-2 0 0,7 1-400 0,1-2-64 15,-1-1-32-15,1 1 0 0,2-1-224 0,-2 1 0 16,-9-1 0-16,1 1 0 0,0-1 0 0,-3 2 0 31,-3 0 0-31,-8 1 0 0,-10 0 0 0,-2 3 0 0,-4 1 0 0,-5 0-9728 16,-5 3-1920-16</inkml:trace>
  <inkml:trace contextRef="#ctx0" brushRef="#br1" timeOffset="-149186.95">19482 9661 911 0,'-5'0'0'0,"1"0"0"16,2 2 0-16,0-2 0 0,1 0 1344 0,1 0 192 15,0 0 48-15,0 0 0 0,0 0 80 0,1 1 0 16,2 1 16-16,1-2 0 0,0 2-384 0,2 0-80 16,2 0 0-16,2 1-16 0,-10-3-352 0,0 0-64 15,39 12-16-15,-39-12 0 16,38 12 64-16,-38-12 0 0,50 14 0 0,-21-8 0 16,3 0-48-16,1-1 0 0,1-1 0 0,3-1 0 15,-1 2-128-15,0-3-16 0,1 0-16 0,3 0 0 16,3-1-464-16,1 1-160 0,1 1 0 0,-4-1 144 31,-2 0-896-31,-2 0-176 0</inkml:trace>
  <inkml:trace contextRef="#ctx0" brushRef="#br1" timeOffset="-147396.14">20240 9554 3679 0,'-2'0'320'0,"0"0"-320"15,1 0 0-15,0 0 0 0,1 0 784 0,-1-1 96 0,0 1 16 0,-3-1 0 16,1 1 512-16,-2 0 128 0,3 0 0 0,-1 0 16 16,0 0-144-16,1 1-48 0,1 2 0 0,0 0 0 15,0-1-128-15,1 1-16 0,0-1-16 0,1 1 0 16,1 1-352-16,1-3-64 0,1 1-16 0,1 0 0 16,3-2-208-16,1-2-48 0,0 2-16 0,2-3 0 0,2-2 80 0,2 1 32 15,2-1 0-15,0 0 0 0,0 0 96 0,0 0 0 16,0 2 16-16,-3 0 0 0,1 0-432 0,-3 3-96 15,-1-2 0-15,-2 2-16 0,-2 0-176 16,-1 0 0-16,-2 2 0 0,-1 1 0 31,0-3-736-31,-3 2-80 0,0-1-16 0,-1 0 0 0,-2 1-1216 0,0-1-240 0,-2 1-48 16,0 0-16-16,-1 1 112 0,-1-3 0 16,2 1 16-16,-2-1 0 0,2 1 928 0,-2-1 176 0,3 0 32 15,-1 0 16-15,0 0 1072 0,2 2 0 0,0-2 0 0,0 0 144 0,0 1 688 0,-1 1 128 16,2 0 16-16,-2 1 16 0,0 1 128 0,2-1 32 15,-2 2 0-15,0-2 0 0,-1 3 80 16,2-1 32-16,-2 0 0 0,0 4 0 0,-1-2-80 0,0 2-16 16,1 3 0-16,-2 0 0 0,1 0-400 0,-1 1-96 15,1 2-16-15,-1 0 0 0,1 1 0 0,-1 1 0 0,0 0 0 0,0 4 0 16,0-2-80-16,0 0-32 0,0 0 0 0,2-2 0 16,0-1-64-16,1-2-16 0,4-14 0 0,-3 24 0 15,3-17-304-15,0-1-160 0,2-2 160 0,0-2-160 16,2 0 0-16,1-4 0 0,-1-1 0 0,2-1-160 15,-1-3-816-15,2 0-176 0,0-3-16 16,2-2-12528-16</inkml:trace>
  <inkml:trace contextRef="#ctx0" brushRef="#br1" timeOffset="-146866.99">20524 9597 1839 0,'2'-5'0'0,"-1"3"160"0,0 0-160 0,0 1 0 15,-1-1 0-15,0 2 0 0,0 0 688 0,1 0 96 16,-1-2 32-16,0 1 0 0,1-1-112 0,0 0 0 0,1 0-16 0,0 0 0 16,-1-1-304-16,0 0-48 0,1 1-16 0,0-2 0 15,0 3 256-15,-1-3 64 16,0 1 0-16,0 2 0 0,0 0 400 0,-1-1 96 0,0 1 16 0,-1 0 0 31,0 2 128-31,0 0 48 0,-1 1 0 0,0-1 0 0,0 0-80 0,1 2-16 0,-2 1 0 0,-1-1 0 16,1 1-288-16,1 1-64 0,-2 0-16 0,0 2 0 15,-1 0-144-15,1 3-16 0,-2 0-16 16,1 3 0-16,-2 2-80 0,1-1-16 0,-1 2 0 0,0 1 0 16,-1 0-160-16,1-1-48 15,0 3 0-15,1-2 0 0,0-1-96 16,2-2-32-16,4-14 0 0,-6 24 0 0,4-14-256 0,1-3 0 0,0-2 0 0,1-1 0 0,0 1 0 0,1-3 0 16,-1-1 0-16,1 1 0 15,0-2 0-15,0-2 0 0,1 0 0 0,-1-1 0 0,0 2 128 0,0-2-128 16,1-2 0-16,0 0 0 0,2 0 128 0,0-3-128 15,0 2 0-15,0-2 0 16,2 1 0-16,0-2 0 16,1 1 0-16,-1-1 0 0,2 2 0 0,-1 0-176 15,2 0 176-15,0-1-160 0,0 2 160 0,0 1 0 16,0-1 0-16,-1 2-128 0,0 0 128 0,0 1 0 16,-1 2 0-16,-1 0 0 0,-1 1 0 0,0 2 0 15,-1 1 0-15,-2 4 0 0,-2-7 0 0,0 0 0 16,0 0 0-16,3 33 0 0,-3-33 160 0,-3 23-32 0,-1-11-128 15,1-2 192-15,0 2 0 0,0 0-16 0,1-3 0 0,0-2 0 16,0 1-16-16,1-2 0 0,1-1 0 0,1-2 0 16,1-1-160-16,0-2 0 0,0 0 0 0,2-4 0 31,1-1-1392-31,1 0-208 0</inkml:trace>
  <inkml:trace contextRef="#ctx0" brushRef="#br1" timeOffset="-146046.52">20684 9727 7359 0,'-1'3'320'0,"0"-1"80"16,0-1-400-16,1 0 0 0,0-1 0 0,0 1 0 0,0 0 1616 16,1 0 240-16,0 1 64 0,1 1 0 15,3-1 544-15,-1 0 112 0,3-2 32 0,0-1 0 0,2 0-960 0,2-3-192 16,0 1-48-16,1-1 0 0,0 1-832 0,0-2-192 16,0 0-16-16,-1 0-16 0,-1 0-352 0,1 1 0 15,-3-3 0-15,0 2 0 0,-1 0 0 0,-3 0 0 16,1-1 0-16,-2 0-128 0,-1 2 128 0,-2-1 0 15,0 0 0-15,-2-1-128 0,-1 0 128 0,0 2 0 16,0 0 0-16,-3 1-128 0,-1 1 128 0,0 2-128 16,0 2 128-16,-3 1-128 0,2 2 128 0,-2 1-160 15,0 0 160-15,-2 2-160 0,1-1 160 0,0 3 0 16,0-1 0-16,1 1 0 0,1-1 0 0,0 3 0 16,1 1 128-16,1 0-128 0,1-1 528 0,0 1 48 15,4-1 0-15,0-1 0 0,2-11 112 0,0 0 16 0,0 0 16 16,0 0 0-16,0 0-336 0,0 0-64 0,41 28 0 15,-29-30-16-15,2-1-304 0,2-2 128 0,1 1-128 16,1-4 0 0,0 2-816-16,1-2-272 0,-1 0-48 0,-1 1-16 15,-1 1-1584-15,-2-1-320 0,1 0-64 0,0 1-16 16,-1 0 528-16,-2-1 112 0,0 2 0 0,-1-2 16 16,0 3-16-16,-2 1 0 0,-2-2 0 0,1 1 0 0,-2 1 2016 0,1-1 480 0,-1 1 0 0,-1-2 0 15,0 1 0-15,0 0 0 0,-1 1 0 0,-1-2 144 16,0 2-144-16,-1-1 0 0,0 1 0 0,-1 1 0 15,-1-1 720-15,0 1 144 0,0 0 32 0,0-1 0 16,-1 1 624-16,1 0 128 0,-1 1 16 0,1-1 16 16,0 0 64-16,-1 2 16 0,1-2 0 0,0 0 0 0,0 1-96 0,0 1-32 15,0 0 0-15,0-2 0 0,0 2-224 0,0 0-32 16,-1-2-16-16,1 2 0 0,0 0-192 0,0 0-32 16,0 0-16-16,0 2 0 0,0-2-576 0,-1 0-112 15,1 0-32-15,-1 2 48 0,1-2-48 0,-1 1 0 16,1 1 0-16,-2-2 0 0,2 2-96 0,-1-2-32 15,-1 2 0-15,-1 0 0 0,1-1-16 0,-2 1-16 16,2 3 0-16,-3-3 0 0,-1 3-80 0,1 0-16 16,-2-1 0-16,0 2 0 0,-1 0 0 0,-1 1 0 15,2-2 0-15,-1 2 0 0,1-1 0 0,1 0 0 16,2-1 0-16,1-1 48 0,0 1-64 0,2-2-128 16,2-1 192-16,0 0-64 0,2-2-128 0,1 1 0 15,0-1 0-15,2 1 0 0,1-1 0 0,1 1 0 0,-2 1 0 0,2-2 0 16,-2 1 0-16,-6-1 0 0,0 0 0 0,0 0 0 15,0 0-128-15,35 13 128 0,-35-13 0 0,0 0 0 16,0 0 0-16,0 0 0 0,0 0-144 0,0 0 144 16,0 0 0-16,0 0 0 0,0 0 0 0,14 38 0 15,-17-35 0-15,-1 1 0 0,-1-1 0 0,0 2 0 16,0-2 0-16,-1-2 0 0,0 2 0 0,-2-1 0 16,2 0 0-16,-1-1 0 0,2 1-128 0,0-2 128 31,2 0-832-31,1 0-96 0,0 0-32 0,2 0 0 0,2-3-1296 0,1 1-272 15,2-1-48-15,2 0-10544 0</inkml:trace>
  <inkml:trace contextRef="#ctx0" brushRef="#br1" timeOffset="-145297.68">21143 9727 4607 0,'7'-5'192'0,"-4"3"64"0,1 0-256 0,-1 0 0 0,-1 1 0 0,0 1 0 16,-1-2 1312 0,2 0 224-16,2-1 32 0,1-1 16 0,2-1 144 0,-1 0 16 0,1 1 16 0,-1 1 0 15,0-2-608-15,0 1-112 0,-1-1-16 0,2 2-16 16,-2-1 80-16,1 1 0 15,-1-2 16-15,1 2 0 0,-2-1 64 0,0 0 16 0,0 1 0 0,-3 1 0 16,0-2-352-16,0 3-64 16,-1-1 0-16,-1 2-16 0,-1 0-32 0,-1-2 0 0,0 4 0 0,-2-2 0 0,-1 0-112 0,1 2-32 15,-1-1 0-15,0 1 0 0,1 0-160 0,-1 0-32 16,-1 0-16-16,2 1 0 0,0 0-160 0,-1-1-16 16,2 0-16-16,-2 0 0 15,1 1-176-15,1 0 192 0,0-1-192 0,-1 0 192 0,1 0-64 0,1 0-128 16,-1 1 192-16,1 0-64 0,1-1-128 0,-1 0 128 15,1 0-128-15,1-1 128 0,0 1-128 0,-1 0 192 16,1-2-192-16,1 1 192 0,-1 1-32 0,0-2 0 16,1 2 0-16,-1-2 0 0,0 0 0 0,1 2 0 15,-1-2 0-15,1 0 0 0,-1 0-160 16,1 0 192-16,0 0-192 0,0 0 192 0,1 0-192 0,-1-2 128 16,0 2-128-16,1 0 128 0,-1 0-128 0,1-2 128 0,0 2-128 0,0 0 128 15,0-2-128-15,0 2 0 0,0 0 144 0,1 0-144 16,-1-1 0-16,0 1 128 0,0 0-128 0,-1 0 0 15,1-2 0-15,0 2 0 0,1 0 0 0,-1-2 128 16,0 2-128-16,0-1 0 0,1 1 0 0,0-2 0 31,0 1 0-31,0 0 0 0,0 1 0 0,0-2 0 0,1 2 0 0,0-2 0 0,-1 1 0 0,2 1 0 16,-1 0 0-16,0-2 128 0,1 1-128 0,-1 1 0 16,2-2 0-16,0 2 0 0,-1-2 0 0,2 0 128 15,0-1-128-15,0 1 0 0,0-3 0 0,0 3 0 16,1-1 0-16,-1-2 0 0,2 1 0 0,-3-1 0 0,0 0 0 15,-1 1 0-15,0-1 0 0,0 0 0 16,-2 3 0-16,0-3 0 0,-1 2 0 0,-1-1 0 0,0 0 0 0,-2 1 0 16,0 0 0-16,-1-1 0 0,0 1 0 0,0-1 0 15,0 1 0-15,-1-1 0 0,0 1 0 0,-1-2 0 16,1 1 0-16,-2-1 0 0,0 2 0 0,1 0 0 16,-1 2 0-16,0-1 0 0,0 1 0 0,0 1 0 15,0 3 0-15,-1-2 0 0,0 2 0 0,-2 2 0 16,1 2 0-16,-1 1 0 0,0 1 0 0,-1 1 0 15,-1 1 0-15,0 3 0 0,0-1 0 0,1 3 0 32,-2-1 0-32,2 1 0 0,1-2 0 0,0 2 0 0,3-3 0 0,-1-1-128 0,3-1 128 0,3-11 0 0,0 0 0 15,-4 26 0 1,4-26 0-16,0 0 0 0,0 0 0 0,0 0 0 0,0 0 0 0,0 0 0 0,0 0 0 0,37 24 0 16,-29-26 0-16,2 2 0 15,0-3 0-15,0-1 0 16,1 1 0-16,0 1 0 0,0-3 0 0,0 0 0 15,0 1-160-15,-3 1-96 0,0-2-32 0,1 3-17936 16</inkml:trace>
  <inkml:trace contextRef="#ctx0" brushRef="#br1" timeOffset="-144281">21804 9616 8287 0,'3'0'736'0,"0"-2"-592"16,1 2-144-16,-3 0 0 0,0 0 1520 0,0-2 272 15,2 1 48-15,2-2 16 0,1 1 336 0,2-2 80 16,0-1 16-16,-1 0 0 0,1 0-448 0,-2-2-96 16,1 1-16-16,-2-2 0 0,0 3-704 0,-1-3-128 15,0-1-48-15,-2 1 0 0,0 2-400 0,-1-3-96 16,0 3-16-16,-2-2 0 0,-1 3-144 0,-1 0-48 15,0 3 0-15,-2-1 0 0,0 3-144 0,-1 3 192 0,-1 0-192 0,-1 3 192 16,0 2-64-16,-1 1 0 0,-1 1 0 0,0 3 0 16,0 4-128-16,0 0 0 0,1-1 0 0,0-1 0 15,2 2 0-15,-1 1 0 0,1-1 0 0,1 2 0 16,2-5 0-16,4-14 128 0,0 0-128 0,-2 36 0 16,2-36 0-16,0 0 128 0,0 0-128 0,0 0 0 15,0 0 0-15,0 0 0 0,31 9 128 0,-23-14-128 16,1-1 0-16,1-2 160 0,0-2-160 0,1 1 160 15,0-2-384-15,-1-1-80 0,0 0-16 0,-1 1 0 16,0 0-128-16,-2 2-16 0,0-1-16 0,-3 1 0 0,1 2 352 0,-1 2 128 16,-2 0 0-16,0 1-144 15,-1 3 144-15,-1 1 0 0,0 0 128 0,0 3-128 0,-1 2 480 0,-1-1 32 16,1 4 0-16,-1-2 0 0,-1 4 128 0,-1 2 48 0,0 0 0 16,1 2 0-16,-1-4-416 0,1 1-80 15,0-1 0-15,1-1-16 16,1-1-48-16,0-2 0 0,0 0 0 0,1-2 0 0,1-2-128 0,1-1 160 0,0-1-160 0,1-1 160 15,1-1 16-15,1-3 0 16,1-2 0-16,1 0 0 16,0 0-176-16,1-5 160 0,2 2-160 0,0-2 160 0,1-1-160 0,0 0 0 0,0 0 0 0,-1 1 0 15,2 2 0-15,-1-1 0 0,0 1 0 0,-1-2 0 16,1 2-128-16,-1 3 128 0,1 0 0 0,-3 5 0 16,0-1 0-16,-1 3 0 0,-1 1 0 0,-1 1 0 15,-5-2 0-15,0 0 0 0,0 0 0 0,0 0 0 0,0 0 0 16,26 42 0-1,-26-42 0-15,0 0 0 0,0 0 0 0,9 41 0 16,-9-41 0-16,0 0 0 0,0 33 0 0,0-33 0 16,0 0 0-16,-4 26 0 0,3-19 0 0,-1-1 0 15,0-2 0-15,0 1 0 0,-1-1 0 0,1-2 0 16,0-1 128-16,1-1-128 0,-1 0 0 0,1-1 128 16,0-1-128-16,1-2 128 0,0 1 32 0,1-3 0 15,0 0 0-15,2-1 0 0,-2 2-32 0,3-3-128 16,0-1 192-16,0 1-64 0,1 0-128 0,1 1 0 15,0-2 0-15,2-1 0 0,3-3 0 0,0 1 0 16,1-2 0-16,0 2 0 16,0 1-512-16,0 0-64 0,0 1-32 0,-1 3-16832 0</inkml:trace>
  <inkml:trace contextRef="#ctx0" brushRef="#br1" timeOffset="-143568.8">22199 9628 8287 0,'-1'-3'736'0,"0"1"-592"0,1 0-144 0,0 1 0 0,1 1 1344 0,0 0 224 15,-1 0 48-15,1 0 16 0,1-2 816 0,1 2 176 16,2 0 16-16,-1 0 16 15,2 2-704-15,1-1-144 0,0 1-16 0,-7-2-16 0,0 0-704 0,0 0-144 16,34 9-32-16,-34-9 0 0,22 0-272 0,-9-2-64 16,1 0-16-16,0-5 0 15,-1 2-192-15,-1-3-32 0,-1 0-16 0,0-1 0 0,-2-2-304 0,-2 0 160 16,0-1-160-16,-4 0 128 16,-1 2-128-16,-2 1 0 0,-2-1 0 0,-1 3 0 0,-3 0 0 15,-1 3-144-15,-3 1 144 0,-1 0-160 0,-1 3-160 0,-2 0-16 0,0 0-16 0,0 5 0 16,1 0 96-1,0 2 32-15,0 3 0 0,1 1 0 0,1 1 224 0,1 0 0 16,0 2 0-16,0 3 0 0,1-2 0 0,1 1 0 0,0 0 208 0,1-1-64 16,2 2 240-16,0 0 32 15,5-17 16-15,-4 29 0 0,4-29 80 0,0 0 32 0,0 0 0 0,12 36 0 16,-12-36-288-16,0 0-64 0,0 0-16 0,37 12 0 16,-23-14-176-16,-1-1 160 0,0-2-160 0,2 1 160 31,0-3-800-31,1 2-144 0,1-4-48 0,-2 1-15680 0</inkml:trace>
  <inkml:trace contextRef="#ctx0" brushRef="#br1" timeOffset="-141208.93">22806 9554 1839 0,'1'0'160'0,"0"-2"-160"16,0 2 0-16,-1-2 0 0,0 1 992 0,2 1 160 15,-2-2 48-15,1-1 0 0,0 0 576 0,1-2 112 16,-1-1 32-16,0 2 0 0,-1 1 0 0,0-1 16 0,0 3 0 0,-1-1 0 16,0 2-304-16,0 0-64 0,0 2-16 0,-1 1 0 15,-1 3-400-15,-1 0-96 0,1 3-16 0,-1 1 0 16,-1 4-384-16,0 0-80 0,-1 1 0 0,-1 4-16 16,2-3-256-16,-2 1-48 0,1 2-16 0,0-4 0 15,1 0-80-15,0-3-16 0,2-2 0 0,1-1 0 16,1-3-144-16,0-2 160 0,1 1-160 0,1-3 160 15,0-2-160-15,0 0 128 0,1-2-128 0,2-1 128 16,0-2-128-16,-1 1 192 0,3-3-192 0,0 0 192 16,-1-1-192-16,2-1 0 0,-2 0 0 0,2-1 0 0,-2 0-256 0,1-1-16 15,0 1-16-15,0 1 0 0,0-1 112 0,0 0 32 16,0 2 0-16,0 0 0 0,0-1 144 0,1 2 0 16,-1-1 0-16,0 1 0 0,1 2 0 15,-2 3 0-15,2-2 0 0,-2 3 0 0,1 1 144 0,-1 0-144 16,-1 1 192-16,1 3-192 0,-2-2 480 0,0 1-16 15,-3-3 0-15,0 0 0 0,0 0-96 0,0 0-32 16,0 0 0-16,10 45 0 0,-10-45-112 0,0 0-32 16,-2 28 0-16,0-17 0 15,-1-3-192-15,-1 1 176 0,0 1-176 0,-1 0 160 0,0-1-32 0,0-2-128 16,0 0 192-16,0-2-64 16,3 0 80-16,-1-3 16 0,2-1 0 0,1-1 0 0,1-1-224 0,0-1 0 15,2-1 128-15,0-1-128 0,2-1 0 16,0-1 0-16,3-2 0 0,0-1 0 15,2 0-592-15,0-2-64 0,1 0-16 0,0 1 0 0,1-2-864 0,-1 1-160 0,0 2-32 0,0-2-16 16,-1 4 672-16,-1-2 144 0,0 1 32 16,-1 0 0-16,-1 2 656 0,0-1 240 15,-2 2-144-15,1 1 144 0,-2-1 0 0,-1 2 0 0,1 1 192 0,-2 1-64 16,0 1 512-16,-2 0 128 0,0 1 0 0,0 1 16 16,0 1 32-16,0 0 0 0,-2 1 0 0,0 3 0 15,-1-2-176-15,0 5-48 0,0-1 0 0,-2 1 0 16,0 3-160-16,1-1-48 0,-1 0 0 0,1 2 0 15,1-1-48-15,-1 0-16 16,4-13 0-16,0 0 0 0,-2 30-160 0,2-30-32 0,0 0-128 0,0 0 192 16,0 0-192-16,0 0 0 0,0 0 128 0,0 0-128 15,41 16 0-15,-33-21 0 16,1-1 0-16,2 0 0 0,-1-1 0 0,0-3 0 16,0 2 0-16,0 0 0 0,1-4-128 0,-2 3-128 0,1-1-32 0,-2-1 0 15,2 1-16-15,-2-1 0 16,0 0 0-16,0-1 0 0,-1 1 304 0,1 1 0 0,-2-1-128 0,1 1 128 15,-1 0 0-15,0 1 0 0,0 0 0 0,0 1 0 16,-1 1 0-16,0 0 0 0,-1 1 0 0,-1 2 0 16,1 1 0-16,0 0 0 0,-1 1 0 0,-1 1 0 15,0 1 0-15,0 0 0 0,-1 0 0 0,0 3 0 16,0-1 0-16,-1-1 0 0,0 2 128 0,-1 2-128 16,0 0 208-16,-1 2 0 0,0 0 0 0,0-1 0 15,0 2 128-15,-1 1 32 0,0 0 0 0,-1 2 0 0,0-1-32 0,-1 1 0 16,1-1 0-16,0-1 0 0,-1 1-80 0,1-2 0 15,1-1-16-15,0 1 0 0,1-2-112 16,0 0-128-16,1 0 176 0,0 0-176 0,2-3 128 0,-1 1-128 16,1-1 0-16,1-1 0 0,0 0 0 15,2-1 0-15,-1-2 0 0,3-2 0 0,0 2 0 0,-1-4 0 16,1 2 128-16,-2 0-128 0,2-2 0 0,0 0 0 16,0 2 0-16,-1-2 0 0,2-2 0 0,-1 3 0 15,-1-2 0-15,0 2 0 0,-1 0 0 0,-1 1 0 16,0 0 0-16,-1 1-144 15,0 0-240-15,-1 2-64 0,0 0 0 0,-1 0 0 16,0 0-320-16,-1 0-80 0,1 0-16 0,-1 0 0 16,0 1 224-16,1-1 32 0,-1 0 16 0,0 0 0 0,1 0 336 0,0-1 80 0,0 1 16 0,0-3 0 15,0 3 160-15,0-4 0 0,0 3-144 0,0-2 144 16,0 0 0-16,0 1 0 0,0 1 0 0,0-1 0 16,0 0 0-16,0 1 0 0,0 1 0 0,0-2 0 15,0 2 0-15,0 0 0 0,1 0 0 0,-1 0 0 16,0 0 0-16,1 0 0 0,-1 0 0 0,1 0 0 0,0 0 0 15,0-2 0-15,-1 2 0 0,2-3 0 0,-1 3 0 0,1-2 0 16,0 0 0-16,-1 1 0 0,1-1 0 0,0 0 0 16,-1 0 128-16,1-1-128 0,0 1 0 0,0-1 0 15,-1 1 144-15,1 0-144 0,0-1 144 0,-1-1-144 16,1 1 192-16,0 1-192 0,1 0 160 0,0-1-160 16,0-2 128-16,0 1-128 0,1-1 0 0,0 0 0 15,1-2 128-15,0 2-128 0,0-2 0 0,0 0 0 16,1 0 0-16,-1 0 0 0,1-1 0 0,-2-1 0 15,1 3 0-15,-1-2 0 0,-1 3 0 0,0-1 0 16,0 2 0-16,-2 1 0 0,0 2 0 0,-1-1 0 0,-1 2 0 0,1-2 0 16,-1 2 0-16,0 0 0 0,0 2 0 0,-1-2 0 15,1 2 0-15,0-2 0 0,0 2 0 0,-1 0 0 16,0 1 0-16,0-1 0 0,2 2 0 0,-3-1 0 16,1 3 256-16,0 0-16 0,-1 0-16 0,0 2 0 15,-1 0 48-15,2 1 16 0,-2 1 0 16,0 1 0-16,0-1 32 0,1 2 0 0,-2-2 0 0,5-10 0 15,-6 23-32-15,2-14 0 0,1 1 0 0,1 0 0 16,1-1-48-16,0-2-16 0,1 0 0 0,0-1 0 16,1-2-96-16,1 1 0 0,0-3-128 0,2-1 192 0,-1 0-192 15,1-2 144-15,2 0-144 0,-1-1 128 0,1-1-128 0,0-2 0 32,2 3 0-32,-1-5 0 0,2 1-320 0,-1-2-32 0,1 1-16 15,0-1-10704-15,0 1-2160 0</inkml:trace>
  <inkml:trace contextRef="#ctx0" brushRef="#br1" timeOffset="-140923.84">23733 9248 12895 0,'-2'3'576'0,"1"-1"112"0,-1 1-560 0,0 0-128 0,1 0 0 0,-1-2 0 0,0 3 1408 0,0 1 256 0,-3 2 64 0,-2 3 0 15,0 4-144-15,-3 3-32 16,-1 2 0-16,-2 2 0 0,0 1-336 0,0-1-80 0,1 2-16 0,-1-1 0 31,2 1 48-31,0-1 16 0,2 1 0 0,0-1 0 0,2-4-512 0,2 0-96 0,5-18-32 0,-8 31 0 16,8-31-352-16,0 0-192 0,-1 32 192 0,1-32-192 0,0 0 0 0,0 0 0 16,0 0 0-16,0 0-192 15,0 0-384-15,0 0-80 0,30 5-16 0,-25-10 0 31,-1-2-1312-31,0 2-256 0,1-2-48 0,-2 0-9872 0</inkml:trace>
  <inkml:trace contextRef="#ctx0" brushRef="#br1" timeOffset="-140748.62">23574 9471 8399 0,'-5'-4'176'0,"2"3"32"0,0-1 16 0,1 2 32 0,1 0-256 0,1 0 0 15,-1 0 0-15,0-1 0 0,0 1 2560 0,0 0 464 0,1-1 96 0,0 1 16 16,3-2-576-16,2 1-128 0,1-3 0 0,3 1-16 15,0-1-672-15,1 1-128 0,1-3-16 0,1 1-16 16,-1 0-816-16,0 0-176 0,2 0-16 0,-1-2-16 16,1 2-432-16,-1-2-128 0,1 2 0 0,-2 0 0 15,1 2-384 1,-1 0-192-16,1-2-48 0,-1 2-14864 0</inkml:trace>
  <inkml:trace contextRef="#ctx0" brushRef="#br1" timeOffset="-133108.91">23851 9471 5519 0,'1'-2'496'0,"0"-1"-496"16,-1 3 0-16,1-2 0 0,-1 2 512 0,0-1 16 0,1 0 0 0,0-4 0 15,1 2 768-15,-1-3 160 0,1 1 16 0,0 1 16 16,-1 1 528-16,1-2 96 0,-1 2 32 0,0 0 0 16,0 2-464-16,1-4-80 0,0 5-32 0,-2-3 0 15,0 3-352-15,0 0-64 0,0 0 0 0,-2 0-16 16,0 3-352-16,-1-1-64 0,-2 3-16 0,1 2 0 0,-2 2-272 0,0 3-64 16,-1 3-16-16,0 1 0 0,-1 1-80 0,1 2-16 15,0 1 0-15,0-2 0 16,2-1-112-16,-1-1-16 0,6-16-128 0,-5 24 192 0,5-24-192 15,0 0 176-15,0 0-176 0,0 0 160 0,0 0-160 0,0 0 128 16,0 0-128-16,39 12 128 0,-26-22 0 0,1-2-128 16,0 0 192-16,0-2-64 15,0 0-576-15,0-2-112 0,0 1-16 0,-2-1-16 16,0 1-624-16,-1 1-128 0,-1 0-32 0,-1 1 0 0,0 0 992 16,-2 2 208-16,-1 1 48 0,-3 2 0 0,1 3 496 15,-3 1 96-15,0 4 32 0,-2 0 0 0,0 1 672 0,-2 2 144 0,1 2 32 16,-2 0 0-16,4-5-512 0,-8 17-112 15,8-17-16-15,-10 21 0 0,10-21-288 0,-8 26-64 0,8-26-16 0,-5 28 0 16,5-28-160-16,0 0-48 0,-1 36 0 0,1-36 0 16,0 0-128-16,0 0 0 0,10 36 0 0,-10-36 128 15,0 0-128-15,0 0 0 0,0 0 0 0,0 0 0 16,30 9 0-16,-30-9 0 16,12-5 0-16,-6 2 0 0,-2 0-1104 0,-4 3-112 0,10-5 0 0,-6 2-16 15,-4 3-2208-15,12-4-432 16,-7 1-96-16,1 1 0 0,0-3-208 0,1 3-48 15,-1-1 0-15,1-4 0 0,0 2 3376 0,1-2 656 0,0 0 192 0,-1 0 0 16,1 2 0-16,-2-4 0 0,2-1 0 0,-2 1 0 16,1-2 1888-16,-2 1 496 0,0 2 112 0,-2-1 32 15,-1 2-176-15,0 0-48 0,-1 2 0 0,-1 1 32 16,-1 1-320-16,0 0-64 0,0 1-16 0,-1 1 48 0,1 1-656 0,-1 0-128 16,-1 0-32-16,1 0 32 0,-1 0-496 0,1 1-80 15,0-1-32-15,0 0 32 0,-1 0-272 0,1 2-48 16,-1-2-16-16,1 1 32 0,-1 1-128 0,-1 0-32 0,0 1 0 0,1 1 32 15,-2 1-192-15,0 1 0 0,0 2 0 16,-1 0 0-16,1 1 0 0,-2 0 0 0,2 3 0 0,-1 0 0 31,6-12 0-31,-9 24 0 0,9-24-144 0,0 0 144 0,-6 28 0 0,6-28 0 0,0 0-128 0,0 0 128 16,0 0 0-16,0 0-144 16,0 0 144-16,0 0 0 0,40 10-128 0,-30-17 128 15,1-1 0-15,0 0 0 0,0 0-448 0,0-2 0 16,-1-1-16-16,-1 1 0 0,0 1-48 0,-2-1-16 0,-1 3 0 0,-2 0 0 15,0 0 528-15,-1 0 0 0,-2 2 0 0,-1 2 0 0,-1 1 0 16,-1 2 0-16,-1 0 0 0,0 3 0 0,0 1 320 16,-1 1-48-16,-1 2 0 0,1 0 0 0,4-7 32 0,-9 22 0 15,9-22 0-15,-6 23 0 16,6-23-304-16,0 0 160 0,-4 31-160 0,4-31 128 0,0 0-128 0,0 0 0 16,0 0 0-16,16 36 0 0,-16-36 0 0,0 0 0 15,24-3 0-15,-14-4 0 0,2 0-352 0,1-2 48 16,1-3 16-16,1-2 0 15,-1 0-1680-15,0 0-336 0,0-1-64 0,-1 0 0 16,-2 1-432-16,-1 0-80 0,-1 0 0 0,-1 0-16 16,-1 0 1680-16,1-3 352 0,-1 2 64 0,0-1 16 0,-3 3 1136 0,2-2 224 15,-1-1 64-15,0-1 0 0,0 0 928 0,-1-2 192 16,0 0 32-16,-1 2 16 0,-1 3 48 0,-1 0 16 16,0 4 0-16,0 2 0 0,0 2-400 0,-2 2-64 0,1 3-32 0,-2 1 0 15,1 3-416-15,-2 2-64 0,-1 2-32 16,4-7 0-16,-10 24-352 0,3-6-80 0,-2 1-16 0,0 5 0 31,0-2-256-31,-2 4-160 0,1-2 192 0,0 2-192 0,0 0 128 0,1-2-128 0,1-1 0 0,8-23 0 16,-10 40 0-16,10-40 0 0,-4 31 0 0,4-31 0 31,0 0 0-31,4 33 0 0,-4-33 0 0,0 0 0 16,0 0-528-16,0 0-64 0,0 0-16 15,0 0 0-15,0 0-400 0,31 10-80 0,-25-15 0 0,1-3-16 16,-1 2-944-16,1-4-192 0,1 1-48 0,-1 0 0 15,-1 1-720-15,1-2-128 0,2-4-48 0,0 0 0 16,1-4 1280-16,1-2 256 0,0-1 48 0,0-2 16 0,0 1 1360 0,-1-2 224 16,0 2 128-16,-1 1 0 0,0 2 1120 0,-3 4 224 15,0 3 64-15,-3 4 0 0,0 2 544 0,-2 2 112 16,-1 2 32-16,-1 2 0 0,-1 0-304 0,0 2-48 16,-2 2-16-16,0 2 0 0,0-1-368 0,-1 1-80 15,-1 3 0-15,1 2-16 0,-1-2-368 0,0 1-64 16,1 1 0-16,-1 0-16 0,0 1-512 0,0 1-112 15,0 3 0-15,0-1-16 0,6-15-80 0,-9 28-16 16,9-28 0-16,-8 33 0 0,8-33-80 0,-8 35-128 0,8-35 176 16,-5 35-176-16,5-35 0 0,-5 37 0 0,5-37 0 0,-3 31 0 15,3-31 0-15,0 0-176 0,0 0 32 0,9 38 0 32,-9-38-752-32,0 0-160 0,0 0-32 0,27 0-9408 0,-17-7-1904 0</inkml:trace>
  <inkml:trace contextRef="#ctx0" brushRef="#br1" timeOffset="-132529.94">24627 9375 14735 0,'-2'-3'640'0,"1"0"160"0,1 3-640 0,-1-2-160 0,1 0 0 0,0 2 0 16,0 0 1616-16,1-1 304 0,-1 1 48 0,0-2 16 16,1 2-256-16,-1 0-64 0,0 0 0 0,0 2 0 15,0-2-336-15,0 0-80 0,0 0-16 0,0 0 0 0,0 0-240 0,0 0-48 16,-7 26-16-16,7-26 0 0,0 0-432 0,-9 31-96 15,9-31-16-15,-8 27 0 0,8-27-160 0,-7 30-32 16,7-30-16-16,-5 29 0 0,5-29-16 0,0 0 0 16,2 40 0-16,-2-40 0 0,0 0-160 0,0 0 0 15,20 33 0-15,-20-33 0 0,0 0 0 0,0 0 0 16,0 0 0-16,34 2 0 0,-26-6 0 0,2-5 0 16,-2 1 0-16,1-1 0 0,2-2 0 0,-1 0 0 15,0-1 0-15,-1 1 0 0,0 1-240 0,1-2-16 16,-2 1-16-16,0-1 0 0,-1 1 128 0,-1 0 144 15,-2-1-208-15,0 3 80 0,-1-2 128 0,-2 3 0 16,0-1 0-16,0 2 0 0,-1 1 0 0,-1 2 0 16,0-1 0-16,1 1 128 0,-1 1-128 0,-1 1 176 15,0-1-176-15,1-1 192 0,0 1 128 0,0 2 48 0,0 0 0 0,0 1 0 16,0 0-80-16,0 1-16 0,1-1 0 0,0 0 0 16,0 0-272-16,0 0 160 0,-3 29-160 0,3-29 128 15,0 0-128-15,0 48 0 0,0-48 0 16,-2 45 128-16,2-45-128 0,-4 52 0 0,1-25 0 0,0 1 0 15,-2-2 0-15,-1-2 0 0,0 0 0 0,-1 0 0 16,-2 1-128-16,0-4 128 0,0-1-160 0,-1-4 160 16,1 0-192-16,1-1 48 0,-1-3 16 0,1 0 0 15,1-1 128-15,0-3 0 0,1-2 0 0,0-2 0 16,3 0 0-16,1-4 0 0,0 0 128 0,2-3-128 16,1-2 208-16,1-1-16 0,2-2-16 0,2-1 0 15,0-3 16-15,3-2 0 0,2-1 0 0,3-5 0 0,5-2-192 0,2-2 0 16,1 0 0-16,3 1 128 0,3-3-128 0,0 0 0 15,3 2 0-15,-1-2 0 0,-1 2-320 0,2 1-64 16,0 3 0-16</inkml:trace>
  <inkml:trace contextRef="#ctx0" brushRef="#br1" timeOffset="-130688.01">22319 10098 8287 0,'0'2'736'16,"0"-2"-592"-16,0 2-144 0,0-1 0 0,0-1 1216 0,0 1 224 0,0-1 32 0,0 2 16 16,0-2 368-16,0 0 64 0,0 0 0 0,0 0 16 15,0 0-432-15,0 0-96 0,0 0 0 0,0 0-16 16,22 36-432-16,-22-36-64 0,0 0-32 0,0 0 0 0,31-2-176 0,-20-3-48 16,1 0 0-16,3-2 0 0,0-2-48 0,1-2-16 15,0-2 0-15,0 1 0 16,0 0-400-16,-1 0-176 0,-3 1 128 0,-2 1-128 15,-1 1 0-15,-1-1-320 0,-3 1 48 0,-2 4 16 0,-1-2 48 0,-3 2 16 16,-2 3 0-16,-2-1 0 16,-4 1-64-16,-1 2-16 0,-2 2 0 0,-1 1 0 0,-1 1 64 0,-1 1 16 15,1 0 0-15,0 2 0 0,1 0 192 0,0 3 240 16,0 0-48-16,0 1-16 0,2 1-48 0,0 0-128 16,1 2 192-16,1 0-64 0,-1 1-128 0,2 1 160 0,2 0-160 15,0-1 160-15,6-15 0 0,-6 29 0 0,6-29 0 0,0 0 0 16,3 35 96-16,-3-35 32 0,0 0 0 0,0 0 0 15,26 28-80-15,-26-28-16 0,0 0 0 0,32 5 0 16,-32-5-64-16,25-5-128 0,-12 0 176 0,1 1-176 16,1-6-128-16,-1 3-144 0,1-2-32 0,-1-1 0 15,-3 3-816-15,2-2-160 0,1-1-48 0,0 0 0 16,-1 1-720 0,0-2-160-16,-2 1-32 0,-1 0 0 0,1 1-624 0,-4-1-128 0,0 1-16 0,-2-1-16 15,0 3 1312-15,-3-2 272 0,-1-1 48 0,0 1 16 0,-2 2 960 0,0 0 192 16,1 2 32-16,-2 0 16 0,0 0 784 15,1 1 160-15,-1 1 16 0,1 3 16 0,1 0 736 0,-1 1 160 16,1-1 32-16,0 0 0 0,0 0 256 0,0 0 48 16,0 0 16-16,6 35 0 0,-6-35-352 15,0 0-64-15,0 0-16 0,16 38 0 0,-16-38-528 0,0 0-128 16,0 0 0-16,31 35-16 0,-31-35-352 16,0 0-64-16,0 0-16 0,42 24 0 0,-42-24-288 0,0 0-64 15,32 10-16-15,-32-10 0 16,0 0-480-16,29 3-112 0,-29-3 0 0,0 0-16 15,28-3-1408-15,-28 3-288 0</inkml:trace>
  <inkml:trace contextRef="#ctx0" brushRef="#br1" timeOffset="-130514.91">22841 9996 11967 0,'-2'-1'1072'0,"1"1"-864"15,1 0-208-15,0 0 0 0,-4 5 1136 0,1-3 176 16,-1 1 32-16,-3 4 16 0,-3 3 640 0,-5 4 128 15,-4 2 32-15,-2 4 0 0,-3 0-880 0,0 2-192 16,0-1-16-16,0-2-16 0,3 2-608 0,1-4-112 16,2-1-16-16,3-4-16 0,3 0-304 0,2-4-224 15,4-2 32-15,3-1-12768 0</inkml:trace>
  <inkml:trace contextRef="#ctx0" brushRef="#br1" timeOffset="-129962.03">22986 10043 5151 0,'3'-3'0'0,"-2"1"224"0,1 0-64 0,-2 2-16 0,0 0-144 0,0 0 0 16,0 0 0-16,1-2 0 0,0 2 0 0,0-1-176 16,-1 1 48-16,1 0 128 0,-1 1 128 0,1 1 160 15,-1-2 32-15,0 2 16 0,1-2 1024 0,-1 0 208 16,0 1 32-16,1-1 32 0,0 1 480 0,-1-1 112 16,1 0 16-16,0-1 0 0,0 0 208 0,0 1 48 15,-1-2 0-15,0 2 16 0,1-2-656 0,-1 1-144 0,0-1-32 16,-1 0 16-16,1 1-704 0,-2-1-144 0,0 0-16 0,-2 0 0 15,0 1-384-15,0-1-80 0,-1 2-16 0,0 0 32 16,-2 0-224-16,1 0-32 0,-2 2-128 0,2-1 208 16,-1 1-208-16,0 1 144 0,0 1-144 0,1 1 144 15,0 1-144-15,0-1 0 0,0 2-160 0,0 3 160 16,6-10-192-16,-10 19 48 0,10-19 0 0,-7 21 16 16,7-21 128-16,0 0 0 0,-4 28-144 0,4-28 144 15,0 0 0-15,0 0 0 16,0 0 0-16,0 0 0 0,0 0 0 0,19 35 0 0,-19-35 0 0,0 0 0 15,0 0 0-15,25-1 0 0,-17-3 0 16,1 0 0-16,-1 0 0 0,1-1-144 0,1-2 144 0,2 0 0 31,0 0-464-31,0-2-16 0,0 2 0 0,-1 1 0 0,-1 0-624 0,0-2-128 0,0 4-32 0,-1-1 0 16,-9 5-64-16,16-5-16 0,-10 3 0 0,-6 2 0 16,0 0-384-16,0 0-96 0,0 0-16 0,0 0-8592 15</inkml:trace>
  <inkml:trace contextRef="#ctx0" brushRef="#br1" timeOffset="-128710.57">23175 10019 911 0,'0'0'0'0,"0"0"0"0,-1 0 0 0,0 0 0 0,1 0 0 0,0 0 0 16,0 0 1152-16,-1 0 128 0,1 0 48 0,-1-2 0 0,1 1 544 15,0-1 112 1,0 1 32-16,-1 0 0 0,1-2-224 0,1 1-32 0,-1 0-16 0,0-1 0 0,1 2-592 0,-1 0-128 16,1-1-32-16,-1-1 0 15,1 3-480-15,0-2-112 0,-1-1-16 0,1 3 0 16,0-2-128-16,-1 2-16 0,1-2-16 0,0-1 0 15,0 1 240-15,1-1 48 0,-1 0 16 0,0 0 0 0,1-2 96 0,1 1 16 16,0-2 0-16,0 1 0 0,-1-2-112 0,2 0-16 16,0 0 0-16,0-2 0 0,-1-1 0 0,1 1 0 15,0 0 0-15,-1 0 0 0,1 0-96 16,-1 3-32-16,-1-2 0 0,0 1 0 0,-1 2 64 0,1 1 16 0,-1 1 0 0,-1 1 0 31,1 2 96-31,-1 0 16 0,-1 0 0 0,1 1 0 0,-1 1-160 0,1-2-32 16,0 0 0-16,0 0 0 15,-7 19-128-15,7-19-48 0,0 0 0 0,-8 23 0 0,8-23-80 0,0 0-128 16,-11 31 176-16,11-31-176 0,-7 23 160 0,7-23-160 0,-8 26 128 0,8-26-128 16,-9 25 0-1,9-25 128-15,-7 26-128 0,7-26 0 0,-8 25 0 16,8-25 0-16,-6 26 0 0,6-26 0 0,-6 25 0 16,6-25 0-16,0 0 0 0,-4 33 0 0,4-33 0 0,0 0 0 15,0 0 0-15,1 33 0 0,-1-33 0 0,0 0 0 16,0 0 0-16,0 0 0 0,0 0 0 0,0 0 0 15,0 0 0-15,28 2 0 0,-20-9 0 0,1-3 0 16,1 1-128-16,1-2 128 16,0-1-448-16,1 0 0 0,-1 0-16 0,-1 0 0 15,-2 2-32-15,1 1 0 0,-1-1 0 0,-1 1 0 0,1-1 256 0,-3 3 48 16,0-1 16-16,-1 2 0 0,-1 0 176 0,-2 0 0 16,1 2 0-16,-2 1 0 0,0 1 0 0,0-1 0 15,-1 1 0-15,-1 2 0 0,2 0 160 0,-2 0-32 0,0 2-128 0,2-2 192 16,0 0 80-16,0 0 16 0,0 0 0 0,-9 13 0 15,9-13-48-15,0 0-16 0,-7 20 0 16,7-20 0-16,0 0-48 0,-6 29-16 0,6-29 0 16,0 0 0-16,-4 31-32 0,4-31 0 0,0 0 0 0,0 33 0 15,0-33-128-15,0 0 0 0,0 0 0 0,0 0 128 16,0 0-128-16,0 0 0 0,0 0 0 0,31 21 0 16,-22-23 0-16,-2-5 0 0,3 1 0 0,0 0 0 15,0-1-464-15,0-2-32 0,1 1 0 0,-1-1 0 16,1-1-640-16,0 3-128 0,-1-2-16 0,0-1-16 15,-2 1 320-15,1 2 64 0,-2-3 16 0,-1 3 0 0,-2-2 560 0,0 1 112 16,0 4 32-16,-3-3 0 0,0 4 192 0,-1 1 192 16,0 0-48-16,0 2 0 0,0 0 496 0,-7 6 112 15,7-6 16-15,-7 10 0 0,7-10-64 0,-10 16-16 16,10-16 0-16,-10 22 0 0,10-22-240 0,-8 21-32 16,8-21-16-16,-6 25 0 0,6-25-144 0,0 0-16 15,0 34-16-15,0-34 0 0,0 0-80 0,0 0-16 16,0 0 0-16,29 27 0 0,-29-27-128 0,0 0 0 0,25-1-160 0,-15-3 160 31,1-3-880-31,1 1-80 0,1-3 0 0,0 0-16 16,0 0-1904-16,0-3-368 0,2 0-80 0,1 0 0 15,0-1-32-15,-1 1 0 0,-1-1 0 0,-1 3 0 16,-1-1 1056-16,-1 1 224 0,0-1 32 0,0 1 16 0,-1-2 1376 0,0 0 272 0,-2 3 48 0,-1-1 16 16,-1 3 1408-16,-2 0 272 0,-3 4 64 0,0 0 16 15,-1 2 1472-15,-2-1 288 0,1 2 64 0,-3 0 16 16,0 2-608-16,-1-1-128 0,-1 2-32 0,0 0 0 15,-1 2-1024-15,0-1-208 0,-2 1-32 0,1 2-16 16,-1 1-272-16,-1-1-48 0,1 2-16 0,-1 1 0 16,1-1-144-16,0 1-48 0,9-10 0 0,-12 21 0 0,12-21-256 15,0 0-64-15,0 0-16 0,-3 24 0 0,3-24-368 0,0 0 128 16,0 0-128-16,0 0 0 0,0 0 0 0,30 14 0 16,-30-14 0-16,0 0 0 0,26 2 0 15,-26-2 0-15,0 0-128 0,0 0 128 0,33 7 0 0,-33-7-160 16,0 0 160-16,0 0 0 0,0 0 0 0,0 0-128 15,29 24 128-15,-29-24 0 0,0 0 0 16,0 0 0-16,0 0 0 0,-6 27 0 0,2-22 0 16,-1 1 0-16,-1-1 0 0,-1-1 0 0,-1-1 0 0,1 2 0 15,0-3 0-15,0 0 0 0,0 0 0 0,0-2 0 16,0 1 0-16,1-1 0 0,0-1-160 0,2-1-32 0,0 0 0 16,1 0 0-1,2-3-1616-15,2 0-336 0</inkml:trace>
  <inkml:trace contextRef="#ctx0" brushRef="#br1" timeOffset="-128532.86">23828 9957 19343 0,'0'0'1728'0,"0"0"-1392"0,0 0-336 0,0 0 0 0,0 0 752 0,0 0 80 31,0 0 0-31,28-4 16 0,-28 4 368 0,24-1 64 16,-24 1 0-16,29-3 16 0,-29 3-1088 0,26-3-208 15,-26 3 0-15,23-3 0 16,-23 3-672-16,18-5-32 0,-18 5 0 0,13-4-10512 0</inkml:trace>
  <inkml:trace contextRef="#ctx0" brushRef="#br1" timeOffset="-128342.42">23921 10007 3679 0,'0'0'320'0,"0"0"-320"0,0 0 0 0,0 0 0 16,0 0 1744-16,-9 12 288 0,9-12 48 0,0 0 16 16,0 0 1248-16,-12 19 256 0,12-19 48 0,-10 19 16 15,10-19-1808-15,0 0-352 0,-10 31-80 0,10-31-16 0,0 0-960 16,0 0-208-16,0 0-48 0,0 0-9040 16,0 0-1824-16</inkml:trace>
  <inkml:trace contextRef="#ctx0" brushRef="#br1" timeOffset="-128025.62">24080 9929 13823 0,'-1'-2'608'0,"1"1"128"0,0 1-592 0,0 0-144 16,0 0 0-16,0 0 0 0,0 0 1792 0,0 0 320 0,0 0 64 0,0 0 0 16,0 0-320-16,0 0-80 0,0 0-16 15,0 0 0-15,0 0-448 0,0 0-96 0,10 38 0 0,-10-38-16 16,0 0-688-16,0 0-128 0,2 40-16 0,-2-40-16 15,0 0-160-15,2 36-16 0,-2-36-16 0,0 0 0 16,0 0 96-16,4 41 0 0,-4-41 16 0,0 0 0 16,0 0 224-16,0 0 32 15,0 0 16-15,19 35 0 0,-19-35-16 0,0 0 0 0,0 0 0 0,0 0 0 16,20-2-80-16,-15-1 0 0,0-2-16 0,1 1 0 16,-1-1-240-16,1-2-32 0,1 2-16 0,0-4 0 0,1 1-144 0,0-1 0 15,3-2 144-15,-1-1-144 0,1 0 0 0,-1-2 0 16,1 2 0-16,-1-3 128 0,0-2-128 15,0 3 0-15,-2-2 0 0,1-1 0 0,-2 4 0 0,0 3 0 16,-3 0-144-16,0 5 144 16,0 0-992-16,-3 3-128 0,0 0-32 0</inkml:trace>
  <inkml:trace contextRef="#ctx0" brushRef="#br1" timeOffset="-127695.31">24305 9974 11967 0,'0'0'528'0,"0"0"112"15,0 0-512-15,0 0-128 0,0 0 0 0,0 0 0 0,0 0 2192 0,0 0 416 0,0 0 80 0,24 0 0 16,-24 0-336-16,0 0-80 0,30 2-16 0,-30-2 0 16,22 0-1040-16,-22 0-224 0,22-1-32 0,-22 1-16 15,22-5-480-15,-11 1-80 0,0 1-32 0,-1 0 0 16,0-4-176-16,-1 3-48 0,1-2 0 0,-2 0 0 16,-1 0-128-16,-1-1 0 15,-2 0 144-15,-2 0-144 0,-2 0 368 0,-1 2 0 0,-2 1 0 0,-3 1 0 16,0 0 96-16,-2 3 32 15,-2-2 0-15,-1 4 0 0,0-1-160 0,-2 3-16 0,0 1-16 0,-1 2 0 16,0 0-176-16,2 3-128 0,1-1 192 0,11-9-192 0,-18 24 256 0,18-24-48 16,-15 26-16-16,15-26 0 0,-10 24-16 0,10-24-16 15,0 0 0-15,-3 34 0 0,3-34 0 0,0 0 0 16,0 0 0-16,27 29 0 0,-27-29-160 0,0 0 0 16,34 12 0-16,-34-12 0 0,25 5 0 0,-25-5 0 15,29 1 0-15,-12-2 0 16,1-1-448-16,0-1-64 0</inkml:trace>
  <inkml:trace contextRef="#ctx0" brushRef="#br1" timeOffset="-127538.65">24765 10076 29487 0,'-4'0'1296'0,"2"0"288"0,2 0-1264 0,1 0-320 0,0-2 0 0,0 1 0 31,1 0-896-31,0-3-224 0</inkml:trace>
  <inkml:trace contextRef="#ctx0" brushRef="#br0" timeOffset="-118761.92">3252 10292 19343 0,'-1'0'1728'0,"0"0"-1392"0,1 0-336 0,-1 0 0 15,1 2 848-15,-1-2 112 0,0 1 0 0,-1 2 16 16,0 2 48-16,-1 0 0 0,2 3 0 0,-1 3 0 16,1-1-336-16,0 6-64 0,0 2-16 0,1 2 0 15,0 4-160-15,0-1-16 0,-1 3-16 0,1 0 0 0,-1 3-96 0,0-2 0 16,0 3-16-16,-1-4 0 0,0 0-176 0,1-1-128 15,-2-2 192-15,1-7-192 0,0-2 0 0,2-2 0 16,0-4 0-16,0-2 0 0,1-3 0 0,0-1 0 16,2-4 0-16,-1-3 0 15,0 0-976-15,1-3-112 0,0-2 0 0,0-2-7568 16,0-2-1520-16</inkml:trace>
  <inkml:trace contextRef="#ctx0" brushRef="#br0" timeOffset="-118456.33">3249 10358 8287 0,'-2'-12'368'0,"0"5"80"0,0 0-448 0,1 2 0 0,0 2 0 0,1 1 0 16,-1 1 1696-16,0-2 256 0,1-2 48 0,-1-2 16 16,0-1 32-16,1 2 0 0,1 1 0 0,1 0 0 15,2 0-512-15,1 1-112 16,0 1-16-16,2 1 0 0,1-2-352 0,0 3-80 0,2 1-16 0,-10 0 0 0,0 0-608 0,0 0-128 16,45 9-32-16,-45-9 0 0,0 0-192 0,36 26 0 15,-36-26 128-15,0 0-128 0,31 35 0 0,-31-35 0 16,0 0 0-16,19 34 0 15,-19-34 0-15,0 0 0 0,1 31 0 0,-4-21 0 0,-2-1 0 0,-2 0 0 16,-3 0 160-16,-2 0-32 16,-1 0 144-16,-2 0 48 0,2-2 0 0,-1 0 0 0,-1-2 64 0,-2 2 0 15,0-1 16-15,-1 0 0 16,-1-1-160-16,1 2-48 0,0-2 0 0,1 0 0 0,0-1-192 0,3-1 0 0,2 1 0 16,2-1 0-16,1-3-320 0,5 0-48 0,1 0-16 0,2 0-15104 31</inkml:trace>
  <inkml:trace contextRef="#ctx0" brushRef="#br0" timeOffset="-117951.44">3624 10391 3679 0,'3'-3'320'0,"-1"1"-320"16,-1 1 0-16,0 0 0 0,0-1 1120 0,0 0 160 0,1-1 16 0,3-2 16 16,1-2 576-16,0 0 112 0,0 0 32 0,-2 1 0 15,0 2 224-15,-1-1 48 0,-1 3 16 0,0 0 0 16,-2 0-416-16,0 0-96 0,-1 2-16 0,-1-1 0 16,-1 1-432-16,0 0-80 0,0 1-32 0,-2 1 0 15,0-2-432-15,1 2-96 0,-2 0-16 0,0 1 0 16,-1 1-208-16,0 1-48 0,-2 5-16 0,0-3 0 15,1 4-176-15,-2 0-16 0,2 2-16 0,0 1 0 16,0 5-96-16,0 0 0 0,1 3-128 0,1-1 192 16,1 0-192-16,2 3 176 0,-1 2-176 0,1 0 160 0,2-2-160 15,1 0 128-15,2-3-128 0,-2-21 128 0,7 35-128 0,-7-35 0 16,0 0 0-16,0 0 0 0,28 39 0 0,-28-39 0 16,0 0 0-16,0 0 0 0,38 19 0 0,-38-19 0 15,0 0 0-15,29-3 0 16,-18-2-448-16,0-2-80 0,0 0-16 0,1 1-11216 15,-1 0-2240-15</inkml:trace>
  <inkml:trace contextRef="#ctx0" brushRef="#br0" timeOffset="-117412.78">3780 10464 5519 0,'-5'0'240'0,"1"0"64"0,1 0-304 0,0 0 0 0,2 0 0 16,0 0 0-16,1 0 1728 0,-1 1 304 16,-2 1 48-16,1-2 16 0,2 2 192 0,0-2 32 0,2 0 16 0,2 0 0 15,2 0-1056-15,1-2-224 0,2 0-32 0,0 1-16 16,2-1-384-16,1 0-80 0,0 0-16 0,1-1 0 16,-13 3 48-16,25-3 0 0,-14 2 0 0,1 0 0 15,0 1 48-15,-12 0 16 0,0 0 0 0,37-2 0 0,-37 2-128 0,0 0 0 16,34-2-16-16,-34 2 0 0,0 0-320 0,32 0-176 15,-22 0 192-15,-3 0-192 0,0-2 0 0,-2 1 0 16,2 1 0-16,-1-2 0 16,1 0-720-16,-3 1-112 0,2-1 0 0,-2 0-16 15,1 0-1600-15,-2 0-320 0,0 1-64 0,-1-2-16 16,-1 1 240-16,0 2 48 0,0-2 16 0,0 2 0 16,-1 0 848-16,0 0 160 0,0 0 48 0,0 0 0 0,-1 0 1216 0,1 0 272 15,0 0 0-15,0 0 0 0,-1 0 1376 0,0 1 256 16,1-1 48-16,-2 1 16 0,1-1 304 0,0 0 64 15,0 0 16-15,-1 0 0 0,0 0-144 0,-1 0-16 16,2 0-16-16,-2 2 0 0,-1-2-432 0,1 1-96 0,0 1-16 0,-2 1 0 16,1 0-400-16,0 0-64 0,-1 3-32 0,-2 1 0 15,1 2-144-15,-1 0-16 0,-1 1-16 16,0 1 0-16,-2 6-240 0,-2 0-32 0,1 0-16 0,-1 2 0 16,0-1-208-16,0-1-64 0,0 2 0 0,1-3 0 15,1-1-128-15,0-4 0 0,3 1 0 0,2-4 128 16,-1 1-272-16,2-4-64 0,1-1-16 0,1-1-11072 15,1-3-2208 1</inkml:trace>
  <inkml:trace contextRef="#ctx0" brushRef="#br0" timeOffset="-117160.88">3839 10515 4607 0,'-1'-3'400'15,"0"1"-400"-15,1-1 0 0,0 3 0 16,0-2 1664-16,0 2 240 0,0-3 48 0,-1 0 16 0,0 0 368 0,1 0 80 15,1 1 16-15,1 4 0 16,0-1-384-16,1 4-64 0,1-1 0 0,-4-4-16 0,0 0-496 0,0 0-112 0,28 34-16 16,-28-34 0-16,0 0-352 0,29 32-80 0,-29-32-16 0,0 0 0 15,35 36-272-15,-35-36-64 16,0 0-16-16,31 45 0 0,-31-45-256 0,0 0-48 16,32 47-16-16,-32-47 0 0,0 0-224 0,23 43 0 15,-23-43 0-15,0 0 0 0,21 35 0 0,-21-35 0 0,0 0 0 0,0 0 0 16,0 0-320-16,0 0-96 15,38 19-32-15,-33-23-10640 0,0-2-2144 0</inkml:trace>
  <inkml:trace contextRef="#ctx0" brushRef="#br0" timeOffset="-116893.12">3799 10766 2751 0,'-5'0'256'0,"1"0"-256"15,2 1 0-15,0-1 0 0,0 1 1824 0,-1-1 320 16,-2 2 64-16,-5 1 16 0,-1 2 496 0,0-1 96 31,0 2 32-31,2 0 0 0,3-1-800 0,1 0-144 0,2-1-48 0,2 1 0 16,2 0-592-16,1-1-128 0,2-1-32 0,-4-3 0 0,0 0-48 0,0 0-16 0,0 0 0 16,53 9 0-16,-53-9-32 0,38 3-16 0,-38-3 0 15,41 0 0-15,-41 0-496 0,46 0-112 0,-46 0 0 0,44-3-16 16,-44 3-240-16,46-3-128 0,-46 3 160 0,51-4-160 15,-51 4 0-15,47-4 0 0,-47 4 0 0,50-1 0 16,-50 1 0-16,44-2-128 0,-44 2 128 0,36 0-18016 16</inkml:trace>
  <inkml:trace contextRef="#ctx0" brushRef="#br0" timeOffset="-115401.91">4420 10432 6447 0,'-1'-3'576'0,"0"0"-576"15,1 3 0-15,0-2 0 0,-1 2 1408 0,1 0 160 16,-1-1 32-16,-1-2 16 0,1 0 784 0,0 1 160 16,-1-1 16-16,1 3 16 0,0-2-672 0,0 4-144 15,2-2-32-15,0 3 0 0,0-1-432 0,2-1-96 16,0 1 0-16,2 0-16 0,0 0-304 0,1 0-64 16,-6-2-16-16,0 0 0 0,0 0-272 0,43 8-48 15,-43-8-16-15,0 0 0 0,42 12-160 0,-42-12-48 16,0 0 0-16,42 18 0 0,-42-18-144 0,0 0-128 15,0 0 192-15,49 20-192 0,-49-20 160 0,0 0-160 0,0 0 128 0,48 16-128 16,-40-16 224-16,-8 0-32 0,0 0-16 16,0 0 0-16,31 2 32 0,-25-1 16 0,-2-1 0 0,-2 0 0 15,-1 2-224-15,-2 0 176 0,-2 1-176 0,-2-1 160 16,-1 3-160-16,-4 0 0 0,-1 1 0 0,-3 2 128 16,-1 1-128-16,-3 1 160 0,-1 1-160 0,0 1 160 15,-2 2-160-15,-1-1 0 0,2 0 144 16,0-1-144-16,4 0 0 0,-1 0 0 0,3-2 0 0,1-1 0 15,2-2 0-15,2-1 0 0,0-1 0 0,5-2 0 16,0-3-640 0,2 0-160-16</inkml:trace>
  <inkml:trace contextRef="#ctx0" brushRef="#br0" timeOffset="-114071.34">4439 10790 4607 0,'-1'0'400'0,"1"0"-400"0,0 0 0 0,0 0 0 16,0 0 1024-16,0 0 128 0,0-2 32 0,0 1 0 15,1 1 224-15,0-2 64 0,1 1 0 0,0-1 0 16,0 0-240-16,1 2-32 0,1-2-16 0,-1 2 0 16,2-2-224-16,1 1-32 0,1-1-16 0,1 2 0 15,-8 0 272-15,0 0 48 0,35-3 16 0,-35 3 0 0,28-4-64 16,-28 4-16-16,33-5 0 0,-17 2 0 0,-16 3-512 0,34-8-96 16,-20 4-32-16,0 0 0 0,0 0-400 0,-2 1-128 15,0 0 0-15,-2 0 0 16,-1 0-512-16,-1 1-176 0,0 1-16 0,-2 1-12976 15</inkml:trace>
  <inkml:trace contextRef="#ctx0" brushRef="#br0" timeOffset="-113354">4876 10443 7359 0,'-1'0'656'0,"1"-2"-528"0,0 2-128 0,0 0 0 16,0-2 1344-16,0 2 256 0,0-1 32 0,-1-1 16 15,1 1 528-15,0 0 128 16,0-2 0-16,0 2 16 0,0 0-464 0,0 1-112 0,1 0-16 0,1 0 0 16,0 0 176-16,1-2 16 0,1 2 16 0,1 0 0 15,2-1-1792-15,2 1-352 0,0-2-80 0,1 2-16 0,2-1 784 0,0 0 160 16,1 1 16-16,0-2 16 0,-1 2-208 0,-1 0-32 16,-11 0-16-16,0 0 0 15,31 2-192-15,-31-2-32 0,0 0-16 0,0 0 0 0,0 0-176 0,0 0 0 31,41 28 0-31,-38-18 0 0,-3-1 0 0,0-1 0 0,-2 2 0 0,-1 1 0 16,-2-2 0-16,-2 3 0 0,0 0 0 0,-3-2 0 16,0 1 0-16,0 0 0 0,0-2 0 15,-2 0 0-15,1 0 0 0,-2-2 0 0,0 0 0 0,-2 1 0 16,1-2 0-16,0-2-144 0,1 1 144 0,2-2 0 16,2 2-192-16,2-2 64 0,2-1 128 0,1 0-208 15,1 1 208-15,2-3 0 0,1 2 0 0,1-2 0 16,2 1 0-16,0-1 0 0,1 0 0 0,2-1 0 15,2-1 0-15,2-1 0 0,1-1 0 0,1 1 0 16,2-2 0-16,0 2 0 0,1 0 0 0,0-2 0 16,0 2 128-16,1 1-128 0,-16 2 0 0,30-5 0 0,-30 5 128 0,30-4-128 15,-30 4 0-15,28-1 0 16,-28 1 0-16,0 0 0 0,36 1 0 0,-26-2 0 0,-10 1 0 0,0 0 0 16,30 0 0-16,-30 0-11232 15,0 0-2240-15</inkml:trace>
  <inkml:trace contextRef="#ctx0" brushRef="#br0" timeOffset="-111244.91">4746 10645 6447 0,'1'-3'576'0,"0"1"-576"0,-1 2 0 0,0 0 0 16,0 0 1088-16,1 0 128 0,-1-1 0 0,1 0 16 15,0-2 80-15,0 3 16 0,-1-2 0 0,0 0 0 16,0 4-112-16,-1-2 0 0,0 0-16 0,-1 2 0 16,1-1-528-16,-1 1-96 0,-1 0-32 0,0 0 0 0,-1 1-64 0,-1 0-16 15,-1 1 0-15,-1 1 0 0,-1 2-112 16,-1-2-32-16,0 4 0 0,-2-2 0 0,0 0-112 0,-1 3-16 16,-1-1-16-16,1-2 0 0,1 1 16 0,-1-1 16 15,1 2 0-15,1-5 0 0,2 2-32 0,0-2-16 16,3-1 0-16,0 1 0 0,2-1-160 0,1-2 160 15,0 0-160-15,2-1 160 0,0-1-160 0,2 0 0 16,1-1 0-16,2-1 0 0,0-3 0 0,4 0 0 0,1-3 0 16,1-1 0-16,2 0 0 0,1-1 208 0,-1 1 0 15,1-1 0-15,0 1 48 0,0-3 16 16,0 2 0-16,-1 2 0 0,0-1-80 0,-1 2 0 0,-1 0-16 0,-2 3 0 16,-1 0 864-16,-1 1 176 0,-3 3 48 0,-1-1 0 15,-2 4-912-15,-2 1-176 16,-2 0-48-16,-1 2 0 0,-3 1 16 0,0 1 0 0,-2 0 0 0,-3 3 0 15,0 1-784-15,-2-1-144 0,1 2-48 0,-1 0 0 16,0 0 832-16,1-3 0 0,1 1 0 0,0-1 0 16,0 1 0-16,1-4 0 0,2 2 0 0,2-4 0 15,1-1-128-15,1 0 128 0,2-1-192 0,1-1 192 0,1 0-160 16,1-2 160-16,1 0-128 0,0 1 128 0,-1 0 0 0,2 0-160 16,0-2 160-16,0 1 0 0,2-1-144 0,-1-1 144 15,0 3 0-15,0-3-144 0,2 2 144 0,-1-4 0 16,1 2 0-16,2-1 0 0,0-1 0 15,2-2 0-15,0 0 0 0,0 0 0 0,1-2 0 0,0 1 0 16,1 0 0-16,-1-2 128 0,-1 3-128 0,0-1 144 16,1 1-144-16,-3 0 160 0,0 2 64 15,-3 0 16-15,-1 3 0 0,-2 2 0 0,-1 0-96 0,-2 0-16 16,-2 2 0-16,-1 1 0 0,-4 2-128 0,1 1 128 16,-3 3-128-16,-1-1 128 0,-1 2-128 0,0-1 0 15,-1 3 0-15,1-2 0 0,0 0 0 0,1-1 0 0,-1 0 0 16,0 1 0-16,1-3 0 0,1 1 0 0,1-2 0 0,0 1 0 15,4-3 0-15,0-1 0 0,4-2 0 0,-1 1 0 16,2-2 0-16,2 0 0 0,1-3 0 0,0 1 0 16,2-1 0-16,1-1 0 0,0-1 0 0,2 0 0 15,0-2-144-15,2 1 144 0,0-2 0 0,-1 1 0 16,1-1 0-16,1-1 0 0,0 2 0 0,-1-3 0 16,1 3 0-16,-1-2 0 0,0 1 0 0,-2 2 0 15,0 1 0-15,-1 0 0 0,-1 3 0 0,-2-2 0 16,0 3 0-16,-2 1 144 15,-1 1-144-15,-2 0 192 0,0 2-16 0,-2-2 0 0,0 2 0 0,-1 2 0 0,-1 0-16 0,-1-2 0 16,0 2 0-16,0 1 0 0,-1 1-160 16,-2-2 0-16,2 2 0 0,-1-1 128 0,-1 0-128 0,0 0 0 15,1 0 0 1,-1 1 0-16,1-2 0 0,-2 2 0 0,0 0 0 0,0-2 0 0,2 2-144 16,0-2 144-16,2-1-192 0,1 1 192 0,0 0-288 15,0-3 48-15,4 3 16 0,-1-3 0 0,1 1 48 0,1-1 16 16,0-2 0-16,1 2 0 0,0-2 160 15,1 0 0-15,1-2 0 0,0 2-128 0,-1-2 128 0,1 0 0 16,-1 1 0-16,0-1 0 0,2 0 0 0,-1-1 0 0,0 2 0 0,0 0 0 16,0-1 0-16,-1-1 0 0,1 0 0 0,1 1 0 15,0 0 0-15,1 0 0 0,-1-1 0 0,2-1 0 16,0 1 0-16,0-1 0 0,2-1 0 0,-1 1 0 16,1-1 0-16,2-1 0 15,-3 4 0-15,2-3 0 0,0-2 0 0,0 0 0 16,1 2 0-16,-2-1 0 0,1 1 0 0,-3 0 0 0,1 0 0 0,-2 0 128 15,1 3-128-15,-1-3 0 0,-1 3 0 0,-2 0 0 16,0 1 0-16,0 1 0 0,-2 0 0 0,0 0 0 16,0 1 0-16,-1 0 0 15,-1 2 0-15,0 0 0 0,-1 0 0 0,1 0 0 0,-2 2 0 0,1-2 0 0,1 1 0 16,-2-1 0-16,2 0 0 0,-1 1 0 0,2-2 0 0,-2 1 0 16,-1 0 0-16,2-1 0 0,-2 0 0 0,-1 2 0 15,0 1 0 1,-1 0 0-16,0-2 0 0,-1 2 0 0,0 0 0 0,0-1 0 0,-1 3 0 0,-1-2-192 15,2 2 192 1,1-4-192-16,1 1 32 0,1-1 0 0,2 1 0 0,1-3 0 16,0 0 160-16,2 1 0 0,2-2 0 0,0 0 0 15,2-2-240-15,3 0 48 0,1-3 0 16,3-1-13680-16</inkml:trace>
  <inkml:trace contextRef="#ctx0" brushRef="#br0" timeOffset="-110253.06">5398 10370 8287 0,'1'-3'736'16,"-1"1"-592"-16,1 2-144 0,-1-2 0 0,1 2 1200 0,-1-1 208 15,2-1 32-15,1 0 16 0,-1-3 560 0,1 0 112 16,-1 1 32-16,0 1 0 0,0 1-480 0,-1-1-80 15,-1 1-32-15,-1 2 0 0,1 0-400 0,-3 2-80 0,0 1 0 0,0-1-16 16,-3 3-432-16,0 0-96 0,-2 2-16 0,1 1 0 16,-2 0-272-16,-1 0-64 0,1 1-16 0,-1-2 0 15,1 3-48-15,-1-3-128 0,3 0 192 0,-1 0-64 16,3-1 0-16,-1 0 0 0,3-1 0 0,0-3 0 16,2 2-128-16,0 0 160 0,3 0-160 0,0-3 160 15,0 2-160-15,3-2 128 0,0 3-128 0,-5-4 128 16,0 0 48-16,0 0 0 0,0 0 0 0,42 21 0 15,-42-21-32-15,0 0 0 0,0 0 0 0,44 34 0 16,-44-34-144-16,0 0 0 0,32 33 0 0,-32-33 0 0,0 0 0 0,0 0 0 16,25 41 0-16,-25-41 0 15,0 0 0-15,0 0 0 0,1 32 0 0,-4-24 0 0,-1-3 0 0,-2 2 0 32,-1 0 0-32,0 0 0 0,-2 0 0 0,0-2 0 0,-1 4 0 0,0-4 0 0,-2 2 0 0,0-4 0 15,0 1 0-15,0-2 0 0,-1-1 0 0,0-1 0 16,1 0 0-16,0-1 0 0,2-1 0 15,1 0 0-15,0-3 0 0,2-2 0 0,2 2 0 0,2-2 0 16,1-2 0-16,1 2 0 0,3 1 0 16,0-3 0-16,4 0 0 0,1-2 0 0,2 0 0 0,1 0 0 15,0 1 0-15,2-2 0 0,1 1-128 0,1-1 128 0,1-3 0 0,1 1 0 16,-3 2 0 0,2-2 0-16,0-1 0 0,2-1 0 0,-1 0-144 0,-1-1 144 0,-1 2 0 0,-3-1 0 15,-2 4-192-15,-2 0 192 0,-1 0-192 0,-3 1 192 16,-3 1 0-16,-3 2 0 0,-2 2 0 0,-1 1 0 15,-3 3 0-15,-3 2 0 0,-1 2 0 0,-1 3 0 16,-2 2-288-16,0 0 0 0,2 0 0 0,2 0 0 16,2-2-640-16,1 3-128 0,0-2-32 0,4 2-12992 15</inkml:trace>
  <inkml:trace contextRef="#ctx0" brushRef="#br0" timeOffset="-109953.05">5771 10268 3679 0,'-2'0'320'0,"-1"1"-320"0,1-1 0 0,1 1 0 15,1-1 2000-15,0 2 336 0,-2 1 64 0,-1 0 16 16,1 3 528-16,2 2 96 0,0-8 32 0,0 0 0 15,0 0-496-15,20 44-80 0,-20-44-32 0,0 0 0 16,35 43-1120-16,-35-43-208 0,0 0-48 0,34 39-16 16,-34-39-352-16,26 37-64 0,-26-37-16 0,21 38 0 15,-21-38-208-15,16 40-48 0,-16-40-16 0,6 36 0 16,-7-19-240-16,-3-1-128 0,-3 0 160 0,-3 1-160 16,-3 0 160-16,-2-3-160 0,-1 0 160 0,-2 0-160 15,-1-2 0-15,0 0 0 0,-3 0 0 0,0-2-11872 16,-1-1-2464-16</inkml:trace>
  <inkml:trace contextRef="#ctx0" brushRef="#br0" timeOffset="-108497.29">6109 10517 11967 0,'-3'2'1072'0,"0"-2"-864"16,1 0-208-16,2 0 0 0,0 0 832 0,-1 0 112 0,-1 0 16 0,-1 0 16 16,1 0 720-16,2 0 144 0,1 0 16 0,3-2 16 15,1-1-112-15,3 1-32 0,0 0 0 0,0-1 0 16,3-1-608-16,1 1-128 0,0 1-32 0,1-2 0 15,1 1-560-15,-1 0-112 0,1 1-32 0,-1 0 0 16,-1 0-256-16,0 1 0 0,-12 1 0 0,0 0 0 16,0 0-384-16,33 3-64 0,-26-3-32 0,-4 2 0 15,0 0-1840-15,-1-2-368 0,0 2-80 0,-3 1-8240 16</inkml:trace>
  <inkml:trace contextRef="#ctx0" brushRef="#br0" timeOffset="-108309.82">6155 10607 5695 0,'-6'7'128'0,"2"-3"16"0,0 0 16 0,2 0 0 0,1-3-160 0,1 0 0 16,-1-1 0-16,0 2 0 0,1 3 2000 0,0-2 368 15,2-2 80-15,2-1 16 0,3-1 400 0,1-2 80 16,0-1 0-16,3 0 16 0,1-1-848 0,1-1-192 16,1 2-16-16,0-4-16 0,1 4-1152 0,0-3-224 15,0 2-64-15,-1 0 0 16,-1 0-768-16,1 1-176 0,-1-1-16 0,0 0-9152 15,-1 3-1808-15</inkml:trace>
  <inkml:trace contextRef="#ctx0" brushRef="#br0" timeOffset="-107987.62">6838 10239 17503 0,'0'-2'768'0,"0"0"176"0,0 1-752 0,0 1-192 16,0 0 0-16,-1 0 0 16,1 1 1392-16,0 1 240 0,-1 0 48 0,1 1 16 0,-1 1 176 0,0 4 48 15,1-8 0-15,-2 21 0 0,2-21-640 0,-1 33-112 16,1-33-16-16,0 46-16 0,0-21-640 0,-2 2-128 15,2 2-32-15,-2 0 0 0,1 1-64 0,-2 2-16 16,0 0 0-16,-1 3 0 16,1 5-112-16,0-5-16 0,1-3-128 0,1-6 192 15,1-26-448-15,-1 37-112 0,1-37-16 0,0 0 0 16,3 33-2096-16,-3-33-416 0,0 0-96 0,0 0-9888 16</inkml:trace>
  <inkml:trace contextRef="#ctx0" brushRef="#br0" timeOffset="-107714.88">6797 10341 10127 0,'-3'-5'448'0,"2"3"96"0,0 0-544 0,1 2 0 16,1-2 0-16,0 2 0 0,2-2 1744 0,1 1 240 16,1-2 64-16,5-1 0 0,2-1 80 0,2-2 32 15,1 0 0-15,2 0 0 0,1-3-800 0,-1 3-144 16,2 0-48-16,-2 1 0 0,2 2-784 0,-19 4-176 0,38-2-16 0,-38 2-16 15,34 3-176-15,-34-3 0 0,0 0 0 0,0 0 0 16,37 31 0-16,-37-31 0 0,-1 26 0 0,-6-12 0 16,-2-1-128-16,-3 1 128 0,-4-1 0 0,-4 3 0 15,-2 2 0-15,-1-1 0 0,0-2 0 0,-1 2 0 16,-2-2 0-16,1-1 0 0,3-2 128 0,3-3-128 16,0-2 0-16,4 0 0 0,3-2 0 0,1-3-8912 15,5 0-1792-15</inkml:trace>
  <inkml:trace contextRef="#ctx0" brushRef="#br0" timeOffset="-107355.15">7287 10348 11055 0,'-1'-7'480'0,"0"0"112"0,1 3-464 0,-1 1-128 15,0 0 0-15,0 3 0 0,0-2 1952 0,0 0 368 16,-2-2 80-16,-1 1 16 0,-2 1 96 0,0 2 32 16,-2 4 0-16,0 2 0 0,-1 1-1328 0,-1 1-272 15,1 1-48-15,0 0-16 0,2-1-368 0,0 2-64 16,0 2 0-16,1 1-16 0,1 0 16 0,1 3 0 15,1-1 0-15,1 2 0 0,2-17-128 0,0 35 0 16,0-35-16-16,5 32 0 0,-5-32 112 0,0 0 32 0,13 46 0 0,-13-46 0 16,0 0-288-16,20 38-160 0,-20-38 192 0,0 0-192 15,24 31 0-15,-24-31 0 0,0 0 0 0,0 0 0 32,25 33-1728-32,-25-33-256 0</inkml:trace>
  <inkml:trace contextRef="#ctx0" brushRef="#br0" timeOffset="-106866.03">7367 10487 8287 0,'-1'1'368'0,"1"1"80"0,0-2-448 15,0 0 0-15,1 0 0 0,0 0 0 16,1 0 1536-16,2 0 240 0,1-2 32 0,5 0 16 0,2 0 0 0,2-3 0 15,1 2 0-15,0-1 0 0,0-1-176 0,1 0-48 16,-1 1 0-16,0 1 0 0,-15 3-512 0,33-7-128 16,-33 7 0-16,31-4-16 0,-31 4-256 0,26-1-48 15,-26 1-16-15,0 0 0 0,30-4-192 0,-30 4-48 16,0 0 0-16,0 0 0 0,27-1-256 0,-22-1-128 16,-1 2 0-16,-1-1 128 0,1 0-128 0,-2 1 0 15,-1-3 0-15,0 1 0 16,-1 0-1296-16,1 1-144 0,-1-1-32 0,-1 0 0 15,1 0-1472-15,-1 0-320 0,1-1-48 0,-1 1-16 16,-1 1 880-16,1-1 160 0,0 1 48 0,0 0 0 0,0-1 1536 0,0 2 320 0,0 0 64 0,1-1 16 16,-1 2 944-16,1-1 176 0,-1 0 32 0,0 0 16 0,1 0 944 15,-1 2 192-15,0-2 48 0,-2 0 0 0,1 1-160 0,-1 0-32 16,0 1 0-16,1-1 0 0,-2 3-448 0,-2-1-80 16,1 3-32-16,-2 0 0 0,1 0-240 0,-2 2-48 15,-1 1-16-15,-1 0 0 0,-1 3-320 0,0 0-64 16,1-1-16-16,-1 2 0 0,1 1-144 15,-1 1-16-15,1 2-16 0,-1 1 0 0,0-2-224 0,2 1-32 16,-1 0-16-16,2-1 0 0,1-2-144 16,2-4 0-16,1 2 144 0,2-5-144 15,0 0-432-15,2-7-144 0,0 0-48 0,0 0-15424 0</inkml:trace>
  <inkml:trace contextRef="#ctx0" brushRef="#br0" timeOffset="-106673.12">7435 10519 6447 0,'-1'-5'576'0,"0"3"-576"16,2 0 0-16,0 2 0 0,0 0 1456 0,0 0 176 0,0 0 32 0,2 0 16 15,1 0 944-15,-4 0 176 0,0 0 32 0,0 0 16 16,36 16-336-16,-36-16-64 16,0 0-16-16,39 28 0 0,-39-28-1088 0,0 0-240 0,45 36-32 0,-45-36-16 15,0 0-576-15,43 40-112 0,-43-40-32 0,0 0 0 0,35 38-592 0,-35-38-112 31,0 0-16-31,28 39-15456 0</inkml:trace>
  <inkml:trace contextRef="#ctx0" brushRef="#br0" timeOffset="-106436.36">7408 10740 9215 0,'-1'0'816'0,"0"2"-656"0,1-2-160 0,0 0 0 16,1 0 1968-16,0 0 352 0,1 2 80 0,1-1 16 15,-3-1 256-15,0 0 48 0,0 0 16 0,0 0 0 0,48 9-688 16,-48-9-128-16,33 0-16 0,-33 0-16 16,38 0-832-16,-38 0-160 0,38 0-48 0,-38 0 0 0,37-4-528 0,-37 4-96 15,31-4-32-15,-31 4 0 16,28-6-544-16,-28 6-112 0,26-10-32 0,-12 4-16032 15</inkml:trace>
  <inkml:trace contextRef="#ctx0" brushRef="#br0" timeOffset="-106163.8">7873 10538 8287 0,'-5'-2'368'0,"2"2"80"0,1 0-448 0,0-2 0 0,1 2 0 0,0 2 0 16,1-2 2144-16,-2 0 352 0,1 2 64 0,-1 0 0 16,1-1 448-16,0 3 96 0,1-4 16 0,0 0 0 15,0 0-1008-15,0 0-192 0,0 0-32 0,38 6-16 16,-38-6-816-16,27-3-160 0,-27 3-48 0,28-5 0 16,-28 5-496-16,25-5-96 0,-25 5-32 0,24-2 0 15,-24 2-224-15,0 0 0 0,28-5 0 0,-28 5 0 16,0 0-736-16,23-3-96 0,-23 3 0 0,0 0-10304 15,0 0-2048-15</inkml:trace>
  <inkml:trace contextRef="#ctx0" brushRef="#br0" timeOffset="-105994.24">7872 10626 9215 0,'-2'2'816'0,"1"0"-656"15,1-1-160-15,1 1 0 0,0-2 1888 0,0 2 352 16,0-1 64-16,-1-1 0 0,0 0 816 0,0 0 144 15,0 0 48-15,0 0 0 0,39 16-1200 0,-39-16-224 0,24-5-48 16,-24 5-16-16,27-8-1056 0,-14 2-192 0,-13 6-64 0,24-9 0 31,-24 9-896-31,21-8-192 0,-12 4-48 0,0 1 0 16,-2-1-2128-16,-7 4-416 0</inkml:trace>
  <inkml:trace contextRef="#ctx0" brushRef="#br0" timeOffset="-105516.99">8225 10446 20271 0,'9'-3'896'0,"-3"-1"192"16,-6 4-880-16,0 0-208 0,18-3 0 0,-15 2 0 0,2 0 1824 0,-5 1 320 0,23-7 64 0,-3 3 16 15,0 1-368-15,0-2-80 0,-20 5-16 0,33-3 0 16,-33 3-752-16,0 0-160 0,35 8-16 0,-35-8-16 15,0 0-432-15,0 0-64 0,0 0-32 0,26 36 0 16,-26-36-288-16,0 0 0 0,-3 26 128 0,-1-17-128 16,-2 2 0-16,-1-1-192 15,-3 2 16-15,-2-3 16 0,1 1-192 0,-1-1-32 0,0-1-16 0,-3-2 0 32,0 4-80-32,-2-5-16 0,1 2 0 0,2-2 0 0,4 0-544 0,1-1-112 0,3-2-32 0,2 1 0 0,3-1 960 15,0-1 224 1,1-1 0-16,0 0 0 0,0 0 256 0,0 0 48 0,28-5 16 0,-17 1 0 0,3 0 336 15,2-3 80 1,1 1 16-16,0-2 0 0,0 1-752 0,3-2 0 0,0-1 0 0,1-2-15312 16</inkml:trace>
  <inkml:trace contextRef="#ctx0" brushRef="#br0" timeOffset="-105063.02">8713 10306 9215 0,'-5'-2'816'0,"2"1"-656"0,0 2-160 0,1 1 0 0,1-2 1552 0,-3 2 288 0,-2 1 48 0,-3 2 16 16,-3 3 496-16,-2 2 96 0,3 2 32 0,0 0 0 15,3 1-112-15,2 0-32 0,2 1 0 0,4-14 0 16,-1 25-1008-16,1-25-208 0,0 0-32 0,0 0-16 16,18 39-688-16,-18-39-144 0,0 0-32 0,0 0 0 15,32 25-128-15,-32-25-128 0,0 0 192 0,34 25-192 31,-34-25 128-31,0 0-128 0,36 42 0 0,-36-42 0 0,0 0 0 0,23 44 0 0,-23-44 0 0,0 0 0 16,4 41 0-16,-4-41 0 16,-8 26 0-16,0-15 0 0,-3 1 0 0,-2-1 0 0,-1-3 0 0,-2 1 0 0,-1-2 0 0,0-1 0 15,-1-2 0-15,-1 0 0 0,1 1 0 0,0-5 0 16,2 0 0-16,1 0 0 0,2 0 128 0,1-2-128 16,2-1 0-16,3-2 0 0,1 1 0 0,4-4 0 15,1 2 0-15,3-4 0 0,2 0 0 0,4-2 0 16,2-2 0-16,1 0 0 0,2 0-272 15,4 0-16 1,1-3 0-16,3-2 0 16,0 3-224-16,0-3-64 0,1 2 0 0,-3 3 0 15,-3 0 128-15,0 0 32 0,1-3 0 0,-1 2 0 0,-3-1 80 0,-3 3 16 16,-2 1 0-16,-4-1 0 0,-1 3 320 0,-2 1 0 16,-2 0 0-16,-2 1 0 0,-1 2 0 0,-3 0 0 0,0 4 160 0,-4-2-160 15,2 2 448-15,-3 2-32 0,1 2 0 0,-1 0 0 16,1 0-288-16,1 0-128 0,0 1 128 0,2 0-128 31,1-1-1328-31,3-1-336 0</inkml:trace>
  <inkml:trace contextRef="#ctx0" brushRef="#br0" timeOffset="-104819.21">8866 10272 7359 0,'0'0'656'0,"0"0"-528"0,0 0-128 0,0 0 0 0,0 0 2288 0,0 0 416 16,0 0 96-16,0 0 16 0,0 0 192 0,44 29 32 16,-44-29 16-16,27 29 0 0,-27-29-1168 0,26 35-224 15,-26-35-64-15,22 36 0 0,-22-36-544 0,18 38-112 16,-18-38-32-16,11 37 0 0,-11-37-528 0,3 32-96 16,-3-32-32-16,-6 37 0 0,-2-20-256 0,-1-3 0 15,-2 2 0-15,-2-4 0 16,0 2-560-16,-2-2-160 0</inkml:trace>
  <inkml:trace contextRef="#ctx0" brushRef="#br0" timeOffset="-104047.99">9315 10429 1839 0,'-5'-3'160'0,"2"3"-160"0,0-2 0 0,0 2 0 0,1 0 496 0,0 0 64 0,0 2 16 0,0-2 0 15,-4 0 608-15,0 1 128 16,-1 1 32-16,2-2 0 16,1 0 368-16,2-2 80 0,1 1 0 0,1-2 16 0,2 0-16 0,2 0-16 15,1-2 0-15,2-1 0 0,1 1-464 0,2 0-96 0,1-2 0 0,2 2-16 16,2 0 16-16,0 3 0 0,2-1 0 0,-17 3 0 16,35-2-464-16,-35 2-96 15,32 3-16-15,-32-3 0 0,0 0-464 0,36 9-176 16,-36-9 0-16,0 0-9600 15,0 0-2048-15</inkml:trace>
  <inkml:trace contextRef="#ctx0" brushRef="#br0" timeOffset="-103873.52">9320 10479 7359 0,'-4'5'320'0,"1"-3"80"0,1 0-400 0,1 0 0 0,2 1 0 0,-1-3 0 16,1 1 1456-16,1 1 208 0,0 0 32 0,3 0 16 15,0 0 576-15,2-2 112 0,-7 0 32 0,0 0 0 16,32-3-480-16,-21 0-96 0,2 0 0 0,0 0-16 16,0 0-976-16,-2 0-192 0,-1 1-32 0,-1 1-16 31,-1 1-1136-31,-1-2-208 0,-1 2-48 0,0 0-8000 0,-2 0-1584 0</inkml:trace>
  <inkml:trace contextRef="#ctx0" brushRef="#br0" timeOffset="-102707.72">9378 10436 2751 0,'-4'0'256'0,"1"-1"-256"15,0 1 0-15,2 0 0 0,0-1 816 0,-2 1 112 16,-1 0 32-16,-3-2 0 0,-2 0 832 0,-1-1 160 16,0 2 32-16,2-1 16 0,1 0-128 0,1 0-16 15,1 0-16-15,1 1 0 0,1 1 16 0,0 0 16 16,1-2 0-16,1 2 0 0,0 0-384 0,1 0-80 16,-1 0 0-16,1 0-16 0,0 0-432 0,2 0-64 0,0 0-32 0,2 0 0 15,1-2-272-15,2-1-48 0,2 1-16 0,1-1 0 16,1 1-32-16,2-1-16 0,3-1 0 0,4-1 0 15,2 1-224-15,1 1-64 0,1-2 0 0,0 1 0 16,-24 4-192-16,41-3 128 0,-41 3-128 0,33-1 0 16,-33 1 0-16,0 0 0 0,29-1 0 0,-23 2 0 15,-2 0 0-15,-3 1 0 0,-3 1 0 0,-2 0 0 16,-2 2 0-16,-3 1 0 0,-1 0 0 0,-3 0 0 16,-1 0-320-16,-3 0 32 0,-1 1 16 0,-2-3 0 15,-1-1 80-15,3 0 0 0,3-1 16 16,-3 0 0-16,-3-2 176 0,-1 2 0 0,2-1 0 0,1-1 0 0,2 2 0 15,1-2 0-15,2 0 0 0,2-2-128 16,2 1 128-16,2 1 0 0,2-2 0 0,2 1 0 0,2 0 0 0,1-1 0 16,2 0 0-16,2 1 0 0,0 1 0 15,3-2 128-15,1 1-128 0,2 1 128 0,-9 0 64 0,0 0 32 16,42 4 0-16,-42-4 0 0,41 5-32 0,-41-5-16 16,48 4 0-16,-48-4 0 0,52 7-176 0,-52-7 128 15,46 2-128-15,-46-2 128 0,48-2-128 0,-25-3 0 16,-2 0 0-16,-1 1 0 15,-5-2 0-15,-2 2 0 0,-2-1 0 0,-4 0 0 0,-2 3 0 0,-4 0 0 16,-2 0 0-16,-4 1 0 0,-3 1 0 0,-3 0 128 16,-1 3-128-16,-2-1 0 0,0 0 0 15,-5 3 0-15,-4 1 0 0,-4 0 0 0,1 0 0 0,-2 0 0 16,-1 1 0-16,1-3 0 0,2 2-160 0,1 0-64 0,4-3-16 0,4 2 0 16,0-3-32-16,2 1-16 0,4 1 0 0,2-4 0 15,2 0 288-15,4-2 0 0,3-1-128 0,2 0 128 16,2-1 0-16,2 0 0 0,0 1 0 15,3-1 0-15,4-1 0 0,3 0 128 0,2 1-128 0,2 1 144 16,3 0 144-16,2 1 32 16,-25 2 0-16,49 0 0 0,-49 0-128 0,36 0-32 0,-36 0 0 0,50 2 0 0,-50-2-160 0,42 1 128 31,-42-1-128-31,34 2 128 0,-34-2-128 0,0 0 0 0,0 0 0 0,0 0 0 0,0 0 0 0,0 0 0 16,0 0 0-16,0 0 0 0,0 0 0 0,0 0 0 15,-3 9 0-15,-12-7 0 0,-5 1 0 0,-2 0 0 16,-4 0 0-16,1-2 0 0,3 1-224 0,0 1-32 15,3-3 0-15,-1 2 0 16,3-2-224-16,2 1-48 0,1 1-16 0,3 0 0 0,2 0 256 16,2-2 48-16,0 3 16 0,4-3 0 0,2 2 32 0,1-2 16 15,1 1 0-15,2-1 0 0,1 0 176 0,2 0 0 16,2-1 0-16,2-1 0 0,-10 2 0 0,26-3 0 0,-10 1 0 16,2 0 176-16,-18 2 80 0,42-5 0 0,-21 2 16 15,0 1 0-15,2-2-416 0,-2 1-96 0</inkml:trace>
  <inkml:trace contextRef="#ctx0" brushRef="#br0" timeOffset="-102358.94">9500 10251 11055 0,'1'-7'480'0,"0"5"112"0,0-1-464 0,-1-1-128 15,-1 3 0-15,1 1 0 0,-1-2 2080 0,0 1 400 16,0 0 80-16,-1-1 0 0,-1-1-160 0,-1 1-32 0,0 2-16 15,0 0 0-15,0 2-736 0,0-1-144 0,2 3-16 0,-1-2-16 16,1 3-592-16,-1 0-112 0,0 2-32 0,2 2 0 16,0 5-320-16,0 1-64 0,0 4 0 0,1-19-16 15,2 47-112-15,0-20 0 0,0 3-16 0,-1 1 0 16,1-2-48-16,-2 3 0 0,0 4 0 0,0-2 0 16,0 1-128-16,1-4 0 0,0-3 0 0,-1-28-17232 15</inkml:trace>
  <inkml:trace contextRef="#ctx0" brushRef="#br0" timeOffset="-101726.91">10086 10234 7359 0,'0'-3'656'0,"0"0"-528"16,0 3-128-16,0 0 0 15,0 0 1728-15,0-2 304 0,-1 1 64 0,0-1 16 0,0 0 624 0,-1 2 128 0,-1 2 16 0,1 3 16 16,0 1-976-16,0 4-208 0,0 4-48 0,0 3 0 15,2-17-480-15,-1 46-96 0,2-21-32 0,-1 0 0 16,2 2-656-16,0-1-128 0,0 0-16 0,-2 1-16 16,1-2-240-16,0 1 0 0,-1-26 0 0,5 51 0 15,-5-51 0-15,6 45 0 16,-6-45 0-16,5 33-160 0,-5-33-1664 0,0 0-336 16</inkml:trace>
  <inkml:trace contextRef="#ctx0" brushRef="#br0" timeOffset="-101388.63">10040 10304 9215 0,'-2'-3'400'0,"0"-2"96"0,2 3-496 0,0 0 0 16,1-1 0-16,-1 1 0 0,2-1 1280 0,1-3 176 0,2-3 16 0,3-3 16 15,2-1-192-15,3-1-32 16,4 0-16-16,1 0 0 0,-1 2-272 0,2 4-48 0,0 1-16 0,1 3 0 31,-20 4 80-31,38 7 16 0,-38-7 0 0,0 0 0 0,43 35-192 0,-43-35-48 16,16 36 0-16,-16-36 0 0,3 45-560 0,-7-24-208 16,-2-2 144-16,-4-2-144 0,-1-3 0 0,-3 0 0 0,-1-2 128 0,-3 0-128 15,-1-2 0 1,2-1 128-16,-1-2-128 0,0-2 128 0,0-3-128 0,0 0 0 15,2 1 0-15,1-5 0 0,3 1 0 0,1-1 0 0,1 0 0 0,2-3 0 16,3 0-1280-16,3-2-144 0</inkml:trace>
  <inkml:trace contextRef="#ctx0" brushRef="#br0" timeOffset="-100653.73">10598 10232 11055 0,'2'-4'976'15,"-1"-1"-784"-15,0 3-192 0,-1 1 0 0,-1 1 1792 0,1 0 304 0,0-2 64 0,-1-2 16 16,-1-1 304-16,-1 4 64 0,-1-1 16 0,-2 5 0 16,-1 2-1024-16,-1 1-192 0,-1 4-32 0,1 0-16 15,0 2-368-15,-1 4-80 0,2 0-16 0,0 1 0 16,2 2-384-16,0 0-96 0,2-2-16 0,0 1 0 16,1 2-80-16,2-20 0 0,-1 35-16 0,1-35 0 15,6 33 16-15,-6-33 16 0,0 0 0 0,18 46 0 16,-18-46-272-16,0 0 0 0,24 35 0 0,-24-35 0 15,0 0-768-15,0 0-224 0,36 35-32 0,-36-35-15200 16</inkml:trace>
  <inkml:trace contextRef="#ctx0" brushRef="#br0" timeOffset="-100255.22">10770 10272 8287 0,'0'0'736'0,"0"3"-592"15,0-1-144-15,0-2 0 0,1 1 1680 0,0 1 304 16,1 2 64-16,-2-4 16 0,0 0 528 0,0 0 96 16,0 0 32-16,39 24 0 0,-39-24-32 0,0 0 0 15,44 3 0-15,-44-3 0 0,37-1-2320 0,-37 1-368 0,46-6-288 0,-23 1 48 16,-1 2 240-16,0-1 240 0,-4-1-48 0,-1 0-16 16,-17 5-176-16,31-7 0 15,-17 2 0-15,-14 5 0 0,22-6 0 0,-22 6 0 0,16-4-192 0,-10 4 192 16,-2-2-384-16,-2 2 64 0,0 0 0 0,-2-1 0 31,0 1-224-31,-2-1-32 0,0 1-16 0,0 0 0 16,-1-2-352-16,-1 2-64 0,0-3-16 0,1 3 0 0,-1-2 32 0,0-1 0 15,1 1 0-15,-2 1 0 0,1 0 416 0,1 1 96 0,-2 2 16 0,1 0 0 16,0 1 464-16,-2 0-144 0,1 3 144 0,0 0 0 16,-2 2 368-16,2 2 144 0,-3 0 48 0,1 2 0 15,0 0 192-15,-2 0 32 0,1 2 16 0,-1 0 0 0,-2 0 224 16,0 1 32-16,0 0 16 0,1 0 0 15,1-1-272-15,-1 0-48 0,0 1-16 0,1-1 0 0,0-2-384 0,1 0-80 16,2-1-16-16,0-4 0 16,1 3-528-16,0-6-112 0,1 1-32 0,0-2-14576 15</inkml:trace>
  <inkml:trace contextRef="#ctx0" brushRef="#br0" timeOffset="-100065.95">10861 10342 8287 0,'0'-3'736'0,"0"0"-592"16,1 1-144-16,0 2 0 0,1 0 1680 0,-1 0 304 16,1 0 64-16,4-1 16 0,-6 1 992 0,0 0 192 15,0 0 32-15,39 18 16 0,-39-18-800 0,29 29-144 16,-29-29-48-16,32 35 0 0,-32-35-1152 0,33 35-256 0,-33-35-32 0,28 34-16 16,-28-34-544-16,0 0-112 0,33 35-32 0,-33-35 0 31,0 0-480-31,31 32-80 0,-31-32-32 0,0 0 0 15,0 0-2576-15,0 0-512 0</inkml:trace>
  <inkml:trace contextRef="#ctx0" brushRef="#br0" timeOffset="-99819.37">10846 10569 8287 0,'-2'-2'368'0,"1"1"80"0,0-1-448 0,1 2 0 16,1 0 0-16,-1 0 0 15,1 0 2304-15,1 0 384 0,1 0 80 0,2-1 16 0,-5 1 480 0,0 0 80 0,0 0 32 0,33 1 0 16,-33-1-1344-16,0 0-272 0,36 2-48 0,-36-2-16 16,31-3-784-16,-31 3-144 15,33-5-48-15,-33 5 0 0,30-4-400 0,-30 4-96 0,29-4-16 0,-12-1 0 16,-17 5-208-16,32-5 144 0,-32 5-144 0,32-7 128 16,-32 7-128-16,33-7 0 0,-33 7 0 0,28-4 0 15,-28 4-608-15,24-5-208 0</inkml:trace>
  <inkml:trace contextRef="#ctx0" brushRef="#br0" timeOffset="-99451.48">11286 10403 11967 0,'1'-2'1072'0,"0"1"-864"15,2 1-208-15,0-2 0 0,0 2 1120 0,1-1 176 0,-4 1 48 0,22-6 0 16,-4 1 960-16,4-1 208 0,0 0 48 0,0 2 0 16,0-1-704-16,-22 5-144 15,39-6-32-15,-39 6 0 0,35-5-1008 0,-35 5-208 0,27-1-32 0,-27 1-16 0,0 0 0 0,0 0 0 32,0 0 0-32,33 9-15760 15</inkml:trace>
  <inkml:trace contextRef="#ctx0" brushRef="#br0" timeOffset="-99282.48">11385 10450 14735 0,'0'0'640'0,"0"0"160"0,0 0-640 0,0 0-160 0,0 0 0 0,0 0 0 0,0 0 2112 0,0 0 384 16,0 0 64-16,33 6 32 0,-33-6-544 0,28-5-96 0,-12 2-32 0,0-2 0 15,0-2-1152-15,0 2-224 0,-1 0-48 0,0 1-16 47,-1-1-1712-47,0 0-352 0</inkml:trace>
  <inkml:trace contextRef="#ctx0" brushRef="#br0" timeOffset="-98904.17">11766 10261 14735 0,'-1'0'640'0,"1"0"160"0,0 0-640 0,1-1-160 15,0 1 0-15,0 0 0 0,1 0 2112 0,-2 0 384 16,0 0 64-16,18-4 32 0,-18 4-208 0,24-4-32 16,-24 4-16-16,26-3 0 0,-26 3-1056 0,27 0-192 15,-27 0-64-15,0 0 0 0,37 9-544 0,-37-9-112 16,0 0-32-16,0 0 0 0,36 24-336 0,-36-24 144 15,0 0-144-15,0 0 0 0,3 38 0 0,-9-28 0 16,-2 1 0-16,-4-1-144 0,-1 1-128 0,0-1-32 16,-3 2 0-16,0-2 0 0,0 1 16 0,0-3 0 15,0 2 0-15,-2-2 0 0,1 0 288 0,2 1-192 0,2-4 192 0,2 0-160 16,3-1 160-16,3 1 0 0,3-3 0 0,1 1 0 16,1-3 416-16,0 0 16 0,0 0 0 0,0 0 0 15,31-3-80-15,-31 3-16 0,27-7 0 0,-11 3 0 16,2-3 32-16,-1 0 0 0,2-1 0 0,-1 1 0 15,0 0-368-15,0-3 0 0,3 3-160 0,-2-2 160 16,0-1-1632 0,-1 1-224-16,-1 2-32 0,0-1-13408 0</inkml:trace>
  <inkml:trace contextRef="#ctx0" brushRef="#br0" timeOffset="-98396.46">12195 10263 17503 0,'0'0'768'0,"0"0"176"0,0 0-752 0,0 0-192 15,0 0 0-15,0 0 0 0,0 0 2304 0,0 0 448 16,0 0 64-16,0 0 32 0,0 0-352 0,36 3-64 0,-28-9 0 0,2 0-16 16,0-1-1360-16,-1-1-272 0,1-3-48 15,-1-1-16-15,1 0-464 0,-2-4-80 0,-1 3-32 0,0-3 0 16,-2 2-144-16,-1-1 0 0,0 1 0 0,-3 0 0 15,-1 0 0-15,-2 2 0 0,-3 2 0 0,0 3 0 16,-2 2 0-16,-2 3 0 0,-1 0 0 0,-2 3 0 16,0 0 128-16,-2 4-128 0,1 2 0 0,0 0 128 15,0 2-128-15,1 1 0 0,1 2-192 0,-1-2 192 0,3 1 0 16,2-1 0-16,-1 2 0 0,1 2 0 16,-1 5 0-16,3-3 0 0,-1 3 0 0,6-19 0 0,-5 36 128 15,5-36 0-15,3 31 0 0,-3-31 0 0,0 0 0 0,0 0 0 16,24 35 0-16,-24-35 0 0,0 0-128 0,36 9 0 15,-36-9 0-15,23-2 0 0,-23 2 0 0,24-7-144 16,-14 2 144-16,0-1-160 0,-1 0-160 0,-1 0-48 16,1-2 0-16,-3 2 0 0,0 1 160 0,-3 1 16 15,-1 1 16-15,-1 0 0 0,0 0 176 0,-3 3 0 16,0 1 0-16,0 2 0 0,-2 1 128 16,-1 3 0-16,0 0 0 0,5-7 0 15,-11 22 96-15,6-8 32 0,5-14 0 0,-9 33 0 0,9-33-64 0,-8 37 0 0,4-10 0 0,-1 4 0 16,1 0-192-16,1 4 144 0,-2-1-144 0,1-1 128 15,2-2-128-15,2-31 0 0,0 47 0 0,0-47-18080 16</inkml:trace>
  <inkml:trace contextRef="#ctx0" brushRef="#br0" timeOffset="-97927.74">12489 10164 17503 0,'0'-6'1552'0,"1"2"-1232"0,0 4-320 0,0 0 0 15,0 0 1392-15,1 0 208 0,0-2 64 0,3-1 0 16,0-1 896-16,3 3 192 0,-8 1 48 0,0 0 0 0,0 0-976 0,38 13-192 16,-38-13-32-16,0 0-16 0,36 35-944 0,-36-35-176 15,25 33-32-15,-25-33-16 0,20 35-416 0,-20-35 128 16,12 38-128-16,-12-38 0 0,3 41 0 0,-3-41 0 16,-7 40 0-16,-2-22 0 0,0-2-128 0,-3 0-64 15,0-2-16-15,-1-1 0 16,-1-2-320-16,1-2-64 0,-1-1-16 0,1-4-10912 15,2-1-2176-15</inkml:trace>
  <inkml:trace contextRef="#ctx0" brushRef="#br0" timeOffset="-97257.37">12903 10346 12895 0,'-6'2'1152'0,"2"-2"-928"0,0 0-224 0,1 0 0 0,2 1 704 0,1-1 80 16,-1 2 32-16,-1-2 0 0,-1 2 912 0,0 1 176 16,1-1 32-16,2-2 16 0,3 1-224 0,2-1-32 15,-5 0-16-15,0 0 0 0,28-3-272 0,-28 3-64 16,31-7-16-16,-13 2 0 0,2 0-608 0,1 0-112 15,1-1-32-15,-1 2 0 0,-21 4-400 0,38-6-176 0,-38 6 128 16,33-3-128 0,-33 3-608-16,0 0-208 0,35 1-32 0,-35-1-16 15,0 0-1968-15,0 0-400 0</inkml:trace>
  <inkml:trace contextRef="#ctx0" brushRef="#br0" timeOffset="-97099.53">13081 10170 10127 0,'-4'-4'448'0,"3"0"96"0,-1 3-544 0,0-1 0 0,1 2 0 0,1 2 0 16,-1 1 1952-16,0 1 288 0,0 3 48 0,-2 8 16 0,1 3 64 0,-3 9 0 15,1 6 16-15,0 3 0 0,-1 1-800 0,1-1-176 16,1 0-16-16,-1-1-16 0,2-4-880 0,1-2-176 16,2-1-48-16,-1-28-14752 15</inkml:trace>
  <inkml:trace contextRef="#ctx0" brushRef="#br0" timeOffset="-96627.21">13574 10166 21183 0,'1'0'1888'0,"-1"1"-1504"16,0 0-384-16,-1 1 0 16,1 1 1520-16,-1 2 224 15,1-5 48-15,0 0 16 0,0 42-304 0,-1-15-64 16,0 6-16-16,1 2 0 0,0-2-640 0,-1 1-128 15,1-1-16-15,-1-4-16 0,1 1-208 0,-1-4-32 0,1 0-16 0,0-26 0 0,0 43-368 0,0-43 128 16,0 33-128-16,0-33 0 31,0 0-1488-31,-1 28-368 0,0-25-80 0,1-3-12336 0</inkml:trace>
  <inkml:trace contextRef="#ctx0" brushRef="#br0" timeOffset="-96368.95">13558 10170 7359 0,'-3'-8'320'0,"1"3"80"0,0 2-400 0,1 1 0 0,1 2 0 0,0 2 0 16,0-2 1696-16,1 0 256 0,0 2 48 0,-1-2 16 15,0 0 224-15,0 0 32 0,0 0 16 0,34 14 0 16,-34-14-352-16,0 0-64 0,44 6-16 0,-44-6 0 0,30 2-1136 0,-30-2-224 16,31 0-48-16,-31 0-16 0,29 2-192 0,-29-2-48 15,0 0 0-15,0 0 0 0,36 16-192 0,-36-16 0 16,0 0 128-16,0 27-128 0,-6-18 128 0,-3 3 0 15,-3 2-128-15,-2-2 192 0,-1 2 64 0,-3 0 0 16,0-2 0-16,-2 0 0 0,2 0-256 0,-2-4 144 16,2-1-144-16,2 0 128 0,1-3-128 0,3-2 192 15,3 1-192-15,0-5 192 0,4 1-192 0,1-1 0 16,3 0 0-16,3-3-176 16,2 1-1216-16,2-1-240 0</inkml:trace>
  <inkml:trace contextRef="#ctx0" brushRef="#br0" timeOffset="-96080.06">13978 10205 5519 0,'7'-6'496'0,"-3"1"-496"0,1 1 0 0,-2-1 0 16,-1 2 1008-16,-1 1 96 0,1 0 32 0,1-3 0 16,2-4 144-16,-1-1 48 0,-1 0 0 0,-2 1 0 0,-1 3 560 0,-2 0 112 15,-3 2 32-15,-1 1 0 0,-2 3 336 0,0 2 64 16,-2 3 0-16,0 0 16 0,-1 2-864 0,-1 2-176 15,-1 4-48-15,1 3 0 0,0 3-224 0,0 2-48 16,2 1-16-16,1 3 0 0,1 0-496 0,3 1-112 16,0-1-16-16,5-25 0 0,-2 48-224 0,2-48-48 15,8 42-16-15,-8-42 0 0,16 35-160 0,-16-35 0 16,0 0 0-16,30 38 128 0,-30-38-128 0,0 0 0 16,36 23 0-16,-36-23 0 15,0 0-832-15,33 4-80 0,-33-4-32 0,25-7-16544 0</inkml:trace>
  <inkml:trace contextRef="#ctx0" brushRef="#br0" timeOffset="-95850.7">14135 10218 15663 0,'-3'2'1392'16,"1"-1"-1120"-16,1 1-272 16,1 0 0-16,0-2 1744 0,0 0 304 0,0 0 48 0,0 0 16 15,0 0 48-15,-1 24 16 0,1-24 0 0,0 0 0 0,0 0-768 0,0 0-128 16,36 19-48-16,-36-19 0 0,27-2-784 0,-27 2-144 15,34-8-48-15,-18 4 0 0,2-3-448 0,0 2-112 32,0-2-16-32,0 2 0 0,-1 0-1792 0,-1 0-384 0,-16 5-64 0,28-6 0 15,-28 6 816-15,0 0 160 0,27-3 48 0,-27 3 0 16,0 0 240-16,0 0 48 0,0 0 16 0,0 0 0 16,0 0-160-16,0 0-16 0,0 0-16 0,-9 12-2480 15,3-9-512-15</inkml:trace>
  <inkml:trace contextRef="#ctx0" brushRef="#br0" timeOffset="-95675.81">14363 10225 2751 0,'-3'-7'0'0,"2"7"128"0,1 0-128 0,0 0 144 0,0-2-144 0,0 2 0 0,1-3 0 0,0 1 0 0,0-1 1344 0,0 1 224 16,1 0 48-16,-2 2 16 0,0 1 928 0,-1 2 192 15,-1 0 48-15,-1 2 0 0,3-5-480 0,-8 14-80 0,2-5-32 16,0 1 0-16,-2-1-864 0,0 3-192 0,-1 0-16 0,-2 0-16 16,-1 0-320-16,1 2-64 0,-1-2-16 0,1 1 0 31,0 0-288-31,2-1-64 0,-1 0-16 0,3 0 0 0,1-3-128 0,1 0-32 0,0 1 0 0,2-3 0 31,1 0-576-31,2-7-112 0,0 0-16 0,0 0-14640 0</inkml:trace>
  <inkml:trace contextRef="#ctx0" brushRef="#br0" timeOffset="-95471.11">14189 10294 3679 0,'2'-2'320'0,"-1"0"-320"0,0 2 0 0,0 0 0 0,0 2 1792 0,-1-2 304 16,0 0 48-16,0 0 16 16,0 0 1088-16,0 0 208 0,42 19 64 0,-42-19 0 0,0 0-1536 0,34 31-288 15,-34-31-64-15,0 0-16 0,38 40-816 0,-38-40-160 16,0 0-48-16,35 36 0 16,-35-36-592-16,0 0 0 0,31 30 0 0,-31-30 0 15,0 0-1664-15,0 0-256 0</inkml:trace>
  <inkml:trace contextRef="#ctx0" brushRef="#br0" timeOffset="-95218.84">14108 10537 16575 0,'3'-1'1472'0,"-3"1"-1168"15,0 0-304-15,0 0 0 0,0 0 2240 0,0 0 400 16,23-3 80-16,-23 3 16 0,28-7-464 0,-7 5-96 16,0-3 0-16,2 0-16 0,-2 3-1072 0,-1-3-224 15,2 0-32-15,-22 5-16 0,36-6-576 0,-18 0-112 16,-18 6-128-16,37-8 176 16,-20 3-752-16,-17 5-160 0</inkml:trace>
  <inkml:trace contextRef="#ctx0" brushRef="#br0" timeOffset="-94377.32">14607 10282 2751 0,'1'0'256'0,"-1"0"-256"0,1 0 0 0,0 0 0 0,1 0 3312 0,0 0 608 0,1-2 128 0,-3 2 32 15,0 0-1040-15,30-7-208 0,-30 7-32 16,38-9-16-16,-38 9-1200 0,39-10-240 0,-21 5-64 0,-18 5 0 15,34-10-832-15,-34 10-192 0,26-7-16 0,-26 7-16 32,19-6-992-32,-19 6-208 0,0 0-48 0,0 0-12560 0</inkml:trace>
  <inkml:trace contextRef="#ctx0" brushRef="#br0" timeOffset="-94219.27">14612 10353 11967 0,'0'1'1072'0,"0"1"-864"0,0-2-208 0,0 0 0 16,0 0 1648-16,0 0 272 0,0 0 64 0,0 0 16 16,39 0 768-16,-39 0 160 0,48-3 16 0,-22-1 16 15,3 0-1296-15,-2-2-256 0,-1 1-48 0,-2-2-16 16,-2 0-960-16,-2-2-192 0,-2 4-32 0,-18 5-15712 16</inkml:trace>
  <inkml:trace contextRef="#ctx0" brushRef="#br0" timeOffset="-92403.63">15009 10128 15663 0,'0'-2'1392'0,"0"2"-1120"15,0 0-272-15,0-2 0 0,1 2 1472 0,0-1 224 16,1-1 48-16,1 0 16 0,2-1 176 0,4-1 48 0,1 1 0 0,1-2 0 16,-11 5-320-16,28-6-48 0,-28 6-16 0,29-6 0 15,-29 6-800-15,30-2-160 0,-30 2-48 0,25 0 0 16,-25 0-272-16,0 0-48 0,0 0-16 0,0 0 0 31,35 16-128-31,-35-16-128 0,0 0 192 0,0 0-192 0,-2 29 0 0,-3-20 0 16,-1 1 0-16,-3-2-192 0,-1 1-80 0,-1 0-16 15,-1-1 0-15,-1 0 0 0,0 0 288 0,-1-3-192 16,1 2 192-16,-1-2-160 0,2 2 160 0,0-3 0 16,1 3 0-16,1-4 0 0,1 1 0 0,3-1 0 15,1-1 0-15,2 1 0 0,2-3 0 0,1 0 0 16,0 0 0-16,0 0 0 0,0 0 0 0,26-3 0 15,-13-1 0-15,2 0 0 0,4 0 0 0,0-1 128 16,3 1-128-16,-1-1 176 0,-21 5-48 0,38-5 0 16,-38 5 0-16,37 0 0 0,-37 0-128 0,33 5 0 0,-33-5 0 15,0 0 0-15,41 19 0 0,-41-19 0 0,0 0 0 16,0 0 0-16,24 36 0 0,-24-36 0 0,-6 21 0 0,-2-11 0 16,-2 1 288-16,-4 1 32 0,-1-1 0 0,-3-2 0 15,-1 2-112-15,0-2-16 0,-2 1 0 16,1-3 0-16,2-1-48 0,1-2-16 0,1 0 0 0,3-3 0 15,4 1-128-15,1-4 0 0,4 1-160 0,1-3 160 32,4 1-1616-32,3-4-240 0</inkml:trace>
  <inkml:trace contextRef="#ctx0" brushRef="#br0" timeOffset="-92055.49">15451 10206 18431 0,'-1'-1'1632'0,"0"0"-1312"15,0 1-320-15,0 0 0 0,0 1 1616 0,-1 0 256 16,-1-1 48-16,0 2 16 0,-4 3-272 16,1 0-64-16,-2 0-16 0,1 4 0 0,-1 1-592 0,0 2-112 15,1 2-32-15,0 0 0 0,7-14-224 0,-7 31-48 16,7-31-16-16,0 31 0 0,0-31-368 0,0 0-192 16,14 35 192-16,-14-35-192 0,0 0 0 0,0 0 0 0,36 19 0 0,-36-19 0 15,27-2-128-15,-27 2-48 16,29-10 0-16,-14 1 0 0,1 0 0 0,0-1 0 0,-2-3 0 15,0 0 0-15,-1-1 32 0,-2 0 0 0,-1 0 0 0,-3 1 0 16,0 0 144-16,-3 1-128 0,-2 2 128 0,-2 0-128 16,-1 1 128-16,-3-1 0 0,-2 2 0 0,-1 0 128 15,-2 3-128-15,-3-2 0 0,-1 0 0 0,-3 2 0 16,-1 2 0-16,-1 1-128 0,4 2 0 0,-1 0 0 16,1 3 128-16,1 2 0 0,3 1 160 0,0 2-160 15,3-2 128-15,2 2-128 0,5-8 0 0,0 0 0 16,0 0-752-16,0 0-240 0</inkml:trace>
  <inkml:trace contextRef="#ctx0" brushRef="#br0" timeOffset="-91787.13">15668 10076 4607 0,'3'-7'400'0,"-2"4"-400"15,1 1 0-15,0 0 0 0,0 0 1904 0,-1 1 288 16,1 1 64-16,1-2 16 0,3-1 1632 0,-6 3 320 0,19-3 64 0,-19 3 0 16,0 0-1216-16,28 3-256 0,-28-3-64 0,0 0 0 15,31 24-1568-15,-31-24-320 0,0 0-64 0,33 41-16 16,-33-41-512-16,23 37-96 16,-23-37-32-16,22 37 0 0,-22-37-144 0,20 39 0 0,-20-39 144 0,18 40-144 15,-18-40 0-15,10 38 128 0,-10-38-128 0,1 36 0 16,-1-36 0-16,-9 33 0 0,0-18 0 0,-3-3 0 15,-1 2 0-15,-4-2 0 0,-5 2 0 0,-2 1 0 16,-1 0-640-16,-5 0-80 0</inkml:trace>
  <inkml:trace contextRef="#ctx0" brushRef="#br0" timeOffset="-84738.09">6218 11536 18431 0,'-2'2'1632'0,"1"-2"-1312"0,0 1-320 0,0-1 0 16,0 2 880-16,-1-2 96 15,-1 2 32-15,-1 1 0 0,-2 1 736 0,-1-1 160 16,3 0 16-16,0 1 16 0,1-3-288 0,2 0-64 16,-1 1-16-16,2-1 0 0,1 1-528 0,0-2-96 15,0 0-32-15,2 0 0 0,2 0-400 0,0 0-96 16,-5 0-16-16,0 0 0 0,0 0-144 0,35-7-16 16,-35 7-16-16,26-5 0 0,-26 5-96 0,29-5 0 15,-29 5-128-15,29-4 192 0,-29 4-192 0,32-3 0 16,-32 3 128-16,0 0-128 0,43 0 0 0,-43 0 0 0,0 0 0 0,37 3 0 15,-37-3 0-15,0 0 0 0,0 0 0 0,0 0 0 16,41 7 0-16,-41-7 0 0,0 0 0 16,0 0 0-16,0 0-320 0,0 0 0 0,0 0 0 0,0 0 0 31,0 0-2640-31,0 0-544 0</inkml:trace>
  <inkml:trace contextRef="#ctx0" brushRef="#br0" timeOffset="-84492.18">6203 11740 6447 0,'-1'0'576'0,"1"-1"-576"16,0 1 0-16,1 0 0 16,-1-1 1728-16,0 1 224 0,1 0 48 0,1-2 16 0,1 2 720 15,1-2 144-15,0 1 16 0,2 1 16 0,-6 0-464 0,0 0-80 0,0 0-32 16,0 0 0-16,44 1-960 0,-44-1-192 0,0 0-32 0,38 2-16 15,-38-2-496-15,0 0-112 16,38-3-16-16,-38 3 0 0,0 0-320 0,37-6-64 0,-37 6 0 0,0 0-128 16,30-8 0-16,-30 8 0 0,16-7 0 0,-9 4 0 15,0-1-192-15,-1 1-80 0,1 1-32 16,-1 0-11024 0,0-1-2224-16</inkml:trace>
  <inkml:trace contextRef="#ctx0" brushRef="#br0" timeOffset="-83588.55">6881 11477 16575 0,'3'-5'1472'0,"-1"3"-1168"0,-1 0-304 0,-1 2 0 15,0-2 1152-15,0 1 160 0,1-3 32 0,0 1 16 16,0-4 176-16,-1 2 48 0,-1 3 0 0,-2-2 0 0,0 3-240 0,0 1-64 16,0 1 0-16,-1 1 0 0,-1 2-448 0,1-1-112 15,-3 2-16-15,2 1 0 0,-2 0-304 0,1 2-64 16,-2 0-16-16,2 1 0 0,-1 1-16 0,2 2-16 15,-2 4 0-15,1-1 0 0,-1 3-32 0,2 2-16 16,-1 1 0-16,2 2 0 0,2 0-240 0,-1 0 144 16,1 1-144-16,2-1 128 0,0-23-128 0,6 38 0 15,-6-38 144-15,0 0-144 0,20 37 0 0,-20-37 0 16,0 0 0-16,0 0 128 0,39 8-128 0,-39-8 0 16,22-11 0-16,-11 0 0 0,1 0 192 0,0-1-48 0,0-2 0 15,-1-1 0-15,0 0-144 0,0-2 192 0,-1-1-192 16,-1 2 192-16,0 0-192 0,-2-2 0 0,2 1 0 15,-4-1 0-15,1 1 0 0,-4 1 0 0,0 2-176 0,-3-2 176 16,0 3 0-16,-5 2 0 16,-1-1 0-16,-2 1-128 0,-2 2 128 0,-2 3 0 0,0 1 0 0,-2 2 0 15,1 1 0-15,1 2 0 0,1 0 0 0,1 2 0 16,1 1 0-16,2 0 144 0,0 1-144 0,3 0 0 16,2-1 0-16,1-1 0 0,2 2 0 0,1-1 0 15,-1-3-656-15,0 0-240 0</inkml:trace>
  <inkml:trace contextRef="#ctx0" brushRef="#br0" timeOffset="-83367.15">7107 11660 15663 0,'0'2'1392'0,"1"-2"-1120"0,0 1-272 0,-1 0 0 0,0-1 1856 0,0 3 320 0,1 2 64 0,-1-5 16 16,0 0 288-16,2 29 48 0,-2-29 16 0,2 25 0 15,-2-25-1440-15,0 0-272 0,5 34-64 0,-5-34-16 16,0 0-608-16,0 0-208 0,0 0 144 0,0 0-144 31,25 30-880-31,-20-32-256 0</inkml:trace>
  <inkml:trace contextRef="#ctx0" brushRef="#br0" timeOffset="-83026.19">7357 11527 7359 0,'-1'0'656'0,"0"0"-528"0,0 2-128 0,0-2 0 0,1 1 2016 0,-2 1 368 31,-1 2 80-31,-2 1 16 0,0 4 640 0,-3 3 128 0,1 2 16 0,-1 1 16 16,0 2-1344-16,2-1-272 0,0 0-48 0,2 1-16 0,2-2-880 0,1-1-176 15,1-14-32-15,0 0-16 0,7 30-304 0,-7-30-64 16,0 0-128-16,0 0 192 0,0 0-192 0,0 0 128 15,43 5-128-15,-33-12 0 0,-2 2 192 0,2-3-48 16,2-3-16-16,-2-1 0 16,1 0-128-16,-2-1 0 0,0 1 0 0,-1 0 0 15,0 0 0-15,-1 0-144 0,-2-2 144 0,-1 2 0 0,-1 0 0 0,-3 1-128 16,-2 1 128-16,-2 0 0 0,0 1 0 0,-3-1 0 16,0 2 0-16,-2 0 0 0,0 3 0 0,-1 0 0 0,0 3 0 0,-1 2 0 15,2 2 0-15,0 1 0 0,0 1 0 0,0 2 0 31,3 0 0-31,0 1 0 0,2 0-128 0,1 1 128 16,1-2-640-16,1-1-64 0,2-1 0 0,-1-4-14688 0</inkml:trace>
  <inkml:trace contextRef="#ctx0" brushRef="#br0" timeOffset="-82734.14">7680 11463 7359 0,'1'-2'656'0,"0"1"-528"0,0-1-128 0,-1 2 0 16,-1 0 1408-16,0 0 256 16,1 0 64-16,-2 2 0 0,0-1 752 0,-2 3 144 15,0 1 48-15,-2-1 0 0,0 4-1040 0,-1 1-208 16,0 1-32-16,0 2-16 0,1 0-320 0,-2 2-64 0,2 0-16 0,-1 1 0 16,1 1-464-16,-1-1-80 0,2-2-32 0,0 1 0 15,2 0-16-15,1-2 0 0,2-12 0 0,0 0 0 16,5 29 192-16,-5-29 16 0,0 0 16 0,0 0 0 15,0 0-240-15,0 0-48 0,35 21-16 0,-35-21 0 16,0 0-128-16,0 0-32 0,35-7 0 0,-26 2 0 16,0 1-144-16,1-1 0 0,0 0 0 0,0-2 0 15,1 1 0-15,-1-2-176 0,1 3 16 0,-1-2 0 16,-3 2-656-16,2 1-128 0,0-3-16 16,-2 2-16-16,2 0-752 0,-2 0-128 0,-1 1-48 15,-1 1-7104-15,0-2-1424 0</inkml:trace>
  <inkml:trace contextRef="#ctx0" brushRef="#br0" timeOffset="-82508.09">7765 11498 11967 0,'-5'5'528'0,"1"-2"112"0,0 1-512 0,1-2-128 0,2 1 0 0,-1 0 0 16,-1 1 1648-16,-2 4 288 0,-2 5 64 0,-2 4 16 16,-2 2 208-16,-1 2 32 0,0 1 16 0,0 1 0 15,1-2-656-15,0 1-128 0,2-1-16 0,-1-2-16 16,3 0-752-16,1-4-128 15,1-1-48-15,2-4 0 0,3-10-528 0,0 0 0 0,0 0 0 0,0 0 0 16,0 0-880-16,0 0-272 0</inkml:trace>
  <inkml:trace contextRef="#ctx0" brushRef="#br0" timeOffset="-82145.39">7844 11529 15663 0,'2'-5'688'0,"0"3"144"0,1-2-656 0,0 1-176 0,-1 1 0 0,0 1 0 0,-2 1 1472 16,0 0 256-16,19-9 48 0,-19 9 16 0,28-11-352 0,-28 11-64 15,30-3-16-15,-30 3 0 0,0 0-208 0,38 12-64 0,-38-12 0 0,0 0 0 16,0 0-560-16,36 34-112 0,-36-34-32 0,0 0 0 15,0 0-192-15,17 33-32 0,-17-33-16 0,0 0 0 16,0 21 96-16,-2-14 16 0,-1-1 0 0,-1 0 0 16,-1 0 80-16,0-1 32 0,-1 0 0 0,-3 0 0 15,-1 3-112-15,-2-2 0 0,0 1-16 0,-3 1 0 16,2 0-112-16,-2 0-128 0,2 2 176 0,0-1-176 16,1 0 0-16,4 1 0 0,2-1 0 0,2-2 0 15,2 1 0-15,2-8 128 0,0 0-128 0,0 0 0 16,0 0 128-16,0 0-128 0,0 0 0 0,44 19 0 0,-44-19 176 15,29-3-176-15,-29 3 160 0,38-12-160 0,-17 5 192 0,-2-2-48 16,0 1-16-16,-1-1 0 0,0 0-128 0,0-1-272 31,-2 3 64-31,1-2-10736 0,-1 1-2128 0</inkml:trace>
  <inkml:trace contextRef="#ctx0" brushRef="#br0" timeOffset="-81641.23">8240 11420 12895 0,'-5'2'1152'0,"1"-2"-928"0,1 1-224 0,0-1 0 16,2 2 1584-16,0-2 272 16,0 0 48-16,1 2 16 0,-2-2 576 0,1 1 112 0,1 1 16 0,2-2 16 15,-2 0-1040-15,0 0-224 0,0 0-32 0,0 0-16 16,38 3-576-16,-38-3-112 0,0 0-32 0,36 11 0 15,-36-11-416-15,0 0-192 16,38 21 160-16,-38-21-160 0,0 0 0 0,0 0 0 0,33 33 0 0,-33-33 0 16,0 0 0-16,0 0 0 0,7 31 0 0,-10-24 0 15,-2 0 0-15,-1 0 0 0,-2 1 0 0,-1-2 0 16,1 0 0-16,-2 0 0 0,-1 0 0 0,-1 0 0 0,0-1 0 16,-2 0 128-1,1-1-128-15,0 0 0 0,1 0 0 0,0-2 0 0,1 1 0 0,1 1 0 0,2-1 0 16,2-1 0-1,2-2 0-15,1 0 0 0,3 2 0 0,1-2 0 0,3 1 0 0,1-2 0 0,-1 1 0 0,-4 0 0 32,0 0 0-32,31-4 0 0,-31 4 0 0,0 0 0 15,45 0 0-15,-45 0 144 0,34 2-16 0,-34-2-128 16,0 0 192-16,49 10-64 0,-49-10-128 0,0 0 0 16,41 18 0-16,-41-18 0 0,0 0 0 0,0 0 0 15,0 0 128-15,29 36-128 0,-29-36 160 0,-3 13 0 0,-1-5 0 16,-2-3 0-16,0 2 224 0,-3-2 64 0,-2 2 0 0,-2-2 0 15,-1-1-192-15,-2 1-16 0,-1 0-16 0,-1-2 0 16,-1 1-96-16,1 1 0 0,0-3-128 0,1 3 192 16,3-3-192-16,2 1 0 0,1-3 0 0,3 1 0 15,1-1 0-15,3-1 0 0,0-1-176 0,2-1-11840 16,2-2-2368-16</inkml:trace>
  <inkml:trace contextRef="#ctx0" brushRef="#br0" timeOffset="-81025.04">8707 11512 1839 0,'-3'3'160'0,"1"-3"-160"15,2 2 0-15,0-2 0 0,0 0 1728 0,0 0 320 16,0 3 64-16,-1-1 16 0,1-2 864 0,0 0 160 16,0 0 48-16,0 0 0 0,0 0-320 0,0 0-64 15,24-9-16-15,-16 4 0 0,1-3-1264 0,0 2-256 16,1-4-64-16,0 1 0 0,-1-1-768 0,0-2-176 0,1-2-16 0,0 2-16 16,0-5-240-16,-1 4 0 0,-2 0 0 0,-1 1 0 15,0 1 0-15,-3 1 0 0,0 1-160 0,-2-1 160 16,-2 3-144-16,-1 2 144 0,-2 1-160 0,-4 0 160 15,1 4-128-15,-3 0 128 0,-2 4 0 0,0-2-144 16,0 5-80-16,-2-2-16 0,0 3 0 0,-1 3 0 16,0-2 240-16,0 3 0 0,-1 2 0 0,2-2-144 15,1 3 144-15,2-1 0 0,2 0 0 0,1-2 0 16,1 0 224-16,2-1-32 0,0 1 0 0,2-2 0 0,3-10-16 0,0 0-16 16,0 0 0-16,0 0 0 0,0 0-160 0,21 31 0 15,-21-31 144-15,0 0-144 0,33 0 0 0,-33 0 0 16,33-9 0-16,-33 9 128 0,35-10-128 0,-20 2 0 15,1 2 0-15,-3-2 0 16,-13 8 0-16,22-11 0 0,-12 7-176 0,-3 1 176 0,-1 0 0 0,-2 1 0 16,-1 0-128-16,-2 2 128 0,-1 0 0 0,-2 2 0 15,0 0 0-15,0 1 0 0,-2 1 192 0,-2 3 0 16,1 0-16-16,-1 1 0 0,1 1 224 0,-2 3 48 16,2 2 16-16,-2 0 0 0,1 3-144 0,2-1-16 15,-1 1-16-15,1 0 0 0,-2 2-160 0,1 4-128 0,0 3 192 0,-1 3-192 16,1-2 128-16,-1 1-128 0,1-2 0 0,-1-2 0 15,1-3 0-15,2-2 0 0,3-19 0 0,-5 26-17616 16</inkml:trace>
  <inkml:trace contextRef="#ctx0" brushRef="#br0" timeOffset="-80469.37">9371 11567 10127 0,'-1'0'896'0,"0"-2"-704"32,1 2-192-32,0-1 0 0,-1 1 1232 0,1 0 224 0,0-1 32 0,-1 1 16 0,1-1 464 0,1 1 80 31,2 0 32-31,-1 0 0 0,-2 0-304 0,0 0-64 15,0 0-16-15,31-1 0 0,-31 1-480 0,30-1-80 0,-30 1-32 0,38-2 0 16,-38 2-336-16,40-5-80 0,-40 5-16 16,40-6 0-16,-40 6-352 0,38-9-80 0,-38 9-16 0,31-9 0 15,-31 9-224-15,25-7 0 0,-25 7 0 0,21-10 0 16,-10 6-128-16,-3-1-32 0,-1 0 0 0,-1 3 0 31,-1-3-1568-31,-3 1-320 0</inkml:trace>
  <inkml:trace contextRef="#ctx0" brushRef="#br0" timeOffset="-80295.46">9602 11351 16575 0,'-2'-5'736'0,"0"3"160"16,0 0-720-16,1 2-176 0,0 0 0 0,0 0 0 0,0 2 1712 0,0 3 304 16,-1 2 64-16,-2 6 16 0,1 8 368 0,-1 4 80 15,0 4 16-15,-1 1 0 0,0 4-1232 0,1-1-240 16,-1 0-64-16,1-4 0 0,1 0-720 0,0-4-160 15,2-1-16-15,1-3-16704 0</inkml:trace>
  <inkml:trace contextRef="#ctx0" brushRef="#br0" timeOffset="-79136.6">10397 11407 11055 0,'0'0'976'0,"0"-1"-784"16,0 1-192-16,0 0 0 0,0 0 1184 0,-1 0 192 15,0 0 32-15,0-2 16 0,1 2 400 0,-2-2 80 16,1 1 16-16,0-1 0 0,0 2-512 0,-1-2-112 15,2 1-16-15,-1-1 0 0,0 2-656 0,1 0-144 16,0 0-32-16,-1 0 0 0,1 0-80 0,0 0-32 16,-1 0 0-16,0 0 0 0,0 0 96 0,0 2 16 0,-1 1 0 0,-1 0 0 15,-1 3 0-15,0 1 16 0,-1 3 0 0,-2 1 0 16,2 2 16-16,-2 1 0 0,0 5 0 0,-1-3 0 16,1 3-48-16,-1 0-16 0,-1 0 0 0,2 0 0 15,2 3-160-15,-1-6-16 0,2 0-16 0,1-3 0 16,3-13 16-16,0 23 0 0,0-23 0 0,0 0 0 15,0 0-240-15,0 0 128 0,0 0-128 0,0 0 0 16,0 0 0-16,38 17 128 0,-29-20-128 0,0-3 0 16,0 0 0-16,2 0 144 0,0-4-144 0,-2 3 128 15,0 0-128-15,1-3 0 0,1 1 0 0,-1-3 0 16,0 1 0-16,0-2 0 0,0 0 0 0,0-2 0 16,-1 0-176-16,-1-1 48 0,1-3 0 0,-3 0 0 15,0 1 128-15,-3 0-160 0,-1-2 160 0,-3 2-160 16,-1 2 160-16,-3 4 0 0,-2 0-144 0,-4 5 144 0,0 2 0 0,-2 5 0 15,1 1 0-15,-2 3 0 0,1 3 0 0,1 3-144 16,2 0 144-16,1 1 0 0,1 1-368 0,4-3 48 16,2 1 0-16,2-10 0 15,0 0-1200-15,0 0-224 0</inkml:trace>
  <inkml:trace contextRef="#ctx0" brushRef="#br0" timeOffset="-78946.08">10579 11588 17503 0,'1'1'1552'0,"-1"-1"-1232"0,0 0-320 0,0 0 0 15,0 0 1744-15,0 0 304 16,0 0 48-16,0 0 16 0,0 0 464 0,33 4 112 0,-33-4 0 0,0 0 16 0,0 0-1712 0,0 0-352 16,0 0-64-16,32 29 0 0,-32-29-768 0,0 0-160 15,0 0-32-15,0 0-10304 16,8 30-2048-16</inkml:trace>
  <inkml:trace contextRef="#ctx0" brushRef="#br0" timeOffset="-78673.93">10879 11368 9215 0,'1'-2'816'0,"0"0"-656"0,0 1-160 0,0 1 0 15,-1 0 2016-15,0-2 368 0,2 2 80 0,0-2 16 16,0 1 192-16,-1 1 32 0,-1 0 16 0,0 0 0 16,0 0-672-16,0 0-144 0,-1 34-32 0,-2-22 0 15,3-12-736-15,-5 32-160 0,1-15-16 0,-1 2-16 16,0-2-432-16,1 2-96 16,-1-3-16-16,1 4 0 0,0-2-208 0,0 1-64 0,1-2 0 0,1-3 0 15,-1 1-128-15,3-15-192 0,0 0 32 0,1 30-11600 16,-1-30-2320-16</inkml:trace>
  <inkml:trace contextRef="#ctx0" brushRef="#br0" timeOffset="-78467.34">11060 11370 14847 0,'1'-1'320'0,"0"-2"80"0,0 1 16 0,-1 1 0 0,1 1-416 0,-1 0 0 0,1-2 0 0,-1 2 0 15,1-2 2544-15,-1 2 416 0,-1 0 96 0,0 2 16 16,-1 3-768-16,-1-1-160 0,-1 4-32 0,-1 1 0 16,0 1-1024-16,-2 4-192 0,2 2-64 0,-4 1 0 15,1 2-496-15,-1 0-96 0,2-3-32 0,0 3 0 0,0-1-16 0,1 0 0 16,1-3 0-16,0 1 0 0,5-16 48 0,-4 24 0 16,4-24 0-16,0 0 0 0,0 0-240 0,0 0-240 15,0 0 48-15,0 0-16896 16</inkml:trace>
  <inkml:trace contextRef="#ctx0" brushRef="#br0" timeOffset="-78071.42">11160 11399 8287 0,'1'-3'368'0,"0"1"80"0,0 2-448 0,-1-2 0 0,1 2 0 0,-1-2 0 16,0 2 1856-16,0-1 304 0,0 1 48 0,0 0 16 15,0 0 400-15,-2 0 96 0,0 3 16 0,0-1 0 16,-1 3-272-16,-1-2-48 0,1 3-16 0,-1 1 0 16,0-2-1952-16,-1 3-448 0,2 0 0 0,-2 0 0 15,5-8 720-15,-7 14 128 0,2-6 32 0,0 0 0 16,1 0-272-16,-1-1-48 0,1 2-16 0,0 1 0 16,0-3-240-16,0 2-48 0,1-1-16 0,-1 1 0 15,4-9-240-15,-6 14 128 0,6-14-128 0,-4 10 0 16,4-10 0-16,-4 8 0 0,4-8 0 0,0 0 0 0,0 0 0 0,0 0 0 15,0 0 0-15,0 0 0 0,0 0 0 0,0 0 0 16,0 0 0-16,0 0 0 0,0 0 0 0,10-8 0 16,-10 8 0-16,0 0 0 0,5-4 0 0,-5 4 128 15,0 0-128-15,3-3 0 0,-3 3 0 0,0 0 0 16,0 0 0-16,0 0 0 0,0 0 0 0,0 0 0 16,2-3 0-16,-3 1 0 15,2-1-512-15,-1 1-80 0</inkml:trace>
  <inkml:trace contextRef="#ctx0" brushRef="#br0" timeOffset="-77550.13">11135 11273 911 0,'3'-3'0'0,"-1"1"0"0,-1 2 0 0,-1-1 0 16,0 1 1296-16,0 0 176 0,-1 1 48 0,0-1 0 16,0 1 896-16,-2 3 176 0,1-1 32 0,-3 0 16 15,1 1-400-15,0 1-64 0,-1-1-32 0,-1 1 0 16,2-2-288-16,-1 2-48 0,2-2-16 0,-2 1 0 16,1 0-240-16,0 0-48 0,1 1-16 0,-1 0 0 0,0-1-480 0,1 2-112 15,-1 0 0-15,-1 2-16 0,1 1-368 0,-2 0-80 16,0 6-16-16,-2-1 0 0,0 3-224 0,-1 1-32 15,-1-1-16-15,0 2 0 0,0 0-144 0,-1-2 192 16,0 0-192-16,0-1 192 16,2 1-192-16,2-5 0 0,1-3 144 0,1 0-144 0,2-1 0 0,-1-2 144 15,2-2-144-15,2-4 0 0,0 0 128 0,0 0-128 0,0 0 0 16,0 0 0-16,0 0 0 16,0 0 128-16,0 0-128 0,0 0 0 0,0 0 160 0,33 1-160 0,-33-1 128 0,0 0-128 15,26-2 144-15,-26 2-144 0,0 0 160 0,29-3-160 31,-29 3 128-31,0 0-128 0,34 0 0 0,-34 0 144 0,27-4-144 0,-27 4 0 0,31-5 0 0,-31 5 128 16,30-8-128-16,-30 8 0 0,32-8 0 0,-32 8 0 16,30-5 0-16,-30 5 0 0,23-7 0 0,-23 7 0 15,0 0 0-15,26-5 0 0,-26 5 0 0,0 0 0 16,0 0 0-16,0 0 0 0,0 0 0 0,0 0 0 0,0 0 0 0,14-7 0 16,-18 4 0-16,1 1 0 15,-2 0-544-15,-1-1-32 0,2-1-16 0,-1 0-17584 16</inkml:trace>
  <inkml:trace contextRef="#ctx0" brushRef="#br0" timeOffset="-77344.7">11170 11385 11967 0,'-1'0'1072'0,"1"0"-864"0,0 0-208 0,0 0 0 16,0 0 2432-16,-1 0 432 0,1 2 80 0,-1-2 32 15,0 2 208-15,-1-2 32 0,0 3 16 0,0-1 0 16,1 3-1824-16,-2 2-352 0,0 0-80 0,-2 2-16 16,1 3-176-16,-3 0-32 0,1 3-16 0,-3 3 0 15,0 0-416-15,-1 2-96 0,3-2-16 0,-2 2 0 16,0 4-48-16,0-1-16 0,1-1 0 0,2-3 0 16,0 1-144-16,2-5 0 0,2 0 0 0,2-15-18496 15</inkml:trace>
  <inkml:trace contextRef="#ctx0" brushRef="#br0" timeOffset="-75904.84">11477 11385 18431 0,'-1'-3'1632'0,"1"1"-1312"15,1-2-320-15,-1 3 0 0,0 1 1072 0,0 0 144 16,0-3 16-16,0 0 16 0,0 0 800 0,0 0 176 0,0 4 16 0,-1 3 16 16,1-4-784-16,-3 19-144 0,3-19-48 0,-5 33 0 15,2-16-464-15,-1 6-112 0,0 3 0 0,-2 1-16 16,0 2-272-16,0-3-48 0,-1 0-16 0,2-3 0 15,-1 0-144-15,1-1-16 0,1-3-16 0,1-2 0 16,3-17-176-16,-3 28 0 0,3-28 0 0,0 0-17840 16</inkml:trace>
  <inkml:trace contextRef="#ctx0" brushRef="#br0" timeOffset="-75444.74">11589 11349 19343 0,'0'0'848'0,"0"0"192"0,0 0-832 0,0 0-208 16,0 0 0-16,0 0 0 0,0 0 1728 0,33 0 320 15,-33 0 48-15,0 0 16 0,48-3-416 0,-48 3-80 16,40-4-16-16,-40 4 0 0,37-7-832 0,-37 7-160 16,0 0-32-16,35-2-16 0,-35 2-416 0,0 0-144 15,0 0 0-15,0 0 144 0,0 0-144 0,0 0 0 16,4 39 0-16,-12-27 0 0,-3 0 0 0,-3 0 0 0,-2 2 0 0,-1 1 128 15,-1-3-128-15,0-1 0 0,2 0 0 16,-1-2-176-16,1 0 176 0,1-1 0 0,0-2-144 0,3 1 144 16,1-2 0-16,3-3 0 0,3 1 0 0,1-1 0 15,2-2 272-15,2 0 32 0,0 0 0 16,0 0 0-16,0 0-80 0,22-10-16 0,-22 10 0 0,24-9 0 16,-24 9-80-16,33-9 0 0,-33 9-128 0,37-8 192 15,-37 8-32-15,40-4-16 0,-40 4 0 0,39-3 0 16,-39 3-144-16,31 3 0 0,-31-3 144 0,0 0-144 15,0 0 0-15,35 12 0 0,-35-12 0 0,0 0 128 16,0 0-128-16,0 0 0 0,-5 31 0 0,-3-22 128 16,-4 0 240-16,-1 1 48 0,-5 0 16 0,-1 1 0 0,0 0-208 0,-1 0-32 15,0-2-16-15,1 0 0 0,2-1-176 0,0 1 128 16,0 0-128-16,3-1 128 0,2-1-128 0,3-4 0 16,4 1 0-16,2-4 0 0,2 0 0 0,2-2 0 15,4-3-224-15,1-2-11664 16,3-3-2320-16</inkml:trace>
  <inkml:trace contextRef="#ctx0" brushRef="#br0" timeOffset="-75106.56">11937 11444 16575 0,'0'0'736'0,"0"0"160"0,0 0-720 0,0 0-176 0,0 0 0 0,0 0 0 16,0 0 1792-16,0 0 320 0,0 0 64 15,0 0 0-15,0 0 272 0,0 0 48 16,0 0 16-16,0 0 0 0,0 0-1072 0,0 0-224 0,0 0-32 0,0 0-16 15,22 33-688-15,-26-24-144 0,1 3-16 0,-3 0-16 16,0 0-112-16,1 2 0 0,0 1-16 0,1 1 0 16,1 1 48-16,3-17 16 15,-2 30 0-15,2-30 0 0,0 0-96 0,11 34-16 0,-11-34 0 0,0 0 0 16,0 0-128-16,38 10 0 16,-38-10 0-16,29-9 0 0,-12 0 0 0,-1-2 0 0,2-1 0 0,0 0 0 0,0-2 0 0,-2-1 0 15,-1 0 0-15,-3 1 0 0,-3 1 0 16,-3-1 0-16,-1 2 0 0,-5 1 0 0,-5 0 0 0,-3 2 0 15,-3 2 0-15,-5-2 0 0,-1 4 0 16,-4 0 0-16,0 0 0 0,0 4 0 0,3 2 0 0,0 1 0 16,3 1 0-16,1 4 0 0,3 0-176 15,2-1 48-15,5 0 0 0,4-6 0 16,0 0-832-16,0 0-176 0</inkml:trace>
  <inkml:trace contextRef="#ctx0" brushRef="#br0" timeOffset="-74620.17">12725 11494 14735 0,'-4'4'1312'0,"2"-2"-1056"0,0-1-256 0,2 1 0 16,0-2 1472-16,-1 1 224 0,-1 3 48 0,0 0 16 15,0 2 528-15,2-6 96 0,0 0 32 0,0 0 0 16,0 0-832-16,0 0-176 0,51 20-16 0,-51-20-16 15,44-4-544-15,-16-3-96 0,2 2-32 0,2-4 0 0,-2 2-368 0,-1-1-80 16,-2 1 0-16,-3 0-16 16,-2 0-240-16,-22 7 0 0,40-11 0 0,-40 11 0 15,33-12-1136-15,-33 12-112 0,25-10-32 0,-25 10-14304 0</inkml:trace>
  <inkml:trace contextRef="#ctx0" brushRef="#br0" timeOffset="-74447.89">13036 11333 11967 0,'-4'-3'528'0,"2"-2"112"0,0 3-512 0,1 0-128 16,0 2 0-16,1 2 0 0,0 0 1904 0,-2-1 336 0,-1 3 80 0,-1 4 16 15,0 8 608-15,-3 2 112 0,0 7 16 0,-2 3 16 16,2 3-1040-16,-1 2-192 0,0 0-64 0,3-2 0 16,0-5-1120-16,2 1-224 0,1 1-64 0,2-2-17632 15</inkml:trace>
  <inkml:trace contextRef="#ctx0" brushRef="#br0" timeOffset="-73441.96">13818 11317 15663 0,'0'-1'1392'0,"-2"1"-1120"15,1 0-272-15,1 0 0 0,-1 0 992 0,0 0 144 16,-1 0 16-16,-1 1 16 0,-1 0 496 0,-1 1 80 15,-1 3 32-15,0 0 0 0,1 2-528 0,0 0-96 16,-2 3-32-16,1 0 0 0,-2 4-288 0,1 2-64 0,-1 0-16 0,-1 1 0 16,1 2 96-16,0 0 32 0,-1 0 0 0,2 0 0 15,-1 0-192-15,2-2-48 0,-1 2 0 0,3-3 0 16,1 1-256-16,0-6-64 0,3-11-16 0,-1 22 0 16,1-22-304-16,0 0 160 0,0 0-160 0,0 0 128 15,0 0-128-15,39 24 0 16,-39-24 0-16,21-5 0 0,-9-2 0 0,1-1 0 0,1-1 0 0,0-4 0 15,2 1 0-15,-1-1 0 0,-1 0 0 0,0-2 0 16,0 0 0-16,-1-1 0 0,2-2 0 0,-4 0 0 16,0 2 0-16,-3-5-176 0,-1 2 176 0,-3-3-128 15,-1 3 128-15,-3-2 0 0,-2-1 0 0,-2 4-128 0,-1 2 128 16,-3 3 0-16,-3 4 0 0,-1 2 0 0,-1 4 0 16,-2 5 0-16,0 3 0 0,0 2 0 0,1 4-240 0,1 0 48 15,2 1 0-15,0 2 0 0,1 0-128 0,3 0 0 16,2 0-16-16,3-4-10896 15,2-10-2176-15</inkml:trace>
  <inkml:trace contextRef="#ctx0" brushRef="#br0" timeOffset="-73229.58">14007 11567 23951 0,'0'0'2128'0,"0"0"-1696"0,0 0-432 0,0 0 0 16,0 0 1888-16,0 0 288 0,0 0 64 0,0 0 16 15,0 0-400-15,0 0-64 0,0 0-32 0,16 33 0 16,-16-33-1216-16,0 0-240 0,0 0-48 0,0 0-11776 16,12 31-2368-16</inkml:trace>
  <inkml:trace contextRef="#ctx0" brushRef="#br0" timeOffset="-72792.5">14199 11325 26719 0,'2'0'1184'0,"-1"-2"240"0,-1 2-1136 0,0 0-288 0,0 0 0 0,0 0 0 31,0 0 1408-31,20-5 240 0,-20 5 32 0,24-6 16 0,-24 6-544 0,32-6-96 16,-32 6-32-16,33 0 0 0,-33 0-448 0,0 0-80 15,40 7-32-15,-40-7 0 0,0 0-336 0,0 0-128 16,28 31 0-16,-28-31 144 0,0 0-144 0,0 31 0 16,0-31 0-16,-10 27 0 0,2-14 0 0,-2-1 0 15,-1 0 0-15,-2-2 0 0,0 1 0 0,-1-1 0 16,0-1 0-16,-1-2 0 0,1 1 0 0,-1-1 0 15,1 1 0-15,0-2 0 0,1 1 0 0,1-2 0 16,2 0 0-16,2-2 0 0,3 0 320 0,2 0 0 16,2-1-16-16,1 1 0 0,0-3-16 0,0 0 0 0,0 0 0 15,0 0 0-15,30-2-288 0,-30 2 160 0,27-6-160 16,-27 6 128-16,33-9-128 0,-15 2 160 0,-18 7-160 16,38-12 160-16,-18 6-160 0,-1 0 0 0,0-1 0 0,-19 7 0 15,33-12 0-15,-33 12-176 0,29-9 48 0,-29 9 0 31,24-12-1600-31,-24 12-304 0,18-7-64 0,-18 7-13840 0</inkml:trace>
  <inkml:trace contextRef="#ctx0" brushRef="#br0" timeOffset="-72321.35">14580 11308 20271 0,'-5'1'896'0,"2"1"192"0,0-2-880 0,1 0-208 15,2 0 0-15,0 0 0 0,0 0 1792 0,0 1 304 16,1-1 64-16,-1 0 16 0,0 0-32 0,0 0 0 16,0 0 0-16,0 0 0 0,25-1-864 0,-25 1-160 15,0 0-32-15,30-6-16 0,-30 6-656 0,25-5-128 16,-25 5-32-16,26-3 0 0,-26 3-256 0,0 0 160 15,34 0-160-15,-34 0 128 0,0 0-128 0,0 0 0 16,32 16 0-16,-32-16 128 0,0 0-128 0,0 0 0 16,0 0 0-16,11 39 0 0,-11-39 0 0,-7 20 0 15,7-20 0-15,-11 24 0 0,4-13 0 0,-2 0 0 16,1 1 0-16,-2-3 0 0,0 3 0 0,-1-3 0 0,-2 3 0 16,-1-2 0-16,-1 0 0 0,0 1 0 0,1-2 0 15,-1 1 0-15,-1 2 0 0,1-2 0 0,3-1 0 0,3 0 0 16,2-1 0-16,2-2 0 0,5-6 0 0,0 0 0 15,0 0 0-15,0 0 0 0,0 0 0 0,0 0 0 16,0 0 0-16,0 0 0 0,0 0 0 0,38 9 0 16,-38-9 0-16,26-9 0 0,-26 9 0 0,29-9 0 15,-14 3 0-15,-15 6 0 0,33-10 0 0,-33 10 0 16,31-7 0-16,-31 7 0 0,31-6 0 0,-31 6 0 16,25-8-176-16,-25 8-64 0,22-6-16 0,-22 6-11712 15,19-7-2368-15</inkml:trace>
  <inkml:trace contextRef="#ctx0" brushRef="#br0" timeOffset="-71566.15">14932 11292 11967 0,'-2'0'1072'0,"1"0"-864"0,0 0-208 0,1 0 0 16,0 0 1056-16,-1 2 160 0,-1-2 48 0,-1 0 0 15,-1 1 848-15,1 1 192 0,0-2 16 0,1 0 16 16,1 0-224-16,0 2-64 0,1-2 0 0,0 0 0 15,0 0-784-15,0 0-176 0,0 0-16 0,23-4-16 16,-23 4-384-16,19-5-80 0,-19 5-16 0,23-8 0 0,-11 4-192 0,1-3-32 16,1 2-16-16,0 0 0 15,1-2-144-15,-1 2-48 0,0 0 0 0,-1 1 0 0,0-1-144 16,-13 5 128-16,22-7-128 0,-22 7 128 16,0 0-128-16,23-7 0 0,-23 7 0 0,0 0 0 0,0 0 128 0,0 0-128 15,0 0 0-15,0 0 128 16,0 0 0-16,0 0 0 0,0 0 0 0,0 0 0 0,0 0-128 0,0 0 160 15,0 0-160-15,-6 27 160 16,6-27-160-16,-10 18 0 0,5-6 144 0,-1 0-144 0,1 2 0 0,-1 0 144 16,0 5-144-16,-1 3 0 0,1 3 144 0,-2 1-144 0,1 0 0 0,-3 1 144 31,1 1-144-31,-2-2 0 0,1 3 0 0,0-5 0 16,0 2 0-16,2-5 0 0,1 0 0 0,1-4 0 0,6-17-192 0,-6 26-64 0,6-26 0 0,0 0-11920 31,0 0-2384-31</inkml:trace>
  <inkml:trace contextRef="#ctx0" brushRef="#br0" timeOffset="-71344.74">14889 11506 16575 0,'0'0'1472'0,"0"0"-1168"15,0 0-304-15,0 0 0 0,0 0 1344 0,0 0 192 16,0 0 64-16,28-8 0 0,-28 8 704 0,32-12 160 31,-13 5 32-31,1-2 0 0,0-1-1056 0,0 1-208 16,0 0-32-16,1-1-16 0,0-2-816 0,0-1-176 15,1 0-16-15,-1 1-16 16,-2 0-1104-16,0 3-208 0,-1-1-64 0,-3 1-13632 0</inkml:trace>
  <inkml:trace contextRef="#ctx0" brushRef="#br0" timeOffset="-70951.1">15556 11133 12383 0,'0'0'256'0,"-2"0"64"0,2 0 16 0,0 0 32 0,-4 0-368 0,4 0 0 16,0 0 0-16,-7 6 0 0,0 0 2384 0,-2 1 416 15,-2 5 80-15,-2 2 0 0,0 1-384 0,-1 2-64 16,0 3-32-16,0 2 0 0,-1 2-848 0,-1 2-160 16,0 4-48-16,-2 1 0 0,2 3-400 0,-1 2-96 15,0 1-16-15,-1-3 0 0,2 1-288 0,0-1-64 16,1-2-16-16,2-1 0 0,2-1-320 0,2-3-144 16,3-1 128-16,6-26-128 0,-3 36 0 0,3-36 0 15,0 0 0-15,0 0 0 16,23 28-768-16,-23-28-16 0,18-7-16 0,-6-3 0 15,2-2-224-15,1-3-64 0,-1-2 0 0,0-1 0 16,1 2 256-16,-1-5 32 0,2-1 16 0,0-1 0 16,-2 1 144-16,-1 1 48 0,-3 2 0 0,-2 2 0 0,-2 3 448 0,-2 2 144 0,-3 1 0 0,-3 3 0 15,-2 4 0-15,-2-1 256 0,-2 2-32 0,-1 1 0 16,-2 2 368-16,0 2 80 0,-2 1 16 0,1 2 0 16,-1-1-256-16,2 1-48 0,1 0-16 0,1 0 0 15,1 2-240-15,1 0-128 0,7-7 160 0,-8 9-160 31,8-9-352-31,0 0-160 0</inkml:trace>
  <inkml:trace contextRef="#ctx0" brushRef="#br0" timeOffset="-70520.65">15843 11212 6447 0,'-2'-3'576'0,"0"3"-576"15,0 0 0-15,2 0 0 0,-1 0 1968 0,-1 0 272 16,-2 0 64-16,-2 1 16 0,-2 3 928 0,-1 0 176 16,-2 6 32-16,-1 0 16 0,1 1-864 0,-2 6-176 0,-1 0-48 0,-2 6 0 15,-1 3-1184-15,-1 3-240 16,-3 4-64-16,0 0 0 0,0 0-448 0,-1-1-112 0,1 1-16 0,2 0 0 15,2-5-64-15,2 0 0 0,3-2-16 0,2-2 0 16,3 0-112-16,2-5 0 16,5-19-128-16,1 31 192 0,-1-31-192 0,0 0 0 0,0 0 0 0,33 26 0 0,-33-26 0 15,26-4-128-15,-26 4 128 0,30-10-160 16,-14-1 32-16,1 0 0 0,-1-3 0 0,-1 0 0 0,-2 2-48 0,-1-4 0 16,1-1 0-16,-3 0 0 0,-2 1 16 0,-1 0 0 15,-4 1 0-15,-2 3 0 0,-1 3 160 0,-3 0 0 16,-3 3 0-16,-3 2 0 0,-2 4 0 0,-2 4 0 15,-3 1 0-15,0 2 0 0,0 0-176 0,0 0-96 16,2 1-32-16,1 1 0 16,1-5-880-16,1 1-176 0</inkml:trace>
  <inkml:trace contextRef="#ctx0" brushRef="#br0" timeOffset="-66768.4">16207 11445 4607 0,'-1'1'400'16,"-1"-1"-400"-16,1 0 0 0,1 0 0 15,0 0 752-15,0 0 64 0,-1 0 16 0,-1 0 0 0,0 0 640 0,1 0 144 16,0 0 32-16,0-1 0 0,1 0 112 0,0 1 32 0,2-2 0 0,-1 0 0 16,1 1-176-16,1 1-16 0,0 0-16 0,1-2 0 0,-4 2-176 0,0 0-48 15,0 0 0-15,33 3 0 0,-33-3-256 0,30 2-48 16,-30-2-16-16,37 0 0 0,-37 0-192 0,42-2-32 16,-42 2-16-16,44-4 0 0,-44 4-416 0,43-6-96 15,-43 6-16-15,41-10 0 0,-41 10-272 0,32-7 128 16,-32 7-128-16,27-5 0 0,-27 5 0 0,0 0 0 15,0 0 0-15,26-2 0 16,-26 3-464-16,-1 0-112 0,-2 1 0 0,-2 1-15840 0</inkml:trace>
  <inkml:trace contextRef="#ctx0" brushRef="#br0" timeOffset="-66398.8">16238 11617 7359 0,'-4'2'320'0,"3"-1"80"0,-1 1-400 16,0-2 0-16,1 0 0 0,0 2 0 0,0-2 1312 0,-1 0 176 15,-1 3 48-15,0 1 0 0,-1-1 384 0,0-1 64 16,1 0 32-16,1 0 0 0,0-2-208 0,1 0-32 15,0 0-16-15,0 0 0 0,1 0-416 0,1 0-64 16,0-2-32-16,1 2 0 0,0-1-192 0,0 0-32 0,1 1-16 0,0-2 0 16,1 2-208-16,0 0-32 15,1 0-16-15,0 0 0 0,-5 0-304 0,0 0-64 0,0 0-16 0,29 0 0 16,-29 0-64-16,0 0-16 0,37-3 0 0,-37 3 0 16,33-7-32-16,-33 7-16 0,32-5 0 0,-32 5 0 15,40-7-240-15,-40 7 176 0,39-4-176 0,-39 4 160 16,39-5-160-16,-39 5 0 0,36-3 0 0,-36 3 0 15,31-2 0-15,-31 2 0 0,0 0 0 0,31-2 0 16,-31 2 0-16,0 0 0 0,0 0 0 0,0 0-12144 16,27-2-2352-1</inkml:trace>
  <inkml:trace contextRef="#ctx0" brushRef="#br0" timeOffset="-65245.5">17038 11430 7359 0,'0'-3'656'0,"1"1"-528"0,0 2-128 0,-1-2 0 15,0 1 1040-15,0 1 176 0,1-2 48 0,0-2 0 16,0 1 880-16,0-3 176 0,1 3 48 0,-2-2 0 16,1 2-208-16,-1 1-48 0,0 0 0 0,0 0 0 15,0 2-512-15,-1 0-96 0,1 0-32 0,-1 2 0 16,0 0-432-16,-1-2-80 0,0 3-32 0,0 2 0 16,-1 1-368-16,-2 1-80 0,0 0-16 0,-1 3 0 15,0-2-192-15,0 3-32 0,-1 1-16 0,-1 0 0 16,2 2-96-16,-2 0 0 0,2 0-128 0,-1 1 192 0,2 1-64 15,0-1-128-15,1 3 176 0,1-1-176 0,3-17 208 0,-2 29-64 16,2-29-16-16,1 26 0 0,-1-26 0 0,0 0 0 16,0 0 0-16,0 0 0 0,27 35-128 15,-27-35 0-15,0 0 0 0,32 0 128 0,-32 0-128 16,27-10 0-16,-12 2 0 0,0 0 128 0,-1-4-128 0,1-1 0 16,-2 0 0-16,1-1 128 0,-1 0-128 0,1-5 0 15,1 0 0-15,-3-1 0 0,-1 2 0 0,-3 1 0 16,-2 0 0-16,-2 1 0 0,-4 0 0 0,-3 4 0 0,-2 0 0 15,-2 1 0-15,-2 2 0 0,-4 3 0 0,0 1 0 0,-3 3 0 16,1 2 0-16,-2 4 0 0,1 1 0 0,-1-1 0 16,1 5 0-16,2-1 0 0,1 1 0 0,3 1 0 15,2 2-192-15,2-5 16 0,6-7 16 0,0 0-11920 16,0 0-2384-16</inkml:trace>
  <inkml:trace contextRef="#ctx0" brushRef="#br0" timeOffset="-65023.47">17277 11634 24879 0,'0'2'1088'0,"0"-1"256"0,0 0-1088 0,1 1-256 0,-1-1 0 0,1 1 0 0,0 0 1712 0,-1-2 272 16,0 0 64-16,0 0 16 0,0 0-896 0,0 0-176 15,17 39-32-15,-17-39-16 0,0 0-688 0,0 0-256 16,0 0 176-16,0 0-10800 0,23 30-2144 0</inkml:trace>
  <inkml:trace contextRef="#ctx0" brushRef="#br0" timeOffset="-64608.7">17704 11384 7359 0,'2'-2'656'0,"0"0"-528"16,-1 2-128-16,0 0 0 16,-1 0 1648-16,1-2 288 0,1 0 64 0,0 1 16 0,-2-1 560 0,1 2 112 15,-2 2 32-15,-1 3 0 0,-2-1-560 0,-1 4-112 31,-1 1-32-31,-2 1 0 0,1 4-608 0,-1 0-128 0,-3 1-32 0,1 3 0 0,-1 2-544 0,0 0-96 16,1 0-32-16,-1 1 0 0,-1 2-144 0,1-1-48 16,1-1 0-16,2-2 0 0,2 0-80 0,2-5-32 15,4-14 0-15,-1 25 0 0,1-25-144 0,0 0-128 16,0 0 144-16,0 0-144 0,28 28 0 0,-28-28 0 16,0 0 0-16,37-3 0 0,-23-2 0 0,2 1 128 15,2-1-128-15,1-1 0 0,-19 6 0 0,41-11 0 0,-19 5 0 0,2 0 0 16,-1 2 0-16,-1-1 128 0,0 0-128 0,-22 5 0 31,39-7 0-31,-39 7 0 0,34-7 128 0,-34 7-128 16,30-5 0-16,-30 5 0 0,24-7 0 0,-24 7 0 15,0 0 0-15,25-4 0 0,-25 4 0 0,0 0 0 16,0 0-1152-16,0 0-128 0,14-6-32 0,-15 4-15600 16</inkml:trace>
  <inkml:trace contextRef="#ctx0" brushRef="#br0" timeOffset="-64420.34">17919 11477 10127 0,'-3'2'896'0,"1"-2"-704"16,1 3-192-16,0-2 0 0,0 0 1840 0,1-1 336 15,0 0 64-15,-8 17 0 0,1-6 768 0,0 4 160 16,-1 2 32-16,-2 1 0 0,1-1-976 0,0 4-192 0,-2 1-48 16,-1-1 0-16,1 2-976 0,-2 1-208 0,1 0-32 0,-1 1-16 15,1 0-464-15,0-1-96 0,2-1 0 0,1-4-16 16,2-2-176-16,2-3 0 0,5-14 0 0,-6 26 0 15,6-26 0-15,0 0-192 0,0 0 0 0,3 27-11648 16,-3-27-2320-16</inkml:trace>
  <inkml:trace contextRef="#ctx0" brushRef="#br0" timeOffset="-63738.69">18387 11411 11967 0,'1'-4'1072'0,"0"1"-864"0,0 0-208 15,0 3 0 1,0 0 896-16,-1-2 144 0,1-1 32 0,1 1 0 0,0-2 816 0,0 1 160 16,-1 3 48-16,-2 2 0 0,1-2-96 0,-4 15-16 15,1-4 0-15,-2 4 0 0,-1 3-480 0,-1 4-96 0,-2 0-32 0,-1 3 0 16,-1 0-608-16,0 1-112 15,-1 4-16-15,0-4-16 0,1 2-240 0,0-2-32 0,1-2-16 0,3-2 0 16,1-6-336-16,2-1 144 0,4-15-144 0,-3 25 0 16,3-25 0-16,0 0 0 0,0 0 0 0,0 0 0 15,0 0-1264-15,0 0-144 0,0 0-48 0,31 3-14368 16</inkml:trace>
  <inkml:trace contextRef="#ctx0" brushRef="#br0" timeOffset="-63517.15">18576 11408 911 0,'2'-1'0'0,"-2"1"0"0,0 0 0 0,0 0 0 0,0 0 3920 0,0 0 704 0,0 0 144 0,0 0 32 15,0 0-1936-15,-1 27-384 0,1-27-80 0,-11 29-16 16,3-10-368-16,-1-3-80 0,-1 4-16 0,-1 0 0 31,-1 2-512-31,0 0-96 0,-1 2-32 0,0 1 0 0,0 1-640 0,1 0-128 0,0 0-16 0,1-2-16 16,3 0-352-16,2-3-128 0,0-2 0 0,6-19 0 15,-5 29-144-15,5-29-128 0,0 0-32 0,0 0-17232 16</inkml:trace>
  <inkml:trace contextRef="#ctx0" brushRef="#br0" timeOffset="-62018.8">18757 11394 17503 0,'-1'0'1552'0,"0"-2"-1232"0,1 0-320 0,1 2 0 0,0-1 832 0,-1 1 96 16,1-2 32-16,1-1 0 15,1-1 848-15,0-4 176 0,4 2 48 0,0-1 0 0,2 2-432 0,1 0-96 16,2-1-16-16,-12 6 0 16,28-8-544-16,-28 8-112 0,36-3-32 0,-36 3 0 0,39 0-288 0,-39 0-48 15,38 8-16-15,-38-8 0 0,0 0-192 0,43 14-32 16,-43-14-16-16,0 0 0 0,0 0-208 0,35 21 176 15,-35-21-176-15,0 0 160 0,0 0-160 0,0 0 0 16,0 27 0-16,-7-21 0 0,0 1 0 0,-3 0 0 0,-1 1 0 0,-3 1 0 16,0-2 0-16,-2 3 0 0,-2-1 0 0,0-2 0 15,-1 1 0-15,0-1 0 0,-1 0 0 0,2 0 0 16,0 0 0-16,1-2 0 0,3 2 0 0,2-3 128 16,3 2-128-16,2-2 128 0,1 0-128 0,3-1 128 15,2-2-128-15,2 0 0 0,2-1 0 0,2-1 0 16,-5 1 0-16,16-6 0 0,-4 2 0 0,3-1 0 15,3-2 0-15,0 0 0 0,3 2 0 0,0-2-176 16,2 2 48-16,0 0 0 0,-2 0 0 0,-21 5 0 16,38-4 128-16,-38 4-160 0,33 0 160 0,-33 0-160 0,0 0 160 15,40 9 0-15,-40-9 0 0,0 0 0 0,0 0 0 0,0 0 0 16,0 0 128-16,11 38-128 16,-17-29 160-16,-3 0-32 0,-4 2-128 0,-1-2 192 0,-2 3 64 0,-1 0 0 15,0-1 0-15,-2-1 0 0,1 0-96 0,-1 0-16 16,0 1 0-16,2-4 0 0,0 3-144 0,1-4 0 15,3 2 0-15,2-4 0 0,2-1 0 0,2-1 0 16,2-2 0-16,2-2 0 0,2-1-288 0,3-1-96 16,4-4 0-16,2-1-17280 15</inkml:trace>
  <inkml:trace contextRef="#ctx0" brushRef="#br0" timeOffset="-61578.57">19426 11268 22111 0,'1'-1'1968'0,"-1"0"-1584"15,0 1-384-15,-1 1 0 0,0 0 608 0,0-1 32 16,-1 1 16-16,-1 1 0 0,-2 1 1008 0,-1 2 208 16,-1 1 48-16,-1 1 0 0,1 3-112 0,-2-1-16 15,2 3 0-15,0-2 0 0,-2 3-960 0,1-1-208 16,0 2-48-16,1 1 0 0,7-15-320 0,-12 28-64 15,12-28 0-15,-7 24-16 0,7-24-32 0,0 0 0 16,0 0 0-16,6 33 0 0,-6-33-144 0,0 0 128 16,0 0-128-16,32 22 128 0,-32-22-128 0,0 0 0 15,29 14 0-15,-29-14 0 0,0 0 0 0,36 14 0 16,-36-14 0-16,0 0 0 0,37 19 0 0,-37-19 0 0,0 0 0 16,33 21 0-16,-33-21 0 0,0 0 0 0,0 0 0 0,31 26 0 15,-31-26 0-15,0 0 0 0,0 0 0 0,0 0 0 16,21 36 0-16,-21-36 0 0,0 0 0 0,0 0 0 15,-5 26 0-15,2-19 0 0,-3-1 0 0,-1 1 0 16,-1-1 0-16,-1 1 128 0,-3 0-128 0,-1-1 0 16,0 0 128-16,-2-1-128 0,0 0 128 0,-2-3-128 15,2 1 0-15,-3-1 0 0,1-2 128 0,0 0-128 16,0-2 0-16,1 1 0 0,3-1 0 0,-1-2 0 16,1-1 0-16,-1 0 0 0,2-2 0 0,-1-2 0 15,3 0-224-15,0 0 32 0,1 0 0 0,0-2-18128 16</inkml:trace>
  <inkml:trace contextRef="#ctx0" brushRef="#br0" timeOffset="-61397.75">19370 11288 18431 0,'4'-1'1632'0,"-1"-1"-1312"16,-3 2-320-16,0 0 0 0,0 0 1680 0,0 0 272 15,0 0 48-15,31-2 16 0,-31 2 736 0,34-3 160 16,-12 2 32-16,0-2 0 0,-1 0-1328 0,2-1-256 15,1 1-48-15,1-4-16 0,1 2-944 0,0-2-192 16,0 1-32-16,0 0-128 0,-1-1 0 0,-2 3-256 16</inkml:trace>
  <inkml:trace contextRef="#ctx0" brushRef="#br0" timeOffset="-61226.08">19962 11712 41471 0,'0'0'1840'0,"-9"15"368"0,9-15-1760 0,0 0-448 0,0 0 0 0,0 0 0 15,0 0 0-15,0 0 0 0,0 0 0 0,0 0 0 16</inkml:trace>
  <inkml:trace contextRef="#ctx0" brushRef="#br0" timeOffset="27360.51">2651 12136 7359 0,'0'-1'656'0,"0"0"-528"0,0 1-128 0,0-2 0 0,0 2 1024 0,0-1 160 16,0-1 32-16,0-3 16 0,0 1 592 0,1-3 112 16,0 2 32-16,1 0 0 0,-1-1-48 0,1 1-16 15,0 1 0-15,0 2 0 0,-1 0-496 0,0 0-80 16,-1-1-32-16,1 3 0 0,0-2-336 0,0 2-64 16,0-2 0-16,0 2-16 0,-1-1-240 0,0 1-64 15,0-2 0-15,-1 2 0 0,0-1-128 0,0 0-48 16,-1-2 0-16,1 3 0 0,-1-2-80 0,-1 0-32 0,-1 1 0 0,1 1 0 15,-2 0-80-15,0 0-16 0,0 0 0 0,-2 1 0 16,1 1-192-16,-2 1 176 0,-1 3-176 0,0 2 160 16,-1-1-160-16,0 4 0 0,0 1 144 15,0 2-144-15,1-1 0 0,0 1 0 0,2 0 0 0,0 3 0 16,3-2 0-16,0 1 0 0,1 2 0 16,2-3 0-16,1-1 0 0,1-2 0 0,-1-12 0 0,0 0 128 0,0 0-128 15,17 33 0-15,-17-33 0 0,0 0 0 0,0 0 0 0,0 0 0 16,40 19 0-16,-40-19 0 0,0 0 0 0,0 0 0 15,0 0 0-15,47 4 0 0,-47-4 0 0,0 0 0 16,27-4 0-16,-19 0-128 16,0 0-176-16,-1 1-16 0,0 0-16 0,-1-2-11072 15,1 0-2224-15</inkml:trace>
  <inkml:trace contextRef="#ctx0" brushRef="#br0" timeOffset="27912.54">2865 12070 11055 0,'1'0'976'0,"0"-2"-784"16,0 1-192-16,0 1 0 0,0 0 1472 0,1 0 256 0,1 0 64 0,3 0 0 0,-6 0 576 0,0 0 128 0,0 0 32 0,0 0 0 15,43 24-992-15,-43-24-192 0,0 0-32 0,26 35-16 16,-26-35-624-16,0 0-128 0,22 46-32 0,-22-46 0 15,10 31-112-15,-10-31-16 16,2 33-16-16,-3-19 0 16,-1 0-112-16,-3-2 0 0,-1 1-16 0,-3-2 0 0,0-2-240 0,-3 0 0 0,-1 0 128 0,0-3-128 31,-1 1-768-31,-2-4-192 0</inkml:trace>
  <inkml:trace contextRef="#ctx0" brushRef="#br0" timeOffset="28237.27">2273 12136 11055 0,'1'-9'480'0,"-1"5"112"0,1 1-464 0,-1 0-128 16,0 1 0-16,-1 0 0 0,1 1 1856 0,-2-1 336 15,0 0 80-15,-1 0 16 0,-1 1-208 0,-2 2-32 0,1 3-16 0,-2 1 0 16,1 4-896-16,-1 2-176 0,1 4-48 0,-1 2 0 16,1 3-176-16,0 1-32 0,2 2-16 0,-1 0 0 15,2 1-160-15,2-1-16 0,0 2-16 0,2-4 0 16,1 0-144-16,2 1-32 0,-4-22 0 0,13 38 0 15,-13-38-192-15,20 30-128 16,-20-30 128-16,0 0-128 0,48 32-128 0,-48-32-112 0</inkml:trace>
  <inkml:trace contextRef="#ctx0" brushRef="#br0" timeOffset="30757.72">3369 12062 6447 0,'-3'-2'576'0,"1"2"-576"0,1-1 0 0,0 0 0 0,1 1 1008 0,0 0 80 16,0 0 32-16,1 0 0 0,2 0 992 0,0-2 208 16,4 2 48-16,0-2 0 0,2 1-320 0,1-1-48 15,1 0-16-15,1 1 0 0,0-1-816 0,0 0-160 16,1-1-48-16,-1 1 0 0,0-1-336 0,-1 0-80 15,0 0-16-15,0 0 0 0,-2 1-208 0,1 1-64 16,-2-1 0-16,1 1 0 0,-2 0-256 0,-1 1 160 16,-2-2-160-16,1 2 128 0,-2-2-128 0,0 1 0 15,-2 1 0-15,-1 0 0 16,1 1-1616-16,-2 1-208 0,-1 0-32 0,-2 0-10720 0</inkml:trace>
  <inkml:trace contextRef="#ctx0" brushRef="#br0" timeOffset="31090.78">3479 12042 10127 0,'-2'-1'448'0,"1"1"96"0,0 0-544 0,0 0 0 0,0 0 0 0,0 0 0 16,1 0 1600-16,-2 3 224 0,1-1 32 0,-1 5 16 15,-1-1 48-15,0 2 16 0,0 0 0 0,1 3 0 0,-1 1-640 0,-1 0-128 16,0 1-16-16,0 2-16 0,-2 0-432 0,1 2-96 16,-2 0-16-16,1-1 0 0,-2 0-240 0,1-1-48 15,-1 1-16-15,1-2 0 0,-1-2 112 0,2 1 32 16,0-1 0-16,2-1 0 0,0-1-96 0,2-1-16 15,0 0 0-15,2-1 0 0,1-2-176 16,2-1-144-16,1 1 192 0,0-3-192 0,2 0 0 0,0 0 0 16,-6-3 0-16,0 0 0 0,0 0 0 0,41 2 0 15,-28-5 128-15,0-1-128 0,-1 1 256 0,-1 1 0 16,2-1 0-16,-2-1 0 0,-2 1-256 0,1 1 0 0,2-3 0 16,2 0 0-16,-2 1 0 0,0-1 0 0,-2 0 0 15,0-1 0 1,-1 2-576-16,-2 0-160 0,0-1-32 0,-2 0-16 15,0 1-1136-15,-1 1-240 0,-2 1-32 0,-1 0-9968 0</inkml:trace>
  <inkml:trace contextRef="#ctx0" brushRef="#br0" timeOffset="31282.75">3397 12254 16575 0,'-1'-3'736'0,"1"2"160"0,1-1-720 0,0-1-176 0,-1 3 0 0,1-2 0 0,1 2 1856 0,2-3 352 15,1 1 64 1,3 0 16-16,3-1-32 0,0-2 0 0,-11 5 0 0,0 0 0 0,36-4-1216 0,-36 4-240 16,0 0-48-16,41-7-16 0,-41 7-512 0,30-5-96 15,-30 5-128-15,31-7 176 32,-31 7-1264-32,30-6-256 0,-30 6-64 0,27-6-8384 0,-27 6-1696 0</inkml:trace>
  <inkml:trace contextRef="#ctx0" brushRef="#br0" timeOffset="31550.14">3878 12067 12895 0,'-1'-2'576'0,"0"-1"112"0,0 1-560 0,0 2-128 0,1-1 0 0,-1 1 0 16,0 0 2048-16,-1 1 384 0,0 1 80 0,-2 1 16 15,-2 2-240-15,0-1-48 0,-1 6-16 0,0 0 0 16,-1-1-1008-16,1 3-192 0,-1 4-32 15,1-1-16-15,0 0-272 0,0 1-48 16,1 1-16-16,2-1 0 0,0 0-192 0,1-2-64 0,2 0 0 0,1 1 0 16,1-3-128-16,-1-12-16 0,0 0-16 0,0 0 0 0,21 37-224 0,-21-37 0 15,0 0 128-15,0 0-128 0,0 0 0 0,45 22 0 16,-45-22 0-16,0 0-160 16,34-4-1120-1,-22 1-240-15</inkml:trace>
  <inkml:trace contextRef="#ctx0" brushRef="#br0" timeOffset="31786.95">4088 12088 14735 0,'-1'1'640'0,"1"-1"160"0,0 2-640 0,0-2-160 0,-1 1 0 0,1 1 0 15,0 0 1872-15,0 0 352 0,1 3 64 0,1 0 16 16,1 0-128-16,-3-5 0 0,0 0-16 0,0 0 0 0,0 0-784 0,0 0-160 15,28 37-16-15,-28-37-16 0,0 0-368 0,0 0-80 0,35 36-16 0,-35-36 0 32,0 0-288-32,29 30-64 0,-29-30-16 0,0 0 0 15,28 34-192-15,-28-34-32 0,0 0-128 0,0 0 192 16,37 31-192-16,-37-31 0 0,0 0 0 0,0 0 0 0,0 0-272 0,0 0-48 16,41 17-16-16,-36-17-11104 15,-1-1-2208-15</inkml:trace>
  <inkml:trace contextRef="#ctx0" brushRef="#br0" timeOffset="32149.88">4310 12113 6447 0,'-2'-1'576'0,"1"-1"-576"0,0 2 0 0,0 0 0 15,0 0 1392-15,0 0 160 0,0 0 48 0,-1 0 0 16,0 0 1104-16,-2 0 240 0,-1 0 32 0,1 2 16 15,0-1-768-15,-1 1-160 0,2 0-16 0,-1-1-16 0,-1 3-752 0,1-2-160 16,-2 3-32-16,0 0 0 0,0 2-512 0,-2 1-96 16,-1 3-32-16,-1 1 0 0,0 0-192 0,-2 2-64 15,0 0 0-15,-2 0 0 0,0 3-192 0,-1-3 128 16,0 3-128-16,3-3 0 0,1-1 0 0,3 0 0 16,-1-1-128-16,3-3 128 15,1-1-1600-15,2-1-224 0</inkml:trace>
  <inkml:trace contextRef="#ctx0" brushRef="#br0" timeOffset="32441.85">4066 12067 12895 0,'-1'-4'576'0,"1"1"112"0,0 2-560 0,0 0-128 0,0-1 0 0,0 0 0 15,0 1 1776-15,1-1 320 0,0-1 64 0,1 1 16 16,1 0-64-16,2-1-16 0,1 3 0 0,2 0 0 0,-8 0-560 0,0 0-128 16,0 0 0-16,51 7-16 15,-51-7-512-15,38 5-112 0,-38-5 0 0,40 5-16 0,-40-5-320 0,36 1-64 16,-36-1-16-16,0 0 0 16,51 3-352-16,-51-3 0 0,0 0 0 0,40 3 0 31,-40-3-288-31,0 0-128 0,0 0-32 0,36 3-10320 0,-32 0-2080 0</inkml:trace>
  <inkml:trace contextRef="#ctx0" brushRef="#br0" timeOffset="32686.53">4063 12322 6447 0,'-6'2'576'0,"3"-2"-576"0,0 0 0 0,1 2 0 0,2-2 2832 0,0 0 464 15,0 0 96-15,1 1 0 0,1 2-304 0,2-2-64 16,1 3-16-16,-5-4 0 0,0 0-1024 0,0 0-192 16,0 0-64-16,49 10 0 0,-49-10-704 0,0 0-160 15,47 2-32-15,-47-2 0 0,36 0-448 0,-36 0-112 16,38-2-16-16,-38 2 0 0,38-5-256 0,-38 5 0 16,40-7 128-16,-40 7-128 0,37-6 0 0,-37 6-224 15,37-8 32-15,-37 8-11488 16,35-7-2304-16</inkml:trace>
  <inkml:trace contextRef="#ctx0" brushRef="#br0" timeOffset="32965.83">4570 12062 14559 0,'0'-3'320'0,"0"2"64"0,0 1 0 0,1-2 48 0,0 2-432 0,0 0 0 0,0 0 0 0,2 0 0 16,0 2 3632-16,4-1 640 0,-7-1 128 0,0 0 16 16,0 0-2272-16,0 0-464 0,43 29-80 0,-43-29-32 15,0 0-784-15,27 35-144 0,-27-35-48 0,0 0 0 16,27 42-336-16,-27-42-80 0,0 0-16 0,17 43 0 0,-17-43-160 0,5 28 0 16,-6-14 0-16,-2 0 0 0,-1 0 0 0,-1-2 0 15,-3 2 0-15,1 0 0 0,-1 1 0 0,-2-3 0 16,1 0 0-16,0 0 0 0,-2 1 0 0,-1-3 0 15,2-2 0-15,1-2 0 16,2-1-1216-16,0-2-208 0,1 0-48 0,2-2-14304 0</inkml:trace>
  <inkml:trace contextRef="#ctx0" brushRef="#br0" timeOffset="33279.35">4964 12188 7823 0,'3'-4'336'0,"-2"1"96"16,1 1-432-16,-1 0 0 0,-1 1 0 0,0 1 0 15,-1 0 1584-15,1-2 224 0,-1 2 48 0,0-2 16 0,0 2 768 0,-1 0 160 16,1 1 16-16,1 0 16 15,0 1 112-15,0 1 0 0,3-3 16 0,1 2 0 0,0-2-2384 0,1 0-576 16,2 0 0-16,0 0 0 0,1-2 352 0,1-1 32 16,0 1 16-16,0 1 0 0,-9 1-400 0,0 0 128 15,31-6-128-15,-31 6 0 0,0 0 0 0,0 0 0 16,36-2 0-16,-36 2 0 0,0 0-256 0,0 0-16 16,0 0-16-16,0 0-15760 0</inkml:trace>
  <inkml:trace contextRef="#ctx0" brushRef="#br0" timeOffset="33482.4">5012 12267 9215 0,'-2'2'816'0,"1"0"-656"0,1-2-160 0,0 1 0 16,0 1 2016-16,-1-2 368 0,0 2 80 0,-1 3 16 16,1 0 784-16,1-2 144 0,1-2 48 0,0 1 0 15,2-2-1056-15,1 0-208 0,0-2-32 0,2 0-16 16,1-2-1184-16,1 1-256 0,1-2-32 0,1 0-16 15,1 0-416-15,1 1-96 0,1-1-16 0,-13 5 0 16,25-7 768-16,-25 7 128 0,0 0 48 0,35-5 0 16,-35 5-1728-16,0 0-352 0</inkml:trace>
  <inkml:trace contextRef="#ctx0" brushRef="#br0" timeOffset="57518.49">5451 12108 15663 0,'0'-5'1392'0,"0"2"-1120"16,1 1-272-16,-1 2 0 0,1 0 736 0,-1 0 96 0,1-2 0 0,0 0 16 15,-1 0 560-15,1 4 96 0,-1 4 32 0,-1 2 0 16,-1 1-384-16,1 3-64 0,-1 3 0 0,1-1-16 16,0 2-288-16,0-2-48 0,0 0-16 0,0-2 0 15,0-1-160-15,1 0-48 0,0-1 0 0,-1-1 0 16,1 2-80-16,0-1-32 0,0-2 0 0,0 0 0 0,1-2-128 0,0-2-16 16,0 1-16-1,0-2 0-15,1-1-240 0,0-2 0 16,0 0 128-16,0-3-128 0,0-2 0 0,0-1 0 0,0-2 0 0,-1-1-160 31,1-1-272-31,0 1-48 0,0-3-16 0,0-1 0 16,1 2-384-16,-1-1-80 0,0-2 0 0,0 2-16 0,0 0 624 0,0 1 128 0,2 1 32 0,-2 3 0 0,1-3 192 15,1 3 0-15,-1 0 0 0,0 1 0 0,0 0 0 0,1 2 0 0,0-1 0 16,0 0 160-16,2 3 0 0,-1-3 0 0,2 0 0 0,-1 1 0 16,3-1 464-1,-2 0 80-15,1 1 32 0,0 1 0 0,0 0-368 0,0 1-80 0,-1 1-16 0,-7 1 0 16,0 0-96-1,0 0-32-15,0 0 0 0,32 32 0 0,-32-32 0 0,0 0 0 0,10 45 0 0,-10-45 0 16,-2 38 0-16,-1-18 0 0,-2-2 0 0,-1-1 0 16,0 0-144-16,0-1 192 0,0-4-192 0,3 0 192 15,0-3-192-15,1-2 0 0,1-4 0 0,1 1 128 16,1-4-128-16,1 0 0 0,1-4 0 0,-1 1-10480 16,1-2-2000-16</inkml:trace>
  <inkml:trace contextRef="#ctx0" brushRef="#br0" timeOffset="57863.89">5778 12091 11055 0,'0'-3'480'0,"0"1"112"0,0 2-464 0,0-1-128 16,0 1 0-16,0 0 0 0,0 0 1584 0,0 0 288 0,1 1 64 0,-1-1 16 16,-1 3 144-16,1 2 16 0,0-1 16 0,-1 3 0 15,1-7-688-15,0 0-144 0,2 33-16 0,-2-33-16 16,3 36-480-16,-3-36-80 0,4 45-32 0,-4-45 0 16,3 47-304-16,-2-23-64 0,-1 1-16 0,0 0 0 15,-1-4-144-15,-1 3-16 0,1 0-128 0,-1-4 192 16,2-20-192-16,-2 32 0 0,2-32 0 0,-1 23 0 15,1-23 0-15,0 0 0 0,0 0 0 0,0 4-160 16,1-11-1360-16,1-4-272 0</inkml:trace>
  <inkml:trace contextRef="#ctx0" brushRef="#br0" timeOffset="58132.94">5779 12138 4607 0,'-2'-6'400'0,"1"0"-400"16,0 3 0-16,1 2 0 0,-1 1 1984 0,0-5 320 15,0-2 64-15,-1-3 16 0,1-1 336 0,0 1 64 16,2 1 16-16,0 1 0 0,4 4-624 0,0-1-112 16,1 0-16-16,3 3-16 0,3-3-576 0,0 0-112 15,1 1-32-15,0 2 0 0,-13 2-672 0,28-3-144 16,-28 3-32-16,0 0 0 0,38 3-336 0,-38-3-128 16,0 0 0-16,0 0 0 0,41 28 0 0,-41-28 0 15,0 0 0-15,0 0 0 0,21 40 0 0,-21-40 0 0,-2 24 0 16,-5-12 0-16,0 0 0 0,-2 0 128 0,-2-1-128 0,-1-1 0 15,0 1 0-15,-3-2 0 0,1 2 0 0,-3-2 0 16,0 0 0-16,0-1 0 0,1 1 0 0,2-2 0 16,1-1 0-16,1-2 0 0,3-2 0 0,1 0 0 15,3-4 0-15,2 0 0 0,2-5 0 0,1 2-16512 16</inkml:trace>
  <inkml:trace contextRef="#ctx0" brushRef="#br0" timeOffset="58601.25">6175 12207 6447 0,'-6'-2'272'0,"2"2"80"0,1-2-352 0,0 1 0 31,1-1 0-31,0 2 0 0,0-1 1040 0,-2 0 144 0,-2-1 32 0,-2-1 0 16,0 0 736-16,2 1 160 0,1 2 16 0,1 0 16 0,0 2-32 0,1-1 0 16,1 2 0-16,2 1 0 0,1-2-576 0,0 1-112 15,-1-3-16-15,0 0-16 0,0 0-432 0,0 0-64 16,0 0-32-16,37 21 0 0,-37-21-416 0,0 0-96 16,38-2-16-16,-23-1 0 0,2-1-80 0,0 1 0 15,0-2-16-15,-1-2 0 0,0 2-240 0,-2 0 0 0,-2 2 0 0,-2 0 0 31,-10 3-256-31,17-5-64 0,-11 3 0 0,-2 4-10240 0,-1-2-2048 0</inkml:trace>
  <inkml:trace contextRef="#ctx0" brushRef="#br0" timeOffset="58779.63">6120 12350 15663 0,'-4'-2'688'0,"2"1"144"0,2 1-656 0,-1-2-176 0,1 2 0 15,0-2 0-15,1 1 2096 0,1-1 384 0,3-2 80 0,1-2 0 16,4 0 304-16,1 0 48 16,2-2 16-16,0 2 0 0,1 0-1376 0,1 0-272 15,-1 3-48-15,0 0-16 0,0 0-832 0,-14 3-192 16,0 0-16-16,35 1-16 0,-35-1-160 0,0 0-224 16,0 0 48-16,37 8-17632 0</inkml:trace>
  <inkml:trace contextRef="#ctx0" brushRef="#br0" timeOffset="61077.13">6620 12072 15663 0,'0'-1'1392'0,"0"0"-1120"16,1 1-272-16,-1 0 0 0,1 0 704 0,0-2 64 15,1 1 32-15,1-1 0 0,3-3 608 0,1 1 128 0,2 1 32 0,0-1 0 16,2 1-272-16,-11 3-48 0,0 0-16 0,33 2 0 16,-33-2-544-16,0 0-112 0,0 0-32 0,39 23 0 15,-39-23-288-15,0 0-48 0,0 0-16 0,19 46 0 16,-19-46 16-16,0 29 0 0,-3-15 0 0,-2-2 0 15,0 0-16-15,-3-1 0 0,-1 1 0 0,-1-4 0 16,-1 2-16-16,1-2-16 0,-1-3 0 0,0 2 0 16,0-2 32-16,0-1 16 0,-1-1 0 0,1-2 0 15,0 1-16-15,0 0 0 0,2-2 0 0,1 0 0 16,1 0 64-16,1 0 0 0,2 1 0 0,2 0 0 16,1-1-32-16,1 0 0 0,1 0 0 0,2-1 0 15,1 0-64-15,1-1-16 0,3 0 0 0,0-1 0 16,2 0 32-16,2 1 0 0,2-3 0 0,1 3 0 15,1-3 16-15,0 1 0 0,1 1 0 0,-17 3 0 0,34-3-192 0,-34 3 160 16,30 0-160-16,-30 0 160 0,0 0-160 0,36 9 0 0,-36-9 0 0,0 0 128 16,0 0-128-16,0 0 0 15,0 0 0-15,7 41 0 0,-13-31 256 0,-3-1-48 0,0 3 0 0,-2-2 0 16,-1 1-16-16,1-1-16 0,0 0 0 0,-1-1 0 16,-1 0-176-16,-1 1 0 15,2-3 0-15,0-1 128 0,3-2-128 0,1 0 0 0,0-1 0 0,4-3 0 16,0-2 0-16,3-1 0 0,2-2 0 0,2-1 0 31,1 0-512-31,3-3-64 0,1 2-32 0,2-3-16656 0</inkml:trace>
  <inkml:trace contextRef="#ctx0" brushRef="#br0" timeOffset="61391.95">6997 12156 11055 0,'3'-1'976'0,"0"1"-784"15,-1-2-192-15,-2 2 0 0,0 0 1504 0,1-1 256 16,1 1 48-16,1-1 16 0,-1 2 624 0,-1 0 128 15,-3 4 32-15,-1-1 0 0,-1 3-560 0,-2 1-96 16,0 3-32-16,-2 1 0 0,1 0-784 0,0 4-176 16,0 1-16-16,0 0-16 0,2-1-544 0,1-2-128 15,3-1 0-15,1 0-16 0,0-13-240 0,0 0 128 16,0 0-128-16,0 0 0 0,0 0 0 0,43 24 128 0,-31-28-128 0,2-3 0 16,0 0 0-16,0-3 0 0,-1-2 128 0,1 0-128 15,0 0 0-15,-2-2 128 0,1 1-128 0,0-1 0 16,-3-1 128-16,-1 1-128 15,-2 0 0-15,-1 1 0 0,-3 2 0 0,-3 1 0 0,-3 1 0 0,-3 1 0 16,-2 1 0-16,-3 3 128 16,-3 1-128-16,-2 3 0 0,0 2 0 0,-2 1 0 0,-1 4 0 0,1 0 0 15,0-2 0-15,2 3 0 0,3 0 0 0,3-1 0 16,3 1-224-16,1-2-32 0,4 0-16 0,2 0-16688 16</inkml:trace>
  <inkml:trace contextRef="#ctx0" brushRef="#br0" timeOffset="64812">7379 12103 5519 0,'0'0'496'0,"0"-2"-496"0,0 1 0 0,0 1 0 0,1 0 784 0,-1 0 64 16,1-2 16-16,-1 2 0 16,2 0 752-16,0-1 160 0,1 2 16 0,0 2 16 0,-3-3 16 0,0 0 0 15,0 0 0-15,20 37 0 0,-20-37-352 0,0 0-80 16,22 52-16-16,-22-52 0 0,17 34-480 0,-17-34-80 16,0 0-32-16,24 43 0 0,-24-43-304 0,0 0-64 0,22 37-16 0,-22-37 0 15,0 0-400-15,0 0 0 0,23 38 0 16,-23-38-13664-16</inkml:trace>
  <inkml:trace contextRef="#ctx0" brushRef="#br0" timeOffset="65018.09">7526 12120 12895 0,'-4'0'576'0,"1"0"112"0,2 0-560 0,-1 2-128 0,0-2 0 0,0 2 0 0,-1 0 1376 0,-2 3 240 32,-5 3 48-32,-4 6 16 0,-4 3 208 0,-1 3 32 0,2 0 16 0,-1-1 0 0,1 3-608 0,2-1-128 15,1-1-32-15,2 0 0 0,2-4-784 0,3-2-144 16,2-2-48-16,4-2-13760 16</inkml:trace>
  <inkml:trace contextRef="#ctx0" brushRef="#br0" timeOffset="65744.23">7794 12126 11055 0,'0'-2'976'0,"0"0"-784"0,0 0-192 0,0 2 0 16,0-2 1184-16,0 1 192 0,0-3 32 0,-1 1 16 15,1-4 240-15,-1 2 32 0,0 1 16 0,0 1 0 16,-1 3-240-16,1-2-32 0,0 4-16 0,-2-1 0 16,1 3-368-16,-1 0-80 0,0 2-16 0,1 3 0 15,-3 0-64-15,1 3 0 0,1 2-16 0,-1 0 0 0,1 3-240 0,-1 0-64 16,2-1 0-16,0 1 0 0,0 0-176 0,0-2-32 16,2-15-16-16,-1 29 0 15,1-29-112-15,0 0-32 0,6 30 0 0,-6-30 0 0,0 0-208 0,0 0 0 16,0 0 128-16,0 0-128 0,0 0 0 0,37 13 0 15,-30-20 0-15,1 1 0 16,0-2 0-16,0-1 0 0,0 1 128 0,0-1-128 0,0-1 0 0,0-1 0 16,0 1 128-16,0-2-128 0,-2 1 0 0,0 1 0 15,-2 0 0-15,1-1 0 0,-2 1 0 0,0 1 0 16,-1-2 0-16,-2 0 0 0,1 1 0 0,-3 1 0 16,1 0 0-16,-3-2 0 0,0 1 0 0,-1 2 0 0,-1 1 0 15,-1 0 0-15,1 2 0 0,-1 1 0 0,-1 1 0 0,1 3 0 16,-1-2 0-16,2 2 0 0,-1 2 0 0,2-1 0 15,0 3 0-15,1-2 0 0,1 1 0 0,0 0 0 16,1 1 0-16,1-2 0 0,0 1 0 0,1 1-11456 16,2-3-2224-16</inkml:trace>
  <inkml:trace contextRef="#ctx0" brushRef="#br0" timeOffset="65966.69">7991 12212 15663 0,'1'-4'688'0,"0"3"144"15,0 1-656-15,0-2-176 0,0 2 0 0,-1 0 0 0,1 0 1904 16,1 0 336-16,-2 0 80 0,0 0 16 0,0 0 96 0,0 0 0 16,0 0 16-16,0 0 0 0,22 33-1296 0,-22-33-272 15,0 0-48-15,0 0-16 0,1 34-576 0,-1-34-112 16,0 0-128-16,0 0 176 0,0 0-464 0,0 0-96 0</inkml:trace>
  <inkml:trace contextRef="#ctx0" brushRef="#br0" timeOffset="66519.77">8231 12122 18431 0,'1'1'816'0,"-1"0"160"0,1-1-784 0,0 2-192 0,-1-2 0 0,1 1 0 0,-1 1 2112 0,3-2 384 16,-3 0 80-16,0 0 16 0,0 0-448 0,0 0-96 15,0 0 0-15,35 3-16 16,-27-6-992-16,-1-2-192 0,1 1-32 0,-1-4-16 0,0 1-416 0,-2-2-96 16,1 1-16-16,-1-1 0 0,-1 0-144 0,-1-1-128 15,0 1 192-15,-2 0-192 16,-1 1 192-16,-1 1-192 0,-1 0 192 0,-1 0-192 0,0 2 144 0,-1 0-144 15,-3 1 0-15,1 1 144 0,-1 1-144 16,-1 0 0-16,-2 2 0 0,-1 0 0 0,0 0 0 0,0 2 0 16,-2 2 0-16,2 1 0 15,1-1 0-15,0 2 0 0,0 1 0 0,2 0 0 0,0 0 0 16,3 1 0-16,-1-1 0 0,3 2 0 0,0-2 0 0,1 0 0 0,1 0 0 0,1-2 0 16,0-5 0-1,0 0 0-15,0 0 0 0,0 0 0 0,0 0 0 16,0 0 0-16,0 0 0 0,39 26 0 15,-39-26 0-15,0 0 0 0,28-2 0 0,-28 2 0 0,0 0 0 0,29-5 0 16,-29 5 0-16,0 0 0 0,27-3 0 0,-27 3 0 16,0 0 0-16,0 0 0 0,25-2 0 0,-20 2 0 15,-1 0 128-15,-2 0-128 0,-2 0 0 0,0 0 0 16,0 0 0-16,0 0 0 0,0 0 0 0,0 0 0 16,-7 19 0-16,3-14 0 0,0 2 0 0,-1 0 128 15,0 1-128-15,0 3 0 0,0-2 160 0,1 1-160 0,0 3 192 16,-1-2-192-16,5-11 160 0,-6 24-160 0,6-24 128 0,-6 24-128 15,4-11 0-15,2-13 128 0,-4 27-128 16,4-27 0-16,-4 28 128 0,4-28-128 0,-3 31 0 0,3-31 128 16,-2 29-128-16,2-29 0 15,-1 25 0-15,1-25 0 0,0 0 0 0,-1 29 0 0,1-29 0 0,0 0-12128 16,0 0-2416-16</inkml:trace>
  <inkml:trace contextRef="#ctx0" brushRef="#br0" timeOffset="67296.43">8522 12164 7359 0,'-2'0'656'0,"1"0"-528"16,0 0-128-16,1 0 0 0,0 0 944 0,-1 0 144 16,0 0 48-16,-1 0 0 0,0 0 544 0,0 0 112 15,2 0 32-15,1 0 0 0,2 0 48 0,-1-2 16 16,4 2 0-16,0-1 0 0,1 0-336 0,0-1-64 15,-7 2-16-15,18-5 0 0,-18 5-320 0,21-5-64 16,-21 5 0-16,24-5-16 0,-24 5-512 0,24-5-112 16,-24 5 0-16,22-4-16 0,-22 4-288 0,0 0-144 15,29-5 160-15,-29 5-160 0,0 0 0 0,0 0 0 16,0 0 0-16,0 0 0 16,0 0-512-16,0 0-64 0,0 0 0 0,0 0-14688 0</inkml:trace>
  <inkml:trace contextRef="#ctx0" brushRef="#br0" timeOffset="67515.05">8543 12245 12895 0,'-2'1'576'0,"2"-1"112"0,0 0-560 0,0 2-128 0,0-2 0 0,1 0 0 15,0 0 1984-15,2 0 384 0,-3 0 64 0,0 0 0 16,0 0 512-16,29 2 112 0,-29-2 16 0,0 0 0 15,31-5-1424-15,-31 5-288 0,25-5-48 0,-25 5-16 16,22-4-832-16,-22 4-160 0,0 0-48 0,27-5 0 16,-27 5-448-16,0 0-80 0,0 0-32 0,0 0-16448 15</inkml:trace>
  <inkml:trace contextRef="#ctx0" brushRef="#br0" timeOffset="73163.21">8907 12074 911 0,'-2'-2'0'0,"1"0"0"0,0 2 0 0,0-2 0 15,0 1 704-15,1 1 48 0,-1-2 16 0,0-1 0 0,1 1 512 0,-2-2 96 16,0 1 32-16,1-1 0 0,-1 1-144 0,1 1-32 15,0-1 0-15,0 1 0 16,1 0 0-16,-1 1 0 0,1-1 0 0,0 1 0 16,0 1-48-16,0-1-16 0,1 1 0 0,0 0 0 15,0 0-64-15,1 0-16 0,0 0 0 0,1 0 0 16,-2 1-64-16,2-1-32 0,1 1 0 0,1-1 0 16,-1 0-208-16,2 0-32 0,-1 0-16 0,1 0 0 15,-1 0-176-15,2 2-48 0,-1-2 0 0,1 0 0 16,0 1-128-16,0 1-48 0,0 0 0 0,0-1 0 15,-1 1-80-15,-6-2-32 0,0 0 0 0,0 0 0 0,0 0-96 0,0 0-128 0,0 0 176 0,0 0-176 16,36 30 160-16,-35-25-160 16,1 2 128-16,-1-2-128 15,0 2 0-15,-1-2 0 0,-2 2 0 0,-1 0 0 0,1 0 0 0,-3 0 0 0,1 0 0 16,-1 1 0-16,-1 1 0 0,0-2 0 0,-2 1 0 0,1-1 0 0,-1 3 0 0,-2-2 0 16,2-1 0-16,0 3 0 15,-2-2 0-15,1 0 0 0,1 1 0 0,-1-1 0 0,2-2 0 0,0 0 0 16,2 0 0-16,-1-2 0 0,0 1 0 0,2-1 0 15,0 1 0-15,2-3 0 0,1 1 0 0,0-1 0 16,1-2 0-16,0 0 0 16,1 0 0-16,0 0 0 0,1 0 0 0,0-2 128 15,2 2-128-15,1-3 0 16,-1 3 0-16,2-2 0 0,-1-1 192 0,2 1 0 16,0 2 0-16,2-4 0 0,-2 3 128 0,1-3 16 15,1 3 16-15,0-1 0 0,1 1-160 0,0 0-48 0,1 1 0 0,0 0 0 0,-1 0-144 0,0 0 192 0,0 0-192 0,0 0 192 16,-2 0-192-1,-1 0 128-15,1 0-128 0,-4 0 128 16,2 1-128-16,-2-1 0 0,-1-1 0 0,0 1 0 16,0-2 0-16,-1 1 0 0,1 0 0 0,-2 0 0 15,1 1 0-15,1-3 0 0,0 1 0 0,0 1 0 16,0 0-1120 0,2-1-208-16,0 2-32 0,0-3-14800 0</inkml:trace>
  <inkml:trace contextRef="#ctx0" brushRef="#br0" timeOffset="73794.66">9220 11996 5519 0,'-1'0'496'16,"0"0"-496"-16,1 0 0 0,0 0 0 15,0 2 976-15,0-2 112 0,0 0 0 0,-1 0 16 0,0 0 416 0,0 0 80 16,1 0 0-16,0 0 16 0,0 0 48 0,1-2 16 16,0 2 0-16,0-1 0 0,1 0-192 0,0 1-32 15,1-2-16-15,0-1 0 0,0 1-80 0,1 2-16 16,2-3 0-16,-2 1 0 0,3 2-400 0,-1-2-96 15,4-1-16-15,-1-2 0 16,0 2-256-16,1-2-64 0,2 1-16 0,0 0 0 0,0-1-96 0,0 0-16 16,-1 1 0-16,-1-1 0 0,0 2-160 0,-1-1-32 15,0 2-16-15,-2 2 0 0,0-2-48 0,-2 2 0 16,0 2 0-16,-1-2 0 0,-1 2-128 0,-1 0 160 0,0 3-160 16,-1 0 160-16,-1-1-160 0,-1 1 128 0,0 2-128 0,0-1 128 15,-1 0-128-15,1 1 192 0,-2 1-192 16,0 2 192-16,-1 1-192 0,1 1 128 0,1 0-128 0,-1 0 128 15,1 2-128-15,-1 0 128 0,1 2-128 0,0 1 128 16,-1 2-128-16,-1 2 0 0,-1 0 144 0,1 2-144 16,-2 0 0-16,0 1 0 0,-1 0 0 0,1-1 128 15,0 0-128-15,0 0 0 0,0 2 0 0,2-4 0 16,0 0 0-16,1-1 0 0,0-2 0 0,1 0 0 16,2-1 0-16,0-17 0 0,0 26 0 0,0-26-128 15,0 0-1280-15,0 0-256 0</inkml:trace>
  <inkml:trace contextRef="#ctx0" brushRef="#br0" timeOffset="74071.33">9266 12259 9503 0,'-4'-5'192'0,"2"3"64"0,0 0 0 0,1 0 16 16,1 2-272-16,0 0 0 0,0-2 0 0,1 1 0 16,2-4 2928-16,3 2 528 0,2-3 96 0,2 1 32 0,3-1-496 0,3-2-80 15,2 1-32-15,0 0 0 0,4-1-1360 0,-1-1-272 16,3 2-48-16,-1-2-16 0,0 2-864 0,0-1-176 16,-3 2-48-16,0 1 0 0,-2 2-192 0,-2 1-256 15,-16 2 48-15,33 0-16688 16</inkml:trace>
  <inkml:trace contextRef="#ctx0" brushRef="#br0" timeOffset="76209.48">10859 12058 10127 0,'-1'-2'896'0,"0"0"-704"16,1 1-192-16,0-1 0 0,0 2 1136 0,-1-3 192 15,0 1 32-15,0-3 16 0,0 0 512 0,-1-3 96 16,1 2 32-16,0 0 0 0,1 0-288 0,1 3-64 16,0-1-16-16,0 2 0 0,0-1-480 0,0 3-80 15,-1 0-32-15,2 1 0 0,0 4-256 0,1-1-48 16,-3-4-16-16,0 0 0 0,0 0-288 0,12 45-64 16,-12-45-16-16,8 35 0 0,-8-35-208 0,8 43-32 15,-8-43-128-15,7 43 192 0,-7-43-192 0,7 43 0 16,-7-43 0-16,5 37 0 0,-5-37 0 0,6 32 0 0,-6-32 0 15,0 0 0-15,8 38 0 0,-8-38 0 0,0 0 0 16,0 0 0-16,0 0 0 0,0 0 0 0,0 0 0 0,0 0 0 16,0 0 0-16,0 0 0 0,0 0 128 0,0 0-128 15,0 0 320-15,0 0 0 0,32 2 16 0,-29-10 0 16,2 2-64-16,0-4-16 0,1 0 0 0,2-1 0 16,1-4-64-16,0-1-32 0,2-1 0 0,0-4 0 15,1 0-32-15,0 0 0 0,0-1 0 0,-1-2 0 16,1 3-128-16,-2 0 0 0,-1 2 0 0,0 2 0 15,-2 3 0-15,-1 0-176 0,-2 2 48 0,0 2 0 16,0 4-1056-16,-2 1-208 0</inkml:trace>
  <inkml:trace contextRef="#ctx0" brushRef="#br0" timeOffset="76593.59">11340 11989 2751 0,'2'-2'256'0,"0"-1"-256"0,0 1 0 0,-1 2 0 16,-1 0 1280-16,1-2 224 0,2-1 32 0,-1-2 16 15,3 1 496-15,-1-1 112 0,-1 0 16 0,-2 3 0 16,0 0-224-16,-1 2-32 0,-2 2-16 0,0 0 0 16,-1 3-608-16,-2 0-112 0,0 2-32 15,-2 0 0-15,1 3-512 0,-3 1-96 0,2 4-32 0,-2 0 0 16,0 1-48-16,1 3-16 0,1 1 0 0,1 2 0 16,1-3 80-16,3 2 16 0,0-1 0 0,2-20 0 0,1 37 176 0,-1-37 48 15,0 0 0-15,13 43 0 0,-13-43-448 0,0 0-64 16,0 0-32-16,36 36 0 0,-36-36-224 0,0 0 0 15,0 0 0-15,46 12 0 0,-35-13-304 0,0-3-48 16,1 0-16-16,0-2-15312 0</inkml:trace>
  <inkml:trace contextRef="#ctx0" brushRef="#br0" timeOffset="77004.31">11524 12036 7359 0,'-4'0'320'0,"2"0"80"0,0 1-400 0,0 1 0 0,1-2 0 0,0 0 0 16,0 2 2128-16,0-1 352 0,0 3 64 0,0-1 16 16,1 1 560-16,3-1 112 0,2-1 32 0,2-1 0 15,2-2-1216-15,3 1-224 16,0-4-48-16,2 1-16 0,1 0-992 0,0-1-208 16,3-1-48-16,-2 2 0 0,1-1-368 0,-1 2-144 0,1-3 0 0,-2 2 144 0,-15 3-144 0,28-2 0 15,-28 2 0-15,23-2 0 0,-23 2 0 0,0 0 0 31,28-3 0-31,-21 3 0 0,-3 0 0 0,0 0 0 0,-1 0 0 0,-1 1 0 32,-2 1-736-32,-1-2-80 0,-1 2-16 0,0-2 0 0,-1 0-1520 0,-1 0-304 0,1 0-64 0,-1 0-16 15,0 0 1040-15,1-2 208 0,-2 2 32 0,0-3 16 0,2 3 896 0,-1-2 176 16,0 2 48-16,1 0 0 0,1-2 320 0,-1 1 0 0,1 1 0 16,-1 0 128-16,1 0 640 0,1 3 128 0,-2-1 32 0,0 3 0 15,0-1 560-15,0 2 112 0,-1 3 32 0,-2 0 0 16,1 5-304-16,-1-1-64 15,0 4-16-15,-2 1 0 0,0 1-416 0,-1 0-64 0,0 0-32 0,0 0 0 16,1-5-352 0,0 0-80-16,2 0-16 0,0-4 0 0,2 0-288 0,3-4 0 0,1-1 0 0,0-2 0 15,0-1-352-15,2-2-80 0,1-1-16 0,1-2-9632 16,0 0-1936-16</inkml:trace>
  <inkml:trace contextRef="#ctx0" brushRef="#br0" timeOffset="77241.48">11634 12117 6447 0,'-5'-11'272'0,"1"5"80"0,1 2-352 0,1 0 0 16,1 3 0-16,0-2 0 0,0 3 1472 0,0-3 208 15,0 0 48-15,0-2 16 0,1 2 944 0,1 0 176 16,3 3 32-16,0 1 16 0,-4-1-464 0,0 0-80 16,0 0-32-16,0 0 0 0,42 33-784 0,-42-33-144 15,0 0-48-15,28 36 0 0,-28-36-640 0,0 0-128 16,24 40-16-16,-24-40-16 0,0 0-320 0,19 34-64 15,-19-34-16-15,0 0 0 0,0 0-160 0,0 0 0 16,25 39 0-16,-25-39 0 16,0 0-1120-16,0 0-96 0,0 0-32 0,0 0-14816 0</inkml:trace>
  <inkml:trace contextRef="#ctx0" brushRef="#br0" timeOffset="77464.63">11572 12276 1839 0,'-1'0'160'0,"0"0"-160"0,1 0 0 0,0 0 0 16,0 0 1856-16,0 0 352 0,1 0 64 0,-1 0 16 16,2 0 976-16,1 0 208 0,2 0 48 0,0 0 0 15,2 0-560-15,0-2-96 0,-7 2-32 0,0 0 0 16,0 0-1120-16,42 4-240 0,-42-4-32 0,0 0-16 0,42 1-736 0,-42-1-160 16,30 2-16-16,-30-2-16 0,30-2-304 0,-30 2-64 15,29-3-128-15,-16 1 192 0,0-1-192 0,-1-2 0 16,1 1 0-16,-1-1 0 15,-1 0-768-15,0 1-80 0</inkml:trace>
  <inkml:trace contextRef="#ctx0" brushRef="#br0" timeOffset="77714.46">12029 12003 14735 0,'0'1'1312'0,"1"1"-1056"0,1 0-256 0,-1 0 0 16,2-2 2048-16,-3 0 368 0,0 0 64 0,0 0 16 15,0 0 320-15,38 36 80 0,-38-36 16 0,0 0 0 16,40 36-1248-16,-40-36-240 0,0 0-48 0,37 41-16 16,-37-41-704-16,20 35-144 0,-20-35-16 0,15 35-16 15,-15-35-336-15,0 0-144 0,7 47 128 0,-9-30-128 16,-2 0 0-16,-2-1 0 0,-3 1 0 0,0 0 0 0,-1-3 0 15,-1 0 0-15,-1 0 0 0,-4-1 0 0,-1 0 0 0,-1-3 0 16,-2 0 0-16,2-2-12192 16,2-2-2368-16</inkml:trace>
  <inkml:trace contextRef="#ctx0" brushRef="#br0" timeOffset="78076.34">12369 12138 4031 0,'-6'1'0'0,"3"1"176"0,0-2-48 0,1 2-128 16,1-2 0-16,1 0 0 0,-1 0 0 0,1 1 0 16,-1 1 2368-16,2-2 352 0,0 0 80 0,3 0 16 15,0 0 256-15,3-2 48 0,1 1 16 0,2-1 0 0,-10 2-912 0,25-5-176 16,-11 3-48-16,1-1 0 0,1 1-896 0,-16 2-176 16,32-5-32-16,-32 5-16 0,29-2-560 0,-29 2-128 15,23-2 0-15,-12-1-16 0,-3 3-320 0,-1-2-64 16,0 2-16-16,-3 0-15760 15</inkml:trace>
  <inkml:trace contextRef="#ctx0" brushRef="#br0" timeOffset="78253.3">12396 12233 11055 0,'0'0'976'0,"1"1"-784"15,1 1-192-15,0-2 0 16,1 0 2304-16,1 0 400 0,-4 0 96 0,0 0 16 0,33 2 976 0,-33-2 208 0,45 0 32 0,-22-2 16 15,-2-3-2128-15,1 2-448 0,-1-1-64 0,0-1-32 16,0 0-1056-16,-2 1-192 16,2-1-128-16,-2 0-18112 0</inkml:trace>
  <inkml:trace contextRef="#ctx0" brushRef="#br0" timeOffset="98672.22">13096 12068 11055 0,'-3'2'976'0,"2"-2"-784"15,0 0-192-15,0 0 0 0,1 0 880 0,0 0 128 0,0 0 16 16,0 0 16-16,-1 0 848 0,0 1 160 0,0 0 48 0,-1 2 0 15,0 1-496-15,0 1-80 16,0-1-32-16,0 2 0 0,2-6-320 0,-3 16-64 0,3-16-16 0,-5 21 0 16,5-21-352-16,-5 29-80 0,2-12-16 0,-1 4 0 0,-1-2-80 15,1 2-32 1,0-1 0-16,-1 1 0 0,2 1-16 0,-1-2-16 0,1-3 0 0,1-2 0 0,2-15-240 0,-1 25-64 16,1-25 0-16,0 0 0 0,0 0-192 15,0 0 0-15,0 0 0 0,0 0 0 0,18-5-144 0,-13-4 144 16,-1-3-208-16,0 0 80 15,0-2-592-15,-1 0-112 0,1-1-32 0,-1 1 0 16,0-2 16-16,-1 3 0 0,0 0 0 0,-1 1 0 0,1 0 624 0,-1 0 224 16,1 0-144-16,0 1 144 0,1 1 0 0,-2-1 0 15,2 1 0-15,1 2 0 0,1-1 432 0,0-1 64 16,2 3 16-16,0-2 0 0,1 1 256 16,2 2 48-16,0 0 16 0,1 0 0 0,1 3-256 0,-12 3-64 15,24-5 0-15,-24 5 0 0,0 0-192 0,34 6-32 0,-34-6-16 16,0 0 0-16,0 0-144 0,27 35-128 0,-27-35 144 15,0 0-144 1,6 45 0-16,-6-45 128 0,-5 34-128 0,1-16 0 0,-3-4 0 0,1 0 0 0,-1-2 0 0,1 0 0 16,0-2 0-16,1-1 0 15,0-2 0-15,2 0 0 0,0-2 0 0,2-2 0 0,1-3 0 0,0 0 0 16,0 0 0-16,0 0 0 0,0 0 0 0,0 0-160 31,0 0-1104-31,0 0-208 0,0 0-64 0,36 9-14384 0</inkml:trace>
  <inkml:trace contextRef="#ctx0" brushRef="#br0" timeOffset="99098.2">13487 12106 9215 0,'2'-3'400'0,"-1"1"96"0,0-1-496 15,0 2 0-15,-1 0 0 0,0-1 0 0,1 0 1408 0,0-1 176 0,1-1 32 0,0-2 16 16,0 1 672-16,0 2 128 15,-1 0 16-15,0 3 16 0,0 2-416 0,-1 0-96 16,0-2-16-16,0 0 0 0,-2 22-704 0,2-22-144 16,-1 28-16-16,1-28-16 0,-3 38-512 0,2-19-96 15,-1 2-32-15,0 3 0 0,-1-2-160 0,-1 3-16 16,2-4-16-16,-1 2 0 0,-1 0-16 0,1-2 0 16,3-21 0-16,-2 40 0 0,2-40-208 0,-2 27 0 15,2-27 0-15,0 0 0 0,0 0 0 0,0 0 0 16,0 0-128-16,0 0 128 15,0 0-608-15,0 0-16 0,6-6 0 0,-4-5-15424 0</inkml:trace>
  <inkml:trace contextRef="#ctx0" brushRef="#br0" timeOffset="99350.32">13495 12077 4831 0,'2'-10'0'0,"-1"5"192"0,0 1-48 0,-1-1 16 0,1 3-160 0,0 0 0 0,1 1 0 0,1-1 0 16,1-3 2368-16,2 0 448 0,2 1 96 0,0-1 16 15,1 2-64-15,1-1-16 0,-10 4 0 0,21-4 0 16,-21 4-1312-16,0 0-256 0,34-1-48 0,-34 1-16 16,0 0-848-16,33 5-176 0,-33-5-48 0,0 0 0 15,0 0-144-15,34 21 0 0,-34-21 0 0,0 0 0 16,0 0 0-16,10 33 0 0,-10-33 0 0,-7 20 0 16,1-9-144-16,-2-1 144 0,-2 1-192 0,0-1 192 15,-2 2-256-15,-1-2 48 0,0-1 16 0,-1 0 0 16,0-1 192-16,0-2 0 0,2-2 0 0,-1 0 0 15,3-4-192-15,2 0 192 0,0 0-208 0,3-4-8432 16,-1 1-1696-16</inkml:trace>
  <inkml:trace contextRef="#ctx0" brushRef="#br0" timeOffset="100211.65">13864 12143 2751 0,'0'-2'256'0,"0"2"-256"0,0-2 0 0,0 1 0 16,1 1 240-16,-1 0 0 0,0 0 0 0,0-2 0 16,0 2 336-16,0 0 64 0,0 2 0 0,-1-2 16 15,0 3 336-15,0 0 64 0,0 1 16 0,-1-1 0 16,1 1 192-16,-1 1 32 0,2-1 16 0,-1 1 0 16,0-2 96-16,0-1 32 0,0 1 0 0,1-1 0 15,0 0 128-15,1 1 32 0,0-3 0 0,0 2 0 16,1-2-96-16,1 0-16 0,0-2 0 0,2 2 0 15,-2-3-368-15,2 1-80 0,1-1-16 0,0 1 0 0,1-2-400 0,-2-1-96 16,2 2-16-16,-1-1 0 0,0 1-192 0,-1-3-64 16,1 0 0-16,-1-1 0 0,0 2-128 0,1-2-128 15,-2 0 192-15,0 0-192 0,0-3 128 0,-1 4-128 16,-1-2 0-16,-1 1 0 0,0-1 0 0,-2 2 0 16,0-1 0-16,-1 0 0 0,-1 2 0 0,0 0 0 15,-1 0 0-15,-1 2 0 0,0 2 0 0,-2 1 0 16,2 0 0-16,-2 2 0 0,2 0 0 0,-2 1 0 15,0 2 0-15,0-1 0 0,1 2 0 0,-1 0 0 16,2 2-128-16,-2-1 128 0,3 2 0 0,-2-2 0 16,1 0 0-16,2 0 0 0,-1 0 0 0,0 1 0 15,1-2 0-15,0 0 0 0,1 0 0 0,0 0 0 16,0 0 0-16,2-6 0 0,0 0 0 0,0 0 0 0,0 0 0 16,0 0 0-16,0 0 0 0,0 0 0 0,5 29 0 15,-5-29 0-15,0 0 0 0,0 0 0 0,0 0 0 16,0 0 0-16,0 0 0 0,0 0 0 0,0 0 0 0,34 11 0 15,-34-11 0-15,0 0 0 0,0 0 0 0,25-6 0 16,-18 1 0-16,-1 2 0 0,1-1 0 0,-2-3 0 16,1 3 0-16,-1 1 0 0,-1-3 0 0,-1 2 0 15,0 2 0-15,-1-1 0 0,-1-2 0 0,1 3 0 0,-1 0 0 0,-1 0 0 16,1 1 0-16,-1 1 0 0,0 0 0 0,0 0 0 16,-1 0 0-16,1 0 0 0,0 1 0 0,0 1 0 15,-1-1 0-15,0 0 0 0,1 1 0 0,-1 1 0 16,1-1 0-16,0 1 0 0,-1-1 0 0,0 0 0 15,-1 3 0-15,1-2 0 0,-1 0 0 0,2-3 0 16,0 0 0-16,-4 12 0 0,2-9 0 0,1 2 0 16,1-5 0-16,0 0 0 0,-4 17 0 0,4-17 0 0,0 0 0 0,-4 19 0 15,4-19 0-15,0 0 0 0,-4 26 0 0,4-26 0 16,-3 20 0-16,3-20 0 0,-3 23 0 0,3-23 0 16,-5 23 0-16,3-14 0 0,2-9 0 0,-4 20 0 15,4-20 128-15,0 0-128 0,0 0 0 0,-2 23 0 16,2-20 0-16,0-3 0 0,1 0 0 0,-1 0-144 31,1-3-1584-31,-2 1-304 0,1 2-64 0,0-3-12448 0</inkml:trace>
  <inkml:trace contextRef="#ctx0" brushRef="#br0" timeOffset="100805.26">13842 12397 5519 0,'-1'0'496'0,"0"0"-496"0,0 0 0 16,1 0 0-16,-1 0 1536 0,0 0 192 0,0-2 64 0,-2 2 0 15,1-1 544-15,-2 1 112 0,1 0 32 0,-1 0 0 16,2 0-288-16,0 0-48 0,1 0-16 0,-1 0 0 15,2 0-592-15,-1 0-112 0,1 0-16 0,0 0-16 16,0 0-352-16,1 0-64 0,0-2-16 0,1 2 0 16,0 0-320-16,1-1-64 0,3 0 0 0,-6 1-16 15,0 0-112-15,24-4-32 0,-24 4 0 0,24-4 0 16,-24 4-208-16,31-3-32 0,-31 3-16 0,32-5 0 16,-32 5-160-16,34-3 0 0,-34 3 144 0,31-2-144 15,-31 2 0-15,29-1 0 0,-29 1 0 0,27-3 0 16,-27 3-400-16,0 0-112 0</inkml:trace>
  <inkml:trace contextRef="#ctx0" brushRef="#br0" timeOffset="101254.6">14324 12229 9215 0,'-8'0'400'0,"5"0"96"0,-1 0-496 0,1 0 0 0,1 0 0 0,1 0 0 0,-1 0 1408 16,-1 2 176-16,-1-2 32 0,-1 0 16 0,0 0 480 0,0 0 80 0,2 0 32 0,1 0 0 16,1 0-240-16,2 2-32 0,1-2-16 0,-2 0 0 15,0 0-528-15,0 0-96 0,0 0-32 0,0 0 0 16,40 5-512-16,-40-5-128 0,0 0 0 0,42 0-16 31,-42 0-384-31,33-1-80 0,-33 1-16 0,32-4 0 16,-32 4-144-16,30-7 0 0,-30 7 0 0,26-4 0 0,-26 4-1312 0,18-7-144 0,-18 7-16 0,0 0-13616 15</inkml:trace>
  <inkml:trace contextRef="#ctx0" brushRef="#br0" timeOffset="101459.85">14346 12330 7359 0,'-2'0'320'0,"1"0"80"0,0 0-400 0,1-2 0 15,0 2 0-15,1 0 0 0,-1 0 1888 0,1-1 288 16,1 0 64-16,1 1 16 0,2-2 560 0,-1-1 96 0,2 1 32 16,-6 2 0-16,0 0-896 0,0 0-192 0,32-3-16 0,-32 3-16 15,0 0-1008-15,31-6-208 0,-31 6-32 0,23-3-16 16,-23 3-560-16,26-6 0 0,-13 2 0 0,2 0 0 31,-1 1-1408-31,1-1-256 0,-1-1-32 0,1 0-11936 0</inkml:trace>
  <inkml:trace contextRef="#ctx0" brushRef="#br0" timeOffset="102305.15">14854 12136 11055 0,'0'0'976'0,"0"-1"-784"16,0 1-192-16,0 0 0 16,0 0 1232-16,0-1 208 0,0 1 32 0,1 0 16 0,0-2 656 0,3 1 128 15,0 1 32-15,0-2 0 0,-4 2-384 0,0 0-64 0,23-2 0 0,-23 2-16 16,0 0-768-16,36-3-160 0,-36 3-16 0,27-1-16 16,-27 1-416-16,28 1-80 0,-28-1 0 0,0 0-16 15,37 8-368-15,-37-8 144 0,0 0-144 0,0 0 0 16,0 0 0-16,0 0 0 0,23 35 0 0,-29-28 0 15,-2 3-160-15,-2-3 16 0,-2 2 0 0,-1-1 0 16,0 0-176-16,-2 1-48 0,0-1 0 0,-1-1 0 16,0-2 368-16,2 1-176 0,1-2 176 0,2 0-128 15,2 0 128-15,3-3 0 16,1-1 128-16,3 0-128 0,1 0 240 0,2-1-32 0,-1 1 0 0,0 0 0 0,18-6 80 16,-18 6 16-16,22-7 0 0,-22 7 0 0,26-7-32 0,-26 7 0 15,27-5 0-15,-27 5 0 0,30-4-144 0,-30 4-128 31,30-1 192-31,-30 1-192 0,0 0 0 0,35 7 0 0,-35-7 0 0,0 0 0 0,0 0 0 16,0 0 0-16,0 0 0 0,23 36 0 0,-26-29 0 0,-2-1 0 16,-1 2 0-1,-2-1 0-15,-1 1 0 0,0-2 0 0,-1 2 0 0,-1-4 0 0,0 2 0 0,1-2 0 16,0 1 128-16,1 0-128 0,-3-2 0 0,1 0 0 0,1 0 0 16,0 0 0-16,1 0 0 0,-1-2 0 15,2 1 0-15,1 1 0 31,0-1-512-31,1 1-96 0,2-1-32 0,0-2-9984 0,3 0-1984 0</inkml:trace>
  <inkml:trace contextRef="#ctx0" brushRef="#br0" timeOffset="102717.87">15210 12155 5519 0,'2'-4'496'0,"1"3"-496"0,-1 0 0 0,-1 0 0 16,-1 1 1568-16,1 0 224 0,1 0 32 0,-2 0 16 15,0 0 624-15,0 0 128 0,0 0 32 0,0 0 0 16,0 0-624-16,-6 31-112 16,6-31-32-16,-10 26 0 0,4-12-944 0,1 0-192 0,5-14-32 0,-7 29-16 15,7-29-224-15,-1 26-64 0,1-26 0 0,0 0 0 16,0 0 32-16,0 0 0 0,22 34 0 0,-22-34 0 15,0 0-16-15,28-3 0 0,-16-1 0 0,0-2 0 16,1-3-64-16,1-2-16 0,-1-2 0 0,0 1 0 16,-2 2-192-16,0-3-128 0,-1 0 128 0,-3 0-128 15,0 3 0-15,-3-1 0 0,-3 1 0 0,-1 0 0 16,-3 3 0-16,-4 0 0 0,-2 2 0 0,-4 1 0 0,-3 3 0 16,0 2 0-16,-1 3 0 0,-1 1 0 0,2 0-160 15,1 2 160-15,1 0-192 0,4 1 192 0,1-2-320 0,3-1 32 16,2-1 16-16,4-4 0 15,0 0-1216-15,0 0-240 0,0 0-64 0,0 0-11920 16</inkml:trace>
  <inkml:trace contextRef="#ctx0" brushRef="#br0" timeOffset="102981.3">15507 12184 7359 0,'0'-2'656'0,"0"1"-528"0,0-1-128 15,0 2 0-15,0-2 1440 0,0 1 256 0,0-1 48 0,0-3 16 16,0 0 400-16,1 1 80 0,0-3 0 0,1 4 16 16,0-1-208-16,1 2-64 0,-3 2 0 0,0 0 0 15,0 0-608-15,0 0-128 0,0 0-32 0,0 0 0 16,29 23-224-16,-29-23-48 0,0 0-16 0,20 33 0 16,-20-33-224-16,0 0-32 0,24 37-16 0,-24-37 0 15,0 0-272-15,30 41-48 0,-30-41-16 0,0 0 0 16,33 36-192-16,-33-36-128 0,0 0 128 0,34 31-128 15,-34-31 0-15,0 0 0 0,0 0 0 0,40 28 0 16,-40-28-288-16,0 0-80 0,0 0-16 0,36 5-17168 16</inkml:trace>
  <inkml:trace contextRef="#ctx0" brushRef="#br0" timeOffset="103160.68">15753 12164 11055 0,'-6'1'480'0,"2"3"112"0,0-1-464 0,0-1-128 0,2 1 0 16,-1 1 0-16,-1 1 1504 0,-3 3 288 0,-3 5 48 0,-6 6 16 16,-4 3 768-16,0 1 176 0,-1 1 16 0,1-3 16 15,2-1-1312 1,3-4-272-16,1-2-48 0,3-2-16 0,2-4-1616 16,3-2-320-16</inkml:trace>
  <inkml:trace contextRef="#ctx0" brushRef="#br0" timeOffset="103604.82">16035 12160 12895 0,'-4'1'576'0,"1"0"112"0,1-1-560 0,-1 2-128 0,3-2 0 0,-2 3 0 16,2-3 1488-16,-4 5 272 0,1 0 48 0,-2 4 16 16,5-9 384-16,-10 21 80 0,10-21 16 0,-9 26 0 15,9-26-832-15,-5 29-176 0,5-29-16 0,-2 26-16 16,2-26-496-16,0 0-80 0,5 31-32 0,-5-31 0 15,0 0-368-15,0 0-80 0,0 0-16 0,0 0 0 0,30 21-192 0,-30-21 0 16,15-5 0-16,-7 0 0 0,2-3 0 16,-2 1 0-16,1-3 0 0,1 0 0 0,-2 1 0 0,-1-1 0 15,2-2-208-15,-3 2 64 0,-1-1-48 0,-1 1 0 16,-2-1 0-16,0 1 0 0,-3 0 192 0,-1 1 0 16,-1 2 0-16,-4-2 0 0,0 4 0 15,-2 0 0-15,-4 0 0 0,1 3-128 0,1 2 128 0,-1 0 0 16,2 0 0-16,1 2-128 0,0 0 128 0,1 1 0 15,3-1 128-15,0 1-128 0,2-2 0 0,1 0 0 16,2-1 0-16,0 0 128 0,0 0-272 0,0 0-48 16,0 0-16-16,0 0-14848 0</inkml:trace>
  <inkml:trace contextRef="#ctx0" brushRef="#br0" timeOffset="103812.09">16231 12241 11967 0,'0'0'1072'0,"0"0"-864"0,0 0-208 0,0 0 0 15,0 0 2256-15,0 0 416 0,0 0 80 16,0 0 0-16,0 0 528 0,0 0 112 0,33 23 0 0,-33-23 16 16,0 0-1696-16,0 0-352 0,11 36-64 0,-11-36-16 0,0 0-944 0,0 0-192 15,0 0-144-15,0 0 192 16,0 0-1232-16,0 0-240 0</inkml:trace>
  <inkml:trace contextRef="#ctx0" brushRef="#br0" timeOffset="104307.25">16499 12123 9215 0,'0'0'816'0,"0"0"-656"0,0 0-160 0,0 0 0 16,0 0 2192-16,0 0 416 0,0 0 80 0,0 0 0 16,-2 29 736-16,2-29 144 0,0 0 16 0,0 0 16 15,0 0-1776-15,0 0-352 0,0 0-80 0,37 9-16 0,-27-15-784 0,-1-3-144 16,3-1-48-16,-1-2 0 0,0 1-400 16,-1-1 0-1,-2 0 128-15,0 2-128 0,-3-1 0 0,-1 3 0 0,-1-1 0 0,-3 2 0 0,-1 0 0 0,-2 3 0 16,-2 1-144-16,-1 0 144 0,-2 0 0 0,-2 3-128 15,0 0 128-15,0 0 0 0,-1 1-128 0,-1 2 128 32,0 2 0-32,-1-1 0 0,1 3 0 0,1 0 0 0,0 2 0 0,2-1 0 0,1 1 0 0,0 0 0 15,3 1 0-15,-1-3 0 0,6-7 144 0,0 0 48 16,-5 23 0-16,5-23 0 16,0 0-192-16,0 0 128 0,0 0-128 0,0 0 128 0,25 36-128 0,-25-36 0 0,0 0 0 15,0 0 0 1,38 8 0-16,-38-8 0 0,0 0 0 0,37 2 0 15,-37-2 0-15,0 0 0 0,32-2 0 0,-32 2 0 16,0 0-240-16,0 0 80 0,28 2 16 0,-28-2 0 16,0 0 144-16,0 0-192 0,0 0 192 0,0 0-192 15,0 0 192-15,0 33 0 0,0-33 0 0,-10 20 0 16,3-9 0-16,2 1 0 0,-2 0 0 0,2 2 0 16,-3 0 128-16,2 2-128 0,-1-1 160 0,2 1-160 15,-1 1 192-15,2-4-48 0,4-13-16 0,-5 23 0 0,5-23-128 16,0 0 0-16,0 0 0 0,0 0 0 15,0 0-704-15,0 0-192 0</inkml:trace>
  <inkml:trace contextRef="#ctx0" brushRef="#br0" timeOffset="104592.21">16930 12110 13823 0,'-5'0'608'0,"2"2"128"0,-1 1-592 0,1-3-144 0,2 2 0 0,0-2 0 16,1 0 2256-16,-3 5 432 0,2-3 64 0,1-2 32 15,0 0 240-15,0 0 48 16,0 0 16-16,0 0 0 0,3 31-1456 0,-3-31-288 0,0 0-64 0,0 0-16 16,31 29-736-16,-31-29-144 0,0 0-16 0,28 31-16 0,-28-31-224 0,0 0-128 15,30 42 128-15,-30-42-128 0,22 31 0 0,-22-31 0 16,0 0 0-16,29 36 128 15,-29-36-128-15,0 0 0 0,0 0 0 0,31 29 0 16,-31-29-1248-16,0 0-224 0</inkml:trace>
  <inkml:trace contextRef="#ctx0" brushRef="#br0" timeOffset="104782.33">17106 12162 11055 0,'-4'-1'480'0,"0"0"112"0,0 1-464 0,1 0-128 15,3 0 0-15,0 0 0 0,-5 4 1424 0,5-4 272 16,-12 10 48-16,1 0 16 0,-3 2 768 0,-1 2 160 0,-1 1 16 0,0 0 16 16,0 2-720-16,-1-2-144 0,1 1-16 0,1 0-16 15,1-2-1088-15,2-2-224 0,3-2-32 0,2-2-16 16,0 0-1296-16,2-3-256 0</inkml:trace>
  <inkml:trace contextRef="#ctx0" brushRef="#br0" timeOffset="105285.82">17389 12141 6447 0,'-1'0'576'0,"0"0"-576"0,0 0 0 0,1 0 0 16,0 0 1248-16,0 0 144 0,0 0 16 0,-4 5 16 31,1-2 1312-31,-2 1 256 0,1 3 48 0,-3 0 16 0,1 0-320 15,-1 0-64-15,1 0-16 0,-1 1 0 16,1 1-1088-16,-1 0-224 0,7-9-32 0,-11 20-16 0,11-20-592 0,-8 20-112 16,8-20-16-16,-6 22-16 0,6-22-224 0,0 0-32 0,-1 31-16 0,1-31 0 0,0 0-96 0,0 0-32 15,0 0 0-15,26 33 0 0,-26-33-160 0,0 0 0 16,0 0 0-16,37 5 0 0,-37-5 0 0,23-5 0 16,-11 0 0-16,0-2 0 0,0 0-224 0,-1-2-32 15,0-1 0-15,-1 0 0 31,0-1-192-31,0 1-32 0,-3-3-16 0,-1 3 0 0,0-2 48 0,-3 0 0 0,0 0 0 0,-2 0 0 0,-2 2 288 0,-1-1 160 16,-2-3-160-16,-2 2 160 0,-1 0 0 0,-1 2 0 16,-2 3-128-16,0 1 128 0,0 3 0 0,0 3 0 15,0 0 0-15,0 5 0 0,2 1 208 0,1 2-16 16,0 2 0-16,7-10 0 0,-10 21-64 0,10-21 0 16,0 0-128-16,-5 26 192 31,5-26-640-31,0 0-128 0</inkml:trace>
  <inkml:trace contextRef="#ctx0" brushRef="#br0" timeOffset="105506.73">17603 12262 4607 0,'0'0'400'16,"0"0"-400"-16,0 0 0 0,0 0 0 0,0 0 2816 0,0 0 464 15,0 0 112-15,0 0 0 0,0 0 880 0,0 0 160 16,32 14 48-16,-32-14 0 0,0 0-2176 0,0 0-416 16,0 0-96-16,8 36 0 0,-8-36-1280 0,0 0-240 15,0 0-48-15,0 0-16 0,0 0-480 0,0 0-112 16,0 0 0-16,0 0-17072 16</inkml:trace>
  <inkml:trace contextRef="#ctx0" brushRef="#br0" timeOffset="105868.59">17937 12117 11967 0,'0'0'528'0,"0"0"112"0,0 0-512 0,0 0-128 0,0 0 0 0,0 0 0 0,0 0 1536 16,0 0 256-16,0 0 64 0,0 0 16 0,0 0 656 0,0 0 128 15,0 0 32-15,-10 24 0 0,10-24-576 0,0 0-128 16,-10 31 0-16,10-31-16 0,-10 28-832 0,10-28-176 15,-11 34-16-15,11-34-16 0,-11 37-448 0,11-37-96 16,-12 39 0-16,12-39-16 0,-10 35-240 0,10-35-128 16,-8 28 160-16,8-28-160 0,0 0 0 0,-4 31 0 15,4-31 0-15,0 0-11984 16,0 0-2352-16</inkml:trace>
  <inkml:trace contextRef="#ctx0" brushRef="#br0" timeOffset="106308.75">18175 12263 12895 0,'-2'-1'1152'15,"2"1"-928"-15,0 0-224 0,0 0 0 16,0 0 1472-16,0 0 256 0,0 0 64 0,0 0 0 16,0 0 832-16,0 0 192 0,0 0 16 0,0 0 16 0,19-5-784 0,-19 5-144 15,18-6-48-15,-18 6 0 0,20-6-976 0,-20 6-208 16,23-9-48-16,-23 9 0 0,25-8-384 0,-25 8-96 16,25-4-16-16,-25 4 0 0,20-5-144 0,-20 5 0 15,0 0 0-15,23-5 0 0,-23 5-272 0,0 0-96 16,0 0-16-16,0 0-16640 15</inkml:trace>
  <inkml:trace contextRef="#ctx0" brushRef="#br0" timeOffset="106516.03">18126 12348 17503 0,'0'0'768'0,"0"0"176"0,0 0-752 0,0 0-192 0,0 0 0 0,0 0 0 15,0 0 2032-15,0 0 368 0,27 2 80 0,-27-2 16 16,35-7 320-16,-15 2 80 0,1 0 16 0,1-2 0 16,-2 0-1792-16,-1 2-352 0,-3-2-80 0,-16 7-16 15,29-9-672-15,-29 9 0 0,20-6 0 0,-20 6-17408 16</inkml:trace>
  <inkml:trace contextRef="#ctx0" brushRef="#br0" timeOffset="108142.97">18654 12138 7359 0,'-5'-2'656'0,"2"2"-528"0,0 0-128 0,1 0 0 0,1 0 944 0,1 0 144 0,-1 0 48 0,0 0 0 15,0-1 640-15,-1 1 128 0,2-1 16 0,0-1 16 16,1-1 176-16,2 0 48 0,2 1 0 0,1-2 0 16,3 1-624-16,1-1-128 0,3 1-32 0,3-1 0 15,-1 1-208-15,2-2-32 16,-1 3-16-16,-1-2 0 0,-15 4-224 0,32-4-64 0,-32 4 0 0,30-2 0 16,-30 2-400-16,26 0-96 0,-26 0-16 0,0 0 0 15,30 8-320-15,-30-8 0 0,0 0 0 0,0 0 128 16,0 0-128-16,0 0 0 0,22 32 0 15,-22-32 0-15,-8 18 0 0,1-7 0 0,-1 1 0 0,-3 0 0 0,1 0-128 0,-2-1 128 16,-1 2-128-16,0 0 128 0,-1-1-240 0,0 0 48 16,0 0 0-16,0 0 0 0,-1 1 192 0,-2-1-192 15,2 1 192-15,1-1-192 0,2 0 192 0,1-2-144 16,3-1 144-16,1 0-128 0,2-1 128 0,5-8 0 16,0 0 0-16,0 0 0 0,0 0 0 0,0 0 0 15,0 0 0-15,0 0 0 0,0 0 240 0,41 11-32 0,-28-16 0 16,1-1 0-16,0 1 48 0,0 0 16 0,0 0 0 15,0-1 0-15,0 0-64 0,0 1-16 0,1 1 0 0,-2-1 0 16,0 2-192 0,-1-1 176-16,-1 2-176 0,-2-1 160 0,0 0-160 0,0 0 0 0,-9 3-192 0,15-3-17792 31</inkml:trace>
  <inkml:trace contextRef="#ctx0" brushRef="#br0" timeOffset="108321.6">19076 12260 21183 0,'-2'3'944'0,"0"0"192"0,1 0-912 0,0-1-224 16,1-2 0-16,0 0 0 0,0 0 1712 0,0 0 288 16,0 0 64-16,0 0 16 0,0 34-400 0,0-34-80 31,0 0 0-31,0 0-16 0,0 0-1056 0,0 0-208 15,0 0-32-15,32 26-15840 0</inkml:trace>
  <inkml:trace contextRef="#ctx0" brushRef="#br0" timeOffset="108764.3">19318 12046 23951 0,'-2'-2'1056'0,"1"0"224"0,2 1-1024 0,0-1-256 16,0 2 0-16,1-2 0 15,0 1 1792-15,1-1 288 0,-3 2 64 0,13-6 16 0,-2 2-480 0,0 1-80 16,1 0-32-16,2 0 0 0,-14 3-688 0,28-4-144 16,-14 3-32-16,-14 1 0 0,29-2-464 0,-29 2-112 15,28 0 0-15,-28 0-128 0,25-1 128 0,-25 1-128 0,24 0 0 0,-24 0 0 16,25-1 0-16,-25 1 128 0,24 0-128 0,-13-3 0 15,-11 3 144-15,20-2-144 0,-20 2 0 0,0 0 144 16,22 0-144-16,-22 0 128 16,0 0-128-16,0 0 128 0,0 0-128 0,0 0 0 0,0 0 0 0,0 0 128 15,0 0-128-15,0 0 128 0,-5 26-128 0,1-21 128 16,0 0-128-16,0 2 192 0,4-7-192 0,-7 14 192 16,7-14-192-16,-7 14 192 0,7-14-192 0,0 0 192 15,-11 31-192-15,11-31 0 0,-8 26 0 0,8-26 128 16,-11 35-128-16,3-15 0 0,8-20 0 0,-14 44 0 15,4-20 0-15,1 2 0 0,-1 3 128 0,0-1-128 16,1-4 0-16,0 2 0 0,1 0 0 0,0-2 0 0,8-24 0 16,-10 40 0-16,10-40 0 0,0 0 0 0,-5 31-128 0,5-31-16 15,0 0 0-15,0 0-18464 16</inkml:trace>
  <inkml:trace contextRef="#ctx0" brushRef="#br0" timeOffset="109017.42">19379 12271 5519 0,'-3'-2'240'0,"1"-1"64"16,0 1-304-16,1 1 0 0,0 1 0 0,1-1 0 0,-1 1 3600 0,0-2 672 0,0-1 128 0,0 0 16 15,0 1-256-15,0 0-48 0,1-2-16 0,2 1 0 16,2 0-2288-16,0 1-464 0,-4 2-80 0,16-7-32 15,-4 2-688-15,5 1-144 0,4-4-16 0,4 1-16 16,3-2-208-16,6-1-32 0,4-2-128 0,6 0 192 16,8-3-192-16,4-2 0 0,2 0 0 0,3 0-18816 15</inkml:trace>
  <inkml:trace contextRef="#ctx0" brushRef="#br0" timeOffset="112191.83">19099 12342 3679 0,'-2'0'320'0,"0"-2"-320"0,1 2 0 0,0 0 0 16,1 0 976-16,0 0 128 0,-1 0 32 0,0 0 0 15,0-2 896-15,0 0 176 0,0 1 32 0,0-1 16 16,0 0-144-16,1 1-48 0,-1-1 0 0,1 0 0 15,1 0-384-15,0-1-80 16,0 0 0-16,0 1-16 0,2 0-432 0,-1 0-64 0,-1-1-32 0,1 1 0 16,1-1-384-16,1 1-80 0,-1 0-16 0,-1 0 0 15,1 1-240-15,-1-1-48 0,0 2-16 0,0-2 0 0,-1 2-272 0,-1 0 0 16,1 2 128-16,-2-2-128 16,1 3 0-16,-1 0 0 0,-1 0 0 0,-2 2 0 15,0 2 0-15,-1-2 0 0,-2 2 0 0,2 1 0 16,-2-2 0-16,2 2 0 0,-1-4 0 0,1 1 0 0,1 0 0 0,0-3 0 15,0 0 0-15,2 1 0 0,0-3 0 0,1 0 208 16,0 0-64-16,-1-3-16 0,2 0 224 0,2-1 32 16,-1-1 16-16,0 1 0 0,1-3-128 0,0 2-16 15,-1-2-16-15,1 1 0 0,1 0-240 0,-1 1 176 16,1-1-176-16,-1 1 160 0,0 2-160 0,1-1 0 0,0 1 0 0,-1 0 0 16,1 1 0-16,-2 1 0 0,2 1 0 0,-1-1 0 15,1 1 0-15,-1 0 0 16,0 1 0-16,-2 0 0 0,2 1 0 0,-1-1 0 15,0 3 0-15,-1-1 0 0,0-1 0 0,-2 0 0 16,1 1 0-16,-1 2 0 0,-1-3 0 0,-1 2 0 0,0-1 0 0,0 0 0 16,0 1 0-16,-1-2 0 15,1 1 0-15,-1 0 0 0,1 1 0 0,0-4 0 16,-1 2 0-16,1-2 0 0,1 0 0 0,0 0 0 16,1-2 0-16,0 2 0 0,0-2 0 0,2-1 0 0,0 1 0 0,0-3 0 15,1 1 0-15,2 1 0 16,0-3 0-16,1 1 0 0,-1-1 0 0,2 2 0 15,0-3 0-15,0 2 0 0,1 0 0 0,-2 0 0 16,1 1 0-16,-1 1 0 0,0 3-128 0,0 0 128 16,-1 0 0-16,-3 0 0 0,0 0 0 0,0 0 0 15,0 0 0-15,0 0 0 0,-4 34 0 0,4-34 0 16,-9 17 0-16,2-9 0 0,1 2 0 0,-2-3 0 16,1-1 0-16,0 0 0 0,0-1 0 0,2-4 0 0,2 0 0 0,0-1 0 15,2 0 0-15,1-5 0 16,2 0 0-16,2-4 0 15,2-3-640-15,2-1-48 0</inkml:trace>
</inkml:ink>
</file>

<file path=ppt/ink/ink9.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09:55:14.614"/>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
  </inkml:definitions>
  <inkml:trace contextRef="#ctx0" brushRef="#br0">9947 3606 1839 0,'-3'0'160'0,"0"0"-160"0,1 0 0 0,2 2 0 16,-1-2 320-16,-2 0 16 0,0 1 16 15,-4-1 0-15,0 1 288 0,-2-1 48 0,1 0 16 0,1-1 0 16,1 0 224-16,0-3 48 0,1 1 16 0,-1 0 0 0,2 1 16 0,-1-2 0 15,0 3 0-15,0-1 0 16,0 0-272-16,0 2-48 0,-2 0-16 0,1 2 0 0,-1-2-352 0,0 3-64 16,-1 1 0-16,1 0-16 0,-2 2-240 15,-1 0 0-15,1-1 0 0,-1 2 0 0,1-1 0 0,-1 0 0 0,2 1 0 0,0-2 0 16,-2 2 0-16,3 0 224 0,0-1-64 0,0 0-16 16,2-1 16-16,-1 1 0 15,-1 0 0-15,2 1 0 0,0 0 96 0,1-1 0 16,-1 2 16-16,-1-2 0 0,2 0 16 0,-2 1 0 0,1 1 0 15,0-2 0-15,1-1 32 0,1 2 16 0,-3 0 0 0,0 1 0 16,-1 1-32-16,-1 1-16 0,0 1 0 16,0-3 0-16,1 2 16 0,0-1 0 0,0-2 0 0,0 2 0 15,1-2-64-15,0 0-16 0,2 0 0 0,0-2 0 16,0 2 0-16,0-2 0 0,1 2 0 0,0-2 0 16,1 0 80-16,0 2 16 15,0-2 0-15,0 4 0 0,1-2-96 0,0-1-16 0,0 2 0 0,0-1 0 0,0 1-80 0,0-2-128 16,1 3 176-16,-1-1-176 0,1 1 176 0,0-1-176 15,0-1 160-15,0 0-160 0,1-3 128 0,0 2-128 16,1 0 0-16,0 2 144 0,0-4-144 0,1 4 0 16,0-4 0-16,2 1 0 0,-1 0 176 0,1-3 0 15,-1 3 0-15,2 0 0 16,-1-1 80-16,-1-1 32 0,3 2 0 0,-1-1 0 0,1 1-112 0,-2-2-32 31,2 1 0-31,-1-1 0 0,1 2-16 0,-1-1-128 0,2 0 192 0,-1 2-64 0,1-2-128 0,-8-4 192 0,0 0-192 16,0 0 192-16,0 0-192 15,40 31 0-15,-40-31 144 0,0 0-144 16,0 0 128-16,44 26-128 0,-34-21 128 0,-10-5-128 16,0 0 144-16,42 14-144 0,-25-9 192 0,0-3-192 15,2 1 320-15,-1-3-32 0,1 2-16 0,-1 0 0 16,2-2 0-16,-1 0 0 0,2 0 0 0,-1 2 0 16,1-2-112-16,-1 0-32 0,-1 0 0 0,0 1 0 15,-1 1-128-15,0-2 0 0,2 2 144 0,-2 1-144 16,2-1 0-16,-2 0 0 0,1-1 0 0,0 3 128 15,2-1-128-15,0 0 0 0,0 0 0 0,1 0 0 16,-2 2 0-16,0-3 0 0,2 0 0 0,-2 1 0 0,1 0 0 16,-1-1 0-16,1 0 0 0,0-2 0 0,-3 0 0 15,2 2 128-15,1-2-128 0,1 1 128 0,1-1-128 0,-1 0 192 16,2 2-64-16,0-2 0 0,-1 2-128 0,1-2 128 16,0 3-128-16,0-1 128 0,-1-1-128 0,0 0 0 15,-1 1 0-15,0-2 0 0,-1 3 0 0,0-3 0 16,1 3 0-16,0-1 0 0,1 0 0 0,0 0 0 15,1-1 0-15,1 1 0 0,1 1 0 0,0-1 0 16,1 0 0-16,0-1 0 0,1-1 0 0,0 0 0 16,-1-1 0-16,0 1 0 0,0-2 0 0,1-1 0 15,3 1 0-15,0-3 0 0,3 3 0 0,-2-2 128 0,2 1-128 16,0 0 0-16,0 1 0 0,0-3 144 0,-2 3-144 0,0-3 0 16,-1 3 160-16,1-3-160 0,0 2 128 0,1 0-128 15,0 2 0-15,-1-3 0 0,2 3 0 0,-5-2 0 16,0 1 0-16,0 0 0 0,1-2 0 0,-2 1 0 15,-2 0 0-15,2-1 0 0,2-1 0 0,1-1 0 16,1 0 0-16,-1 1 0 0,-1 1 0 0,-2-3 0 16,-2 2 0-16,-2-3 0 0,-2 2 0 0,-3-1 0 15,-3 2 0-15,-1-2 0 0,3 0 0 0,-2-3 0 16,0 0 0-16,-2 2 0 0,0 0 0 0,0-4 0 16,-2 5 0-16,-1-2 0 0,0-1 0 0,-2 3 0 0,-2-2 0 0,0 0 0 15,-3 1 0-15,-1-1 0 16,-1 1 0-16,-2-1 0 0,-1 2 0 0,-3-3 0 0,0 3-144 0,-3-2 144 15,-1-1 0-15,-1 0 0 0,-2 4 0 0,-1-3-128 16,-1 1 128-16,-1-1 0 0,-1 1 0 0,-1 1 0 16,0-2 0-16,-1-1 0 15,0 1 0-15,-1 2-160 0,1-3 160 0,-2 1-128 0,-2-1 128 0,-2 1 0 16,0-1-144-16,0 0 144 0,1 1 0 0,-2 0-176 16,0-1 176-16,-1 0-128 0,0 1 128 0,2-2-128 15,-1 1 128-15,1 0-128 0,-1 3 128 0,-1-2-128 16,0 2 128-16,-2 0-128 0,0 0-32 0,-1-1 0 0,0 1 0 15,0-2 0-15,-1 0 160 0,0 0-192 0,0 0 192 0,2 0-192 16,2 0 192-16,-1 1 0 16,0-1 0-16,-1 2-128 0,-1-2 128 0,-1 2 0 0,-1-1 0 15,1 1 0-15,-2 0 0 0,0 0 0 0,-1 1 0 0,1 1 0 16,4 0 0-16,-2 2 0 0,0 1 0 0,1 0-128 16,1 1 128-16,-3 1 0 0,-2 0-144 0,0 0 144 15,-2 0 0-15,-1 0-144 0,0 0 144 0,3 3 0 16,0-3 640-16,0 0 224 0,0 2 48 0,-1 0 16 15,-1 1-1600-15,-2-1-320 0,0 1-64 0,0-1-16 0,0-1 864 0,0 0 208 16,2 1 0-16,2-1 0 16,3 1 0-16,0 0 0 0,1-2 0 0,1 0 0 15,2 0 816-15,-3 0 144 0,-1 0 48 0,-3 0 0 16,2-2-1632-16,-1 2-320 0,2 0-64 0,1-2-16 0,2 2 832 0,1 0 192 16,-1 2 0-16,1 0 0 15,0 1 848-15,-1-2 176 0,0 2 16 0,-1 2 16 16,-2 0-1664-16,-2 0-336 0,0 3-64 0,-3-2-16 15,0 1 832-15,1 1 192 0,5 0 0 0,-4 2 0 16,-2 3 0-16,-2 3-192 0,1 5 192 0,-3-2-192 16,1 4-1296-16,0-1-256 0,8-3-48 0,-2 1-10160 0</inkml:trace>
  <inkml:trace contextRef="#ctx0" brushRef="#br0" timeOffset="1474.68">11632 3537 911 0,'-3'0'0'0,"0"0"0"0,1 0 0 0,0 0 0 0,1 0 816 0,0 0 80 15,1 0 0-15,-1-1 16 16,-1-1 544-16,-2 1 96 0,1-2 32 0,1 0 0 15,0-2 16-15,2-1 0 0,0 0 0 16,2-2 0-16,-1 0-304 0,3-4-48 0,0 5-16 0,1-5 0 0,3 0-208 0,3-5-32 16,3-1-16-16,4-4 0 15,5-1-512-15,4-4-96 0,5-3-32 0,5-4 0 0,7-4-336 0,2-4 0 16,-3 6 0-16,10-6 128 0,11-7-128 0,10-2 0 16,3 2 0-16,-1 3 0 15,0 0 0-15,-1 5 0 0,1 0 0 0,-8 8 0 0,-9 5 0 0,3-1 0 0,5-1 0 16,2 3 0-16,1 3-192 0,-3-1 64 15,-4 1 0-15,-7 5 0 16,-7 2-1328 0,-5 3-256-16</inkml:trace>
  <inkml:trace contextRef="#ctx0" brushRef="#br0" timeOffset="2358.92">13432 2551 19343 0,'3'-1'1728'0,"-1"-1"-1392"16,-1 2-336-16,0 0 0 0,1 0 896 16,0-2 128-16,2 0 0 0,3-1 16 0,2 0-48 0,1 0-16 15,-2 2 0-15,-1 1 0 0,0 0-848 0,-2 2-128 16,-1 0-128-16,-1 1 128 15,-1 0-1232-15,-1 1-144 0,-2 0-32 0,-1 2-8848 0</inkml:trace>
  <inkml:trace contextRef="#ctx0" brushRef="#br0" timeOffset="2468.35">13410 2704 3679 0,'-2'5'160'0,"-1"-2"32"0,1-1-192 0,0 0 0 0,1 1 0 0,0-1 0 16,0 1 1296-16,-1-1 224 0,0 2 32 15,-2 4 16-15,0-1-352 0,1 1-64 0,-1 0 0 0,1-1-6448 16</inkml:trace>
  <inkml:trace contextRef="#ctx0" brushRef="#br0" timeOffset="2849.11">13524 2636 11967 0,'0'-3'528'0,"0"3"112"0,0-2-512 0,0 2-128 15,0-2 0-15,0 2 0 0,0-1 1488 0,1 1 272 16,1-2 48-16,1 1 16 0,2-2-96 0,0 0-32 16,3-2 0-16,0 3 0 0,3-3-736 0,1 0-128 15,1 1-48-15,-1 1 0 0,1 1-544 0,-2-1-112 16,0 4-128-16,-11-1 176 0,0 0-176 0,0 0 0 0,0 0 0 16,0 0 0-16,22 40 0 0,-26-31 0 0,0 1 0 0,-1 0 0 15,-3 1 0-15,-2 1 0 0,-1 2 0 0,0-2 0 16,0-2 0-16,1-1 0 0,0 1 0 0,2-5 0 15,1 2 128-15,0-4 80 0,2-2 32 0,2-1 0 16,1-1 544-16,1-2 112 0,1-2 32 0,1 0 0 0,2-2 0 16,-1-2 0-16,4 0 0 0,0-2 0 0,0 4-496 0,1-4-112 15,5-1 0-15,0 0-16 0,2-2-304 0,0 2 160 16,1 0-160-16,0 0 128 0,-1 3-128 0,0 1 0 16,0 1 0-16,-1 3 0 0,-2-1-272 0,-1 5 16 15,-2-2 0-15,0 1 0 31,-2 2-1552-31,0 1-304 0,-1 0-64 0,-2-1-11440 0</inkml:trace>
  <inkml:trace contextRef="#ctx0" brushRef="#br0" timeOffset="3220.27">13394 2666 13823 0,'0'-4'608'0,"0"-1"128"16,1 0-592-16,-1 3-144 0,0 0 0 0,0 0 0 0,1 1 1600 0,-1-1 272 15,0-3 64-15,0 1 16 0,1-2-32 0,0 2-16 16,0 2 0-16,-1-1 0 0,-1 3-592 0,0 3-112 16,0 1-32-16,-2 1 0 0,0 2-448 0,-2 3-80 15,0 2-32-15,-3 2 0 0,0 4-304 0,-2 0-64 16,0 0-16-16,-1 1 0 0,2-1-224 0,2-3 0 0,0-1 0 15,4-4 0 1,3-10-704-16,0 0-96 0</inkml:trace>
  <inkml:trace contextRef="#ctx0" brushRef="#br0" timeOffset="3718.66">13825 2612 3679 0,'-3'0'160'0,"0"0"32"16,2 0-192-16,-1 0 0 0,1 0 0 0,1-2 0 15,0 2 1776-15,-1 0 304 0,0 0 64 0,-1 0 16 16,1-2 656-16,0 1 144 0,1-3 32 0,2 1 0 0,0 1 144 0,2-2 48 16,1 0 0-16,2-2 0 0,0 1-2672 0,1-2-512 15,2-1-160-15,0 2 0 0,0-2 160 0,1 4 0 16,0-3 160-16,0 4-160 0,-1 1 208 0,-1 2-48 16,-2 0-16-16,0 2 0 0,-1 3-16 0,-6-5-128 15,0 0 192-15,0 0-64 0,9 41-128 0,-9-41 0 16,-5 28 0-16,5-28 0 0,-11 31 0 15,3-12 0-15,-1-3 0 0,0 0 0 0,1-1-128 0,-2-1 128 16,3-2-160-16,0-3 160 0,1-1 0 0,1-4 0 16,2 1 0-16,1-3 0 0,1-4 192 0,2-1 64 15,1-3 32-15,2-4 0 0,3-2 224 0,0 0 32 16,2 0 16-16,1-3 0 0,3-3-288 0,1-1-48 16,1 0-16-16,1 0 0 0,1 1-208 0,0-1 128 0,-2 3-128 0,0-1 0 15,-1 2 0-15,-1 1 0 0,-1 2 0 0,-1 3 0 16,-1 1 0-16,-3 4 0 0,-1 1 0 0,-1 4 0 31,-2 1-1104-31,0 1-224 0</inkml:trace>
  <inkml:trace contextRef="#ctx0" brushRef="#br0" timeOffset="4133.57">14143 2610 4367 0,'0'-2'0'16,"0"2"176"-16,0 0-48 0,0 0 16 0,0 0-144 0,1 0 0 0,-1 0 0 0,1 2 0 0,0-2 2864 0,0 2 528 15,1 0 128-15,0-1 0 0,3 1-800 0,0 0-160 16,0-1-48-16,3-1 0 0,1 0-992 0,0-1-208 16,2-1-32-16,1-1-16 0,0 1-864 0,1-3-160 15,-1-2-48-15,1 2 0 0,0-2-192 0,-2 1 0 16,0-2 0-16,-1 3 0 0,-2-2 0 0,-1 0 0 15,-2 0 0-15,-2 2 0 0,-1 0 0 0,-2 1 0 16,-3-1 128-16,-1 2-128 0,-3 1 0 0,-1 1 0 16,-3 1 0-16,0 1 0 0,0-1 0 0,-2 5 128 15,0 0-128-15,-2 2 0 0,0 2 144 0,-1 1-16 16,1-1 0-16,2 1 0 0,2 1-128 0,-1 1 160 16,-1 3-160-16,1 1 160 0,2 1 160 0,1-5 48 15,3 2 0-15,1-2 0 0,2-3 144 0,3-9 16 16,0 0 16-16,0 0 0 0,0 0-352 0,0 0-192 15,37 22 192-15,-23-25-192 0,1-1 0 0,3-1-224 0,0-2 16 0,-1 0 0 32,1 0-2032-32,0-1-416 0</inkml:trace>
  <inkml:trace contextRef="#ctx0" brushRef="#br0" timeOffset="4373.43">14655 2271 8287 0,'0'0'736'0,"0"0"-592"16,0 2-144-16,0-2 0 0,-1 2 1600 15,0 1 272-15,-2-1 64 0,0 5 16 0,-3 2 240 16,-1 3 48-16,-4 3 16 0,0 2 0 0,-1 3-1136 0,-1 2-224 16,-2-1-64-16,1 3 0 0,0 2 32 0,-1-2 0 15,1 2 0-15,1-2 0 0,1-1 208 0,0 0 32 16,1 2 16-16,1-4 0 0,2-2-448 0,1-2-96 15,7-17 0-15,-8 33-16 0,8-33-560 0,0 0 0 16,0 0 0-16,10 43 0 0,-10-43-960 0,0 0-256 0,0 0-64 16,34 9-13232-16</inkml:trace>
  <inkml:trace contextRef="#ctx0" brushRef="#br0" timeOffset="5200.7">14766 2556 911 0,'-1'2'0'0,"0"0"0"0,0-2 0 0,1 0 0 0,0 1 576 0,-1-1 48 15,0 1 0-15,-2 1 0 0,1 3 480 0,-1-2 112 16,1-1 0-16,1 0 16 15,0 1 496-15,0-3 80 0,1 2 32 0,0-2 0 0,0 0-160 0,0 1-16 0,0-1-16 0,1 0 0 16,0 0-432-16,0 0-96 0,-1 0-16 0,0 0 0 16,2-1 0-16,-1 1 0 15,0 0 0-15,-1 0 0 16,1 0-128-16,-1 0-16 0,1-2-16 0,0 2 0 0,1-2-176 0,-1 1-16 0,1-1-16 0,-2 0 0 16,2 0-352-16,-1 1-80 0,0-3-16 0,1 3 0 15,-1-1-160-15,0 0-128 0,1 0 144 0,-1 0-144 16,1 1 0-16,-2-1 0 0,0 1 0 0,0 0 0 0,1 0 0 0,-1 1 0 31,0 0 0-31,1 0 0 0,-1 0 0 0,1 0 0 16,-1 0 0-16,-1 0 0 0,2 0 0 0,-1 0 0 15,0 0 0-15,0 0 0 0,0 0 0 0,0 0 0 16,0 0 0-16,0 0 0 0,0 0 0 0,0 0 0 0,0-2 0 0,0 2 0 16,0 0 0-16,1 0 0 0,-1-2 0 0,0 0 0 15,0 1 0-15,0-1 0 0,0 2 0 0,0-3 0 16,0 3 0-16,-1-2 0 0,0 0 0 0,0 0 0 15,0 0 0-15,1 1 0 0,-2-1 0 0,0 1 0 16,0-1 0-16,-1 1 0 0,1 0 0 0,-1-3 0 16,0 3 0-16,-1-3-128 0,0 3 128 0,1-3 0 15,-1 1 0-15,0 1 0 0,1-1 0 0,-2 0 0 16,0 2 0-16,0 1 0 0,0 0 0 0,0 2 0 16,-1 1 0-16,0 2 0 0,1 1 0 0,-2 0 0 15,2 2 0-15,-2 0 0 0,0 1 0 0,0 0 0 0,1 3 0 0,-1 0 0 16,1 0 0-16,0 2 0 0,3-4 0 0,-1 0-128 15,0 1 128-15,4-11 0 0,0 0 0 0,0 0 0 16,-3 31 0-16,4-26 0 0,1 0 0 16,1-3 0-16,2 0 0 0,-1-2 0 0,2 0 0 0,0-2 0 15,2 0 0-15,0-3 0 0,1 0 0 0,2 1 0 16,0-4 0-16,0 2 0 0,0-2-432 0,1 1 32 16,-1 1 0-16,-1-2 0 15,1 1-144-15,0-1-32 0,-1 1 0 0,-2 0 0 0,0 1 160 0,-1 0 32 0,-1 3 0 0,-3-1 0 16,1-1 176-16,-1 3 32 0,-1 0 16 0,0 2 0 15,-2-2 160-15,0 4 0 0,-1-2 0 0,-1 2 0 16,0 0 0-16,0 1 0 0,-1 2 0 0,1-1 0 16,-1 1 128-16,0 2 48 0,-1 0 16 0,2 0 0 15,1-1 0-15,1 0 16 0,0-1 0 0,0-5 0 16,0 0-208-16,0 0 176 0,0 0-176 0,0 0 160 16,0 0-160-16,38 19 0 0,-29-20 0 0,1-2 0 15,2 0-1088-15,-1-2-112 0,1 1-16 0,-1-1-11392 16</inkml:trace>
  <inkml:trace contextRef="#ctx0" brushRef="#br0" timeOffset="5564.78">15056 2458 11967 0,'-3'1'528'0,"1"0"112"0,0 1-512 16,1 1-128-16,0-2 0 0,0 1 0 0,0 1 1344 0,-1 1 224 15,-1 5 48-15,0 1 16 0,3-10-288 0,0 0-64 0,-7 37-16 0,7-37 0 16,0 0-640-16,-2 34-128 0,2-34-32 0,0 0 0 16,0 0-16-16,3 42 0 0,-3-42 0 0,0 0 0 15,0 0 128-15,0 0 32 0,0 0 0 0,8 38 0 16,-6-33-128-16,-1-3-32 0,1 0 0 0,-1-2 0 15,1 0-96-15,0 0-32 0,1-2 0 0,1 0 0 16,-1-2-32-16,2-1-16 0,1 0 0 0,2-3 0 16,-1 2 112-16,3-4 32 0,2 0 0 0,0-2 0 15,1-2-160-15,2 0-16 0,2-2-16 0,0-1 0 0,0 0-224 16,-1 1 0-16,0-1 0 16,-3 3 0-16,-2 5-512 0,-2-1-64 0,-1 1 0 0,-2 4 0 15,-1 0-784-15,-1 2-176 0,-3 3-16 0,0 0-10992 16</inkml:trace>
  <inkml:trace contextRef="#ctx0" brushRef="#br0" timeOffset="6701.95">15378 2560 2751 0,'-1'0'256'0,"1"0"-256"0,0 0 0 0,0 0 0 0,0 0 1216 0,0 0 208 16,0 0 48-16,-1 0 0 0,1 0 256 0,0 1 64 15,1 0 16-15,-1-1 0 0,3 0-32 0,0 0-16 16,2 0 0-16,-1 0 0 16,2 0-96-16,1 0 0 0,2 0-16 0,0-1 0 15,1 0-656-15,0-3-128 0,2 3-32 0,0-4 0 0,1 1-640 0,0-1-192 16,0-1 0-16,1 0 128 0,0-1-288 0,-2-2-48 16,0 1-16-16,-2-1 0 15,-2 0-720-15,-2 1-144 0,-2 0-16 0,-2 0-16 16,-1 3 336-16,-2-2 64 0,-2 0 16 0,-1 0 0 0,-2 3 480 0,-1 1 224 0,-3 0-192 0,-1 1 192 15,0 2 0-15,-1 2 256 0,-1 3 0 0,0-1-16 16,-1 4-48-16,0 1-16 0,1 3 0 0,0 0 0 16,1 2 80-16,0 3 0 15,1-1 16-15,0 3 0 0,2-2 624 0,1-1 112 0,8-16 16 0,-10 34 16 16,10-34-240-16,0 0-48 0,0 38-16 0,0-38 0 16,0 0-400-16,0 0-80 0,0 0 0 15,32 26-16 1,-22-26-928-16,1-2-176 0,5-3-32 0,2 0-12416 0</inkml:trace>
  <inkml:trace contextRef="#ctx0" brushRef="#br0" timeOffset="7470.4">15729 2503 9215 0,'-1'2'816'0,"0"-2"-656"16,0 1-160-16,0 1 0 15,0-1 1968-15,0 2 352 0,-1 0 80 0,-2 4 16 16,-2 2-128-16,-1 3-32 0,-1 1 0 0,0 0 0 0,0 2-864 0,0-3-176 15,0 2-48-15,1-4 0 16,0 3-400-16,1-3-96 0,0-2-16 0,1-2 0 0,2 0-208 0,1-3-64 16,0 0 0-16,1-1 0 15,1-2-96-15,2-2-32 0,1-1 0 0,1-1 0 0,2-4 0 0,1 2-16 16,3-4 0-16,1 0 0 0,1-1-240 0,0-1 0 16,1 0-144-16,0-2 144 15,0 2-480-15,-1 0 0 0,0 1 0 0,0-1 0 0,0 2 224 0,-1-2 64 16,0 2 0-16,-1 1 0 15,-1 2 192-15,-3 3 0 0,0 3 0 0,-2 1 0 0,-2 1 0 0,-1 4 0 16,0 1 160-16,-1-6-160 0,0 0 480 0,-6 31 16 16,6-31 0-16,-8 22 0 0,3-8-224 0,5-14-32 15,-12 28-16-15,5-15 0 0,7-13-224 16,-9 25 0-16,9-25 0 0,0 0 0 0,0 0 0 0,0 0 0 16,0 0 0-16,0 0 0 0,0 0 0 0,24 36-208 15,-12-41 32-15,2 0 16 16,4-5-1248-16,2 1-240 0,1-2-48 0,2 1-16 15,-3-2-1808-15,1-2-384 0,3-1-64 0,-2-1 0 16,0 1 928-16,-1-1 192 0,0 0 32 0,-3-1 16 0,-1 0 2016 0,-1-1 400 0,-2 0 64 0,-1 0 32 16,0-2 832-16,0-1 160 0,0 0 48 0,-1 2 0 15,-3 3 720-15,-2 6 160 0,-1 3 32 0,-1 2 0 16,-4 3 752-16,0 2 144 0,-2 4 48 0,-1 1 0 16,-3 5-592-16,-2 4-112 0,-3 2-32 0,-1 6 0 15,-1 2-800-15,-3 2-176 0,-1 5-16 0,-1 2-16 16,-2-2-320-16,3-1-64 0,1-4-16 0,0 3 0 15,1-1 0-15,4-2 0 0,2-2 0 0,8-24 0 16,-7 34-336-16,7-34-128 0,0 0 0 0,0 0 144 16,0 0-144-16,20 40 0 0,-20-40 0 0,0 0 0 0,21 2-240 0,-13-7 80 15,0 1 16-15,0 1 0 16,0-4-224-16,0 1-32 0,-2 0-16 0,1-1 0 16,-1 0-928-16,0-2-192 0,-2 1-48 0,1-1 0 15,-1-1-416-15,-1-1-96 0,-2-1-16 0,0-2 0 16,-1 0 352-16,-1-1 64 0,0 0 16 0,0-2 0 0,-3-1 1024 0,-1 2 208 0,-1 3 32 0,-3 0 16 15,-1 3 736-15,-2 1 160 0,-2 4 16 0,0 2 16 16,1 4 112-16,2 3 0 0,1 1 16 0,4 2 0 16,0 0 1248-16,3 0 240 0,3-7 48 0,0 0 16 15,0 0 256-15,0 0 48 0,33 31 16 0,-15-29 0 16,5-2-928-16,4 0-192 0,2-2-48 0,4 0 0 16,5-3-832-16,4 0-160 0,3-4-48 0,0 0 0 15,2-1-320-15,0-2 0 16,1 0-160-16,1 2-17344 0</inkml:trace>
  <inkml:trace contextRef="#ctx0" brushRef="#br0" timeOffset="38576.17">5935 5391 911 0,'0'2'0'0,"-1"-2"0"0,0 0 0 0,0 0 0 0,0 1 448 0,1-1 0 16,-1 0 0-16,-1 2 0 0,0-2 256 0,-1 2 48 16,0-2 16-16,-1 2 0 0,0 0 64 0,1-1 32 15,-2 1 0-15,1 0 0 0,1 1 32 0,1-2 16 16,-2 0 0-16,1 2 0 0,1 1-224 0,0-1-48 15,1 0-16-15,0 0 0 0,1 1-384 0,-1 0-80 16,2 0-16-16,-1 1 0 0,2-2-144 0,-1-1 0 16,1 0 144-16,2-2-144 15,-1 3 240-15,0-3-32 0,2 2 0 0,0-2 0 0,-2 0 240 0,2 0 64 16,0 0 0-16,-1 0 0 0,2 0-128 0,-1-2 0 0,1 2-16 0,0 0 0 16,-1 0-208-16,2 0-32 0,0-2-128 0,0 1 192 15,-1 2-192-15,0 1 128 0,0-2-128 0,1 2 0 16,-1 1 160-16,1-1-160 0,-1-1 160 0,1 2-160 15,0-2 176-15,0 3-176 0,1-1 192 0,0-2-192 32,1 0 208-32,0 1-64 0,0-2-16 0,-1 0 0 0,2 0 64 0,-2 0 0 0,-1 1 0 0,2-1 0 15,-1-1 16-15,0 1 16 0,2 0 0 0,-2 0 0 16,0 0-64-16,1 0-16 0,-1-2 0 0,0 2 0 16,2-1-144-16,-2 0 160 0,2-1-160 0,1 1 160 15,0-3-16-15,0 3 0 0,2-2 0 0,-1 0 0 0,1 0-16 0,0-1 0 31,2 1 0-31,-1-1 0 0,1 1 0 0,1-2-128 0,0 3 192 0,0 0-64 0,-1-1 0 0,1 0 0 16,-1 1 0-16,1 0 0 0,0 0-128 0,1-1 160 16,-2 1-160-16,-1 0 160 0,0 1-160 0,1 1 192 15,0-2-192-15,0 2 192 0,0-1-192 0,0 0 0 16,1 1 144-16,-2-2-144 0,3 1 128 0,0-1-128 16,0 2 128-16,0-3-128 15,1 3 144-15,0-2-144 0,2 0 192 0,0 0-192 0,1-1 208 0,0 1-64 16,1-1-16-16,0 1 0 0,-1 0 0 0,-2 0-128 15,1 1 192-15,0-1-64 0,1-1 0 0,-2 0-128 0,0 2 192 0,-2-1-64 16,1 0 16-16,0 1 0 0,1 1 0 0,0-2 0 16,0 2-16-16,1 2-128 0,-1-2 192 0,0 1-64 15,2 1-128-15,-2 0 0 0,1 0 0 0,-2 0 0 16,1-1 0-16,-1 3 0 16,0-3 128-16,0 1-128 15,-1-2 0-15,1 2 0 0,0-2 0 0,-1-2 0 16,2 2 0-16,-1 0 192 0,0-3-192 0,0 1 192 15,1-1-32-15,-1 1 0 0,-1 0 0 0,2-3 0 16,2 2 80-16,1-1 16 0,1 2 0 0,-1-3 0 16,-2 3-32-16,0 1 0 0,0-1 0 0,-1 0 0 0,-2 2-80 15,0-2-16-15,2 1 0 0,-1 1 0 0,-1 0-128 16,0 0 128-16,1 0-128 0,1-2 128 0,-1 2-128 0,1 0 0 16,-1 0 0-16,1 0 0 0,-1 0 0 0,2-2 128 15,-3 1-128-15,0 1 0 0,1-2 128 0,-1 0-128 16,2-2 128-16,-1 1-128 0,-1 0 144 0,0 1-144 15,1-3 160-15,-1 1-160 0,2 1 160 0,-1 1-160 16,1-1 160-16,-2 1-160 0,0 2 144 0,0 0-144 16,1 1 128-16,2 3-128 0,-20-4 0 0,36 7 128 15,-36-7-128-15,37 9 0 0,-37-9 0 0,37 14 0 0,-37-14 0 16,37 12 0-16,-37-12 0 0,40 10 0 0,-40-10 128 0,40 7-128 16,-19-7 0-16,0 1 0 0,0-2 0 0,-1 1 0 15,-2-3 144-15,3 1-144 0,1 0 160 0,0-2-160 16,-3 3 208-16,1-3-48 0,1 1-16 15,2 2 0-15,-4 0-144 0,1-2 192 0,-2 1-192 0,1 2 192 16,-2 0-192-16,1 0 0 0,-1 0 0 0,-1 0 128 16,-1 2-128-16,0-2 0 0,0 3 0 0,0-3 0 15,-1 1 0-15,1 0 0 0,2-1 0 0,1 0 0 16,0 0 0-16,0 0 0 0,1 0 0 0,1 0 0 16,-5 0 0-16,2 0 0 0,2 0 128 0,-1 0-128 15,2-1 0-15,-3 1 0 0,-3 1 0 0,2-1 0 0,0 0 0 0,0 0 0 16,1 0 0-16,-1 0 0 0,0 0 0 0,-1 2 0 15,1-2 0-15,0 1 0 0,1 1 0 0,-1 0 0 16,1-2 0-16,0 3 0 0,-1-1 0 0,1 0 128 16,-17-2-128-16,34 8 0 0,-34-8 128 0,35 6-128 15,-35-6 128-15,33 10-128 0,-33-10 0 0,31 10 0 16,-31-10 128-16,34 9-128 0,-34-9 0 0,34 7 0 16,-16-5 0-16,-1-2 0 0,1 1 0 0,1-1 0 15,0-1 0-15,1-1 128 0,1 1-128 0,0-2 0 16,0 0 0-16,-2 0 128 0,2 1-128 0,-2 0 192 15,2 0-192-15,-2-1 192 0,0 1-64 0,-2 0 0 16,1 1 0-16,0 1 0 0,-1 0 16 0,0-2 0 0,0 4 0 0,-2-2 0 16,1 0-144-16,1 1 128 0,-1 1-128 15,2 0 128-15,2-1-128 0,-1 1 0 0,1 0 0 0,1-1 0 16,-1 0 0-16,1 1 0 0,-1 1 0 0,-1-3 0 16,-1 2 0-16,1-1 0 15,-1 1 0-15,-1-2 0 0,-1 0 0 0,-1-2 0 0,3 2 0 0,-2-1 0 16,-1 1 0-16,-1 0 0 0,0 0 0 0,-1 1-16176 15</inkml:trace>
  <inkml:trace contextRef="#ctx0" brushRef="#br0" timeOffset="41073.83">1546 5400 1839 0,'-5'3'160'0,"1"1"-160"16,2-3 0-16,1 1 0 0,0-2 368 0,-1 0 32 16,-1 2 16-16,-2 0 0 0,-1 1 800 0,2-3 144 15,0 0 48-15,2-3 0 0,0 1 144 0,2 0 48 16,0-1 0-16,1 1 0 0,1 0-160 0,0 1-32 0,0 1 0 0,0 0 0 16,1 1-320-16,0 3-80 15,1-1-16-15,0 1 0 0,1 2-496 0,1 2-112 0,1 0 0 0,-7-8-16 16,0 0-192-16,0 0-48 15,39 28 0-15,-39-28 0 0,0 0-128 0,44 12 0 16,-28-9 0-16,2-1 128 0,-1-2-128 0,1 2 0 0,2-2 144 0,0-2-144 0,1 2 192 16,2 0-48-16,1 0 0 0,0 0 0 0,2-2 48 0,1-1 16 15,0 2 0-15,1-2 0 0,-1 0 112 0,0 1 0 16,-1-1 16-16,0 1 0 0,1-3-64 0,-1 3-16 16,-2-1 0-16,-1 1 0 15,1 0-48-15,0 0-16 0,1 1 0 0,2-1 0 0,0 2-192 0,0-2 176 16,2 2-176-16,-1-1 160 15,-1 1-32-15,-1-2-128 0,0 1 192 0,-1-2-64 0,0 1-128 0,-1-1 192 16,-1 0-192-16,0 2 192 0,2-2 0 0,-1 1 0 16,2 1 0-16,0-1 0 0,2 0 0 0,-2 1 16 15,-3-1 0-15,-1 2 0 0,0-1-16 0,0 0 0 16,1 1 0-16,0-2 0 0,-1 2-48 0,0-1-16 0,0 1 0 16,0 0 0-16,2 0-128 0,-2 0 0 0,2 0 0 0,1 0 128 15,1-2-128-15,-1 2 0 0,0 0 0 0,-2 0 128 16,-2 0-128-16,0 0 0 0,2 0 0 0,-1 0 128 15,-2 0-128-15,0 2 128 0,-1-1-128 0,-1 1 128 16,2 0-128-16,-2 0 0 0,1 1 144 0,0 2-144 16,-1-2 0-16,-18-3 128 0,40 11-128 0,-40-11 0 15,43 12 128-15,-43-12-128 0,41 9 128 0,-41-9-128 16,41 7 0-16,-22-4 0 16,0 1 0-16,1-1 128 0,0-2-128 0,0 0 0 0,-1 1 0 0,1-1 0 0,1 1 144 15,-1 0-144-15,2-2 192 0,-1 3-192 0,1-3 144 16,0 0-144-16,1 0 0 0,-3 0 144 0,-1-3-144 0,1 1 128 15,0 0-128-15,1-1 128 0,-4 2-128 0,2-2 0 16,1 2 0-16,1-1 128 0,-2-1-128 16,0 1 0-16,0 2 144 0,0 0-144 0,-1 0 0 15,1 0 144-15,2 0-144 0,3 0 0 0,1 0 160 0,-3 0-160 16,0-1 128-16,-2 0-128 16,1-1 128-16,-2 0-128 0,1 1 0 0,-2-3 128 0,1 3-128 15,-1-1 0-15,0 0 0 0,0-1 0 0,-1 1 128 0,1-1-128 16,0 1 0-16,2 1 128 0,-1 0-128 0,0-1 0 15,1 2 0-15,0 0 0 0,0 0 0 0,0 0 0 0,-3 2 0 16,1-1 0-16,1 0 0 0,-1 1 0 0,0 1 0 0,-1-1 0 31,-1 1 0-31,1-1 0 0,0 0 0 0,1 1 0 0,0-1 0 0,0-2 0 0,2 1 0 0,1-2 0 32,0 1 0-32,3-4 0 0,1 1 0 0,1-2 0 0,0 0 0 0,-1-1 0 0,0 0 0 0,-2 0 0 15,0-1 0-15,0 2 0 0,1 0 128 0,-2 2-128 31,-2 0 0-31,-1 0 0 0,0 3 0 0,-2 2 128 0,-2 0-128 0,-2 1 0 16,-13-3 0-16,0 0 0 0,0 0 0 0,40 26 0 16,-40-26 0-16,0 0 0 0,0 0 0 0,29 37 0 15,-29-37 0-15,0 0 0 0,0 0 0 0,0 0 0 16,30 38 0-16,-23-33 128 0,-7-5-128 0,0 0 0 16,0 0 0-16,34 12 0 0,-23-11 0 0,-1-1 0 15,1 2 0-15,-1-2 0 0,2 0 0 0,-1-3 0 16,1 3 0-16,-2-2 128 0,2-1-128 0,-1 1 0 0,0 0 0 15,-1 0 0-15,0-1 128 0,2 1-128 0,0-1 128 16,1 1-128-16,1 0 192 0,-1-1-64 0,1 0 0 16,1 1 0-16,1 0-128 0,0 0 192 0,0-1-192 0,1 1 192 15,0 0-192-15,0-1 192 0,0 2-192 0,0-2 192 16,0 2-64-16,-2-3-128 0,1 3 192 0,0-2-64 16,-2 2-128-16,1-1 0 0,1-1 144 0,1 1-144 15,-1 2 0-15,-1-3 128 0,1 1-128 0,0 2 0 16,0 0 0-16,0 0 0 0,2 0 0 0,-1 0 128 15,0 2-128-15,1-1 0 0,1 3 0 0,-1-1 0 16,2 1 0-16,-2-1 144 0,-18-3-144 0,36 9 0 0,-16-7 128 16,-3 1-128-16,0-3 0 0,2 0 0 0,0-3 192 15,2 1-64-15,0 0 0 0,1-3-128 0,1-1 224 0,2 0-64 16,2-1-16-16,0 0 0 0,1-2-144 0,1 1 0 16,-1 1 144-16,-1-1-144 0,0 2 0 0,-2 1 0 15,-3 3 0-15,-4 3-17616 16</inkml:trace>
  <inkml:trace contextRef="#ctx0" brushRef="#br1" timeOffset="85640.71">4108 6354 5519 0,'-2'0'496'0,"-1"0"-496"15,1 0 0-15,1 0 0 0,1 2 864 0,-2-2 80 16,0 1 16-16,-1 0 0 0,-3 1 736 0,1 1 160 16,0-1 16-16,1-1 16 0,1 1-112 0,1 0-32 15,1 0 0-15,0 0 0 0,2-2-272 0,-1 3-64 16,2-3-16-16,0 3 0 0,2-3-176 0,1 2-48 15,1-2 0-15,2 1 0 0,-1-1-432 0,2 0-96 16,-9 0 0-16,0 0-16 0,36-3-352 0,-22 0-64 0,3 0-16 0,2-1 0 16,-1-1-48-16,1 0-16 0,0-1 0 0,-1 0 0 15,-1 0-128-15,-3-1 0 0,2 2 0 16,-3-3 128-16,-1 4-128 0,-2-1 0 0,-1 2 0 0,-3-1 128 16,-2 2-128-16,-2 0 0 15,-1 2 0-15,-1 0 0 0,-1 0 0 0,-1 0 0 0,-2 2 0 0,0 0 0 16,-2 0-880-16,0 0-48 0,0 2-16 0,-1 0 0 15,1 0-1552-15,0-1-320 0,2 2-64 0,-1-3-16 16,1-2 848-16,2 2 192 0,0-1 16 0,0-1 16 16,1 0 896-16,0-1 176 0,0 1 48 0,1 0 0 0,-1 0 704 0,1 0 0 15,-1-2 0-15,0 2 0 16,0 2 592-16,0-2 16 0,-1 1 0 0,0 1 0 0,0 0 400 0,0 1 80 16,-1 1 0-16,1 1 16 0,-1 1 240 0,-1 2 32 15,0-1 16-15,1 3 0 0,-2-1-272 0,0 3-48 16,0 0-16-16,-2 2 0 0,2 1-512 0,-3 1-96 0,1 1-32 15,-2 2 0-15,-1 2-256 16,0-1-160-16,-2 3 192 0,1 0-192 0,0-1 0 0,0-1 0 16,1-2-192-16,2-2 48 15,2-3-576-15,0-2-112 0,1 0-32 0,3-3-7056 0,1 0-1408 0</inkml:trace>
  <inkml:trace contextRef="#ctx0" brushRef="#br1" timeOffset="85876.5">4108 6455 911 0,'-3'-8'0'16,"-1"3"0"0,2 2 0-16,2 3 0 0,0 2 2128 0,0-2 352 0,-2-3 64 0,0 0 16 0,0 0 320 0,-1 0 80 15,2 1 16-15,2 2 0 0,0 3-1264 0,2 1-256 16,-3-4-48-16,0 0-16 0,0 0-368 0,26 34-64 16,-26-34 0-16,0 0-16 15,35 42-128-15,-35-42-32 0,29 36 0 0,-29-36 0 0,31 41-464 0,-31-41-112 16,29 39-16-16,-29-39 0 0,24 38-192 0,-24-38 0 15,0 0 0-15,30 45 0 0,-30-45-176 0,0 0-80 16,0 0 0-16,32 36-16 16,-32-36-1264-16,0 0-240 0,0 0-48 0</inkml:trace>
  <inkml:trace contextRef="#ctx0" brushRef="#br1" timeOffset="86129.4">4068 6773 10127 0,'-7'-2'448'0,"3"1"96"0,2 1-544 0,-1 0 0 15,1 0 0-15,1 0 0 0,1 1 1920 16,-1 1 288-16,-1-1 48 0,0 3 16 0,2 0 176 0,-1 1 48 0,2 0 0 0,1-2 0 16,-2-3-1104-16,0 0-224 0,0 0-32 0,0 0-16 0,41 23-288 0,-41-23-64 15,35 2-16-15,-35-2 0 0,48-3-128 0,-22 0-32 16,-3 0 0-16,1-2 0 0,3-1-336 0,-2 0-64 31,-2 2 0-31,1-3-16 0,0 2-176 0,-1 0 0 0,-2 2 0 0,-1-1 0 16,-20 4-704-16,41-5-112 0</inkml:trace>
  <inkml:trace contextRef="#ctx0" brushRef="#br1" timeOffset="87146.93">4738 6502 4607 0,'-1'0'400'0,"0"-1"-400"0,1 1 0 0,0 0 0 31,0 0 1088-31,0 0 144 0,0 0 32 0,1 0 0 0,0 1 416 0,1 0 96 0,0 1 16 0,0 1 0 31,1-1-384-31,-2-1-80 0,2 2-16 0,1 0 0 16,0-1-368-16,-1 2-80 0,1-1-16 0,1 0 0 15,-1-1-560-15,-4-2-112 0,0 0-32 0,0 0 0 16,0 0-768-16,0 0-144 0</inkml:trace>
  <inkml:trace contextRef="#ctx0" brushRef="#br1" timeOffset="87319.82">4737 6616 9215 0,'0'0'816'0,"1"0"-656"16,1 0-160-16,-1 0 0 0,0 0 1936 0,1 0 368 16,1 1 64-16,1-1 0 0,-4 0 0 0,0 0 0 15,0 0 0-15,0 0 0 0,39 9-1584 0,-39-9-320 0,0 0-64 16,0 0-8416-16,0 0-1696 15</inkml:trace>
  <inkml:trace contextRef="#ctx0" brushRef="#br1" timeOffset="87872.7">5401 6386 11055 0,'2'-2'976'0,"0"2"-784"16,-1-1-192-16,0 0 0 0,0 1 1168 0,0-2 192 16,1 2 48-16,2-3 0 15,2-2 384-15,0 3 96 0,1-3 16 0,0 3 0 0,0-1-1072 0,-2 1-192 16,1 2-64-16,-2 0 0 0,1 0-576 0,0 2 0 15,-2 1 0-15,1 0 0 16,-1 1-848-16,0 0-192 0</inkml:trace>
  <inkml:trace contextRef="#ctx0" brushRef="#br1" timeOffset="88046.45">5421 6488 3679 0,'-3'1'320'0,"1"1"-320"0,1 0 0 0,0-2 0 15,1 1 1040-15,-1 1 144 0,0 0 32 0,0 3 0 16,-1 3 784-16,-1 4 176 0,-2 3 16 0,1 4 16 16,-2 3-768-16,1-1-160 15,0-2-16-15,-2 1-16 0,2-2-608 0,-1-1-112 16,3-1-16-16,0-3-16 0,2-2-496 0,2-6 0 16,-1-5-208-16,0 0-9584 0</inkml:trace>
  <inkml:trace contextRef="#ctx0" brushRef="#br1" timeOffset="88393.72">5634 6421 16575 0,'-1'13'736'0,"0"-5"160"0,1 1-720 0,-1 0-176 16,-1-4 0-16,1 2 0 0,-1 1 1136 0,-3 6 192 16,-1 6 32-16,-3 7 16 0,0 2-80 0,0-3-16 15,1-6 0-15,3-3 0 0,1-7-512 0,1-2-96 16,2-5-32-16,0-3 0 0,2-2-464 0,1-2-176 15,1-4 0-15,1-1 144 0,-1-3 48 0,2-2 16 16,0-1 0-16,0-1 0 16,0-1-368-16,0 0-80 0,0 0-16 0,0 0 0 0,-1 0-80 0,0 1-32 0,1 1 0 0,-2-1 0 15,1 6 368-15,1 0-144 0,-1 4 144 0,1 2 0 16,-1 2 0-16,1 1 0 0,0 2 0 0,-5-1 144 16,0 0 448-16,0 0 96 15,0 0 16-15,30 36 0 0,-30-36-64 0,0 0-16 0,18 36 0 0,-18-36 0 16,0 0-368-16,13 42-80 0,-13-42-16 0,7 33 0 15,-7-33-32-15,3 33-128 0,-3-33 192 0,2 29-64 16,-2-29 64-16,0 0 16 0,1 31 0 0,0-27 0 16,-1 2-208-16,1-2 144 0,0-2-144 0,0 0 128 15,1-4-320-15,0 0-64 0,2-3 0 0,1-2-14592 16</inkml:trace>
  <inkml:trace contextRef="#ctx0" brushRef="#br1" timeOffset="88696.63">6133 6447 12895 0,'3'-8'576'0,"-1"3"112"0,-1-2-560 0,0 4-128 16,-1 0 0-16,-1 2 0 0,1-2 1440 0,0-1 256 0,-2-1 48 0,-1-5 16 15,-2 3-272-15,-1 0-48 0,-3 1-16 0,1 3 0 16,-2 3-192-16,-1 2-32 0,1 1-16 0,0 1 0 15,-2 4-80-15,-1 3-16 16,-1 1 0-16,1 3 0 0,0 2-448 0,2 1-112 0,1 1-16 0,3-1 0 16,1 2-336-16,2 1-176 0,3-2 160 0,1-19-160 15,4 34 208-15,-4-34-48 0,0 0-16 0,0 0 0 16,38 35-144-16,-38-35 192 0,0 0-192 0,47 2 192 16,-47-2-192-16,36-7-144 0,-17 0 144 0,-1-2-208 15,0-1-704-15,-1 0-144 16,-1 1-32-16,0-2-8656 15,-3 3-1744-15</inkml:trace>
  <inkml:trace contextRef="#ctx0" brushRef="#br1" timeOffset="88901.82">6343 6348 8287 0,'0'-2'736'0,"0"0"-592"0,1 2-144 16,-1-2 0-16,1 2 2000 0,0 0 368 15,0 0 80-15,2-2 16 0,0 1 32 0,0 1 0 0,2-2 0 0,1 0 0 16,0 1-1552-16,1-1-304 0,0 2-64 0,0-2-16 16,0 0-560-16,-1 1 0 0,2 1 0 0,-1 0-8368 15,-7 0-1584-15</inkml:trace>
  <inkml:trace contextRef="#ctx0" brushRef="#br1" timeOffset="89074.73">6416 6401 13823 0,'-4'2'608'0,"1"-1"128"0,1 1-592 0,2 0-144 0,-1 0 0 0,1 0 0 15,-1 1 2064-15,-1 2 384 0,-1 0 80 0,-1 5 16 0,2 3-560 0,-4 1-128 16,1 0 0-16,1 1-16 0,-1-3-1408 0,1 2-288 16,2-4-144-16,0 0 160 15,1-1-624-15,2-3-128 0,1-1-32 0,-2-5-12048 0</inkml:trace>
  <inkml:trace contextRef="#ctx0" brushRef="#br1" timeOffset="89878.9">6730 6505 12895 0,'0'0'1152'0,"1"-3"-928"16,-1 2-224-16,1 0 0 0,-1 1 1584 0,1-2 272 0,1 0 48 0,0-3 16 16,1-1 96-16,-1-3 32 15,2 1 0-15,0-1 0 0,-1 0-1024 0,1 0-192 0,0-2-32 0,-2 1-16 16,0 2-400-16,-2 0-64 0,0-2-32 0,-2-2 0 16,-1 0-160-16,-2-1-128 15,1 4 192-15,-4 0-192 0,1 4 128 0,-2 1-128 0,0 1 0 0,0 1 0 16,0 4 192-16,-2 1-64 0,-1 1 0 0,0 4-128 15,0 3 192-15,0 1-192 0,1 0 192 0,2 0-192 16,0 0 208-16,2 0-64 0,0 5-16 0,0 0 0 0,2-2-128 0,0 2 160 16,3-5-160-16,0-1 160 0,2-11-160 0,0 0 128 15,0 0-128-15,0 0 128 0,0 0-128 0,0 0 160 16,0 0-160-16,42 8 160 0,-32-16-160 0,0 0 160 16,0 0-160-16,0-2 160 0,1-1-160 0,1-1 0 15,0 0 0-15,-1 0 0 31,0 3-592-31,0-3-112 0,1 0 0 0,-1 0-16 0,-1 0-384 0,-1 0-80 0,0 0-16 0,-2-2 0 16,0 0 208-16,0-2 32 0,-1-1 16 0,-1-2 0 0,-1-2 528 0,-2-1 96 0,-1-1 32 16,-1-1 0-16,0 0 32 0,-1 6 0 0,0 3 0 0,-1 3 0 15,-1 4 656-15,0 2 144 16,1 4 32-16,0 4 0 0,-1 0 832 0,0 5 160 0,0 3 32 0,0 2 16 16,0 3-528-16,0 5-96 15,0 4-32-15,1 2 0 0,0 3-192 16,2-1-64-16,-1-4 0 0,0 2 0 15,1 0-128-15,0-2-48 0,0-24 0 0,2 44 0 0,-2-44-192 0,5 36-32 0,-5-36-16 0,0 0 0 16,12 43-288-16,-12-43 0 0,0 0 0 16,0 0 0-16,0 0-720 0,0 0-112 0,28 32 0 0,-21-33-15296 15</inkml:trace>
  <inkml:trace contextRef="#ctx0" brushRef="#br1" timeOffset="90254.4">6927 6372 17503 0,'0'2'768'0,"1"1"176"0,1 0-752 0,-1-3-192 15,-1 2 0-15,2-2 0 0,0 0 1456 0,2 0 256 0,2 1 48 0,-6-1 16 16,0 0-752-16,33-1-128 0,-20-1-48 0,1-3 0 16,0 1-560-16,0-2-112 0,-1-1-32 0,2 0 0 15,0-2 128-15,0 1 32 0,-2-1 0 0,-1 2 0 16,-1-1-144-16,-1 0-32 0,0 0 0 0,-3 1 0 15,-2 0-128-15,-3-3 0 0,-2 3 0 0,-1-2 0 16,-4-1 0-16,-1 1 0 0,-2 2 0 0,-2 2 0 16,-1 2-144-16,-2 3 144 0,1 3-192 0,-1 2 192 15,2 0-144-15,-1 5 144 0,-1 3 0 0,-1 2-144 16,3 1 144-16,-1 1 0 0,1-1 128 0,0 6-128 16,1 1 368-16,1-1 0 0,1 1 0 0,3-1 0 0,1-4 848 15,3-1 160-15,1-17 32 0,0 0 16 16,13 34-1808-16,-13-34-384 0,0 0-64 0,0 0 0 15,43 10 704-15,-28-13 128 0,0-4 0 0,2-1 0 16,1-1-832-16,1-2-256 0,1-2-64 0,1 1-12000 16</inkml:trace>
  <inkml:trace contextRef="#ctx0" brushRef="#br1" timeOffset="90607.85">7408 6247 6447 0,'2'-1'576'0,"0"1"-576"0,-1 1 0 0,0 1 0 16,-1-2 2272-16,1 3 352 0,1-1 64 0,0 2 0 15,-2-4 384-15,0 0 80 0,0 0 16 0,11 38 0 16,-11-38-1664-16,0 26-336 0,-2-11-64 0,0-1-16 16,-1 0-304-16,-1-1-64 0,2-2-16 0,-1-1 0 15,-1 1-112-15,0 1-16 0,1-2-16 0,-1-1 0 16,2-2-272-16,0 0-48 0,1-4-16 0,0-1 0 16,1 0-224-16,0-2 0 15,2 0 0-15,0-2 0 0,0 0 0 0,2-3 0 0,-1-1-128 0,2-2 128 16,0 1-416-16,0-3 32 0,1-2 0 0,1 0 0 31,1 0-496-31,0-4-80 0,0 0-32 0,2-1 0 0,1 0 32 0,0-1 16 0,1 1 0 0,0 2 0 31,2 1 272-31,0 4 48 0,0 1 16 0,-1 2 0 0,1 5 368 0,-14 2 80 0,24-3 16 0,-24 3 0 16,0 0 416-16,0 0 96 0,36 22 16 0,-36-22 0 0,0 0 288 0,16 37 64 16,-16-37 16-16,2 29 0 0,-2-29-240 0,1 29-32 15,-2-15-16-15,0-2 0 0,1-12-224 0,-1 23-48 16,0-11-16-16,0-2 0 0,1-10-176 0,0 0 0 15,0 0 0-15,6 33 128 0,-6-33-256 0,0 0-64 16,0 0-16-16,0 0-13824 16</inkml:trace>
  <inkml:trace contextRef="#ctx0" brushRef="#br1" timeOffset="90870.22">7943 6109 14735 0,'-1'0'320'0,"0"0"64"0,1 1 0 0,-1 1 64 0,1-2-448 0,-1 2 0 0,0 0 0 0,0 1 0 16,-2 5 2288-16,-1 1 368 0,1 5 80 0,-3 1 16 0,0 2-1600 0,2 3-304 16,-2 1-64-16,0 0-16 15,0 1 0-15,1 1-16 16,-1 1 0-16,1 0 0 0,0-1-96 0,0-1-16 0,1 2 0 0,0-1 0 16,0 3-400-16,4-26-96 0,0 39-16 0,0-39 0 15,0 0-128-15,10 35 0 0,-10-35 0 0,0 0-176 16,0 0-48-16,0 0-16 0,33 7 0 0,-25-12 0 31,1-3-544-31,-1-1-112 0,0 1-32 0,1 0 0 16,-2-4-1168-16,-1 2-224 0,0-1-48 0,1-4-4640 15,-6 0-928-15</inkml:trace>
  <inkml:trace contextRef="#ctx0" brushRef="#br1" timeOffset="91025.8">7808 6308 7359 0,'-2'2'656'0,"2"-2"-528"0,0 0-128 0,0 0 0 0,-3 1 2976 0,0 4 560 16,-1-1 112-16,0 3 32 15,3-2-576-15,3 0-112 0,-2-5-32 0,0 0 0 0,33 5-1232 0,-16-7-256 16,4-1-64-16,4-2 0 0,2-2-848 0,4 0-176 16,0-1-48-16,-1-1 0 0,-2 1-336 0,-1-1 0 15,0 1 0-15,-2 2-11072 16,-4 4-2256-16</inkml:trace>
  <inkml:trace contextRef="#ctx0" brushRef="#br1" timeOffset="93867.69">10369 6162 7359 0,'0'-3'656'0,"1"0"-528"16,0 1-128-16,-1 2 0 0,0 0 752 0,0-1 112 16,1 0 32-16,0-3 0 0,0 1 624 0,0 0 128 15,0 2 16-15,-1 0 16 0,1 2-416 0,-1 1-96 16,0 2-16-16,0 2 0 0,-1 2-320 0,1-8-64 16,0 0 0-16,-2 34-16 0,2-34-240 0,-2 35-64 15,0-13 0-15,0 1 0 0,0 3 80 0,-1-2 16 0,-1 0 0 0,0 1 0 16,1 2-176-16,-1 1-48 0,-1 3 0 0,2 0 0 15,1-3-192-15,0-1-128 0,2-27 128 16,2 37-128 0,-2-37-384-16,0 0-160 0,0 0-32 0,0 0-11488 0</inkml:trace>
  <inkml:trace contextRef="#ctx0" brushRef="#br1" timeOffset="94183.39">10344 6261 3679 0,'-4'-15'160'0,"1"6"32"0,0 0-192 0,1 1 0 0,1 5 0 0,1 0 0 16,0 0 1632-16,-1-4 288 0,1 0 48 0,-2-4 16 0,1 1-304 0,0-1-48 16,0 2-16-16,1 3 0 0,1 1-688 0,1 1-144 15,0 1-16-15,2-2-16 0,1 0-288 0,0 0-48 16,2 0-16-16,1-1 0 0,1-1 560 0,1 2 128 16,1-2 0-16,1 3 16 0,1-2 160 0,3 1 16 15,0 3 16-15,2-2 0 0,-18 4-416 0,36 2-96 16,-36-2-16-16,34 9 0 0,-34-9-512 0,0 0-96 15,40 29-32-15,-40-29 0 0,0 0-128 0,17 42 0 16,-17-42 0-16,-6 31 0 0,-2-17 0 0,-3 1 0 16,-3-3-144-16,-3-1 144 0,-2 1 0 0,-1-5 0 0,0 1 0 15,0-2 0-15,-2-1 0 0,2 0 0 0,0-3 0 0,1 0 0 16,2-2 0-16,2-2 0 0,3 2 0 0,1-2 0 31,3 2-544-31,0-2-96 0,4 0-32 0,2 1-13088 0</inkml:trace>
  <inkml:trace contextRef="#ctx0" brushRef="#br1" timeOffset="94641.5">10922 6154 16575 0,'-1'-4'736'0,"0"1"160"0,1-2-720 0,-1 4-176 0,0 0 0 0,1-1 0 15,-1 2 1360-15,0-3 240 16,-1 1 64-16,-3-3 0 0,1 3-208 0,-3-2-48 0,0 4 0 0,-2 4 0 16,0 0-448-16,-2 4-80 0,0 2-32 0,-2 4 0 15,-1 2-80-15,0 3-32 0,0 1 0 0,1 1 0 16,1 2-240-16,2-2-48 0,1 3-16 0,1 0 0 0,2 2-80 0,3-2-16 15,3-24 0-15,0 37 0 16,0-37-128-16,0 0-16 0,18 45-16 16,-18-45 0-16,0 0-176 0,40 31 0 0,-40-31 0 0,0 0 0 15,48 18-832-15,-48-18-160 0,34 1-32 0,-34-1-14256 16</inkml:trace>
  <inkml:trace contextRef="#ctx0" brushRef="#br1" timeOffset="95600.04">11113 6259 7359 0,'-2'-1'656'0,"0"1"-528"0,2 0-128 0,-1-2 0 0,0 2 720 0,1 0 112 15,-1 0 32-15,0 2 0 0,0-2 608 0,-1 0 128 16,0 0 32-16,0 0 0 0,1 3-80 0,1-3-16 15,0 0 0-15,0 2 0 0,0-2-112 0,0 0-16 16,2 0-16-16,1 0 0 0,1 0-272 0,1 0-48 16,2-2-16-16,1 2 0 0,2-3-32 0,2 1-16 15,3 0 0-15,2-3 0 0,2 0-176 0,1 1-48 16,2-1 0-16,1-1 0 0,0 2-480 0,-1-1-112 16,0 1 0-16,-1-1-16 0,0 1-176 0,-3 1 0 0,0-2 0 0,-3 1 0 15,-1 1 0-15,-14 3 0 16,25-7 0-16,-14 4 0 0,-2 1 0 0,-1 1 0 0,-1 0 0 0,-2-1 0 15,-2 0 0-15,0 1-144 0,-2 1 144 0,-1 0 0 32,-2 0-944-32,0 0-80 0,0 0 0 0,-3 1-16 15,0 1-1056-15,0 0-208 0,-2-1-32 0,2 0-16 16,-1 1-96-16,1-2-32 0,0 0 0 0,0 1 0 16,1 1 800-16,0-2 144 0,1 0 48 0,0 1 0 0,0-1 880 0,-1 1 176 0,2-1 48 0,0 1 0 15,0 1 384-15,0-2 304 0,0 1-48 0,0 0-16 16,1-1 512-16,-1 2 96 0,0-1 32 0,1 1 0 15,0-2 464-15,-1 2 112 0,0-2 16 0,0 0 0 16,0 1 0-16,1 1 16 0,-1 0 0 0,0-2 0 16,-1 2-240-16,0 1-48 0,-1 2-16 0,0-1 0 15,-2 1-320-15,1 2-64 0,-2 3-16 0,0-1 0 16,-1 1-240-16,-1 2-48 0,0 4-16 0,-2-2 0 16,3-2-80-16,0 2-16 0,-2 1 0 0,1 1 0 15,1-2-240-15,1 1-144 0,2-3 160 0,-1 1-160 0,2-1 0 16,-1-1 0-16,1 0 0 0,1-2 0 15,1-2-1600-15,0-2-224 0,1 0-32 0,0-5-7264 16,0 1-1440-16</inkml:trace>
  <inkml:trace contextRef="#ctx0" brushRef="#br1" timeOffset="95820.03">11231 6334 4367 0,'-4'-12'0'0,"1"3"176"0,0 0-48 0,1 1 16 0,1 6-144 0,0 0 0 15,0-1 0-15,-1-4 0 0,0-2 1632 0,-2-1 288 16,1 1 64-16,1-1 16 0,1 6 368 0,0 1 64 15,2 3 0-15,1 3 16 0,-2-3-736 0,0 0-160 16,0 0-16-16,0 0-16 0,23 38 560 0,-23-38 112 16,0 0 32-16,0 0 0 0,34 45-1904 0,-34-45-320 15,0 0-192-15,28 40 16 0,-28-40 800 0,0 0 144 16,32 36 48-16,-32-36 0 0,0 0-448 0,37 45-96 0,-37-45-16 16,0 0 0-16,27 35-384 0,-27-35-96 0,0 0-16 15,0 0 0 1,0 0-2176-16,0 0-432 0</inkml:trace>
  <inkml:trace contextRef="#ctx0" brushRef="#br1" timeOffset="96076.09">11136 6510 12895 0,'-2'-4'576'0,"0"3"112"16,1-1-560-16,0 1-128 0,0 1 0 0,1 0 0 15,0 0 1760-15,0 1 320 0,-1 1 64 0,1-1 16 16,0 3 0-16,1-2 0 0,1 1 0 0,-2-3 0 0,0 0-432 0,0 0-64 16,0 0-32-16,0 0 0 0,44 23-512 0,-44-23-96 15,0 0-32-15,48 5 0 0,-48-5-448 0,40 0-96 16,-40 0 0-16,49-5-16 0,-25 3-208 0,0-2-32 16,0-1-16-16,-2 2 0 0,-22 3-176 0,39-5 0 15,-39 5 0-15,36-7 0 0,-36 7-176 0,34-6-64 16,-17 2-16-16,-17 4-17296 15</inkml:trace>
  <inkml:trace contextRef="#ctx0" brushRef="#br1" timeOffset="96561.92">11792 6259 11967 0,'-3'-1'1072'0,"1"-1"-864"0,1 1-208 0,0 1 0 0,1 0 1008 0,0 0 144 0,0 0 48 16,-1 0 0-1,1 1 656-15,1-1 128 0,0 2 16 0,1-1 16 0,-2-1-912 0,0 0-176 0,0 0-32 0,0 0-16 16,33 9-48-16,-33-9 0 0,0 0 0 0,36 3 0 16,-36-3 32-16,29 2 0 0,-29-2 0 0,29 2 0 15,-29-2-304-15,0 0-64 0,40 3-16 0,-40-3 0 16,0 0-288-16,30 3-64 15,-30-3-128-15,0 0 192 0,0 0-192 0,0 0 0 16,34 11 128-16,-34-11-128 0,0 0 0 0,0 0 0 0,0 0 0 0,0 0 0 16,2 33 0-16,-6-26 0 0,-1 0 0 0,-2 0 0 15,0 3 0-15,-2-3 176 0,-2 2-176 0,2-1 160 16,2-2-16-16,-3 3 0 0,-3-1 0 0,0 1 0 0,0-1-144 16,0-1 0-16,-1 1 0 0,0-2 0 0,2-1-176 0,2-3-112 15,0 1-32-15,4-1-10128 16,0-2-2032-16</inkml:trace>
  <inkml:trace contextRef="#ctx0" brushRef="#br1" timeOffset="97121.87">12457 6136 11967 0,'-2'0'1072'0,"0"0"-864"15,1 0-208-15,0 2 0 0,1-2 1344 0,-1 2 240 16,0-2 32-16,-1 2 16 0,-1 1 608 0,-1 4 112 16,-1 0 16-16,-2 0 16 0,1 3-976 0,-1-1-208 0,2 0-48 0,-2 1 0 15,3 0-320-15,-1-3-64 0,0 1 0 16,3 0-16-16,0-1-48 0,2-7 0 0,0 0 0 0,0 0 0 16,0 0-256-16,0 0-64 15,0 0-16-15,30 34 0 0,-30-34-176 0,0 0-48 0,36 11 0 0,-36-11 0 16,0 0 0-16,44 10 0 0,-44-10 0 0,0 0 0 15,46 14-144-15,-46-14 0 0,0 0 144 0,38 14-144 16,-38-14 0-16,0 0 0 0,0 0 0 0,34 15 0 16,-34-15 0-16,0 0 0 0,0 0 0 0,0 0 128 15,0 0-128-15,0 0 0 0,0 0 128 0,12 35-128 0,-18-30 160 16,-1-1-32-16,-3 1-128 0,-1 0 192 16,-1 2-192-16,1-2 176 0,-2 0-176 0,-1 2 160 0,-1-2-160 15,-3 2 0-15,1-3 0 0,1 1 0 0,1 0 0 0,0-4 0 16,2 0 0-16,1-1 0 15,2-1-336-15,0-2-112 0,4 0 0 0,1-2-16560 0</inkml:trace>
  <inkml:trace contextRef="#ctx0" brushRef="#br1" timeOffset="97303.15">12445 6154 11967 0,'2'0'1072'0,"1"2"-864"16,-3-2-208-16,0 0 0 0,0 0 2176 0,0 0 384 0,0 0 64 0,31 0 32 15,-31 0-528-15,35-2-96 16,-10 0-32-16,2-2 0 0,0 0-928 0,-1 0-192 0,-2-1-48 0,-1 0 0 16,1-1-288-16,-4 1-64 0,-2 2-16 0,-18 3 0 15,29-1-464-15,-29 1 128 16,0 0-128-16,0 0 0 0,34 6-960 16,-34-6-256-16,0 0-32 0,0 0-12368 0</inkml:trace>
  <inkml:trace contextRef="#ctx0" brushRef="#br1" timeOffset="97568.17">12940 6050 10127 0,'0'0'448'15,"0"-2"96"-15,0 2-544 0,0 0 0 0,0 0 0 0,1 0 0 0,0 0 2320 0,1 2 368 16,-2-2 64-16,0 0 0 0,0 0 320 0,0 0 64 0,0 0 16 0,38 26 0 15,-38-26-1232-15,0 0-256 16,34 28-64-16,-34-28 0 0,29 31-800 0,-29-31-160 0,28 34-48 0,-28-34 0 16,27 38-208-16,-27-38-64 0,24 39 0 0,-24-39 0 15,21 44-176-15,-21-44-144 16,14 44 192-16,-14-44-192 0,4 37 0 0,-4-37 0 0,-9 32 0 0,-2-15 0 0,-1-2 0 16,-4 0 0-16,-3-2 0 0,-1 0 0 0,2-3 0 0,-4 0-192 15</inkml:trace>
  <inkml:trace contextRef="#ctx0" brushRef="#br1" timeOffset="99216.19">13408 6188 11055 0,'-3'2'976'0,"1"-2"-784"0,3 1-192 0,-1-1 0 15,0 0 880-15,0 0 128 16,0 1 16-16,1-1 16 0,1 2 336 0,2-2 64 16,4-2 16-16,2 1 0 0,3 0-176 0,3-4-16 15,1 2-16-15,3 0 0 0,1-2-112 0,1 0-32 0,2 2 0 0,-2-1 0 16,-1 1-576-16,-2 0-112 0,-2 1-32 0,-1 0 0 16,-16 2-384-16,26-2 0 0,-26 2 128 0,0 0-128 31,0 0-816-31,28 2-192 0,-26 0-32 0,-3 0-11216 0</inkml:trace>
  <inkml:trace contextRef="#ctx0" brushRef="#br1" timeOffset="99357.92">13448 6278 11967 0,'-1'-2'528'0,"-1"1"112"0,1 1-512 0,1-2-128 16,1 2 0-16,1 0 0 0,-1 0 1472 0,1-2 272 15,3 1 48-15,1-1 16 16,5 2 240-16,0-2 64 0,2-1 0 0,2 3 0 0,0-2-816 0,3 2-144 15,-18 0-48-15,39 0 0 0,-39 0-624 0,41 0-128 16,-41 0-32-16,35 0-9408 16,-35 0-1904-16</inkml:trace>
  <inkml:trace contextRef="#ctx0" brushRef="#br1" timeOffset="99885.7">14353 5987 12895 0,'1'-1'1152'16,"0"1"-928"-16,-1 0-224 0,0 0 0 15,0 0 1440-15,1 0 240 0,-1 0 48 0,1 0 16 0,2 0 400 0,-2 2 80 16,0 1 16-16,-1-3 0 0,0 0-512 0,0 0-80 16,-1 42-32-16,1-42 0 0,-3 43-800 0,3-43-176 15,-4 57-16-15,1-26-16 0,-1 2-288 0,-1-2-64 16,0-1-16-16,0-4 0 0,5-26-240 0,-7 46 144 15,7-46-144-15,-6 40 128 0,6-40-128 0,-2 31 0 16,2-31 0-16,0 0 0 16,0 0-656-16,5 34-16 0,-3-32 0 0,1-1-14736 0</inkml:trace>
  <inkml:trace contextRef="#ctx0" brushRef="#br1" timeOffset="100820.57">14657 6237 4607 0,'-1'0'400'0,"0"-2"-400"0,0 2 0 0,1 0 0 16,0 0 1184-16,0 0 160 16,0-2 16-16,1 1 16 0,0-1 480 0,2 0 80 15,1-1 32-15,2 1 0 0,1-1 128 0,3 0 16 16,0 2 16-16,2-3 0 0,-12 4-176 0,26-3-32 0,-26 3-16 0,27-3 0 16,-27 3-864-16,28-4-160 0,-28 4-48 0,24-3 0 15,-24 3-608-15,0 0-224 0,31-2 144 0,-31 2-10288 16,0 0-2064-16</inkml:trace>
  <inkml:trace contextRef="#ctx0" brushRef="#br1" timeOffset="101278.6">15516 5984 12895 0,'1'-3'576'0,"0"3"112"0,0-2-560 0,-1 2-128 16,1-2 0-16,-1 2 0 0,0 0 1440 0,1 0 256 0,0 2 48 0,0-2 16 15,0 2-80-15,0 1-16 0,0 1 0 0,-1 1 0 16,0-5-256-16,0 0-48 0,0 0-16 0,3 43 0 15,-3-43-368-15,0 36-80 0,0-36 0 0,-1 46-16 16,1-46-304-16,-3 51-64 0,1-23-16 0,2-28 0 0,-3 49-336 0,3-49-160 16,-2 41 160-16,2-41-160 0,-1 31 0 15,1-31 0-15,0 0 0 0,0 33 0 16,0-33-592-16,0 0-112 0,0 0-32 0,0 0 0 16,0 0-1344-16,0 0-272 0</inkml:trace>
  <inkml:trace contextRef="#ctx0" brushRef="#br1" timeOffset="101553.32">15472 5991 2751 0,'-1'-5'256'15,"1"0"-256"-15,0 3 0 0,0 2 0 0,1 0 1600 0,0-2 256 0,1-1 64 0,1-1 16 16,1-2 784-16,3 2 160 0,2-1 16 0,2 0 16 16,2 3-816-16,1 0-176 15,2-1-16-15,1 1-16 0,1-1-736 0,2 1-128 0,2 0-48 0,-1-1 0 16,-1 3-736-16,1-2-240 15,0 4 128-15,1-2-128 0,-22 0 0 0,41 5 0 16,-41-5 0-16,36 14 0 0,-36-14-128 0,0 0 128 0,31 29 0 0,-31-29-144 0,0 0 144 0,0 0 0 16,-1 45 128-16,-9-33-128 15,-1 0 336-15,-4 2 0 16,-4-2 0-16,-1 2 0 0,-2-2-48 0,0 0-16 16,0-3 0-16,1 0 0 0,3-4-64 0,2 0-16 0,2-3 0 15,2-2 0-15,4-2-400 0,2-2-96 0,2 1-16 0,2-2-14224 16</inkml:trace>
  <inkml:trace contextRef="#ctx0" brushRef="#br1" timeOffset="101964.89">16159 5912 14735 0,'-1'-2'1312'0,"-1"2"-1056"15,2 0-256-15,-1-2 0 0,0 2 1360 0,-1 0 224 0,-2 0 32 0,-1-2 16 16,-2 1 240-16,-2 1 48 0,0 1 16 0,-1 3 0 16,1-1-528-16,0 6-96 0,-2 0-32 0,2 4 0 15,-1 3-144-15,1 3-48 0,1 2 0 0,0 5 0 16,1 2-432-16,1 4-80 0,1-2-32 0,4-1 0 16,1-29-336-16,1 57-64 0,-1-57-16 0,10 44 0 15,-10-44-128-15,0 0 0 0,26 50 0 0,-26-50 0 16,0 0-576-16,32 36-112 0,-32-36-16 0,0 0-15680 15</inkml:trace>
  <inkml:trace contextRef="#ctx0" brushRef="#br1" timeOffset="102422.17">16325 6045 5519 0,'-3'1'240'0,"2"1"64"0,-1-2-304 0,1 0 0 16,0 0 0-16,1 0 0 16,0 0 976-16,1 2 144 0,0-2 32 0,1 1 0 0,1 0 512 0,2-1 96 0,-5 0 32 0,18-1 0 15,-6 0 288-15,2-1 64 0,-1 0 16 16,2 1 0-16,2-4-976 0,1 3-192 0,1-2-32 0,1-1-16 16,1 1-512-16,0-1-112 0,2 1 0 0,0-2-16 15,-3 3-304-15,-2-2 160 16,-2 3-160-16,-2 0 128 0,-2-1-128 0,-1 1 0 0,-2-1 0 0,-2 3 0 31,-1-2-672-31,-3 2-16 0,-2 0 0 0,-1 0 0 16,0 2-816-16,-2-2-160 0,-1 1-48 0,0 1 0 0,-1-2 176 0,2 2 48 0,-1-2 0 0,0 0 0 15,1-2 1232-15,0 2 256 0,1-2 0 0,1 1 0 0,-1-2 720 0,1 2 48 16,1-3 0-16,0 3 0 16,-1-1 192-16,1-1 64 0,-1 3 0 0,0 0 0 15,-1 0 240-15,0 1 48 0,-1 3 16 0,-2-1 0 16,0 1-48-16,-1 1-16 0,-1 4 0 0,0-1 0 0,-1 2-160 0,0 1-16 15,-1 3-16-15,-1 1 0 0,0 3-416 0,-1 1-80 16,-1 2 0-16,1 1-16 16,1-3-304-16,0 1-48 0,2-2-16 0,1-1 0 15,6-17-192-15,-8 28 0 0,8-28 0 0,0 0 0 32,0 0-720-32,-3 28-192 0</inkml:trace>
  <inkml:trace contextRef="#ctx0" brushRef="#br1" timeOffset="102671.01">16425 6066 10127 0,'1'-2'896'0,"0"1"-704"16,1 1-192-16,-1 0 0 0,0 0 1808 0,0 0 336 16,2 1 64-16,0-1 16 0,-3 0 736 0,0 0 160 15,0 0 16-15,0 0 16 0,34 38-1344 0,-34-38-272 16,0 0-48-16,25 41-16 0,-25-41-640 0,0 0-128 15,30 43-16-15,-30-43-16 0,0 0-336 0,35 37-64 16,-35-37-16-16,0 0 0 0,34 29-256 0,-34-29 0 16,0 0 0-16,0 0 0 15,35 23-512-15,-35-23-128 0,0 0 0 0,0 0-16 16,0 0-2224-16,0 0-448 0</inkml:trace>
  <inkml:trace contextRef="#ctx0" brushRef="#br1" timeOffset="102906.38">16393 6344 1839 0,'-3'1'160'0,"0"-1"-160"0,2 1 0 0,0-1 0 16,1 0 2016-16,0 0 368 0,1 0 80 0,-1 0 16 15,0 0 896-15,3 0 176 0,1 0 32 0,2 0 16 16,3 0-672-16,1-1-144 0,2 0-32 0,3-1 0 15,2 0-1088-15,1 1-240 0,3-1-32 0,0-1-16 16,0 1-736-16,1 2-160 0,-1 0-32 0,-21 0 0 16,41 2-304-16,-41-2-144 0,33 5 128 0,-33-5-128 15,28 3 0-15,-28-3 0 0,26 2 0 0,-26-2 0 16,27 0-560-16,-27 0-144 0,27-2-16 0,-13 0-16496 16</inkml:trace>
  <inkml:trace contextRef="#ctx0" brushRef="#br1" timeOffset="104323.93">17212 6083 9215 0,'2'-3'816'0,"-1"1"-656"0,-1 2-160 0,1-1 0 16,-1 0 1056-16,0 1 176 0,0-2 48 0,0 2 0 0,1-3 832 0,-1 1 160 16,0 0 32-16,0 1 16 0,0-1-592 0,0 1-112 15,0 0-16-15,-1 1-16 0,0 0 272 0,0-2 48 16,-2 2 16-16,1 2 0 16,-1-2-1920-16,0 0-592 0,-1 2-16 0,-1 0 0 0,1-1 608 0,-2 3 288 15,0-3-32-15,-1 3 0 0,-1-2-16 0,-1 3-16 16,0-2 0-16,-1 1 0 0,0 1-48 0,-2 0-16 15,-1-3 0-15,-1 3 0 0,0 2-160 0,-1-3 0 16,0 1 0-16,-1 0 128 0,2 2-128 0,0-2 0 16,-1-2 0-16,2 2 0 0,2-1 0 0,1-2 0 15,3 0 0-15,0-1 0 0,3 1 0 0,1-2 0 0,1 0 0 0,1-2 0 16,1 1 0-16,1 1 0 0,1-2 0 0,0 1 0 16,1 0 0-16,-1 1 0 0,2-2 0 0,0 2 0 15,0-2 0-15,0 2 0 0,1 0 0 0,-1 0 128 16,-4 0 48-16,0 0 0 15,0 0 0-15,0 0 0 0,0 0 80 0,0 0 0 0,0 0 16 0,32 23 0 16,-32-23-48-16,0 0-16 0,0 0 0 0,0 0 0 16,31 24 32-16,-31-24 0 0,0 0 0 0,0 0 0 15,39 16 64-15,-39-16 16 0,0 0 0 0,35 9 0 16,-35-9-144-16,0 0-32 0,38 5 0 0,-38-5 0 16,23 0-144-16,-23 0 0 0,22 1 144 0,-22-1-144 0,0 0 0 15,26-1 0-15,-26 1 0 0,0 0 0 0,0 0-224 0,0 0-64 16,0 0-16-16,0 0-11408 15,0 0-2272-15</inkml:trace>
  <inkml:trace contextRef="#ctx0" brushRef="#br1" timeOffset="104609.02">16938 6268 11055 0,'-1'-2'480'0,"1"0"112"0,0 1-464 0,1 1-128 16,0 0 0-16,0 0 0 0,0 0 1728 0,1 0 320 0,3 0 64 0,0 0 0 15,-5 0 288-15,0 0 48 0,0 0 16 0,34 7 0 16,-34-7-480-16,0 0-80 0,33 12-32 0,-33-12 0 16,0 0-720-16,42 14-160 0,-42-14-32 0,30 8 0 15,-30-8-560-15,28 4-112 0,-28-4-32 0,37 3 0 16,-37-3-256-16,35 2 0 0,-35-2 0 0,37 0 0 15,-37 0-608-15,29-3-128 0,-29 3-32 0,22 0-15632 16</inkml:trace>
  <inkml:trace contextRef="#ctx0" brushRef="#br1" timeOffset="105454.75">17598 6036 10127 0,'-1'-5'896'0,"0"0"-704"0,1 3-192 0,0 0 0 0,0 2 1328 0,0-2 224 16,0 1 48-16,0 1 16 0,0-3 816 0,1 0 144 15,-1 0 48-15,0 0 0 0,0 1-704 0,0 0-144 16,-1 2-32-16,-1 2 0 0,1 1-464 0,-2 2-112 15,0 1-16-15,0 3 0 0,3-9-400 0,-10 22-96 0,4-9-16 0,-1 2 0 16,-1 2-240-16,1-2-48 0,-1 3-16 0,2-4 0 16,6-14-112-16,-8 29-32 0,8-29 0 0,0 0 0 15,-1 31-192-15,1-31 176 0,0 0-176 0,0 0 160 16,0 0-160-16,39 23 0 0,-39-23 0 0,28 3 0 16,-28-3 128-16,32 2-128 0,-32-2 128 0,35 5-128 15,-35-5 0-15,33 7 128 0,-33-7-128 0,0 0 0 16,39 10 0-16,-39-10 0 0,0 0 0 0,0 0 0 15,0 0 0-15,0 0 0 0,0 0 0 0,0 0 0 16,17 37 0-16,-23-32 0 0,-2 0 0 0,0 0 0 16,-2-1 0-16,-2 1 0 0,-1 0 128 0,0-1-128 15,1 1 0-15,-1-2 0 0,0-1 0 0,-1 0 0 0,0 1 0 16,-1-1 0-16,1-1 0 0,-1-1 0 16,-1-1 0-16,1 1 0 0,-1-2-160 0,2-1 160 15,0-1-2000-15,2-1-304 0</inkml:trace>
  <inkml:trace contextRef="#ctx0" brushRef="#br1" timeOffset="105596.67">17542 6012 5519 0,'6'-4'496'0,"-3"3"-496"0,2-1 0 0,-1 2 0 16,-2 2 1712-16,-2-2 240 16,4 0 48-16,3 1 16 0,-7-1 736 0,29 5 128 0,-29-5 48 0,48 4 0 15,-19-2-1392-15,2-2-288 16,-1 0-48-16,-2 0-16 0,0-2-800 0,-2-1-176 0,-2 1-16 0,-3-3-16 15,-4 1-768-15,-2 1-160 0,-4 1-16 0,-3 2-11008 16</inkml:trace>
  <inkml:trace contextRef="#ctx0" brushRef="#br1" timeOffset="106048.82">18063 5920 11967 0,'6'-2'1072'0,"-3"1"-864"0,0 1-208 0,1 0 0 16,-1 0 1344-16,0 0 208 0,0 0 48 0,-3 0 16 15,0 0 1136-15,31 9 240 0,-31-9 32 0,31 15 16 16,-31-15-976-16,0 0-192 0,43 40-32 0,-43-40-16 0,22 38-736 0,-22-38-128 15,20 45-48-15,-20-45 0 16,15 58-400-16,-15-58-96 0,6 65-16 0,-6-32 0 0,-3-1-240 0,-1-2-160 16,-4-2 192-16,-1-1-192 0,-3-3 0 0,-2-2 0 15,-2-4 0-15,-1-2 0 0,-3-3-224 0,-2-1-96 16</inkml:trace>
  <inkml:trace contextRef="#ctx0" brushRef="#br1" timeOffset="114817.82">5666 6986 11967 0,'1'-2'1072'0,"0"0"-864"0,0 0-208 0,-1 1 0 16,0 1 1344-16,0 0 208 0,0-2 48 0,1-1 16 15,0-1 176-15,-1-1 16 0,1 2 16 0,-1-1 0 16,-1 2-224-16,1-1-64 0,0 3 0 0,-1-2 0 16,0 0-352-16,-1 4-80 0,1-2-16 0,-2 3 0 15,0 2-432-15,-1-1-80 0,0 3-32 0,-1-2 0 16,-1 2-112-16,1 2-32 0,-1 0 0 0,-1 1 0 0,-1 2-80 0,1 0 0 15,0 1-16-15,0 0 0 0,2-1-64 0,0-2-16 16,2-2 0-16,0 2 0 0,2 0-64 0,1-3-16 16,0-7 0-16,0 0 0 0,0 0-144 0,0 0 0 15,0 0 0-15,26 35 0 16,-26-35 0-16,0 0 0 0,0 0 0 0,38 22 0 0,-38-22 0 0,0 0 0 16,0 0 0-16,39 24 0 0,-39-24 0 0,0 0 0 15,0 0 0-15,41 26 0 0,-41-26 0 0,0 0 0 16,0 0 128-16,0 0-128 0,0 0 0 0,34 23 0 15,-33-20 0-15,-1 0 128 0,-3 0-128 0,-1 0 0 0,-2 0 144 0,-1 1-144 32,-1-1 0-32,-2 2 144 0,-3-1-144 0,-1 3 0 0,-1-2 144 0,-1 2-144 0,-1-1 0 15,1 0 144 1,-1-1-144-16,2-1 0 0,0 1 0 0,2-2 0 0,1-3 0 0,1 0 0 0,2-2 0 0,0-2 0 16,3 1-416-16,-1-3-64 0,2-2-16 0,1-1-16928 15</inkml:trace>
  <inkml:trace contextRef="#ctx0" brushRef="#br1" timeOffset="114976.53">5552 7020 6447 0,'5'-7'576'0,"0"2"-576"16,-1 0 0-16,1 0 0 0,-1 4 2752 0,-1-2 448 15,3 0 96-15,4-2 16 0,8-4-976 0,4-3-192 16,5-2-32-16,0 0-16 0,-2 4-1504 0,0 1-288 15,-2 2-64-15,-1 4-16 0,-22 3-224 0,40 0 0 0,-40 0 0 0,0 0-7952 16,42 20-1520-16</inkml:trace>
  <inkml:trace contextRef="#ctx0" brushRef="#br1" timeOffset="164059.66">1310 7861 4031 0,'0'0'0'15,"-1"-2"0"-15,1 2 0 0,0 0 0 16,0 0 0-16,0 0 0 16,0-2 192-16,-1 1 112 0,0 1 16 0,0-2 0 0,0 2 112 0,0-1 16 15,0 0 0-15,1 1 0 0,-1 0-224 0,1-2-48 16,-1 2-16-16,1 0 16 0,0-2 128 0,0 1 16 16,0-1 16-16,0 1 16 0,-1-1 272 0,1 1 48 15,0 0 16-15,0-1 16 0,-1 0-16 0,1 1 0 0,0-1 0 0,-1 0 16 31,1 1-32-31,-1-1 0 0,1 1 0 0,0 0 0 16,0-1-64-16,0 1-16 0,0 1 0 0,-1-2 16 16,1 2-160-16,0-2-48 0,0 2 0 0,0 0 16 0,0 0-32 0,0-1-16 15,0 1 0-15,0 0 16 0,0 1-16 0,0-1 0 16,0 2 0-16,0-2 16 0,0 2-32 0,0 1 0 16,0-1 0-16,0 1 16 0,0 2 16 0,0 1 0 15,-1-1 0-15,1 2 0 0,0 1-128 0,-1-1-16 16,0 2-16-16,1 3 0 0,-1 0 0 0,0 3 0 15,0 0 0-15,0 4 0 0,0 1 32 0,0 3 0 16,0 3 0-16,1 0 0 0,-1 0-256 0,0-2 144 0,1 1-144 0,-1-2 128 16,0-2-128-16,0-2 0 0,1-3 0 0,0 1 0 15,0-2 0-15,1-1 0 0,0-3 0 16,0-1 0-16,0-1 0 0,1-2 0 0,1-3-128 0,0-1 128 31,0-2-512-31,0-2-16 0,0-1-16 0,1-2-7152 0,-1-2-1440 0</inkml:trace>
  <inkml:trace contextRef="#ctx0" brushRef="#br1" timeOffset="164346.75">1279 7906 3679 0,'-1'-6'160'0,"0"1"32"0,0 1-192 0,0 1 0 0,1 2 0 0,0 1 0 0,0 0 832 0,1-2 128 15,-1-1 32-15,1 1 0 0,1-2-80 0,1 1-16 16,1-1 0-16,2 1 0 0,0 1-256 0,3-3-64 15,1 2-16-15,0-1 0 0,0 0-80 16,2 0-16-16,3 0 0 0,1-1 0 0,0 3-336 0,-16 2-128 16,0 0 0-16,43 2 0 0,-43-2 0 0,0 0 0 15,38 26 0-15,-38-26 0 0,0 0 0 0,21 36-128 16,-21-36 128-16,3 26 0 16,-4-12 0-16,-4-2 0 0,-2 2 0 0,-3 1 0 0,-3-1 256 0,-1 0 144 15,-2 0 48-15,-1-2 0 0,0 0 224 0,2 0 48 0,-1-5 16 16,3 1 0-16,-1-2-384 0,2 0-80 0,2-3-16 0,1-2 0 15,4 1-256-15,1-4 0 0,2-1-208 0,3-1-8208 16</inkml:trace>
  <inkml:trace contextRef="#ctx0" brushRef="#br1" timeOffset="164630.78">1731 7828 7359 0,'0'-2'320'0,"-2"0"80"0,0 1-400 0,0-1 0 16,1 2 0-16,-1 0 0 0,0 0 560 0,0 0 16 15,-4 2 16-15,-1-2 0 0,-3 3 160 0,0 1 16 16,0 1 16-16,0 2 0 0,0 3 336 0,0-1 64 16,2 1 16-16,0 2 0 0,0 4 144 0,1-1 48 15,0 3 0-15,2 4 0 0,0-1-416 0,0 5-80 0,3 0 0 0,1 0-16 16,1-1-496-16,0-2-112 0,2-3-16 0,-2-20 0 15,7 32-128-15,-7-32-128 0,0 0 192 0,0 0-192 16,30 40-144-16,-30-40-144 0,0 0-32 0,0 0-10944 16</inkml:trace>
  <inkml:trace contextRef="#ctx0" brushRef="#br1" timeOffset="164886.85">1802 7940 11055 0,'-4'-5'480'0,"2"2"112"0,1 1-464 0,0 2-128 15,1 0 0-15,0 0 0 0,1 0 1152 0,-1 0 192 16,1 2 64-16,1-2 0 0,0 5 176 0,2-2 32 0,-4-3 16 0,0 0 0 16,0 0-240-16,25 38-48 0,-25-38-16 0,0 0 0 15,28 52-64-15,-28-52-16 0,21 42 0 0,-21-42 0 16,21 41-432-16,-21-41-96 0,21 37-16 0,-21-37 0 15,0 0-480-15,25 43-96 0,-25-43-128 0,0 0 176 16,0 0-176-16,0 0 0 0,0 0 0 0,38 30 0 16,-34-30-352-16,1-1 0 0,0-2 0 0,-2-2 0 15,0 1-2048 1,1-3-416-16</inkml:trace>
  <inkml:trace contextRef="#ctx0" brushRef="#br1" timeOffset="165090.07">2012 7963 11055 0,'-3'-5'480'0,"0"3"112"0,0 0-464 0,0 2-128 0,1 2 0 0,0 0 0 0,0-1 1472 0,-3 3 288 16,-2 3 48-16,-4 3 16 0,-4 3 96 0,-3 4 32 15,-1 3 0-15,-2-2 0 0,0 2-672 16,1-2-144-16,0-1-32 0,3-2 0 0,0-1-208 0,2-2-64 16,1 2 0-16,3-4 0 0,3-1-528 0,1-1-112 15,1 0-32-15,2-3 0 16,2-1-608-16,1-1-112 0</inkml:trace>
  <inkml:trace contextRef="#ctx0" brushRef="#br1" timeOffset="165597.03">1774 7984 911 0,'-4'-6'0'0,"1"1"0"0,1 0 0 0,1 3 0 16,1-1 1312-16,0 1 176 0,0 0 48 0,0-1 0 15,1-4 320-15,0 0 80 16,1-3 16-16,0 1 0 0,0 0-576 0,1 1-112 0,1 2-32 0,0 1 0 15,0 2 112-15,2 1 32 0,-1 0 0 0,2 2 0 16,-7 0 128-16,0 0 32 0,0 0 0 0,42 12 0 16,-42-12-480-16,0 0-96 0,55 14 0 0,-55-14-16 15,0 0-496-15,58 11-80 0,-58-11-32 0,39 5 0 16,-39-5-336-16,37 0 0 0,-37 0 0 0,34-2 0 16,-34 2 0-16,30-8-160 0,-18 6 16 0,-2-2 0 15,-1 1-1008-15,-2 1-192 0,-3 1-32 0,-3 4-11680 16</inkml:trace>
  <inkml:trace contextRef="#ctx0" brushRef="#br1" timeOffset="165848.98">1733 8193 14735 0,'0'-2'640'0,"0"0"160"0,1 1-640 0,0 1-160 0,0 0 0 0,-1 0 0 15,2 0 1392-15,0 0 240 0,1 3 48 0,1-3 16 16,3 3-176-16,-1 1-48 16,-6-4 0-16,0 0 0 15,0 0-768-15,0 0-176 0,37 24-16 0,-37-24-16 16,0 0 16-16,0 0 0 0,52 16 0 0,-52-16 0 16,39 3 208-16,-39-3 48 0,44-1 16 0,-44 1 0 0,48-4-320 0,-23-1-64 15,0-2-16-15,-4 3 0 0,-21 4-384 16,39-8 0-16,-14 2 128 0,3 0-128 0,1 0-592 0,-3 0-160 0,1 2-16 0,-3-1-13584 15</inkml:trace>
  <inkml:trace contextRef="#ctx0" brushRef="#br1" timeOffset="166133.37">2272 8010 5519 0,'-6'1'240'0,"2"1"64"0,1-1-304 0,1 0 0 0,0 0 0 0,2-1 0 16,0 2 512-16,0-2 32 0,-1 2 16 0,0 0 0 16,2 1 512-16,1-1 96 0,2 1 32 0,2-3 0 15,1 2 640-15,2-2 128 0,2 0 16 0,-11 0 16 16,0 0-640-16,38-2-128 0,-38 2-16 0,0 0-16 15,39-3-1008-15,-27 1-192 0,-12 2 0 0,0 0-6912 16,30-3-1360-16</inkml:trace>
  <inkml:trace contextRef="#ctx0" brushRef="#br1" timeOffset="166324.18">2265 8124 5519 0,'-6'3'240'0,"3"-3"64"0,2 2-304 0,0-1 0 16,1 1 0-16,1-2 0 0,-1 0 1344 0,3 0 224 16,2 0 32-16,2 0 16 0,-7 0 320 0,0 0 64 15,36-7 16-15,-36 7 0 0,30-7-1008 0,-14 2-208 16,-16 5-32-16,34-7-16 0,-34 7-496 0,33-7-112 16,-33 7-16-16,30-3 0 15,-30 3-800-15,0 0-160 0</inkml:trace>
  <inkml:trace contextRef="#ctx0" brushRef="#br1" timeOffset="166671.85">2715 7935 7359 0,'-3'-2'656'0,"0"1"-528"0,0 1-128 0,1 0 0 0,1 0 1424 0,-1 0 256 16,-3 1 48-16,-3 1 16 0,-3 0 240 15,-1 3 64-15,1 2 0 0,-1 2 0 0,2 1-416 0,0 3-80 16,1 2-16-16,2 2 0 0,1 2-304 0,2 0-64 16,2 0-16-16,1-3 0 0,1-16-608 0,7 27-128 15,-7-27-32-15,0 0 0 0,0 0-256 0,0 0-128 16,40 31 128-16,-40-31-128 0,27-3 0 0,-13-3 0 16,0-2 0-16,0-4 0 0,1-2 208 0,0-3-32 15,-1-1-16-15,-2 0 0 16,-1 2-160-16,-1-2 0 0,-1-2 0 0,-2 4 0 0,-2 1 0 15,-3 1 0-15,-3 0-192 0,-3 2 192 0,-4 0 0 0,-2 5 0 0,1 0 0 0,-2 2 0 16,-2 4 0-16,-2 2 0 16,-4 2 0-16,0 4 128 0,0-1-128 0,2 4 0 0,2 0 0 0,2-1 128 15,2 1-128-15,2 1 0 16,3-1 0-16,3 0 0 16,2-3-640-16,2 0-176 0</inkml:trace>
  <inkml:trace contextRef="#ctx0" brushRef="#br1" timeOffset="166934.74">2941 7786 15663 0,'-3'-5'688'0,"1"2"144"15,2 3-656-15,0 0-176 0,0 0 0 0,1 0 0 0,0 3 1552 0,2 2 288 0,1-1 48 0,-4-4 16 16,0 0-336-16,26 37-64 0,-26-37-16 0,25 34 0 31,-25-34-528-31,31 39-128 0,-31-39 0 0,32 40-16 16,-32-40 48-16,28 40 16 0,-28-40 0 0,26 38 0 15,-26-38-368-15,0 0-64 0,24 40 0 0,-24-40-16 16,0 0 16-16,4 31 16 0,-8-22 0 0,-3-1 0 16,-1-1-80-16,-4 1 0 0,-3 0-16 0,-3-3 0 0,0 0-368 0,-3 2 0 15,0-3 0-15,0 1-11344 16,2-2-2352-16</inkml:trace>
  <inkml:trace contextRef="#ctx0" brushRef="#br1" timeOffset="167373.66">3462 7906 2751 0,'-6'-1'256'0,"3"1"-256"0,-1 0 0 0,1-1 0 16,2 1 2000-16,1 0 368 0,0 0 64 0,-1 0 0 0,0 0 208 0,1-2 48 15,1 2 0-15,1-2 0 0,3 1-672 0,0 1-128 16,2-2-32-16,1 0 0 0,3 1-464 0,0-1-112 16,-11 2 0-16,0 0-16 0,41-2-640 0,-41 2-128 15,35-2-32-15,-35 2 0 0,32-1-288 0,-32 1-176 16,0 0 192-16,43-2-192 0,-30-1 0 0,-13 3 0 15,27-3 0-15,-14 2 0 16,-2-3 0-16,-2 1 0 0,-1 0 0 0,0 1 0 16,-4 2-1136-16,0-2-128 0,-3 2-16 0,-1 0-12672 0</inkml:trace>
  <inkml:trace contextRef="#ctx0" brushRef="#br1" timeOffset="167578.9">3560 8007 12895 0,'-2'0'576'0,"0"0"112"15,1 0-560-15,1-1-128 0,0 1 0 0,1 0 0 16,0 0 2256-16,0-2 432 0,2 0 64 0,2-1 32 16,1 0-16-16,3 0 0 15,0-1 0-15,1-1 0 0,4 2-1232 0,-2 0-256 16,-12 3-64-16,25-5 0 0,-25 5-704 0,0 0-128 16,37-2-48-16,-37 2 0 0,0 0-336 0,0 0 0 0,37 7 0 0,-37-7 0 15,0 0-1392-15,0 0-240 0</inkml:trace>
  <inkml:trace contextRef="#ctx0" brushRef="#br1" timeOffset="170610.33">4167 8039 1839 0,'0'0'160'0,"0"0"-160"0,1 0 0 0,-1 0 0 0,1 0 704 0,-1 0 96 15,0 0 32-15,0 0 0 0,1 0 304 0,0 0 64 16,0 1 16-16,1 1 0 0,0-2-128 0,-1 2-32 15,1-1 0-15,0 0 0 0,0 1-128 0,0 1-32 16,1-1 0-16,0-1 0 0,1 1-128 0,-1-1-48 0,2 0 0 0,0-1 0 16,-1 2-224-16,2-2-48 0,-1 0-16 0,1-2 0 15,0 2-144-15,0-2-32 0,1 0 0 0,-1-1 0 16,1 0 32-16,-1-1 0 0,1-1 0 0,-1 0 0 16,1 1 0-16,-2-1 0 0,2-1 0 0,-2 0 0 15,0 1-288-15,-1 1 0 0,0-3 0 0,0 2 0 16,-1-2 0-16,-2 2 0 0,2-2 0 0,-2 2 0 15,0-2 0-15,-1 2 0 0,-1 0 0 0,-1 0 0 16,1-1 0-16,-1 1 128 0,-2 2-128 0,-1-1 0 0,0 1 144 0,-2-2-144 16,2 3 0-16,-2 1 144 0,1 0 192 0,-2-1 48 15,2 0 0-15,-2 1 0 0,3 1 16 16,-1-2 16-16,2 2 0 0,-1 0 0 0,0 0 32 0,1 0 16 0,0 0 0 16,0 2 0-16,1-1 48 0,0 1 0 0,0 2 0 15,-1-1 0-15,1 4-176 0,0-2-16 0,-1 4-16 16,0 1 0-16,1 2-96 0,-2 4-16 15,0 0 0-15,1 2 0 0,0 2-192 0,0 0 176 0,1 0-176 0,-1 0 160 16,2-4-160-16,0 1 160 0,1-2-160 0,0-1 160 16,1-2 16-16,1 1 0 0,1-1 0 0,0-3 0 15,-2-9-32-15,0 0 0 0,0 0 0 16,16 34 0-16,-16-34-144 0,0 0 0 16,0 0 0-16,0 0 0 0,0 0 0 0,41 21 0 0,-31-21 0 15,1-2 0-15,-11 2 0 0,28-6 0 16,-13 0 128-16,-1-1-128 0,1 0 0 0,0-3 128 0,-1 1-128 0,0-1 0 15,-1 1-992-15,0 0-288 0,-1-1-48 0,-1 0-12400 16</inkml:trace>
  <inkml:trace contextRef="#ctx0" brushRef="#br1" timeOffset="170903.47">4418 7724 15663 0,'-2'-3'688'0,"1"1"144"0,1 2-656 0,1-3-176 15,0 3 0-15,0-2 0 0,0 2 1104 0,1-1 192 16,2 0 48-16,0-3 0 0,3 1 384 0,-1 1 96 15,3 1 16-15,-2-1 0 0,-7 2-352 0,0 0-64 16,0 0-16-16,35 5 0 0,-35-5-560 0,0 0-112 0,0 0-32 0,39 7 0 16,-39-7-464-16,0 0-112 0,0 0 0 0,0 0-128 15,37 4 0-15,-30-6-176 0,-3 2 0 0,3 0-10128 16,-1-2-2016-16</inkml:trace>
  <inkml:trace contextRef="#ctx0" brushRef="#br1" timeOffset="171314.12">4677 7600 8287 0,'-1'0'736'15,"1"-2"-592"-15,0 2-144 0,0 0 0 0,0 0 1536 0,-1 0 288 16,1-1 48-16,-1 0 16 0,0 1 288 0,0-2 48 16,0 2 16-16,0 0 0 15,1 0-832-15,-1 2-144 0,0-1-48 0,1 2 0 0,-1 0-192 0,1 2-64 16,-1 0 0-16,0 2 0 0,1 0-192 0,-1 2-64 15,0 1 0-15,0-1 0 0,0 0-288 0,0 1-64 16,1 0-16-16,-1-3 0 16,2 1 64-16,0-2 16 0,0 1 0 0,0-3 0 0,2-1-80 0,-1-1-16 15,1 1 0-15,2-3 0 0,0 0-128 0,0 0-16 16,2 0-16-16,-1-2 0 0,3 2 48 0,-3-1 16 0,1 2 0 0,0 1 0 16,0-2-224-16,-1 2 144 0,0 0-144 0,-1 1 128 15,-1 0-128-15,-1 1 0 0,1 1 0 0,-2 0 128 16,-1 1-128-16,0-1 0 15,-1 0 0-15,-2 0 0 0,-1 2 0 0,0-2 0 16,-2 2 0-16,-2-3 0 0,1 4 0 0,-2-3 128 0,-1 2-128 0,0-1 0 16,2-1 0-16,-3 0 128 15,1 0-128-15,0 0 0 0,-1-1 0 0,1-1 0 0,1-1 0 16,0 1 0-16,1-3 0 0,1-3 0 0,2 0 0 0,1-1 0 16,2-3-1840-16,1-2-288 0</inkml:trace>
  <inkml:trace contextRef="#ctx0" brushRef="#br1" timeOffset="171443.05">4670 7596 2751 0,'0'-5'256'0,"0"0"-256"16,1 4 0-16,0 0 0 0,1-1 2608 0,-1 2 464 15,1 0 112-15,1-2 16 0,2 2-32 0,3-1 0 16,1 1 0-16,3-2 0 0,1 0-1632 0,-13 2-320 16,29-1-64-16,-29 1 0 0,0 0-896 0,38 3-256 15,-38-3 0-15,0 0-13184 0</inkml:trace>
  <inkml:trace contextRef="#ctx0" brushRef="#br1" timeOffset="173558.07">5449 7534 8287 0,'1'-2'736'0,"0"-1"-592"16,-1 1-144-16,0 2 0 0,0 0 1088 0,0 0 176 0,0-2 32 0,-1 1 16 15,1-1 576-15,-1 1 112 0,0 1 32 0,-2 1 0 16,0 1-560-16,-1 3-96 0,1 0-32 0,-2 2 0 16,0 2-352-16,1 0-80 15,-1 0-16-15,0 2 0 0,1-1-288 0,0-1-64 0,0 1-16 0,1-1 0 16,-1-2-144-16,1 1-16 0,0 1-16 0,1-2 0 15,0 0 144-15,0 0 16 0,2 0 16 0,1-2 0 16,0 2-32-16,0-2-16 0,1-1 0 0,-2-4 0 16,0 0-224-16,0 0-32 0,0 0-16 0,0 0 0 15,35 34-208-15,-35-34 128 0,0 0-128 0,0 0 0 16,0 0 0-16,43 18 0 0,-43-18 0 0,0 0 0 16,0 0 0-16,0 0 0 0,0 0 0 0,39 21 0 0,-35-20 0 15,0 1 0-15,-1-1 0 0,-1-1 0 0,0 2 0 16,-2-2 0-16,0 2 0 0,-2-2 0 0,0 3 0 0,-2-1 128 15,-1 0-128-15,0 1 0 0,-2 2 0 16,0-2 0-16,-1 0 0 0,1 2 0 0,-1 0 0 0,0 0 0 16,-1 0 0-16,0 1 0 0,-2 2 0 0,1-4 0 15,0 4 0-15,0-4 0 0,0 1 0 0,0-2-128 16,1 1 128-16,1-4 0 0,0 0-416 0,1 0 32 16,1-2 0-16,1-5 0 15,2 2-1488-15,0-2-304 0</inkml:trace>
  <inkml:trace contextRef="#ctx0" brushRef="#br1" timeOffset="173810.03">5376 7548 5519 0,'1'-2'240'0,"-1"0"64"0,1-1-304 0,0 1 0 0,1 2 0 0,-1-2 0 16,1 1 1728-16,0 1 304 0,3-2 48 0,1 1 16 15,3 0 672-15,1-2 144 0,1 3 32 0,2-2 0 16,1-1-832-16,1 1-144 0,2 1-48 0,-3-2 0 16,1 1-992-16,-1 1-208 0,-1-3-32 0,1 1-16 0,0 1-384 0,0-1-80 15,-14 3-16-15,25-2 0 16,-16 0-192-16,-1 2 0 0,-2 0 0 0,-1-1 0 16,-1 2-432-16,-3 1-16 0,0 0-16 0,0-1-14000 15</inkml:trace>
  <inkml:trace contextRef="#ctx0" brushRef="#br1" timeOffset="174269.38">5797 7457 6447 0,'1'0'128'0,"-1"0"48"0,0-1 0 0,0 1 16 15,0 0-192-15,1 0 0 16,0-2 0-16,0 2 0 0,0-3 2128 0,0 1 400 16,1-1 80-16,-1 1 16 0,0 0-16 0,-1-1 0 0,1 1 0 0,-1 2 0 0,-1 0-688 0,1 0-128 31,0 0-16-31,-2 3-16 0,0 1-864 0,-2 1-192 15,1 2-16-15,0 2-16 0,-2 1-336 0,0 1-64 0,2-1-16 0,-1 2 0 0,-1 1-128 0,2 0-128 16,-1 1 192-16,1-2-192 16,3-12 128-16,0 0-128 0,0 33 0 0,2-28 0 0,1 0 0 0,0 0 0 15,2-3 0-15,1-2 0 0,0-2 128 16,2-3-128-16,0 0 0 0,0 0 0 16,1-3 0-16,-1 0 0 0,1-2 0 0,0-1 0 0,1 1 0 0,-1-2 0 0,0-2 0 15,1 0-144-15,-2 2 0 0,-2-2 0 0,-1 3 0 16,-2 0 0-16,-3 4 144 0,-2 0-192 0,-3 2 192 0,-1 1-192 15,-2 3 192-15,-5 1 0 0,0 5 0 0,-1 0 0 16,-2 2 0-16,0 0 0 0,1 0 0 0,0 1 0 31,2 1-640-31,2-2-64 0,2-1 0 0,2 0-13840 0</inkml:trace>
  <inkml:trace contextRef="#ctx0" brushRef="#br1" timeOffset="174969.73">4942 8013 10127 0,'-1'0'896'15,"0"-2"-704"-15,1 2-192 0,0 0 0 0,-1 0 1152 0,0 0 208 16,1 0 48-16,-2-1 0 0,0 2-128 0,-1 1-32 15,1-2 0-15,0 1 0 0,1 1-336 0,0 0-64 0,1 0-16 0,1 1 0 16,0 1-16-16,0 1-16 0,1-3 0 0,0 3 0 16,1-2-160-16,0 0-48 0,0-2 0 0,2 1 0 15,0-2 16-15,0 0 0 0,3 0 0 0,-2-2 0 16,2 0 48-16,1-2 16 0,1 1 0 0,-1 0 0 16,1 1-64-16,2-2-16 0,0 1 0 0,0 0 0 15,2 1-208-15,-1 0-32 0,-13 2-16 0,27-2 0 16,-27 2-80-16,0 0 0 0,41 0-16 0,-41 0 0 15,0 0-112-15,47 3-128 0,-47-3 176 0,37 3-176 16,-37-3 352-16,42 5-32 0,-42-5-16 0,50 3 0 16,-50-3 16-16,57 2 0 0,-26-2 0 0,2-2 0 0,1-1-32 0,1-1 0 15,3 1 0-15,1-3 0 0,3 0-96 0,2 0-32 16,0 0 0-16,-1 2 0 0,-3-1-160 0,0 0 160 16,0 1-160-16,-1-2 160 15,-1 2-160-15,1-1 0 0,0 1 0 0,-1 1 128 0,-2-1-128 0,-4 1 0 16,-2 1 0-16,-3-1 0 0,-27 3 0 0,45-2 0 15,-45 2 0-15,32-2-12176 16,-32 2-2432-16</inkml:trace>
  <inkml:trace contextRef="#ctx0" brushRef="#br1" timeOffset="176633.76">5446 8301 4607 0,'0'-1'400'0,"0"1"-400"0,1 0 0 0,-1 0 0 15,0 0 816-15,0-2 80 0,-1 2 0 0,1 0 16 16,0-3 800-16,-1 1 144 0,1 2 48 0,-1-3 0 15,1 1 32-15,-1 1 16 0,0 0 0 0,1-1 0 16,0 1-400-16,-1 1-80 16,0 0 0-16,0 0-16 0,-1 3-496 0,1-2-80 15,-2 3-32-15,-1 3 0 0,-1 0-432 0,0 2-96 0,-2 3 0 0,1 0-16 16,-1 1-112-16,1 2 0 0,-1 2-16 0,1-2 0 16,1 2-176-16,1 0 128 0,1 0-128 0,0-4 128 15,2 1-128-15,1-2 0 0,1-3 144 0,1 0-144 16,1-2 0-16,-3-7 144 0,0 0-144 0,0 0 0 15,0 0 240-15,0 0-64 0,38 19-16 0,-30-20 0 16,0 0 16-16,2-4 0 0,0 0 0 0,0 1 0 16,-1-4-32-16,2 0 0 0,-2 0 0 0,0-1 0 15,1-1-144-15,0-1 0 0,0-1 144 0,-1 0-144 16,-1-3 0-16,1 1 0 0,-2 0 0 0,-1-1 0 16,-1 3 0-16,0-2-192 0,-2-1 192 0,-3 2-192 15,-1 0 0-15,-2 2 0 0,-3 4 0 0,0 0 0 16,-1 2 192-16,-3 0-192 0,0 3 192 0,-2 0-192 0,1 2 192 0,-2 0 0 15,0 1-144-15,0 0 144 0,1 1-144 0,1 1 144 16,1 0-192-16,0 0 192 0,3 0-272 0,1-2 48 16,3 3 16-16,1-3 0 15,0 3-1008-15,2-3-208 0</inkml:trace>
  <inkml:trace contextRef="#ctx0" brushRef="#br1" timeOffset="177058.32">5871 8167 11055 0,'0'-2'480'0,"0"-1"112"0,0 1-464 0,0 2-128 0,1-2 0 0,-1 2 0 15,0 0 1520-15,1-2 272 0,0 1 64 0,0-1 16 16,-1 0 640-16,0 1 128 0,0 2 32 0,-1 1 0 0,-1 1-880 0,1 1-160 15,-1 3-32-15,-1 0-16 16,0 4-592-16,-1 0-112 0,1 3-32 0,-1-2 0 0,0 2-432 0,1-2-96 16,-1 3 0-16,0 0-16 0,1 2-304 0,1-2 160 15,-2 1-160-15,1-4 128 0,2 1-128 0,0-2 0 16,0-2 0-16,1-2 0 16,1 0-576-16,0-2-32 0,2-3-16 0,0 1-15376 15</inkml:trace>
  <inkml:trace contextRef="#ctx0" brushRef="#br1" timeOffset="177296.44">5787 8606 8287 0,'-1'0'736'0,"1"0"-592"0,0 0-144 15,1 0 0-15,-1 0 2432 0,1-2 464 0,0 2 96 0,0-1 16 16,1 1 160-16,0-1 32 0,0 0 16 0,1 1 0 16,1-3-1648-16,0 3-336 0,-1-2-64 0,2 0-16 15,0-2-864-15,-1 1-288 0,2 0 160 0,-1-1-15696 16</inkml:trace>
  <inkml:trace contextRef="#ctx0" brushRef="#br1" timeOffset="178897.41">6472 7876 6447 0,'-1'0'576'0,"-1"0"-576"0,1 0 0 0,1 0 0 31,0 0 816-31,-1 0 48 0,0 0 16 0,-2 2 0 16,1-2 224-16,0 0 48 0,1 0 16 0,-1 1 0 0,0-1 112 0,1 0 0 16,0 0 16-16,0 0 0 0,1 0 256 0,0-1 48 15,1 1 16-15,-1 0 0 0,1 0-160 0,1 0-48 16,1 1 0-16,1-1 0 0,2 1-400 0,0-1-96 15,3 2-16-15,0-1 0 0,0 1-272 0,-9-2-64 16,0 0-16-16,38 5 0 0,-38-5-304 0,0 0-64 16,41 4-16-16,-41-4 0 0,0 0-160 0,34 3 0 15,-23-3 0-15,-1 0 0 16,-1 0-1232-16,-2 0-176 0,-1-3-48 0,-1 3-12656 16</inkml:trace>
  <inkml:trace contextRef="#ctx0" brushRef="#br1" timeOffset="179088.01">6518 8030 6447 0,'3'-2'576'0,"-1"1"-576"16,0 1 0-16,0 0 0 0,0 0 1648 0,1-2 208 0,2 0 64 0,5-1 0 16,2 1 384-16,2-3 96 15,0 2 16-15,1 0 0 0,-1 0-624 0,-14 3-112 0,25-2-16 16,-25 2-16-16,0 0-1184 0,0 0-224 0,39 4-48 0,-39-4-12816 15</inkml:trace>
  <inkml:trace contextRef="#ctx0" brushRef="#br1" timeOffset="179561.87">6944 7805 8287 0,'-2'0'736'0,"1"0"-592"0,0 2-144 0,1-2 0 16,-1 0 1280-16,0 2 208 0,-1-1 48 0,-1 3 16 15,-1 0 416-15,-1 4 80 0,0 1 0 0,1 0 16 16,-1 1-656-16,1 2-128 0,1 2-16 0,-1 0-16 16,2 1-624-16,0 1-128 0,2-16-32 0,0 30 0 15,0-30-128-15,0 0-16 0,6 37-16 0,-6-37 0 16,0 0-64-16,0 0-16 0,0 0 0 0,0 0 0 16,32 30-96-16,-24-30-128 0,0-3 176 0,0-2-176 15,1-1 480-15,-1-3-16 0,2-1 0 0,0-1 0 16,-1-1-128-16,-1 0-16 0,0 0-16 0,-2 0 0 15,1-1-304-15,-3-2 0 0,0 1 0 0,-2 2 0 0,-2 0 0 0,-2 0 0 16,-2 1 0-16,-1 1 0 16,-3 2 0-16,0 1 128 0,-3 3-128 0,-1-1 0 15,0 3 224-15,0 2-64 0,1 0-16 0,-1 4 0 0,3-1-144 16,2 0 0-16,0 1 144 0,2 3-144 16,0 0 0-16,2 0-128 0,2-2 0 0,2 0-9680 15,1-1-1936-15</inkml:trace>
  <inkml:trace contextRef="#ctx0" brushRef="#br1" timeOffset="180130.98">6508 8020 8287 0,'-1'0'736'0,"0"-1"-592"16,1 0-144-16,-1 1 0 0,1 0 1344 0,-1-2 224 0,-1 1 48 0,0-1 16 16,0-1 288-16,0-1 48 0,-1 0 16 0,1 1 0 15,-1 3-352-15,1-3-64 0,1 3-16 0,0 0 0 16,1 0-352-16,-1 0-80 15,0 3-16-15,0-1 0 16,0 1-288-16,1 1-64 0,0 1-16 0,-1 0 0 0,1-1-208 0,0 1-32 0,1 0-16 0,0-1 0 16,0-1-160-16,1 0-48 15,-1-1 0-15,2-2 0 0,2 0 112 0,-1-2 0 0,3 0 16 0,-1-1 0 16,2 0 80-16,0 1 16 16,2-3 0-16,1 0 0 0,-1 2-144 0,1-1-32 0,1 0 0 0,-1 1 0 0,1 1-176 15,-1 0-144 1,-11 2 192-16,0 0-192 0,30-3 0 0,-22 3 0 15,1 0 0-15,-2 0 0 0,1 0 0 0,-1 0 0 16,1 0 0-16,0 0 0 0,-1 0 0 0,0-2 0 16,0 2 0-16,-1-3-12048 15,0 3-2480-15</inkml:trace>
  <inkml:trace contextRef="#ctx0" brushRef="#br1" timeOffset="180785.89">7113 7950 10127 0,'-1'-1'896'0,"1"1"-704"0,0 0-192 0,0 0 0 0,0 0 1536 0,0 0 288 16,0-2 48-16,0 2 16 0,0-1 560 0,1 1 112 15,0 1 32-15,1 1 0 0,1 0-752 0,0 1-160 16,-3-3-16-16,0 0-16 0,0 0-624 0,0 0-128 15,0 0-32-15,0 0 0 0,0 0-416 0,32 33-96 0,-32-33-16 0,0 0 0 32,0 0-336-32,0 0 0 0,0 0 0 0,0 0 0 0,0 0-720 0,0 0-112 0</inkml:trace>
  <inkml:trace contextRef="#ctx0" brushRef="#br1" timeOffset="181246.28">7388 7788 4607 0,'-2'0'192'0,"0"0"64"0,0 0-256 0,1 0 0 16,0 1 0-16,0 0 0 0,0-1 1536 0,-1 2 272 0,-2 3 48 0,-2 0 16 16,1 0 272-16,-3 3 48 15,3 0 16-15,-2 0 0 0,2 1-480 0,0 1-80 0,1 1-32 0,-1 1 0 16,2 0-416-16,-1 0-96 0,2 2-16 0,1 0 0 16,0-1-368-16,1-13-80 0,0 25 0 0,0-25-16 15,0 0-240-15,0 0-32 0,0 0-16 0,0 0 0 16,27 36-208-16,-21-34-128 0,1-2 160 0,0-4-160 15,0 1 144-15,-1 1-144 0,1-3 128 0,-1-1-128 16,1-2 128-16,0 1-128 0,-1-3 0 0,-1 3 128 16,1-2-128-16,-2-1 0 0,0 3 0 0,-1-2-176 15,0 0 176-15,-2-1-128 0,1 0 128 0,-1 1-128 16,-2-1 128-16,-1-2 0 0,-2 2 0 0,-1-1 0 0,1 2 0 16,-3 1 144-16,1 1-144 0,-1 2 0 0,1 3 320 0,-1 2-32 15,1 0-16-15,0 2 0 0,0 1 64 0,1 0 16 16,1 2 0-16,0-1 0 0,1 3-352 0,0-3 128 15,2 2-128-15,0-1 0 0,2 1 0 0,1-3-320 16,1 1 64-16,0-2-10080 16,3-1-2016-16</inkml:trace>
  <inkml:trace contextRef="#ctx0" brushRef="#br1" timeOffset="181623.4">7637 7741 16575 0,'2'-3'736'0,"-1"1"160"0,1 0-720 0,-1 1-176 16,-1-1 0-16,0 2 0 0,1 0 1744 0,-1 0 320 15,2-2 64-15,-1 1 16 0,-1 1-224 0,0 3-32 0,-1-1-16 0,-1 3 0 16,-1 2-528-16,0 0-128 0,-1 1 0 0,-1 3-16 16,-1 1-560-16,0 2-128 0,-1 1 0 0,0-1-16 15,0 2-256-15,-2 1-48 0,2 0-16 0,0-1 0 0,3-2-32 0,-1 0 0 16,1 1 0-16,1-1 0 0,3 0-144 0,-1-2 0 15,1-12 144-15,0 0-144 16,0 0 0-16,0 0 0 0,0 0 0 0,0 0 128 0,40 21-128 0,-29-27 0 16,0-2 0-16,1-2 0 15,-1 1 0-15,0-3 0 0,-1 1 0 0,1-1 128 0,0 0-128 0,-2-2 0 16,1-1 0-16,-1-1 0 0,-1 1 0 0,-3 1 0 16,-1 2 0-16,-1 0 128 0,-2 1-128 15,-3 1 0-15,-1 1 0 0,-2 4 0 0,-2 0 0 0,-2 3 0 0,-1 2 0 16,-2 1 0-16,1 2 0 0,0 0 0 0,1 2-144 15,1-3 144-15,0 3 0 0,2 0-176 0,0-3 176 0,4 1-128 32,0 1-640-32,1-3-112 0,3 1-16 0,1-4-9920 15,3 1-1968-15</inkml:trace>
  <inkml:trace contextRef="#ctx0" brushRef="#br1" timeOffset="182050.74">7860 7664 6447 0,'5'-7'272'0,"0"2"80"0,0 2-352 0,-3 0 0 0,0 1 0 16,0 1 0-16,0-1 2240 0,2-3 368 0,1 1 80 0,2-2 0 16,0 0 240-16,-1 0 32 0,-3 3 16 0,0 2 0 0,-1-1-944 0,-2 2-192 15,-1 2-48-15,-1 1 0 16,0 4-832-16,-2-1-160 0,-1 4-32 0,0 2-16 0,-1 2-336 0,-2 3-64 16,0 3-16-16,-1 0 0 0,0 1-112 0,0-1-32 15,1 0 0-15,-1 0 0 0,0 1-64 16,0 2-128-16,0 1 176 0,1 0-176 0,1-4 128 0,1 0-128 15,2-2 0-15,1-2 0 0,2-2 0 0,1-14 0 16,0 0 0-16,0 0 0 0,0 0 0 0,0 0 0 16,0 0 0-16,35 21 0 0,-25-26 0 0,0-2 0 15,1-2 0-15,1-1 0 0,0 1 0 0,-1-2 0 16,-1 3 0-16,0-2 0 0,-1 3 0 0,-1-2 0 16,1 0 0-16,-2 1 0 0,-1 1 0 0,-1 2 0 15,-1-2-128-15,-2 3 128 0,-1-1 0 0,-1 2 0 16,-1-1-160-16,-2 1 160 0,-1 1 0 0,0-1 0 0,-3 0 0 0,0 2 0 15,-1-1 0 1,-1-1 0-16,-1 3 0 0,1-2 0 0,0 1 0 0,0 1 0 0,1 1 0 0,-1 1 0 16,2-2 0-16,-1 3 0 0,3-1 0 0,0-2 0 15,2 2-176-15,1-2 176 0,2 2-128 0,1-2-11072 16,0 0-2224-16</inkml:trace>
  <inkml:trace contextRef="#ctx0" brushRef="#br1" timeOffset="182423.87">8054 7672 7359 0,'-3'0'656'0,"1"0"-528"16,1 2-128-16,0-2 0 0,0 0 1632 0,1 0 288 16,0 0 64-16,1 2 16 15,0-1 1024-15,2 1 208 0,1 0 32 0,1-2 16 0,3-2-1392 0,0 0-288 16,0-1-48-16,2 1-16 0,-1-3-704 0,1 2-160 0,1-3-32 0,0 1 0 15,0 0-272-15,1 0-64 0,-2 0-16 0,0 1 0 16,0 1-288-16,-1-2 0 0,1 3 0 0,-2 0 0 16,-1 2 0-16,1-2 0 0,-2 2 0 0,0 0 0 15,-6 0 0-15,0 0 128 16,0 0-128-16,0 0 0 0,0 0 384 0,0 0-48 0,0 0 0 0,0 0 0 16,0 0-16-16,0 0-16 15,11 40 0-15,-13-33 0 0,-1 0-96 0,1 5-16 0,-1-2 0 0,-1 2 0 16,0 2 16-16,0 2 0 0,-2-2 0 0,1 3 0 31,-1 0-80-31,0 2 0 0,-2 4-128 0,0 1 192 0,0-2-192 0,1 3 0 16,0-1 0-16,-1 0 0 0,2-1 0 0,1-4 0 15,2-1 0-15,1-3 0 0,2-15-272 0,0 0-48 16,0 27-16-16,2-23 0 16,-1-3-2144-16,2-2-416 0</inkml:trace>
  <inkml:trace contextRef="#ctx0" brushRef="#br1" timeOffset="182650.43">8103 7862 6447 0,'-5'-1'272'0,"2"-1"80"0,1 2-352 0,0 0 0 0,1 0 0 0,1 0 0 16,0 0 2160-16,-1-2 352 0,1 2 80 0,-1 0 16 15,1-1 112-15,2 1 32 0,2-2 0 0,0 0 0 16,3 0-800-16,1-3-160 0,1 2-16 0,2-1-16 15,1-1-704-15,1-1-144 0,0 0-16 0,1 0-16 16,1-2-496-16,-1 3-80 0,0-2-32 0,-1 2 0 16,0-1-272-16,-2 0 0 0,1 4 0 0,-2-3 0 15,1 1-1088-15,-2 1-160 0</inkml:trace>
  <inkml:trace contextRef="#ctx0" brushRef="#br1" timeOffset="183017.87">8490 7634 13823 0,'-1'0'608'0,"1"-2"128"0,0 2-592 0,-1 0-144 0,1 0 0 0,-1 2 0 15,1-2 2144-15,-1 1 400 0,0 0 80 0,-1 1 0 16,0 1-288-16,0 0-64 0,0 1-16 0,0 0 0 16,-1 0-1152-16,0 1-224 0,-1 1-48 0,1-1-16 15,-1 4-320-15,-1-2-64 16,1 3-16-16,-1 0 0 0,0 2-96 0,0 1 0 0,-1-1-16 0,2 2 0 15,-1 1-144-15,0-1-32 0,1 0 0 0,0 0 0 16,1-2 48-16,0 0 0 16,1 0 0-16,1-3 0 0,1-9-32 0,0 0 0 0,0 0 0 0,0 0 0 0,0 0-144 0,15 36 0 15,-10-34 0-15,2-2 0 0,0-2 0 16,1 0 128-16,3 1-128 0,-1-2 0 0,0 0 128 0,1 0-128 16,2-2 128-16,2 3-128 0,-1-3 160 0,0 3-160 15,-1-1 192-15,0 1-192 0,-13 2 128 0,23 0-128 16,-23 0 0-16,0 0 0 0,31 0 0 0,-31 0 0 15,0 0 0-15,27-2 0 16,-18-1 0-16,0 1 0 0,1-1 0 0,0 1-144 16,0-2-1280-16,-1-2-256 0,1 2-48 0,-1-3-13952 0</inkml:trace>
  <inkml:trace contextRef="#ctx0" brushRef="#br1" timeOffset="183175.76">8681 7635 15663 0,'-4'-1'688'0,"1"-1"144"0,1 4-656 0,0-2-176 0,1 1 0 0,1 0 0 16,-1 4 2464-16,-1 0 464 0,-3 6 80 0,-2 6 32 16,-2 7-368-16,0 0-80 0,-1 4-16 0,-1 0 0 15,0 3-1280-15,-1 4-256 0,-1 1-48 0,0 2-16 16,1-2-720-16,2-3-256 0,1-1 144 0,2-3-17696 31</inkml:trace>
  <inkml:trace contextRef="#ctx0" brushRef="#br1" timeOffset="184030.37">1312 8644 4607 0,'2'-8'400'0,"-1"2"-400"0,1 0 0 0,-1 2 0 0,0 4 704 0,-1-2 48 16,0 2 16-16,0-3 0 0,1 1 1328 0,-1-3 272 16,0 3 48-16,-1 0 16 0,-1 4-192 0,-1 0-16 15,1 1-16-15,0 4 0 0,0 2-384 0,-1 3-80 16,1 2-16-16,0 4 0 0,1 5-448 0,0 3-112 15,1 2-16-15,-1 1 0 0,1 4-640 0,-1-5-144 16,1 0-32-16,-2-1 0 0,1-1-336 0,-1-2 128 16,0-1-128-16,0-1 0 0,1-4 0 0,1-1 0 15,0-2 0-15,2-3 0 16,0-3-960-16,0-4-128 0,1-3 0 0,-1-2-13632 0</inkml:trace>
  <inkml:trace contextRef="#ctx0" brushRef="#br1" timeOffset="184325.84">1277 8663 12895 0,'-2'-5'576'0,"2"3"112"0,0-1-560 0,1-1-128 0,0 3 0 0,1-1 0 16,0 1 1520-16,3-3 272 0,3-3 48 0,2-2 16 16,3 0-256-16,1 0-64 0,1-2 0 0,0 4 0 15,-1 0-544-15,1 2-112 0,-1 3-32 0,-14 2 0 16,0 0-224-16,42 12-48 0,-42-12-16 0,0 0 0 15,30 35-176-15,-30-35-16 0,0 0-16 0,13 48 0 16,-13-32-80-16,-1 3-16 0,-4-2 0 0,-1-1 0 16,-2 1-16-16,-1 0-16 0,-1-3 0 0,-1-1 0 15,0-1-96-15,0-1-128 0,1-4 176 0,-1 0-176 0,1-3 128 0,2 1-128 16,0-2 0-16,0-3 0 0,1 0 0 0,1-3 0 16,2-1 0-16,1 1 0 15,2-3-1136-15,2 0-176 0,0 0-32 0,2 0-12176 16</inkml:trace>
  <inkml:trace contextRef="#ctx0" brushRef="#br1" timeOffset="184552.37">1733 8646 9215 0,'3'-2'816'0,"-1"-1"-656"16,-1 1-160-16,-1 0 0 0,0 1 1344 0,0 1 224 15,0-2 48-15,0-2 16 0,0-1 544 0,-1 2 96 16,-2 1 32-16,-1 2 0 0,-2 4-512 0,-1 2-80 15,-2 3-32-15,0 0 0 0,1 5-384 16,-2-1-80-16,0 6 0 0,1 2-16 16,0 3-656-16,-1 2-128 0,3 2-32 0,2 1 0 0,2-3-384 0,2 0 128 0,2-5-128 0,-1-21 0 31,7 38 0-31,-7-38 128 0,0 0-128 0,26 43 0 16,-26-43 0-16,0 0-224 0,33 28 32 0,-33-28-10176 0,0 0-2048 0</inkml:trace>
  <inkml:trace contextRef="#ctx0" brushRef="#br1" timeOffset="184987.39">1846 8755 11055 0,'-4'0'480'0,"2"0"112"0,1 0-464 0,0 0-128 15,1 1 0-15,1-1 0 0,0 0 1552 0,1 0 304 16,2 0 48-16,1 0 16 0,3-1-96 0,-8 1-16 15,0 0 0-15,37-4 0 0,-37 4-576 0,28-3-112 0,-28 3-32 0,32-7 0 16,-32 7-176-16,29-5-32 0,-29 5-16 0,27-2 0 16,-27 2-480-16,26-5-80 0,-26 5-32 0,24-3 0 15,-15 1-64-15,-9 2-16 0,0 0 0 0,27-2 0 16,-19 2-192-16,-2-2 176 0,-1 2-176 0,-1 0 160 0,-1 0-160 0,-1 0 0 16,-1 0 0-16,-1 0 0 0,0 0 0 0,0 0 0 15,-2 0 0-15,1-2-176 0,-1 1-48 0,-1-1-16 16,1 2 0-16,0-3 0 15,-1 3 880-15,1-2 160 0,-1 0 32 0,0 0 16 16,1 1-688-16,1 1-160 0,-1 0 0 0,-1 0 0 0,1 1 0 0,-2 1 0 16,1 2 0-16,-1 1 0 15,-1 0-608-15,1 2-224 0,-2 0-32 0,0 5-16 0,-1-2 1264 0,1 1 240 16,-2 4 48-16,0 0 16 0,0 0-208 16,0 0-32-16,1 2-16 0,-1-1 0 0,1-2-176 15,0-1-48-15,1 0 0 0,1-3 0 0,1-1-208 0,-1 0 0 16,1-1 0-16,1-1 0 15,-1 0 0-15,1-3 0 0,0 2 0 0,0-3-160 16,0 0-1376-16,0 0-256 0,1-1-64 0,0 1-12672 16</inkml:trace>
  <inkml:trace contextRef="#ctx0" brushRef="#br1" timeOffset="185193.57">1872 8814 6447 0,'-1'-2'576'0,"0"1"-576"0,1 1 0 0,0 1 0 0,0-1 1328 15,1 2 144-15,0 1 48 16,0 2 0-16,-1-5 1280 0,0 0 256 0,0 0 48 0,23 38 16 0,-23-38-1040 0,0 0-208 16,31 33-32-16,-31-33-16 15,0 0-656-15,38 28-128 0,-38-28-16 0,0 0-16 0,42 19-464 0,-42-19-96 32,0 0 0-32,41 20-16 0,-41-20-304 0,0 0-128 0,0 0 128 0,41 34-128 15,-41-34 0-15,0 0-304 0,0 0 48 0,27 35-15120 16</inkml:trace>
  <inkml:trace contextRef="#ctx0" brushRef="#br1" timeOffset="185471.29">1885 9047 10127 0,'-4'-2'448'0,"1"1"96"0,1 1-544 0,0-2 0 0,1 2 0 0,1 0 0 15,0 0 2048-15,-1 0 320 0,1 0 48 0,0 0 16 16,0-2 288-16,2 2 64 0,1-2 16 0,2 1 0 16,1 1-976-16,2 0-192 0,1 0-32 0,-9 0-16 15,0 0-720-15,38 0-144 0,-38 0-16 0,0 0-16 16,49 3-320-16,-49-3-64 0,36 2-16 0,-36-2 0 0,38 7-160 0,-38-7-128 16,39 3 144-16,-39-3-144 0,0 0 0 0,51 3 0 15,-51-3 0-15,35-3 0 16,-17-2-704-16,2 0-192 0,-1-2-48 0,1 0-15184 15</inkml:trace>
  <inkml:trace contextRef="#ctx0" brushRef="#br1" timeOffset="185697.39">2296 8850 8287 0,'-5'2'736'0,"1"0"-592"0,1 1-144 0,1 0 0 16,2-3 1856-16,0 2 352 0,0-1 64 0,0 2 16 15,2 2 400-15,1-1 96 0,-3-4 16 0,0 0 0 16,0 0-992-16,0 0-192 0,42 11-32 0,-42-11-16 16,25-5-608-16,-25 5-128 0,29-6-32 0,-29 6 0 15,28-6-576-15,-28 6-224 0,0 0 176 0,36-2-176 31,-36 2-256-31,0 0-160 0,0 0-32 0,0 0-9776 0,38 9-1952 0</inkml:trace>
  <inkml:trace contextRef="#ctx0" brushRef="#br1" timeOffset="185888.74">2315 8966 12895 0,'-1'0'576'0,"0"0"112"0,2 0-560 0,0 0-128 16,0 0 0-16,0 0 0 0,0 0 1920 0,1 2 336 15,3-2 80-15,2 0 16 0,3 0-208 0,0 0-32 0,-10 0-16 0,0 0 0 16,35-6-832-16,-35 6-176 0,27-6-16 0,-13 4-16 16,0 0-720-16,-14 2-144 15,27-5-16-15,-15 3-16 16,-12 2-1472-16,0 0-288 0</inkml:trace>
  <inkml:trace contextRef="#ctx0" brushRef="#br1" timeOffset="186711.38">2850 8700 11055 0,'0'-6'976'0,"0"3"-784"0,0-2-192 0,0 3 0 15,0 0 1248-15,0 2 208 16,0 0 32-16,0-2 16 0,0 1 1408 0,0-3 288 15,0 3 48-15,0 1 16 0,0 0-1152 0,-1 3-208 0,1 2-48 0,0 2-16 16,1 1-960-16,-1 3-192 0,1 1-48 0,-1 3 0 16,1 1-384-16,-1 3-64 0,0 1-32 0,-1 0 0 0,-1 2-160 0,-1-2 128 15,0 2-128-15,1-3 128 16,-2 0-128-16,1-1 0 0,0 0 0 16,1-2 0-16,0-2 0 0,0 0 0 0,1 0 0 0,1 0 0 15,1-2-608-15,0-4 0 0,2-1 0 0,0-2-15584 16</inkml:trace>
  <inkml:trace contextRef="#ctx0" brushRef="#br1" timeOffset="187470">3033 8620 1839 0,'-2'-5'160'0,"1"-2"-160"16,1 3 0-16,1 1 0 0,1 0 2240 0,-1 1 432 16,1 0 80-16,2-3 0 0,2-2-64 0,2-3-32 15,2 1 0-15,0 2 0 0,1 0-448 0,-1 4-96 0,0 4 0 0,-10-1-16 16,0 0-512-16,0 0-112 15,45 33 0-15,-45-33-16 0,0 0-688 0,30 40-144 0,-30-40-32 0,17 40 0 16,-17-40-320-16,13 48-64 16,-13-48-16-16,7 45 0 0,-6-22-192 0,-3-1 0 15,-1-3 0-15,0-3 0 0,-3-1 0 0,1-1 128 0,-2 0-128 0,1-2 0 16,-2 0 0-16,0-2 0 0,0 1 0 0,1-2 0 16,0-3 0-16,-1 0 0 0,1-1 0 0,0-2 0 31,1-1-1200-31,-1-1-128 0,2-1-16 0,1-1-13712 0</inkml:trace>
  <inkml:trace contextRef="#ctx0" brushRef="#br1" timeOffset="187949.1">3575 8686 9215 0,'-2'0'816'0,"0"-2"-656"0,1 2-160 0,0 0 0 16,0 0 1200-16,0 0 208 15,0 0 32-15,-2-2 16 0,0 2 656 0,1-2 144 16,2 1 32-16,0 1 0 0,4 0-224 0,2 0-32 16,1 0-16-16,2 1 0 0,-9-1-800 0,0 0-176 0,40 0-16 0,-40 0-16 15,32 0-432-15,-32 0-96 16,32 0-16-16,-32 0 0 0,34 2-288 0,-34-2-176 0,30 0 192 0,-30 0-192 16,0 0 0-16,38 2 0 0,-38-2 0 0,0 0 0 15,0 0-400 1,37 0-48-16,-31 0 0 0,-1 0-14848 0</inkml:trace>
  <inkml:trace contextRef="#ctx0" brushRef="#br1" timeOffset="188138.26">3626 8803 11343 0,'-3'2'240'0,"1"-2"48"0,0 0 16 0,2 0 32 0,0 2-336 0,1-2 0 16,0 0 0-16,0 0 0 0,3 0 3248 0,3 1 576 15,-7-1 112-15,0 0 32 0,0 0-1152 0,40 2-240 16,-40-2-32-16,0 0-16 0,42 0-1248 0,-42 0-256 0,32 0-64 16,-32 0 0-16,32 0-736 0,-32 0-224 0,0 0 0 0,46 1-16912 15</inkml:trace>
  <inkml:trace contextRef="#ctx0" brushRef="#br1" timeOffset="192495.01">4235 8765 4607 0,'0'-3'400'0,"0"1"-400"31,0 0 0-31,0-1 0 0,0 3 896 0,0-2 80 0,0 2 32 0,0-3 0 0,0 1 976 0,0-2 192 16,0 1 32 0,0 0 16-16,0 1-240 0,0 2-32 0,0-1-16 0,0 0 0 0,0 1-240 0,0 0-48 15,-1 0-16-15,1 0 0 0,0 0-448 0,-1 1-96 16,0 0 0-16,-1 1-16 16,1 1-352-16,-1-1-64 0,0 1-16 0,0 1 0 15,-2 1-144-15,0 0-48 0,-1 2 0 0,0 0 0 16,-2 3-128-16,1-1-48 0,-1 3 0 0,0-3 0 15,0 3-80-15,0-2 0 0,1 0-16 0,0-1 0 16,1 0-176-16,2-2 160 0,0 0-160 0,0-2 160 16,2 0-160-16,0-1 128 0,0 1-128 0,1-1 128 15,1-1-128-15,1 2 128 0,-1-2-128 0,2-1 128 16,0 0-128-16,0-1 0 0,1 0 0 0,2 0 0 0,1 1 0 16,0-2 0-16,1 0 0 0,0 1 0 0,1 1 0 0,-9-2 0 15,0 0 0-15,0 0 0 0,38 14 0 0,-38-14 0 16,0 0 128-16,0 0-128 0,41 26 0 0,-41-26 0 15,0 0 0-15,0 0 0 0,0 0 0 0,36 30 0 16,-36-30 0-16,0 0 0 0,0 0 0 0,0 0 0 16,0 0 0-16,18 38 0 0,-18-32 0 0,-1 0 128 15,-2 0-128-15,0 0 0 0,-1-1 128 0,-2 2-128 16,1 0 128-16,-3-1-128 0,1 0 176 0,-1 0-48 16,-2-2-128-16,0 3 192 0,0-3-192 0,-1 1 144 0,-1 0-144 15,-1-1 128-15,-2 0-128 0,1 0 0 0,0 0 144 0,0-3-144 16,1 1 0-16,1 0 0 0,0-2 0 0,1-2 0 15,2 0 0-15,0-2 0 0,2-1 0 0,0-2 0 32,1-1-592-32,1-1-48 0,1-1 0 0,0 0-16656 0</inkml:trace>
  <inkml:trace contextRef="#ctx0" brushRef="#br1" timeOffset="192796.22">4170 8790 911 0,'1'-4'0'0,"0"0"0"0,0 1 0 0,0 1 0 0,1 1 1744 0,-1 1 272 16,1-2 48-16,2 0 16 0,1-3 544 0,4 0 96 16,0-1 32-16,2 0 0 0,0 0-752 0,-1 0-144 15,2 2-16-15,-1-1-16 16,0 2-336-16,0-1-64 0,1 0-16 0,-1 1 0 0,1 1-192 0,-1 1-64 15,-11 1 0-15,0 0 0 0,34 3-304 0,-34-3-64 0,0 0-16 0,0 0 0 16,0 0-416-16,43 15-96 16,-43-15 0-16,0 0-16 0,0 0-240 0,0 0 0 15,0 0 128-15,0 0-128 0,0 0 0 0,0 0 0 0,37 18 0 0,-35-16 0 16,1-2-320-16,-1 0-48 0,0 0-16 0,-1 0-16016 16</inkml:trace>
  <inkml:trace contextRef="#ctx0" brushRef="#br1" timeOffset="-208610.81">4314 7098 7359 0,'1'-2'656'0,"-1"-1"-528"16,0 1-128-16,1 2 0 0,-1 0 1520 0,0-1 272 16,0 0 48-16,1 0 16 0,-1-1 384 0,0 0 64 15,0 2 32-15,-1 2 0 0,-1 0-608 0,0 3-112 16,0 0-16-16,-2 2-16 0,-1 2-336 0,0 2-64 16,0-3-16-16,0 2 0 0,-3 2-400 0,-1 2-64 15,-2 0-32-15,-2 3 0 0,0-3-176 0,-2 2-48 0,-1 1 0 0,-1-2 0 16,1 1-192-16,-1-3-64 0,2-1 0 0,0-1 0 15,2-4-192-15,1-2 128 0,2-1-128 0,1-2 0 16,1-2 0-16,0-3 0 0,1-2 0 0,1-1 0 31,1-5-752-31,2-2-144 0,2-3-16 0,2-3-14672 0</inkml:trace>
  <inkml:trace contextRef="#ctx0" brushRef="#br1" timeOffset="-208405.5">4132 6930 11967 0,'1'-5'528'0,"0"0"112"0,2 1-512 0,-1 1-128 0,0 1 0 0,0 1 0 16,1-1 2048-16,0-2 368 0,5-1 80 0,2 0 0 0,1 0 112 0,2 1 16 16,0 3 0-16,-13 1 0 0,0 0-1072 0,39 20-208 15,-39-20-32-15,0 0-16 0,44 54-592 0,-44-54-128 16,30 46-32-16,-30-46 0 0,27 47-320 0,-27-47-64 16,28 54-16-16,-28-54 0 0,27 52-144 0,-27-52 0 15,27 44 0-15,-27-44 0 0,0 0 0 0,33 49 0 16,-33-49 0-16,0 0 0 0,0 0 0 0,27 41 0 15,-24-35 0-15,-1-1-11200 16,-2-3-2144-16</inkml:trace>
  <inkml:trace contextRef="#ctx0" brushRef="#br1" timeOffset="-207874.84">4710 7096 9215 0,'0'-3'816'0,"1"-2"-656"16,0 3-160-16,0 0 0 0,0 2 1216 0,0-2 224 16,1 2 32-16,0-1 16 0,2-1 656 0,2-1 128 15,0 1 32-15,3 0 0 0,0 2-400 0,0 0-80 16,1 0-16-16,-1 1 0 0,1 0-1056 0,-1 2-224 15,0 1-32-15,-1-1-16 0,-8-3-480 0,0 0 0 16,0 0 0-16,0 0-13808 0</inkml:trace>
  <inkml:trace contextRef="#ctx0" brushRef="#br1" timeOffset="-207737.71">4729 7212 12895 0,'0'2'576'0,"0"0"112"0,1 1-560 0,0-1-128 0,0-1 0 0,0-1 0 16,0 2 1808-16,0-2 336 0,3 3 64 0,2-2 16 16,1 1-176-16,1-2-48 0,1 0 0 0,0-2 0 15,-1 1-1296-15,2 0-272 0,-2-3-48 0,0 3-13248 16</inkml:trace>
  <inkml:trace contextRef="#ctx0" brushRef="#br1" timeOffset="-192060.24">4641 8883 1839 0,'-3'-7'160'0,"1"5"-160"15,1-1 0-15,0 1 0 0,2 2 3520 0,-1 0 656 16,-1-2 144-16,1 1 32 0,1 1-1936 0,0 0-384 15,0 0-80-15,2 0-16 0,2 0-432 0,0 3-96 16,-5-3 0-16,0 0-16 0,0 0-352 0,0 0-64 0,44 21-16 0,-44-21 0 16,0 0-128-16,0 0-16 15,49 29-16-15,-49-29 0 0,0 0-224 0,0 0-64 0,45 33 0 16,-45-33 0-16,0 0-256 0,0 0-64 0,37 33-16 16,-37-33 0-16,0 0-176 0,0 0 0 0,0 0 0 15,0 0-176-15,0 0-912 16,0 0-176-16</inkml:trace>
  <inkml:trace contextRef="#ctx0" brushRef="#br1" timeOffset="-191822.24">4849 8828 8287 0,'-2'0'736'0,"0"1"-592"15,1 1-144-15,0-2 0 0,-1 2 1120 0,0 1 192 0,-2-1 32 0,-5 5 16 16,-1 0 560-16,-1 3 96 15,-1-1 32-15,1-2 0 0,1 3-192 0,-2-3-16 0,1 2-16 0,0-1 0 16,0 1-272-16,0 0-48 0,0-1-16 0,0 1 0 16,0-2-848-16,-1 3-192 15,1-1-16-15,1 1-16 0,3-1-640 0,0 1-128 0,1-1-32 0,1 0-14336 32</inkml:trace>
  <inkml:trace contextRef="#ctx0" brushRef="#br1" timeOffset="-191385.99">5124 8788 5519 0,'-3'-4'496'0,"1"2"-496"0,0 1 0 15,2-1 0 1,-1 2 1312-16,0-2 160 0,0 2 48 0,-1-1 0 0,0 1 752 0,-2-2 160 16,2 4 16-16,-2-2 16 0,1 3-512 0,1 2-96 15,0 1-32-15,1 3 0 0,-1 2-256 0,0 1-48 16,1 2-16-16,-1 1 0 0,1 3-464 0,0 2-80 16,0 0-32-16,-1 1 0 0,1 5-336 0,-1 3-64 15,0-3-16-15,0 1 0 0,1 3-176 0,-1-2-32 16,2-2-16-16,0-3 0 0,0-3-288 0,0-20 0 15,0 0 0-15,8 36 0 16,-8-36-288-16,0 0-112 0,0 0-32 0,0 0-10576 16,0 0-2128-16</inkml:trace>
  <inkml:trace contextRef="#ctx0" brushRef="#br1" timeOffset="-191110.55">5017 8802 10127 0,'0'-2'896'0,"0"0"-704"0,1 0-192 0,0 0 0 16,0 1 1136-16,0 1 192 0,1-3 32 0,1 1 16 16,2-2 288-16,3-1 64 0,1-1 16 0,2 0 0 15,2 0 16-15,1 0 0 0,2-1 0 0,0 5 0 0,-16 2-352 0,38-5-64 16,-38 5 0-16,42 0-16 0,-42 0-432 0,43 7-96 16,-43-7-16-16,0 0 0 0,46 25-368 0,-46-25-80 15,0 0-16-15,23 38 0 0,-23-38-160 0,-1 29-32 16,-3-14-128-16,-4-1 192 15,0 0 144-15,-3-2 32 0,-4 2 0 0,-1-2 0 0,-1 0-144 0,-1 0-32 16,0-1 0-16,-1-2 0 0,0-1-192 0,3-3 0 16,0 0 0-16,2-3 0 0,2-2-256 0,2 0-112 15,2-2-16-15,3-3-16512 0</inkml:trace>
  <inkml:trace contextRef="#ctx0" brushRef="#br1" timeOffset="-190345.7">5577 8784 4959 0,'0'0'448'15,"0"-2"-448"-15,0 2 128 0,0 0-128 16,0 0 0-16,0-1 144 0,1 1 1040 0,-1-2 208 16,1 2 32-16,-1-3 48 0,0 3 544 0,0-2 112 15,0 0 32-15,0 2 0 0,0-2-320 0,-1 1-64 0,1 1-16 0,0 0 0 16,-1 0-288-16,1 0-64 0,0 0-16 0,-1 0 0 15,0 0-432-15,0 0-64 0,-1 1-32 0,1-1 0 16,-1 2-288-16,0-1-48 0,-1 0-16 0,1-1 0 16,-2 2-128-16,0 1-48 0,1-1 0 0,-2-1 0 15,0 3-112-15,0-2-32 0,-1 1 0 0,1 2 0 16,-2 1 64-16,1 0 0 0,-1 1 0 0,1 2 0 16,-1 0-48-16,0 1 0 0,1 1 0 0,1 1 0 15,0 3 96-15,0 2 16 0,3 1 0 0,-1 1 0 16,1 0-64-16,1 0-16 0,1-2 0 0,0-17 0 0,4 36-112 0,-4-36-128 15,9 32 176-15,-9-32-176 0,0 0 128 0,23 36-128 16,-23-36 0-16,0 0 0 16,0 0 0-16,32 34 0 0,-32-34 0 0,0 0 0 15,0 0-608-15,0 0-80 0,0 0-16 0,36 18-16512 16</inkml:trace>
  <inkml:trace contextRef="#ctx0" brushRef="#br1" timeOffset="-190042.8">5672 8892 11967 0,'-3'0'528'0,"1"0"112"16,1 0-512-16,1-2-128 15,0 2 0-15,1 0 0 0,0 0 1440 0,0-1 256 0,2 0 48 0,2-1 16 0,-5 2 352 0,0 0 80 16,23-5 16-16,-23 5 0 0,0 0-624 0,31-2-128 16,-31 2-32-16,0 0 0 15,38 2-624-15,-38-2-128 0,0 0-32 0,38 2 0 0,-38-2-448 0,0 0-192 16,37 0 176-16,-37 0-176 0,0 0 0 0,33-2 0 16,-33 2 0-16,20-6 0 31,-11 5-1328-31,-1-4-144 0,0 2-48 0,-2 1-11968 0</inkml:trace>
  <inkml:trace contextRef="#ctx0" brushRef="#br1" timeOffset="-189837.52">5900 8857 4607 0,'-4'0'192'0,"2"1"64"0,-1 1-256 16,1-2 0-16,1 2 0 0,0-2 0 0,0 2 1712 0,-1 0 288 0,-1 3 64 0,-2 0 16 16,0 3 288-16,-1 1 64 0,0 0 16 0,0 1 0 15,0 2-496-15,0-1-96 16,0 1-32-16,-1 3 0 0,0-1-512 0,0 0-96 15,0 0-32-15,-1 0 0 0,2 0-576 0,-2-2-112 16,2 0-32-16,0-1 0 0,2-2-464 0,-1-1 0 0,1 0 0 0,1-4 0 16,1 1-768-16,-1-2-128 0,0-1-48 0,1-2-8352 15,1 2-1680-15</inkml:trace>
  <inkml:trace contextRef="#ctx0" brushRef="#br1" timeOffset="-189647.22">5749 8988 911 0,'-2'-8'0'0,"1"4"0"16,0 1 0-16,0 3 0 0,1 0 1952 0,-1-2 304 15,1-1 64-15,-2-1 16 0,0-3 672 0,1 3 144 16,1 3 32-16,1 1 0 0,1 1-976 0,-2-1-192 16,0 0-32-16,0 0-16 0,0 0-432 0,0 0-96 0,36 32-16 0,-36-32 0 15,0 0-528-15,0 0-128 0,40 31 0 16,-40-31-16-16,0 0-192 0,32 28-48 0,-32-28 0 16,0 0 0-1,29 31-336-15,-29-31-176 0,0 0 160 0,0 0-160 0,30 38 0 0,-30-38-192 0,0 0 16 0,0 0 0 31,0 0-1856-31,0 0-368 0</inkml:trace>
  <inkml:trace contextRef="#ctx0" brushRef="#br1" timeOffset="-189441.89">5687 9160 5519 0,'-3'1'496'0,"1"1"-496"16,1-2 0-16,0 2 0 0,1-2 1280 0,0 0 144 15,1 1 48-15,0 1 0 0,1-1 1088 0,-2-1 208 16,0 0 48-16,0 0 16 0,0 0-208 0,33 1-64 16,-33-1 0-16,22-4 0 0,-22 4-576 0,26-5-128 15,-26 5-32-15,31-1 0 0,-31 1-976 0,32 0-192 16,-32 0-32-16,0 0-16 0,45 0-416 0,-45 0-192 16,0 0 160-16,41-2-160 0,-41 2 0 0,23-2-128 0,-23 2-16 0,21-8-11408 31,-21 8-2272-31</inkml:trace>
  <inkml:trace contextRef="#ctx0" brushRef="#br1" timeOffset="-189204.92">6030 8969 4607 0,'-3'0'400'0,"1"0"-400"0,1 2 0 0,0-2 0 16,2 0 1776-16,-1 0 272 0,1 0 48 0,1 0 16 15,2 0 976-15,2 0 208 0,-6 0 32 0,0 0 16 0,30-5-1152 0,-30 5-224 16,27-4-48-16,-27 4-16 0,29-5-864 0,-15 2-160 16,0 1-48-16,0 0 0 0,-14 2-512 0,26-3-96 15,-26 3-32-15,0 0 0 0,34-4-192 0,-26 3-128 16,0 1 128-16,-3 1-10336 16,0 1-1952-16</inkml:trace>
  <inkml:trace contextRef="#ctx0" brushRef="#br1" timeOffset="-189025.36">6056 9058 12895 0,'1'0'576'0,"0"0"112"0,1 0-560 0,1 1-128 0,-2-1 0 0,1 0 0 16,2 0 1920-16,1 0 336 16,-5 0 80-16,0 0 16 0,39-3 272 0,-39 3 48 0,31-4 16 0,-15 1 0 15,-1-1-1248-15,-1 1-240 0,0-1-48 0,-1 1-16 16,0-2-1136-16,-1 1-320 0,0 1 0 0,-1-2-14976 15</inkml:trace>
  <inkml:trace contextRef="#ctx0" brushRef="#br1" timeOffset="-188693.09">6484 8866 10127 0,'-3'0'896'15,"0"1"-704"-15,1 1-192 0,1 0 0 0,-1-1 1984 0,0 1 384 16,-3 2 64-16,-2 1 0 0,-3 4-352 0,0-1-80 16,1 2-16-16,0 1 0 0,4-2-672 0,0 1-144 15,2 0-16-15,3-10-16 0,0 0-48 0,1 30 0 16,-1-30 0-16,0 0 0 0,0 0-240 0,0 0-48 0,28 36-16 0,-28-36 0 16,0 0-432-16,0 0-96 0,41 5 0 0,-41-5-16 15,21-5-240-15,-10 0 0 0,2-2 0 0,-1-3 0 16,1 1 0-16,-2-3 0 0,-1-1-176 0,-1 0 176 15,-1-1-448 1,-2 2 16-16,-2-2 16 0,-3 2 0 0,-2 3 144 0,-3-2 16 0,-2 2 16 0,-3 3 0 16,-2-1 240-16,-3 4-176 0,-1 1 176 0,0-1-160 15,0 3-128-15,0 3-32 16,2-1 0-16,1 0 0 0,3 1 48 0,0 0 0 16,4 1 0-16,1-2 0 15,2 0-672-15,1 1-128 0</inkml:trace>
  <inkml:trace contextRef="#ctx0" brushRef="#br1" timeOffset="-188466.64">6652 8753 20271 0,'0'0'896'0,"0"0"192"0,0 0-880 0,0 0-208 0,0 0 0 0,0 0 0 16,0 0 1872-16,34 34 336 0,-34-34 64 0,0 0 16 15,39 49-736-15,-39-49-144 0,30 38-16 0,-30-38-16 16,27 35-320-16,-27-35-64 0,23 33-16 0,-23-33 0 0,0 0-288 0,18 43-64 16,-18-43-16-16,-1 26 0 0,-4-16-288 15,-2 1-48-15,-3 1-16 0,-1-2 0 0,-2 0-256 0,-3-1 0 16,-3 2 128-16,-2-3-12000 16,-2 1-2400-16</inkml:trace>
  <inkml:trace contextRef="#ctx0" brushRef="#br1" timeOffset="-187747.25">6990 8840 7359 0,'0'0'656'0,"-1"0"-528"0,1 0-128 0,-1 0 0 16,1 1 1216-16,-1-1 192 0,0 2 64 0,0-2 0 15,-1 2 400-15,1-1 96 0,-1 1 16 0,0 0 0 16,1 0-336-16,0-1-64 0,0 0-16 0,1 2 0 16,0-3-192-16,0 1-32 0,1-1-16 0,0 0 0 15,1 0-176-15,0 0-16 16,0-1-16-16,2 1 0 0,0-3-208 0,1 1-32 0,3 1-16 0,-1-2 0 0,-7 3-320 0,20-5-64 16,-20 5-16-16,22-6 0 15,-22 6-144-15,26-5-16 0,-26 5-16 0,27-3 0 0,-27 3-128 0,0 0-32 16,37 0 0-16,-37 0 0 15,0 0-128-15,0 0 0 0,37 5 0 0,-37-5 0 0,0 0 0 0,0 0 0 16,0 0 0-16,32 4 0 16,-32-4-1040-16,0 0-192 0,0 0-48 0,0 0-15424 0</inkml:trace>
  <inkml:trace contextRef="#ctx0" brushRef="#br1" timeOffset="-187475.45">6997 8978 12895 0,'-2'2'576'0,"1"-2"112"0,1 3-560 0,0-3-128 0,0 0 0 0,1 0 0 16,-1 0 2128-16,2 0 400 0,2 0 80 0,1 0 16 16,-5 0 272-16,0 0 64 0,27-5 16 0,-27 5 0 15,26-9-1104-15,-12 5-208 16,3-1-64-16,0-1 0 0,1 2-960 0,-1-1-208 0,2 0-48 0,-4 1 0 0,-15 4-384 0,28-6 0 31,-28 6 0-31,0 0 0 16,31-4-256-16,-31 4-128 0,0 0-16 0,0 0-17056 0</inkml:trace>
  <inkml:trace contextRef="#ctx0" brushRef="#br1" timeOffset="-185682.18">7571 8838 11967 0,'-2'-2'1072'0,"0"-2"-864"0,2 3-208 0,-1-1 0 16,1 1 976-16,-1-1 160 0,-1 0 16 0,-2-3 16 15,1-2 816-15,-2 2 176 0,1 1 16 0,1 3 16 16,-1 1-496-16,1 5-96 0,-1 0-32 0,1 7 0 16,-1 0-736-16,-1 3-128 0,1 3-48 0,-1-1 0 15,1-1-208-15,1 3-64 0,0 2 0 0,1-1 0 16,0-2-112-16,2-1-16 0,0-17-16 0,0 0 0 16,8 38-80-16,-8-38-16 0,0 0 0 0,0 0 0 15,0 0-144-15,39 10 0 0,-28-15 0 0,0-3 0 16,0-1 0-16,1-2 0 0,2-2 176 0,0-3-176 15,-1-1 144-15,-2 3-144 0,-1-3 128 0,-1 0-128 16,-1 1 0-16,-2 0 0 0,-1 1 0 0,-2-2 0 0,-1 3-144 16,-3-2 144-16,-1 0 0 0,-2 1 0 0,-1 1 0 0,-1-1-128 15,-2 2 128-15,-1 1 0 0,1 2 0 0,0 1 0 16,-1 1 0-16,3 1 0 0,0 3 0 0,1 1 0 16,1 2 0-16,1 1 0 0,1 1 0 0,2 1-192 15,1 1 192-15,1 2-15536 16</inkml:trace>
  <inkml:trace contextRef="#ctx0" brushRef="#br1" timeOffset="-185455.74">7790 8888 18431 0,'1'0'1632'0,"1"1"-1312"0,0 0-320 0,-1-1 0 16,0 0 1392-16,0 2 208 0,1 1 32 0,-2-3 16 16,0 0-352-16,0 0-64 0,0 0-16 0,19 38 0 15,-19-38-896-15,0 0-192 0,0 0-128 0,0 0-12800 16</inkml:trace>
  <inkml:trace contextRef="#ctx0" brushRef="#br1" timeOffset="-184947.89">8055 8736 4607 0,'1'-1'400'0,"1"0"-400"16,-1-1 0-16,0 2 0 0,-1 0 1648 0,0 0 240 16,2-2 48-16,0 1 16 0,0-1 240 0,-1 1 48 15,0-1 16-15,-1 2 0 0,0-1-736 0,-1 0-160 16,-1 1-16-16,0 0-16 0,-1 1-96 0,0-1-16 16,1 1 0-16,-1-1 0 0,0 2-176 0,-1-2-32 15,2 3-16-15,-1-2 0 0,-1 1-400 0,0 1-80 16,2 0 0-16,-1 2-16 0,0-2-128 0,0 2-32 0,1 2 0 0,0-1 0 15,-1 2-112-15,0-1-32 0,0 2 0 0,0 2 0 16,3-11-64-16,-5 23-128 0,2-12 176 0,0 1-176 16,3-12 160-16,-3 22-160 0,3-22 128 0,-3 23-128 0,3-23 192 0,-2 22-64 15,2-22 0-15,0 0 0 0,1 27 16 0,-1-27 0 16,0 0 0-16,0 0 0 16,0 0-144-16,0 0 0 0,0 0 0 0,0 0 0 0,0 0 0 0,0 0 0 15,35 25 0-15,-29-29 0 0,0-2 0 0,0 2 128 16,0-4-128-16,1 1 0 0,-2-2 0 0,1-1 128 0,0 1-128 15,-1-1 0-15,0 1 0 0,-2-3 0 0,0 2 128 0,0-2-128 32,-1 1 0-32,-2-1 0 0,0 3 0 0,-2-2 0 0,-1 2 0 0,-2 0 0 15,0 2 0-15,-2 0 0 0,0 2 0 0,1 3 0 0,-2-1 0 0,0 3 0 16,0 0-144 0,2 1 144-16,-1 2-192 0,3 0 192 0,-1 0-752 15,1 2-32-15,2-1-16 0,0 1-9872 0,2-2-1968 0</inkml:trace>
  <inkml:trace contextRef="#ctx0" brushRef="#br1" timeOffset="-184123.32">8254 8651 12895 0,'-2'-2'1152'0,"0"1"-928"16,1-1-224-16,0 2 0 0,1 0 1280 0,-1 0 192 0,0-1 64 0,-2 0 0 15,0-1 560-15,-1 1 112 0,2 1 32 0,0 0 0 16,1 0-400-16,1 0-80 0,0 3-16 0,2-3 0 16,0 2-608-16,2-2-128 0,2 2-32 0,-6-2 0 15,0 0-384-15,0 0-80 0,37 3 0 0,-27-5-16 16,-10 2-96-16,0 0-16 0,36-1 0 0,-36 1 0 15,0 0-224-15,35 3-160 0,-35-3 192 0,0 0-192 16,0 0 128-16,0 0-128 0,0 0 0 0,0 0 0 16,0 0 0-16,20 38 0 0,-27-29 0 0,-2 1 0 15,-1 0 0-15,-3 1 0 0,-2 1 0 0,-1 0 0 16,1-1 0-16,-2-1 0 0,0 2 0 0,1-2 0 0,1-1 0 0,1 0 0 16,1-1 0-16,3-4 0 0,1 2 0 15,5-1 0-15,2-2 0 0,2-2 0 16,2 1 0-16,1-2 0 0,-3 0 0 0,0 0 0 0,25-3 0 0,-25 3 0 15,28-4 0-15,-11 1 0 0,-17 3 0 0,35-2 0 16,-35 2 0-16,36 0 0 16,-36 0 0-16,35 5 0 0,-35-5 0 0,0 0 0 0,39 12 0 0,-39-12 0 15,0 0-128-15,0 0 128 0,0 0 0 0,24 31 0 16,-26-22 0-16,-2-2 0 0,-2 0 0 0,-2 3 0 16,-2 0 0-16,-1-1 0 0,0 0 0 0,-1 1 0 15,-1-1 0-15,-1 0 0 0,-1-1 128 0,0-1-128 0,0 0 0 16,2-3 0-16,2 1 0 0,0-1 0 0,0-1 0 0,2 0 0 15,1-1 0-15,3-2-224 0,0 1 64 0,3-2 16 32,1-1-1792-32,3-1-368 0</inkml:trace>
  <inkml:trace contextRef="#ctx0" brushRef="#br1" timeOffset="-183663.45">8515 8658 10127 0,'3'-2'448'0,"0"-1"96"0,0 1-544 0,-1 0 0 0,0 1 0 0,0 1 0 0,0-2 1984 0,2 0 304 15,2-1 48-15,3-2 16 0,2 1-272 0,2-1-48 16,0 1-16-16,0 1 0 0,-1 3-672 16,-12 0-128-16,0 0-16 0,34 2-16 0,-34-2-480 0,0 0-112 15,0 0-16-15,0 0 0 16,36 24-320-16,-36-24-64 0,0 0 0 0,0 0-16 15,-2 33-32-15,-5-23 0 0,0-1 0 0,-3 2 0 0,1-3 0 0,-1 1 0 16,-1 1 0-16,-1 0 0 16,-1-3-144-16,0 1 0 0,1 0 0 0,0-3 128 0,1 2-128 0,0-4 0 15,3 0 144-15,1-2-144 0,3-1 0 16,1 0 0-16,2 0 0 0,2-1 0 0,1 0 0 0,3-1 0 16,1 0 0-16,2-1 0 0,2 1 0 0,-10 2 0 0,23-3 0 0,-23 3-128 15,29 0 128-15,-29 0 0 16,29 3 0-16,-29-3 0 0,0 0 0 0,39 11 0 15,-39-11-144-15,0 0 144 0,0 0 0 0,29 29 0 0,-29-29 0 0,0 0 0 16,0 0 0-16,-1 31 0 16,-4-24 0-16,-2 0 0 0,-1 0 0 0,-3-2 0 0,0 2 0 0,-2-2 0 15,1-1 128-15,0 1-128 0,-1 0 0 0,0-3 128 16,0 3-128-16,1-3 0 0,1 1 0 0,0-1 0 16,2 0 0-16,0-1 0 0,2 0-144 0,2-2 144 15,2 0-1536-15,2 1-192 0</inkml:trace>
  <inkml:trace contextRef="#ctx0" brushRef="#br1" timeOffset="-183315.9">8920 8581 14735 0,'0'-1'1312'16,"0"1"-1056"-16,1 0-256 0,-1 0 0 0,-1 1 1728 0,0 0 304 0,0-1 48 0,-3 3 16 15,1 2-352-15,-3 1-64 0,-2 4-16 0,-1-1 0 16,0 3-800-16,-2 2-160 0,0 3-48 0,-2 2 0 16,-1 2-64-16,-1 3-16 0,0 0 0 0,0 2 0 15,1 1-384-15,1 0-192 0,1-3 160 0,3-2-160 16,2-2 0-16,1-3 0 0,6-17 0 0,-3 29 0 16,3-29 0-16,0 0 0 0,0 0 0 0,0 0 0 0,31 28 0 0,-31-28 0 15,22-2 0-15,-10-3 0 0,-1-1-224 0,2-2 16 16,1-1 0-16,0-1 0 0,0-2-112 0,-1-1-32 15,-1 1 0-15,0-1 0 0,-2 1 16 0,-1 1 0 16,-4 1 0-16,-1 1 0 0,-1 0 128 0,-3 1 16 16,-2 1 16-16,-2-1 0 0,-1 2 176 0,-4 0 0 15,-1 3 0-15,-3 2 0 0,0-1 0 0,-2 4 144 16,0 0-144-16,0 3 0 0,1 0 192 0,1-1-192 16,1 4 192-16,2-1-192 0,3-2 0 0,1-1 0 15,2-1 0-15,2 0-13072 0</inkml:trace>
  <inkml:trace contextRef="#ctx0" brushRef="#br1" timeOffset="-182860.88">9080 8718 20271 0,'8'-3'896'0,"-3"0"192"0,1 1-880 0,-2 0-208 0,-1-1 0 0,0 1 0 16,1-1 2016-16,2 0 352 0,4-3 80 0,4-3 16 15,3-3-800-15,1 0-144 0,0-2-48 0,-1 2 0 16,0 0-576-16,-2-2-128 0,0 0-32 0,0 2 0 16,-2-2-160-16,-1-1-16 0,-2 1-16 0,-1 0 0 0,-3-1-160 0,-1 0-48 15,-3 1 0-15,-2 1 0 16,-1 1-144-16,-3 2-48 0,-1 2 0 0,-2 4 0 0,-2 1-144 0,-2 4 0 16,-2 2 144-16,-1 4-144 0,-2 2 0 0,-1 3 0 15,0 0 0-15,2 0 128 0,1 2-128 0,1-2 0 16,1 2 0-16,2 1 0 0,-1 1 0 0,3-2 0 15,2 0 0-15,0 0 0 0,2-2 0 0,4-12 0 16,0 0 0-16,0 29 0 0,0-29 0 0,0 0 0 16,0 0 0-16,0 0 0 0,0 0 0 0,43 19 0 15,-43-19 0-15,0 0 0 0,33-2 0 0,-33 2 0 16,24-3 0-16,-12 1 0 0,-3-1 0 0,-9 3 0 0,17-2 0 16,-17 2 0-16,0 0 0 0,0 0 0 0,0 0 0 15,0 0 0-15,0 0 0 0,0 0 0 0,30 33 0 0,-30-33 0 16,-4 22 0-16,0-6 0 0,-4 1 0 0,0 0 0 15,-1 4 0-15,-1 1 0 0,-1 3 0 0,0-1 0 16,2-3 0-16,-2 4 0 0,-1 0 0 0,2 0 0 16,0-2 0-16,4-5 0 0,-1 1 0 0,3-2-18240 15</inkml:trace>
  <inkml:trace contextRef="#ctx0" brushRef="#br1" timeOffset="-182047.85">1332 9476 5519 0,'-1'-9'496'0,"1"6"-496"15,0-1 0-15,0 1 0 0,1 3 2560 0,-1-2 400 16,1 2 96-16,0 2 16 0,0-2-1008 0,0 5-192 31,1 2-32-31,-2-7-16 0,3 24-320 0,-3-24-64 0,3 38-16 0,-3-13 0 16,1 1-592-16,-1 3-128 0,0 2-32 0,-1-1 0 15,0 4-400-15,0-4-80 0,-1 2 0 0,0 0-16 16,1 2-176-16,0-5 0 0,0-1 0 0,2-5 128 16,-1-1-128-16,0-22 0 0,4 27 0 0,-4-27 0 15,0 0-1136-15,0 0-96 0,0 0-32 16,0 0-11376-16</inkml:trace>
  <inkml:trace contextRef="#ctx0" brushRef="#br1" timeOffset="-181765.32">1351 9514 8287 0,'-10'-22'736'0,"5"13"-592"16,1 0-144-16,1 2 0 0,1 4 2336 0,1 1 432 16,1 0 96-16,-1-1 16 0,0-3-64 0,2 0 0 15,2 1 0-15,3 1 0 0,1 1-1328 0,-7 3-272 16,0 0-48-16,37 5-16 15,-37-5-1424-15,0 0-304 0,54 17-48 0,-54-17-16 0,38 14 1344 0,-38-14 256 16,0 0 48-16,53 23 16 0,-53-23-848 0,0 0-176 16,37 22 0-16,-37-22 0 0,0 0 0 0,0 0 0 0,0 0 0 0,20 38 0 15,-23-26 0-15,-3 2 0 0,-2-1 0 16,-4 1 0-16,0-1 288 0,-2-1-48 0,-1 1-16 0,0-2 0 16,0 1-96-16,-2-3 0 0,1 1-128 0,-1-1 192 15,1 1-192-15,2-4 0 0,3-1 128 0,3-2-128 16,1-2 0-16,4-1 0 0,1-1 0 0,3-2-10624 15,2-2-2048-15</inkml:trace>
  <inkml:trace contextRef="#ctx0" brushRef="#br1" timeOffset="-181528.8">1799 9500 20271 0,'1'-8'896'0,"0"4"192"0,0-1-880 0,-1 2-208 16,-1 1 0-16,0 1 0 0,-1 0 1232 0,-1-1 208 15,-1 0 32-15,-3 1 16 0,-1-1-256 0,-2 4-48 16,-1 3-16-16,-2 2 0 0,1 5-256 0,-2 2-48 16,2 4-16-16,-1 3 0 0,2 4 128 0,-1 1 32 15,4 0 0-15,0 3 0 16,2-1-480-16,2 1-80 0,2-1-32 0,2-2 0 0,2 0-272 0,-2-26-144 16,12 45 160-16,-12-45-160 0,20 36 0 0,-20-36 0 15,0 0 0-15,41 24 0 16,-41-24-672-16,30 0-80 0,-14-5-16 0,-1-2-15408 0</inkml:trace>
  <inkml:trace contextRef="#ctx0" brushRef="#br1" timeOffset="-181137.31">1959 9579 8287 0,'-7'-1'736'0,"3"2"-592"0,2 0-144 0,-1 1 0 16,2-2 1520-16,0 0 272 0,0 1 48 0,0 3 16 0,0 0 1376 15,1 0 288-15,1 0 48 0,-1-4 16 0,0 0-1792 0,0 0-336 16,0 0-80-16,40 9-16 0,-40-9-848 0,0 0-192 16,38-6-16-16,-23 1-16 0,1 0-64 0,1 0-16 15,-17 5 0-15,35-7 0 0,-18 3-208 0,-17 4 0 16,33-8 128-16,-33 8-128 0,29-7 0 0,-17 3 0 16,-12 4 0-16,23-4 0 0,-23 4 0 0,0 0 0 15,21-6 0-15,-18 4 0 16,0 1 0-16,-3 1 0 0,0-2 0 0,-2 2 0 0,-1 0 0 0,-2 0 0 15,1 2 0-15,-2-2 0 0,2 3 0 0,-2-2 128 16,1 3-128-16,0-2 0 0,0 0 0 0,0 1 0 16,1 2 128-16,-1-1-128 0,1-1 0 0,-1 4 0 0,-1-3 0 15,1 4 0-15,0-1 272 0,-1 2-32 0,0 1-16 0,-1-1 0 16,-1 4 96-16,-1 3 32 0,-1 0 0 0,-1 3 0 16,-1-2-224-16,0-1-128 0,2 1 160 0,-1 0-160 31,0-2 0-31,2 0 0 0,0-3 0 0,2-1 0 0,1-2 0 0,2-3 0 15,1 0 0-15,1-2 0 16,1-2-608-16,0-2-160 0,2-1-48 0,-1 0-14928 16</inkml:trace>
  <inkml:trace contextRef="#ctx0" brushRef="#br1" timeOffset="-180937.75">2008 9661 10127 0,'-2'-15'448'0,"1"6"96"15,0 0-544-15,1 4 0 0,0 2 0 0,1 1 0 16,0 1 1792-16,1-2 256 15,2-3 64-15,2 3 0 0,1 2 64 0,-7 1 0 0,0 0 16 0,0 0 0 0,47 28 240 0,-47-28 64 16,26 34 0-16,-26-34 0 16,25 38-2256-16,-25-38-448 0,21 42-96 0,-21-42-16 0,21 45 320 0,-21-45 272 15,19 43-48-15,-19-43-16 0,16 36-400 0,-16-36-96 16,0 0-16-16,18 42-9648 16,-18-42-1936-16</inkml:trace>
  <inkml:trace contextRef="#ctx0" brushRef="#br1" timeOffset="-180703.05">1934 9902 911 0,'-11'0'0'0,"7"0"0"16,-1 0 0-16,1 1 0 16,3 1 2752-16,0-2 480 0,-1 0 96 0,0 3 0 0,-2-1-464 0,1 0-112 15,3 3 0-15,0 0-16 0,0-5-400 0,0 0-80 16,0 0-16-16,0 0 0 0,39 21-592 0,-39-21-128 15,0 0-32-15,49 6 0 16,-49-6-736-16,40-1-160 0,-40 1-16 0,43-3-16 0,-43 3-256 0,44-7-48 16,-44 7-16-16,48-4 0 0,-48 4-240 0,47-3 0 15,-47 3 0-15,46-5 0 0,-46 5 0 0,43-4 0 16,-43 4 0-16,40-5-17344 0</inkml:trace>
  <inkml:trace contextRef="#ctx0" brushRef="#br1" timeOffset="-180244.2">2441 9689 16575 0,'0'0'1472'0,"-1"0"-1168"0,1 1-304 0,0-1 0 15,0 0 1776-15,0 0 288 0,1 2 64 0,-1-2 16 16,1 0 400-16,2 2 80 0,-1-2 0 0,3 2 16 16,2-1-1200-16,-7-1-240 0,0 0-48 0,0 0-16 15,35 7-688-15,-35-7-144 0,0 0-32 0,32 0 0 16,-32 0-272-16,0 0 128 0,41 0-128 0,-41 0 0 15,27-3 0-15,-27 3 0 0,0 0 0 0,32-2 0 16,-32 2-512 0,0 0-64-16,0 0-16 0,0 0-16112 0</inkml:trace>
  <inkml:trace contextRef="#ctx0" brushRef="#br1" timeOffset="-180070.34">2472 9799 12895 0,'-1'1'1152'0,"1"-1"-928"15,1 1-224-15,-1-1 0 0,1 0 1552 0,1 0 272 16,1 0 48-16,2 2 16 0,-5-2 992 0,0 0 192 0,0 0 32 0,37 5 16 16,-37-5-1072-16,0 0-224 15,37 0-32-15,-37 0-16 16,0 0-1104-16,43 2-224 0,-43-2-32 0,0 0-16 0,39 2-400 0,-39-2 0 0,0 0-144 0,37 0-17008 16</inkml:trace>
  <inkml:trace contextRef="#ctx0" brushRef="#br1" timeOffset="-179707.93">2897 9625 12895 0,'-2'1'576'0,"1"-1"112"0,1 0-560 0,0 0-128 16,0 2 0-16,0-2 0 0,0 0 2240 0,1 2 432 31,1-2 80-31,1 0 0 0,-3 0-192 0,0 0-32 15,0 0-16-15,0 0 0 0,41 2-912 0,-41-2-176 16,0 0-32-16,35 6-16 0,-35-6-672 0,0 0-144 16,0 0-32-16,46 18 0 0,-46-18-272 0,0 0-64 15,0 0-16-15,29 29 0 0,-29-29-176 0,0 0 0 16,0 0 0-16,3 37 128 0,-6-27-128 0,-1 0 0 16,-2-1 0-16,-1 0 0 0,-1 1 0 0,-1 0 0 15,0-1 0-15,-2 0 0 0,0 1 0 0,-1-1 0 0,0 1 0 0,0-1 0 16,2-2 0-16,1 0 0 0,1 1 0 0,4-4 0 15,2 2 0-15,2-2 0 0,2 0-144 0,1-4 144 16,-3 0 0-16,0 0 0 0,0 0 0 0,36-2 0 16,-36 2 0-16,27-9 0 0,-10 4 0 0,0-4 0 15,-1 4 0-15,1-2 0 0,1 2 0 0,-1-4 0 16,1 4-192-16,-2-3-16 0,-1 2-16 0,0 0-17040 16</inkml:trace>
  <inkml:trace contextRef="#ctx0" brushRef="#br1" timeOffset="-179439.58">3260 9528 12895 0,'2'-1'1152'0,"0"0"-928"16,-1 1-224-16,1 0 0 0,0 1 2304 0,0 0 400 15,-2-1 96-15,0 0 16 0,0 0-368 0,39 16-64 16,-39-16-16-16,0 0 0 0,45 30-896 0,-45-30-192 15,0 0-48-15,45 42 0 0,-45-42-288 0,0 0-64 16,36 47-16-16,-36-47 0 0,16 34-432 0,-16-34-96 16,6 35-16-16,-6-18 0 0,-2 0-176 0,-2-1-144 0,-3 0 192 0,0-1-192 15,-2 1 192-15,-2-1-192 0,-2 1 192 0,0-3-192 16,-1 0 160-16,-3 1-160 0,-1-2 128 0,0-2-128 16,-1-1 0-16,2-2 0 0,2-2 0 0,4-3-12224 15,2-1-2368-15</inkml:trace>
  <inkml:trace contextRef="#ctx0" brushRef="#br1" timeOffset="-179138.73">3759 9635 911 0,'-2'0'0'16,"0"0"0"-16,0 0 0 0,1 0 0 0,0 0 2304 0,0 0 368 16,-2 2 80-16,-1-2 0 0,-1 0 368 0,2 3 64 15,-1-3 16-15,2 2 0 0,2 0-256 0,2-2-32 16,2 0-16-16,1 0 0 0,-5 0-1232 0,0 0-256 16,29-2-64-16,-29 2 0 0,0 0-880 0,39-2-176 0,-39 2-32 15,0 0-16-15,40 0-240 0,-40 0 0 16,0 0 0-16,35-5 0 0,-35 5 0 0,0 0 0 0,33 2 0 0,-33-2 0 31,0 0-960-31,0 0-96 0,34-2-16 0,-34 2-14912 16</inkml:trace>
  <inkml:trace contextRef="#ctx0" brushRef="#br1" timeOffset="-178938.81">3765 9796 18431 0,'-2'2'816'0,"1"-1"160"0,1 0-784 0,0 0-192 0,0-1 0 0,1 0 0 16,0 0 2144-16,4-1 384 0,2 0 80 0,-7 1 16 16,0 0-480-16,36-5-96 0,-21 0 0 0,-1 2-16 15,1-1-1088-15,0-1-224 0,0 0-32 0,0 3-16 16,0-3-528-16,-2 1-144 0,-13 4 0 0,26-4-16688 16</inkml:trace>
  <inkml:trace contextRef="#ctx0" brushRef="#br1" timeOffset="-176410.62">4389 9509 15663 0,'0'-3'1392'0,"1"1"-1120"0,-1 0-272 16,0 2 0-1,0 0 1296-15,-1 0 208 0,1 2 32 0,0-2 16 0,-2 1 272 0,0 3 48 0,-1 1 16 0,0-1 0 16,0 5-480 0,1 0-112-16,-1 3-16 0,-1 1 0 0,0 0-576 0,2 1-128 0,-1 0-32 0,1-2 0 15,0-1-320-15,2-11-64 16,0 0-16-16,1 27 0 0,-1-27-144 0,0 0 192 0,0 0-192 0,0 0 192 31,0 0-192-31,0 0 0 0,30 35 144 0,-30-35-144 0,0 0 352 0,0 0 0 0,0 0 0 0,35 33 0 31,-35-33-144-31,0 0-16 0,0 0-16 0,20 34 0 16,-20-34-176-16,0 0 0 0,0 0 0 0,0 0 0 0,5 33 0 16,-8-28 0-16,1-1 0 0,-3 0 0 0,-1-1 0 15,0 0 0-15,-3-1 0 0,0-2 0 0,2 0 0 0,-2 0 0 0,-2-2 0 0,0-1 0 0,0 1 0 0,-1-1 0 16,1 1 128-16,-1 0-128 0,1-1 0 16,-1 1 0-1,1-1 0-15,2 0-176 16,1 0-1136-16,0-2-224 0,4 1-64 0,0-1-13440 15</inkml:trace>
  <inkml:trace contextRef="#ctx0" brushRef="#br1" timeOffset="-176254.35">4389 9497 12895 0,'5'-5'1152'0,"-1"3"-928"0,0 0-224 0,0 0 0 15,0 2 1856-15,-2-1 336 0,1 0 64 0,4 0 16 16,-7 1-352-16,26-5-64 0,-26 5 0 0,36-7-16 15,-16 2-1200-15,-20 5-224 0,36-6-48 0,-36 6-16 16,28-3-352-16,-28 3-192 0,0 0 32 0,31-3 0 16,-31 3-1248-16,0 0-240 0</inkml:trace>
  <inkml:trace contextRef="#ctx0" brushRef="#br1" timeOffset="-175854.27">4031 9914 13823 0,'-3'3'608'0,"1"-3"128"0,0 2-592 0,0 1-144 0,1-3 0 0,0 2 0 15,0-2 816-15,0 5 128 0,0 0 16 0,-1 1 16 16,0 0-16-16,1 0-16 0,1-1 0 0,1 0 0 0,2-3 272 0,-3-2 64 15,0 0 16-15,0 0 0 16,0 0 496-16,42-2 112 0,-42 2 16 0,38-9 0 0,-14 4-336 0,1-2-64 16,3 2-16-16,1-4 0 15,-2 4-704-15,3-3-144 0,2-1-16 0,2 2-16 0,-2 0-432 0,1 1-64 16,3 2-128-16,-1-1 176 0,1 5-176 0,0-4 0 16,-1 0 0-16,-1 3 0 0,-34 1 0 0,59 3 0 15,-59-3 0-15,50 7 0 0,-50-7 0 0,43 7 0 16,-43-7 0-16,0 0 0 0,46 7 0 0,-46-7 0 15,0 0 0-15,30-2 0 16,-30 2-240-16,0 0 80 0,0 0 16 0,15-5 0 16,-14 2-1600-16,-2 3-320 0,0-2-64 0,-3 2-13344 0</inkml:trace>
  <inkml:trace contextRef="#ctx0" brushRef="#br1" timeOffset="-175411.29">4254 10106 11967 0,'-4'0'1072'0,"2"0"-864"16,0 0-208-16,1 0 0 0,1 0 1360 0,-1 0 240 16,-2 0 32-16,-2 0 16 0,1 1 704 0,0-1 144 15,1 0 16-15,2 0 16 0,1 0-656 0,3 0-128 16,2-1-16-16,1-1-16 0,-6 2-400 0,0 0-80 15,33-2-16-15,-33 2 0 0,28-2-640 0,-28 2-144 16,34-3-32-16,-34 3 0 0,36 0-240 0,-36 0-160 16,35 5 192-16,-35-5-192 0,0 0 128 0,43 12-128 15,-43-12 0-15,0 0 0 16,0 0 0-16,0 0 0 0,0 0 0 0,0 0 0 0,18 35 0 0,-25-28 0 16,-1 1 0-16,-2-1 0 0,-3 2 0 0,-1-2 0 0,-3 2 0 15,0 0-144-15,1-1-96 0,-2 0-16 0,1 1 0 16,1 0 0-1,3-2-128-15,3 1-48 0,4-2 0 0,1 0 0 0,3 0 432 0,3-1-160 0,-1-5 160 0,0 0 0 16,0 0 0-16,0 0 0 16,47 12 192-16,-47-12-48 0,37-2 496 15,-37 2 80-15,40-7 32 0,-40 7 0 16,45-11-432-16,-21 3-64 0,0 3-32 0,0-2 0 16,-24 7-224-16,43-7 0 0,-43 7 0 0,35-7 0 15,-35 7-1200 1,29-3-224-16</inkml:trace>
  <inkml:trace contextRef="#ctx0" brushRef="#br1" timeOffset="-173332.76">4965 9794 14735 0,'0'0'1312'0,"1"-2"-1056"0,0 1-256 0,0 1 0 16,0-2 1216-16,1 2 192 0,2-3 48 0,0 1 0 15,4 0 608-15,-8 2 128 0,0 0 32 0,0 0 0 16,41 5-816-16,-41-5-144 0,0 0-48 0,38 28 0 16,-38-28-608-16,0 0-128 0,37 43-32 0,-37-43 0 15,0 0-128-15,31 44-48 0,-31-44 0 0,0 0 0 16,23 34-272-16,-23-34 0 0,0 0 0 0,0 0-15552 16</inkml:trace>
  <inkml:trace contextRef="#ctx0" brushRef="#br1" timeOffset="-173122.29">5166 9722 15663 0,'-1'0'688'0,"0"1"144"0,0 1-656 0,0 0-176 0,1-1 0 0,-1 3 0 15,0-2 1520-15,-2 6 272 0,1 3 48 0,-4 7 16 16,-1 3-192-16,-2 2-48 0,-1 0 0 0,-2 1 0 15,0 0-528-15,-2 0-96 0,-1-3-32 0,-1 0 0 16,2-1-528-16,0-4-112 0,1-2-32 0,1 0-14624 16</inkml:trace>
  <inkml:trace contextRef="#ctx0" brushRef="#br1" timeOffset="-172176.51">5114 9874 5519 0,'-2'-2'496'0,"1"0"-496"0,0 0 0 0,1 1 0 0,0-1 896 0,0 2 96 16,0-2 16-16,-1 1 0 0,1-1 896 15,0-3 176-15,0 1 32 0,1 1 16 0,-1 1-304 0,1 0-64 0,0 1-16 0,-1 2 0 16,2 1-336-16,-1-1-64 16,0 0 0-16,0 4-16 0,1 0-240 0,-2-5-64 15,0 0 0-15,0 0 0 0,12 36-288 0,-12-36-64 16,0 0-16-16,20 35 0 0,-20-35-240 0,0 0-48 16,23 37-16-16,-23-37 0 0,0 0-224 0,0 0-128 15,32 35 128-15,-32-35-128 0,0 0 0 0,0 0-256 16,0 0 32-16,0 0-15328 0</inkml:trace>
  <inkml:trace contextRef="#ctx0" brushRef="#br1" timeOffset="-171637.13">5478 9737 7359 0,'0'-3'656'0,"0"1"-528"15,0 0-128-15,0 0 0 0,0 2 1104 0,1-1 192 16,-1-1 48-16,0-1 0 0,0-1 784 0,0 1 176 16,0 1 16-16,-1 0 16 0,1 4-352 0,-1 0-64 0,0 2 0 0,0 2-16 15,1 3-496-15,-1 1-112 0,0 4-16 0,1 2 0 16,0-16-288-16,2 41-64 0,-1-17-16 0,0 2 0 16,1 0-384-16,0 2-80 0,0-2 0 0,-1-2-16 15,-1-24-144-15,3 44-32 0,-3-44 0 0,2 42 0 16,-2-42-256-16,2 40 0 0,-2-40 0 0,2 33 0 31,-2-33-1536-31,0 0-256 0,0 0-48 0,0 0-13072 0</inkml:trace>
  <inkml:trace contextRef="#ctx0" brushRef="#br1" timeOffset="-171355.82">5427 9734 8287 0,'-2'-11'368'0,"1"6"80"0,1-2-448 15,1 4 0-15,0 1 0 0,0 0 0 16,1 0 1664-16,2-1 240 0,0-2 48 0,4 0 16 0,1-2 512 0,2 1 96 16,2 2 32-16,0 0 0 0,-13 4-800 0,28-5-144 15,-28 5-48-15,0 0 0 0,42 3-784 0,-42-3-144 16,0 0-48-16,41 16 0 0,-41-16-368 0,0 0-80 16,30 26 0-16,-30-26-16 0,0 0-176 0,0 0 0 15,15 36 0-15,-18-27 0 0,-1 1-160 0,-5 1 160 16,0 1 0-16,-3-2-144 0,-1 2 0 0,-1 0 0 15,-2 0 0-15,1-2 0 16,2-2-304-16,0 2-48 0,0-5-16 0,3 0 0 16,3-2-512-16,1-2-128 0,4-2 0 0,2-2-11392 0</inkml:trace>
  <inkml:trace contextRef="#ctx0" brushRef="#br1" timeOffset="-170900.78">5801 9690 5519 0,'0'-3'496'0,"1"0"-496"0,0 3 0 0,0-2 0 16,-1 2 1888-16,1-2 288 0,0 0 48 0,0-4 16 15,1 2 864-15,-1-1 176 0,0 0 48 0,-1 2 0 16,0 0-896-16,-1 2-192 0,-1 2-16 0,1 1-16 15,-3-1-960-15,0 2-192 0,-1 2-32 0,1 2-16 16,-2 1-512-16,0 1-112 0,-1 1 0 0,1 4-16 16,-2 2-80-16,2 2-16 0,-1 0 0 0,2 2 0 15,0 1-96-15,1 2-32 16,0 0 0-16,1 1 0 0,1-2-144 0,1 1 160 0,1-1-160 0,0-22 160 0,5 37-160 0,-5-37 0 16,0 0 144-16,17 38-144 0,-17-38 0 0,0 0 0 15,0 0 0-15,37 24 0 0,-37-24 0 16,0 0 0-16,35 7 0 0,-35-7 0 15,0 0-1216 1,31-7-192-16,-31 7-64 0,20-7-14976 0</inkml:trace>
  <inkml:trace contextRef="#ctx0" brushRef="#br1" timeOffset="-170602.58">5898 9791 8287 0,'-2'1'736'0,"0"1"-592"16,1-2-144-16,1 0 0 0,0 0 1776 0,1 0 320 15,1 2 64-15,-1-2 16 0,-1 0 144 0,0 0 48 16,0 0 0-16,32-7 0 0,-32 7-1024 0,27-7-192 16,-11 0-32-16,-16 7-16 0,32-7-32 0,-32 7-16 15,33-8 0-15,-33 8 0 0,29-4-160 0,-29 4-48 0,0 0 0 0,39 0 0 16,-39 0-432-16,0 0-96 0,0 0 0 0,0 0-16 15,38 16-304-15,-38-16 0 0,0 0-208 0,0 0 80 32,0 0-1152-32,0 0-208 0,0 0-48 0,0 0-12992 0</inkml:trace>
  <inkml:trace contextRef="#ctx0" brushRef="#br1" timeOffset="-170438.89">6152 9746 9215 0,'-1'-9'400'0,"0"6"96"0,1 3-496 0,0 0 0 0,-1 0 0 0,1 0 0 15,-1-1 1824-15,-1 1 272 0,-2 1 48 0,1 1 16 16,-1 2 416-16,-2 2 96 0,2 1 16 0,-3 0 0 15,2 3-896-15,-1 0-192 0,0 1-16 0,-1 1-16 16,0 0-528-16,-1 0-96 0,0 2-32 0,-2 3 0 0,0-1-240 0,0 3-48 16,1 0-16-16,-1 1 0 15,-1 0-320-15,2 2-64 0,1-5-16 0,0 1 0 0,2-1-208 0,1-3 0 16,2 0 0-16,3-14 0 16,-2 23-352-16,2-23-112 0,0 0-32 0,0 0-16144 15</inkml:trace>
  <inkml:trace contextRef="#ctx0" brushRef="#br1" timeOffset="-170234.56">5977 9893 2751 0,'-4'-9'256'0,"1"4"-256"15,1 0 0-15,0 3 0 0,1 0 1984 0,1 0 336 16,0 1 80-16,0-1 16 0,0-1 1104 0,1 1 208 0,0 0 48 0,1 4 16 16,-2-2-1040-16,0 0-192 0,0 0-64 0,0 0 0 15,21 38-1168-15,-21-38-240 0,0 0-64 0,20 45 0 16,-20-45-544-16,14 35-112 15,-14-35-32-15,13 36 0 0,-13-36-112 0,14 33-32 0,-14-33 0 0,15 31 0 16,-15-31-192-16,0 0 0 0,21 34 0 0,-21-34 0 16,0 0-1376-16,0 0-272 0</inkml:trace>
  <inkml:trace contextRef="#ctx0" brushRef="#br1" timeOffset="-170014.13">5898 10132 13823 0,'-1'-2'608'0,"1"1"128"15,1 0-592-15,0 1-144 0,0 0 0 0,0 0 0 0,1 0 2432 0,-2 0 448 16,0 0 80-16,0 0 32 0,0 0-352 0,45 4-64 16,-45-4-16-16,0 0 0 0,47 1-1008 0,-47-1-208 15,34-3-32-15,-34 3-16 0,35-6-688 0,-35 6-144 16,33-6-16-16,-33 6-16 0,29-7-432 0,-29 7 128 15,0 0-128-15,32-9 0 0,-32 9-176 0,0 0-112 16,24-7-32-16,-24 7-17200 0</inkml:trace>
  <inkml:trace contextRef="#ctx0" brushRef="#br1" timeOffset="-169761.07">6254 9924 14735 0,'-3'0'640'0,"2"0"160"16,0 0-640-16,1 0-160 0,0 0 0 0,0 0 0 15,1 0 2464-15,-1 0 464 0,0 0 80 0,0 0 32 0,0 0-416 0,0 0-64 16,33 0-32-16,-33 0 0 0,0 0-1328 0,33-7-272 31,-33 7-48-31,0 0-16 0,37-7-544 0,-37 7-96 0,0 0-32 0,30-5 0 0,-30 5-192 0,0 0-160 16,0 0 32-16,0 0 0 31,0 0-1456-31,0 0-272 0</inkml:trace>
  <inkml:trace contextRef="#ctx0" brushRef="#br1" timeOffset="-169586.62">6260 10014 9215 0,'1'2'816'0,"-1"-2"-656"0,0 0-160 0,0 0 0 0,0 0 1936 0,0 0 368 0,0 0 64 0,0 0 0 15,0 0 752 1,44-3 144-16,-44 3 16 0,35-8 16 0,-35 8-1232 0,33-7-240 0,-33 7-48 0,29-5-16 16,-29 5-1120-16,0 0-240 0,32-5-32 15,-32 5-16-15,0 0-752 0,0 0-160 0,0 0-16 0,0 0-15408 16</inkml:trace>
  <inkml:trace contextRef="#ctx0" brushRef="#br1" timeOffset="-169367.04">6647 9809 11967 0,'3'-3'528'0,"-2"0"112"0,1 1-512 0,0 0-128 16,-1 1 0-16,-1 1 0 0,1 0 2048 0,1-2 368 15,1 2 80-15,-3 0 0 0,0 0 192 0,0 0 16 16,0 0 16-16,0 0 0 0,17 31-672 0,-17-31-144 15,4 31-32-15,-4-31 0 0,-1 40-944 0,1-16-192 16,0 2-32-16,0 2-16 0,0 0-480 0,0-4-80 0,0-24-128 0,3 44-11840 16,-3-44-2480-16</inkml:trace>
  <inkml:trace contextRef="#ctx0" brushRef="#br1" timeOffset="-168958.75">6890 9680 10127 0,'0'-2'896'0,"0"-1"-704"16,0 3-192-16,1-2 0 0,-1 2 2784 0,0 0 528 15,0 0 96-15,0 0 32 0,0 0-176 0,0 0-48 32,0 0 0-32,0 0 0 0,37 28-1712 0,-37-28-352 15,0 0-64-15,26 31 0 0,-26-31-512 0,0 0-80 0,30 43-32 0,-30-43 0 16,20 35-240-16,-20-35-48 0,16 37-16 15,-16-37 0-15,8 39-160 0,-8-39 0 0,1 40 0 0,-4-21 0 16,-1-1 0-16,-2-2 0 0,-1 0 0 0,-1-2 0 31,1-2-480-31,-2-2 32 0,1 1 0 0,-1-2 0 16,-2 2-512-16,1-4-112 0,-1 1-16 0,1-2-14896 0</inkml:trace>
  <inkml:trace contextRef="#ctx0" brushRef="#br1" timeOffset="-168505.83">7104 9809 14735 0,'0'0'1312'0,"1"0"-1056"0,0 1-256 0,0-1 0 16,1-1 1856-16,-2 1 304 0,0 0 64 0,0 0 16 0,26-6 496 15,-26 6 96-15,29-7 32 0,-29 7 0 0,35-10-1328 0,-35 10-272 16,32-9-48-16,-32 9-16 15,32-9-640-15,-32 9-128 0,28-8-32 0,-28 8 0 16,24-4-624-16,-24 4-128 0</inkml:trace>
  <inkml:trace contextRef="#ctx0" brushRef="#br1" timeOffset="-168320.33">7172 9938 11055 0,'0'0'976'0,"0"0"-784"0,0 0-192 0,0 0 0 0,0 0 4016 0,0 0 752 16,32 0 160-16,-32 0 16 0,29-4-2272 0,-29 4-464 31,43-10-96-31,-43 10 0 0,38-12-1680 0,-38 12-432 0,26-9 0 0,-26 9-16128 16</inkml:trace>
  <inkml:trace contextRef="#ctx0" brushRef="#br1" timeOffset="-166835.33">7653 9720 11967 0,'-2'-7'1072'0,"1"1"-864"15,1 1-208-15,0 2 0 0,0 0 1024 0,0 3 176 16,0-2 16-16,0 0 16 16,1-3 1168-16,-1 0 224 0,0 3 64 0,-1-2 0 15,-1 1-1040-15,1 3-208 0,-2 2-32 0,-1-1-16 0,-1 4-688 0,0 1-128 16,-1 1-16-16,0 3-16 0,0 2-224 0,1 0-32 0,0 2-16 0,0 2 0 31,2 3 64-31,-1 2 16 0,2 1 0 0,1-1 0 0,1-21-80 0,5 40-16 16,-5-40 0-16,11 33 0 0,-11-33-64 0,0 0 0 15,0 0-16-15,37 31 0 0,-37-31-176 0,0 0 192 0,41-9-192 0,-25-1 192 32,-1-1-16-32,0-2 0 0,1-3 0 0,0-2 0 0,0-2-176 0,-4 1 160 0,-1 0-160 0,-2 1 160 15,-2-2-416-15,0-1-64 0,-2-2-32 0,-2 2 0 16,-3 3-544-16,-3-1-96 0,-2 5-32 0,-3 0 0 0,-3 4 672 15,-2-1 128-15,-1 4 32 0,-3 1 0 0,2 4-64 16,0 0-16-16,2 2 0 0,2 2 0 0,3 3 272 0,0 0 0 16,3 2 128-16,2 2-128 0,2 1 0 0,1 0 0 15,0-10 0-15,0 0-9408 16,12 32-1856-16</inkml:trace>
  <inkml:trace contextRef="#ctx0" brushRef="#br1" timeOffset="-166626.64">7909 9856 911 0,'1'-6'0'0,"-1"4"0"0,1 0 0 0,0-1 0 15,0 2 3872-15,-1 0 688 0,1 1 144 0,0-2 32 0,1 2-384 0,1 2-80 16,-3-2-16-16,0 0 0 0,0 0-2192 0,0 0-432 15,14 36-96-15,-14-36 0 0,0 0-1104 0,9 33-224 16,-9-33-32-16,0 0-16 16,0 0-608-16,0 0-112 0</inkml:trace>
  <inkml:trace contextRef="#ctx0" brushRef="#br1" timeOffset="-166232.84">8163 9680 3679 0,'2'-2'320'0,"-1"0"-320"0,0 2 0 15,-1-1 0-15,0 1 2864 0,0 0 496 0,0 1 96 0,-1-1 32 16,0 2 16-16,0 0 0 0,-2 0 0 0,0 1 0 16,1 1-1584-16,-3 1-320 0,1 2-64 0,-1 0-16 15,-1 3-656-15,0 2-128 0,0 0-32 0,1 2 0 16,1 2-224-16,0-1-48 0,1-1-16 0,2 0 0 15,1-14-176-15,0 0-48 16,6 31 0-16,-6-31 0 0,0 0-192 0,0 0 176 0,0 0-176 0,0 0 160 16,45 12-160-16,-36-17 0 0,1 0 0 0,-1-2 0 15,1 0 0-15,-2-3 0 0,-2 3 0 0,1-2 0 0,0-3 0 16,-1 2 0-16,-1-2 0 0,-1 1 0 0,0-1 0 0,-2 0 0 16,-1 1 0-16,-1 1 0 0,-1-1 0 15,-2 0 0-15,0 2 0 0,-1 0 0 0,0 0 0 0,-3 1 0 16,0 2 0-16,-1 2 0 0,1 0 0 0,-1 3 0 15,0 2 0-15,2 1 0 0,0 1 0 0,2 0 0 16,0 0 0-16,2 0 0 16,0 0-512-16,2 1-144 0,1-2-32 0,1 0-16112 0</inkml:trace>
  <inkml:trace contextRef="#ctx0" brushRef="#br1" timeOffset="-165645.67">8418 9602 4607 0,'3'-5'400'0,"-1"2"-400"0,1-1 0 0,-2 2 0 15,0 1 1600-15,0-1 256 0,0 0 32 16,1-1 16-16,2-1 784 0,-1-3 144 16,1 2 48-16,-1 0 0 0,0 2-240 0,-2 1-32 0,0 1-16 0,-1 1 0 15,-1 1-720-15,-1 1-144 0,-1 1-16 0,0 2-16 16,0 0-800-16,-2 2-176 15,0-1-16-15,1 2-16 0,-2 1-368 0,0-2-64 0,1 3 0 0,-1-1-16 0,2-1-240 0,-1 1 128 16,1 1-128-16,2-1 0 0,0 0 0 0,2-9 0 31,0 0 0-31,0 0 0 0,4 29 0 0,-4-29 128 0,0 0-128 0,0 0 0 0,21 33 0 0,-21-33 0 32,0 0 0-32,0 0 0 0,29 34 0 0,-29-34 128 0,0 0-128 0,0 0 0 15,38 43 0-15,-38-43 0 0,0 0 0 0,27 38 0 0,-27-38 0 0,0 0 0 16,16 37 0-16,-16-37 0 0,0 0 0 0,1 30 0 15,-4-20 0-15,-1-2 0 0,-2 3 0 0,-1-4 0 16,-1 3 0-16,0-4 0 16,-1 2 0-16,-2-3 0 0,0 2 0 0,-1-5 0 0,0 3 0 0,0-3 0 0,1-1 0 0,-1-1 0 31,1-1 0-31,0-1 0 0,0-1 0 0,2-1 0 0,2-1 0 16,0-2 0-16,2-3 0 0,1 1 0 15,2-5 0-15,2 2 0 0,3-5 0 0,1 3 0 0,1 0 0 0,4 0 0 16,0 2 0-16,2-2 0 0,-1 4 0 0,0-2 0 0,2 2 0 0,-1-1 0 15,3-1 0-15,-1 0 0 0,0-2 0 0,0 0 0 16,-1 0 0-16,1 1 0 0,-3 1 0 16,-2-2 0-16,0 5 0 0,-3-3 0 0,-1 1 0 0,-2-1 0 15,-2 0 0-15,-2 2 0 16,-3-2 0-16,0 0 0 0,-3 3 0 0,0-1 0 0,-1 2 0 0,-1 2 0 16,0 2 0-16,1 3 0 0,0 1 0 0,-1 1 0 15,4 1 0-15,1 0-208 0,2 1 64 0,1-3 16 16,2 2-1296-16,1-2-256 0,-1 0-48 0,0 0-14512 0</inkml:trace>
  <inkml:trace contextRef="#ctx0" brushRef="#br1" timeOffset="-165330.79">8651 9521 16575 0,'2'-3'1472'0,"0"0"-1168"0,-2 3-304 0,0 0 0 16,0 0 2448-16,0 0 432 0,0 0 96 0,0 0 16 15,0 0-544-15,0 0-96 0,0 0-32 0,0 0 0 16,0 0-1248-16,0 0-256 0,0 0-48 0,14 38-16 16,-16-25-368-16,-2 0-64 0,0 0 0 0,0 3-16 15,-1-1-304-15,0 0 0 0,1 2 128 0,0-2-128 16,1-1 0-16,1 1 0 0,2-15 0 0,-1 24 0 16,1-24 0-16,0 0 0 0,0 0 128 0,14 33-128 0,-14-33 0 0,0 0 128 15,0 0-128-15,38 16 0 0,-38-16 0 0,0 0 0 16,38-2 0-16,-38 2 0 0,0 0 0 15,34-4 0-15,-34 4 0 0,23-3 0 0,-23 3 0 0,26-3 0 16,-26 3 0-16,0 0 0 0,31-3 0 0,-31 3 0 16,0 0 0-16,26-4 0 15,-26 4-704-15,15-5-64 0,-7 3 0 0,-1-2 0 16,-1 1-1776-16,-1-2-352 0</inkml:trace>
  <inkml:trace contextRef="#ctx0" brushRef="#br1" timeOffset="-165157.46">8856 9591 7359 0,'-3'-6'656'0,"0"1"-528"0,2 4-128 0,1 0 0 16,0 1 2512-16,-1-2 480 0,-1 0 80 0,-2-3 32 16,-1 2-32-16,0 1-16 0,0 2 0 0,0 4 0 15,0 2-1200-15,-1 5-256 0,1-1-32 0,-2 6-16 16,1 3-288-16,-3 3-64 0,1 2-16 0,-1 4 0 16,0 0-656-16,0 3-128 0,0 0-16 0,1 0-16 15,0 2-240-15,4-5-128 0,-1 1 128 0,3-4-128 16,2-25 0-16,0 36 0 0,0-36 0 0,0 0-18176 15</inkml:trace>
  <inkml:trace contextRef="#ctx0" brushRef="#br1" timeOffset="-163894.39">8978 9588 12895 0,'-1'-3'1152'0,"0"0"-928"15,1 0-224-15,0 2 0 0,1-1 832 0,0 2 128 16,0-2 32-16,2 1 0 0,1-4 1248 0,1 3 256 0,4-5 64 16,0 2 0-16,2-2-512 0,1 2-112 0,-12 5-16 0,25-4 0 15,-25 4-704-15,0 0-128 0,36 4-48 16,-36-4 0-16,0 0-624 0,0 0-128 16,38 26-32-16,-38-26 0 0,0 0-128 0,0 0-128 0,12 34 144 0,-12-34-144 0,0 0 0 0,-7 28 0 15,1-21 0-15,0 2 0 0,-2-1 0 16,-2 1 0-16,-1 0 0 0,-2 0 0 0,1-1 0 0,0 0 0 15,0 1-144-15,0-4 144 0,0 3-192 0,2-2 48 16,2 1 16-16,2-4 0 0,1 2 128 0,3-1-128 16,0-2 128-16,2 0-128 0,2-1 128 0,2 1 0 15,-4-2 0-15,0 0 0 16,0 0 0-16,0 0 192 0,40 0-64 0,-40 0 0 0,32-5 208 0,-15 1 48 16,-17 4 16-16,33-9 0 0,-18 4-224 0,0 0-48 15,0 0-128-15,-1-2 192 0,0 3-416 0,-2-2-96 0,-1 1 0 16,-2 3-16608-16</inkml:trace>
  <inkml:trace contextRef="#ctx0" brushRef="#br1" timeOffset="-163554.49">9307 9483 19343 0,'-1'0'848'0,"1"1"192"0,0 1-832 0,0 0-208 16,1-1 0-16,-1 0 0 0,0-1 1696 0,0 0 288 0,0 0 64 0,0 0 16 0,0 0-144 0,0 0-48 31,44 16 0-31,-44-16 0 0,0 0-544 0,35 0-112 0,-35 0-32 0,0 0 0 0,37 6-528 0,-37-6-96 16,0 0-32-16,0 0 0 0,34 16-240 0,-34-16-48 16,0 0-16-16,0 0 0 0,14 33-224 0,-14-33 0 15,0 0 0-15,-5 30 0 0,0-19 128 0,-3 1-128 16,-1-3 0-16,0 1 0 0,0 1 0 0,-1-1 0 15,-1 0 0-15,0-1 0 16,0 2 0-16,1-1 0 0,1 0 0 0,3-1 0 0,1 0 0 0,2-1 0 0,3-8 0 16,0 0 0-16,0 0 128 0,0 0-128 0,0 0 0 0,29 28 144 15,-29-28-144-15,31 2 0 0,-31-2 144 0,38-3-144 16,-38 3 0 0,38-9 0-16,-38 9 0 0,36-8 128 0,-19 3-128 0,0 2-256 0,0-2 64 0,-17 5-17904 15</inkml:trace>
  <inkml:trace contextRef="#ctx0" brushRef="#br1" timeOffset="-162509.54">1373 10420 11967 0,'-1'-3'1072'0,"0"1"-864"0,0 2-208 0,1-2 0 16,0 4 1024-16,-1-4 144 0,0 1 48 0,-1-3 0 16,-1 1 960-16,1-1 208 0,-1 1 48 0,0 2 0 15,1 0-512-15,0 1-80 0,0 2-32 0,1 0 0 0,1 3-768 0,0 0-144 16,0 5-48-16,0 0 0 16,0 6-512-16,1 2-96 0,0 5-32 0,2 2 0 0,-1 6-208 0,2 0 176 31,-1 2-176-31,1 2 160 0,1-1-160 0,-1-1 0 0,1 0 0 0,1-4 128 0,-6-29-128 15,11 49 0-15,-11-49 0 0,0 0 0 16,14 37-912-16,-14-37-112 0,0 0-32 0,0 0-13760 16</inkml:trace>
  <inkml:trace contextRef="#ctx0" brushRef="#br1" timeOffset="-162224.96">1357 10451 911 0,'-8'-13'0'0,"5"7"0"0,-1 0 0 0,2 2 0 15,1 2 3664-15,1-1 656 16,0 1 128-16,0-3 32 0,1-2-1648 0,2 0-320 16,2-3-64-16,2 1-16 0,1 0-752 0,3 1-144 15,2 4-48-15,-13 4 0 0,32-8-528 0,-32 8-96 0,37 0-32 0,-37 0 0 16,39 6-352-16,-39-6-80 0,0 0-16 0,46 17 0 16,-46-17-384-16,0 0 128 0,0 0-128 0,29 32 0 15,-29-32 0-15,0 0 0 0,0 29 128 0,-5-20-128 0,-1 0 0 16,-2 2 0-16,-3 1 144 0,-2-1-144 15,0-2 208-15,-1 0-16 0,-2 1-16 16,-1-3 0-16,2 0-176 0,0 1 0 0,0-2 0 0,0 0 128 0,2 0-128 0,2-4 0 31,2 1 0-31,4-2 0 0,1 1 0 0,2-4-272 16,3 1 64-16,1-1-15888 0</inkml:trace>
  <inkml:trace contextRef="#ctx0" brushRef="#br1" timeOffset="-161988.68">1722 10396 19343 0,'2'-5'848'0,"-1"2"192"0,1 1-832 0,-1 0-208 0,-1 2 0 0,-1-2 0 16,1 2 1408-16,-1-3 224 0,0 1 48 0,-4-3 1248 16,1 5-1776-16,-2 0-32 0,0 3 0 15,-1 1 112-15,1 1 32 0,-2 3 0 0,1 3 0 16,-2 1-368-16,1 2-80 0,1 3-16 0,-1 2 0 15,3 2-416-15,0 0-64 0,1 3-32 0,3 2 0 16,1 0-288-16,0-2 0 0,4 2 128 0,-4-26-128 16,13 41 0-16,-13-41 0 0,0 0 0 0,35 42 0 0,-35-42-128 15,0 0 128-15,40 19 0 0,-40-19-11296 16,0 0-2144-16</inkml:trace>
  <inkml:trace contextRef="#ctx0" brushRef="#br1" timeOffset="-161590.41">1906 10502 13823 0,'-5'-2'608'0,"3"2"128"0,1 0-592 0,0 0-144 15,1 0 0-15,0 0 0 0,1 2 1792 0,1-2 320 16,1 1 64-16,2 1 0 0,-5-2 112 0,0 0 16 0,0 0 0 0,0 0 0 16,41 3-1072-16,-41-3-208 0,0 0-32 0,39-6-16 15,-39 6-544-15,28-6-112 0,-28 6-32 0,35-10 0 16,-17 5-160-16,0 0-128 0,-2-1 192 0,-1 1-192 15,-15 5 0-15,26-7 0 16,-26 7 0-16,24-8 0 0,-24 8 0 0,19-6 0 0,-12 5 0 0,-1-1 0 16,-2 0 0-16,-4 2 0 0,0 0 0 0,-2 0 0 15,-2 2-880-15,0-2-128 0,-1 0-16 0,-2 0-16 32,1 2 16-32,-1-2 0 0,2 1 0 0,-1 1 0 0,1-2 768 0,2 2 256 0,0-2-160 0,-1 0 160 0,1 2 0 0,2 0 144 15,-2 1 0-15,1 0 0 16,-1-1 608-16,0 2 112 0,1 1 32 0,-1 0 0 0,-1 3 288 0,0 3 64 15,-2 1 16-15,-1 2 0 0,1 0-480 0,-2 3-80 16,-1 0-32-16,0 4 0 0,0-4-288 16,-1 2-64-16,-1-1-16 0,1 0 0 0,0 0-176 0,1-4-128 15,0-2 192-15,2 0-192 0,0-4 0 0,3-2-272 16,1-1 16-16,1-3-16944 0</inkml:trace>
  <inkml:trace contextRef="#ctx0" brushRef="#br1" timeOffset="-161387.84">1994 10528 13823 0,'-4'-4'608'0,"2"0"128"0,1 3-592 0,1-1-144 0,-1 2 0 15,0 0 0-15,1 0 1680 0,1 2 304 16,0 1 64-16,0 3 16 0,-1-6-64 0,0 0-16 0,0 0 0 0,26 41 0 16,-26-41-640-16,0 0-128 0,37 43-16 0,-37-43-16 15,29 27-352-15,-29-27-80 0,0 0-16 0,42 39 0 16,-42-39-544-16,0 0-192 0,33 36 144 0,-33-36-144 31,0 0-656-31,0 0-224 0,33 30-32 0,-33-30-9072 0,0 0-1792 0</inkml:trace>
  <inkml:trace contextRef="#ctx0" brushRef="#br1" timeOffset="-161136.24">1923 10744 11055 0,'-7'5'480'0,"4"-4"112"0,0 1-464 0,2 0-128 15,0-1 0-15,0 0 0 0,1 1 1680 0,-1-1 320 16,1 3 64-16,1-1 16 0,-1-3 432 0,0 0 96 0,0 0 16 0,0 0 0 16,0 0-592-16,41 16-112 0,-41-16-32 0,0 0 0 15,39 2-688-15,-39-2-144 0,0 0-32 0,53 3 0 16,-53-3-576-16,38 0-112 0,-38 0-16 0,37 3-16 16,-37-3-304-16,0 0 128 0,52 4-128 0,-52-4 0 15,37 2 0-15,-37-2 0 16,35 1 0-16,-35-1 0 0,34-3 0 0,-34 3 0 0,33-7 0 0,-33 7 0 31,30-14-1200-31,-30 14-240 0</inkml:trace>
  <inkml:trace contextRef="#ctx0" brushRef="#br1" timeOffset="-160769.65">2362 10563 18431 0,'-3'-1'816'0,"1"-1"160"0,1 2-784 0,0 0-192 15,0 0 0-15,0 0 0 0,0 0 1904 0,0 0 336 0,-1 0 64 0,0 0 0 16,1 2 208-16,1-2 48 16,2 2 0-16,1 0 0 0,2 1-1264 0,-5-3-240 0,0 0-48 0,0 0-16 15,40 5-672-15,-40-5-128 0,0 0-16 0,45-3-16 16,-45 3-160-16,33-2 0 0,-33 2 0 0,30-3 0 16,-30 3 0-16,0 0-144 0,35 1 0 0,-35-1 0 15,0 0-1376-15,0 0-272 0,0 0-48 0,0 0-13936 16</inkml:trace>
  <inkml:trace contextRef="#ctx0" brushRef="#br1" timeOffset="-160579.64">2392 10706 8287 0,'-6'3'736'0,"3"-3"-592"15,2 2-144-15,-1-2 0 0,1 0 1728 0,1 0 304 16,0 0 64-16,1 0 16 0,2 0 1296 0,1-2 272 0,4-1 48 0,1-1 16 15,-9 4-1232-15,24-10-240 16,-24 10-48-16,32-9-16 0,-32 9-1248 0,33-7-240 0,-33 7-48 0,35-8-16 16,-35 8-512-16,33-3-144 0,-33 3 0 0,0 0 0 15,41 0-176-15,-41 0-96 0,0 0-32 0,0 0-11280 16,39 4-2272-16</inkml:trace>
  <inkml:trace contextRef="#ctx0" brushRef="#br1" timeOffset="-160136.49">2740 10460 13823 0,'-2'0'1216'0,"1"0"-960"16,2 0-256-16,-1 0 0 0,1 0 2432 0,0 0 432 15,0 0 80-15,2-2 32 0,3 2-288 0,1-3-64 16,-7 3-16-16,0 0 0 0,31-7-1488 0,-31 7-288 15,0 0-64-15,38-4-16 0,-38 4-432 0,0 0-64 16,36 2-32-16,-36-2 0 0,0 0-224 0,0 0 144 0,0 0-144 0,0 0 128 16,37 24-128-16,-36-18 0 0,-2 2 0 0,-2-2 0 15,1 2 0-15,-5 1 0 16,0-2 0-16,-3 3 0 0,-1-1 0 0,-1-2 0 0,-2 3 0 0,0-3 0 16,-1 2 0-16,2-1 0 0,-1-1 0 0,3 1 0 15,1-2 0-15,3-1 0 0,2-1 0 0,2-1 0 16,3 0 0-16,2-1 0 0,2 0 0 15,1-2 0-15,-5 0 0 0,0 0 0 0,0 0 0 0,40-2 0 0,-40 2 0 16,29-3 0-16,-29 3 0 0,35-2 0 0,-35 2 0 0,0 0 0 16,49 3 0-16,-49-3 0 0,0 0 0 0,0 0 0 15,43 18 0 1,-43-18 0-16,0 0-128 0,0 0 128 0,0 0 0 0,6 37 0 0,-13-26 0 0,-2-2 0 16,-2 0 0-16,-1 1 0 0,-1-2 0 15,-2 0 0-15,-1 1 128 0,-1-1-128 16,-1-1 0-16,-1 1 0 0,3-4 0 0,1 1 0 0,3-2-256 0,2-1-64 15,3-1-32-15,3-2 0 16,4-1-1792-16,1-1-352 0</inkml:trace>
  <inkml:trace contextRef="#ctx0" brushRef="#br1" timeOffset="-159851.92">3073 10441 16575 0,'0'-3'1472'15,"0"1"-1168"-15,2 2-304 0,-1 0 0 16,0 0 1472-16,0 0 256 0,2 0 32 0,2 0 16 16,-5 0 144-16,0 0 48 0,0 0 0 0,35 3 0 15,-35-3-1072-15,0 0-224 16,0 0-32-16,0 0-16 0,51 19-16 0,-51-19 0 0,0 0 0 0,47 28 0 0,-47-28-144 0,0 0-16 16,37 38-16-16,-37-38 0 0,0 0-288 0,19 40-144 15,-19-25 160-15,-2-1-160 0,-2 0 0 0,-2 0 128 16,-3 0-128-16,-2 1 0 0,-1 0 0 0,-1 0 128 15,-2-1-128-15,0-2 0 0,-4 0 0 0,2 0 0 16,1-2 0-16,0-3 0 16,3-2-1024-16,2-1-320 0,3-2-48 0,2-1-13456 0</inkml:trace>
  <inkml:trace contextRef="#ctx0" brushRef="#br1" timeOffset="-159614.98">3489 10538 19343 0,'0'0'848'0,"0"0"192"16,1 0-832-16,0 0-208 0,0 0 0 0,0 0 0 0,0 2 1952 0,2-2 352 0,4 0 64 0,1-2 0 15,-8 2-1024-15,0 0-224 16,36-4-32-16,-36 4-16 15,25-6-672-15,-25 6-128 0,27-6-16 0,-27 6-16 0,28-5-240 0,-28 5 0 16,23-5 0-16,-23 5 0 16,0 0-688-16,0 0-176 0</inkml:trace>
  <inkml:trace contextRef="#ctx0" brushRef="#br1" timeOffset="-159441.84">3546 10639 11967 0,'0'1'1072'0,"0"1"-864"16,2-2-208-16,0 0 0 0,0 0 2016 0,0 0 352 0,2 0 80 16,-4 0 16-16,0 0 816 0,34-4 176 0,-34 4 16 15,38-8 16-15,-38 8-1824 0,35-11-352 0,-35 11-80 16,32-9-16-16,-32 9-976 0,26-8-240 0,-26 8 0 0,0 0-16768 16</inkml:trace>
  <inkml:trace contextRef="#ctx0" brushRef="#br1" timeOffset="-156422.74">4344 10458 15663 0,'1'-3'1392'0,"0"3"-1120"0,0-2-272 0,-1 2 0 0,0 0 1408 0,0 0 240 0,1-1 32 0,0 0 16 15,-1 0 288-15,0 1 64 0,0 2 16 0,-2 1 0 16,1 0-720-16,-2 1-160 0,0 1-32 0,1 0 0 16,1-4-448-16,-1 2-80 0,-1 3-32 0,0 0 0 15,-1 4-208-15,2-1-32 0,-2 1-16 0,1-1 0 16,1 1-80-16,0-1 0 0,2 0-16 0,0 0 0 16,0-1-240-16,2-3 128 15,1 2-128-15,0-2 0 0,-3-5 0 0,0 0 0 0,0 0 0 0,0 0 0 0,0 0 128 0,41 13-128 16,-41-13 0-16,0 0 0 0,0 0 208 0,39 6-48 15,-39-6-16-15,0 0 0 0,0 0-144 0,0 0 192 16,42 14-192-16,-42-14 192 0,0 0-192 0,0 0 0 16,0 0 0-16,0 0 0 0,0 0 0 15,-4 32 0-15,-6-24 128 0,0 0-128 16,-3 2 0-16,-2-1 0 0,0 2 0 16,-2-4 0-16,0 3 0 0,0-3 0 0,-1 0 0 0,1 0 0 0,2-2 0 15,1-3-224-15,2 0 48 0,2-3 16 16,3 0-1472-16,1-5-288 0</inkml:trace>
  <inkml:trace contextRef="#ctx0" brushRef="#br1" timeOffset="-156206.08">4295 10472 9215 0,'-1'-3'816'0,"1"3"-656"0,-1-2-160 0,1 2 0 0,1-2 1968 0,0 1 352 0,1 1 80 0,0 0 16 16,4 0 640-16,1-2 128 0,-7 2 16 0,0 0 16 15,33-4-1216-15,-33 4-240 0,30-6-48 0,-30 6-16 16,34-6-912-16,-34 6-176 0,41-8-32 0,-41 8-16 16,41-7-432-16,-41 7-128 0,35-2 0 0,-35 2 0 0,0 0 0 15,39 2-304-15,-39-2 64 0,0 0 16 16,0 0-1376-16,0 0-288 0,0 0-48 0,0 0-12496 16</inkml:trace>
  <inkml:trace contextRef="#ctx0" brushRef="#br1" timeOffset="-155873.08">3895 10870 11967 0,'0'0'528'16,"0"0"112"-16,1 0-512 0,1 0-128 0,0 0 0 0,0 0 0 16,1-2 1536-16,5 0 256 0,4-1 64 0,6-4 16 15,4 0 336-15,2 0 64 0,3-1 16 0,1 1 0 16,5-1-80-16,2 2-16 0,2 1 0 0,-1 1 0 0,-2 1-1072 0,-2-2-224 16,1 3-32-16,-33 2-16 0,47-2-448 0,-47 2-80 15,52 0-32-15,-52 0 0 0,63 4-288 0,-63-4 0 16,58 8 0-16,-58-8 0 0,52 4 0 0,-52-4 0 15,46 3 0-15,-46-3 0 0,38-5 0 0,-38 5 0 16,31-9 0-16,-17 4-144 16,-14 5-1008-16,25-14-192 0,-14 6-32 0,0-1-14432 0</inkml:trace>
  <inkml:trace contextRef="#ctx0" brushRef="#br1" timeOffset="-154925.28">4291 10934 11055 0,'-5'-1'976'0,"2"0"-784"16,0 1-192-16,1 0 0 0,1 0 1152 15,0 0 192 1,-1 0 48-16,1-2 0 0,-2 2 1072 0,-1-1 224 0,1 1 32 0,1 0 16 0,1-2-544 0,0 2-96 15,1-2-32-15,2 1 0 16,-1 1-688-16,3-2-144 0,0 1-16 0,0 0-16 0,3 1-496 0,-7 0-112 16,0 0-16-16,0 0 0 0,35-2-272 0,-35 2-64 15,0 0-16-15,0 0 0 0,38 2-96 0,-38-2-128 16,0 0 176-16,0 0-176 0,39 12 0 0,-39-12 0 0,0 0 0 0,0 0 0 16,0 0 0-16,0 0 0 0,0 0 0 0,31 26 0 15,-32-22 0-15,-2-1 0 16,-1 2 0-16,-1-1 0 0,-1 1 0 0,0 0 0 0,-4 2 0 0,-1-2 0 15,0 0 0-15,-1 2 0 0,-2-3 0 0,0 1-144 16,1 0-32-16,0 0 0 0,-1 2 0 0,2-2 0 16,2 2-48-16,3-3-16 0,1-2 0 0,2 1 0 15,3-1 240-15,1-2 0 0,1 0 0 0,0 0 0 16,3 0 0-16,1-4 0 0,2 1 0 0,1 1 0 31,0-3 0-31,-8 5 0 0,23-9 0 0,-23 9 0 0,29-8 336 0,-29 8-32 16,32-4-16-16,-32 4 0 0,33-2-96 15,-33 2-32-15,0 0 0 0,46 9 0 0,-46-9-160 0,0 0 0 16,0 0 0-16,39 26 0 0,-39-26 0 0,0 0 0 16,4 23 0-16,-10-13 0 0,-1 0 0 0,-3-1 0 15,-4 1 128-15,0 1-128 0,-1-1 0 0,-4 2 128 16,-4 0-128-16,-2 0 128 0,0-1-128 0,2-1 0 16,2-3 0-16,1-2 0 0,3-2 0 0,0-1 0 15,4-4 0-15,3-1 0 16,1 0-304-16,3-1-80 0</inkml:trace>
  <inkml:trace contextRef="#ctx0" brushRef="#br1" timeOffset="-153898.77">5010 10678 16575 0,'0'-2'1472'0,"0"2"-1168"0,0 0-304 0,0 0 0 16,0 0 1552-16,0 0 256 0,1-2 48 0,0 2 16 16,2 0 960-16,1 2 192 0,-4-2 48 0,0 0 0 15,0 0-2112-15,0 0-400 0,42 35-96 0,-42-35-16 16,0 0 64-16,41 36 16 0,-41-36 0 0,0 0 0 16,45 40-304-16,-45-40-64 0,0 0-16 0,43 38 0 15,-43-38-144-15,0 0 0 0,36 33 0 0,-36-33 0 16,0 0-320-16,0 0 0 0,38 28 0 0,-38-28-10848 15,0 0-2160-15</inkml:trace>
  <inkml:trace contextRef="#ctx0" brushRef="#br1" timeOffset="-153736.92">5283 10709 10127 0,'-8'0'896'0,"3"2"-704"16,1-2-192-16,0 3 0 0,1-1 896 0,0 0 160 15,-2 1 32-15,-3 5 0 0,-6 5 960 0,-6 3 208 16,-2 4 48-16,-1 1 0 0,-1 2-1120 0,2 0-224 16,3-3-32-16,2-2-16 0,4-3-720 0,2-3-192 15</inkml:trace>
  <inkml:trace contextRef="#ctx0" brushRef="#br1" timeOffset="-152934.36">5612 10592 8287 0,'0'0'736'0,"0"-2"-592"15,-1 1-144-15,1 0 0 0,0 1 1280 0,-1 0 208 0,0-2 48 0,-1-1 16 16,0-1 496-16,0 1 112 0,0 1 16 0,-1-1 0 16,1 1-352-16,-1 2-64 0,1-2-16 0,0 2 0 15,0-1-256-15,-1 2-48 0,-1 1-16 0,1 0 0 16,-1 1-400-16,-1 1-96 0,1 4-16 0,-1-2 0 15,-1 4-352-15,1 2-80 0,-1 1-16 0,2 0 0 16,1 3-144-16,-1 4-16 0,0 1-16 0,3 3 0 16,0 1-128-16,1-1-32 0,1 2 0 0,0-4 0 15,-1-22 48-15,5 38 0 0,-5-38 0 0,11 43 0 16,-11-43-176-16,19 35 160 0,-19-35-160 0,0 0 160 0,40 31-160 16,-40-31 0-16,0 0 0 0,47 9 0 15,-47-9-368-15,33-7-48 0,-17 0-16 0,-2 0-17104 16</inkml:trace>
  <inkml:trace contextRef="#ctx0" brushRef="#br1" timeOffset="-151914.2">5580 10588 5519 0,'-1'0'496'0,"0"-2"-496"16,0 2 0-16,1-2 0 0,0 2 1344 15,-1-1 192-15,-1-1 16 0,-1-1 16 16,0 1 512-16,-1-3 96 0,2 3 32 0,0-1 0 0,0 0-272 0,1 2-48 16,0-1-16-16,0 0 0 0,1 2-336 0,0 0-64 15,0 2 0-15,1 0-16 0,-1 0-416 0,0 5-80 0,1 1 0 0,-1 5-16 16,0-13-256-16,3 35-48 0,-3-35-16 0,3 44 0 15,-2-21-288-15,-1 3-48 16,1 1-16-16,-1 1 0 0,0-4-96 0,-1 2-32 0,1 3 0 0,0-1 0 16,-2 2-144-16,1-1 0 0,0-3 0 0,0-5 128 15,1-1-128-15,0-6 0 0,0-14 0 0,0 0 0 16,3 27 0-16,-2-21 0 0,0-1 0 0,-1-1 0 16,0-1 0-16,1 0 0 0,0-1 0 0,0 0 0 15,-1 0 0-15,1 0 0 0,-1-2-128 0,1 0 128 16,0 0-464-16,0 0-32 0,-1 0 0 0,0-2 0 15,1 0-1680-15,1 0-320 0</inkml:trace>
  <inkml:trace contextRef="#ctx0" brushRef="#br1" timeOffset="-151536.78">5502 10635 2751 0,'-1'-2'256'0,"1"-1"-256"15,0 3 0-15,0-2 0 16,0 2 1648-16,0 0 272 0,0-2 64 0,0-2 16 0,0 1 800 0,2 0 144 0,1 1 48 0,2-2 0 16,0 3-560-16,2-3-96 0,0 1-32 0,2 1 0 15,0-1-816-15,1-1-160 0,-10 4-48 0,26-9 0 16,-12 3-320-16,0 2-80 0,-1-1-16 0,-13 5 0 16,31-9-288-16,-31 9-48 0,37-8-16 0,-37 8 0 15,0 0-224-15,50 6-48 0,-50-6-16 0,0 0 0 31,41 37-224-31,-41-37 144 0,22 35-144 0,-22-35 128 16,14 44-128-16,-12-21 0 0,-1-2 0 0,-2 1 0 16,-1-1 0-16,-4-1 0 0,-2 1 0 0,-4-1 0 15,2 0 0-15,-1-4 0 0,1 1 0 0,-2-3 0 16,-2 3 0-16,-2-3 0 0,1 0 0 0,0-2 0 0,0-3 0 0,-1-1 0 16,-1 1 0-16,2-4 0 0,0 0 0 0,2-5-144 15,2 0 144-15,0-2-208 16,3-1-1072-16,1 0-224 0,2-1-32 0,2-3-14352 15</inkml:trace>
  <inkml:trace contextRef="#ctx0" brushRef="#br1" timeOffset="-150710.36">5588 10904 1839 0,'-2'-3'160'0,"1"1"-160"0,0 1 0 0,0 1 0 0,1-2 1088 0,-1 2 176 15,0 0 32-15,0-1 16 0,0 0 1120 0,-1-2 240 16,0 3 32-16,0-2 16 0,-1 2-192 0,1 0-32 16,0 2-16-16,1 1 0 0,0-1-688 0,0 3-128 15,0 2-16-15,-1-2-16 0,2 2-528 0,-1 0-96 16,0 5-32-16,1 2 0 0,0 1-336 0,0 1-80 15,0-16-16-15,1 31 0 0,-1-15-272 0,0-16-48 16,1 29-16-16,-1-15 0 0,0-4-208 0,0 1 176 0,-1 1-176 0,0 0 160 16,0 0-160-16,0-1 0 15,0-2 0-15,0-1 0 0,0-1 0 0,0-1 0 0,1-2 0 16,0-2 0-16,0-2 0 0,0 0 0 0,1-2-144 0,0-3 144 16,1-2-336-16,1 0-16 0,0-4 0 0,-1-1 0 31,2-1-576-31,0-1-112 0,0-3-32 0,-1 2 0 15,0-2 208-15,-2-1 32 0,-1 1 16 0,0 2 0 0,-1 3 384 0,0-4 80 0,-2-2 16 0,2 2 0 16,0 3 336-16,0 2 0 0,-1-1 0 0,1 3 0 16,-1 2 224-16,1 2 16 0,0 0 0 0,0 4 0 15,1 0 592-15,-1 1 128 0,1 2 32 0,0 0 0 0,-1 1-256 16,0 2-48-16,1 2-16 0,0 0 0 16,-1-3-224-16,0 5-32 0,1 2-16 0,-1 4 0 15,1 3-96-15,0 3-32 0,0 1 0 0,0-1 0 0,0-1-112 0,0 0-32 16,0-1 0-16,0 0 0 0,-1-1-128 0,1-1 128 15,-1-2-128-15,1-3 128 16,0-12-128-16,0 0 0 0,4 24 0 0,-3-20 0 0,0-4 0 0,1 0 0 16,1-4 0-16,-1 1 0 0,1-2 0 0,-1-3 0 15,1 0 0-15,0-2 0 16,1 1-496-16,-1-3-16 0,-1 0-16 0,0-1 0 16,0 2-560-16,-2-1-96 0,0 0-32 0,-2 1 0 15,1 1 320-15,-2 1 48 0,0-3 16 0,-2 2 0 0,0 1 544 0,1 0 112 0,-1 2 32 0,1 4 0 16,1 1 304-16,0 0 64 0,1 4 16 0,-1 0 0 15,1 0 480-15,1 4 112 0,-1 0 0 16,0 2 16-16,1 1-336 0,-1 2-80 0,1 1-16 0,0 1 0 0,1 0-160 0,-1 0-16 16,1 1-16-16,0-2 0 15,0-12-224-15,0 0 0 0,5 29 128 0,-5-29-10368 16,0 0-2080 0</inkml:trace>
  <inkml:trace contextRef="#ctx0" brushRef="#br1" timeOffset="-146587.49">6137 10533 8287 0,'-2'-4'736'0,"1"3"-592"0,0-1-144 0,0 2 0 16,0-1 640-16,1 0 80 0,-1 1 32 0,0-2 0 16,-1 0 832-16,0 1 160 0,-2-1 48 0,1-1 0 15,0 3-432-15,0 1-80 0,0 3 0 0,-2 2-16 16,1 2-208-16,-2 2-32 0,0 1-16 0,-2 2 0 16,1 3 128-16,-1 3 16 0,-1 0 16 0,1 3 0 15,-2 3-192-15,2-1-32 0,1 0-16 0,0-3 0 16,2-3-224-16,0 0-32 0,1 2-16 0,1 0 0 15,1-1-208-15,2 0-32 0,0-19-16 0,2 31 0 16,-2-31-192-16,10 33-32 0,-10-33-16 0,0 0 0 16,18 33-160-16,-18-33 0 0,0 0 0 0,0 0 0 15,48 27-240-15,-48-27-16 0,0 0-16 0,43 11 0 16,-43-11-1872-16,0 0-368 0</inkml:trace>
  <inkml:trace contextRef="#ctx0" brushRef="#br1" timeOffset="-146286.77">6203 10707 11967 0,'0'-7'528'0,"0"2"112"0,0 1-512 0,0 1-128 15,1 0 0-15,0 1 0 0,0-1 1904 0,0-1 336 0,2-1 80 0,-1-1 16 16,1 2 448-16,-2 3 96 0,2 3 0 0,-3-2 16 16,0 0-944-16,8 26-192 0,-8-26-32 0,9 32-16 15,-9-32-800-15,11 35-144 0,-11-35-48 0,13 38 0 16,-13-38-320-16,16 37-64 0,-16-37-16 0,17 30 0 16,-17-30-192-16,20 29-128 0,-20-29 128 0,0 0-128 15,31 33 0-15,-31-33 0 0,0 0 0 0,0 0 0 16,30 29-672-1,-30-29-160-15,0 0-16 0,0 0-16464 0</inkml:trace>
  <inkml:trace contextRef="#ctx0" brushRef="#br1" timeOffset="-146051.7">6387 10702 3679 0,'-1'-3'320'0,"0"1"-320"0,1 0 0 0,-1 1 0 0,1 2 1920 0,-1 1 304 16,0 0 64-16,0 1 16 0,-2 1 320 0,-3 6 64 15,0 0 0-15,-3 1 16 0,0 1-976 0,-1 0-192 16,0 2-32-16,-2-2-16 0,-1 2-208 0,0 1-32 16,1-3-16-16,-2 2 0 0,-1 0-496 0,0 0-96 15,1-2-32-15,1-2 0 0,2-1-416 0,0 0-192 16,2-3 160-16,2 0-160 16,2-1-576-16,2 0-224 0,1-1-32 0,3-1-13440 0</inkml:trace>
  <inkml:trace contextRef="#ctx0" brushRef="#br1" timeOffset="-145753.3">6201 10720 7359 0,'-4'-3'320'0,"1"2"80"15,1-1-400-15,0 2 0 0,2-2 0 0,-1 1 0 16,0 1 2240-16,0-2 384 0,-2-1 64 0,1 0 0 0,0-1 48 0,2-1 0 16,1 1 0-16,1-1 0 0,2 0-672 0,1-1-128 15,2 0-16-15,1 0-16 0,1-2-752 0,3 1-128 16,1 0-48-16,1 0 0 0,-14 7-400 0,29-14-64 16,-29 14-32-16,35-7 0 0,-35 7-224 0,39 0-32 15,-39 0-16-15,0 0 0 0,50 15-208 0,-50-15 0 16,0 0 128-16,37 27-128 0,-37-27 0 0,0 0 0 15,0 0 0-15,27 31 0 0,-27-31-192 0,0 0 0 16,0 0 16-16,0 0 0 16,0 0-1008-16,12 31-208 0,-14-29-32 0,0 3-14544 0</inkml:trace>
  <inkml:trace contextRef="#ctx0" brushRef="#br1" timeOffset="-145463.91">6168 10936 10127 0,'-2'0'896'0,"1"1"-704"16,0 1-192-16,0-2 0 0,1 0 1200 0,-1 0 208 16,0 2 32-16,-2 1 16 0,0 0 880 0,0 0 176 15,2 1 48-15,1 0 0 0,1 0-320 0,0-1-64 16,-1-3-16-16,0 0 0 0,0 0-704 0,0 0-144 16,0 0-32-16,0 0 0 0,46 11-416 0,-46-11-96 15,0 0 0-15,44-6-16 16,-44 6-304-16,34-8-48 0,-34 8-16 0,46-9 0 0,-46 9-192 0,50-11-64 15,-50 11 0-15,46-9 0 0,-46 9-128 0,47-9 0 16,-47 9 0-16,42-6 0 0,-42 6 0 0,33-8 0 0,-33 8 0 0,25-7 0 31,-25 7-464-31,0 0-80 0,25-9-16 0,-25 9-17312 0</inkml:trace>
  <inkml:trace contextRef="#ctx0" brushRef="#br1" timeOffset="-145243.58">6563 10766 16575 0,'-2'0'736'0,"0"0"160"15,1 0-720-15,0 0-176 16,0 0 0-16,0 0 0 0,1 0 1808 0,0 0 336 0,1 1 64 0,0 0 16 0,2-1 256 0,-3 0 48 16,0 0 16-16,0 0 0 0,28-7-1056 0,-28 7-208 15,24-9-32-15,-24 9-16 0,30-10-832 0,-30 10-160 16,28-12-48-16,-28 12 0 0,0 0-192 0,34-7-240 15,-34 7 48-15,0 0 16 16,0 0-1664-16,0 0-336 0,0 0-64 0,0 0-12496 16</inkml:trace>
  <inkml:trace contextRef="#ctx0" brushRef="#br1" timeOffset="-145102.37">6596 10820 9215 0,'-8'2'400'0,"5"-1"96"0,-1 1-496 0,2 0 0 15,1-2 0-15,0 0 0 0,1 1 2048 0,0-1 304 0,2 2 64 0,-2-2 16 16,0 0 784-16,0 0 176 0,0 0 16 0,36 2 16 31,-36-2-1216-31,0 0-240 0,37-4-48 0,-37 4-16 0,31-5-1136 0,-31 5-208 0,33-7-48 0,-33 7-16 16,0 0-496-16,36-10 0 0,-36 10 0 0,26-9-17232 15</inkml:trace>
  <inkml:trace contextRef="#ctx0" brushRef="#br1" timeOffset="-144401.03">6859 10609 16575 0,'-2'0'1472'0,"0"-2"-1168"15,2 2-304-15,-1 0 0 0,1 0 1728 0,-2 0 304 0,0 0 48 0,-2-2 16 16,0 1 80-16,2-1 0 0,1 2 16 0,2-2 0 16,1-1-656-16,-2 3-128 0,0 0-16 0,0 0-16 15,26-9-560-15,-26 9-112 16,0 0-32-16,32-2 0 0,-32 2-288 0,0 0-48 16,0 0-16-16,45 23 0 0,-45-23-192 0,0 0-128 0,27 38 160 0,-27-38-160 15,9 32 0-15,-9-32 0 0,-2 33 0 0,-3-16 0 16,-1-1 0-16,-4 0 0 0,0-2 0 0,0-2 0 0,1-2 0 15,-1 1 0-15,-1-1-192 16,2-3 192-16,2-2 0 0,0-1-128 0,1-1 128 0,1-1 0 0,1-4 0 0,2 2 0 16,1-2 0-1,3-1 0-15,-2 3 0 0,0 0 0 0,0 0 0 0,25-10 0 0,-25 10 0 0,25-9 176 16,-25 9-176-16,29-9 160 0,-29 9-160 0,32-11 0 16,-32 11 144-16,36-13-144 0,-36 13 0 0,34-14 0 15,-34 14-160-15,31-11 160 16,-31 11-1808-16,25-11-256 0,-25 11-48 0,0 0-13824 0</inkml:trace>
  <inkml:trace contextRef="#ctx0" brushRef="#br1" timeOffset="-144196.24">7147 10548 8511 0,'-2'-10'192'0,"1"5"32"0,1 0 16 0,0 1 0 0,0 2-240 0,0 2 0 0,1-2 0 0,1 1 0 15,0-1 3424-15,-2 2 640 0,0 0 128 0,0 0 32 16,0 0-704-16,0 0-144 0,45 28-32 0,-45-28 0 15,22 29-1632-15,-22-29-336 0,21 36-64 0,-21-36-16 16,17 43-784-16,-17-43-144 0,13 46-48 0,-13-46 0 16,9 41-128-16,-9-41-48 0,2 33 0 0,-2-33 0 15,-3 36-144-15,-3-17 128 0,0-2-128 0,-1-2 128 0,-1-2-128 16,-2 0 0-16,1-1 0 16,-2-2 0-16,-1-3 0 0,0-2 0 0,-2-3 0 0,0 0-18784 15</inkml:trace>
  <inkml:trace contextRef="#ctx0" brushRef="#br1" timeOffset="-143785.43">7443 10635 13823 0,'-3'-2'608'0,"1"-1"128"0,0 3-592 0,1-2-144 15,0 2 0-15,1-1 0 0,-1 0 1504 0,1-1 272 16,-1 0 48-16,1-1 16 0,1 0 512 0,2-1 96 16,2 1 32-16,2-1 0 0,-7 4-368 0,0 0-64 15,34-8 0-15,-34 8-16 0,34-7-912 0,-34 7-176 16,41-7-48-16,-41 7 0 16,36-7-576-16,-36 7-112 0,33-5-16 0,-33 5-16 0,0 0-176 0,41-4 0 15,-41 4 0-15,0 0 0 16,0 0-640-16,37 2-96 0,-37-2-32 0,0 0-16448 0</inkml:trace>
  <inkml:trace contextRef="#ctx0" brushRef="#br1" timeOffset="-143627.77">7532 10692 11967 0,'-1'2'1072'0,"0"-1"-864"0,2 1-208 0,-1-2 0 16,0 0 1872-16,0 0 336 0,0 0 64 0,0 0 16 15,0 0 640-15,42 17 128 0,-42-17 16 0,0 0 16 16,52 2-976-16,-52-2-192 0,35-7-32 0,-35 7-16 15,30-6-1248-15,-30 6-256 0,27-6-48 0,-27 6-17552 16</inkml:trace>
  <inkml:trace contextRef="#ctx0" brushRef="#br1" timeOffset="-138773.3">8091 10470 2751 0,'-4'-5'256'16,"2"2"-256"-16,0 1 0 0,0 0 0 0,2-1 1408 0,-1 3 224 15,0-3 48-15,-1 1 16 0,-1-2 624 0,-1-3 128 16,1 2 32-16,-2 0 0 0,3-1-224 0,-1 3-32 15,0 0-16-15,0-1 0 0,-1 3-368 0,0 1-80 16,1 0-16-16,-2 3 0 0,0-1-464 0,0 3-112 16,-1 2-16-16,1 2 0 15,-1 3-416-15,2 2-96 0,0 1 0 0,0 2-16 0,1 1-256 0,2 5-48 16,1 2-16-16,0-1 0 0,0 2-176 0,0-26-128 16,7 44 144-16,-7-44-144 0,12 36 0 0,-12-36 128 15,0 0-128-15,22 32 0 0,-22-32 0 0,0 0 0 0,0 0 0 0,0 0 0 16,41 8 0-16,-32-12 0 0,1-4 0 0,-2-1 0 15,1-2 0-15,1-1 0 0,0 0 0 0,-2-2 0 16,-1 2-144-16,2-2 144 0,-2-3 0 0,1 0-144 16,-3 1-112-16,0-1 0 0,-3 2-16 0,-1-1 0 15,-2 2 48-15,-3 0 16 0,-2 0 0 0,-1 4 0 16,0 0 48-16,-3 3 16 0,0 2 0 0,-2 1 0 16,-2 0-16-16,0 4 0 0,2 2 0 0,0 2 0 15,3 3 160-15,1 0-208 0,1 1 80 0,3-2 128 31,2 2-640-31,1-1 0 0,1 0 0 0,0-7-14848 0</inkml:trace>
  <inkml:trace contextRef="#ctx0" brushRef="#br1" timeOffset="-138583.84">8243 10604 17503 0,'0'0'768'0,"0"0"176"0,0 0-752 0,0 0-192 15,0 0 0-15,0 0 0 16,0 0 1648-16,0 0 288 0,0 0 64 0,17 38 16 16,-17-38-640-16,0 0-128 0,0 0-32 0,18 31 0 15,-18-31-960-15,0 0-256 0,0 0 0 0,0 0-12912 16</inkml:trace>
  <inkml:trace contextRef="#ctx0" brushRef="#br1" timeOffset="-137065.97">8643 10391 8287 0,'-1'0'736'0,"0"1"-592"15,0 1-144-15,0 0 0 0,0-1 1536 0,0 0 256 16,-2 4 64-16,-1 2 16 0,-1 3 336 0,-2 2 64 16,0 2 16-16,1 1 0 0,-1 0-544 0,1 2-96 0,2 0-32 0,-1-2 0 15,2 0-560-15,0 2-112 0,3-17-32 0,-2 29 0 16,2-29-272-16,1 23-48 0,-1-23-16 0,0 0 0 15,0 0-192-15,0 0-64 0,22 33 0 0,-22-33 0 16,0 0-96-16,0 0-32 0,40-2 0 0,-40 2 0 16,28-7-16-16,-28 7-16 0,27-9 0 0,-27 9 0 15,26-6-160-15,-26 6 0 0,22-6 0 0,-22 6 0 16,20-7 0-16,-20 7-224 0,0 0 32 0,24-7 0 16,-24 7-1264-16,0 0-240 0,19-6-48 0,-15 4-12592 15</inkml:trace>
  <inkml:trace contextRef="#ctx0" brushRef="#br1" timeOffset="-135132.05">8546 10448 8287 0,'0'-2'736'0,"0"-1"-592"16,0 1-144-16,0-1 0 0,1 1 1200 0,-1 0 208 16,0-3 32-16,1-2 16 15,-1-3 192-15,0 1 32 0,0 2 16 0,-1 2 0 0,0 1-256 0,1 3-48 0,-1 0-16 0,0 2 0 16,0 0-320-16,0 4-64 0,0 3-16 0,0 2 0 16,-2 3-336-16,0 5-80 0,1 2-16 0,0 5 0 15,1 3-32-15,0 6 0 0,1 4 0 0,0 2 0 16,0-1-80-16,0 0-32 0,0-1 0 0,-1-4 0 15,-1-1-400-15,1-3 0 0,0-9 0 16,1-21 0 0,0 36-608-16,0-36-208 0</inkml:trace>
  <inkml:trace contextRef="#ctx0" brushRef="#br1" timeOffset="-134747.98">8722 10515 8287 0,'0'-3'368'0,"0"-1"80"0,0 1-448 0,0 0 0 0,0 1 0 0,0 0 0 16,0 0 1728-16,0-3 272 0,0 1 48 0,-1-4 16 16,1 3 320-16,-1 0 64 0,1 0 16 0,-1 3 0 15,0 1-480-15,0 2-112 0,0 1-16 0,0 4 0 16,-1 3-576-16,0 2-128 0,0 1-32 0,0 6 0 15,1 5-336-15,-1 0-64 0,-1 6-16 0,0 0 0 0,0 0-384 0,1-2-64 16,0-1-32-16,-1-4 0 16,3-22-224-16,-1 39 0 0,1-39 0 0,1 30-11440 15,-1-30-2288-15</inkml:trace>
  <inkml:trace contextRef="#ctx0" brushRef="#br1" timeOffset="-131173.04">8989 10543 3679 0,'0'-5'320'0,"0"1"-320"0,0 1 0 0,0-2 0 16,0 4 1024-16,1 0 144 0,0-4 32 0,0 0 0 16,1-4 624-16,0-3 128 0,0 0 32 0,0 0 0 15,-1 1-144-15,-1 1-32 0,0 0 0 0,0 3 0 16,0 2-192-16,-1-1-32 0,0 3-16 0,0 1 0 15,-1-1-240-15,0 3-48 0,1 0-16 0,0 0 0 16,-1 3-304-16,0-1-64 0,1 4-16 0,-2 0 0 16,1 4-336-16,0 1-64 0,2-11-16 0,-2 31 0 15,2-31-112-15,-2 33-32 0,2-10 0 0,0 2 0 16,0-1-112-16,0-24-16 0,2 44-16 0,-2-44 0 16,6 36-176-16,-6-36 192 0,0 0-192 0,14 36 192 15,-14-36-192-15,0 0 0 0,0 0 0 0,0 0 0 16,32 4 0-16,-23-11 0 0,-1-4 0 0,2-3 0 0,1-1 0 0,0-2 0 15,1-1 0-15,-3-2 0 0,0 2-320 0,-2-1 64 16,-3 4 16-16,1-1 0 16,-2-1-368-16,-2 1-80 0,-1 1-16 0,-3 1 0 0,-1 2 448 0,-2-2 96 15,-2 1 16-15,-2 1 0 0,0 1 144 0,-1 4 0 16,-1 2 0-16,1 2-128 0,2 2 0 0,0 2 0 16,0 2 0-16,0 2 0 0,3 0-144 0,0 2-32 15,1 0 0-15,2 1 0 16,0-1-912-16,2 2-176 0</inkml:trace>
  <inkml:trace contextRef="#ctx0" brushRef="#br1" timeOffset="-130691.91">9187 10325 7359 0,'-2'-1'320'0,"1"-1"80"16,0 2-400-16,0-1 0 0,1 0 0 0,0 1 0 15,0 0 1824-15,1-2 288 0,0 0 48 0,2 1 16 0,1-1 256 0,0-1 48 16,2 0 16-16,0-1 0 16,-6 4-400-16,0 0-80 0,25-5-16 0,-25 5 0 15,0 0-704-15,0 0-144 0,37 0-16 0,-37 0-16 0,0 0-432 0,0 0-96 16,0 0-16-16,37 23 0 0,-37-23-384 0,0 0-64 16,0 0-128-16,0 0 176 0,15 37-176 15,-15-37 0-15,-3 16 0 0,-1-8 128 0,0-1-128 0,-1 2 0 16,-2-1 144-16,-1 1-144 0,0-1 0 0,-2 0 128 15,0 0-128-15,1 1 0 0,-1-2 0 0,-1 0 128 0,2 1-128 16,0-2 0-16,2 2 0 0,1-4 0 16,1 1 0-16,2-2 128 0,2 0-128 0,1-2 0 15,1 1 0-15,0-1 0 0,-1-1 0 0,0 0 0 0,0 0 0 0,0 0 0 16,38-1 0-16,-38 1 128 16,0 0-128-16,39 0 0 0,-39 0 160 0,35 3-32 0,-35-3-128 0,0 0 192 15,47 7-192-15,-47-7 0 0,0 0 0 0,42 16 0 16,-42-16 0-16,0 0 0 0,0 0 0 0,0 0 0 15,28 34 0-15,-30-27 0 16,-4 2 0-16,-2 1 0 0,-3-1 0 0,-4 3 0 16,-2 1 0-16,-1 0 0 0,1-1 0 0,-2 1 128 15,-1 0-128-15,0-3 0 0,2 1 0 0,1-3 0 16,1-1 0-16,3 0 0 0,3-3 0 0,1 0 0 0,2-2 0 0,4-2 0 31,0-2-352-31,4-1-160 0,2-1-48 0,1-4-16288 0</inkml:trace>
  <inkml:trace contextRef="#ctx0" brushRef="#br1" timeOffset="-130328.25">9461 10330 18431 0,'-1'-3'816'0,"0"0"160"0,1 3-784 15,0 0-192-15,0 0 0 0,1 0 0 0,0-2 1792 0,-1 2 304 16,0 0 64-16,0 0 16 0,20-7-224 0,-20 7-32 15,19-11-16-15,-19 11 0 0,23-10-1024 0,-23 10-208 16,24-12-32-16,-24 12-16 0,23-9-368 0,-23 9-64 16,22-5 0-16,-22 5-16 0,0 0 32 0,29-4 16 15,-29 4 0-15,0 0 0 0,0 0-16 0,0 0 0 16,34 18 0-16,-34-18 0 0,0 0 64 0,0 0 16 16,11 36 0-16,-11-36 0 0,0 0 0 0,1 31 0 15,-1-31 0-15,-1 23 0 0,1-23-96 0,-4 28 0 16,1-15-16-16,0 3 0 0,0 3-48 0,0 0-128 0,0 4 192 15,-1 1-64-15,2 2-128 0,0 1 0 0,-1 3 144 0,0 1-144 16,-1 0 0-16,1 0 128 0,0-3-128 0,0-2 0 16,0-4 0-16,0-1 0 0,3-21 0 0,-2 35 0 31,2-35-640-31,-4 29-128 0,4-29-48 0,-4 17-16544 0</inkml:trace>
  <inkml:trace contextRef="#ctx0" brushRef="#br1" timeOffset="-130154.96">9520 10554 22111 0,'2'-3'976'0,"0"2"208"15,1-1-944-15,0-1-240 0,0 1 0 0,1 0 0 0,-4 2 2320 0,0 0 432 16,30-10 64-16,-8 3 32 0,3-3-992 0,2 1-208 16,2 0-48-16,2-1 0 0,0-2-1168 0,-1 3-240 15,0-1-64-15,-3 1-17200 16</inkml:trace>
  <inkml:trace contextRef="#ctx0" brushRef="#br1" timeOffset="-129312.35">1452 11294 10127 0,'-1'-7'896'0,"0"2"-704"0,1 1-192 0,0-1 0 15,0 2 1360-15,0 1 240 0,0 1 64 0,0-2 0 16,0-2 192-16,0 0 64 0,0 0 0 0,-2 1 0 15,0 3 16-15,-1 1 16 0,1 4 0 0,-1 2 0 16,2 2-576-16,-2 6-112 0,1 1-32 0,1 5 0 16,1 4-320-16,-1 2-64 0,2 5-16 0,0-4 0 0,0 0-560 0,1 1-112 15,0-2-32-15,-2-26 0 16,5 50-128-16,-5-50 0 0,7 41 0 0,-7-41 0 0,7 35 0 0,-7-35 0 16,0 0 0-16,11 34 0 0,-11-34-384 0,0 0-16 15,0 0 0-15,0 0-16032 16</inkml:trace>
  <inkml:trace contextRef="#ctx0" brushRef="#br1" timeOffset="-129012.12">1388 11304 9215 0,'-2'-14'816'0,"1"6"-656"0,1 0-160 0,0 2 0 16,1 2 1120-16,0 1 192 0,1-1 32 0,3-1 16 15,2-6 624-15,4-2 112 0,4 1 16 0,0 2 16 16,-1 4-336-16,-14 6-80 0,33-3-16 0,-33 3 0 15,36 7-608-15,-36-7-128 0,0 0-32 0,47 19 0 16,-47-19-528-16,0 0-96 0,35 22-32 0,-35-22 0 16,0 0-272-16,0 0 0 0,0 0 0 0,24 35 0 15,-24-30 192-15,-2 2-192 0,-2 0 192 0,-2-1-192 16,-1 2 480-16,-2-1-16 0,-1 1 0 0,-2-1 0 0,-1 1-304 0,-3-2-160 16,1 1 160-16,-2 0-160 0,0 0 0 0,2-2 128 15,0 2-128-15,2 0 0 0,3-2 0 0,1 0 0 16,4-2 0-16,0 1 0 15,3-2-576-15,2-2-48 0,2 0-16 0,4-2-14048 16</inkml:trace>
  <inkml:trace contextRef="#ctx0" brushRef="#br1" timeOffset="-128756.05">1847 11207 16575 0,'0'-1'736'0,"-1"-1"160"0,1 2-720 0,0-1-176 15,0 0 0-15,-1 1 0 0,-1 0 1376 0,-1 0 240 0,-2 1 48 0,-2 0 16 16,-1 1-320-16,-3 1-64 0,1 2-16 0,0 0 0 16,0 4 48-16,-1-1 0 0,0 3 0 0,0 3 0 15,-1 3-176-15,1 0-16 0,0 5-16 0,1 1 0 16,1 3-496-16,3 2-112 16,2-2 0-16,3 0-16 0,2 0-336 0,2-2-160 0,-3-24 160 0,9 42-160 15,-9-42 128-15,14 32-128 0,-14-32 0 0,0 0 0 0,39 40 0 16,-39-40 0-1,0 0 0-15,49 24 0 0,-49-24-912 0,36 4-128 0</inkml:trace>
  <inkml:trace contextRef="#ctx0" brushRef="#br1" timeOffset="-128409.58">1940 11387 11967 0,'-5'0'1072'0,"3"0"-864"0,0 0-208 0,1 0 0 15,1 0 1456-15,1 0 240 0,1 2 48 0,-2-2 16 16,0 0 752-16,0 0 160 0,0 0 16 0,44 3 16 16,-44-3-1232-16,33-5-256 0,-33 5-64 0,36-7 0 0,-36 7-720 0,40-10-160 15,-40 10-16-15,39-9-16 0,-39 9-240 0,34-9 0 16,-34 9 0-16,32-9 0 0,-32 9 0 0,25-8 0 16,-25 8-128-16,0 0 128 0,25-5 0 0,-22 5 0 15,0-2 0-15,-2 2 0 0,-2 0-288 0,-1 2 0 16,-2-2 0-16,-2 2 0 15,0 0-272-15,-2 1-48 0,1 0-16 0,-1-1 0 0,2-1 432 0,-2 2 192 16,2 0-192-16,0 3 192 0,1 0 0 0,-1-1 0 16,2 1 0-16,-1 2 128 0,0-1 144 0,1 2 32 15,0-1 0-15,-1 1 0 0,1 1 80 0,-1 1 32 16,-1 0 0-16,0 0 0 0,0 1 32 0,-3 0 16 16,0 2 0-16,-1 1 0 0,-1 0-16 0,1 0-16 15,-1 1 0-15,0-1 0 0,2-3-288 0,0-1-144 0,2-2 160 16,1 0-160-16,2-3-224 0,1-1-144 0,1-3-16 0,1-2-15040 15</inkml:trace>
  <inkml:trace contextRef="#ctx0" brushRef="#br1" timeOffset="-128205.23">1998 11460 13823 0,'-1'-2'608'15,"1"0"128"-15,1-1-592 0,-1 3-144 0,1-2 0 0,0 2 0 16,-1 0 1664-16,3 0 288 0,-3 0 64 0,0 0 16 15,0 0-240-15,0 0-64 0,44 17 0 0,-44-17 0 0,0 0-432 0,37 29-80 16,-37-29-32-16,0 0 0 0,37 39-480 0,-37-39-80 16,22 31-32-16,-22-31 0 0,19 29-464 0,-19-29-128 15,0 0 0-15,17 40 0 16,-17-40-1120-16,0 0-288 0</inkml:trace>
  <inkml:trace contextRef="#ctx0" brushRef="#br1" timeOffset="-127984.78">1937 11704 7359 0,'-5'5'656'0,"2"-2"-528"16,1-2-128-16,1 0 0 0,1 1 1216 0,0-1 192 0,1 1 64 0,-1-2 0 16,0 0 1488-16,0 0 304 0,0 0 64 0,37 14 16 15,-37-14-672-15,0 0-144 0,45-5-32 0,-45 5 0 16,38-9-928-16,-38 9-192 0,38-14-32 0,-38 14-16 15,40-10-800-15,-40 10-144 0,43-7-48 0,-43 7 0 16,41-2-336-16,-41 2 128 0,36 0-128 0,-36 0 0 16,0 0 0-16,44 2 0 0,-44-2 0 0,0 0 0 15,0 0-160-15,38 0-48 0,-38 0-16 0,0 0-17216 16</inkml:trace>
  <inkml:trace contextRef="#ctx0" brushRef="#br1" timeOffset="-127733.17">2363 11483 11055 0,'-2'0'976'0,"1"0"-784"16,0 0-192-16,1 0 0 0,0 0 2336 0,1 0 416 16,0 1 96-16,2-1 16 0,-3 0 528 0,0 0 128 15,0 0 0-15,0 0 16 0,42 2-1952 0,-42-2-400 16,0 0-80-16,37-4-16 0,-37 4-656 0,0 0-144 15,42-3-32-15,-42 3 0 0,0 0-256 0,38 1 0 0,-38-1 0 0,0 0 0 16,0 0-256-16,41 4-128 0,-41-4 0 0,0 0-10912 16,0 0-2176-16</inkml:trace>
  <inkml:trace contextRef="#ctx0" brushRef="#br1" timeOffset="-127560.43">2395 11584 2751 0,'-6'4'256'0,"4"-4"-256"0,0 3 0 0,1-3 0 15,1 2 2752-15,1-2 512 0,1 1 112 0,2 1 16 16,-4-2 320-16,0 0 80 0,0 0 16 0,39 0 0 16,-39 0-1248-16,31-7-256 0,-31 7-64 0,37-10 0 0,-37 10-1264 0,38-12-256 15,-38 12-48-15,38-11-16 0,-38 11-656 0,32-6 0 16,-32 6 0-16,0 0-11520 16,42-4-2336-16</inkml:trace>
  <inkml:trace contextRef="#ctx0" brushRef="#br1" timeOffset="-127241.45">2964 11356 17503 0,'-2'-2'768'0,"0"2"176"0,0 0-752 0,1 0-192 15,0 0 0-15,-1 0 0 0,0 0 2128 0,-2 1 400 16,-2 2 80-16,-4 0 16 15,0 2-560-15,1 1-96 0,-1 2-32 0,1-1 0 0,0 2-816 0,1 1-160 0,-1 2-48 0,1 2 0 16,1 0-304-16,-1 5-64 16,2-2-16-16,0 1 0 0,2 2-224 0,0-5-48 15,2 0-16-15,2-15 0 0,2 29-96 0,-2-29-16 0,0 0 0 0,0 0 0 16,19 33-128-16,-19-33 128 16,0 0-128-16,0 0 128 0,47 5-128 0,-47-5 0 0,32-7 0 0,-32 7 0 15,35-12 0-15,-35 12 0 0,34-12 0 0,-34 12 0 16,34-12-576-16,-34 12-32 15,32-10-16-15,-32 10-11024 0,25-9-2192 0</inkml:trace>
  <inkml:trace contextRef="#ctx0" brushRef="#br1" timeOffset="-127062.34">3022 11442 11967 0,'-3'0'1072'0,"0"0"-864"15,2 0-208-15,0 2 0 0,0-1 1472 0,-1 0 256 16,-2 4 64-16,-3 2 0 0,-1 5 896 0,-1 1 192 15,1 4 48-15,1 0 0 0,0 2-816 0,2 1-176 16,-2 1-16-16,2 2-16 0,-1 1-976 0,1-3-192 16,2 0-32-16,1-4-16 0,0-2-560 0,2-15-128 0,2 23 0 0,-2-23-11344 15,0 0-2272-15</inkml:trace>
  <inkml:trace contextRef="#ctx0" brushRef="#br1" timeOffset="-126835.2">3212 11349 22111 0,'1'-3'976'0,"-1"1"208"0,0 2-944 0,1-1-240 16,0 1 0-16,0 0 0 0,1 1 2112 0,1-1 384 16,-3 0 80-16,0 0 16 0,0 0-960 0,0 0-192 31,43 31-32-31,-43-31-16 0,0 0-640 0,38 41-128 0,-38-41-32 0,25 35 0 0,-25-35-192 0,18 33-32 15,-18-33-16-15,13 33 0 0,-13-33-352 0,6 34 128 16,-7-15-128-16,-2-1 0 0,-2-3 0 0,0-1 0 16,-2-3 0-16,-1 1 0 0,-2 1 0 0,-3 0 0 15,-1-3 0-15,-4 0-11824 16,0-3-2352-16</inkml:trace>
  <inkml:trace contextRef="#ctx0" brushRef="#br1" timeOffset="-126513.22">3595 11460 14735 0,'-3'0'640'0,"2"-2"160"0,0 2-640 0,1 0-160 16,0 0 0-16,1-2 0 0,1 0 2112 0,1-1 384 16,2 0 64-16,3-3 32 0,-8 6-48 0,22-10-16 15,-22 10 0-15,0 0 0 0,35-9-1184 0,-35 9-224 0,0 0-48 0,36 7-16 16,-36-7-768-16,0 0-160 0,0 0-128 0,35 18 192 15,-35-18-480-15,0 0-96 0,0 0 0 0,0 0-15808 16</inkml:trace>
  <inkml:trace contextRef="#ctx0" brushRef="#br1" timeOffset="-126339.78">3604 11553 17503 0,'-4'3'768'0,"3"-1"176"15,1 0-752-15,0-1-192 0,1-1 0 0,0 0 0 16,1 1 2688-16,-2-1 512 0,0 0 112 0,0 0 16 0,35 0-528 0,-35 0-112 16,32-4 0-16,-32 4-16 0,38-10-1776 0,-38 10-336 15,36-7-80-15,-36 7-16 0,31-6-464 0,-31 6 0 16,27-5 0-16,-27 5-11984 16,0 0-2496-16</inkml:trace>
  <inkml:trace contextRef="#ctx0" brushRef="#br1" timeOffset="-125869.24">4394 11332 22111 0,'-2'0'976'0,"0"1"208"0,1-1-944 0,1 1-240 16,-1-1 0-16,0 1 0 0,-1-1 2032 0,0 2 352 15,-2-1 80-15,1 1 16 0,-3 0-544 0,1 0-96 0,1 3-32 0,0-2 0 16,0 1-944-16,1 3-192 0,2-1-32 0,-1 1-16 15,0 4-304-15,2-11-64 0,-1 20-16 0,1-20 0 16,0 0-240-16,7 32 176 0,-7-32-176 0,0 0 160 16,0 0-160-16,21 33 128 0,-21-33-128 0,0 0 128 15,0 0-128-15,37 19 0 0,-37-19 0 0,0 0 128 16,0 0-128-16,42 9 0 0,-42-9 0 0,0 0 0 16,0 0 0-16,0 0 0 0,34 10 0 0,-34-10 0 15,0 0 0-15,0 0 0 0,0 0 0 0,-5 15 0 16,0-11 0-16,-5 2 0 0,-1 0 0 0,-2 0 0 15,-1 0 0-15,-2 1 0 0,-3-2 0 0,-1 2 0 16,2-3 0-16,0 1 0 0,-2-2 0 0,2-1 0 16,2-2-1008-16,2-2-128 0,3-3-16 0,2-1-16000 15</inkml:trace>
  <inkml:trace contextRef="#ctx0" brushRef="#br1" timeOffset="-125698.39">4328 11359 15663 0,'2'0'1392'0,"0"0"-1120"15,0 0-272-15,0 0 0 0,0 0 2288 0,0 2 400 16,-2-2 64-16,0 0 32 0,0 0-208 0,44-3-32 16,-44 3-16-16,35-6 0 0,-35 6-1232 0,36-10-240 15,-16 2-48-15,0 2-16 0,2-2-736 0,-2 2-128 16,-20 6-128-16,39-10 144 16,-39 10-1248-16,31-2-256 0</inkml:trace>
  <inkml:trace contextRef="#ctx0" brushRef="#br1" timeOffset="-125369.81">4057 11591 18431 0,'-8'0'816'0,"4"0"160"0,3 0-784 0,-1 0-192 0,1 0 0 0,0 0 0 16,1 0 1536-16,1 2 256 0,0-2 48 0,1 0 16 16,-2 0-432-16,0 0-80 0,0 0 0 0,0 0-16 0,49 3 96 0,-49-3 32 15,36 2 0-15,-36-2 0 0,48 2-464 0,-48-2-96 16,52 0 0-16,-52 0-16 0,59-1-512 0,-59 1-112 16,60-1 0-16,-60 1-16 0,64-2-240 0,-27-1 0 15,3 3 0-15,-1-2 0 0,-4 0 0 0,-1-1 0 16,1-1 0-16,-4-1 0 0,-2 1 0 0,-29 4 0 15,50-10-128-15,-50 10 128 16,40-7-656-16,-40 7-80 0,0 0-16 0,34-6-15808 16</inkml:trace>
  <inkml:trace contextRef="#ctx0" brushRef="#br1" timeOffset="-124949.75">4431 11660 18431 0,'1'-5'816'0,"0"2"160"16,0 0-784-16,-1 2-192 0,0-1 0 0,0 1 0 0,1 1 2048 0,-1 0 384 16,-1 0 64-16,0 0 0 0,-2 1-96 0,0 3-32 15,-1 1 0-15,-1 2 0 0,0 0-1280 0,-2 0-272 0,1 3-48 16,-1 2-16-16,0-1-288 0,0 4-48 0,0-1-16 0,-1 0 0 16,2 0-224-16,-2 0-48 15,3 0-128-15,-1-2 192 0,4 0-192 0,-1-2 144 0,3-10-144 0,0 0 128 16,0 22-128-16,0-22 0 0,0 0 144 0,0 0-144 15,0 0 0-15,0 0 0 0,38 8 0 0,-38-8 0 16,26-6 0-16,-26 6 0 0,35-12 0 0,-35 12 0 16,42-10 0-16,-42 10 0 0,42-11 0 0,-42 11 0 15,37-8 0-15,-37 8 0 0,32-7 0 0,-32 7 0 16,0 0-496-16,33-9-64 0,-33 9-16 0,0 0 0 16,23-7-2000-16,-23 7-416 0</inkml:trace>
  <inkml:trace contextRef="#ctx0" brushRef="#br1" timeOffset="-124791.89">4542 11681 16575 0,'-9'-5'736'0,"5"3"160"0,-1 0-720 0,1 1-176 15,2 1 0-15,1 0 0 0,-1 3 1856 0,-2-1 320 16,-3 3 80-16,-1 4 16 0,-1 6 384 0,-1 4 80 16,-1 0 16-16,1 4 0 0,0 3-1184 0,0 0-224 0,0 0-64 0,0-2 0 15,2 0-912-15,1-5-192 0,0 1-48 0,2-4-17712 16</inkml:trace>
  <inkml:trace contextRef="#ctx0" brushRef="#br1" timeOffset="-123066.96">5053 11451 17503 0,'-1'0'1552'0,"1"0"-1232"15,0 0-320-15,1 2 0 0,-1-2 1088 0,2 3 176 16,0-1 16-16,-2-2 16 0,0 0 1712 0,0 0 320 16,37 36 80-16,-37-36 16 0,31 26-2688 0,-31-26-544 15,0 0-192-15,44 33 144 0,-44-33 176 0,0 0 48 16,44 29 0-16,-44-29 0 0,0 0-368 0,36 26 0 16,-36-26 0-16,0 0-16000 0</inkml:trace>
  <inkml:trace contextRef="#ctx0" brushRef="#br1" timeOffset="-122909.58">5259 11432 15663 0,'-3'2'688'0,"0"1"144"0,1 2-656 0,0-2-176 0,0 0 0 0,0 0 0 16,-1 4 1296-16,-4 3 240 0,-4 6 32 0,-4 6 16 15,-3 4-560-15,-2 0-128 0,0 0 0 0,0-2-16 16,4-3-432-16,1-2-96 0,3-5-16 0,3-4-11584 15</inkml:trace>
  <inkml:trace contextRef="#ctx0" brushRef="#br1" timeOffset="-122588.3">5572 11413 9215 0,'-2'-5'816'0,"1"3"-656"0,0 0-160 0,0-1 0 15,0 3 2240-15,0-2 432 0,0 2 80 0,0-2 0 16,-2 2 192-16,-1 0 16 0,0 4 16 0,0-1 0 16,1 3-1168-16,0 2-224 0,1 2-48 0,1 4-16 15,1 2-544-15,0 1-96 0,0-17-32 0,1 42 0 16,0-18-400-16,0-1-64 0,0 2-32 0,0 1 0 0,-1-1-352 0,0-1 0 15,0-5 0-15,0 0 128 0,0-19-128 16,2 31 0 0,-2-31 0-16,0 0 0 0,0 0-1456 0,0 0-208 0,0 0-32 0,0 0-14208 15</inkml:trace>
  <inkml:trace contextRef="#ctx0" brushRef="#br1" timeOffset="-122366.64">5500 11415 14735 0,'-1'-7'640'0,"1"5"160"16,1 0-640-16,-1-1-160 0,2 1 0 0,0 0 0 0,1 1 2224 0,3-1 400 0,-6 2 96 0,21-10 16 16,-21 10-304-16,30-12-48 0,-30 12-16 0,34-9 0 15,-34 9-1216-15,33-9-240 0,-33 9-48 0,35-5-16 16,-35 5-592-16,33-3-112 0,-33 3-16 0,0 0-128 16,39 10 0-16,-39-10 0 0,0 0 0 0,0 0 0 15,0 0 0-15,18 38 0 16,-20-28 0-16,-5 1 0 0,-1 2 0 0,-3-1 208 15,-3 2-64-15,-2 0-16 0,-1-3 0 0,-1 1 0 16,-1-3 0-16,0-1 0 0,1-1-128 0,1-2 0 0,4-3 0 0,2-2 0 31,4 0-752-31,1-2-80 0,4-1 0 0,2-2-9712 0,1-1-1936 0</inkml:trace>
  <inkml:trace contextRef="#ctx0" brushRef="#br1" timeOffset="-122106.41">5989 11330 11967 0,'4'-4'1072'0,"-2"1"-864"15,0 0-208-15,-2 1 0 0,0 2 2144 0,-1 0 384 0,0-1 80 0,-2 0 16 16,-1-1-16-16,-1 1 0 0,-5 1 0 0,-1 3 0 16,-1-1-1280-16,0 3-256 0,-2 2-48 0,1 3-16 15,-1 1-256-15,1 1-48 0,0 3-16 0,1 1 0 16,2 0-384-16,3 2-80 0,0 0-16 0,4 1 0 15,0-2-16-15,2 1 0 0,1-18 0 0,4 41 0 16,-4-41-32-16,13 35-16 0,-13-35 0 0,0 0 0 16,33 35-144-16,-33-35 0 0,0 0 0 0,44 15 0 15,-44-15-1280-15,0 0-304 0</inkml:trace>
  <inkml:trace contextRef="#ctx0" brushRef="#br1" timeOffset="-121854.71">6097 11352 4607 0,'-2'2'400'0,"1"-1"-400"0,1 0 0 0,0-1 0 15,0 2 3248-15,0-2 560 0,0 0 112 0,0 0 32 16,0 0-368-16,0 0-64 0,0 0 0 0,35 18-16 16,-35-18-1680-16,0 0-336 0,38-1-64 0,-38 1-16 15,28-9-592-15,-14 2-128 0,3 0-32 0,-1-1 0 16,0 1-432-16,0 0-96 0,2 0 0 0,-18 7-128 0,33-10 0 0,-33 10 0 15,29-7 0-15,-29 7 0 0,0 0 0 0,29-1 0 16,-29 1 0-16,0 0 0 16,0 0-512-16,0 0 0 0,0 0 0 0,0 0 0 15,-5 16-1472-15,-1-12-288 0,1-1-64 0,-2-1-11856 16</inkml:trace>
  <inkml:trace contextRef="#ctx0" brushRef="#br1" timeOffset="-121662.98">6319 11320 7359 0,'2'-6'320'0,"-2"4"80"0,0 2-400 0,0 0 0 16,0 0 0-16,0 0 0 0,1 0 2368 0,-1 0 400 15,0 2 80-15,0 2 16 0,0-4 336 0,-4 12 64 16,2-2 0-16,-3-1 16 0,1 3-1360 0,-2 0-288 0,-1 2-48 0,-1 0-16 16,0 1-672-16,-3-1-128 0,1 1-16 15,0-2-16-15,1 1-368 0,0-2-80 16,0 1-16-16,1-1 0 0,-1 1-144 0,2-3-128 0,0 1 144 0,1 1-144 31,1-3 0-31,1 1 0 0,0 0 0 0,1-1 0 0,3-9-976 0,0 0-144 16,-1 19-32-16,1-17-14976 0</inkml:trace>
  <inkml:trace contextRef="#ctx0" brushRef="#br1" timeOffset="-121474.37">6223 11396 2751 0,'-1'-11'256'0,"0"6"-256"0,1-2 0 16,0 4 0-16,0 1 2048 0,0 0 384 15,0 0 64-15,-1 1 0 0,1-3 800 0,0 3 160 0,1 1 16 0,-1 0 16 16,0 0-800-16,0 0-176 0,14 32-16 0,-14-32-16 0,15 37-1056 0,-15-37-208 15,19 43-32-15,-19-43-16 16,22 45-576-16,-22-45-112 16,21 45-32-16,-21-45 0 0,23 40-256 0,-23-40-64 15,21 31-128-15,-21-31 192 16,0 0-576-16,20 31-128 0,-20-31-32 0,0 0-16480 0</inkml:trace>
  <inkml:trace contextRef="#ctx0" brushRef="#br1" timeOffset="-121222.68">6126 11626 10127 0,'0'0'896'0,"0"0"-704"0,0 0-192 0,0 0 0 16,0 0 2448-16,0 0 464 0,0 0 96 0,0 0 0 15,0 0 544-15,0 0 96 0,39 34 32 0,-39-34 0 0,0 0-1840 0,37 18-368 16,-37-18-80-16,0 0-16 0,44 10-784 0,-44-10-144 15,33 0-48-15,-33 0 0 0,34-5-240 0,-34 5-160 16,37-9 192-16,-37 9-192 0,31-8 0 0,-31 8 0 16,26-6 0-16,-26 6 0 15,0 0-576-15,36-8-240 0</inkml:trace>
  <inkml:trace contextRef="#ctx0" brushRef="#br1" timeOffset="-119729.09">6583 11458 11055 0,'-4'0'976'0,"1"0"-784"0,1 0-192 0,1 0 0 15,0 0 1424-15,-2 0 240 0,-2-2 64 0,-2 2 0 16,-2-2 640-16,0 1 144 0,3-1 32 0,1-1 0 16,3 1-576-16,1 2-112 0,2-1-32 0,2 0 0 15,2-1-592-15,-5 2-112 0,0 0-32 0,0 0 0 16,38-6-368-16,-38 6-80 0,0 0 0 0,40-4-16 15,-40 4-304-15,0 0-64 0,42-2-16 0,-42 2 0 0,0 0-240 0,39 0 0 16,-39 0 0-16,0 0 0 16,0 0-624-16,0 0-160 0,36 14-48 0,-36-14-16128 15</inkml:trace>
  <inkml:trace contextRef="#ctx0" brushRef="#br1" timeOffset="-119553.06">6584 11527 14735 0,'-2'2'640'0,"2"-1"160"0,0 1-640 0,1-2-160 16,0 2 0-16,0-2 0 0,0 0 2000 0,-1 0 368 0,0 0 80 0,0 0 16 16,0 0 64-16,40 5 16 15,-40-5 0-15,0 0 0 0,37-1-1120 0,-37 1-208 0,0 0-64 0,36-4 0 16,-36 4-800-16,0 0-160 0,32-7-48 0,-32 7-11168 16,0 0-2240-16</inkml:trace>
  <inkml:trace contextRef="#ctx0" brushRef="#br1" timeOffset="-119263.89">6920 11364 19343 0,'1'-3'848'0,"0"1"192"0,1 1-832 0,0-1-208 0,-1 1 0 0,1 0 0 15,0 1 2512-15,2-3 464 0,-4 3 96 0,19-7 0 0,-19 7-576 16,26-4-128-16,-26 4-32 0,0 0 0 0,39-3-1488 0,-39 3-288 16,0 0-64-16,35 1-16 0,-35-1-288 0,0 0-64 15,0 0-128-15,40 8 192 16,-40-8-192-16,0 0 0 0,0 0 0 0,0 0 0 0,0 0 0 0,37 12 0 16,-37-12 0-16,0 0 0 0,0 0 0 0,0 0 0 15,0 0 0-15,0 0 0 16,0 0-384-16,0 0-64 0,0 0 0 0,5-4-16 15,-7 2-1392-15,-1 1-256 0,-1 1-64 0,0 0-16 16,0 0-1008-16,-2 1-192 0,1 1-32 0,-1 0-7088 0</inkml:trace>
  <inkml:trace contextRef="#ctx0" brushRef="#br1" timeOffset="-118583.89">6999 11356 9215 0,'-2'0'816'16,"0"2"-656"-16,2-2-160 0,-1 0 0 15,1 1 1264-15,-1 1 208 0,-1 0 64 0,-2-1 0 16,0 3 656-16,2-2 144 0,0 0 32 0,2-1 0 0,1 1 560 0,1-2 112 16,-2 0 32-16,0 0 0 0,0 0-2080 0,29-7-416 15,-29 7-64-15,23-10-32 0,-23 10 192 0,25-11 32 16,-25 11 16-16,26-7 0 0,-26 7-272 0,26-6-64 15,-26 6-16-15,0 0 0 0,34 0-176 0,-34 0-48 16,0 0 0-16,0 0 0 0,33 22-144 0,-33-22 0 16,0 0 0-16,0 0 128 0,9 38-128 0,-9-38 0 15,-7 22 0-15,1-11 0 0,-1-1 0 0,0-1 0 16,-2-1 0-16,0-1 0 0,-1 0 0 0,0-3 0 16,-1 1 0-16,-1-2 0 0,-1 0 0 0,-1-2 0 15,0 1 0-15,0-2 0 0,1 0-384 0,1-2 32 16,1 0 16-16,1-1 0 0,1-1 192 0,1 1 144 15,1 1-192-15,2 0 192 0,0-1 0 0,1 1 0 0,3 0 0 16,0 2 0-16,3-1 0 0,-2 1 0 0,0 0 0 0,0 0 0 16,0 0 0-16,0 0 0 0,37 3 0 0,-37-3 144 15,0 0 80-15,37 7 16 0,-37-7 0 0,0 0 0 16,43 7-240-16,-43-7 128 0,0 0-128 0,47 9 0 16,-47-9 0-16,0 0 0 0,42 11 0 0,-42-11 0 15,0 0 0-15,0 0 0 0,0 0 0 0,34 18 0 16,-34-18 0-16,0 0-192 0,-6 10 192 0,-1-6-160 15,-2 1 160-15,-2 0 0 0,0 2 0 0,-4-3 0 16,-3 4 0-16,-2-1-160 0,0 1 160 0,-1-2 0 16,3 1-192-16,-2 0 192 0,2-1-192 0,1 0 192 15,3-3-192-15,4-1 192 0,2 0-192 0,3-2 192 16,2 0-304-16,2-2 48 0,2-2 16 0,4-2-11120 16,2 0-2224-16</inkml:trace>
  <inkml:trace contextRef="#ctx0" brushRef="#br1" timeOffset="-118155.45">7325 11309 23039 0,'-3'-5'1024'0,"2"0"192"0,1 1-960 0,0 1-256 0,1 1 0 0,0 0 0 15,0 1 1824-15,2-3 320 0,2 0 64 0,3-2 16 16,-8 6-256-16,21-6-48 0,-21 6-16 0,0 0 0 16,46 11-912-16,-46-11-176 0,36 22-48 0,-36-22 0 15,38 34-528-15,-38-34-112 0,34 41-128 0,-34-41 176 16,25 45-176-16,-25-45 0 0,15 46 0 0,-15-46 128 16,5 42-128-16,-7-25 0 0,0 1 0 0,-4-3 0 15,1-3 0-15,-4 0 0 0,-1 0 0 0,-1-3 0 0,0 0 0 16,-2 1 0-16,-2-4 0 0,-2 2 0 15,-1-4-400-15,-3 2-112 0</inkml:trace>
  <inkml:trace contextRef="#ctx0" brushRef="#br1" timeOffset="-117776.39">7652 11436 911 0,'-5'-2'0'0,"3"1"0"0,-1 0 0 0,1 1 0 0,1-2 3136 0,1 2 560 0,0-2 96 0,0 1 32 31,1-4-656-31,3 1-128 0,1-3-32 0,3 2 0 0,2-2-896 0,2 0-192 0,-12 7-48 0,29-10 0 16,-29 10-512-16,31-7-96 0,-31 7-32 15,34 0 0-15,-34 0-720 0,0 0-128 0,40 5-48 0,-40-5 0 16,0 0-336-16,0 0-208 0,0 0 16 0,37 19-16480 15</inkml:trace>
  <inkml:trace contextRef="#ctx0" brushRef="#br1" timeOffset="-117602.79">7684 11503 19343 0,'0'3'848'0,"0"-1"192"0,1 0-832 0,0 0-208 0,1-2 0 0,-2 0 0 0,0 0 1904 0,0 0 336 31,0 0 64-31,44 6 0 0,-44-6 224 0,43-3 32 0,-43 3 16 0,44-7 0 16,-44 7-1488-16,39-11-288 0,-39 11-64 0,30-8-17888 15</inkml:trace>
  <inkml:trace contextRef="#ctx0" brushRef="#br1" timeOffset="-115005.95">8191 11292 11055 0,'-1'-2'976'0,"1"-1"-784"0,0 1-192 0,0 0 0 16,0 1 1344-16,-1-1 208 0,0-2 48 0,0-3 16 16,0 2 880-16,0-3 192 0,-1 2 16 0,2 3 16 0,-1 0-672 0,0 1-128 15,-1 2-16-15,1 2-16 0,-1 1-848 0,-1 2-160 16,1 0-48-16,-2 4 0 0,1 1-368 0,-1 4-80 16,0 4 0-16,-1 4-16 0,1 0-80 0,1 2-16 15,0 4 0-15,-1-2 0 0,2 0-48 0,0-5-16 16,1 0 0-16,1-21 0 0,5 36-48 0,-5-36-16 0,0 0 0 0,17 29 0 15,-17-29-144-15,0 0 0 16,0 0 0-16,42-1 0 16,-42 1 0-16,27-16 0 0,-11 2 0 0,0-1 0 0,0-1 0 0,-1-1 0 15,-3 1 0-15,1-4 0 0,-3 0-128 0,-2 0-128 0,-2 2 0 16,-4 0-16-16,-1 2-32 0,-2 3 0 0,-3 0 0 0,-4 0 0 16,1 4 176-16,-4 0 128 0,-2 1-192 0,-2 2 192 31,-1 1-512-31,0 3 0 0,1 0 0 0,0 2 0 0,1 0 240 0,4 2 48 0,0-1 16 15,4 2 0-15,1 2 32 0,2-2 16 16,2 1 0-16,1 1 0 16,2-2-1088-16,-2-3-224 0</inkml:trace>
  <inkml:trace contextRef="#ctx0" brushRef="#br1" timeOffset="-114820.39">8381 11422 14735 0,'0'1'640'0,"0"-1"160"0,0 2-640 0,0-2-160 0,0 0 0 0,0 0 0 16,0 0 1680-16,0 0 304 0,0 0 64 0,0 0 16 15,8 29 192-15,-8-29 48 0,0 0 0 0,4 30 0 16,-4-30-1248-16,0 0-240 0,0 0-48 0,8 31-16 16,-8-31-1104-16,0 0-224 15</inkml:trace>
  <inkml:trace contextRef="#ctx0" brushRef="#br1" timeOffset="-114519.6">8615 11195 10127 0,'2'-3'896'0,"-1"1"-704"0,1 0-192 0,-1 2 0 16,0-2 2960-16,-1 2 560 0,0 0 128 0,1 0 0 16,-1 2 16-16,0-2 0 0,0 0 0 0,0 0 0 15,0 0-2064-15,-3 18-432 0,3-18-80 0,-5 20 0 0,1-6-704 0,0 0-144 16,0 2-32-16,-2 4 0 0,1 1-208 0,1 2 0 16,-2 1 0-1,2 2 0-15,-1 0 0 0,0-2 0 0,1 0 0 0,0-2 0 16,1-1 0-16,0-2 0 0,3-19 0 0,-2 31 0 0,2-31 0 0,-1 25-128 15,1-25-16-15,0 0-18032 16</inkml:trace>
  <inkml:trace contextRef="#ctx0" brushRef="#br1" timeOffset="-113908.02">8827 11190 15663 0,'-2'-4'1392'0,"0"1"-1120"0,1 0-272 0,1 3 0 15,0-2 1472-15,0 2 256 0,0 0 32 0,0 0 16 16,0 0 1296-16,0-1 256 0,0 0 48 0,0 1 16 16,0 0-1568-16,0 0-304 0,0 0-64 0,0 0-16 15,28-5-848-15,-28 5-160 0,0 0-48 0,25-7 0 16,-25 7-384-16,21-7 0 0,-21 7 128 0,19-7-128 16,-19 7 0-16,18-8 0 0,-18 8 0 0,16-8 0 15,-16 8 0-15,0 0 0 0,0 0 0 0,23-6 0 0,-23 6 0 0,0 0 0 16,0 0 0-16,0 0 0 0,0 0 0 0,0 0 0 15,0 0 128-15,0 0-128 0,0 0 0 0,0 0 0 16,18 32 144-16,-18-32-144 0,-2 18 0 0,2-18 144 16,-3 26-144-16,3-26 0 0,-4 27 128 0,1-11-128 15,1 3 0-15,-2 2 0 0,0 3 0 0,-1-1 0 16,0 4 0-16,-2-1 0 0,2-3 128 0,-1 1-128 16,2-2 0-16,-1-4 0 0,0 2 0 0,2-5 0 15,-1 0 0-15,4-15 0 0,-6 26 0 0,6-26 0 16,-2 17-128-16,2-17 128 15,0 0-1712-15,0 0-240 0</inkml:trace>
  <inkml:trace contextRef="#ctx0" brushRef="#br1" timeOffset="-113688.02">8864 11406 4607 0,'-2'-5'400'0,"1"1"-400"0,1 3 0 0,0-1 0 15,0 2 2032-15,0-2 320 0,1 2 64 0,1-3 16 16,2 1 1696-16,2-3 352 0,3-2 64 0,1 0 0 16,1 0-1824-16,1 0-368 0,2-1-80 0,1-1-16 15,1 0-1440-15,0-1-304 0,0 1-48 0,1 2-16 16,-17 7-448-16,29-14 0 0,-29 14 0 0,26-8 0 16,-26 8-1312-16,0 0-208 0</inkml:trace>
  <inkml:trace contextRef="#ctx0" brushRef="#br1" timeOffset="-111838.45">9244 11200 7359 0,'2'-10'656'0,"1"5"-528"0,0-2-128 0,-1 3 0 15,0 1 1744-15,-1 3 320 0,-1-2 64 0,4-3 16 16,0 1 736-16,0-2 128 0,0 2 48 0,0 0 0 16,-2 3-336-16,-2 2-64 0,0 3-16 0,-1 1 0 15,-1 4-1248-15,-1 1-256 0,0 1-48 0,-1 1-16 0,-2 3-624 0,1-1-128 16,0 0-32-16,-1-2 0 0,1 3-144 0,-2-2-16 15,3-1-128-15,-1 0 192 0,1 0-192 0,3-3 0 16,1-9 128-16,0 0-128 0,0 0 0 0,1 24 0 16,-1-24 0-16,0 0 0 0,0 0 0 0,0 0 0 15,0 0 0-15,44 12 0 0,-44-12 0 0,0 0 128 16,39 7-128-16,-39-7 0 0,0 0 0 0,38 12 128 16,-38-12-128-16,0 0 0 0,0 0 0 0,39 24 128 15,-39-24-128-15,0 0 0 0,0 0 0 0,14 33 0 16,-14-33 0-16,-5 19 0 0,1-12 0 0,-4 1 0 15,-1 0 0-15,-2 2 0 0,0-2 0 0,-1-2 0 16,1 1 0-16,-1-2 0 0,0-2 0 0,0 1 0 16,1-4 0-16,0 0 0 0,0-2 0 0,1-1 0 0,1-2-192 0,2-1 192 31,1 0-1728-31,3-3-224 0</inkml:trace>
  <inkml:trace contextRef="#ctx0" brushRef="#br1" timeOffset="-111654.11">9256 11210 22111 0,'2'-3'976'0,"1"0"208"0,-3 3-944 0,0 0-240 0,0 0 0 0,0 0 0 15,18-7 1744-15,-18 7 304 0,18-7 64 0,-18 7 16 16,36-12-576-16,-17 6-112 0,-19 6-32 0,40-10 0 16,-40 10-1024-16,37-11-192 0,-37 11-64 0,33-9 0 15,-33 9-304-15,30-9-64 0,-30 9-16 0,0 0-10048 16,30-7-2000-16</inkml:trace>
  <inkml:trace contextRef="#ctx0" brushRef="#br1" timeOffset="-111380.37">9618 11076 11055 0,'2'0'480'0,"-1"0"112"0,0 2-464 0,-1-2-128 15,-1 0 0-15,1 3 0 0,-1-2 2016 0,0 3 384 16,-1 1 80-16,-1 4 16 0,-2 3-192 0,-1 0-16 15,-1 2-16-15,0 0 0 0,-2 3-544 0,1-1-96 16,0 1-32-16,1-3 0 0,1 3-560 0,1-5-112 16,1 2-32-16,2-3 0 0,2-11-432 0,0 0-80 15,3 27-32-15,-3-27 0 0,0 0-32 0,0 0 0 0,0 0 0 0,34 20 0 16,-34-20-64-16,0 0 0 0,36 1-16 0,-36-1 0 16,0 0-96-16,38-5-16 0,-38 5 0 0,29-5 0 15,-29 5-128-15,27-4 0 0,-27 4 0 0,23-7 0 16,-23 7 0-16,0 0 0 0,26-10-176 0,-26 10 176 31,0 0-1008-31,16-9-112 0,-12 5-32 0,-2 0-10192 0,0 2-2048 0</inkml:trace>
  <inkml:trace contextRef="#ctx0" brushRef="#br1" timeOffset="-111183.25">9714 11146 8287 0,'-4'-6'368'0,"1"4"80"15,1-2-448-15,1 3 0 0,1 1 0 0,0 0 0 16,0 0 2624-16,0 0 448 0,0 0 96 0,0 1 16 15,-1 3 272-15,1-4 48 0,-3 12 16 0,3-12 0 0,-4 22-1216 16,0-6-256-16,1 0-32 0,-2 6-16 0,-1 0-1248 0,-1 4-256 16,0 4-48-16,-3-1-16 0,1 1-256 0,1-1-48 15,-1-3-128-15,2-4 192 0,1-2-192 0,3-5 0 16,3-15 0-16,-3 25 0 0,3-25 0 0,0 0-160 16,0 0 32-16,0 0-18240 15</inkml:trace>
  <inkml:trace contextRef="#ctx0" brushRef="#br1" timeOffset="-110854.52">9832 11126 18431 0,'0'0'816'0,"0"0"160"0,0 0-784 0,0 0-192 16,0 0 0-16,0 0 0 0,0 0 1984 0,15-9 368 15,-15 9 64-15,0 0 16 0,29-10-304 0,-29 10-48 16,24-9-16-16,-24 9 0 0,24-10-784 0,-24 10-144 15,26-7-48-15,-26 7 0 0,27-6-496 0,-27 6-96 16,0 0-32-16,37-6 0 0,-37 6-208 0,0 0-64 16,37-5 0-16,-37 5 0 0,0 0-48 0,30-4-16 15,-30 4 0-15,0 0 0 0,0 0-128 0,0 0 192 0,30-3-192 0,-30 3 192 16,0 0-192-16,0 0 128 16,0 0-128-16,0 0 128 0,0 0-128 0,2 33 0 0,-2-33 0 0,-7 20 0 15,7-20 0-15,-6 23 128 0,1-6-128 0,-1 0 0 16,-1 5 0-16,0 1 128 15,1 1-128-15,-2 2 0 0,-1 2 0 0,1 0 0 16,1 0 128-16,0-2-128 0,1-2 0 0,1-2 0 0,1-1 0 0,0-4 0 16,4-17 0-16,-6 28 0 0,6-28-192 0,-5 24 192 15,5-24-1600-15,0 0-192 0</inkml:trace>
  <inkml:trace contextRef="#ctx0" brushRef="#br1" timeOffset="-110674.85">9908 11323 24879 0,'0'0'1088'0,"0"0"256"16,0 0-1088-16,0 0-256 0,0 0 0 0,0 0 0 0,0 0 2240 0,0 0 400 16,30-9 80-16,-30 9 16 0,33-12-1184 0,-15 4-224 0,3 1-48 0,0-2-16 15,1-1-944-15,-1-1-176 0,2 3-144 0,-3 0-11600 16,-20 8-2432-16</inkml:trace>
  <inkml:trace contextRef="#ctx0" brushRef="#br1" timeOffset="-109813.48">1569 12001 15663 0,'-2'-3'1392'0,"1"1"-1120"0,1 2-272 0,0 0 0 0,0 0 1152 0,-1-1 160 15,1-2 32-15,-2 0 16 16,1-2 960-16,0 3 192 0,1-2 48 0,1 3 0 0,1-1-960 0,-1 4-192 15,1-2-48-15,1 3 0 0,0 1-624 0,-1 4-128 16,-2-8-32-16,4 24 0 0,-2-6-192 0,-2 1-64 16,1 3 0-16,-3 3 0 0,0-1-128 0,0 2-16 15,0 0-16-15,-1-2 0 0,0-2-160 0,1-4 0 16,1-1 0-16,1-3 0 0,0-14 0 0,1 19 0 16,-1-19 0-16,0 0 0 15,0 0-1200-15,0 0-208 0</inkml:trace>
  <inkml:trace contextRef="#ctx0" brushRef="#br1" timeOffset="-109494.72">1565 11996 14735 0,'-3'-2'1312'0,"2"0"-1056"0,1-1-256 0,0 3 0 16,0-2 704-16,1 2 96 0,1-3 16 0,0 1 0 15,5-5 1328-15,1 0 272 0,4-3 48 0,0-1 16 16,1 1-688-16,1-1-144 0,2 1-32 0,1 0 0 15,-2 1-576-15,-15 9-112 0,33-10-32 0,-33 10 0 0,0 0-448 0,44 0-80 32,-44 0-32-32,0 0 0 0,0 0-336 0,31 34 128 15,-31-34-128-15,1 30 0 0,-4-17 144 0,-3 5-144 0,-4-1 192 0,-2 2-192 16,0-1 160-16,-1-1-160 0,-1 0 128 0,0-3-128 0,-2 0 0 0,1-2 0 16,-2 0 0-16,2-5 0 15,2 0 0-15,1-5 0 0,2 1 0 0,2-5 0 0,1 1 0 0,3-3 0 16,0 1 0-16,2-2 0 15,2-1-320-15,2-1-80 0,3-1-32 0,0 0-15808 16</inkml:trace>
  <inkml:trace contextRef="#ctx0" brushRef="#br1" timeOffset="-109224.58">1987 11954 12895 0,'0'-3'1152'16,"0"-1"-928"-16,1 3-224 0,-1-1 0 0,0 2 1456 0,0-2 240 16,1-3 48-16,0-1 16 0,0-3 112 0,-1 1 32 0,0 0 0 0,-1 1 0 15,0 2-64-15,-1 3-16 0,-1 0 0 16,-1 2 0-16,-1 0-448 0,0 2-96 0,-2 2 0 0,1 2-16 16,-2 1-640-16,1 4-128 15,-1-1-32-15,-2 3 0 0,1 1-192 0,0-1-32 0,0 4-16 0,-1 0 0 16,2 3-64-16,1 2-16 0,0 0 0 0,2 2 0 15,2 1-144-15,2-1 0 0,0-1 0 0,3 1 0 16,1-2 0-16,-3-22 0 0,12 35 128 16,-12-35-128-16,17 31 0 0,-17-31 0 0,0 0 0 0,34 28 0 15,-34-28-656-15,0 0-112 16</inkml:trace>
  <inkml:trace contextRef="#ctx0" brushRef="#br1" timeOffset="-108803.95">2012 12049 13823 0,'-2'0'608'0,"1"0"128"0,1 0-592 0,0 0-144 0,0 0 0 0,1-1 0 16,1 1 1520-16,1 0 272 0,-3 0 48 0,0 0 16 16,0 0 448-16,40-7 80 0,-40 7 32 0,31-8 0 15,-31 8-1024-15,36-11-208 0,-36 11-32 0,39-9-16 16,-39 9-624-16,38-7-112 0,-38 7-16 0,38-7-16 0,-38 7-368 0,32-3 144 15,-32 3-144-15,0 0 0 0,36 2 0 0,-36-2 0 16,0 0 0-16,0 0 0 0,0 0 0 0,0 0 0 16,0 0 0-16,21 32 0 15,-26-28-304-15,1 1-112 0,-3 0-32 0,1-3 0 16,-2 0-496-16,-1 1-96 0,1-3-32 0,-2 0 0 16,3 0 368-16,0-2 64 0,-1 1 0 0,2-1 16 0,1-3 464 0,-1 0 160 15,3 1 0-15,0-3-144 0,0 2 448 0,1 0 80 16,1 1 32-16,1 1 0 0,-1 3 608 0,1-1 128 0,0 2 32 0,-2 1 0 15,0 3 32-15,-1 0 16 16,0 2 0-16,0 0 0 0,-2 5-496 0,-1 0-96 0,0 2-32 0,-1 2 0 16,0 1-272-16,-1 0-48 0,0 0-16 0,0 2 0 15,0-4-144-15,1 2-128 0,0-2 192 0,-1 2-192 16,2-3 0-16,0-2 0 0,1-2 0 0,2-2 0 16,1 0 0-16,1-4 0 0,0-1 0 0,2-1 0 15,-1-1-944-15,1-1-192 0</inkml:trace>
  <inkml:trace contextRef="#ctx0" brushRef="#br1" timeOffset="-108629.12">2054 12089 20271 0,'1'-1'896'0,"-1"-1"192"0,1 2-880 0,0 0-208 0,0 0 0 0,1 2 0 15,0 1 1504-15,-2-3 256 0,0 0 48 0,0 0 16 16,33 31-32-16,-33-31 0 0,28 28 0 0,-28-28 0 0,26 29-512 15,-26-29-96-15,27 28-32 0,-27-28 0 0,27 26-704 0,-27-26-160 16,0 0-32-16,34 36 0 0,-34-36-256 0,0 0-176 16,24 31 32-16,-24-31-11136 15,0 0-2224-15</inkml:trace>
  <inkml:trace contextRef="#ctx0" brushRef="#br1" timeOffset="-108377.12">2035 12309 15663 0,'-1'0'688'0,"0"0"144"0,1 0-656 0,0 0-176 15,0 0 0-15,0 0 0 0,1 1 1968 0,1-1 352 0,0 2 80 16,-2-2 16-16,0 0-32 0,0 0 0 0,0 0 0 0,0 0 0 16,42 4-848-16,-42-4-192 0,0 0-16 0,40-1-16 15,-40 1-592-15,36-1-112 0,-36 1-32 0,45 0 0 16,-45 0-352-16,48 4-80 0,-48-4-16 0,44 8 0 15,-44-8-128-15,38 10 0 0,-38-10 0 0,0 0 0 16,46 14-192-16,-46-14 16 0,0 0 16 0,41 6-17504 16</inkml:trace>
  <inkml:trace contextRef="#ctx0" brushRef="#br1" timeOffset="-108127.85">2441 12156 19343 0,'-1'0'1728'0,"0"0"-1392"15,1 2-336-15,1-2 0 0,0 0 2384 0,0 0 416 16,2 0 80-16,1-2 0 0,-4 2-816 0,0 0-160 16,0 0-48-16,42-1 0 0,-42 1-1056 0,0 0-224 15,42-4-32-15,-42 4-16 0,0 0-352 0,45 4-176 16,-45-4 160-16,0 0-160 0,38 7 0 0,-38-7 0 0,0 0 0 0,0 0 0 31,39 12-1616-31,-39-12-224 0</inkml:trace>
  <inkml:trace contextRef="#ctx0" brushRef="#br1" timeOffset="-107951.37">2483 12250 11055 0,'0'2'976'0,"0"-2"-784"0,1 2-192 15,0-2 0-15,0 0 2064 0,-1 0 368 0,0 0 80 0,0 0 16 16,0 0 624-16,41 3 128 0,-41-3 32 0,36-6 0 0,-36 6-1568 16,39-8-304-16,-39 8-64 0,39-10-16 0,-39 10-976 0,36-9-208 15,-36 9-48-15,0 0 0 32,42-7-1728-32,-42 7-368 0</inkml:trace>
  <inkml:trace contextRef="#ctx0" brushRef="#br1" timeOffset="-107619.79">3025 12025 19343 0,'-5'-1'848'0,"1"1"192"0,0 0-832 16,1 1-208-16,1 1 0 0,-1 1 0 15,-1-1 2016-15,-2 5 352 0,-4 2 80 0,-2 5 16 0,-2 3-592 0,1 1-112 0,3 0-32 0,1 1 0 16,2-2-672-16,2 1-144 0,2-3-16 15,1-1-16-15,2-14-352 0,3 21-64 16,-3-21-16-16,0 0 0 0,0 0-128 0,0 0-16 0,31 26-16 0,-31-26 0 16,0 0-112-16,0 0-32 0,43 7 0 0,-43-7 0 15,0 0-144-15,46 10 128 0,-46-10-128 0,0 0 128 16,38 14-128-16,-38-14 0 0,0 0 0 0,0 0 0 0,28 29 0 16,-28-29 0-1,0 0 0-15,0 25 0 0,-2-15 0 0,-3-3 0 0,0 0 0 0,-2 0 0 16,-1-2 0-16,-3 0 0 0,1-2 0 0,-3 1 0 0,-2-4 0 15,0 1 0-15,-1-2 0 0,-2-1 0 16,0-1-384-16,0-2-96 0,1-2-32 0,4 0-17200 16</inkml:trace>
  <inkml:trace contextRef="#ctx0" brushRef="#br1" timeOffset="-107431.27">2961 12096 15663 0,'4'-5'688'0,"-2"2"144"0,1 1-656 0,-2 1-176 0,1 0 0 15,0-1 0-15,0 2 2176 0,2-3 384 0,-4 3 96 0,15-8 16 16,-15 8-240-16,20-9-64 16,-20 9 0-16,23-8 0 0,-23 8-1472 0,0 0-288 0,38-8-64 0,-38 8-16 15,0 0-528-15,39-2 0 0,-39 2 0 0,0 0-10576 16,38 0-2080-16</inkml:trace>
  <inkml:trace contextRef="#ctx0" brushRef="#br1" timeOffset="-107178.7">3240 11958 6447 0,'1'-1'576'0,"-1"0"-576"0,1 1 0 0,0 0 0 0,0 0 2368 0,0 1 384 32,0 0 64-32,-1-1 0 0,0 0 832 0,0 0 144 0,0 0 48 0,25 34 0 0,-25-34-1344 0,0 0-272 15,27 28-48-15,-27-28-16 0,0 0-1136 0,32 28-240 16,-32-28-32-16,0 0-16 0,35 34-480 0,-35-34-112 31,0 0-16-31,26 42 0 0,-26-42-128 0,9 32 0 0,-8-12 144 0,-3-3-144 16,-2 2 0-16,-2 0 144 0,-2 1-144 0,-2 0 0 0,0-1 144 0,-2 0-144 15,-1 2 0-15,0-1 144 0,-1-2-144 0,0-1 0 0,0 0 0 0,-3-1 0 16,-2 1 0-16,0-3-272 0,3-4 64 0,2-1-18224 31</inkml:trace>
  <inkml:trace contextRef="#ctx0" brushRef="#br1" timeOffset="-106716.12">3695 12120 13823 0,'-1'-2'1216'0,"0"1"-960"0,1 1-256 0,0 0 0 16,1 0 1536-16,-1 0 256 0,2-2 48 0,0 0 16 15,2 1 880-15,-4 1 176 0,0 0 32 0,31-6 16 16,-31 6-1040-16,31-6-224 0,-31 6-32 0,41-6-16 0,-41 6-976 0,43-6-192 16,-43 6-32-16,38-4-16 0,-38 4-432 0,0 0 0 15,47-2 0-15,-47 2 0 16,0 0-1472-16,0 0-320 0</inkml:trace>
  <inkml:trace contextRef="#ctx0" brushRef="#br1" timeOffset="-106542.08">3785 12193 18431 0,'0'0'1632'0,"0"0"-1312"0,1 0-320 0,0 0 0 15,0 1 1872-15,-1-1 304 16,0 0 64-16,0 0 16 0,0 0 448 0,41 4 96 0,-41-4 16 0,35-5 0 16,-35 5-1552-16,37-7-304 0,-37 7-64 0,38-12-16 15,-38 12-672-15,35-9-208 0,-35 9 128 0,30-7-17888 16</inkml:trace>
  <inkml:trace contextRef="#ctx0" brushRef="#br1" timeOffset="-104854.18">4634 11906 10127 0,'2'-2'896'0,"0"-2"-704"16,0 3-192-16,-1-1 0 0,-1 2 1600 0,1-1 272 16,1-3 64-16,1-1 16 0,2-2 432 0,-2 2 96 15,-2 0 16-15,0 3 0 0,-2 2-592 0,-1 2-112 16,-1 1-32-16,-2 2 0 0,1 2-736 0,-2 1-160 15,1 0-32-15,-2 2 0 0,2-1-224 0,-1 1-48 16,2 0-16-16,1-1 0 0,2-1-192 0,1-1-32 16,0-7-16-16,0 0 0 0,0 0-160 0,0 0-16 15,0 0-128-15,0 0 192 0,0 0-192 0,37 28 144 0,-37-28-144 0,0 0 128 16,0 0-128-16,0 0 128 0,44 15-128 0,-44-15 128 16,0 0-128-16,0 0 0 0,0 0 0 0,0 0 0 15,32 27 0-15,-32-22 0 0,-2 0 0 0,-2 0 0 16,0 2 0-16,-4-1 0 0,-1 2 0 0,-2-1 0 15,-1 1 0-15,-1-2 0 0,-2 1 0 0,0-2 0 16,-1 0 0-16,0-1 0 0,0-1 0 0,1-1 0 16,1-2 0-16,2-2-192 0,2-1 32 0,2-1 16 15,3-3-1504-15,0 0-288 0</inkml:trace>
  <inkml:trace contextRef="#ctx0" brushRef="#br1" timeOffset="-104657.77">4610 11902 6447 0,'1'-5'576'0,"-1"2"-576"0,1 2 0 0,0 0 0 16,0-1 2864-16,0 2 464 0,0 0 80 0,2 0 32 0,0-2 384 0,-3 2 80 16,0 0 0-16,0 0 16 0,0 0-1744 0,39-1-368 15,-39 1-64-15,0 0-16 0,35 0-1152 0,-35 0-224 16,0 0-48-16,39-5-16 0,-39 5 576 0,0 0 112 16,44-6 32-16,-44 6 0 15,0 0-2096-15,0 0-400 0,38 0-96 0,-38 0-16288 16</inkml:trace>
  <inkml:trace contextRef="#ctx0" brushRef="#br1" timeOffset="-104321.8">4332 12138 19343 0,'-5'1'848'0,"3"1"192"0,1 0-832 0,-1-2-208 0,0 1 0 0,1 1 0 16,0 0 848-16,-2 0 128 0,0 4 32 0,1 0 0 15,1 4 112-15,0-5 32 0,1-5 0 0,0 0 0 16,0 0 0-16,0 0 0 0,0 0 0 0,0 0 0 16,48 18 192-16,-48-18 32 0,32-5 16 0,-32 5 0 15,41-8-320-15,-41 8-64 0,51-8-16 0,-51 8 0 16,57-10-608-16,-27 6-112 0,-30 4-16 0,55-5-16 15,-55 5-240-15,48-5 0 0,-48 5 0 0,52-1 0 16,-52 1 896-16,51-1 96 0,-51 1 16 0,48-2 0 16,-48 2-1648-16,45-5-320 0,-45 5-64 0,40-6 0 15,-40 6 304-15,33-8 64 0,-33 8 16 0,26-7 0 16,-26 7-1120-16,0 0-224 0,0 0-32 0,26-8-8128 16,-24 8-1632-16</inkml:trace>
  <inkml:trace contextRef="#ctx0" brushRef="#br1" timeOffset="-103923.64">4690 12202 14735 0,'0'0'1312'0,"0"0"-1056"0,0 0-256 0,0 0 0 15,0 0 1968-15,-1 1 336 0,0 1 64 0,-1 0 0 16,-1 3 80-16,0-2 16 0,-1 4 0 0,-1-1 0 16,0 0-1408-16,0 1-288 0,1 2-48 0,-1-4-16 0,1 2-160 0,0 0-32 15,2-2-16-15,0 0 0 0,0 0-208 0,1-1-32 16,0-2-16-16,1 1 0 0,1 1-112 0,-1-3-128 16,2 1 176-16,0 0-176 0,1 0 304 0,-1-1-48 15,-2-1-16-15,0 0 0 16,0 0 16-16,0 0 16 0,0 0 0 0,0 0 0 0,0 0-272 0,42 14 160 15,-42-14-160-15,0 0 128 0,0 0-128 0,0 0 0 0,0 0 0 0,41 11 128 16,-41-11-128-16,0 0 0 0,0 0 0 16,0 0 0-16,0 0 832 0,0 0 144 15,0 0 32-15,13 31 0 16,-18-26-1632-16,1 0-320 0,-2 2-64 0,-1-2-16 0,-2 2 832 0,1-3 192 0,-2 1 0 0,0-2 0 16,-2-1 0-16,1 0 0 0,-1-2 0 0,0 1 0 15,0-1-704-15,1-1-32 0,1-1-16 0,0 0-10576 16,3 0-2128-16</inkml:trace>
  <inkml:trace contextRef="#ctx0" brushRef="#br1" timeOffset="-103728.35">4630 12243 19343 0,'5'-5'848'0,"-1"3"192"0,0-1-832 0,-1 1-208 0,0 0 0 0,0 1 0 0,2-1 2192 0,-5 2 400 16,0 0 80-16,37-11 16 15,-37 11-464-15,39-8-96 0,-39 8-16 0,37-8 0 16,-37 8-1120-16,35-6-224 0,-35 6-64 0,0 0 0 0,44-2-512 0,-44 2-192 16,0 0 0-16,0 0 144 15,0 0-672 1,38 11-144-16,-38-11-32 0,0 0-16064 0</inkml:trace>
  <inkml:trace contextRef="#ctx0" brushRef="#br1" timeOffset="-103255.06">5265 12060 14735 0,'0'0'1312'0,"0"0"-1056"0,1 2-256 0,0-2 0 15,0 0 1792-15,0 3 288 0,-1-3 64 0,0 0 16 16,0 0 576-16,22 31 112 0,-22-31 32 0,0 0 0 16,36 42-1104-16,-36-42-224 0,28 27-32 0,-28-27-16 15,0 0-800-15,43 35-176 0,-43-35-16 0,0 0-16 16,41 26-368-16,-41-26-128 0,0 0 0 0,0 0 144 15,38 26-560-15,-38-26-112 0,0 0-32 0,0 0-16784 16</inkml:trace>
  <inkml:trace contextRef="#ctx0" brushRef="#br1" timeOffset="-103111.53">5500 12060 9215 0,'-3'0'816'0,"1"2"-656"16,0-1-160-16,0 1 0 0,0 1 1904 0,0 0 336 15,-2 3 80-15,-4 3 16 0,-4 8 496 0,-7 6 112 16,-5 9 0-16,-1-2 16 0,-2 1-1360 0,0-2-256 0,1-3-64 16,2-5-16-16,3-4-1136 0</inkml:trace>
  <inkml:trace contextRef="#ctx0" brushRef="#br1" timeOffset="-101618.56">5902 12030 12895 0,'0'-3'1152'0,"-1"0"-928"0,1 1-224 0,0 1 0 16,0 0 1808-1,-1-1 320-15,0-1 64 0,0-2 16 16,-1 1 240-16,1 1 48 0,-1 1 16 0,0 2 0 0,1 3-960 0,-1 3-192 16,1 4-32-16,0 2-16 0,2 4-480 0,-1 3-80 15,2 2-32-15,0 1 0 0,0 4-336 0,-1-2-64 0,0 0 0 0,-1-1-16 16,0-1-304-16,-1 1 0 0,0 1 0 0,0-5 0 15,1 0 0-15,-1-3 0 0,1-1 0 16,0-15 0-16,2 26-736 16,-2-26-160-16,0 0-16 0,0 0-16 0,3 23-2192 0,-1-23-432 15</inkml:trace>
  <inkml:trace contextRef="#ctx0" brushRef="#br1" timeOffset="-101349.91">5875 12092 1839 0,'-6'-6'160'0,"2"4"-160"0,1-2 0 0,1 1 0 0,1 1 1728 0,0 1 320 16,1-1 64-16,0 0 16 0,-1-1 304 0,1-4 64 16,1 0 16-16,2 0 0 0,3 0-848 0,1-2-192 15,4-1-16-15,3 0-16 0,4-2-96 0,0 1-32 16,2 2 0-16,0 1 0 0,-20 8-80 0,47-7-16 0,-47 7 0 0,49 5 0 16,-49-5-512-16,0 0-96 15,45 19-32-15,-45-19 0 16,0 0-432-16,16 35-144 0,-15-23 0 0,-4 2 0 15,-1 0 144-15,-4 1-144 0,-3-1 0 0,-2 3 144 16,-1-3-144-16,-2 0 0 0,0-1 0 0,-2-2 128 16,1-4-128-16,2-1 0 0,0-3 0 0,2-2 0 15,2-2-416-15,0-1 32 0,4 0 16 0,1-5 0 16,4 2-1584-16,1-3-320 0</inkml:trace>
  <inkml:trace contextRef="#ctx0" brushRef="#br1" timeOffset="-101096.4">6299 12008 21183 0,'2'-4'944'0,"-1"3"192"0,0-3-912 0,-1 3-224 16,0-1 0-16,0 1 0 0,-1 0 1792 0,0-3 304 16,0 1 64-16,-2-2 16 0,-1-2-512 0,-2 4-112 15,0 0-16-15,0 2 0 0,-1 1-448 0,0 2-80 16,-2 0-32-16,-1 6 0 0,1-1-416 0,-2 5-96 0,0 2-16 0,1 3 0 15,0-1-272-15,2 0-176 0,1 4 192 0,2 1-192 16,2 0 0-16,2 1 0 0,1-1 0 0,2-1 0 16,-2-20 0-16,8 37 0 0,-8-37 0 0,0 0 0 15,19 38 0-15,-19-38 0 0,0 0 0 0,0 0 0 32,34 27-944-32,-34-27-80 0</inkml:trace>
  <inkml:trace contextRef="#ctx0" brushRef="#br1" timeOffset="-100661.12">6390 12033 18431 0,'1'3'816'0,"-1"-2"160"0,1 3-784 16,0-1-192-16,0-1 0 0,0-2 0 0,-1 0 2176 0,0 0 400 15,0 0 80-15,0 0 16 0,41 26-528 0,-41-26-96 16,0 0-32-16,45 5 0 0,-45-5-960 0,31-5-192 15,-31 5-32-15,29-7-16 0,-29 7-448 0,29-12-96 16,-29 12-16-16,28-11 0 0,-28 11-256 0,24-9 0 16,-24 9 0-16,22-8 0 0,-22 8 0 0,0 0 0 0,29-5 0 0,-29 5 0 15,0 0 0-15,0 0 0 0,0 0 0 0,0 0 0 32,0 0-640-32,0 0-96 0,0 0-16 0,0 0 0 15,0 0-944-15,0 0-192 0,-3 8-32 0,-4-6-16 16,2 0 320-16,-1-1 64 0,1 0 16 0,-1-1 0 0,2 0 1168 0,-1 0 368 0,0 0-176 0,1 0 176 15,-1 0 768-15,0 0 224 0,1 0 48 0,0 2 16 16,-1 1 96-16,2 2 0 16,-1-1 16-16,0 1 0 0,0 2-304 0,-1 3-64 0,-1 0-16 0,1 2 0 15,-2 4-128-15,1 0-16 0,-2 3-16 16,1 0 0-16,0 3-256 0,-1-4-48 0,0 2-16 0,-1-2 0 16,1 0-304-16,1-2 0 0,0-2 0 0,3-4 0 31,-1-1-368-31,2-2-80 0,1-3 0 0,1-1-15872 0</inkml:trace>
  <inkml:trace contextRef="#ctx0" brushRef="#br1" timeOffset="-100478.36">6454 12122 13823 0,'-7'-7'608'0,"5"2"128"0,-1 3-592 0,1 0-144 16,1 1 0-16,1 1 0 0,1 0 2000 0,0 0 368 15,-1 0 80-15,0 0 16 0,0 0 368 0,0 0 80 16,37 29 16-16,-37-29 0 15,29 28-1328-15,-29-28-272 0,32 34-48 0,-32-34-16 0,33 32-752 0,-33-32-128 0,30 27-48 16,-30-27 0-16,0 0-336 0,38 35 0 0,-38-35 0 0,0 0 128 16,31 28-1344-16,-31-28-272 0</inkml:trace>
  <inkml:trace contextRef="#ctx0" brushRef="#br1" timeOffset="-100258.39">6407 12292 16575 0,'0'0'736'0,"0"0"160"0,0 0-720 0,0 0-176 15,0 0 0-15,0 0 0 0,0 0 2464 0,0 0 464 16,0 0 80-16,40 30 32 0,-40-30-560 0,0 0-112 16,42 25-32-16,-42-25 0 0,0 0-1216 0,38 17-240 15,-38-17-48-15,0 0-16 0,43 7-480 0,-43-7-80 0,0 0-32 0,45-7 0 16,-45 7-224-16,35-10 144 15,-35 10-144-15,35-11 128 0,-35 11-320 0,35-10-80 0,-35 10-16 0,32-7-17168 16</inkml:trace>
  <inkml:trace contextRef="#ctx0" brushRef="#br1" timeOffset="-99832.89">6734 12118 23951 0,'-5'-1'1056'0,"3"-1"224"0,2 2-1024 0,-1 0-256 0,2 0 0 0,-1-2 0 15,3 1 1488-15,-3 1 240 0,0 0 64 0,0 0 0 16,43-4 16-16,-43 4 16 0,40-5 0 0,-40 5 0 16,42-7-944-16,-42 7-192 0,40-8-48 0,-40 8 0 15,38-9-480-15,-38 9-160 0,29-7 0 0,-29 7 0 16,0 0-640-16,0 0-256 0,0 0-32 0,33 0-15648 16</inkml:trace>
  <inkml:trace contextRef="#ctx0" brushRef="#br1" timeOffset="-99675.8">6757 12202 14735 0,'0'0'1312'0,"0"0"-1056"15,0 0-256-15,0 0 0 0,0 0 2160 0,0 0 368 16,0 0 80-16,0 0 16 0,47 8-32 0,-47-8 0 16,47-3 0-16,-47 3 0 0,47-9-1120 0,-47 9-208 15,44-14-48-15,-26 4-16 0,-18 10-1200 0,32-12 0 16</inkml:trace>
  <inkml:trace contextRef="#ctx0" brushRef="#br1" timeOffset="-99312.92">7210 12006 19343 0,'0'-2'1728'0,"1"1"-1392"0,0 1-336 0,-1 0 0 15,0 0 1984-15,0-2 320 0,1 2 64 0,0-3 0 16,-1 3-128-16,0 0-48 0,-1 0 0 0,0 3 0 0,1-3-1104 0,-6 12-208 16,2-3-48-16,-1 1-16 0,-3 2-512 0,-1 2-112 15,-1 2 0-15,-2 2-16 0,-1 0-176 0,1 1 0 16,1 0 0-16,2-3 0 0,6-1-272 15,3-15 64-15,0 23 16 0,0-23 0 0,0 0 192 0,0 0 0 16,0 0 0-16,39 24 0 0,-39-24 0 0,33-1 0 16,-33 1 0-16,39-6 0 0,-39 6 0 0,42-12 0 15,-23 3 0-15,-1 1 160 0,-1-1-160 0,0 1 0 16,-2 0-160-16,-1 1 160 16,-14 7-1120-16,24-10-128 0,-24 10-32 0,17-7 0 15,-17 7-928-15,0 0-192 0,0 0-32 0,16-7-10176 0</inkml:trace>
  <inkml:trace contextRef="#ctx0" brushRef="#br1" timeOffset="-99120.6">7300 12008 11055 0,'-3'-1'976'0,"1"1"-784"0,1 0-192 0,0 1 0 16,0 1 2640-16,0 1 496 0,0 2 80 0,0 2 32 15,-3 7-192-15,-1 9-48 0,0 6 0 0,-3 3 0 16,1 3-1248-16,-2 0-256 0,3-2-48 0,-1-2-16 0,2-2-880 0,-1-5-176 15,4-1-48-15,0-4 0 16,2-19-336-16,0 26 0 0,0-26 0 0,0 0-17776 16</inkml:trace>
  <inkml:trace contextRef="#ctx0" brushRef="#br1" timeOffset="-98691.81">7532 11972 911 0,'3'-4'0'0,"-1"0"0"0,0 1 0 0,-2 3 0 16,0 0 4112-16,0 0 752 0,0 0 128 0,0 0 48 15,0 0-1104-15,0 0-224 0,39 5-32 0,-39-5-16 16,0 0-1312-16,30 29-272 0,-30-29-48 0,0 0-16 16,27 44-1216-16,-27-44-240 0,14 35-48 0,-14-35-16 15,10 39-320-15,-10-39-176 0,2 43 192 0,-3-20-192 16,-1 0 0-16,-4-1 0 0,1-1 0 0,-4 0 0 0,-1-1 0 0,-2 1 0 16,-1 0 0-16,0-2 0 15,-1-4-320-15,1-1-128 0</inkml:trace>
  <inkml:trace contextRef="#ctx0" brushRef="#br1" timeOffset="-98290.81">7818 12091 20271 0,'-5'-2'896'0,"2"1"192"0,1 1-880 0,0-2-208 16,1 2 0-16,1 0 0 0,-1-1 1280 0,1 0 224 16,0-1 32-16,2-1 16 0,1-1 208 0,2 1 32 15,-5 3 16-15,0 0 0 0,32-10-160 0,-32 10-48 0,32-4 0 16,-32 4 0-16,36-5-816 0,-36 5-160 0,35-2-48 0,-35 2 0 16,0 0-416-16,43 2-160 0,-43-2 0 0,0 0-11840 15,0 0-2496-15</inkml:trace>
  <inkml:trace contextRef="#ctx0" brushRef="#br1" timeOffset="-98117.68">7873 12151 21183 0,'-3'5'944'0,"2"-3"192"16,1-2-912-16,0 0-224 0,0 0 0 0,0 0 0 15,0 0 1952-15,0 0 352 16,0 0 64-16,39 24 0 0,-39-24-64 0,39 6 0 0,-39-6-16 0,43-4 0 0,-43 4-1328 0,39-12-256 31,-39 12-48-31,32-12-18192 0</inkml:trace>
  <inkml:trace contextRef="#ctx0" brushRef="#br1" timeOffset="-96657.15">8506 11944 10127 0,'-2'-4'896'0,"1"1"-704"16,0 0-192-16,0 3 0 0,0-2 1280 0,-2 2 240 0,-1-4 32 15,-3-2 16-15,-2 0 1056 0,-3 3 192 0,-1 3 64 0,1 3 0 0,0 2-800 0,0 5-160 16,-1 3-16-16,1 1-16 16,1 5-608-16,1 2-128 0,0 3-32 0,1 2 0 0,1 5-576 0,1 0-112 0,0 0-32 0,2-3 0 15,4-3-160-15,2-4-48 16,-1-21 0-16,9 30 0 0,-9-30-64 0,0 0-128 0,0 0 176 0,43 24-176 16,-43-24 0-16,28-7 0 0,-13-1 0 15,1-3 0-15,1-1 0 0,0-3 0 0,0-1 0 0,-1 2 0 31,0-3 0-31,-2 0 0 0,0 1 0 0,-2 0 0 16,0-1-368-16,-2-2 32 0,0 0 0 0,-4 0 0 16,-1 1-208-16,-2 0-32 0,-4 2-16 0,-2-1 0 0,-2 1 384 0,-2 1 80 15,-1 1 128-15,-2 3-208 16,1 3-208-16,-3 3-32 0,1 1-16 0,-2 4 0 16,1 2-96-16,2 1-16 0,1 2 0 0,2 3 0 15,0 2-272-15,2 0-64 0,2 2-16 0,1-3 0 16,2 3-1104-16,0-12-208 0</inkml:trace>
  <inkml:trace contextRef="#ctx0" brushRef="#br1" timeOffset="-96514.64">8668 12122 18431 0,'1'0'1632'0,"-1"0"-1312"0,2 0-320 0,-1 0 0 16,0 1 2176-16,-1-1 352 0,0 0 80 0,0 0 16 15,0 0-624-15,0 0-112 0,22 37-32 0,-22-37 0 16,0 0-1280-16,0 0-272 0,19 30-48 0,-19-30-10640 16,0 0-2128-16</inkml:trace>
  <inkml:trace contextRef="#ctx0" brushRef="#br1" timeOffset="-95719.17">8989 11930 10127 0,'0'0'896'0,"0"-2"-704"32,0 2-192-32,0 0 0 0,0 0 1792 0,0-2 336 0,-1 1 64 0,1-1 16 15,0 1 896-15,-2 0 176 0,1 1 48 0,-2 1 0 16,1 2-1232-16,-1 0-240 0,1 0-64 0,-1 3 0 16,-1 0-736-16,0 3-160 0,0 3-16 0,-1 1-16 0,0 4-416 0,0-1-64 15,-2 6-32-15,1 2 0 0,-2 2-176 0,0 0-48 16,1 0 0-16,0 0 0 15,0-2-128-15,1-1 0 16,2-4 144-16,1-2-144 0,3-17 0 0,-2 28 128 0,2-28-128 16,2 24 0-16,-2-24 0 0,0 0 0 15,0 0 0-15,9 29-12400 0,-9-29-2352 0</inkml:trace>
  <inkml:trace contextRef="#ctx0" brushRef="#br1" timeOffset="-95407.98">9065 12001 15663 0,'2'-5'688'0,"0"4"144"16,1-2-656-16,-1 1-176 0,0 1 0 0,0-1 0 0,-2 2 2048 0,11-9 384 16,-1 1 80-16,3-2 16 0,2 1-528 0,0-2-96 15,-2 3-32-15,1 1 0 0,-2 0-624 0,-12 7-128 16,24-9-32-16,-24 9 0 0,0 0-304 0,0 0-64 15,37-1-16-15,-37 1 0 0,0 0-256 0,0 0-64 16,0 0-16-16,0 0 0 0,32 29-80 0,-32-29-16 16,0 0 0-16,5 31 0 0,-5-31-96 0,-1 26-32 15,-1-10 0-15,-1 2 0 0,-1 2-144 0,-1 2 0 16,-1 0 144-16,1 1-144 0,-2-2 0 0,1 3 144 0,-1-2-144 16,0-1 0-16,1 0 128 0,0-2-128 0,0 0 0 0,2-3 0 15,0-2 0-15,0-1 0 0,1-2 0 0,3-11 0 31,-2 15-560-31,2-15-160 0,0 0-48 0,0 0-16768 0</inkml:trace>
  <inkml:trace contextRef="#ctx0" brushRef="#br1" timeOffset="-95139.17">9154 12151 13823 0,'-1'-1'608'0,"0"0"128"0,1 0-592 0,0 1-144 16,1 0 0-16,0 0 0 0,-1 0 2432 0,0 0 464 15,0 0 96-15,0 0 16 0,29-10 64 0,-29 10 0 16,0 0 16-16,35-9 0 16,-35 9-1616-16,27-9-320 0,-27 9-64 0,26-10 0 0,-26 10-752 0,24-14-144 15,-24 14-16-15,22-12-16 16,-22 12-160-16,20-12 0 0,-20 12 0 0,17-10 0 15,-17 10-448-15,15-8 0 0,-15 8-16 0,0 0-11136 0,18-10-2224 0</inkml:trace>
  <inkml:trace contextRef="#ctx0" brushRef="#br1" timeOffset="-94733.1">9602 11930 13823 0,'3'-7'608'0,"-2"4"128"0,1 1-592 0,-1 0-144 15,0 2 0-15,-1 0 0 16,1 0 2112-16,0 0 400 0,0 0 80 0,-1 2 16 0,-1 2 144 0,-1 4 16 16,-2 1 16-16,-1 1 0 15,-1 4-1072-15,0-2-224 0,-2 2-32 0,0 1-16 0,0 1-752 0,0 0-160 16,1-1-16-16,0 1-16 0,2-1-240 0,2-3-32 15,0 0-16-15,3-12 0 0,0 0-208 0,2 23 176 16,-2-23-176-16,0 0 160 0,0 0-160 0,0 0 0 16,35 19 0-16,-35-19 128 0,0 0-128 0,35 5 0 15,-35-5 0-15,0 0 0 0,44 9 0 16,-44-9 0-16,0 0 0 0,39 12 0 0,-39-12 0 0,0 0 0 16,0 0 0-16,30 24 0 0,-30-24 0 0,0 0 0 15,0 0 0-15,0 0 0 0,0 26 0 0,-5-22 0 0,-2 2 0 0,-2 0 0 16,0 0 0-1,-3 0 0-15,-2-1 0 0,-1 1 0 0,-2 0 0 0,1-1 0 16,-2-1 0-16,-1-1 0 0,2 0 0 0,-1-1 0 16,1-2 0-16,2-3 0 15,2-2-1568-15,2-1-192 0</inkml:trace>
  <inkml:trace contextRef="#ctx0" brushRef="#br1" timeOffset="-94565.36">9528 11980 26719 0,'0'0'1184'0,"0"0"240"16,0 0-1136-16,0 0-288 0,0 0 0 0,0 0 0 0,0 0 2144 0,25-8 368 0,-25 8 80 0,0 0 16 16,41-11-1264-16,-41 11-256 15,32-10-64-15,-17 2 0 0,-15 8-768 0,32-13-256 0,-16 4 160 0,0 1-160 32,0 0-1424-32,-16 8-368 0</inkml:trace>
  <inkml:trace contextRef="#ctx0" brushRef="#br1" timeOffset="-94266.5">9909 11847 7359 0,'0'0'320'0,"0"0"80"16,0 0-400-16,0 0 0 0,0 0 0 0,0 0 0 15,0 0 1968-15,0 0 304 0,0 0 64 0,14-10 16 0,-14 10 464 16,0 0 112-16,0 0 16 0,0 0 0 0,0 0-384 0,0 0-80 16,0 0-16-16,0 0 0 0,0 0-992 0,0 0-208 15,16 33-48-15,-21-21 0 0,1 2-688 0,-2 1-144 16,0 2-16-16,-3-1-16 0,2 3-192 0,-2-2-32 15,-1 2-128-15,0 2 192 0,0-2-192 0,0 2 0 16,1-2 0-16,3-1 0 0,1-3 0 0,5-15 0 16,-1 22 0-16,1-22 0 0,0 0 128 0,0 0-128 15,0 0 0-15,0 0 0 0,39 18 0 0,-39-18 128 16,0 0-128-16,39-4 0 0,-39 4 0 0,27-7 0 16,-27 7 0-16,29-7 0 0,-29 7 0 0,27-10 0 0,-27 10 0 15,26-9 0-15,-26 9 0 0,22-10 0 0,-22 10 0 0,20-11 0 31,-20 11-448-31,13-9-16 0,-10 4-16 0,0 2 0 16,-3 3-1168-16,3-7-224 0,-3 4-48 0,0-2-13824 0</inkml:trace>
  <inkml:trace contextRef="#ctx0" brushRef="#br1" timeOffset="-94087.08">10024 11908 20271 0,'-1'0'1792'15,"0"3"-1424"-15,1-3-368 0,0 0 0 16,0 0 1728-16,-3 14 256 0,0-5 64 0,-2 6 16 0,-2 9 272 15,-2 6 48-15,-1 1 16 0,-2 5 0 16,1-3-992-16,-1 2-192 0,0-1-32 0,2-4-16 0,1-1-768 0,2-6-144 16,2-1-48-16,5-22 0 15,-4 28-208-15,4-28 0 0,0 0-192 0,0 0-18080 16</inkml:trace>
  <inkml:trace contextRef="#ctx0" brushRef="#br1" timeOffset="-93787.18">10093 11885 15663 0,'0'0'1392'0,"0"0"-1120"16,0 0-272-16,0 0 0 0,0 0 2016 0,0 0 352 16,0 0 64-16,0 0 0 0,0 0 272 0,26-5 48 15,-26 5 16-15,23-9 0 0,-23 9-1664 0,27-13-336 16,-27 13-64-16,32-14 0 0,-32 14-512 0,32-15-192 15,-32 15 176-15,30-15-176 0,-30 15 144 0,26-11-144 16,-26 11 128-16,0 0-128 0,29-9 256 0,-29 9-16 16,0 0-16-16,0 0 0 0,0 0-16 0,0 0 0 15,33 29 0-15,-33-29 0 0,-1 27 112 0,-3-9 0 16,-1 4 16-16,-2 1 0 0,1 3-208 0,-1 1-128 16,1 3 160-16,-2 4-160 0,3-1 0 0,-2 4 128 15,2-1-128-15,-2 0 0 0,1-1 0 0,1-4 0 0,1 0 0 0,2-3 0 31,-1 1-416-31,1-8-128 0</inkml:trace>
  <inkml:trace contextRef="#ctx0" brushRef="#br1" timeOffset="-93590.9">10173 12101 27647 0,'0'0'1216'0,"0"0"256"0,0 0-1168 16,0 0-304-16,36 2 0 0,-36-2 0 16,0 0 1104-16,28-7 176 0,-5-1 16 0,6-5 16 15,1 0-1312-15,0-1-432 0,-1-1 0 0,-1 0 0 0</inkml:trace>
  <inkml:trace contextRef="#ctx0" brushRef="#br1" timeOffset="-89174.16">11337 7404 4959 0,'0'-2'448'0,"0"1"-448"15,0-1 0-15,0 2 0 0,0 0 0 0,0 0 0 16,0-3 0-16,-1 1 0 0,1 0 0 0,-1-3 0 0,0 1 496 0,0 1 112 15,0 3 32-15,0-2 0 0,0 0 80 0,0 1 32 16,0 1 0-16,0 0 0 0,1 0-96 0,0-2-16 0,-1 2 0 0,1 0 0 16,-1-2 176-16,1 1 16 0,0 1 16 0,0-2 0 15,0 1 208-15,0 0 32 16,0-1 16-16,0 1 0 0,-1 0-32 0,1 0-16 16,-1 1 0-16,0-2 16 0,-1 2-128 0,1 0-32 15,-1 0 0-15,1 2 0 0,-1-2-48 0,2 3-16 16,-1 0 0-16,-1 0 0 0,1 2-288 0,0 2-64 15,0 1-16-15,0 1 0 0,0 3-160 0,0 2-48 0,0 3 0 0,0 1 0 16,0 4-80-16,1 2-32 16,-1 2 0-16,0 4 0 0,-1 4 32 0,-1-1 0 0,-1 2 0 0,1 1 0 15,-1-5-48-15,-1 0 0 0,1-3 0 0,2-2 32 16,-1-2-176-16,1-3 0 0,1-2 0 0,0-5 0 16,1-14-128-16,0 0-128 0,4 26 0 0,-3-23-16 31,1-1-1168-31,0-6-224 0,1 1-64 0,1-3-11184 0</inkml:trace>
  <inkml:trace contextRef="#ctx0" brushRef="#br1" timeOffset="-88890.62">11275 7480 911 0,'0'-8'0'0,"1"1"0"0,1 2 0 0,-1 1 0 15,1 0 0-15,-1 1 0 16,2 0 816-16,0-1 80 0,4-6 0 0,2 0 16 0,2-1 432 0,2 2 96 16,1 1 16-16,1 2 0 0,-15 6 400 0,31-4 64 0,-31 4 32 0,0 0 0 15,49 15-416-15,-49-15-64 0,0 0-32 0,43 35 0 16,-43-35-736-16,0 0-160 16,28 43-32-16,-28-43 0 0,0 0-368 0,13 45-144 0,-13-45 0 0,-1 24 144 15,-1-12-144-15,-3-3 0 0,-3-1 0 0,-1 1-176 16,-3 0 432-16,-4-2 96 0,0 3 16 0,-3-3 0 15,0 0 96-15,-3-2 32 16,0 1 0-16,1-3 0 0,1 0-368 0,2 0-128 0,1-1 0 16,4-2-11776-16</inkml:trace>
  <inkml:trace contextRef="#ctx0" brushRef="#br1" timeOffset="-87067.66">11912 7362 10127 0,'-2'-3'896'0,"0"2"-704"16,1-1-192-16,0 2 0 0,1 0 384 0,0 0 32 0,0-1 16 0,0 0 0 0,-1 1 80 0,0-2 0 15,0 0 16-15,-1 1 0 0,2 1 112 0,-1-2 32 16,0 0 0-16,0 1 0 16,0 1 352-16,0 0 80 0,-1 0 16 0,0 0 0 0,0 0-288 0,0 0-64 15,-2 1-16-15,0 1 0 0,0 0-288 0,-1-2-48 16,-1 3-16-16,0-1 0 0,-2 0 0 0,1 0 0 16,1 2 0-16,-2 0 0 0,1 1-32 0,-1 4-16 15,2-1 0-15,-2 3 0 0,3 1 96 0,-1 2 0 16,2 5 16-16,0 0 0 15,1-2 240-15,1 6 64 0,0 3 0 0,1 5 0 0,1 2-144 0,0-2-32 0,0 0 0 0,1-2 0 32,1-3-208-32,-2-26-64 0,9 44 0 0,-9-44 0 15,11 30-320-15,-11-30 0 0,0 0 0 0,0 0 0 16,30 34-912-16,-30-34-256 0,0 0-48 0,0 0-12944 16</inkml:trace>
  <inkml:trace contextRef="#ctx0" brushRef="#br1" timeOffset="-86441.81">12043 7483 11967 0,'-6'-1'528'0,"1"-1"112"0,2 2-512 0,0 0-128 0,2 0 0 0,0 0 0 16,1 0 1216-16,-1 0 224 0,-1 2 32 0,1-1 16 15,-1 2 64-15,2 0 16 0,2 0 0 0,-2-3 0 0,0 0-256 16,0 0-48-16,0 0-16 0,0 0 0 0,43 18-160 0,-43-18-48 16,0 0 0-16,50-2 0 0,-50 2-320 0,42-5-64 15,-20 0-16-15,-2-1 0 0,1 0-416 0,-3 0-96 16,1-2 0-16,-2 2-128 0,-1 0 128 0,-1 0-128 15,-2 1 0-15,-3 0 0 0,0 3 0 0,-4-1 0 16,-1 1 0-16,-3 2 0 0,0 0 0 0,-3 0 0 16,1 0 0-16,-2 2 0 0,0 1 0 0,-3-1 0 15,1 0 0-15,-1 1 0 0,-1 0 0 0,0 1 0 16,0-2 0-16,0 0 0 0,0 1 0 0,1-1 0 16,-1-1 0-16,0 1 0 0,3 0 240 0,-2-2-16 15,2 2 0-15,0-2 0 0,1 3 32 0,0-3 16 16,0 2 0-16,-1 1 0 0,1-1-48 0,0 0-16 0,-1 3 0 15,-1 0 0-15,0-1-64 0,0 2-16 16,-1 0 0-16,0 4 0 0,-1-1 32 0,0 1 0 0,-2 4 0 0,0 0 0 16,0 3-32-16,1-1 0 0,-1 2 0 15,0 2 0-15,1 0-128 0,-1 0 0 0,2 1 144 0,0-3-144 16,1 1 0-16,1-4 0 0,0-3 0 0,2-3 0 16,2-9-1440-1,0 0-208-15</inkml:trace>
  <inkml:trace contextRef="#ctx0" brushRef="#br1" timeOffset="-86214.63">12124 7529 11055 0,'-5'-8'480'0,"2"3"112"16,0 2-464-16,2 0-128 0,2 3 0 0,0 0 0 16,0-2 1680-16,1 2 320 0,0 0 64 0,2 2 16 0,-4-2 480 0,0 0 112 15,0 0 16-15,34 24 0 0,-34-24-1024 0,0 0-192 16,38 38-32-16,-38-38-16 0,28 31-400 0,-28-31-64 15,33 32-32-15,-33-32 0 0,30 32-624 0,-30-32-128 16,27 31-32-16,-27-31 0 0,0 0-432 0,30 36-96 16,-30-36 0-16,0 0-16 15,0 0-1808-15,23 30-352 0,-23-30-80 0,0 0-10608 0</inkml:trace>
  <inkml:trace contextRef="#ctx0" brushRef="#br1" timeOffset="-85982.09">12042 7780 13823 0,'-5'0'608'0,"1"0"128"0,2 0-592 0,0 0-144 15,2 0 0-15,0 0 0 0,0 0 1840 0,1 0 336 16,0 0 64-16,1 1 0 0,1 1-144 0,-3-2-48 16,0 0 0-16,0 0 0 0,0 0-640 0,46 14-128 15,-46-14-16-15,0 0-16 16,51 13-480-16,-51-13-80 0,38 6-32 0,-38-6 0 0,40 8-176 0,-40-8-32 15,41 6-16-15,-41-6 0 0,0 0-256 0,53 10-48 16,-53-10-128-16,0 0 192 0,49 7-192 0,-49-7 0 16,33 1 0-16,-33-1 0 15,34-4-640-15,-34 4-128 0,33-4-32 0,-33 4-15328 0</inkml:trace>
  <inkml:trace contextRef="#ctx0" brushRef="#br1" timeOffset="-85488.57">12893 7431 11967 0,'2'-3'1072'0,"-1"1"-864"15,0 1-208-15,-1 1 0 0,-1 1 1536 0,1-1 272 16,0-1 48-16,-2 1 16 0,0 0 704 0,-3 1 144 16,0 1 32-16,-3 1 0 0,0 1-1408 0,-1 1-288 15,-2 1-48-15,-1-1-16 0,0 1-304 0,-1 0-64 0,1-1-16 0,-2 0 0 31,1 0-160-31,-3 0-48 0,1 1 0 0,-1-1 0 16,1 0-80-16,1 2-32 0,0-2 0 0,-2 2 0 16,1 0-288-16,-1 2 0 0,1 1 128 0,1-1-128 15,1-2 0-15,4 3 0 0,2-3 0 0,2 1 0 16,1-2 0-16,4 0 0 0,0 0 0 0,0-3 0 0,4 1 0 16,1-4 0-16,-5 0 0 0,0 0 0 0,0 0 0 0,35-2 0 15,-24-1 0-15,1 1 160 0,3-1 112 16,0 0 32-16,-15 3 0 0,31-4 0 0,-31 4-80 0,32 3-16 15,-32-3 0-15,0 0 0 0,40 10-208 0,-40-10 0 16,0 0 0-16,0 0 0 16,34 21-368-16,-34-21-64 0,0 0-16 0,0 0 0 15,0 0-2048-15,0 0-400 0</inkml:trace>
  <inkml:trace contextRef="#ctx0" brushRef="#br1" timeOffset="-85250.21">12616 7682 10127 0,'-3'-1'896'0,"1"1"-704"0,1 0-192 0,1 0 0 15,0 0 1824-15,-1 0 336 0,0 0 64 0,-1-2 16 16,0 4 720-16,2-2 160 0,0 3 16 0,0-3 16 16,0 0-1056-16,0 0-224 0,0 0-32 0,36 23-16 0,-36-23-800 0,0 0-144 15,45 19-48-15,-45-19 0 0,36 12-512 0,-36-12-96 16,38 8-32-16,-38-8 0 0,37 8-192 0,-37-8 0 15,0 0 0-15,50 10 0 16,-50-10-1184-16,0 0-224 0</inkml:trace>
  <inkml:trace contextRef="#ctx0" brushRef="#br1" timeOffset="-84724.72">13190 7451 9215 0,'-2'-2'816'0,"1"2"-656"16,1 0-160-16,-1 0 0 16,1 0 1392-16,-1 0 240 0,0 2 48 0,-2-2 16 0,1 0 704 0,-2 3 144 15,-1-1 16-15,1 0 16 0,-1 0-848 0,0 3-160 16,1 0-32-16,-1 0-16 0,-1 3-496 0,2-1-112 15,-1 1-16-15,1 2 0 0,1 0-288 0,-1 1-64 16,2 1-16-16,2-12 0 0,0 0-80 0,2 29 0 16,-2-29-16-16,0 0 0 0,0 0-240 0,22 36-64 0,-22-36 0 0,0 0 0 15,0 0-128-15,44 29 0 16,-44-29 0-16,0 0 128 0,37 17-128 0,-37-17 0 0,0 0 0 0,0 0 0 16,41 24 0-16,-41-24 0 0,0 0 0 0,0 0 0 15,0 0 0 1,0 0 0-16,0 0 0 0,0 0 0 0,4 32 0 0,-12-28 0 0,-1-2 128 0,-3 3-128 15,0-3 0-15,-2 1 0 0,-2-1 0 0,-2 0 0 0,2-1-144 0,-3 1 144 32,1-2 0-32,-1 0 0 15,1 2-800-15,-1-2-48 0,2 0-16 0,2 0-9632 16,4-4-1920-16</inkml:trace>
  <inkml:trace contextRef="#ctx0" brushRef="#br1" timeOffset="-84511.08">13136 7419 18431 0,'2'1'816'0,"0"-1"160"0,0 2-784 0,0 1-192 0,0-3 0 0,0 1 0 15,1 0 1776-15,-3-1 304 0,0 0 64 0,0 0 16 16,47 10-528-16,-47-10-96 0,39 2-32 0,-39-2 0 16,41-4-768-16,-41 4-160 0,36-4-16 0,-36 4-16 15,28-4-336-15,-28 4-64 0,0 0-16 0,0 0 0 16,33 3-528-16,-33-3-112 15,0 0-32-15,0 0-14048 0</inkml:trace>
  <inkml:trace contextRef="#ctx0" brushRef="#br1" timeOffset="-84140.48">13529 7347 13823 0,'2'0'1216'0,"-1"0"-960"0,1 0-256 0,-1 2 0 16,1-2 1456-16,-2 3 240 0,2-1 48 0,-2-2 16 16,0 0 160-16,0 0 16 0,30 33 16 0,-30-33 0 15,0 0-1184-15,37 41-224 0,-37-41-48 0,0 0-16 16,36 45 224-16,-36-45 32 0,0 0 16 0,28 45 0 16,-28-45-80-16,0 0-16 0,20 50 0 0,-20-50 0 0,4 37-336 0,-4-37-80 15,-4 43-16-15,-2-22 0 0,-3 3-224 16,-4-1 144-16,-3 1-144 0,-1-2 128 0,2-4-128 0,-2 0 0 15,0 0 0-15,-1-1-176 0,2-2 176 0,0-2 0 16,1-1-144-16,1-3-10160 16,1-1-2016-16</inkml:trace>
  <inkml:trace contextRef="#ctx0" brushRef="#br1" timeOffset="-83789.96">13839 7536 8287 0,'-1'0'368'0,"1"0"80"0,0 0-448 0,0 0 0 0,0 0 0 0,0 0 0 16,1 0 2272-16,0 0 368 0,1-2 80 0,0 2 16 16,2 0 208-16,2-1 32 0,1 0 16 0,1-1 0 15,1 1-1328-15,1-3-256 0,-10 4-48 0,24-3-16 0,-24 3-784 0,26-2-176 16,-26 2-16-16,0 0-16 0,35-2-176 0,-35 2-48 16,0 0 0-16,31 0 0 0,-31 0-128 0,0 0 0 15,0 0 0-15,33 2 0 31,-33-2-560-31,0 0 16 0,0 0 0 0,0 0-9584 0,0 0-1920 0</inkml:trace>
  <inkml:trace contextRef="#ctx0" brushRef="#br1" timeOffset="-83585.99">13852 7665 15663 0,'-3'7'688'0,"1"-5"144"0,1 2-656 0,1-1-176 0,1-2 0 0,1-1 0 16,2 0 1840-16,-1-1 336 0,-3 1 64 0,0 0 0 15,30-4 96-15,-30 4 16 0,34-8 0 0,-15 1 0 16,1 0-1216-16,2 1-240 0,-2 0-64 0,0-1 0 16,-2 2-832-16,-1 0-256 15,-17 5-16-15,30-6-15136 16</inkml:trace>
  <inkml:trace contextRef="#ctx0" brushRef="#br1" timeOffset="-82443.66">14356 7378 2751 0,'-1'-3'256'0,"0"1"-256"0,1 0 0 0,-1 1 0 16,1-1 576 0,0 2 64-16,0 0 0 0,0-1 16 0,0 0 624 0,0-3 128 0,1 3 32 0,-1-2 0 15,0 1 16-15,0 2 0 16,0 0 0-16,0 0 0 0,0 0-144 0,0 0-32 0,0 2 0 0,0 1 0 15,0 2-208-15,0-1-48 0,-1 4-16 0,1-8 0 16,0 21 0-16,0-4 0 0,0 2 0 0,0 3 0 16,-1 1-352-16,1 3-64 0,-1 2-16 0,1 0 0 0,-1 1-208 15,1-2-48-15,0 1-16 0,0-2 0 0,1-2-304 0,-1-24 0 16,4 40 0-16,-4-40 0 31,7 28-624-31,-7-28-176 0,0 0-32 0,0 0-11920 16</inkml:trace>
  <inkml:trace contextRef="#ctx0" brushRef="#br1" timeOffset="-82018.65">14368 7354 4607 0,'3'-2'400'0,"1"-1"-400"0,-1 1 0 0,-1 0 0 16,0 1 1408-16,2-1 208 0,3 0 48 0,3-5 0 15,4 2 464-15,0 0 112 0,1 1 0 0,-15 4 16 16,0 0-688-16,41 2-144 0,-41-2-16 0,0 0-16 15,0 0-464-15,46 21-96 0,-46-21 0 0,0 0-16 0,0 0-368 0,0 0-80 16,39 31-16-16,-39-31 0 0,0 0-160 0,0 0-48 16,0 0 0-16,0 26 0 0,-5-20 160 0,-3 0 16 15,-2 1 16-15,-2 0 0 0,-1 0-32 0,-2 0-16 16,0 0 0-16,-2 1 0 0,0-2-144 0,1-1-16 16,0 0-128-16,1 0 192 0,1-2-192 0,2 1-192 15,1-2 48-15,2 1 0 16,3 0-1040-16,2-1-208 0,3 1-32 0,3-2-10736 0</inkml:trace>
  <inkml:trace contextRef="#ctx0" brushRef="#br1" timeOffset="-81793.09">14839 7323 7359 0,'-1'-5'656'0,"0"1"-528"0,0 2-128 0,1 1 0 15,-1-1 1136-15,1 2 192 0,-1-2 32 0,-1 1 16 16,-1 1 288-16,0-2 64 0,-2 2 16 0,-1 0 0 16,0 2-352-16,0 1-80 0,0 4-16 0,-2 0 0 15,2 2 112-15,-1 3 0 0,1 0 16 0,-1 2 0 16,2 3-400-16,1 0-64 0,1 2-32 0,2 2 0 0,0 0-368 0,1 1-80 16,0 1-16-16,0-23 0 0,3 40-144 0,-3-40-48 15,8 36 0-15,-8-36 0 0,0 0-272 0,22 43 0 16,-22-43 128-16,0 0-10304 15,0 0-2080-15</inkml:trace>
  <inkml:trace contextRef="#ctx0" brushRef="#br1" timeOffset="-81543.99">14942 7368 911 0,'1'2'0'0,"0"1"0"16,1-1 0-16,-1 1 0 0,0-1 2560 0,1-2 448 16,0 2 64-16,-2-2 32 0,0 0-128 0,0 0-32 0,0 0 0 0,44 38 0 15,-44-38-1072-15,0 0-208 0,40 36-64 0,-40-36 0 16,0 0-720-16,36 42-160 0,-36-42-16 0,0 0-16 16,32 41-368-16,-32-41-64 0,0 0 0 0,23 38-16 15,-23-38-560-15,0 0-96 0,0 0-32 0,21 35-8704 16,-21-35-1728-16</inkml:trace>
  <inkml:trace contextRef="#ctx0" brushRef="#br1" timeOffset="-81354.85">15187 7405 3679 0,'-3'-3'320'16,"0"2"-320"-16,0 1 0 0,1 1 0 0,0 1 1776 0,0 0 272 15,0 1 64-15,-3 4 16 0,-3 0 512 0,-3 7 112 16,-3 3 0-16,-1 1 16 0,0 2-960 0,-1-2-192 15,0 4-32-15,0-1-16 0,0 0 496 0,2-1 112 0,1-2 0 0,3-4 16 16,1-1-1616-16,1-3-320 0,3-4-64 0,1-1-15856 16</inkml:trace>
  <inkml:trace contextRef="#ctx0" brushRef="#br1" timeOffset="-81125.35">14922 7373 14735 0,'-2'-2'640'0,"1"1"160"16,1 1-640-16,0-2-160 0,1 2 0 0,-1 0 0 16,1 0 1344-16,1 0 224 15,2-2 48-15,0 0 16 0,3 0 224 0,1 1 32 0,-8 1 16 0,20-5 0 0,-20 5-608 0,26-6-112 16,-26 6-32-16,34-6 0 0,-34 6-640 0,40-4-144 31,-40 4-32-31,44-2 0 0,-44 2-336 0,43-1 0 0,-43 1 0 0,35 3 0 0,-35-3 0 0,0 0-288 31,38 5 48-31,-38-5 16 16,0 0-1872-16,0 0-368 0</inkml:trace>
  <inkml:trace contextRef="#ctx0" brushRef="#br1" timeOffset="-80913.23">14936 7667 13823 0,'-3'5'1216'0,"1"-1"-960"15,1-2-256-15,2-1 0 0,0-1 1424 0,0 2 240 0,1 1 64 0,-2-3 0 32,0 0 240-32,0 0 48 0,0 0 16 0,36 18 0 0,-36-18-176 0,0 0-16 0,46 0-16 0,-46 0 0 15,37-2-672-15,-37 2-144 0,40-4-32 0,-40 4 0 16,40-8-656-16,-40 8-144 0,37-7-32 0,-37 7 0 16,27-7-688-16,-27 7-144 0,0 0-16 0,27-5-15456 15</inkml:trace>
  <inkml:trace contextRef="#ctx0" brushRef="#br1" timeOffset="-80671.92">15238 7503 10767 0,'-2'-2'224'0,"2"2"48"0,0-2 16 0,0 1 32 0,0 1-320 0,1 0 0 0,1 0 0 0,2-2 0 15,2 2 3120-15,2-2 544 0,3 0 112 0,2-1 32 0,-13 3-1904 0,29-7-384 16,-29 7-80-16,30-5-16 0,-16 0-1120 0,-14 5-304 16,26-3 0-16,-26 3-8704 15,0 0-1808-15</inkml:trace>
  <inkml:trace contextRef="#ctx0" brushRef="#br1" timeOffset="-80487.48">15240 7589 6447 0,'1'2'576'0,"0"-2"-576"15,2 0 0-15,0 0 0 0,-1 0 1744 0,1-2 240 0,1 1 64 16,3-1 0-16,4 0-64 0,4-3-16 0,4 0 0 0,0 1 0 15,1-1-1296-15,-3 0-256 0,-17 5-48 0,33-4-6768 16,-33 4-1360-16</inkml:trace>
  <inkml:trace contextRef="#ctx0" brushRef="#br1" timeOffset="-80136.87">15557 7468 10015 0,'-4'1'208'0,"1"-1"48"0,1 1 16 0,0-1 32 0,1 0-304 0,0 0 0 15,0 0 0-15,1 2 0 16,-2-1 2048-16,-1 1 336 0,-1 1 80 0,1 1 16 0,0 0-992 0,1 4-192 16,-1-3-32-16,1 4-16 0,0-2 272 0,2-7 48 15,-2 21 16-15,2-21 0 0,0 0-400 0,2 36-80 16,-2-36-16-16,0 0 0 0,0 0-496 15,23 36-96-15,-23-36-32 0,0 0 0 0,0 0-304 0,40 4-160 16,-40-4 160-16,25-9-160 0,-11 2 208 0,-1-1-48 16,1-3-16-16,-3 1 0 0,1-1-144 0,-3-1 0 0,-1 0 0 0,-2-2 0 15,-2 4-192-15,-2-2 48 16,-2 2 0-16,-2 1 0 16,-2 0 144-16,-3 1 0 0,-2 2-144 0,-3 3 144 0,-2 1-208 0,-1 2 16 0,0 2 16 0,0 1 0 15,3 1-256 1,-1 1-48-16,2 2-16 0,1 0 0 0,3-1-64 0,1-2-16 15,2 1 0-15,3-1-13200 16</inkml:trace>
  <inkml:trace contextRef="#ctx0" brushRef="#br1" timeOffset="-79910.92">15758 7321 11967 0,'2'-2'1072'0,"-2"1"-864"0,2 1-208 0,0-1 0 15,0 1 1952-15,1 0 352 0,0 1 64 0,-3-1 0 16,0 0 32-16,0 0 0 0,47 8 0 0,-47-8 0 16,35 15-1392-16,-35-15-288 0,36 21-48 0,-36-21-16 15,32 26-320-15,-32-26-64 0,27 30-16 0,-27-30 0 16,21 33 144-16,-21-33 32 0,14 33 0 0,-14-33 0 16,6 36-288-16,-8-22-144 0,-2 5 160 0,-3-4-160 15,-3 2 0-15,-1-2 0 0,-2-1 0 0,-2 1 0 16,0-3-192-16,0-1 32 0,-1-2 0 0,0-1-9872 15,3-3-1968-15</inkml:trace>
  <inkml:trace contextRef="#ctx0" brushRef="#br1" timeOffset="-79577.91">16204 7431 18431 0,'1'1'816'0,"0"-1"160"0,0 0-784 0,0 0-192 15,-1 0 0-15,0 0 0 0,0 0 1856 0,0 0 336 16,0 0 64-16,42-2 16 0,-42 2-800 0,41-7-144 16,-41 7-48-16,40-7 0 0,-40 7-672 0,36-10-144 0,-20 5-16 0,-1 1-16 15,-15 4-432-15,23-5 0 0,-23 5-144 16,0 0-9520-16,0 0-1920 0</inkml:trace>
  <inkml:trace contextRef="#ctx0" brushRef="#br1" timeOffset="-79403.2">16364 7280 3679 0,'0'-2'320'0,"0"2"-320"0,0 0 0 0,0 2 0 16,0 1 2432-16,-1 0 400 0,1-3 96 0,0 0 16 16,-2 28 496-16,1-7 96 0,-3 3 32 0,1 4 0 15,-2 1-1728-15,2-1-352 0,0-3-64 0,1-2-16 0,2-23-912 16,-1 37-192-16,1-37-48 0,0 0-14816 15</inkml:trace>
  <inkml:trace contextRef="#ctx0" brushRef="#br1" timeOffset="-78933.43">17105 7253 11055 0,'0'-1'976'0,"0"1"-784"0,0 0-192 16,0 0 0-16,1 1 1232 0,0 0 208 0,0 2 32 0,-1-3 16 16,0 0 736-16,0 0 144 0,8 49 16 0,-8-49 16 15,5 46-1072-15,-4-22-224 16,-1 4-32-16,-1-2-16 0,-1 2-400 0,0-2-80 16,0-4 0-16,1-1-16 0,1-21-208 0,-1 38-32 15,1-38-16-15,1 28 0 16,-1-28-576-16,0 0-112 0,0 0-32 0,0 0-13376 0</inkml:trace>
  <inkml:trace contextRef="#ctx0" brushRef="#br1" timeOffset="-78658.41">17045 7207 11391 0,'5'-2'256'0,"-2"1"48"0,2 1 16 0,0 0 0 16,-2 0-320-16,1 0 0 0,2 0 0 0,-6 0 0 15,25-2 1600-15,-5 0 272 0,6 0 48 0,1-1 16 16,1 0-880-16,-2-1-176 0,-2 2-48 0,-24 2 0 16,41-3-128-16,-41 3-16 0,0 0-16 0,39 7 0 15,-39-7-320-15,0 0-64 0,0 0-16 0,3 36 0 16,-10-23 176-16,-2 2 16 0,-4 2 16 0,-3 0 0 16,-1-1-192-16,-1 3-32 0,-1-2-16 0,0-1 0 15,0-1-432-15,0-1-96 0,3 0-16 0,1-4 0 16,2 0-272-16,3-3-64 0,2-2-16 0,5-4-10368 15</inkml:trace>
  <inkml:trace contextRef="#ctx0" brushRef="#br1" timeOffset="-78422.22">17546 7158 7359 0,'5'-8'320'0,"-2"4"80"0,0-1-400 0,-1 2 0 0,-1 1 0 0,-2 2 0 15,1-3 1312-15,-1 1 176 16,0-3 48-16,-2 3 0 0,-1-2 64 0,-1 3 0 0,-4 1 16 0,0 5 0 16,-1 0 240-16,-2 4 64 0,0 3 0 0,-1 0 0 15,0 2-176-15,0 5-16 0,0 2-16 0,0 3 0 16,2 2-736-16,1 2-144 16,1 4-16-16,5-4-16 0,1 0-256 0,3-4-48 0,0-24-16 0,9 40 0 15,-9-40-128-15,0 0-32 0,32 41 0 0,-32-41 0 16,0 0-480-16,40 21-96 0,-40-21-32 0,0 0-16112 15</inkml:trace>
  <inkml:trace contextRef="#ctx0" brushRef="#br1" timeOffset="-77946.86">17661 7288 3679 0,'-3'-3'320'0,"2"3"-320"0,0-2 0 0,0 0 0 16,1 1 1776-16,1 1 272 0,1-2 64 0,0 0 16 15,2-3-176-15,2-1-32 0,2-2-16 0,3 3 0 16,1-2-416-16,1 0-80 0,2 2 0 0,1-2-16 15,3 0-240-15,-1 2-32 0,2 0-16 0,-2 0 0 16,-1 1-672-16,-17 4-144 0,30-8-32 0,-30 8 0 31,23-3-640-31,-23 3-128 0,0 0-16 0,26-3-16 16,-26 3-1248-16,0 0-240 0,0 0-48 0,0 0-16 0,0 0 160 0,0 0 16 0,0 0 16 0,0 0 0 16,0 0 432-16,0 0 64 0,0 0 32 0,0 0 0 15,0 0 720 1,0 0 144-16,0 0 16 0,0 0 16 0,0 0 864 0,0 0 192 0,0 0 16 0,0 0 16 0,0 0 1248 0,-1 4 240 15,0-4 48-15,-2 0 16 0,0 3-368 0,-1 2-64 16,-2-1 0-16,0 4-16 16,0-1-208-16,-2 4-32 0,-2 1-16 0,-2 4 0 0,1-1-240 0,-1 4-64 15,-1 0 0-15,0 2 0 0,0 1-624 0,0-4-128 0,1 2-16 16,1-4-16-16,3-2-368 0,0-2-208 0,3 0 16 16,0-5-13824-1</inkml:trace>
  <inkml:trace contextRef="#ctx0" brushRef="#br1" timeOffset="-77742.7">17729 7294 18431 0,'8'-3'816'0,"-5"2"160"0,2-1-784 0,-5 2-192 0,0 0 0 0,0 0 0 16,0 0 1904-16,0 0 336 0,36 6 64 0,-36-6 0 0,0 0-384 0,51 30-64 15,-51-30-32-15,31 32 0 0,-31-32-720 0,25 29-144 16,-25-29-16-16,0 0-16 0,29 40-560 0,-29-40-112 15,0 0-32-15,19 33 0 32,-19-33-992-32,0 0-208 0</inkml:trace>
  <inkml:trace contextRef="#ctx0" brushRef="#br1" timeOffset="-77538.02">17634 7511 12895 0,'-2'4'576'0,"2"-3"112"0,1 1-560 0,0 0-128 0,1-2 0 0,0 0 0 0,0 1 1552 0,-2-1 288 0,0 0 48 0,0 0 16 16,50 3 448-16,-50-3 80 0,48-2 32 0,-22 0 0 15,0-3-640-15,-1 1-128 0,0 1-32 0,-2-2 0 16,-2-2-1088-16,-1 3-208 0,-20 4-48 0,30-6-16 16,-30 6-448-16,0 0-96 0,31-3-16 0,-31 3-10176 15,0 0-2032-15</inkml:trace>
  <inkml:trace contextRef="#ctx0" brushRef="#br1" timeOffset="-76938.67">18073 7321 11055 0,'-3'2'976'0,"2"-2"-784"0,0 1-192 0,1-1 0 15,1 0 912-15,0 0 144 0,1 0 32 0,-2 0 0 16,0 0 832-16,0 0 192 0,36-1 16 0,-36 1 16 16,35-6-480-16,-35 6-112 15,36-6-16-15,-36 6 0 0,34-7-944 0,-34 7-192 16,27-4-32-16,-27 4-16 16,0 0-1568-16,0 0-304 0</inkml:trace>
  <inkml:trace contextRef="#ctx0" brushRef="#br1" timeOffset="-76812.72">18121 7401 6447 0,'0'0'576'0,"0"0"-576"0,0 0 0 0,0 0 0 0,0 0 1776 0,0 0 240 0,0 0 48 0,0 0 16 0,36-5-512 0,-36 5-96 16,32-6-32-16,-32 6 0 0,33-10-1056 0,-33 10-192 15,29-7-64-15,-29 7-8752 16</inkml:trace>
  <inkml:trace contextRef="#ctx0" brushRef="#br1" timeOffset="-76507.93">18558 7176 15663 0,'-4'3'688'0,"2"-1"144"0,0 1-656 0,1-1-176 16,1 0 0-16,-1 0 0 0,0 1 1968 0,1-3 352 16,-4 16 80-16,4-16 16 0,-5 33-432 0,5-33-96 15,-4 41-16-15,4-41 0 0,2 41-624 0,-2-41-128 16,5 37-32-16,-5-37 0 0,8 33-704 0,-8-33-160 15,0 0-32-15,10 38 0 16,-10-38-960-16,0 0-208 0,0 0-48 0,0 0-13824 0</inkml:trace>
  <inkml:trace contextRef="#ctx0" brushRef="#br1" timeOffset="-75743.04">18802 7134 11967 0,'1'-2'1072'0,"0"1"-864"0,0-2-208 0,0 3 0 16,1-2 992-16,0 2 160 0,1-2 16 0,2-2 16 16,3 1 992-16,0-2 208 0,-8 5 48 0,19-2 0 15,-19 2-576-15,0 0-96 0,0 0-32 0,43 16 0 16,-43-16-384-16,0 0-96 0,32 34-16 0,-32-34 0 16,0 0-512-16,27 47-96 0,-27-47-32 0,14 38 0 15,-14-38-208-15,11 35-32 0,-11-35-16 0,7 37 0 16,-7-37-336-16,2 35 144 0,-2-35-144 0,-6 30 0 15,1-16 0-15,-4 3 0 0,-1-4 0 0,-3 0 0 0,0 0 0 0,-4 0 0 16,1-1 0-16,-3-2 0 31,2-1-544-31,0-2-16 0,0-2 0 0,1 0-16192 0</inkml:trace>
  <inkml:trace contextRef="#ctx0" brushRef="#br1" timeOffset="-74837.7">19191 7268 10127 0,'-3'0'896'0,"0"1"-704"0,2 1-192 0,0-2 0 15,1 0 1040-15,-1 2 176 0,-2-2 48 0,0 3 0 16,0-1 432-16,2 1 96 0,1-3 0 0,0 0 16 15,0 0 48-15,0 0 16 0,43-1 0 0,-43 1 0 16,43-9-480-16,-18 4-112 0,1-1 0 0,-2 0-16 0,0 2-768 0,-24 4-160 16,40-7-16-16,-40 7-16 15,30-3-1120-15,-30 3-208 0,0 0-64 0,0 0-12736 16</inkml:trace>
  <inkml:trace contextRef="#ctx0" brushRef="#br1" timeOffset="-74632.23">19302 7148 11967 0,'0'2'1072'0,"0"-2"-864"0,1 0-208 0,-1 2 0 16,0-1 1680-16,0 3 304 0,0-4 48 0,0 0 16 16,0 0 320-16,4 43 64 0,-4-43 0 15,2 42 16-15,-2-42-864 0,3 48-176 16,-3-48-48-16,4 47 0 0,-4-47-768 0,7 41-144 15,-7-41-48-15,8 30 0 16,-8-30-672-16,0 0-144 0</inkml:trace>
  <inkml:trace contextRef="#ctx0" brushRef="#br1" timeOffset="-74191.76">19819 7202 15663 0,'0'0'1392'0,"0"2"-1120"0,1-2-272 16,0 1 0-16,0 1 1536 0,0-2 256 0,-1 2 64 0,0-2 0 15,0 0 528-15,0 0 112 0,0 0 32 0,0 0 0 16,36 19-1840-16,-36-19-368 0,0 0-80 0,0 0-16 16,0 0-1312-1,36 3-272-15</inkml:trace>
  <inkml:trace contextRef="#ctx0" brushRef="#br1" timeOffset="-74033.75">20066 7200 12895 0,'0'0'576'0,"0"0"112"0,0 0-560 0,0 0-128 16,0 0 0-16,0 0 0 0,0 0 1744 0,0 0 320 15,0 0 64-15,31 27 16 0,-31-27-1216 0,0 0-240 16,0 0-48-16,42 11-16 15,-42-11-3536-15,0 0-704 0,30-5-144 0,-30 5-16 0</inkml:trace>
  <inkml:trace contextRef="#ctx0" brushRef="#br1" timeOffset="-73836.6">20345 7189 5007 0,'0'0'0'0,"0"0"192"0,0 0-48 0,0 0 32 0,0 0-176 0,0 0 0 0,0 0 0 0,0 0 0 16,25 28 2576-16,-25-28 496 0,0 0 80 0,0 0 32 15,28 35-944-15,-28-35-176 0,0 0-32 0,0 0-16 16,0 0-2016-16,31 16-208 0,-31-16-144 0,0 0-32 16</inkml:trace>
  <inkml:trace contextRef="#ctx0" brushRef="#br1" timeOffset="-73638.23">20858 7207 21183 0,'0'0'944'0,"0"0"192"0,0 0-912 0,0 0-224 15,0 0 0-15,0 0 0 0,0 0 1504 0,0 0 256 16,0 0 48-16,0 0 16 15,28 28-2448-15,-28-28-480 0,0 0-112 0,0 0 0 0</inkml:trace>
  <inkml:trace contextRef="#ctx0" brushRef="#br1" timeOffset="-73087.31">21104 7178 17503 0,'1'-2'1552'0,"0"2"-1232"16,0 0-320-16,1 0 0 0,0 0 1024 0,0-1 128 15,3 0 48-15,-5 1 0 16,0 0 1296-16,40-3 272 0,-40 3 48 0,44-5 16 15,-44 5-1104-15,50-2-208 0,-24 0-48 0,0 0-16 16,0-1-880-16,-2 1-192 16,-24 2-16-16,41-3-16 0,-41 3-352 0,31-2 0 15,-31 2 0-15,0 0-192 16,26 0-1440-16,-22 0-288 0,-4 0-64 0,-2 0-13024 0</inkml:trace>
  <inkml:trace contextRef="#ctx0" brushRef="#br1" timeOffset="-72919.54">21306 7046 11055 0,'-1'0'976'0,"0"0"-784"0,0 0-192 0,1 0 0 15,0 1 2320-15,0 0 432 0,0 2 64 0,0-3 32 16,0 0 576-16,0 28 112 0,0-28 32 0,0 41 0 16,0-13-1776-16,0-28-336 0,3 56-80 0,0-27-16 15,-3-29-880-15,9 53-176 0,-9-53-48 0,10 44 0 16,-10-44-528-16,11 33-112 0</inkml:trace>
  <inkml:trace contextRef="#ctx0" brushRef="#br1" timeOffset="-72497.08">21867 7001 16575 0,'0'2'736'0,"-1"-2"160"0,1 0-720 0,0 2-176 0,0 1 0 0,0-1 0 16,0-2 1824-16,0 0 336 0,0 0 64 0,1 37 16 16,-1-37-96-16,5 49-16 0,-2-21 0 0,-1 3 0 15,0 2-960-15,-1 0-192 0,-1 0-32 0,1-2-16 16,1 0-448-16,-1-5-96 0,-1-26 0 0,1 45-16 15,-1-45-816-15,1 35-144 0,-1-35-48 0,0 0-15152 16</inkml:trace>
  <inkml:trace contextRef="#ctx0" brushRef="#br1" timeOffset="-72237.18">21792 7055 3679 0,'1'-5'320'0,"0"1"-320"16,1 1 0-16,1-1 0 0,0 1 1728 0,-1 2 288 16,-2 1 48-16,13-8 16 0,0-2-1056 0,8-2-224 15,5-2-32-15,2 0-16 0,0 2 128 0,-1 1 16 16,-1 5 16-16,-26 6 0 0,43-3 848 0,-43 3 160 0,0 0 48 0,43 17 0 16,-43-17-1152-16,0 0-240 0,12 36-32 0,-12-36-16 15,-6 31-528-15,-1-17 0 0,-4 3-240 16,-1-3 80-16,-1 0 160 0,-2 0 0 0,0-2 0 0,0-2 0 15,0-3 176-15,1-1 16 0,0-2 0 0,2 0 0 16,2-1 128-16,1-3 16 0,1-3 16 0,2-1 0 16,1 1-352-16,1-2 0 0,1 0 0 0,1 1-8192 15,1-1-1600-15</inkml:trace>
  <inkml:trace contextRef="#ctx0" brushRef="#br1" timeOffset="-71832.42">22425 6870 11967 0,'3'-6'528'0,"-2"3"112"16,-1 0-512-16,1 1-128 16,-1 0 0-16,0 0 0 0,-1 2 1168 0,1-1 208 0,-2-1 32 0,-2 2 16 15,-1 0 624-15,-2 3 128 0,0 3 32 0,-3 0 0 0,0 5-224 0,-1 1-64 16,0 5 0-16,-1 1 0 0,0 5-720 0,1 2-160 15,-1-1-16-15,2 2-16 0,1 1-464 0,2 2-96 16,0-2 0-16,4 1-16 16,3-28 96-16,1 47 32 0,-1-47 0 0,15 43 0 0,-15-43-400 0,27 33-160 15,-27-33 128-15,32 24-128 16,-32-24-1728-16,33 14-416 0</inkml:trace>
  <inkml:trace contextRef="#ctx0" brushRef="#br1" timeOffset="-71600.56">22513 7012 11055 0,'-1'0'976'0,"1"0"-784"16,1 0-192-16,0 0 0 0,-1 0 256 15,0 0 0-15,0 0 0 0,0 0 0 0,24-4 128 0,-24 4 48 16,33-8 0-16,-12 2 0 0,1-1-432 0,2 0 0 15,2 1-144-15,1-2 144 0,-1 1 544 0,-1-1 224 16,-1 3 32-16,-3 0 16 16,0 0 672-16,-21 5 144 0,35-6 32 0,-35 6 0 0,28-3-1440 0,-28 3-224 31,0 0-160-31,27 0-9552 0</inkml:trace>
  <inkml:trace contextRef="#ctx0" brushRef="#br1" timeOffset="-71410.92">22862 6913 11055 0,'-2'0'480'0,"1"0"112"0,0 2-464 0,0-2-128 0,0 1 0 0,1-1 0 15,0 0 1824-15,0 0 352 0,-7 16 64 0,1-7 0 16,-2 4 64-16,-1 3 0 0,-4 1 0 0,0 4 0 16,0 0-512-16,0 0-80 0,-2 1-32 0,0-1 0 15,1 0-592-15,2-2-128 0,3-2-32 0,1-1 0 16,3-4-736-16,0 0-192 0,5-12 0 0,-5 15-10880 15,5-15-2224-15</inkml:trace>
  <inkml:trace contextRef="#ctx0" brushRef="#br1" timeOffset="-71237.56">22687 6975 14735 0,'0'0'1312'0,"0"0"-1056"16,0 0-256-16,0 0 0 0,0 0 1600 0,0 0 272 15,0 0 48-15,24 29 16 0,-24-29 672 0,27 28 128 16,-27-28 16-16,34 30 16 0,-34-30-1360 0,33 27-288 16,-33-27-48-16,33 22-16 0,-33-22-704 0,0 0-144 0,46 21-16 15,-46-21-16 1,0 0-1264-16,34 6-256 0</inkml:trace>
  <inkml:trace contextRef="#ctx0" brushRef="#br1" timeOffset="-70938.54">22621 7192 11055 0,'-12'4'976'0,"7"-2"-784"15,-1 1-192-15,2-2 0 0,2 1 1408 0,1-1 224 0,0 1 48 0,-1 0 16 0,0 3-592 0,0-3-112 16,1 3-32-16,1-5 0 0,0 0-192 0,0 0-32 15,0 0-16-15,0 0 0 0,0 0 1008 0,34 10 192 16,-34-10 32-16,0 0 16 0,31-4-608 0,-31 4-112 16,26-3-32-16,-26 3 0 0,33-5-448 0,-33 5-112 15,37-3-16-15,-37 3 0 0,44-4-320 0,-17 1-64 16,2-1 0-16,0 1-16 0,-4 1-240 0,2-3 0 16,2 2 0-16,2 1 0 15,-2 0-1536-15,-2-2-288 0</inkml:trace>
  <inkml:trace contextRef="#ctx0" brushRef="#br1" timeOffset="-70376.03">23142 7050 6447 0,'1'0'576'0,"-1"-2"-576"0,0 2 0 0,0 0 0 16,0 0 1584-16,1-1 208 0,0 0 32 0,-1-2 16 16,1 1 656-16,0-1 128 0,1 0 16 0,-1 2 16 0,1-3-416 0,0 3-96 15,-2 1-16-15,0 0 0 0,0 0-400 0,0 0-64 16,27-4-32-16,-27 4 0 0,22-2-736 0,-22 2-128 31,32-3-48-31,-32 3 0 0,37-3-416 0,-37 3-96 0,37-2-16 0,-37 2 0 0,34-2-192 0,-34 2-240 16,27 0 48-1,-27 0-11392-15,0 0-2272 0</inkml:trace>
  <inkml:trace contextRef="#ctx0" brushRef="#br1" timeOffset="-70223.46">23179 7137 21183 0,'0'0'944'0,"0"0"192"0,0 0-912 0,0 0-224 0,22-1 0 0,-17-1 0 16,-5 2 2080-16,0 0 368 0,29-3 80 0,-7 1 16 0,3-1-1168 0,3 1-224 16,0 0-64-16,-2-3 0 0,-1 2-1088 0,-1 0-128 15,-3 0-80-15,-2 0-14800 16</inkml:trace>
  <inkml:trace contextRef="#ctx0" brushRef="#br1" timeOffset="-69337.09">23749 6910 11055 0,'1'-3'976'0,"0"2"-784"0,0 1-192 0,0-2 0 0,0 2 512 0,-1 0 64 15,1 2 16-15,-1-2 0 0,0 0 1392 0,0 0 288 16,0 0 48-16,0 0 16 0,0 0-368 0,-2 30-80 16,-2-21-16-16,4-9 0 0,-9 20-544 0,3-11-112 15,1 1-32-15,-2-3 0 0,2 2-384 0,0 0-80 16,0-1-16-16,1-1 0 0,1 1-368 0,0-2-80 15,3-6 0-15,0 0-16 0,0 0-240 0,0 0 0 16,0 0 0-16,0 0 0 0,0 0 0 0,36 30 0 16,-36-30 0-16,0 0 0 0,38 5 0 0,-38-5 128 0,32 4-128 15,-32-4 0-15,32 9 0 0,-32-9 0 16,0 0 0-16,43 14 0 0,-43-14 0 0,0 0 128 0,0 0-128 0,36 28 0 16,-36-28 0-16,0 0 0 15,0 0 0-15,0 0 0 0,16 34 0 0,-16-34 0 0,0 0 0 0,-7 19 0 16,2-14 0-16,-1-1 0 0,-3-1 0 0,2 0 0 15,-2 1 128-15,1-3-128 0,0 0 0 0,-1-1 0 0,3 0 0 16,-2 0 0-16,2 0 0 0,-1 0 0 0,2-2 0 0,-2 2 0 16,1-2 0-16,-2 2 0 15,1 0-704-15,-1-2-96 0,-1 2-16 0,-1-1-14480 16</inkml:trace>
  <inkml:trace contextRef="#ctx0" brushRef="#br1" timeOffset="-66815.09">23729 6933 11055 0,'-1'0'976'0,"-1"-1"-784"0,1 1-192 0,1 0 0 15,0 0 1312-15,-1 0 224 0,0-2 32 0,0 0 16 16,-1 1 528-16,2-1 128 0,-1-3 0 0,2 3 16 15,-1-1-544-15,3-2-112 0,1 3-32 0,1 0 0 16,2-2-352-16,2 0-80 0,2 1-16 0,-11 3 0 16,34-6-336-16,-34 6-64 0,42-5-16 0,-18 2 0 15,-24 3-384-15,45-3-96 0,-21 2-16 0,-24 1 0 0,45-2-208 0,-45 2 0 16,35 2 0-16,-35-2 0 16,30 0-768-16,-30 0-160 0,0 0-32 0,34 5-14864 15</inkml:trace>
  <inkml:trace contextRef="#ctx0" brushRef="#br1" timeOffset="-66447.47">24310 6832 9439 0,'-4'0'192'0,"0"0"64"0,2 0 0 0,0 0 16 0,1 2-272 0,1-2 0 0,0 0 0 0,0 0 0 0,0 0 2064 0,0 0 368 16,0 0 64-16,0 0 0 0,0 0 224 0,0 0 32 15,0 0 16-15,0 0 0 0,30 12-208 0,-30-12-32 16,0 0-16-16,28 6 0 0,-28-6-1392 0,0 0-288 15,36 9-48-15,-36-9-16 0,0 0-448 0,35 19-80 16,-35-19-32-16,28 27 0 0,-28-27-80 0,26 39-128 16,-26-39 176-16,19 48-176 0,-19-48 176 0,10 50-176 15,-10-50 160-15,-3 56-160 16,-3-27 0-16,-4-1 0 0,-4 1 0 0,-5-1 0 0,-5-2 0 16,-6-1 0-16,-2-2-176 0,-3-4-18240 0</inkml:trace>
  <inkml:trace contextRef="#ctx0" brushRef="#br1" timeOffset="-65186.95">11978 8645 8287 0,'-2'1'736'0,"0"-1"-592"0,1 2-144 0,0-2 0 16,1 0 1344-16,-1 0 256 0,0 0 32 0,-2 0 16 15,1 1 704-15,-1 1 144 0,0-2 16 0,1 2 16 16,0-2-272-16,1 0-48 0,0 0-16 0,2 0 0 15,1-2-800-15,2 2-176 0,1-3-16 0,0 1-16 16,3 2-608-16,0-2-112 0,-8 2-16 0,23-3-16 16,-23 3-144-16,28-2-32 0,-28 2 0 0,37-2 0 15,-37 2-64-15,33 0-32 0,-33 0 0 0,35-1 0 16,-35 1-160-16,32 0 0 0,-32 0 0 0,25-2 0 0,-15 1 0 0,1 0 0 16,-2-1 0-16,-2 2 0 15,-1 0-880-15,-2 0-96 0</inkml:trace>
  <inkml:trace contextRef="#ctx0" brushRef="#br1" timeOffset="-64950.5">12029 8784 8287 0,'-3'-2'736'0,"1"1"-592"0,2 1-144 0,0-2 0 15,0 2 2304-15,0 0 416 0,1 0 96 0,0-2 0 0,1 1 736 16,1-1 144-1,1 1 16-15,1 0 16 0,-5 1-1808 0,0 0-384 0,0 0-64 0,0 0 0 0,0 0-768 0,33-2-128 16,-33 2-48-16,0 0 0 0,0 0-272 0,37 4-48 16,-37-4-16-16,0 0 0 0,42 2-192 0,-42-2 128 15,32 0-128-15,-32 0 0 16,32-2 0-16,-32 2 0 0,32-1 0 0,-32 1-11760 16,32-3-2400-16</inkml:trace>
  <inkml:trace contextRef="#ctx0" brushRef="#br1" timeOffset="-63806.3">12792 8601 11967 0,'1'-2'1072'0,"-1"1"-864"15,0-1-208-15,0 2 0 0,0 0 1488 0,0-1 256 16,0 0 48-16,-1-1 16 0,1-1 560 0,-2 1 96 15,0 2 32-15,-1 0 0 0,1 2-1072 0,-3 1-208 16,1 1-32-16,-1 4-16 0,-2 1-464 0,0 1-112 16,-1 6-16-16,-1 3 0 0,1 2-176 0,-2 3-32 0,1 3-16 0,1 3 0 15,-1 0-48-15,2 0-16 16,1 0 0-16,1-2 0 0,1-4 0 0,3-2 0 0,1-22 0 0,6 35 0 16,-6-35-80-16,0 0-16 0,0 0 0 0,36 35 0 15,-36-35-192-15,0 0 0 0,45-6 128 0,-26-4-128 16,3-2 0-16,2-4 128 0,1-3-128 0,-1 0 0 15,-1-3 0-15,-4 1 0 0,-1-2 0 16,-5 1 0-16,-4-2-528 0,-2 3 0 0,-4 0 0 0,-2 1 0 0,-3 2 336 0,-3-1 64 16,-4 2 128-16,-3 3-208 0,-1 0 208 0,-6 0 0 15,-2 2 0-15,-3 2 0 16,2-2 0-16,2 6 0 0,2 2-128 0,3 2 128 0,2 4 0 0,4 1 0 16,4 0 192-16,1 3-192 0,3 2 0 0,3-2 0 15,-2-6 0-15,0 0-15792 16</inkml:trace>
  <inkml:trace contextRef="#ctx0" brushRef="#br1" timeOffset="-63557.94">13066 8871 15663 0,'0'-2'1392'0,"0"2"-1120"0,0 2-272 0,0-1 0 16,0 1 2064-16,-1 0 368 0,1 3 64 0,-1 3 0 15,1 3 256-15,0 3 64 16,0 0 0-16,0-14 0 0,2 31-1952 0,-2-31-384 0,0 0-80 0,11 38-16 16,-11-38-384-16,0 0 0 0,0 0 0 0,0 0-16080 15</inkml:trace>
  <inkml:trace contextRef="#ctx0" brushRef="#br1" timeOffset="-62532.16">13607 8584 11055 0,'-1'-7'976'0,"1"0"-784"0,0 5-192 0,0-2 0 16,0 3 1120-16,-1-1 176 0,0 1 48 0,1-1 0 15,-1 0 960-15,-1 0 192 0,-1-1 32 0,-2 3 16 16,0 1-1008-16,0 3-208 0,-2 1-48 0,0 3 0 0,0 3-288 0,-1 1-64 16,-1 2-16-16,-1 5 0 0,-1 5-320 0,-3 4-64 15,0 3-16-15,-1 4 0 16,0 1-240-16,-1-1-48 0,1 2-16 0,2-2 0 0,1-2-16 16,4 0 0-16,2-4 0 0,4-1 0 0,2-4 112 15,0-24 16-15,9 37 0 0,-9-37 0 16,0 0-320-16,0 0 0 0,42 22 0 0,-29-27 0 0,0 0 0 0,1-4 0 15,0-3 0-15,3-4-144 0,-1-1 144 0,1-2-160 16,-2-2 160-16,-1 1-160 0,-3-1-80 0,-4 2-16 16,-3 3 0-16,-4 0 0 0,-3 3 256 0,-4 1-192 15,-3 3 192-15,-2 1-192 0,-1 4 48 0,-2 2 16 16,-2 2 0-16,0 2 0 16,2 0-512-16,2 4-112 0,2 0-16 0,1 1 0 0,1 1 192 0,4 1 16 0,2-2 16 0,1 0-8720 31,4-2-1744-31</inkml:trace>
  <inkml:trace contextRef="#ctx0" brushRef="#br1" timeOffset="-62315.84">13966 8577 8287 0,'4'-7'736'0,"-3"5"-592"16,1 0-144-16,-1 0 0 0,0 2 1984 0,-2 2 352 15,0 0 80-15,-1 2 16 0,0 5 320 0,-3 4 64 16,-1 3 0-16,-3 7 16 0,0 3-1344 0,0 2-272 0,-1 5-48 0,0 0-16 16,0 4 0-16,1-3-16 0,0-5 0 15,2-1 0-15,2-5-464 0,2-1-96 0,0-3 0 0,3-19-16 16,0 28-560-16,0-28 0 0,0 0 0 0,0 0-11024 16,0 0-2288-16</inkml:trace>
  <inkml:trace contextRef="#ctx0" brushRef="#br1" timeOffset="-61914.95">14197 8559 6447 0,'3'-2'576'0,"-1"1"-576"15,0 1 0-15,-1 0 0 0,-1 1 2112 0,1 0 320 0,1 1 64 0,1 1 16 16,0 2 304-16,-3-5 64 0,0 0 16 0,0 0 0 16,0 40-928-16,-3-28-192 0,-2 0-48 0,0 0 0 15,-1 0-240-15,-1 0-48 0,1 0-16 0,0-1 0 16,0-2-624-16,2-1-128 0,1-1-32 0,2-2 0 0,0-2-400 0,1-2-96 16,2 1-16-16,1 1 0 0,1-2-128 0,-4-1 0 31,0 0 0-31,0 0 0 0,0 0 0 0,36 16 0 0,-36-16 0 0,0 0 0 0,0 0 0 0,43 35 0 31,-43-35 0-31,0 0 0 0,33 36 0 0,-33-36 0 16,0 0 0-16,27 40 0 0,-27-40 0 0,0 0 0 0,17 35 0 0,-17-35 0 0,0 0 0 0,6 32 0 15,-6-32 0-15,-3 16 0 0,-1-8 0 0,-1 0 0 16,-1-2 0-16,-3 1 0 0,0 0 0 0,0 0 0 16,0-2 0-16,-3-1 0 0,-2 1 0 0,-2 0 0 15,-2-1 0-15,1-3 0 0,-3 1-128 16,2-2-64-16,1-3-16 0,3-1 0 15,1-1-1344-15,2-4-272 0</inkml:trace>
  <inkml:trace contextRef="#ctx0" brushRef="#br1" timeOffset="-61741.94">14161 8615 20271 0,'2'-4'896'0,"0"3"192"0,1-1-880 0,0 2-208 0,-1-1 0 0,0 1 0 15,1-1 2160-15,2 1 384 0,4-3 80 0,4-1 0 16,3 1-928-16,3-1-192 0,1 1-32 0,-1-2-16 15,4 1-1088-15,-3 1-224 16,1-2-144-16,0 2 192 0,-2 0-736 0,1 0-144 0,-20 3-16 0,34-2-14304 16</inkml:trace>
  <inkml:trace contextRef="#ctx0" brushRef="#br1" timeOffset="-59455.39">14735 8630 16575 0,'0'2'1472'0,"0"-1"-1168"0,1 0-304 16,-1-1 0-16,1 0 1792 0,0 0 288 15,0 0 64-15,2 2 16 0,-3-2-128 0,0 0-32 0,0 0 0 0,29-4 0 16,-19-1-912-16,0 0-176 0,1-2-32 0,-1-2-16 0,2-1-512 0,-2-2-96 15,0 0-32-15,-1 1 0 16,0-1-224-16,-3 0 0 0,1 0 0 0,-3 0 0 16,-1 1 0-16,-1 1 0 15,-2 0 0-15,-2 1 0 0,0 2 0 0,-2 0 0 16,-2 0 0-16,-1 2 0 0,-1 2 0 0,0 1 0 16,-1 2 0-16,-2 2 0 0,3 1 0 0,-2 2 0 15,1 4 0-15,-2 0 0 0,0 1 0 0,1 2 0 0,0 1 0 0,0 0 0 16,1 6 144-16,1 0-144 0,2 0 128 0,-1-2-128 15,2 1 128-15,2-1-128 0,-1 1 128 0,2-1-128 16,2-17 144-16,2 30-144 0,-2-30 160 0,0 0-160 16,0 0 0-16,20 42 0 0,-20-42 0 0,0 0 0 15,0 0 0-15,35 4-192 0,-25-7 48 0,0-3 0 16,-1 1-144-16,1-1-32 0,-2 0 0 0,-1 2 0 16,0-3 64-16,-2 2 16 0,2-2 0 0,-2 2 0 15,-3 1 240-15,1 1 0 0,-2 0-160 0,0 1 160 16,-2 2 0-16,0 2 0 0,0 1 0 0,-1 2 0 15,0-1 0-15,-2 4 0 0,-1 3 0 0,1-1 128 16,-1 4 272-16,-1 3 48 0,0-1 16 0,-1 3 0 16,2 0-48-16,-2 3-16 0,1-1 0 0,-1 0 0 0,1-2-256 15,-2 0-144-15,1 1 160 0,1-2-160 0,1-1 0 0,-1-3 128 16,3 0-128-16,-1 0 0 16,1-1-320-16,3-13-128 0,-2 23 0 0,2-23-10304 15,0 0-2048-15</inkml:trace>
  <inkml:trace contextRef="#ctx0" brushRef="#br1" timeOffset="-59029.79">15407 8398 11055 0,'-3'0'480'0,"1"0"112"15,1 2-464-15,-2-2-128 0,1 2 0 0,0-2 0 16,-1 2 1088-16,-2 3 192 0,-3 2 32 0,-4 3 16 16,-2 4 80-16,0 0 0 0,-2 3 16 0,1 2 0 0,1 2 272 0,0 0 48 15,1 3 16-15,0-2 0 0,1 2-352 0,1 1-64 16,1 1 0-16,0 0-16 0,1 0-208 0,1 1-32 16,1 1-16-16,3-2 0 0,2 0-496 0,0-2-112 15,2-24-16-15,3 38 0 0,-3-38-448 0,0 0 128 16,13 38-128-16,-13-38 0 0,0 0 0 0,0 0 0 15,0 0 0-15,42 18 0 0,-42-18-320 0,22-9 64 16,-8 2 0-16,-1-5 0 16,1 2-112-16,-2-1-16 0,0-1 0 0,-1 1 0 15,-1-1 128-15,-2 0 0 0,-1 0 16 0,-2 0 0 16,-2 0 240-16,-1 0 0 0,-2 2 0 0,-2 1 0 16,-1 2 0-16,-5 2 0 0,-2 0 0 0,-3 5 0 0,-3 1 128 15,-3 3-128-15,-1 1 144 0,-1 2-144 0,0 0 128 0,0 5-128 16,2-2 0-16,0-1 0 15,3 1-448-15,2 0-176 0,1 1-32 0,2-4-14128 16</inkml:trace>
  <inkml:trace contextRef="#ctx0" brushRef="#br1" timeOffset="-55827.05">11454 10197 11967 0,'0'0'1072'0,"0"0"-864"0,0 0-208 0,0 0 0 16,0 0 1216-16,0 2 192 0,1-2 32 0,0 3 16 16,1 1 304-16,-2-4 64 0,0 0 16 0,0 0 0 15,21 43-320-15,-21-43-64 0,0 0-16 0,22 43 0 16,-22-43-752-16,0 0-160 0,26 35-16 0,-26-35-16 16,0 0-1120-16,0 0-208 0</inkml:trace>
  <inkml:trace contextRef="#ctx0" brushRef="#br1" timeOffset="-55638.25">11868 10170 23951 0,'4'3'1056'0,"-2"-1"224"16,0 1-1024-16,0 1-256 0,-1-1 0 0,0 2 0 0,1 1 1632 0,-2-6 272 15,0 0 48-15,13 48 16 0,-13-48-784 0,12 43-160 16,-12-43-16-16,11 34-16 0,-11-34-992 0,0 0 0 15,0 0 0-15,20 32-15328 0</inkml:trace>
  <inkml:trace contextRef="#ctx0" brushRef="#br1" timeOffset="-55450.11">11588 9838 20271 0,'0'-6'1792'15,"0"3"-1424"-15,1 1-368 0,0 2 0 16,0 0 2192-16,1 0 368 0,0 2 80 0,0-2 16 16,-2 0-784-16,0 0-144 0,0 0-48 0,0 0 0 15,37 33-1920-15,-37-33-384 0,0 0-80 0,33 29 0 0</inkml:trace>
  <inkml:trace contextRef="#ctx0" brushRef="#br1" timeOffset="-55087.7">12367 10013 12895 0,'-5'-11'576'16,"3"4"112"-16,-1 0-560 0,1 5-128 0,2-1 0 0,0 3 0 15,0-2 1664-15,-1-1 320 0,0 0 48 0,0 0 16 16,1 1 448-16,-1 4 80 0,1 2 32 0,0-4 0 0,1 22-816 0,-1-22-176 15,4 40-16-15,-2-13-16 0,1 2-800 0,-2 5-144 32,2 0-48-32,-1 1 0 0,-1 0-400 0,0 1-192 0,-1 2 160 0,0-5-160 15,1-2 0-15,0-7 0 0,0-6 0 0,-1-18 0 16,4 38-960-16,-4-38-256 0</inkml:trace>
  <inkml:trace contextRef="#ctx0" brushRef="#br1" timeOffset="-54772.62">12306 9945 10127 0,'-7'-13'448'0,"3"5"96"0,1 1-544 0,1 2 0 0,2 3 0 0,0 0 0 0,0-1 1824 0,1-2 256 0,2-2 48 0,1-4 16 31,2 1 512-31,4-2 96 0,2 0 32 0,3 2 0 0,3-1-1120 0,1 1-240 16,4 1-32-16,2-1-16 15,1 4-928-15,-26 6-192 0,53-1-48 0,-53 1 0 0,49 13-208 0,-49-13 0 16,40 28 0-16,-40-28 0 0,26 40-160 0,-26-40-32 16,13 45 0-16,-12-24 0 15,-2 1-256-15,-4-4-64 0,-3-1-16 0,-2 0 0 16,-1-3 400-16,-4 0 128 0,-2 0 0 0,-2 0 0 0,-1-4 0 0,0 0 0 16,0-4 192-16,0-3-48 0,3 0-144 0,0-5 0 15,0-3 0-15,3 0 128 16,4-3-1056-16,3 1-224 0,2 0-32 0,5-2-11568 15</inkml:trace>
  <inkml:trace contextRef="#ctx0" brushRef="#br1" timeOffset="-54559.93">12922 9874 15663 0,'4'-2'1392'0,"-1"-2"-1120"0,-1 1-272 0,-2 3 0 16,0-3 1392-16,0 1 208 0,1 0 64 0,0-6 0 0,-1 1-448 0,-3 0-96 15,-3 3-16-15,-2 2 0 0,-2 4 64 16,-2 2 16-16,0 6 0 0,-3 2 0 0,0 4-192 0,0 3-32 16,0 3-16-16,2 3 0 15,3 1-416-15,1 1-80 0,2 4 0 0,2-3-16 0,2 1-240 0,2 1-32 16,4 1-16-16,2 0 0 0,-5-31 0 0,20 50 0 16,-20-50 0-16,27 33 0 0,-27-33-144 0,41 26 0 15,-41-26-192-15,43 14-10416 16,-43-14-2064-16</inkml:trace>
  <inkml:trace contextRef="#ctx0" brushRef="#br1" timeOffset="-54123.19">13222 9886 7359 0,'-6'7'656'0,"1"-2"-528"15,1-1-128-15,2-1 0 0,1 0 2080 0,1-3 384 0,0 3 80 0,-1 0 16 16,1 3-384-16,0-6-80 0,0 0-16 0,0 0 0 16,0 0-992-16,0 0-192 0,44 14-32 0,-29-22-16 0,2 1-16 15,-1-2 0-15,2 1 0 0,0-1 0 0,-2 2-384 0,-1 2-64 16,0 0-32-16,-15 5 0 0,0 0-352 0,31-6 128 16,-31 6-128-16,0 0 0 15,0 0 0-15,0 0-320 0,29-2 64 0,-26 4 16 16,-1-2-336-16,-1 0-80 0,-1 0-16 0,0 0 0 31,0 0-224-31,-1 0-64 0,1-2 0 0,-1 1 0 16,1-1 0-16,-1-1 0 0,0 1 0 0,1 2 0 0,-1-5 448 0,0 1 96 0,0 1 16 0,0 1 0 15,1-1 400-15,-1 1 256 0,0 0-48 0,-1 2 0 0,0 2 736 0,-1-1 144 0,0 4 16 0,1-1 16 16,-2 5 160-16,-2-1 16 0,2 5 16 0,-2 0 0 16,1 5-224-16,-2 1-64 0,0 2 0 0,-2 1 0 15,2 0-592-15,-2 1-128 0,0 0-32 0,1 1 0 16,0-2-272-16,-1-1 0 0,2-2 0 0,-1-2 0 15,3-1 0-15,0-2-192 0,1-2 0 0,2-3-14784 16</inkml:trace>
  <inkml:trace contextRef="#ctx0" brushRef="#br1" timeOffset="-53942.98">13266 9955 9215 0,'-6'-7'816'0,"3"4"-656"15,2 1-160-15,0 2 0 0,0 0 1648 0,1 2 288 16,1-1 64-16,0 3 16 0,-1-4 656 0,0 0 128 16,11 29 16-16,-11-29 16 0,15 34-1152 0,-15-34-224 15,23 38-48-15,-23-38-16 0,27 37-320 0,-27-37-64 16,31 33-16-16,-31-33 0 0,31 31-416 0,-31-31-64 16,0 0-32-16,39 38 0 15,-39-38-816-15,0 0-176 0,28 31-16 0,-28-31-15360 0</inkml:trace>
  <inkml:trace contextRef="#ctx0" brushRef="#br1" timeOffset="-53721.22">13166 10247 15663 0,'-3'7'688'0,"2"-5"144"15,1 0-656-15,0 0-176 0,1-1 0 0,1-1 0 16,1 0 1776-16,-3 0 320 0,0 0 64 0,36 2 16 0,-36-2-48 0,40-2 0 15,-40 2 0-15,52-4 0 0,-52 4-736 0,52-3-160 16,-52 3-16-16,55-3-16 0,-55 3-688 0,51 0-128 16,-51 0-16-16,45 1-16 0,-45-1-352 0,39 4-256 15,-39-4 32-15,37 0-15904 16</inkml:trace>
  <inkml:trace contextRef="#ctx0" brushRef="#br1" timeOffset="-53374.73">13802 9884 16575 0,'-7'1'736'0,"4"-1"160"0,-1 1-720 0,2-1-176 0,1 2 0 0,1-2 0 15,0 0 1680-15,-1 0 304 0,1 3 64 0,0-1 16 16,1 1-336-16,-1-3-64 0,0 0 0 0,0 0-16 16,0 0-288-16,0 0-48 0,43 4-16 0,-43-4 0 15,0 0-464-15,40 5-112 0,-40-5-16 0,0 0 0 16,44 21-336-16,-44-21-80 0,0 0-16 0,37 29 0 0,-37-29-144 0,0 0-128 16,26 35 144-16,-26-35-144 0,0 0 0 15,15 31 128-15,-15-31-128 0,0 0 0 0,0 0 0 0,4 31 176 16,-7-24-176-16,-1-2 160 15,-1 0 112-15,-2 0 32 0,-2-1 0 0,-1 1 0 0,-2 0-128 0,-3-1-32 16,0 2 0-16,-1-1 0 16,0 1-528-16,-2 0-128 0,1 2 0 0,1 1-16912 0</inkml:trace>
  <inkml:trace contextRef="#ctx0" brushRef="#br1" timeOffset="-52598.69">14382 9874 15663 0,'1'-2'1392'15,"-1"0"-1120"-15,0 2-272 0,0-2 0 16,0 2 1536-16,0-1 256 0,1 1 64 0,-1-2 0 0,0-1 192 0,0 1 64 16,0 2 0-16,-1 0 0 15,0 2-400-15,-1 3-80 0,-2 0-16 0,0 2 0 0,-1 3-592 0,-1 3-112 16,0 4-16-16,-1 0-16 0,0-1-320 0,0 2-64 31,2 0-16-31,-1-4 0 0,3-2-288 0,3-12-48 16,-3 24-16-16,3-24 0 0,0 0-128 0,0 0 0 0,11 30 144 0,-11-30-144 15,0 0 0-15,0 0 0 0,0 0 0 0,46 17 128 16,-46-17-128-16,0 0 0 0,42 12 0 0,-42-12 0 16,0 0 0-16,35 14 0 0,-35-14 0 0,0 0 128 15,0 0-128-15,33 26 0 0,-33-26 0 0,0 0 0 16,0 0 0-16,13 31 0 0,-13-31 0 0,-1 14 0 15,-1-6 0-15,-3-2 0 0,0 0 0 0,-1 0 0 16,-2 0 0-16,0 0 0 0,-1-3 0 0,-1 2 0 16,-2-1 0-16,-1-2 0 0,1 1 0 0,-2-3 0 15,1 2 0-15,-2-2-208 0,-1-2 80 0,0-3-12096 16,2 1-2400-16</inkml:trace>
  <inkml:trace contextRef="#ctx0" brushRef="#br1" timeOffset="-52439.72">14354 9881 16575 0,'3'-2'736'0,"1"-1"160"0,2 1-720 0,-6 2-176 15,0 0 0-15,0 0 0 0,0 0 1664 0,24-7 288 16,-24 7 64-16,29-7 16 0,-29 7-448 0,40-10-96 16,-40 10-16-16,37-8 0 0,-37 8-960 0,32-7-208 15,-32 7-48-15,28-6-9056 16,-28 6-1824-16</inkml:trace>
  <inkml:trace contextRef="#ctx0" brushRef="#br1" timeOffset="-52187.96">14746 9718 13823 0,'0'0'608'0,"0"0"128"16,0 0-592-16,0 0-144 0,0 0 0 0,0 0 0 15,0 0 2144-15,0 0 400 0,37 26 80 0,-37-26 0 0,0 0-16 0,35 42-16 16,-35-42 0-16,25 36 0 0,-25-36-1088 0,22 36-224 15,-22-36-32-15,16 36-16 0,-16-36-672 0,13 35-144 16,-13-35-32-16,10 41 0 0,-10-41-224 0,4 40-160 16,-4-40 192-16,-3 40-192 0,-1-21 0 0,-2 2 0 15,-1-4 0-15,-2 2 0 0,-1-1 0 0,-1-1 0 16,-2 0 0-16,0-1 0 0,-1-2-272 16,-1-2-64-16,-1 0-16 0,-2-2-16496 0</inkml:trace>
  <inkml:trace contextRef="#ctx0" brushRef="#br1" timeOffset="-51804.18">15159 9957 5519 0,'-5'0'496'0,"2"1"-496"0,1 1 0 0,1-2 0 15,0 0 1904-15,1 0 272 0,0 0 64 0,0 0 16 16,0 0 480-16,0 0 80 0,18-8 32 0,-18 8 0 16,21-12-1136-16,-21 12-240 0,28-11-32 0,-13 4-16 15,0 0-224-15,0 2-48 0,0-3-16 0,-15 8 0 16,28-9-512-16,-28 9-112 0,0 0 0 0,30-7-16 16,-30 7-496-16,0 0 0 0,0 0 0 0,0 0-15520 15</inkml:trace>
  <inkml:trace contextRef="#ctx0" brushRef="#br1" timeOffset="-51662.39">15220 10042 25791 0,'0'0'1152'0,"0"0"224"0,0 0-1104 0,28-4-272 15,-28 4 0-15,0 0 0 0,0 0 928 0,24-11 128 16,-9 3 32-16,4-1 0 15,2 0-1984-15,-2-1-384 0,-2 2-64 0</inkml:trace>
  <inkml:trace contextRef="#ctx0" brushRef="#br1" timeOffset="-50970.05">15895 9766 10127 0,'1'-6'896'0,"0"2"-704"16,0 1-192-16,0-2 0 0,0 3 768 0,0 0 128 16,-1 0 32-16,0-1 0 0,1-2 1456 0,0 1 304 15,0-3 48-15,-1 2 16 0,-1 2-128 0,0 3 0 16,-1 4-16-16,0 2 0 0,-1 3-1152 0,0 5-240 15,0 6-32-15,0 4-16 0,0 6-640 0,-2 3-128 0,2 3-16 0,0 2-16 16,0-3-176-16,-1 1-48 0,1-5 0 0,1 0 0 16,-1-3-144-16,0-4 0 0,1-3 0 0,0 0 0 15,2-21 0-15,-1 38 0 0,1-38 0 0,0 0-11488 16,3 36-2304 0</inkml:trace>
  <inkml:trace contextRef="#ctx0" brushRef="#br1" timeOffset="-50722.22">15966 10078 3679 0,'-2'2'320'0,"1"-2"-320"16,0 1 0-16,1-1 0 0,1 0 3904 0,0-1 704 15,2 1 128-15,1 0 48 0,2-2-1008 0,6-2-208 16,2-1-48-16,5 0 0 0,1-2-1856 0,2 0-384 15,1 0-80-15,1 2-16 0,0 0-576 0,0 0-112 16,-24 5-32-16,48-4 0 0,-48 4-336 0,41 0-128 0,-41 0 0 0,0 0 144 16,44 7-272-16,-44-7-64 15,0 0-16-15,0 0-17232 16</inkml:trace>
  <inkml:trace contextRef="#ctx0" brushRef="#br1" timeOffset="-49361.37">16596 9844 8511 0,'0'-2'192'0,"0"1"32"0,0-2 16 0,0 3 0 0,0-2-240 0,0 2 0 15,0-1 0-15,1 0 0 16,0-3 2512-16,-1 1 464 0,1-2 96 0,-2 0 0 0,0 1-208 0,0 1-48 16,-1 1-16-16,-1 0 0 15,1 0-944-15,-1 2-176 0,-1 4-32 0,0-2-16 16,-1 1-864-16,0 4-160 0,1 0-32 0,-1 4-16 15,0 1-304-15,0 3-64 0,0 4-16 0,0 0 0 16,2 2-32-16,-1 0 0 0,1 1 0 0,1-1 0 16,2-21-144-16,0 36 128 0,0-36-128 0,0 0 128 0,10 40-128 0,-10-40 0 15,0 0 144-15,0 0-144 0,0 0 0 0,46 16 144 16,-32-20-144-16,1-4 0 0,1-1 224 0,0-3-64 16,3-2-16-16,-2 0 0 0,-2-1-144 0,-2 1 128 15,-1-2-128-15,-3 2 128 0,-3-3-128 0,-2 1 0 16,-2 1 0-16,-4 1 0 0,-2 0 0 0,-4 0 0 15,-2 0 0-15,-3 4 0 0,0 0 0 0,-2 1 0 16,-2 2-144-16,1-1 144 0,2 5-288 0,1 2 0 0,2 1 0 0,3 1 0 31,2 2-528-31,4 0-96 0,2 0-32 0,0-3-15376 0</inkml:trace>
  <inkml:trace contextRef="#ctx0" brushRef="#br1" timeOffset="-49183.48">16893 10027 18431 0,'2'1'1632'15,"-1"-1"-1312"-15,0 0-320 0,0 0 0 16,-1 0 1664-16,1 0 272 0,2 0 48 0,-3 0 16 16,0 0-704-16,0 0-144 0,0 0-16 0,0 0-16 15,35 6-1712-15,-35-6-352 0,0 0-64 0,24-6-16 0</inkml:trace>
  <inkml:trace contextRef="#ctx0" brushRef="#br1" timeOffset="-48807.91">17299 9655 18431 0,'5'-1'816'0,"-3"-1"160"0,1 2-784 0,0 0-192 0,-2 0 0 0,0 0 0 15,-1 2 1984-15,0-1 336 0,2 2 80 0,-2 0 16 16,0 4-432-16,-2 0-96 16,-2 5-16-16,-1 2 0 0,-2 1-800 0,-1 5-176 0,-2 4-16 0,1 3-16 15,-2 4-352-15,0 1-64 0,0 3 0 0,-1-1-16 16,2 2-304-16,-1-3-128 0,3-2 0 0,3-3 128 16,3-4-128-16,2-24 0 0,2 40 0 0,-2-40 0 15,0 0 0-15,18 33 0 0,-18-33 0 0,0 0 0 16,0 0-128-16,38 3 128 0,-26-10-160 0,0-1 160 0,0-1-288 0,0-2 32 15,-1 1 16-15,0-2 0 0,-3 0 112 0,-2 0 128 16,0 1-208-16,-2-1 80 16,-2 2 128-16,-2 1 0 0,-3-1 0 0,-2 0 0 0,-2 4 0 0,-3-2-128 15,-1 4 128-15,-2-1 0 0,1 2-368 0,0 3 16 16,1-2 0-16,2 2 0 16,0 0-608-16,4 2-128 0,0-2-32 0,3 1-13584 0</inkml:trace>
  <inkml:trace contextRef="#ctx0" brushRef="#br1" timeOffset="-48312.85">17636 9666 3679 0,'0'-5'320'0,"0"0"-320"0,0 3 0 0,-1 0 0 16,1 1 1136-16,0 1 144 0,0 0 48 0,0-2 0 15,2 0 1104-15,-2-1 208 0,0 2 48 0,0 0 16 16,-1-1-624-16,1 0-128 0,0 2-32 0,-1 0 0 16,0 0-512-16,1 0-96 0,-1 2-32 0,0-2 0 15,0 2-384-15,0 0-64 0,0 0-32 0,0-1 0 16,0 3-160-16,0-3-16 0,0 2-16 0,1-2 0 15,0 2-160-15,0-1-16 0,0 3-16 0,0-1 0 16,0 4-48-16,-1 1-16 0,1-9 0 0,-1 23 0 0,1-23-16 0,-2 41 0 16,1-15 0-16,-2 3 0 0,1 4-144 0,-1 2-48 15,0 1 0-15,-2-3 0 0,2-2-144 0,0-3 0 16,0-2 0-16,-1-2 0 0,2-4 0 0,2-20 0 16,-1 31 0-16,1-31-11648 15,0 0-2304-15</inkml:trace>
  <inkml:trace contextRef="#ctx0" brushRef="#br1" timeOffset="-47825.36">17943 9708 23039 0,'1'-7'1024'0,"0"0"192"0,0 2-960 0,0 3-256 16,0 0 0-16,-2 2 0 0,1 2 1664 0,0-2 304 15,1 2 48-15,-2 1 16 0,-1 4-48 0,1 2 0 16,-3 5 0-16,0 3 0 0,1 1-1024 0,0 2-224 16,-1-1-32-16,0 0-16 0,4-19-480 0,-3 38-80 15,3-38-128-15,2 31 176 0,-2-31-176 0,0 0 0 16,0 0 0-16,20 33 0 0,-20-33 0 0,0 0 0 0,0 0 0 0,39 15 0 16,-39-15 0-16,0 0 0 0,36 11 0 0,-36-11 0 15,0 0 0-15,37 17 0 16,-37-17-144-16,0 0 144 0,0 0 0 0,34 24 0 0,-34-24 0 0,0 0 0 15,0 0 0-15,0 0 0 0,7 30 0 0,-12-22 0 16,-2-1 0-16,-2 2 0 0,-1-2 0 0,-1 0 0 16,-2 3-128-16,-1-4 128 15,-2 3 0-15,0-1 0 0,-1-3-176 0,0 2 176 0,2-2-160 0,-1-4 160 16,1 0-400-16,0-2 16 0,2 0 0 0,1-6-11136 16,2 0-2208-16</inkml:trace>
  <inkml:trace contextRef="#ctx0" brushRef="#br1" timeOffset="-47651.3">17953 9722 10127 0,'-1'0'896'0,"1"0"-704"15,1 0-192-15,0 0 0 0,0 0 2480 0,0 0 464 16,1 0 80-16,1 0 32 0,-3 0 320 0,0 0 64 16,28 0 16-16,-28 0 0 15,29-2-1728-15,-29 2-352 0,33-5-64 0,-33 5-16 0,36-7-896 0,-36 7-176 16,37-6-32-16,-18 3-16 31,-19 3-768-31,35-7-160 0,-35 7-16 0,31-5-15744 0</inkml:trace>
  <inkml:trace contextRef="#ctx0" brushRef="#br1" timeOffset="-47210.68">18362 9701 6447 0,'4'-2'576'0,"-1"0"-576"0,0 1 0 15,0-1 0-15,-1 2 2416 0,0 0 368 16,-1-2 80-16,4-1 16 0,2-2 496 0,3-1 96 0,2-2 32 0,0-1 0 16,-1-1-1536-16,0 1-304 0,-2-1-64 0,1 1-16 0,-2-3-1008 0,-2 1-208 15,1-1-48-15,-2 0 0 0,-4-2-320 0,0 1 0 16,-1 0 0-16,-2 0 0 0,-2 4 0 0,-2-1 0 16,-1 4 0-16,-1 3 0 0,-2 1 0 0,-1 4-160 15,-2 1 160-15,-2 1-160 0,1 4-16 0,-3 1 0 16,1 2 0-16,1 1 0 0,2 0-16 0,1 2-16 15,1-2 0-15,0 2 0 0,2-2 208 0,0 2 0 16,3-2 0-16,-1 0 0 0,4 2 128 0,3-14-128 16,0 0 0-16,1 27 0 0,-1-27 128 0,0 0-128 15,0 0 192-15,0 0-192 0,42 16 272 0,-42-16-48 16,27 0-16-16,-27 0 0 0,29 0-80 0,-29 0-128 0,0 0 176 16,41 5-176-16,-41-5 0 0,0 0 0 0,0 0 0 0,40 21 0 31,-40-21 0-31,0 0 0 0,0 0 0 0,18 38 0 0,-18-38 0 0,0 0 0 0,-2 39 0 0,-1-23 0 15,-1 0 0-15,-2 1 0 0,2 2 128 0,-3 0-128 16,0 0 0-16,0 2 160 0,0-2-160 0,1 0 128 16,1-2-128-16,1-2 128 0,4-15-128 0,-4 27 128 15,4-27-288-15,0 0-64 0,0 0-16 0,0 0-15824 32</inkml:trace>
  <inkml:trace contextRef="#ctx0" brushRef="#br1" timeOffset="-46816.15">18973 9474 8575 0,'3'-11'192'0,"-2"5"32"0,0 1 16 0,0 1 0 0,-1 2-240 0,0 1 0 16,-1 1 0-16,-1 0 0 0,-1-2 2432 0,-2 1 448 31,-1 4 96-31,-2 2 16 0,-1-1-688 0,0 6-128 16,0 4-16-16,-2 3-16 0,1 2-480 0,0 3-112 0,0 3-16 0,0 1 0 0,1 1-560 0,0-1-112 0,1 2-32 0,1 0 0 31,1 1-96-31,1 2-32 0,0-1 0 0,2 4 0 0,2-4-288 0,1-1-64 0,0-29-16 0,5 55 0 16,-5-55-336-16,11 41 128 0,-11-41-128 0,0 0 0 15,24 41-192-15,-24-41-128 0,0 0 0 0,0 0-16 47,40 6-640-47,-29-12-128 0,0-3-32 0,1-2 0 0,-1-1 528 16,-1-3 96-16,-1-2 32 0,0-1 0 0,-3-2 304 0,-1 0 176 0,0 2-192 0,-3 2 192 15,-2-3 128-15,-1 5 144 0,-2-1 32 0,-5 4 0 16,2 4 64-16,-3 0 16 0,-2 6 0 0,0-1 0 16,0 4 0-16,-2 1 16 0,-2 4 0 0,-2 5-10880 15,-2-2-2176-15</inkml:trace>
  <inkml:trace contextRef="#ctx0" brushRef="#br1" timeOffset="-46224.72">15104 10947 9215 0,'-1'1'816'0,"0"-1"-656"0,0 0-160 0,1 0 0 16,-1 0 1952-16,0 2 352 0,0-2 80 0,-1 1 16 16,-1 1 736-16,1-1 160 0,0 1 32 0,3 0 0 15,2-2-912-15,-3 0-176 0,0 0-48 16,0 0 0-16,39 0-1088 0,-39 0-208 0,37-5-64 0,-37 5 0 15,44-6-576-15,-44 6-112 0,48-8-16 0,-48 8-128 16,46-6 128-16,-46 6-128 0,41-6 0 0,-41 6 0 0,36-5 0 0,-36 5 0 16,32-2 0-1,-32 2 0-15,0 0 0 0,30 0 0 0,-30 0 0 0,0 0-18304 16</inkml:trace>
  <inkml:trace contextRef="#ctx0" brushRef="#br1" timeOffset="-46040.55">15150 11116 23951 0,'0'0'1056'0,"0"0"224"0,0 0-1024 0,0 0-256 0,0 0 0 0,0 0 0 31,0 0 2304-31,41 6 384 0,-41-6 96 0,45-3 16 0,-16-2-864 0,3 1-160 16,-1-1-48-16,0-2 0 15,-4 2-1280-15,-27 5-256 0,48-11-48 0,-48 11-16 16</inkml:trace>
  <inkml:trace contextRef="#ctx0" brushRef="#br1" timeOffset="-44330.25">16207 10839 12895 0,'0'-2'1152'0,"0"-1"-928"0,1 1-224 0,-1 1 0 16,0 0 1216-16,0 1 192 0,0-3 32 0,0-2 16 16,0 1 304-16,0-1 64 0,0 0 16 0,-1 3 0 15,1 0-624-15,-1 2-112 0,0-2-16 0,0 4-16 16,-1-2-528-16,0 2-96 0,0 0-32 0,0 1 0 16,0 2-144-16,-1-1-16 0,-1 3-16 0,-1 0 0 15,1 3 80-15,-2-2 0 0,1 5 16 0,-2 2 0 16,0 1 80-16,-1 6 16 0,1 1 0 0,-1 1 0 15,1 0 0-15,1 1 0 0,-1-1 0 0,2 0 0 16,0-2-48-16,1-3-16 0,2-1 0 0,1-1 0 16,1-17-112-16,1 26 0 0,-1-26-16 0,0 0 0 15,0 0-240-15,0 0 0 0,15 33 128 0,-15-33-128 0,0 0 0 0,0 0 0 16,0 0 0-16,28-5 0 0,-19-2 192 0,1-2-48 16,3-3-16-16,-1 0 0 0,1-2-128 0,0-3 0 15,0-2 0-15,2-2 128 0,-1-3-288 0,-2-2-64 16,-1 0-16-16,-3 3 0 15,-3 3-288-15,-1 0-64 0,-4 0-16 0,-4 1 0 16,-1 0-16-16,-4 3 0 0,-3 2 0 0,-1 4 0 0,0 3 368 0,0 4 64 16,-2 1 0-16,0 4 16 0,1 3-96 0,0 0-32 15,3 3 0-15,2 0 0 0,1 2-80 0,3-2 0 16,1 3-16-16,2-4-13088 0</inkml:trace>
  <inkml:trace contextRef="#ctx0" brushRef="#br1" timeOffset="-44138.3">16475 11102 18431 0,'-2'3'816'0,"1"-1"160"0,1-1-784 0,0 1-192 0,1 0 0 0,-1 0 0 15,1 0 1152-15,0 1 176 0,-1-3 32 0,0 0 16 16,0 0-800-16,12 35-144 0,-12-35-48 0,0 0-7536 31,0 0-1504-31</inkml:trace>
  <inkml:trace contextRef="#ctx0" brushRef="#br1" timeOffset="-43728.62">16695 10851 14735 0,'4'1'1312'15,"-4"-1"-1056"-15,0 0-256 0,0 0 0 16,0 0 1312-16,0 0 208 16,31 2 32-16,-31-2 16 0,34 2-208 0,-34-2-32 0,46 2-16 0,-46-2 0 0,43 0-736 0,-43 0-160 15,33 2-32-15,-33-2 0 0,0 0-192 0,0 0-32 16,0 0-16-16,37 17 0 16,-37-12-144-16,-4 2 0 0,-2 0 0 0,-2 3 0 15,-2-1 0-15,-2 0 0 16,-2 0 0-16,-1 0 0 0,-1 2 0 0,0-2 0 0,1 1 0 0,0 0 0 0,0-1 464 0,3-2 176 15,3 0 16 1,0 0 16-16,4-1 272 0,1 0 48 0,4-1 16 0,0-5 0 0,0 0-336 0,0 0-64 16,0 0-16-16,36 7 0 0,-36-7-208 0,32-5-64 15,-32 5 0-15,36-2 0 0,-36 2-80 0,32-3-32 16,-32 3 0-16,30 1 0 0,-30-1-208 0,0 0 0 0,37 11 0 0,-37-11 0 16,0 0 0-16,0 0 0 0,0 0 0 0,10 37 0 15,-14-28 0-15,-5-2 0 16,0 4 0-16,-3-3 0 0,-2 1 0 0,-1 0 0 0,-1 1 0 0,-1-3 0 15,-1 0 0-15,1 0 128 0,0-2-128 0,1 0 0 16,1-2 144-16,0 1-144 0,3-4 128 0,1 0-128 16,4-2 0-16,2-3 0 0,3 0 0 0,4 0 0 15,4-4-464 1,3-1-128-16,4-2-32 0</inkml:trace>
  <inkml:trace contextRef="#ctx0" brushRef="#br1" timeOffset="-43270.17">17226 10860 19343 0,'6'-6'848'0,"-3"0"192"0,1 2-832 0,-2 2-208 0,-1-1 0 0,-1 1 0 0,0 0 1664 0,0-1 304 15,0-1 48-15,-3-1 16 16,0 2-96-16,-4 1-16 0,1 3 0 0,-3 2 0 0,-1 3-672 0,-1 1-144 16,0 4-16-16,2 0-16 0,0 2-560 0,1-1-96 15,3 1-32-15,2 0 0 0,3-13-384 0,0 0 0 16,0 0 0-16,14 36 0 0,-14-36 0 0,0 0 0 15,0 0 0-15,45 21 0 0,-45-21 0 0,0 0 0 0,44 8 0 16,-44-8 0-16,0 0 0 0,41 18 0 16,-41-18 0-16,0 0 0 0,26 27 0 15,-26-27 0-15,0 0 0 0,8 37 0 16,-8-37-128-16,-5 23 128 0,0-11 0 0,-3 0 0 16,0-2 0-16,0-3 0 0,-2 0 0 0,0 0 0 15,0-1 0-15,-1 0 0 0,0-3-144 0,0 1 144 16,-1-2 0-16,0-2 0 0,0 0 0 0,0 0 0 15,0-2-208-15,1 0 64 0,1-3 16 0,1-1 0 16,1 0-80-16,2-1-16 0,1 0 0 0,0-2 0 0,4-1 224 16,0 0-176-16,2-1 176 0,2-3-160 15,3 1-208-15,0-1-32 0,3 0-16 0,1 2 0 0,2 0 96 16,1 0 0-16,1 0 16 0,1 1 0 0,0-1 304 0,-1 0 0 16,3-2 0-16,-2 2 0 0,0-2 0 0,-2 2 0 15,1-2 0-15,-3 2 0 0,-3 0 0 0,0 1 0 16,-4 1 0-16,-1 0 0 0,-2 1-352 0,-2 2 32 15,-2 2 16-15,-1 0 0 16,-2 4-672-16,-1 1-144 0,-2 0-32 0,0 1-7936 16,0 4-1600-16</inkml:trace>
  <inkml:trace contextRef="#ctx0" brushRef="#br1" timeOffset="-42157.46">17717 10738 2751 0,'0'-1'256'0,"0"-1"-256"0,0 2 0 0,-1-2 0 15,1 2 1584-15,0 0 272 0,0 0 48 0,0-1 16 16,0 1-128-16,0 0-32 0,0 0 0 0,-1 0 0 15,1 0-32-15,-1-2 0 0,0 4 0 0,0-2 0 16,-1 1-384-16,0 1-64 0,0-2-32 0,-1 2 0 16,1 1-192-16,-1-1-32 0,-1 0-16 0,0 1 0 15,1 0-48-15,-1 1-16 0,-1 0 0 0,1 2 0 16,-1 0-144-16,0 0-32 0,0 0 0 0,-1 2 0 16,1 1-240-16,-1 0-48 0,0 3-16 0,-2 0 0 15,3 0-176-15,-3 1-32 0,0 3-16 0,-3 6 0 16,0-1-240-16,0 0 144 0,1 0-144 0,2-5 128 15,2 1-128-15,2-3 0 0,1-2 0 0,3-12 0 16,-2 21 0-16,2-21 0 0,0 0 0 0,0 0 0 16,0 0 0-16,0 0 0 0,0 0 0 0,29 29 0 15,-29-29 192-15,26-3-32 0,-26 3-16 0,31-7 0 0,-31 7 0 16,35-7 0-16,-35 7 0 0,40-11 0 0,-40 11-144 0,43-10 0 16,-22 3 0-16,-21 7 0 0,36-11 0 0,-36 11 0 15,28-8 0-15,-28 8 0 16,21-9-592-16,-21 9 0 0,16-8 0 0,-16 8 0 15,9-4-1712-15,-7 1-352 0</inkml:trace>
  <inkml:trace contextRef="#ctx0" brushRef="#br1" timeOffset="-41953.44">17763 10852 18431 0,'-2'4'816'0,"1"-2"160"0,1 0-784 0,-1 3-192 0,1-2 0 0,-1-1 0 16,0 5 1904-16,1-7 336 0,-4 21 64 0,1-3 0 15,-1 5 176-15,-2 0 16 0,1 1 16 0,-2 0 0 16,2-3-1200-16,-2-2-240 0,1 0-48 0,-1-2-16 16,3-3-688-16,4-14-144 0,-6 24-32 0,6-24 0 15,0 0-368-15,0 0-80 0,0 0-16 0,0 0-17120 16</inkml:trace>
  <inkml:trace contextRef="#ctx0" brushRef="#br1" timeOffset="-41607.45">18085 10825 19343 0,'-1'0'848'0,"0"0"192"0,0 0-832 0,-1 2-208 16,1-2 0-16,0 3 0 0,-1-2 1536 0,-1 3 272 16,-2 5 48-16,-3 1 16 0,-1 6 16 0,-1 0 0 15,0 6 0-15,0-1 0 0,1 1-624 0,2 1-128 0,0 1-32 0,3-5 0 16,4-19-464-16,-1 32-80 0,1-32-32 0,0 0 0 15,0 0-352-15,0 0-176 0,34 27 160 0,-34-27-160 16,25-7 144-16,-10 0-144 0,1-2 128 0,0-1-128 16,1-2 0-16,-1-2 0 0,1 2 0 0,-4 0 0 15,1-1-256-15,-2 1-48 0,-1 2 0 0,-3-2 0 16,-2 0 112-16,-3 0 0 0,0 2 16 0,-2 1 0 16,-3-2 176-16,-2 2 0 15,-1-1 0-15,-4 3 0 0,0-1 0 0,-4 2 0 0,-1 0-128 0,-1 4 128 16,0 2-288-16,0 0 32 0,-1 2 0 0,2 0 0 15,1 4-48-15,1-2 0 0,3 1 0 0,1 0 0 16,4-3-464-16,1 1-80 0,2 1-32 0,3-4-13904 16</inkml:trace>
  <inkml:trace contextRef="#ctx0" brushRef="#br1" timeOffset="-40961.1">18352 10744 20271 0,'-3'0'896'0,"1"0"192"0,1 0-880 0,0 0-208 16,1 0 0-16,0 0 0 0,0 0 1648 0,0 1 272 0,1 0 64 0,1-1 16 16,-2 0-16-16,0 0 0 0,0 0 0 0,0 0 0 0,0 0-960 0,34-2-208 15,-34 2-48-15,0 0 0 0,31-4-480 0,-31 4-96 16,0 0-32-16,36-3 0 0,-36 3-160 0,0 0 0 15,35 7 0-15,-35-7 0 0,0 0 0 0,0 0 0 16,33 24 0-16,-33-24 0 0,0 0 0 0,0 0 0 16,0 0 0-16,6 34 0 0,-6-34 0 0,-5 14 0 15,0-8 0-15,-1-1 0 0,0 0 0 0,-2 0 0 16,-2 0 128-16,1-1-128 0,-1 1 0 0,-1-2 0 16,0 1 0-16,-1-2 0 15,-1 1 0-15,1 0 0 0,2-1 0 0,2 0 0 0,0-2 0 0,2 2 0 16,0-2 0-16,2 1 0 0,0 1 0 0,2-2 0 0,1 0 0 15,1 0 128-15,1 0 64 0,1 0 0 0,1 0 0 16,1-2 0-16,-4 2 0 16,0 0 0-16,0 0 0 0,27-3 0 15,-27 3-32-15,0 0 0 0,30-2 0 0,-30 2 0 0,0 0-160 0,34-3 0 16,-34 3 144-16,0 0-144 0,46 1 0 0,-46-1 0 0,0 0 0 0,46 12 0 16,-46-12 0-16,0 0 0 0,34 23 0 0,-34-23 0 15,0 0 0-15,0 0 0 0,15 31 0 0,-15-31 0 16,-2 18 0-16,-2-9 0 0,-1-1 0 0,-2 0 0 15,-3 1 0-15,-2-2 0 0,-1 0 0 0,-2 0 128 16,0 0-128-16,-2 0 176 0,-1 0-176 0,-3-2 192 0,2 0-192 16,0-3 0-16,2 0 0 0,0 1 0 15,2-5-704-15,4 0-112 0</inkml:trace>
  <inkml:trace contextRef="#ctx0" brushRef="#br1" timeOffset="-38020.67">19119 10827 4607 0,'0'-2'400'15,"0"2"-400"-15,0 0 0 0,0 0 0 0,0 0 640 0,0 0 64 16,1 0 0-16,-1-2 0 0,0 1 192 0,0-1 32 15,0 1 16-15,1 0 0 0,-1-1 320 0,0-1 64 16,-1 1 16-16,1-1 0 0,0 1 256 0,0 2 64 0,0-2 16 0,0 0 0 16,0 1 176-16,2-1 48 0,1 0 0 0,1-1 0 15,1 3-368-15,3-2-64 0,0 0 0 16,3-1-16-16,1 0-624 0,2 0-128 16,-14 3-32-16,31-5 0 0,-13 2-320 15,-2 0-64-15,-16 3-16 0,32-4 0 0,-32 4-272 0,27-2 0 0,-27 2 0 0,0 0-144 16,0 0-1488-1,26 4-288-15,-26-4-64 0</inkml:trace>
  <inkml:trace contextRef="#ctx0" brushRef="#br1" timeOffset="-37880.27">19101 10903 11967 0,'-7'5'528'0,"2"-3"112"15,1 1-512-15,2-1-128 0,2-2 0 0,0 0 0 0,0 0 1776 0,0 0 320 16,0 0 64-16,0 0 16 0,0 0 576 0,0 0 128 15,0 0 32-15,42 21 0 0,-42-21-1184 0,25-2-256 16,-10 0-32-16,1-3-16 0,1 0-1040 0,3-2-192 16,0 0-64-16,1 0-16000 0</inkml:trace>
  <inkml:trace contextRef="#ctx0" brushRef="#br1" timeOffset="-36654.35">19706 10598 12895 0,'-4'-1'1152'0,"1"1"-928"0,2 0-224 0,1 0 0 0,1 0 1040 0,-1 0 176 16,-1 0 16-16,0 0 16 0,0 1 672 0,2 1 128 16,-1-2 16-16,0 0 16 15,0 0-16-15,0 0 0 0,38 7 0 0,-38-7 0 0,0 0-752 0,41 5-160 0,-41-5-16 16,33 0-16-16,-33 0-496 0,31 0-112 15,-31 0 0-15,26 2-16 0,-26-2-224 0,0 0-32 16,0 0-16-16,0 0 0 0,0 0-224 0,0 0 0 16,0 0 0-16,2 31 0 0,-14-22 0 0,-4 3 0 0,-1 0 0 0,-4 2 0 31,1 0 0-31,-2 0 0 0,1 1 0 0,0-1-160 0,1 0 160 0,3-2-160 0,2-3 160 0,4 0-160 16,2-3 160-16,6-1 0 15,3-5 0-15,0 0 0 0,0 0 0 0,0 0 0 0,0 0 0 0,45 2 0 16,-26-4 0-16,1-3 0 15,2 0 0-15,2 1 0 0,1 1 0 0,0 0 128 16,1 3-128-16,-26 0 128 0,40 6-128 0,-40-6 128 16,0 0-128-16,41 18 128 0,-41-18-128 0,0 0 0 0,0 0 0 0,8 43 128 15,-14-31-128-15,-4 2 0 0,-3 0 128 16,-5 1-128-16,-3 0 192 0,-3 1-48 0,-2 1 0 16,0-1 0-16,-1 0-144 0,0-2 160 0,0 1-160 0,2-3 160 15,3-1-160-15,2-1 0 0,5-5 0 0,4-3 128 16,5-2-128-16,4-3 0 0,4-3 0 0,3-4-11888 15,7-4-2368-15</inkml:trace>
  <inkml:trace contextRef="#ctx0" brushRef="#br1" timeOffset="-36167.45">20155 10711 31327 0,'1'-2'1392'0,"0"-1"272"0,-1 3-1328 0,2-2-336 15,-2 2 0-15,-1 0 0 0,-1 0 1216 0,1 0 192 16,-2 2 16-16,-2-2 16 0,0 1-672 0,-2 3-128 15,1-1-16-15,-1-1-16 0,2 0-192 0,0 1-32 16,5-3-16-16,0 0 0 0,0 0-368 0,0 0 144 16,0 0-144-16,0 0 0 0,0 0 0 0,0 0 0 15,0 0 0-15,29 35 0 0,-29-35 0 0,0 0 0 16,0 0 0-16,36 28 0 0,-36-28 0 0,0 0 0 16,0 0 0-16,33 38 0 0,-33-38 0 0,0 0 0 0,0 0 0 0,22 44 0 15,-22-44 128-15,0 0-128 0,0 0 0 0,6 35 0 16,-6-35 0-16,0 0 0 0,0 0 0 0,-6 28 0 15,6-28 0-15,-8 8 0 0,8-8 0 0,-9 9 0 16,3-7 144-16,-1 3-144 0,0-2 0 0,-1 0 144 16,0 0-16-16,-3 0 0 0,0 0 0 0,-2 1 0 15,-1-2-128-15,0-1 128 16,-1 0-128-16,-1 0 128 0,2-1-128 0,0-2 0 0,3 1 0 0,2-3 0 16,2-1 0-16,4 0 0 0,1-2 0 0,2-2 0 15,2-1 0-15,4-2 0 0,1 0 0 0,4-2 0 16,1 2 0-16,2-2-176 0,0 2 176 0,0 0-128 15,2-2 0-15,-1 2 0 0,2-2 0 0,-2 2 0 0,1-1 0 0,0 0 0 16,-1 0 0-16,-2 0 0 0,-2 1 128 0,-3 0 0 16,-1 3 0-16,-3-1 0 0,-1-1 0 0,-2-1 0 15,-2 0 0-15,-1 0 0 0,-1-1 0 16,-3 0-128-16,-1-1 128 0,-1 2 0 0,0 1-384 0,0 3 0 16,-2 3 0-16,0 3 0 15,0 4-464-15,0 0-96 0,-1 4-16 0,2 0 0 16,2 4-736-16,1-3-160 0,6-7-16 0,-6 19-11760 0</inkml:trace>
  <inkml:trace contextRef="#ctx0" brushRef="#br1" timeOffset="-35956.75">20577 10742 16575 0,'-1'0'1472'0,"1"0"-1168"0,0 0-304 0,0 0 0 16,0 0 1920-16,0 0 336 0,0 0 64 0,-8 14 16 16,8-14 320-16,0 0 64 0,-8 24 16 0,8-24 0 15,0 0-1600-15,0 0-320 0,4 36-64 0,-4-36-16 0,0 0-736 0,0 0-160 16</inkml:trace>
  <inkml:trace contextRef="#ctx0" brushRef="#br1" timeOffset="-35661.07">20938 10536 12895 0,'-4'1'1152'0,"-1"0"-928"0,2 1-224 0,1-1 0 0,0 1 704 0,-1 0 112 16,-5 1 16-16,-3 3 0 15,-5 3 16-15,-1 2 16 0,-1-1 0 0,2 3 0 0,2 2 416 0,0-1 96 0,1 0 16 0,2 3 0 16,-1 2 432-16,3-1 96 0,1 0 0 0,8-18 16 16,-14 34-416-16,14-34-96 0,-7 30-16 0,7-30 0 15,0 0-704-15,0 0-128 16,12 42-48-16,-12-42 0 16,0 0-352-16,31 14-176 0,-31-14 160 0,30 0-160 0,-30 0 0 0,35-4 0 15,-18 1 0-15,0-2 0 0,1 1 0 0,0-3-160 16,1 2 0-16,0-3 0 15,-2 2-368-15,0-2-80 0,-2 2-16 0,-2 0 0 16,-2 2-1968-16,-2-3-400 0</inkml:trace>
  <inkml:trace contextRef="#ctx0" brushRef="#br1" timeOffset="-35471.73">20934 10652 16575 0,'0'0'736'0,"0"0"160"0,0 0-720 0,0 0-176 0,0 0 0 0,0 0 0 15,-7 24 1984-15,7-24 384 16,-5 26 64-16,5-26 0 0,-13 52-80 0,4-25-32 0,0 1 0 0,-1-2 0 16,1-1-1216-16,1-3-240 0,8-22-48 0,-11 36-16 15,11-36-800-15,0 0 0 0,-4 33-144 0</inkml:trace>
  <inkml:trace contextRef="#ctx0" brushRef="#br1" timeOffset="-34995.33">21409 10382 4607 0,'0'-8'192'0,"-1"4"64"15,0-1-256-15,1 2 0 0,-1 3 0 0,0 0 0 0,0-2 2048 0,-2 2 384 0,-1 0 64 16,-1 0 0-16,-3 0 976 0,1 2 192 0,-1 1 48 0,0 2 0 16,0 2-784-16,0 0-160 0,0 3-16 0,1 1-16 15,7-11-1392-15,-12 21-288 16,12-21-48-16,-14 32-16 0,14-32-640 0,-10 32-128 0,10-32-32 0,-3 30 0 15,3-30-64-15,0 0-128 0,0 0 176 0,13 37-176 16,-13-37 128-16,0 0-128 0,26 7 0 0,-26-7 0 16,23-4 0-16,-11-1 0 0,-1 0 0 0,2-2 0 0,0 0 0 15,1-4 0-15,0 0 0 0,-2-3 0 0,0 2 0 0,-2-2 0 16,-2 2 0-16,-1-2-144 16,-2 1 144-16,-5 2 0 0,0-1 0 0,-6 3-128 15,-1-2 128-15,-5 3 0 0,0 1 0 0,-1 1 0 0,-1 1 0 0,0 1 0 16,-3 4 0-16,0 0 0 0,1 1 0 0,2 3 0 15,1 1 0-15,2 0 0 0,2 0-128 0,2 0 128 16,7-5-128-16,0 0 128 16,0 0-1408-16,0 0-192 0</inkml:trace>
  <inkml:trace contextRef="#ctx0" brushRef="#br1" timeOffset="-34708.39">21773 10356 7359 0,'5'-8'656'0,"-3"4"-528"0,1 1-128 0,-2-1 0 0,0 3 1280 0,-1-1 240 16,0 2 32-16,-1-1 16 0,0 0 1120 0,-2 1 208 0,0 0 48 16,-4 2 16-16,0 3-432 0,-3 0-96 15,-1 2 0-15,0 2-16 0,-1 1-1136 0,-1 4-208 0,-1 0-48 0,-1 3-16 0,1 2-544 0,-3 3-96 31,0 3-32-31,-1 1 0 0,-3 3 32 0,-1 4 0 16,-1 3 0-16,-1 1 0 0,0 1-192 0,-2 0-48 16,-2 5 0-16,-1-2 0 0,1 3-128 0,1 1 0 15,2 3 0-15,2-3 0 0,2-3-336 0,3-4-48 0,3-7-16 16,3-5 0 0,12-26-1776-16,-16 31-368 0,16-31-64 0</inkml:trace>
  <inkml:trace contextRef="#ctx0" brushRef="#br1" timeOffset="-34380.47">21489 10872 13823 0,'-1'1'608'0,"0"1"128"16,1-2-592-16,0 0-144 0,0 0 0 0,0 0 0 0,-5 8 1824 0,5-8 336 15,-8 13 64-15,2-1 16 0,-2 1 160 0,1 3 32 16,0 2 16-16,0 1 0 0,7-19-832 0,-10 38-160 15,10-38-48-15,-7 40 0 16,7-40-800-16,0 34-160 0,0-34-48 0,0 0 0 0,15 31-192 0,-15-31-32 16,0 0-16-16,30 9 0 0,-30-9-160 0,26-7 160 15,-10 0-160-15,-1-3 160 0,3-2-448 0,-2 0-96 16,-1-2 0-16,-1-2-16 16,-2 2-352-16,-1-2-64 0,-4 1-16 0,-2 3 0 0,-3 0 608 0,-2 0 224 0,-3 3-176 15,-4-1 176-15,-2 3 0 0,-3 2 0 0,-3 1 0 16,-1 1 0-16,2 3 0 0,-1 3 320 0,-2-1-64 0,1 5 0 15,2 0 128-15,2-1 32 0,2 2 0 0,3 0 0 16,7-8-416-16,-8 12 0 16,8-12 0-16,0 0-15856 0</inkml:trace>
  <inkml:trace contextRef="#ctx0" brushRef="#br1" timeOffset="-29173.05">11659 11939 22111 0,'-1'-2'1968'0,"-1"-1"-1584"0,2 3-384 0,1 0 0 0,0 0 720 0,-1 0 64 16,0 0 16-16,1 0 0 0,-1 1 448 0,0 3 96 15,1 4 0-15,-1-8 16 0,0 0-528 0,8 43-96 16,-8-43-32-16,4 38 0 0,-4-38-480 0,6 37-96 16,-6-37-128-16,0 0 176 15,14 43-480-15,-14-43-80 0</inkml:trace>
  <inkml:trace contextRef="#ctx0" brushRef="#br1" timeOffset="-29031.87">12036 11980 20271 0,'0'0'896'0,"0"0"192"16,0 0-880-16,0 0-208 0,0 0 0 0,23 36 0 0,-23-36 1552 0,0 0 272 0,9 35 48 0,-9-35 16 15,7 47-224-15,-7-47-32 0,3 45-16 0,-3-45 0 16,2 29-896-16,-2-29-176 0,0 0-32 15,0 0-15632-15</inkml:trace>
  <inkml:trace contextRef="#ctx0" brushRef="#br1" timeOffset="-28825.18">11811 11676 28559 0,'1'5'2544'0,"1"-2"-2032"15,1 1-512-15,-1-2 0 0,1 1 1088 0,0 0 112 16,-3-3 16-16,0 0 16 16,0 0-1232-16,34 42-240 0,-34-42-48 0,0 0-16 0</inkml:trace>
  <inkml:trace contextRef="#ctx0" brushRef="#br1" timeOffset="-27703.04">12641 11786 11759 0,'-1'-1'256'0,"1"1"48"0,0 0 16 0,-1-2 16 0,1 2-336 0,0 0 0 16,0 0 0-16,1 0 0 0,0-2 912 0,-1 1 112 15,1 1 32-15,1-2 0 0,0 0 240 0,1 0 48 16,1-1 16-16,-2 0 0 0,1 1 304 0,0 0 48 16,-1 0 16-16,0-1 0 0,0 1-16 0,-1 2 0 15,-1-3 0-15,1 1 0 0,-1 2-368 0,0-2-80 16,0 0-16-16,0 1 0 0,0 1-480 0,-1-2-80 15,1 2-32-15,-1-3 0 0,0 1-464 0,0 1-192 16,-1 0 128-16,0-1-128 0,0-1 0 0,1 0 0 16,-2 1 0-16,2 0 0 0,-1-3 0 0,-1 3 0 15,0-1 0-15,-1 0 0 0,1 0-256 0,-1 2 80 16,-1-1 16-16,0 2 0 0,-2 0-32 0,1 2 0 0,-2-2 0 0,-1 4 0 16,-1 0 0-16,-2 5 0 0,-2 1 0 0,-1 4 0 15,-1 2 192-15,-1 4-160 0,-1 3 160 0,1 1 0 16,0 1-160-16,1 2 160 0,2 6 0 0,2-2-144 15,2 4 144-15,3 2 0 0,1 0 0 0,3-4 0 16,4-2 0-16,-1-31 0 0,12 50 0 0,-12-50 0 0,27 31 0 16,-27-31 0-16,38 16 0 0,-38-16-128 0,46 0 336 15,-23-5 80-15,0-2 16 0,-2-4 0 0,1-1 16 0,0-3 0 16,-1-3 0-16,0 2 0 0,-3 1-320 0,0-2 0 16,-1 0 0-16,-1 3 0 15,-1 1-1936-15,-2 2-400 0</inkml:trace>
  <inkml:trace contextRef="#ctx0" brushRef="#br1" timeOffset="-26937.9">12767 12034 10127 0,'-1'-4'448'0,"1"-1"96"0,0 2-544 0,0 1 0 16,0 0 0-16,1 2 0 0,0-2 1632 0,-1 1 224 0,2-3 32 16,-1 3 16-16,1-1 288 0,0 4 64 15,-1 3 16-15,-1 1 0 0,0-6-608 0,-2 21-128 0,0-7-32 0,-1 2 0 16,0 0-768-16,0 1-160 0,-1 0-16 0,3-3-16 15,-1 0-288-15,2-14-64 0,0 0-16 0,2 29 0 16,-2-29 112-16,0 0 32 0,0 0 0 0,0 0 0 16,0 0 0-16,41 3 16 0,-28-11 0 0,0-2 0 15,1-3 48-15,1 0 0 0,-1-1 0 0,-1 0 0 16,-1 2-384-16,-1 0 0 0,-2 0 0 0,-1-2 128 16,-3 3-128-16,-1 1 0 0,-2 1 0 0,-2 1 0 0,-1 1 0 15,-4-1-128-15,-1 2 128 0,-3-1 0 0,-2 2 0 16,-2 0 0-16,-2 3 0 0,0 2 0 0,-1 2 0 0,-1 3 0 15,2 1 0-15,0 2 0 0,1-1 0 0,2 3 0 16,2-3 0-16,0 2 0 0,4-1 0 0,1-1 0 16,1 0 0-16,3-2 128 0,1 2-128 0,0-7 0 15,0 0 0-15,0 0 128 0,0 0-128 0,0 0 0 16,37 12 0-16,-37-12 0 0,24-5 160 0,-11 0-32 16,1 0-128-16,1 0 192 0,2-1-192 0,-1-1 0 15,1 2 128-15,-2-3-128 0,0 2 0 0,-1 0 0 16,0 0 0-16,-3-1 0 0,-3 4 0 0,1-2-128 0,-1 0 128 15,0 2 0-15,-1 0-304 0,-2 0 48 16,-1 1 16-16,-1 2 0 0,-1-2 240 0,-1 2-176 0,-1 0 176 0,0 2-160 16,-1 0 160-16,-1 1 0 0,0 1 0 15,0 1 0-15,0 0 0 0,-1-1 0 0,1 1 0 0,-1 2 128 16,0-1-128-16,1 0 0 0,0 2 0 0,0-1 128 16,0 2-128-16,1-2 192 15,1 0-64-15,0 0 0 0,-1 0 64 0,1-7 32 0,0 0 0 0,0 0 0 16,0 0-224-16,8 34 0 0,-8-34 128 0,0 0-128 15,0 0 0-15,0 0 0 0,0 0 0 0,0 0 0 16,42 7 0-16,-32-11 0 16,1-2 0-16,0-3 0 0,-1 1 0 0,0-1 0 15,0 0 0-15,1-1 0 0,-2 0-320 0,0 1 64 16,-1 0 0-16,0-1 0 16,-1 0-256-16,-1 2-32 0,-1 0-16 0,-3 1 0 0,1 1 368 0,-2 0 64 15,0 1 128-15,-2 1-208 0,0 1 208 0,0 3 0 0,0-2 0 16,-1 4 0-16,1-1 176 0,0 1-32 0,0 2 0 15,-1 1 0-15,1 0 176 0,0 2 16 0,1-7 16 0,0 0 0 16,-2 29-80-16,2-29-16 0,0 23 0 0,0-23 0 16,0 0-64-16,2 35-32 0,-2-35 0 0,0 0 0 15,0 0-16-15,14 34 0 0,-14-34 0 0,0 0 0 16,0 0-144-16,0 0 0 0,0 0 144 0,41 2-11472 16,-33-6-2304-16</inkml:trace>
  <inkml:trace contextRef="#ctx0" brushRef="#br1" timeOffset="-24978.53">13367 11982 16575 0,'1'-4'1472'0,"0"1"-1168"16,0 1-304-16,0 1 0 0,-1 1 1376 0,0 0 224 0,0-2 32 0,1 0 16 16,-1-1 288-16,1 2 64 0,-1 2 16 0,-1 2 0 15,1 4-800-15,-1 2-176 16,-2 5-16-16,-1 1-16 0,0 4-496 0,0-2-80 16,-1 4-32-16,0-3 0 0,2-1-400 0,0-2 0 15,1-3 128-15,0-1-128 0,1-4 0 0,1-4 0 16,1-1 0-16,0-2 0 0,2-2 0 0,-1-1 0 15,1-4 0-15,-2-1 0 0,3-1-128 0,0-2 128 16,0-1 0-16,-1 0 0 0,1 0-144 0,-1-2 144 0,0 2-192 16,1 0 192-16,-1 1-288 0,1 1 48 0,-2 0 16 0,0 1 0 15,2 0 224-15,0-1 0 0,1 3-160 0,1 0 160 16,0 0 0-16,1 4 0 0,1-1 0 0,1 2 0 16,-9 2 304-16,0 0-32 0,0 0 0 0,0 0 0 15,42 16 256-15,-42-16 48 0,0 0 16 0,0 0 0 0,0 0-336 16,27 45-80-16,-27-45-16 0,0 0 0 0,4 45-160 0,-4-45 0 15,-3 28 0-15,-1-14 128 0,1-2-128 0,-1-2 0 16,0-1 0-16,1-4 0 0,2 0 0 0,-1-2 0 16,1-1 0-16,1-2 0 0,0 0 0 0,2-3-192 15,1-2 32-15,2 1-16288 16</inkml:trace>
  <inkml:trace contextRef="#ctx0" brushRef="#br1" timeOffset="-24677.91">13690 11992 8287 0,'0'-7'736'0,"0"4"-592"15,0-1-144-15,0 1 0 0,0 0 1888 0,1 0 352 0,-1 0 64 0,1-2 0 16,0-2-384-16,0-3-96 0,1 0-16 0,-1 1 0 16,-1 2-688-16,0 0-144 0,0 2-16 0,-1 3-16 15,-1 2-176-15,-2 2-48 0,0 5 0 0,-2 0 0 16,-2 4-240-16,-1 2-48 0,-2 1-16 0,0 5 0 15,-2 2-112-15,-1 3-32 0,0 0 0 0,1 2 0 0,1 0-48 0,3-1-16 16,4-2 0-16,5-23 0 0,-4 36 560 0,4-36 128 16,0 0 0-16,0 0 16 0,29 35-336 0,-29-35-80 15,28 2-16 1,-28-2 0-16,33-7-336 0,-15-2-144 0,-3 1 128 0,0-1-128 0,-1-1 0 0,0-1 128 16,0 1-128-16,-1-2 0 15,-1 1-912-15,-1 1-272 0,0 0-48 0,-2 1-14288 0</inkml:trace>
  <inkml:trace contextRef="#ctx0" brushRef="#br1" timeOffset="-24507">13864 11890 10127 0,'3'-2'896'0,"-1"2"-704"0,-1 0-192 0,0 2 0 0,0 0 2528 0,0-2 480 16,2 2 80-16,-3-2 32 0,0 0-208 0,0 0-32 15,0 0-16-15,0 0 0 0,44 24-1152 0,-44-24-240 0,0 0-32 0,0 0-16 16,36 8-960-16,-36-8-192 0,0 0-32 0,0 0-16 15,0 0-992-15,36 4-208 0</inkml:trace>
  <inkml:trace contextRef="#ctx0" brushRef="#br1" timeOffset="-24364">13942 12010 11967 0,'-1'0'1072'0,"0"0"-864"16,1 1-208-16,0 1 0 0,0-2 1664 0,0 2 304 15,-1-1 48-15,0 4 16 0,0 1 928 0,-1 3 192 16,2-9 48-16,-3 24 0 0,3-24-1040 0,-2 26-208 16,2-26-32-16,0 26-16 0,0-26-1344 0,0 0-272 0,0 0-48 15,11 37-16 1,-11-37-864-16,0 0-160 0</inkml:trace>
  <inkml:trace contextRef="#ctx0" brushRef="#br1" timeOffset="-24127.73">14314 11742 14623 0,'2'-16'320'0,"0"4"64"0,0 5 0 0,-2 0 48 0,1 5-432 0,-2 0 0 0,1 1 0 0,-1-1 0 16,0-1 2704-16,-1 1 464 0,-3 2 96 0,-1 7 0 16,-1 3-1088-16,0 6-208 0,-3 5-48 0,2 3-16 0,-2 4-496 15,-1 4-112-15,1 3-16 0,-1 1 0 0,1 2-640 0,1 0-144 16,0 2-32-16,2-4 0 15,2 0-224-15,4-6-48 0,1-30-16 0,7 45 0 0,-7-45-176 0,0 0 0 16,25 40 0-16,-25-40 0 16,0 0-624-16,37 12-144 0</inkml:trace>
  <inkml:trace contextRef="#ctx0" brushRef="#br1" timeOffset="-22270.79">14809 11922 11967 0,'3'-2'1072'0,"-1"0"-864"0,-1 2-208 16,-1 0 0-16,0 0 1536 0,0 0 256 0,0-2 48 0,2 0 16 15,-1-1 64-15,-1 3 32 0,-2-2 0 0,0 2 0 16,-3 2-880-16,-2 0-176 0,-1 1-48 0,-2-1 0 0,-2 0-272 0,0 0-48 15,-2 1-16-15,0 0 0 0,1-1 192 0,1 2 16 32,0-1 16-32,0 2 0 0,3-3-304 0,-1 3-64 15,2 2-16-15,0-3 0 0,3 2-208 0,-1 0-144 16,4 0 192-16,0-2-192 0,2 1 128 0,0-5-128 16,0 0 0-16,0 0 0 0,0 0 0 0,0 0 0 0,40 20 0 0,-40-20 0 15,31 1 0-15,-31-1 0 16,35 0-160-16,-35 0 160 0,39-1 0 0,-39 1-144 0,37 3 144 0,-37-3 0 0,0 0-144 0,40 8 144 0,-40-8 0 0,0 0-144 15,0 0 144-15,0 0 0 0,0 0 0 16,21 35 0-16,-25-28 0 16,-3 0 0-16,-2 1 0 0,-1 1 0 15,-2-1 144-15,-1 1 16 0,-2 0 0 0,0-2 0 16,0-1 480-16,0 0 112 0,-1-3 16 0,2 1 0 16,1-2-256-16,2 1-32 0,0-3-16 0,2 0 0 15,4 0-320-15,2-3-144 0,2 1 128 0,3-3-128 16,3-2 0-16,4-2-144 0,3-1 0 0,4-4-17312 15</inkml:trace>
  <inkml:trace contextRef="#ctx0" brushRef="#br1" timeOffset="-21039.66">15145 11624 22111 0,'-1'0'1968'0,"0"0"-1584"16,0 2-384-16,0-1 0 0,1 1 1008 0,-1 3 112 15,-1-1 32-15,-1 6 0 0,3-10 112 0,-7 33 16 16,3-9 16-16,1 4 0 0,-1 4-368 0,1 0-80 16,1 0-16-16,-1 0 0 0,1-1-416 0,-1-3-96 0,0 3 0 15,-2 0-16-15,1-2-304 0,-1 1 0 0,1-3 0 0,-1-4 0 16,5-23 0-16,-4 35 0 0,4-35 0 16,0 0 0-16,0 0 0 0,0 0 0 0,0 0 0 0,0 0 0 15,0 0 0-15,0 0 192 0,0 0-64 0,27-9-128 16,-19-7 480-16,1 0-16 0,1-2 0 0,-1 2 0 15,1-1-272-15,-2 1-64 0,2-1-128 0,0 0 192 16,0 3 0-16,0 2 0 0,-1 1 0 0,-1 4 0 16,0 1-32-16,-2 3-16 0,1 2 0 0,-7 1 0 15,0 0 16-15,0 0 0 0,0 0 0 0,0 0 0 0,18 33-32 16,-18-33 0-16,0 0 0 0,-2 40 0 16,2-40-128-16,-3 31 0 0,3-31 144 0,-3 29-144 0,3-29 0 0,-2 26 0 15,2-26 0-15,0 0 0 0,0 0 0 0,0 0 0 16,0 0 0-16,28 31 0 0,-28-31 0 0,19-8 0 15,-7 4 0-15,-1-6 0 0,1 1 0 0,0 0 0 16,2-1 0-16,-1-2 0 0,0 2 0 0,-1-2 0 16,0 1-128-16,-2 1 128 0,0 1-384 0,-1 1 16 15,-3 4 0-15,-1-3 0 0,-2 4 80 0,-1 1 16 16,-1 0 0-16,-1 2 0 0,-1 0 272 0,-1 0 0 16,1 2 0-16,-1-2 0 0,-2 5 0 0,0-2 0 15,1 3 0-15,0-1 0 0,0 2 0 0,3-7 192 16,-4 17-16-16,4-17-16 0,0 0 16 0,0 33 0 0,0-33 0 15,0 0 0-15,10 34 64 0,-10-34 16 0,0 0 0 0,0 0 0 16,31 28-128-16,-31-28 0 0,0 0-128 0,35 3 192 16,-35-3-192-16,24-3 0 0,-24 3 0 0,25-10 0 15,-13 5 0-15,-1-4 0 0,-1-1 0 0,-1-1 0 16,0 1 0-16,-2-2 0 0,-1 0 0 0,-2 1 0 16,-1 1-512-16,-3-2 16 0,-1 3 0 0,-2 0 0 15,-2 1-128-15,-4-2-16 0,-1 2-16 16,-1 1 0-16,-2 2 256 0,0 0 48 0,-1 4 16 0,1-1 0 15,0 4 336-15,0 1 0 0,2 2 0 0,2 1 0 16,0 2 512-16,4-1 0 0,0 0 16 0,2 0 0 16,3-7-128-16,0 0-16 0,0 0-16 0,3 31 0 0,-3-31-144 15,0 0-32-15,0 0 0 0,0 0 0 0,46 12 128 0,-46-12 32 16,29-5 0-16,-14 2 0 0,0-1-208 0,-1-1-144 16,1 0 192-16,-1-1-192 0,-1 0 0 0,-2 2 0 15,1-3 0-15,-1 2 0 0,-1 1 0 0,-1 1 0 16,-2-2 0-16,0 3 0 0,0-1 0 0,-2 1 0 15,0-1 0-15,-1 0 0 0,-1 2 0 0,-1-1 0 16,1-1 0-16,-1 1-144 16,0 2 144-16,0-2 0 0,0 2 0 0,-2 2 0 0,1-2 0 0,0 3 0 15,0 1 0-15,0-2 0 0,0 0 0 0,-1 3 0 16,0-5 0-16,0 0 128 0,0 0-128 0,7 38 0 16,-7-38 0-16,0 0 0 0,12 36 0 0,-12-36 0 0,0 0 0 0,0 0 0 15,27 29 0-15,-27-29 0 0,0 0 0 16,0 0 128-16,32-1-128 0,-23-4 0 0,0-1 0 0,0-4 0 15,1 1 0-15,0-1 0 0,0-2 0 0,0 0 0 16,-2 3-192-16,0-3-16 0,-2 2 0 0,0-2 0 16,-3 4-128-16,-1-1-32 0,1 0 0 0,-3 3 0 15,0-2 368-15,-2 4 0 0,0 2 0 0,0 2 0 0,1 2 0 16,-1 2 256-16,0 1-32 0,2-5-16 0,0 0 176 0,-3 24 16 16,3-24 16-16,0 0 0 0,2 35-176 0,-2-35-48 15,5 32 0-15,-5-32 0 0,0 0-192 0,18 42 128 16,-18-42-128-16,0 0 0 0,0 0 0 0,35 33 0 15,-35-33 0-15,0 0 0 0,29 1 0 0,-19-7 0 16,0-1 0-16,0-2 0 16,-1-3-1184-16,0-2-128 0,1-3-32 0,-2 1 0 15,-1 3-1968-15,1-1-400 0,0-4-64 0,1-2-32 16,0 2-624-16,-1-1-128 0,-1 2-32 0,1-4 0 16,-2 2 2800-16,-1-3 544 0,0 1 112 0,-2-3 32 0,0 1 1776 0,-1-1 352 15,0 0 80-15,0 3 16 16,0 4 1872-16,-2 4 368 0,2 2 80 0,-1 7 16 0,0 1 64 0,0 1 32 15,-2 4 0-15,0 3 0 0,1-5-1424 0,-3 16-272 0,3-16-64 0,-6 24-16 16,6-24-912-16,-7 38-176 0,1-14-48 0,0 4 0 16,1 1-304-16,-2-1-64 0,2-1-16 0,-1 1 0 31,1 3-64-31,0 0-32 0,3-5 0 0,2-26 0 0,1 44-32 0,-1-44-128 0,0 0 192 0,17 44-64 16,-17-44-128-16,0 0 0 0,0 0 0 0,0 0 0 15,40 20-400-15,-31-24-64 0,1-3-16 0,0 0-17472 16</inkml:trace>
  <inkml:trace contextRef="#ctx0" brushRef="#br1" timeOffset="-20356.72">16401 11984 2751 0,'1'-2'256'0,"0"-2"-256"16,0 3 0-16,0-1 0 0,0 2 4592 0,-1-2 864 15,1 1 176-15,0 1 48 0,1-2-1552 0,0 0-304 16,-1-1-64-16,1 1-16 0,0-1-2144 0,0 1-448 16,-1 1-64-16,0-2-32 0,0 0-736 0,-1-1-160 15,0 1-32-15,0-2 0 0,-1 0-128 0,0-1 0 16,-1-2 0-16,-1 1 0 0,0-1 0 0,0-1 0 15,-1 0 0-15,-1 1 0 0,0 2 0 0,-3 1 0 0,1 3 0 0,-1 0 0 16,-2 5 0-16,2 1 0 0,-1 4 0 0,0 3 0 16,1 0 0-16,0 4 0 0,-1 1 0 0,2 3 0 15,1-1 0-15,1 2 0 0,1-1 0 0,4-19 0 16,-5 40 0-16,5-40 0 0,1 34 0 0,-1-34 0 16,0 0 0-16,13 30 0 0,-13-30 0 0,0 0 0 15,0 0 0-15,34 8 0 0,-34-8 0 0,22-10 0 16,-10 1 0-16,1-1 0 0,0-4 0 0,1 0 0 15,-1-1 0-15,0-3 0 0,1-1 0 0,-1 0 0 16,-1-3 0-16,-2 3 0 0,-1-2 0 0,-2-1 0 0,-2 4 0 16,-1-2 0-16,-2-3 0 0,-3 2 0 0,1-1-128 15,-2 1 128-15,0-3 0 0,0 1 0 0,-2-1 0 0,2 2 0 16,0 2 0-16,1 3 0 16,0 4 0-16,1 4 0 0,0 4 0 0,1 3 0 0,0 2 0 0,-1 0 0 15,0 0 144-15,0 0-144 0,5 31 144 0,-5-31-144 16,3 45 192-16,-1-15-192 0,0 5 176 0,-1 2-176 15,-1 1 160-15,0 0-160 0,-1 0 128 0,0 0-128 16,3-3 0-16,0-2 0 0,-2-33 0 0,7 52 0 16,-7-52 0-16,12 38-18496 0</inkml:trace>
  <inkml:trace contextRef="#ctx0" brushRef="#br1" timeOffset="-19424.16">17117 11913 19343 0,'0'-7'848'0,"0"0"192"0,0 1-832 0,1 3-208 0,0 1 0 0,-1 1 0 15,1-1 2192-15,1-1 400 0,0-1 80 0,1-3 16 16,-1 4 0-16,-2 3 16 0,0 0 0 0,0 0 0 16,0 0-1648-16,4 32-336 0,-4-32-64 0,-5 42-16 15,3-16-432-15,-2 5-80 0,-1 3-128 0,0 1 176 16,0 0-176-16,0-2 0 0,-1 3 0 0,0-6 0 0,2-4 0 0,4-26 0 16,-6 41 0-16,6-41 0 0,2 28 0 0,-2-28 0 15,0 0 0-15,0 0 0 0,0 0-128 0,0 0-64 16,0 0-16-16,27-21 0 15,-20 5-1392-15,1-4-256 0,-2-1-64 0,-1 0-16 16,-1-4-656-16,-3 1-128 0,0-1-32 0,-2 1 0 16,-2-1 1536-16,0-2 320 0,-2 1 48 0,1-1 16 0,-2 2 832 0,2 4 0 15,2 4 0-15,-1 5 0 0,0 0 1408 0,0 4 208 16,1 2 48-16,2 4 0 0,-1 0 480 0,1 0 96 16,0 2 32-16,0 0 0 0,0 0-1072 0,0 0-224 15,0 0-32-15,28-3-16 0,-28 3-416 0,23-5-64 16,-23 5-32-16,28-5 0 0,-28 5-256 0,33-4-160 15,-33 4 192-15,29 0-192 0,-29 0 0 0,0 0 0 16,0 0 0-16,39 19 0 0,-39-19 0 0,0 0 0 16,0 0 0-16,1 31 0 0,-7-20 0 0,-4 0 0 0,-2 2 0 15,-4-1 0-15,-1 0-160 0,-3 0 16 0,0 2 0 0,1-4 0 16,-1-1 144-16,3-1 0 0,1-2 0 16,3-3-128-16,2-1 128 0,2-2 0 0,4-3 0 0,1 1 0 15,3-3 144-15,3 1-144 0,3-4 192 0,2 2-192 16,3-2 144-16,2-2-144 0,5 1 0 0,2-3 144 15,1-2-144-15,1 2 0 0,1 1 0 0,1-1 0 16,1 2 0-16,0-2 0 0,0 2 0 0,-1 4 0 16,-3-2 0-16,-20 8 0 0,37-2 0 0,-37 2 0 15,0 0-144-15,40 16 144 0,-40-16 0 16,0 0 0-16,22 36 0 0,-22-36 0 0,0 0 0 16,3 36 0-16,-3-36 0 0,-4 22 0 0,4-22 0 0,-6 25 0 0,6-25 0 15,-8 19 0-15,4-12 0 0,-1 0 0 16,1-2 0-16,0-2 0 0,0-1 0 0,0-2 0 0,1 0 176 15,2-2-176-15,-1-3 160 0,2 0 16 0,-1-2 0 16,2 1 0-16,1-3 0 0,0 1-48 0,2-1-128 16,1 0 192-16,0-2-64 0,4 1-128 0,0-4 160 15,2 2-160-15,1-2 160 0,1 0-160 0,2 0 0 16,0 1 0-16,0 0 0 0,-1 3 0 0,0-1 0 16,2 3 0-16,-1-2 0 0,-1 3 0 0,-1 0 0 15,-13 7-144-15,19-6 144 16,-19 6-544-16,0 0-48 0,0 0-16 0,0 0-17248 0</inkml:trace>
  <inkml:trace contextRef="#ctx0" brushRef="#br1" timeOffset="-18786.58">17804 11906 15663 0,'2'-6'688'0,"-1"3"144"0,1 0-656 0,-1 1-176 0,-1 0 0 0,0 2 0 16,0-3 2368-16,0 1 448 0,1-3 96 0,-1 1 16 15,-1-1-368-15,0 2-80 0,-2 3-16 0,1 0 0 16,-2 2-1216-16,4-2-240 0,-8 12-48 0,2-4-16 16,6-8-656-16,-11 19-128 0,5-7-32 0,1 1 0 15,0-1-128-15,0 2 0 0,5-14 0 0,-5 32 128 16,5-32-128-16,0 0 0 0,4 35 144 0,-4-35-144 16,0 0 0-16,0 0 128 0,0 0-128 0,39 19 0 15,-39-19 0-15,0 0 0 0,30-9 0 0,-21 2 0 0,1-1 0 0,-1 1 0 16,-1-2-144-16,0-1 144 0,-2 1-176 0,-1-1 48 15,-1 2 0-15,-2-1 0 0,0 0 128 0,-1 2 0 16,-2 0-144-16,-1 0 144 0,0-2 0 0,-3 4 0 0,-2 0 0 0,0-1 0 16,-2 0 0-16,-1 3 0 0,-1-1 0 15,-1 2 0-15,1 0-128 0,-1 4 128 0,3 0-160 0,0 0 160 16,3 0-272-16,0 2 32 0,2 2 16 0,4-6 0 16,0 0 224-16,0 0 0 0,-2 24 192 0,2-24-192 15,0 0 144-15,0 0-144 0,0 0 0 0,31 22 144 16,-31-22 48-16,0 0 0 0,36 6 0 0,-36-6 0 15,26-2-32-15,-26 2 0 0,27-4 0 16,-27 4 0-16,26-6-160 0,-26 6 0 0,28-7 0 0,-28 7 0 16,28-8 0-16,-28 8 0 0,26-9 0 15,-26 9 0-15,22-6 0 0,-22 6 0 0,21-8 128 0,-21 8-128 0,17-6 128 0,-17 6-128 16,0 0 128-16,22-6-128 16,-22 6 208-16,0 0-32 0,0 0-16 0,0 0 0 0,0 0-32 0,0 0-128 15,0 0 192-15,0 0-64 0,0 0-128 0,31 10 0 16,-31-10 0-16,0 0 128 0,0 0-128 0,17 31 128 15,-17-31-128-15,0 0 128 0,13 35-128 0,-13-35 0 16,0 0 0-16,14 36 0 0,-14-36 0 0,0 0 0 16,15 34 0-16,-15-34 0 0,0 0 0 15,0 0 0-15,0 0 0 0,0 0 0 0,0 0 0 0,33 14 0 0,-27-19 0 0,1-2 0 16,0-3 0-16,1 0 0 0,0-1 0 0,0-1 0 16,-1 0 0-16,0 0 0 0,0-2 0 0,-1 0-176 31,0 2-592-31,-2-2-112 0,-1 2-16 0,-2 0-10592 0,-1-2-2112 0</inkml:trace>
  <inkml:trace contextRef="#ctx0" brushRef="#br1" timeOffset="-18623.42">18142 11700 18431 0,'2'-4'816'0,"-1"3"160"0,-1 1-784 0,0 0-192 16,0 0 0-16,0 0 0 0,0 0 2720 0,0 0 496 15,0 0 112-15,0 0 0 0,36 19-480 0,-36-19-96 16,0 0-32-16,28 29 0 0,-28-29-1904 0,0 0-384 0,30 26-80 0,-30-26-16 15,0 0-336-15,0 0 0 0,33 23 0 0,-33-23-12192 16,0 0-2544 0</inkml:trace>
  <inkml:trace contextRef="#ctx0" brushRef="#br1" timeOffset="-17618.5">18371 11934 14735 0,'0'0'1312'0,"0"0"-1056"16,0 0-256-16,0 0 0 0,0 0 1728 0,0 0 272 0,0 0 64 0,0 0 16 16,0 0 688-16,0 0 144 0,0 0 32 0,7 31 0 15,-7-31-1152-15,0 0-208 0,-3 33-48 0,3-33-16 16,-4 24-976-16,4-24-192 0,0 0-32 15,-1 32-16 1,1-32-592-16,0 0-112 0,0 0-32 0,0 0-16656 0</inkml:trace>
  <inkml:trace contextRef="#ctx0" brushRef="#br1" timeOffset="-17067.1">18537 11963 14735 0,'0'0'640'0,"0"0"160"15,10-7-640-15,-10 7-160 0,0 0 0 0,0 0 0 0,11-7 1504 0,-11 7 272 32,15-10 48-32,-3 2 16 0,2-2 128 0,-1 2 16 0,-1-1 16 0,-1 1 0 0,-2 0-992 0,-9 8-208 15,13-10-32-15,-13 10-16 0,6-10-624 0,-5 8-128 16,-2 0 0-16,-2-1 0 0,0 1 0 0,-4 1 0 15,0 0 0-15,-2 2 0 0,-2-1-144 0,1 3 144 0,-2-2 0 16,0 3-144-16,1 0 144 0,1 1 0 0,0-1 128 16,-1 2-128-16,3 1 480 0,1 0 32 15,0 0 0-15,7-7 0 0,-7 17 512 0,7-17 96 0,-7 24 32 0,7-24 0 16,-3 30-320-16,3-30-64 0,3 27-16 0,-3-27 0 16,0 0-352-16,17 33-64 0,-17-33-16 0,0 0 0 15,0 0-320-15,41 22 144 0,-41-22-144 0,0 0 0 16,34-3 0-16,-34 3 0 0,24-14 0 0,-11 4 0 15,0-4-368-15,0-1-16 0,0-3-16 0,-1 1 0 32,-2-2-784-32,0 1-160 0,-3 1-16 0,-1-1-16 0,-3 2-80 0,-1 0-16 0,-1-1 0 0,-3 0 0 15,1 3 480-15,-2-4 96 0,1 0 0 0,-3 0 16 0,0-4 720 0,0 1 160 16,1 2 0-16,0 2 0 0,0 0 640 0,0-1 112 31,-1-3 16-31,2 1 16 0,0 1 768 0,0 3 160 0,1 2 16 0,1 4 16 0,1 4-544 0,0 3-112 16,0 3-32-16,0 0 0 15,0 0-496-15,0 0-112 16,7 33 0-16,-7-33-16 0,4 42-176 0,-4-42-16 16,5 60-16-16,-1-25 0 0,0 1-96 0,-2 2 0 15,2-3-128-15,0 1 192 0,0-3-48 0,0-2-16 16,-4-31 0-16,9 54 0 0,-9-54-128 0,12 48 0 0,-12-48 0 16,12 39 0-16,-12-39 0 0,0 0 0 0,16 35-192 0,-16-35-18560 15</inkml:trace>
  <inkml:trace contextRef="#ctx0" brushRef="#br1" timeOffset="-16748.13">18888 11973 7359 0,'0'0'656'0,"0"0"-528"0,0 0-128 0,0 0 0 15,0 0 2400-15,0 0 448 0,0 0 96 0,0 0 0 16,0 0-464-16,41 2-112 0,-41-2 0 0,33-9-16 0,-33 9-1168 0,31-12-224 15,-16 2-64-15,0 3 0 0,0 0-224 0,-1-3-48 16,-1 1-16-16,-3 0 0 0,0 0-336 0,-2-2-64 16,-2 4-16-16,-3-2 0 0,-2-1 0 0,-3 3 0 15,-2-4 0-15,-3 2 0 0,-2-1-64 0,-3 5-128 16,-1 2 176-16,-3 1-176 0,-1 7 672 0,0 0 32 16,1 6 0-16,0 1 0 0,1 3-160 0,2 3-32 15,2 3 0-15,2 1 0 0,1 2 144 0,4-1 32 16,1-1 0-16,3-22 0 0,9 45-336 0,-9-45-64 15,25 31-16-15,-25-31 0 0,33 21-144 0,-33-21-128 0,40 10 192 0,-40-10-192 16,50-2 0-16,-24-2 0 0,0-4 0 0,0-1-12304 16,3-2-2544-16</inkml:trace>
  <inkml:trace contextRef="#ctx0" brushRef="#br1" timeOffset="-14740.35">19536 11942 12287 0,'5'-7'1088'0,"-3"3"-864"16,1 1-224-16,0 0 0 0,-1 0 0 0,-1 2 0 0,1 0 0 0,0-1 0 0,3 0 0 0,1-3 0 16,1-1 0-1,-1 1 128-15,0 1-128 0,-1 1 0 16,-2 0 0-16,1 1 0 0,0 1 0 0,-1-1 0 0,-1 2 0 0,-1-2 0 0,-1 1 0 0,1 1 0 16,-1 0 0-16,1 0 0 15,0 0 0-15,0 0 0 0,1 0 736 0,0-2 224 0,0 2 32 0,-1 0 16 16,1 0 464-16,1 0 80 15,1-1 32-15,-4 1 32 0,0 0 240 0,0 0 64 0,0 0 0 0,0 0 32 16,0 0-464-16,29-1-80 0,-29 1-32 0,0 0 32 16,0 0-320-16,22-7-64 0,-17 6 0 0,0-2 16 15,0 2-640-15,-2-1-128 0,1-3-16 0,0 2-16 0,-1 1-368 0,-2-3-80 16,1 0-16-16,-1-1 32 16,-2 1-176-16,-1 0-32 0,0 0-16 0,-4 0 32 15,0 1-576-15,-3 1-128 0,0-1-32 0,-1 3 32 16,-1 1 336-16,-1 0 64 0,0 3 16 0,0-1 32 0,1 1 640 0,1 1 0 15,1 2 0-15,0 0 0 0,2 1 288 0,0 1-32 16,2 2 0-16,0 1 48 0,2 1 96 0,-1 0 32 16,2 2 0-16,0-2 0 0,2-12-176 0,-1 26-16 15,1-26-16-15,0 0 0 0,6 33-80 16,-6-33-16-16,0 0 0 0,0 0 0 0,0 0-128 0,0 0 128 0,0 0-128 0,34 21 128 16,-28-22-128-16,-1-2 0 0,1-2 0 0,-1 0 0 15,2 0-272-15,-2-2-48 0,2 0 0 0,-1 0 0 31,1-2-512-31,-1 1-128 0,1 0 0 0,-2-2-16 0,0 3 512 0,0-1 96 0,0-2 32 0,-1 1 0 16,0 1 336-16,-2-1 0 0,0 3 0 0,-1 0 0 16,-1 3 320-16,0 0 16 0,0 3 16 0,0-2 0 15,-1 2 416-15,1 2 64 16,-1 0 32-16,1-2 0 0,0 0-208 0,0 0-32 0,1 26-16 0,-1-26 0 16,0 0-192-16,0 0-32 0,11 38-16 0,-11-38 0 0,0 0-112 15,0 0 0-15,0 0-16 0,32 33 0 16,-32-33 16-16,0 0 16 0,0 0 0 0,40 0 0 0,-28-4-272 0,0 0 0 15,0-2 0-15,1-1 0 32,0-3-320-32,-1 3-192 0,2-2-16 0,-1-1-15728 0</inkml:trace>
  <inkml:trace contextRef="#ctx0" brushRef="#br1" timeOffset="-13571.72">20360 11800 7359 0,'0'-2'656'0,"0"1"-528"16,0 1-128-16,0-2 0 0,1 2 1040 0,-1-1 176 0,1-1 48 0,0 0 0 16,1-3 1040-16,0 0 224 0,0 1 32 0,0 1 16 15,-1-2-336-15,0 3-80 0,0 0-16 0,-1 2 0 16,1-2-608-16,-1 2-112 0,0 2-16 0,0-1-16 15,-1 2-448-15,0 3-96 0,1-6-16 0,-4 20 0 16,4-20-352-16,-5 30-80 0,2-10-16 0,1 2 0 16,0 0-256-16,1 1-128 0,0 1 128 0,0-1-128 15,1-23 0-15,0 41 0 0,0-41 0 0,4 40 0 16,-4-40 0-16,0 0 0 0,10 40 0 0,-10-40 0 16,0 0 0-16,0 0 0 0,0 0 0 0,0 0 0 15,0 0 0-15,39 1 0 0,-31-11 0 0,1-2 0 0,1-2 0 0,-1 0 240 16,0-1-64-16,0-2-16 0,-1 3-160 15,0-1 0 1,1 0 0-16,-2-2 128 0,0 1-128 0,-1 1 0 16,0 1 0-16,-1-3 0 0,-1 3 0 0,0-3 0 0,-2 3 0 0,2 0 0 0,-2 1 0 15,1 0 0-15,-1 1 0 0,0 2 0 0,0 1-176 0,1 0-64 16,1 1-16-16,-2 2-16864 16</inkml:trace>
  <inkml:trace contextRef="#ctx0" brushRef="#br1" timeOffset="-13257.12">20583 11930 18431 0,'7'-2'816'0,"-2"-3"160"0,2 2-784 0,-3 1-192 0,0 2 0 0,-1-2 0 16,-3 2 1920 0,16-8 320-16,0-1 80 0,6-2 16 0,5-2-352 0,-1 2-64 15,0-1 0-15,-4 0-16 0,-1 2-1264 0,-4 1-256 0,-3 0-64 0,-2 1 0 16,-4-1-320-16,-3 2-128 0,-2-1 0 0,-1 2 0 15,-4-2-624-15,-2 2-112 0,-4-2-32 0,-1 3 0 16,-1-2 384-16,-2 3 80 0,-1-1 16 0,-1 4 0 0,1 2 640 0,-2 4 128 16,1 1 32-16,-1 4 0 15,1 2 224-15,1 1 48 16,2 1 16-16,1 1 0 0,2 0 48 0,1 2 16 0,1 1 0 0,2-1 0 0,1 0 0 0,3-17 0 16,-1 30 0-16,1-30 0 0,0 0-304 0,14 36-64 15,-14-36-16-15,0 0 0 0,37 16-176 0,-37-16-48 31,35 0 0-31,-15-3 0 0,2-2-128 0,0-2 0 0,0-1 0 0,-1-2 0 16,-1 1-1168-16,-3-1-224 0,0-1-32 0,0 2-15104 16</inkml:trace>
  <inkml:trace contextRef="#ctx0" brushRef="#br1" timeOffset="-12904.46">21075 11525 9215 0,'2'-5'816'0,"0"2"-656"0,0 1-160 0,-1 2 0 15,0 0 2320-15,0 0 432 0,2 2 96 0,-3-2 16 16,0 0 720-16,0 0 160 0,0 0 32 0,12 51 0 16,-15-26-1952-16,-2 6-384 0,-1 3-80 0,-3 3-16 15,-1 1-640-15,0 0-128 0,-2 0-16 0,-2 0-16 16,1-3-240-16,-1-1-48 0,3-6-16 0,3-2 0 16,1-2-112-16,7-24-128 0,-4 34 176 0,4-34-176 15,0 0 0-15,0 0 0 0,0 0 0 0,0 0 0 16,0 0 0-16,0 0 0 0,39 4 0 0,-28-16 0 0,1-4 0 15,2-1 0-15,-1-1 0 0,3 0 0 0,1-1 0 0,0 0 0 16,-1 3 0-16,1 2 0 0,-2 4 128 0,-1 1-128 16,1 2 0-16,-15 7 0 0,0 0 0 0,28 1 0 15,-28-1 0-15,0 0 0 0,0 0 160 0,18 36-160 16,-18-36 128-16,4 31-128 0,-4-31 144 0,1 35-144 16,-1-35 160-16,-1 34-160 0,1-34 128 0,-1 33-128 15,1-33 0-15,-1 26 0 0,1-26 0 0,0 0 0 16,0 0 0-16,0 0 0 0,0 0 0 0,0 0 0 15,0 0 0-15,0 0-12432 16,30-4-2400-16</inkml:trace>
  <inkml:trace contextRef="#ctx0" brushRef="#br1" timeOffset="-12727.67">21468 11684 26719 0,'0'0'2368'0,"0"0"-1888"0,0 0-480 0,0 0 0 15,0 0 2432-15,0 0 384 0,0 0 64 0,0 0 32 16,25 37-1520-16,-25-37-304 0,0 0-64 0,24 41-16 15,-24-41-656-15,0 0-128 0,21 35-32 0,-21-35 0 16,0 0-192-16,0 0 0 0,0 0 0 0,31 27-12224 16,-31-27-2544-16</inkml:trace>
  <inkml:trace contextRef="#ctx0" brushRef="#br1" timeOffset="-12587.23">21472 11904 24879 0,'0'0'2208'0,"0"0"-1760"15,0 0-448-15,0 0 0 0,0 0 1248 0,0 0 160 16,0 0 48-16,0 0 0 0,0 38 704 0,0-38 144 16,0 0 16-16,5 40 16 0,-5-40-1360 0,0 0-272 15,11 33-48-15,-11-33-16 0,0 0-640 0,0 0 0 16,0 0 0-16,33 22-18128 16</inkml:trace>
  <inkml:trace contextRef="#ctx0" brushRef="#br1" timeOffset="-12333.39">21816 11864 5519 0,'0'0'496'0,"15"-8"-496"16,-15 8 0-16,10-4 0 0,-10 4 3152 0,0 0 544 15,0 0 96-15,9-7 32 0,-9 7-736 0,10-5-144 0,-10 5-16 0,7-7-16 16,-7 4-992-16,-2 3-192 0,-3-2-32 16,-1 2-16-16,0 0-560 0,-3 2-112 0,-1 0-32 0,0 3 0 15,-1 0-592-15,0 2-128 0,0 0-32 0,0 3 0 16,0-1 0-16,1 3 0 0,2 1 0 0,1 0 0 15,2 2-96-15,5-15 0 0,-3 28-128 0,3-28 192 16,0 0-192-16,15 34 0 0,-15-34 128 0,0 0-128 16,36 20 0-16,-36-20 0 0,31 5 0 0,-31-5 0 15,34-4-448 1,-34 4-64-16,38-8-32 0,-17 1 0 0,-1 0-1920 0,0 0-384 0,0-3-80 0,-2 1-11664 16</inkml:trace>
  <inkml:trace contextRef="#ctx0" brushRef="#br1" timeOffset="-12118.98">22198 11541 1839 0,'3'-16'160'0,"-1"8"-160"0,1 1 0 0,-1 1 0 0,-1 5 1952 0,0-1 352 15,0 1 80-15,0 1 16 0,-1-2 960 0,0 2 192 16,0 0 32-16,0 0 16 0,0 0-400 0,1 36-64 16,-1-36-32-16,-6 39 0 0,6-39-1456 0,-9 53-304 15,3-22-48-15,1 2-16 0,-2 1-640 0,2 1-144 16,1-3-32-16,0-2 0 0,2-1-208 0,2-29-64 15,0 49 0-15,0-49 0 0,6 38-192 0,-6-38 128 16,0 0-128-16,15 40 0 0,-15-40 0 0,0 0 0 0,0 0 0 0,0 0-12336 16,0 0-2480-16</inkml:trace>
  <inkml:trace contextRef="#ctx0" brushRef="#br1" timeOffset="-11792.99">22333 11914 14735 0,'0'0'640'0,"0"0"160"0,0 0-640 0,0 0-160 16,0 0 0-16,0 0 0 16,0 0 1984-16,0 0 384 0,0 0 64 0,27 2 0 0,-27-2-352 0,24-3-80 15,-24 3-16-15,28-4 0 0,-28 4-1024 0,30-5-224 16,-30 5-32-16,36-8-16 0,-36 8-416 0,36-9-80 16,-18 2 0-16,-1 2-16 0,0-2-176 0,-2 1 0 15,0-1 0-15,-3-1 0 0,0-1 0 0,-3 0 0 16,-2-2-144-16,-3 0 144 0,-2 1 0 0,-4 1 0 0,-3-1 0 15,-3 5 0-15,-2 0 224 0,-2 5 0 0,-3 1 0 0,-1 4 0 16,-1 1 800-16,0 5 144 0,0 0 48 0,0 3 0 16,3 0-544-16,1 3-96 0,1 0-32 0,2-2 0 15,3 2-288-15,7-17-48 16,-8 30-16-16,8-30 0 0,0 0-32 0,8 42-16 0,-8-42 0 0,0 0 0 16,33 22-144-16,-33-22 0 0,34 6 144 0,-34-6-144 15,38 0 0-15,-38 0 0 0,45-6 0 0,-20 1-12560 16,2 2-2400-16</inkml:trace>
  <inkml:trace contextRef="#ctx0" brushRef="#br1" timeOffset="-11661">23275 12010 12895 0,'1'-6'576'0,"-1"3"112"0,1 0-560 0,0 0-128 0,-1 2 0 0,0-1 0 0,0-3 160 0</inkml:trace>
</inkml:ink>
</file>

<file path=ppt/ink/ink10.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0:06:40.382"/>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
  </inkml:definitions>
  <inkml:trace contextRef="#ctx0" brushRef="#br0">10161 5521 3679 0,'-1'-2'320'0,"0"-1"-320"16,0 3 0-16,0-2 0 0,-1 2 384 0,0 0 0 0,0-2 0 0,-6-1 0 16,-3 1 240-16,-2-1 48 0,-1 1 16 0,-1 0 0 15,0 2 128-15,0 0 16 0,-1 0 16 0,0 1 0 16,0 2 176-16,0 0 48 0,0 0 0 0,-1 1 0 16,1 1-32-16,-2 2 0 0,0 0 0 0,0 0 0 15,-2 3-400-15,-1-1-96 0,1 0-16 0,1 0 0 0,-1 2-368 0,-4-1-160 31,1 3 128-31,1 2-128 0,2-1 0 0,-1 4 0 0,-2 4 0 0,1 0 0 0,0 4 0 0,2 0 0 16,0 2 192-16,3 0-64 0,1 3 256 0,3-4 64 16,1-2 0-16,4-1 0 0,1-2-192 0,7-22-16 15,-7 40-16-15,7-40 0 0,-1 35-64 0,1-35-16 16,4 38 0-16,-4-38 0 0,7 41 368 0,-7-41 64 16,8 47 0-16,-8-47 16 0,11 50 48 0,-11-50 0 0,14 47 0 15,-14-47 0-15,0 0-128 0,31 50 0 0,-31-50-16 0,0 0 0 16,44 33-16-16,-44-33 0 0,39 19 0 0,-39-19 0 15,46 18 80-15,-46-18 16 0,51 17 0 0,-51-17 0 16,51 15 16 0,-21-9 16-16,4 0 0 0,2-4 0 0,-2 1-80 0,3-3-16 15,0-3 0-15,0-2 0 0,1-2-192 0,0-4-64 0,0 1 0 0,-1-6 0 16,2-1-256-16,-2-2 0 0,-1-6 0 0,-2 0 0 16,-3-3 0-16,-2-1 0 15,-2 0 0-15,-3-3 0 0,1-4 0 0,-1-4 0 0,0-3-192 0,-2-4 192 16,-2-1-320-16,-3-4 48 0,-4-5 0 0,-3 0 0 15,-4 12-240-15,-5-7-64 0,-6-5 0 0,-6-2 0 16,-5 4-16-16,-8 6-16 0,-2 8 0 0,-4 6 0 16,-4 8-688-16,-8 6-144 0,-10 7-32 0,-7 7-7376 15,6 5-1488-15</inkml:trace>
  <inkml:trace contextRef="#ctx0" brushRef="#br0" timeOffset="1962.51">21399 5562 3679 0,'-4'0'320'0,"-1"2"-320"0,1-1 0 0,1 0 0 15,1 1 672-15,-3 1 64 0,-4 3 16 0,-9 3 0 16,-5 5 272-16,-5 2 48 0,-1 1 16 0,0 2 0 16,-1-3 112-16,2 3 16 0,1 0 16 0,0 0 0 15,2 2-192-15,2-1-32 0,1 1-16 0,1 0 0 0,1-2-160 0,1 2-48 16,2-2 0-16,0 2 0 0,1 1 112 0,16-22 32 15,-26 42 0-15,26-42 0 0,-20 43-16 16,20-43 0-16,-16 43 0 0,16-43 0 16,-8 42-256-16,8-42-48 0,0 0-16 0,4 58 0 15,-4-58 0-15,0 0 0 0,27 50 0 0,-27-50 0 0,32 28 48 0,-11-16 16 16,3-2 0-16,1-1 0 0,3 0-80 0,3 1-32 16,5-3 0-16,2 0 0 0,4-3-128 0,0 1-32 15,1-2 0-15,1-3 0 0,-1 0-192 0,1 0-64 16,-1 0 0-16,-1-2 0 0,3 1-128 0,-2-1 0 0,-3-1 0 15,0-1 0-15,0-1 0 0,-1-2 0 0,-1 2 0 0,-3-2 0 16,0 0 0-16,-1-2 0 0,-1-1 0 0,-1-2 0 16,-3 0 0-16,-2-4-176 0,-3-3 176 0,-5-2-192 31,-4-2-192-31,-5-2-64 0,-4-3 0 0,-6-5 0 0,-4 2 192 0,-5-7 16 0,-6 0 16 0,-7-5 0 16,-7-2 224-16,-7-5 0 0,-3 5 144 0,-4 0-144 15,-3 3-704 1,-4 4-224-16,-3 3-48 0,-2 8-16 0,-2 5-240 15,3 6-48-15,1 4-16 0,2 5 0 0,3 7 592 0,0 5 128 0,3 4 32 16,-2 6-7264-16,-3 3-1440 0</inkml:trace>
  <inkml:trace contextRef="#ctx0" brushRef="#br1" timeOffset="11893.85">7570 7062 8287 0,'-2'2'736'0,"0"-2"-592"0,1 0-144 0,1 0 0 16,-1 1 1024-16,0-1 160 0,-1 2 32 0,-1-1 16 16,0 1 176-16,-1 1 48 15,1-2 0-15,1 1 0 0,1 1-32 0,1-1 0 16,1-2 0-16,1 1 0 0,2 1-128 0,1-4-16 0,3 2-16 0,2-1 0 16,1-1 64-16,2 0 16 15,3 1 0-15,3-2 0 0,-1 0-448 0,3-2-64 0,3 1-32 0,-1-2 0 0,0 1-224 0,-2 1-32 16,2-1-16-16,0 0 0 0,1 3-208 15,0-2-32 1,1 1-16-16,0 0 0 0,-1 1-272 0,-1-2 160 0,0 3-160 0,-3-3 128 0,-1 1-128 0,-3 1 0 31,-2 0 0-31,-3 0 0 0,-1 1 0 0,-3-1 0 0,-1 2 0 0,-2 0 0 32,-1 2-816-32,-2-2-32 0,0 1-16 0,-1 0-15296 0</inkml:trace>
  <inkml:trace contextRef="#ctx0" brushRef="#br1" timeOffset="12114.23">8009 7058 9215 0,'-1'0'816'0,"1"0"-656"0,1-2-160 0,0 1 0 16,-1 1 912-16,1 0 160 0,-1-2 16 0,1 2 16 16,-1-2 864-16,0 1 160 0,-1 1 48 0,-2 0 0 15,1 3-864-15,-1-1-160 0,-2 4-48 0,-1 0 0 16,-2 3-512-16,-2 1-96 0,-2 4-32 0,-2 1 0 15,-2 4-64-15,-1 2-16 0,-1 2 0 0,-2 3 0 16,3 0-16-16,-3 3-16 0,2 2 0 0,0-2 0 0,1-1-160 0,2-4-16 16,0-3-16-16,2-4 0 0,3-1-160 0,-1-4 128 15,4-2-128-15,1-1-13280 16</inkml:trace>
  <inkml:trace contextRef="#ctx0" brushRef="#br1" timeOffset="12374.72">7698 7094 10127 0,'-2'-1'896'0,"0"-1"-704"16,2 2-192-16,0 0 0 0,1 2 1392 0,-1-2 240 0,1 1 48 0,1 3 16 16,1-2 1104-16,-3-2 208 15,0 0 64-15,0 0 0 0,32 38-1088 0,-32-38-192 0,0 0-64 0,36 48 0 16,-36-48-608-16,30 41-128 0,-30-41-32 0,29 46 0 15,-29-46-400-15,30 50-96 0,-30-50-16 0,25 43 0 16,-25-43-304-16,0 0-144 0,34 45 128 0,-34-45-128 16,0 0-288-1,0 0-144-15,38 29-16 0,-38-29-16352 0</inkml:trace>
  <inkml:trace contextRef="#ctx0" brushRef="#br1" timeOffset="12603.28">7532 7480 10127 0,'-6'0'896'0,"2"0"-704"15,2 0-192-15,2 0 0 0,0 0 1264 0,0 2 208 16,-1-2 64-16,-2 2 0 0,0 1 960 0,2 2 192 16,1-5 32-16,0 0 16 0,0 0-544 0,0 0-96 15,47 24-32-15,-47-24 0 0,43 8-592 0,-16-5-128 16,2-1-32-16,1-4 0 0,-1 2-656 0,3-3-128 0,2-1-16 0,2-1-16 15,-1-2-272-15,1 2-48 0,2-2-16 16,0 0 0-16,-2 0-160 0,-4 0 0 0,-1 2-192 0,-4 0-17536 16</inkml:trace>
  <inkml:trace contextRef="#ctx0" brushRef="#br1" timeOffset="13107.12">8282 7364 11967 0,'-2'-2'1072'0,"1"1"-864"0,0-1-208 0,0 1 0 0,1-1 1216 0,1 1 192 0,-1 0 32 0,1-3 16 16,0-1 256-16,1 0 48 0,0-3 16 0,0 2 0 15,-1-2-704-15,2 1-144 0,0 0-32 0,1 0 0 16,0 0-256-16,2 0-48 0,1-2-16 0,1 1 0 15,1-2-256-15,0 1-48 0,1 0-16 0,0-2 0 16,0 1-64-16,-1 2-32 0,1-1 0 0,1-1 0 16,-1 1-160-16,-1 3 160 15,-1 0-160-15,-1 3 160 0,0 1 48 0,0 1 16 16,-7 1 0-16,0 0 0 0,0 0-32 0,0 0 0 16,0 0 0-16,24 44 0 0,-24-44-64 0,0 0 0 0,10 49-128 0,-10-49 192 15,10 38-192-15,-10-38 128 0,0 0-128 0,26 46 0 0,-26-46 0 0,0 0 0 16,42 14 0-1,-42-14 0-15,33-5 0 0,-14-3 0 0,2-3 0 0,2-2 0 16,1-4 128-16,0 0-128 0,0-1 0 0,-3 0-9648 16,1 1-2032-16</inkml:trace>
  <inkml:trace contextRef="#ctx0" brushRef="#br1" timeOffset="14223.96">9157 7062 7359 0,'0'0'656'0,"0"0"-528"15,1 0-128-15,-1 0 0 0,0 0 1008 0,-1 0 160 16,1 0 48-16,-1 0 0 0,-1 2 0 0,1-1 0 16,-1 1 0-16,-1 1 0 0,0 1-208 0,1-2-48 15,0 3 0-15,-1 0 0 0,0-1-16 0,0 4-16 16,0-1 0-16,0 2 0 0,0 1 96 0,0-1 32 16,3-9 0-16,-7 29 0 0,7-29-416 0,-10 33-64 15,5-14-32-15,-2 0 0 0,1 1-176 0,-1 0-48 16,0-1 0-16,1 0 0 0,1-2-80 0,5-17-32 15,-8 26 0-15,8-26 0 0,-7 19-208 0,5-12 0 0,1-3 0 16,0-1-160 0,1 0-976-16,-1-1-192 0,1-2-32 0,1 0-6816 0,0 0-1360 0</inkml:trace>
  <inkml:trace contextRef="#ctx0" brushRef="#br1" timeOffset="14776.57">9065 7131 1839 0,'-2'-3'160'0,"2"1"-160"15,0 2 0-15,0-1 0 0,1 0 1152 0,-1 1 192 16,1-2 32-16,-1-3 16 0,3 2 688 0,-1-1 144 16,3-1 16-16,0 0 16 0,3 1-544 0,0-1-112 15,2 2-32-15,0-1 0 0,2 1-224 0,-1-1-32 16,0 1-16-16,-2 2 0 0,-1 0-224 0,1 1-48 15,-9 0-16-15,22 1 0 0,-22-1-304 0,0 0-64 16,0 0-16-16,35 13 0 0,-35-13-304 0,0 0-64 0,0 0-16 0,0 0 0 16,0 0-240-16,8 42 0 15,-12-34 0-15,-1-1 0 0,0 0 128 0,-3 0-128 16,0-2 0-16,-1 2 0 0,-2-2 0 0,0 0 0 0,-2 2 0 0,1-3 0 16,1 1 0-16,-2 0-128 0,-1-1 128 0,0 1-160 15,1 0-96-15,0 0-32 0,1 0 0 0,2-1 0 16,3 1 80-16,0-2 16 0,2 1 0 0,0-1 0 15,1 1 192-15,3-1 0 0,0-1 0 0,1-2 0 16,1 0 0-16,0 0 0 0,2 0 0 0,1-2 0 16,1-1 0-16,2-2 128 0,-1 3-128 0,3 0 0 15,0-1 320-15,1-1-64 0,2 1 0 0,1 1 0 0,0 2 64 16,-13 0 0-16,30 2 0 0,-30-2 0 0,32 7 64 16,-32-7 32-16,0 0 0 0,41 24 0 0,-41-24-160 15,0 0-16-15,28 35-16 0,-28-35 0 0,0 0-224 0,10 38 0 16,-10-38 0-16,0 0 0 0,-9 32 128 15,1-23-128-15,-3 0 0 0,-1 1 0 0,-1-3 224 0,-3 0-48 16,0 0-16-16,-1-2 0 0,0-1 48 16,-2-1 16-16,1-1 0 0,1-1 0 0,0-1-224 15,1-2 144-15,2 1-144 0,2-1 128 16,1 1-592-16,2-1-128 0,1 2-32 0,1-1-9808 16,3 1-1984-16</inkml:trace>
  <inkml:trace contextRef="#ctx0" brushRef="#br1" timeOffset="15082.64">9653 7102 1839 0,'4'-9'160'0,"-1"4"-160"15,-1 1 0-15,-1 1 0 0,-1 1 2432 0,-1 2 464 0,1 0 96 0,-1 0 16 16,-1-2-272-16,-2 1-48 0,-1 2-16 0,-3 3 0 15,-1-1-1072-15,0 2-192 0,-2 4-64 0,-2-2 0 0,-1 2-176 16,0 3-32-16,1 0-16 0,-1 0 0 0,1 2-96 16,-2 1-32-1,1 4 0-15,0 0 0 0,2 4-304 0,1 1-64 0,2 0-16 0,1-1 0 16,8-23-144-16,-5 44-16 16,5-44-16-16,0 0 0 0,13 44-176 0,-13-44-16 0,0 0-16 0,28 31 0 15,-28-31-224-15,0 0 0 0,38 19 0 0,-38-19 0 31,32 3-464-31,-15-4-144 0,0-1-32 0,1-1 0 16,-2 1-2432-16,1-3-512 0</inkml:trace>
  <inkml:trace contextRef="#ctx0" brushRef="#br1" timeOffset="15349.97">9953 7100 11967 0,'-4'-1'528'0,"2"0"112"16,1 1-512-16,-1 0-128 0,0 1 0 0,0 0 0 0,0 1 1952 0,-2-1 352 15,-1 3 80-15,-3 1 16 0,-2 3-112 0,0 1-32 16,-2 2 0-16,0 1 0 0,-1 2-688 0,1 3-144 16,-1 0-16-16,2-1-16 0,0 3-576 0,1-1-112 15,4 0-32-15,6-18 0 0,-8 31-208 0,8-31-32 16,0 0-16-16,0 0 0 0,9 42-416 0,-9-42 0 15,0 0 128-15,0 0-128 16,33 15-688-16,-21-16-160 0,2-1-48 0,0-4-9728 0,2 0-1968 0</inkml:trace>
  <inkml:trace contextRef="#ctx0" brushRef="#br1" timeOffset="15675.82">9980 7153 6447 0,'1'-1'576'0,"0"1"-576"0,-1 0 0 0,0 0 0 16,0 0 576-16,0 0 16 0,0 0 0 0,1 0-4048 15</inkml:trace>
  <inkml:trace contextRef="#ctx0" brushRef="#br1" timeOffset="16064.01">9832 7297 2751 0,'-2'1'256'0,"-1"0"-256"16,2-1 0-16,0 0 0 0,0 1 1664 15,0 1 272-15,-2-2 64 0,0 2 16 0,-2 0 800 0,0 1 144 16,1 0 48-16,0 1 0 0,2-2-544 0,0 1-96 16,0 0-32-16,2 1 0 0,-1-2-704 0,0 3-144 0,1-2-16 15,0 0-16-15,0 0-672 0,1 0-128 0,0 0-16 0,0-1-16 16,1 1-192-16,2-2-48 0,0-1 0 0,0 0 0 16,-4 0 48-16,15 0 0 0,-5-2 0 0,2 0 0 15,2-1-112-15,3-1-32 0,1 1 0 0,0-2 0 16,2 3-48-16,1-3-16 0,0 3 0 0,2-3 0 15,-1 2-80-15,0 1-16 0,-1 0 0 0,2 0 0 16,-3-1-128-16,1 1 128 0,-1-3-128 0,-1 3 128 16,1-3-128-16,-1 0 0 15,0-1 0-15,-2 0 0 0,-2 2 0 0,-2-3 0 0,-2 4 0 0,-4-1 0 16,-2 1 0-16,-4-2 0 0,-1 3-128 0,-2-2 128 16,-3 1-944-16,-1 0-112 0,0 1-32 0,-2-2-16480 15</inkml:trace>
  <inkml:trace contextRef="#ctx0" brushRef="#br1" timeOffset="16285.81">10089 7119 8287 0,'0'-2'368'0,"0"-1"80"0,1 1-448 0,-1 1 0 0,0 0 0 0,0 1 0 16,0 0 1872-16,0-2 304 0,-1 1 48 15,0 1 16-15,0 0 640 0,-1 0 128 0,-2 0 16 0,0 4 16 16,-1-1-1056-16,-2 5-192 0,0-1-64 0,-2 4 0 16,-2 2-656-16,0 3-144 0,-1 3-32 0,-1 0 0 15,-1 4-464-15,-1 0-112 0,1 2 0 0,2 0-16 16,0 0-48-16,2-4-16 0,2 0 0 0,0-3 0 16,2-1-96-16,0-2-16 0,6-15 0 0,-5 24 0 15,5-24-128-15,0 0-256 0,0 0 64 0,0 0-17040 16</inkml:trace>
  <inkml:trace contextRef="#ctx0" brushRef="#br1" timeOffset="16701.27">10312 7195 8287 0,'4'-3'368'0,"-3"1"80"0,2 0-448 0,-1 2 0 0,-1 0 0 0,-1 0 0 16,1 0 1792-16,0 0 288 0,0 0 48 0,0 0 16 16,-1 0-48-16,0 0-16 0,0 0 0 0,0 0 0 15,0 0-608-15,-10 24-112 0,5-15-16 0,-1 0-16 16,0 3-240-16,-1 2-32 0,0 3-16 0,0-2 0 16,7-15-384-16,-11 33-80 0,11-33 0 0,-5 31-16 15,5-31 16-15,0 0 16 0,0 0 0 0,0 0 0 16,22 33-208-16,-22-33-64 0,22-2 0 0,-9-1 0 15,1-2-192-15,1-2-128 0,2 0 160 0,-2-2-160 16,3-1 128-16,-1 1-128 0,-1 2 0 0,0-3 144 16,-2 1-144-16,-2 0 0 0,-1 1 0 0,-3-1 0 15,-4 2 0-15,-3-1 0 0,-4 4 0 0,-3-2 0 16,-4 2 0-16,-2-3 0 0,-3 4 0 0,-3-1 0 16,-2 1 0-16,-1 1 0 0,-1-1 0 0,2 1 0 15,3 1-224-15,1 0 80 0,3-1 16 0,2 0 0 16,4 2-1216-16,2 2-224 0</inkml:trace>
  <inkml:trace contextRef="#ctx0" brushRef="#br1" timeOffset="17936.78">10613 7397 9215 0,'0'2'816'0,"0"-2"-656"15,-1 2-160-15,1-2 0 0,0 0 1680 0,0 1 304 16,0 1 64-16,-1 2 16 0,1-4 480 0,0 0 80 0,0 0 32 0,0 0 0 16,-5 26-736-16,3-20-128 15,-1 0-48-15,0 0 0 0,1 0-720 0,-2 1-128 0,-1-2-48 0,1 2 0 16,-2 0-400-16,1-1-96 16,-2 0-16-16,0 1 0 0,-2 0-336 0,1 1 0 0,-1-2 0 0,0 2 0 15,2-4-480-15,0 2-160 0,1-1-48 0,1-2-14960 16</inkml:trace>
  <inkml:trace contextRef="#ctx0" brushRef="#br1" timeOffset="18385.52">10985 7205 5119 0,'-3'-3'0'0,"2"2"224"0,0 0-64 0,-1 1-16 0,1 0-144 0,0 0 0 0,0 0 0 0,-2 0 0 16,0 0 1984-16,-2 1 384 0,-1 0 64 0,0 4 0 15,-2 0-320-15,1 2-80 0,-1 2-16 0,0 2 0 0,1 2 48 0,-1 1 16 16,1 0 0-16,0 3 0 0,2 0-800 0,5-17-144 16,-6 28-48-16,6-28 0 0,0 0-432 0,0 0-80 15,0 0-32-15,21 36 0 0,-21-36-288 0,0 0-64 16,34 0-16-16,-20-5 0 0,3-2-176 0,-1-3 0 16,3-2 0-16,-2-2 128 0,-1 2-128 0,-1-2-144 15,-1 0 144-15,-3 2-208 0,-1-1-96 0,-2 2-16 16,-1 0 0-16,-2 1 0 0,-2 3 48 0,-2-3 0 15,-3 1 0-15,-3 0 0 16,0 1-176-16,-3 2-16 0,-1 0-16 0,-2 3 0 0,-1 0 160 0,-1 2 48 0,-1 2 0 16,0 1 0-16,2 0 272 0,-1 1 0 0,2 2 0 0,0 0 144 15,2 1-144-15,2 1 128 0,1 0-128 0,2-2 128 32,3 0-608-32,1-5-128 0</inkml:trace>
  <inkml:trace contextRef="#ctx0" brushRef="#br1" timeOffset="18620.21">11253 7274 19343 0,'1'2'848'0,"-1"0"192"0,1-2-832 0,-1 0-208 15,1 2 0-15,-1-2 0 0,1 1 2640 0,-1 3 496 16,0-4 80-16,0 0 32 15,0 0-784-15,0 0-160 0,0 0-16 0,10 38-16 0,-10-38-1472 0,0 0-288 16,0 0-64-16,0 0-16 0,0 0-432 0,0 0 0 16,0 0 0-16,0 0-12032 15,0 0-2432-15</inkml:trace>
  <inkml:trace contextRef="#ctx0" brushRef="#br1" timeOffset="18987.4">11532 7152 11967 0,'4'-2'528'0,"-3"0"112"0,1-1-512 0,-2 3-128 0,0 0 0 0,0 0 0 16,-1 0 1920-16,0 0 336 0,-1 0 80 0,0 1 16 16,-1 1-416-16,-2 0-80 0,-2 5 0 0,-1-1-16 15,1 2-592-15,-3 2-112 0,0 1-32 0,-1 2 0 16,0 1-176-16,0 0-32 0,0 1-16 0,1-1 0 0,1 2-112 0,9-16 0 15,-10 24-16-15,10-24 0 0,0 0-304 0,0 0-48 16,0 0-16-16,0 0 0 0,0 0-384 0,38 16 128 16,-25-20-128-16,0-4 0 0,0 0 0 0,1 0 128 15,1-2-128-15,0-1 0 0,-2 2 0 0,0-1 0 16,0 0 0-16,-2 0 0 16,-3 1 0-16,-1 0 0 0,-1-1 0 0,-2 0 0 0,-2 4 0 0,-1-1 0 15,-1 2 0-15,-3 0 0 0,-1 0 0 0,-3 3 0 16,-3 0 0-16,-1-1 0 0,0 1-192 0,-1 2 192 15,0 0-192-15,-1 2 192 0,1-1-384 16,0 1 32-16,1 0 16 0,0 0 0 16,3 1-752-16,2-1-160 0,0 0-32 15,2 1-13760-15</inkml:trace>
  <inkml:trace contextRef="#ctx0" brushRef="#br1" timeOffset="19255.22">11872 7038 10767 0,'-3'-2'224'0,"1"2"48"0,0-1 16 0,1 0 32 0,1 1-320 0,-1 0 0 16,1 1 0-16,0-1 0 0,-1 1 3440 0,-1-1 608 15,0 3 128-15,0 1 32 0,-1 0-1232 0,3-4-240 0,0 0-48 0,0 0-16 16,-9 35-1120-16,9-35-208 0,-6 29-64 0,6-29 0 16,-7 35-816-16,7-35-160 0,-11 42-48 0,4-18 0 15,1 2-128-15,-1 0-128 0,2 0 144 0,5-26-144 16,-9 48 0-16,9-48 0 0,-2 37 0 0,2-37-18352 16</inkml:trace>
  <inkml:trace contextRef="#ctx0" brushRef="#br1" timeOffset="19885.02">12106 7046 911 0,'0'-3'0'0,"0"-1"0"16,1 1 0-16,0 1 0 0,0 0 1840 0,0 0 272 15,1 1 64-15,0-3 16 0,2 1 672 0,0-4 128 16,4 1 16-16,-2 0 16 0,2 1-176 0,0 1-32 16,1-1-16-16,1 2 0 0,2 1-688 0,-12 2-144 15,26 0-32-15,-26 0 0 0,30 3-768 0,-30-3-144 16,32 11-48-16,-32-11 0 0,0 0-592 0,41 34-128 15,-41-34-32-15,24 36 0 0,-24-36-80 0,20 43-16 0,-20-43 0 0,11 44 0 16,-11-44 0-16,3 52-128 0,-3-52 192 16,-8 49-64-16,0-25-128 0,-3-2 0 0,-4-3 0 0,-3 0 0 15,-3-3 0-15,-2-1 0 0,-3 1 0 0,-2-4 0 32,-1 0-544-32,-3-1-96 0</inkml:trace>
  <inkml:trace contextRef="#ctx0" brushRef="#br1" timeOffset="27651.68">11092 7558 911 0,'-2'0'0'15,"1"0"0"-15,0 0 0 0,0 0 0 0,1-2 688 0,-1 2 48 16,-1 0 16-16,1 0 0 0,-3-2 272 0,-1 1 48 15,1 1 16-15,1-2 0 0,-1 2-64 0,0 0 0 16,1 0 0-16,0 2 0 16,1-2-224-16,0 0-48 0,1 1-16 0,0 1 0 0,2-2-64 0,0 2-16 15,1-2 0-15,2 0 0 0,0 0 144 0,2 0 32 16,1 0 0-16,3-2 0 0,1-1-48 0,2 0 0 16,1-1 0-16,0 0 0 0,0 1 32 0,4-3 0 15,2 2 0-15,2-3 0 0,1 3-192 0,3-3-48 16,4 2 0-16,3 0 0 0,0 0-256 0,0 3-48 15,-3-2-16-15,-3 3 0 0,-1-2-80 0,-1 0-32 16,-1 2 0-16,-3-1 0 0,-1 0-144 0,-1 1 0 16,-2 1 144-16,-1 0-144 0,-2 0 0 0,-2 0 0 15,0 0 0-15,-2-2 0 0,0 2-192 0,-4 0 0 16,-1-2 0-16,-2 2-12304 0</inkml:trace>
  <inkml:trace contextRef="#ctx0" brushRef="#br1" timeOffset="27963">11186 7597 2751 0,'-5'1'128'0,"1"1"16"0,0-1-144 0,2 1 0 16,1-2 0-16,0 0 0 0,0 0 928 0,-1 2 160 15,-2-2 16-15,1 3 16 0,-1-3 224 0,0 2 64 16,2-1 0-16,1 0 0 0,2-1-352 0,0 1-64 16,3-1-16-16,2-1 0 15,0 1-16-15,3-2 0 0,3-3 0 0,2 0 0 0,2 1 176 0,3-4 16 16,1 2 16-16,1-2 0 0,2 2-336 0,1 0-64 16,2 0 0-16,0 0-16 0,1 0-240 0,-3 1-32 15,-1 0-16-15,-1 1 0 0,1-1-208 0,-1 2-64 16,-2-1 0-16,-2 1 0 0,-2-1-192 0,0 3 0 0,-1-1 128 0,0 0-128 15,0 0 0-15,-1 1-192 16,-3-1 48-16,-2-1-8128 0,-1 3-1632 0</inkml:trace>
  <inkml:trace contextRef="#ctx0" brushRef="#br1" timeOffset="28468.44">11553 7532 3855 0,'0'0'160'0,"0"-2"48"0,0 1-208 0,0 1 0 15,0 0 0-15,0 0 0 0,-1 1 576 0,0-1 80 16,0 2 16-16,0 0 0 0,-1 0 880 0,-1 3 176 16,1 0 48-16,-1-1 0 15,0 2-288-15,0 0-48 0,1 0-16 0,-1 0 0 16,1 0-576-16,-1 0-112 0,0-1-32 0,1 0 0 15,-1-1-288-15,1 1-64 0,-1-2-16 0,0 1 0 16,1 1 32-16,0 0 0 0,0-1 0 0,0 2 0 16,-1 0-112-16,0-1-32 0,0 2 0 0,0-1 0 0,0 2-48 0,1 0-16 15,0-3 0-15,-1 4 0 0,1-4-160 0,0 2 0 16,1 0 0-16,0-2 0 0,1 1 0 0,0 0 0 16,-1 0 128-16,2-1-128 0,0 0 0 0,1-2 0 0,0 1 0 0,1-1 0 15,0-1 0-15,2 0 0 0,1-2 0 0,2 0 0 16,0 0 0-16,2-1 192 0,2 0-64 0,2-1 0 15,1-1 336-15,1-1 64 0,3 1 16 0,1 1 0 16,4-1-96-16,3 1 0 0,4-1-16 0,2-1 0 0,3-1 208 0,1-1 64 16,1 0 0-16,-1-2 0 0,-1 2-224 0,0-1-32 15,2-1-16-15,2-1 0 0,0 1-192 0,2-1-48 16,-1 0 0-16,-3 2 0 0,-2 0-192 0,-2 2 0 16,-2-2 0-16,-3 1 0 15,-3 1 0-15,-2-1 0 16,-2 2 0-16,-1 1 0 0,-3-2 0 0,-2 3 0 0,-3 0-160 0,-2 0 160 15,0-1-1280-15,-2 1-160 0,0 0-32 0,-1 1-11616 0</inkml:trace>
  <inkml:trace contextRef="#ctx0" brushRef="#br1" timeOffset="29026.95">12994 7483 3679 0,'-1'-3'160'0,"1"0"32"0,0 1-192 0,0 0 0 16,0 1 0-16,0 1 0 0,1-2 1200 0,0 2 192 16,0-2 32-16,0-1 16 0,1 1 224 0,-1 0 64 15,-1 1 0-15,1-1 0 0,-1 2-336 0,-1-1-64 16,-1 2-16-16,-1-1 0 0,-1 2-288 0,-1-1-48 16,-2 3-16-16,-1-1 0 0,-1-1-160 0,-1 3-32 0,-1 0-16 0,-2-1 0 15,1 2-160-15,-1 0-16 0,2-1-16 0,1 2 0 16,0-2-112-16,-1 0-32 0,3 1 0 0,1-1 0 15,2 0-208-15,0 0-32 0,3 0-16 0,2-2 0 16,0 0-160-16,2 0 0 0,4 0 0 0,0-1 0 16,-6-2 0-16,0 0 0 0,35 4 0 0,-21-3 0 15,-1 1 192-15,1-2 48 0,3 2 16 0,1-2 0 16,-18 0-128-16,33 5-128 0,-33-5 176 0,31 3-176 16,-31-3 160-16,0 0-160 0,39 10 128 0,-39-10-128 15,0 0 0-15,0 0 0 0,0 0 0 0,0 0 0 16,0 0 0-16,0 0 0 0,-1 32 0 0,-12-25 0 15,-1 0 0-15,-3 0 0 0,-1 1 0 0,-3-2 0 0,1 3 0 0,-1 0 0 16,2 0 0-16,0 0 0 0,3-1-128 0,1-2 128 16,4 0 0-16,1-1 0 0,5-2-320 0,2-2 0 15,2 1 0-15,4-4 0 16,3-1-1376-16,2-1-272 0</inkml:trace>
  <inkml:trace contextRef="#ctx0" brushRef="#br1" timeOffset="29395.69">13193 7550 11055 0,'5'-2'480'0,"-3"1"112"0,0 0-464 0,-1 1-128 0,-2 0 0 0,0 0 0 16,0 0 1424-16,0 0 272 0,-2 1 48 0,-1 0 16 15,1-1-320-15,-3 2-64 0,0 1-16 0,-1 0 0 16,1 1-464-16,0 1-112 0,1 2-16 0,0 1 0 0,-1 0-128 0,3 2-48 16,-1 2 0-16,1 0 0 0,3-12-192 0,0 0-32 15,-1 34-16-15,1-34 0 0,0 0-160 0,0 0-16 16,0 0-16-16,28 39 0 0,-28-39 64 0,0 0 16 15,35-2 0-15,-19-3 0 16,0-4-240-16,1-1 176 0,2-4-176 0,0 0 160 0,0-1-416 0,-3 1-96 16,-1 2-16-16,-2 0 0 15,-2 1-192-15,-1-3-32 0,-1 2-16 0,-1 0 0 0,-3 2 416 0,0 1 192 16,-2-3-192-16,-2 5 192 0,0 0 0 0,-1 2 0 16,-1 2 0-16,0 1 128 0,-2 4 416 0,0 2 80 15,-1 1 16-15,1 1 0 0,-1 3 256 0,-1 1 48 16,1 3 16-16,-2 2 0 0,1 0-288 0,1 2-48 0,4-17-16 15,-4 32 0 1,4-32-288-16,0 0-48 0,7 38-16 0,-7-38 0 0,0 0-80 0,0 0-32 0,0 0 0 0,36 24 0 16,-28-24-144-16,2-2 0 0,0-3 0 0,1-2-176 31,0 0-528-31,1-2-96 0,-1 1-32 0,0-2 0 16,0 1-1840-16,0 0-368 0</inkml:trace>
  <inkml:trace contextRef="#ctx0" brushRef="#br1" timeOffset="29626.26">13662 7527 3679 0,'5'-6'160'0,"-1"1"32"0,1 0-192 0,-3 2 0 0,0 1 0 0,-2 0 0 0,1 1 1824 0,1-4 320 15,1-1 64-15,0-2 16 16,-2 1 496-16,-1 0 96 0,0 5 32 0,-4-1 0 0,-2 3-704 0,-1 3-144 16,-1-1-16-16,-3 5-16 15,0-1-816-15,0 3-144 0,0 0-48 0,1 0 0 0,-1 1-320 0,-1 2-80 16,0 0-16-16,1 2 0 0,1 0-320 0,3-2-64 15,0-2-16-15,3-1 0 0,2 0-144 0,2-4 128 16,0-5-128-16,0 0 128 0,0 0-128 0,0 0 0 16,0 0 0-16,0 0 0 0,41 14 0 0,-29-19-192 15,1 2 32-15,1-3-10192 0,2 1-2032 0</inkml:trace>
  <inkml:trace contextRef="#ctx0" brushRef="#br1" timeOffset="29911.52">13861 7508 4607 0,'2'-2'400'0,"-1"-1"-400"16,0 1 0-16,-1 2 0 0,0-2 1776 16,0 1 272-16,1-3 48 0,-1-1 16 0,1 0 80 0,-1-1 32 15,0 1 0-15,-1 2 0 0,-1 2-624 0,-1 0-128 0,-1 3-32 0,0 0 0 32,-2 3-416-32,1 0-96 0,-2 2-16 0,-1 0 0 0,-1 0-256 15,0 1-48-15,-1 3-16 0,-1 0 0 0,2 2-192 16,-2-1-32-16,3 0-16 0,0 0 0 0,1 0 0 0,3-1 0 15,0-1 0-15,4-10 0 0,0 0-112 0,0 0-32 16,0 0 0-16,0 0 0 0,0 0-208 0,32 33 0 16,-21-33 0-16,1-2 0 0,1-1 0 0,2-2 0 15,0 1-208-15,1-1 64 16,-2 2-752-16,0-1-128 0,0 0-48 0,-1 0 0 16,0 2-688-16,0-2-144 0,-1 1-16 0,-1 1-9408 0</inkml:trace>
  <inkml:trace contextRef="#ctx0" brushRef="#br1" timeOffset="30296.64">14036 7570 4607 0,'-1'2'400'0,"1"-2"-400"0,0 2 0 0,0-2 0 15,0 0 2240-15,1 0 384 0,0 0 64 0,0 1 0 16,2 1 112-16,1-2 16 0,0 0 0 0,2 0 0 15,0 0-1120-15,1 0-224 0,0-3-32 0,0 3-16 0,0-2-608 0,0 2-128 16,-1-2-32-16,1-1 0 16,-1 3-368-16,1-4-80 0,-1 1-16 0,0 1 0 0,-1-2-192 0,2 0 0 15,-2 1 0-15,1-2 0 0,-2 2 0 0,-1-2 0 16,1 0 0-16,-1 0 0 0,0-1 0 0,-3 1-128 16,0 0 128-16,-3 0 0 0,0 0 0 0,-2 1 0 15,-1 2-128-15,-1-1 128 0,0 3 0 0,-1 0 0 16,-2 1 0-16,0 1 0 0,2 1 0 0,-1 0 0 0,1 2 144 0,1 0-144 15,-2 0 256-15,1 2-48 0,0 0 0 16,-1 0 0-16,2 3-16 0,0-1-16 0,2 3 0 0,-1 0 0 16,2 0 112-16,4-12 32 0,-7 28 0 0,7-28 0 15,0 0-32-15,6 40 0 0,-6-40 0 0,0 0 0 16,0 0-32-16,29 33-16 0,-29-33 0 0,0 0 0 16,35 3-240-16,-22-6 128 0,1-1-128 0,1-5 0 31,0 1-448-31,0-1-176 0,-1-1-32 0,1-1-15216 0</inkml:trace>
  <inkml:trace contextRef="#ctx0" brushRef="#br1" timeOffset="30651.38">14368 7508 7359 0,'5'-4'320'0,"-2"1"80"0,0 1-400 0,-2 1 0 0,0-1 0 0,-1 2 0 0,1 0 1536 0,0-1 240 16,1 0 32-16,0-1 16 15,-1-1 288-15,-1 1 48 0,0 1 16 0,-2 1 0 0,-1 0-768 0,-1 3-160 16,-2-2-32-16,0 3 0 0,-1-2-352 0,-1 3-80 15,-2 0-16-15,0-1 0 0,0 4 0 0,0-2-16 16,-1 2 0-16,0 1 0 0,1 0 16 0,2-1 0 16,1-1 0-16,1 0 0 0,2-2-96 0,2 0-16 0,3-1 0 0,1-2 0 15,3 1-368-15,0-3-80 0,4 2-16 0,1-2 0 16,1 0-192-16,1 0 0 16,0 0 128-16,-12 0-128 15,26 1 0-15,-26-1 128 0,24 3-128 0,-24-3 0 0,0 0 0 0,0 0 0 0,34 14 0 16,-34-14 0-16,0 0 0 15,0 0 0-15,0 0 0 0,-11 23 0 0,2-16 0 0,-4 0 0 0,-1 1 0 0,-1 0 0 16,0 0 0-16,-1-1 0 16,2 0 0-16,0-3 0 0,2 1 0 0,2-2 0 15,1-1 0-15,3 0 0 0,2-2 0 0,2 0 0 16,2 0 0-16,3-2 0 16,3 0-1216-16,3-3-144 0</inkml:trace>
  <inkml:trace contextRef="#ctx0" brushRef="#br1" timeOffset="30969.23">14672 7506 13823 0,'8'-3'608'0,"-2"1"128"0,-2-1-592 0,-1 1-144 0,-1 2 0 0,-2 0 0 15,0 0 2576-15,0-1 496 0,1 0 80 0,-1 1 32 16,-2 0-880-16,-2 0-192 0,-1 1-16 0,-1 0-16 16,0 2-1184-16,-2 1-256 0,0-1-32 0,-1 1-16 15,1 1-400-15,0 0-192 0,-1-3 160 0,2 3-160 16,0-2 128-16,0 1-128 0,2-1 0 0,0 1 0 15,1-1 208-15,2-1-48 0,1 0-16 0,3 0 0 16,0-2 240-16,3 3 64 0,1-3 0 0,4 1 0 16,0 1-192-16,1-2-16 0,-11 0-16 0,29 4 0 15,-29-4-96-15,30 5-128 0,-30-5 176 0,31 7-176 16,-31-7 128-16,0 0-128 0,39 14 0 0,-39-14 0 16,0 0 0-16,0 0 0 0,0 0 0 0,0 0 0 15,-8 31 0-15,-6-24 0 0,-3 3 0 0,-3-3 0 16,1 0 0-16,-3-3 0 0,-2 4 0 0,2-4 0 0,0 1 0 15,1-2 0-15,-1-1 0 0,2 0 0 16,2-2-1280-16,3 0-224 0</inkml:trace>
  <inkml:trace contextRef="#ctx0" brushRef="#br1" timeOffset="31799.24">15381 7494 16575 0,'-1'2'1472'0,"1"0"-1168"16,0-2-304-16,0 1 0 16,0-1 1552-16,1 0 256 0,0 2 48 0,0 0 16 0,2-2-400 0,0 1-96 15,2 1-16-15,1-5 0 0,0 1-592 16,2-1-112-16,0-3-16 0,-1 0-16 0,1 0-352 0,-2-2-64 16,1-1-16-16,-4 2 0 0,1-2-192 0,-3 2 0 15,-2-1 128-15,-2 1-128 0,0 1 0 0,-3 0 0 16,-1 2 0-16,-2 1 0 0,0 1 0 0,-2-1 0 15,0 4 0-15,-2 1 0 0,1 0 0 0,0 3 0 16,1 0 0-16,-2 1 0 0,1 2 176 0,0 1-16 16,2-1 0-16,1 2 0 0,0 1-160 0,0 1 0 15,2-2 144-15,0 3-144 0,0 2 144 0,1-1-144 16,6-14 192-16,-6 26-192 0,6-26 336 0,0 0-32 0,-2 35-16 16,2-35 0-16,0 0-160 0,0 0-128 0,0 0 192 0,0 0-192 15,25 38 0-15,-17-40 0 0,0 0 0 0,1-2 0 16,1-2 0-16,2-1 0 0,1-5 0 0,-1 0 0 31,4-2-320-31,-1-4-112 0,0 1-16 0,-1 1-16 0,-1-2-544 0,-2 1-96 0,-1 0-32 0,-1 0 0 16,-3 2 496-1,-1-2 112-15,-2 1 16 0,0-1 0 0,-1 0 512 0,-1 1 0 0,0-1 192 0,-1 0-48 0,-1 3 640 0,0 2 128 16,-1 1 32-16,0 4 0 0,1 0 144 0,0 2 48 16,0 0 0-16,1 2 0 0,0 0-368 0,0 2-80 15,0 1-16-15,-1 0 0 0,1 0-224 16,0 2-64-16,-1 3 0 0,0 1 0 0,1-6 0 0,0 0-16 0,-5 34 0 0,5-34 0 15,-5 34-144-15,1-15-32 16,4-19 0-16,-7 41 0 0,4-16-192 0,-2-1 176 0,0 0-176 0,2-1 160 16,3-23-160-16,-6 45 160 0,6-45-160 0,-2 41 160 15,2-41-160-15,0 0 0 0,10 49 0 0,-10-49 0 16,0 0 0-16,0 0-176 0,0 0 16 0,25 36-11744 16,-19-38-2336-1</inkml:trace>
  <inkml:trace contextRef="#ctx0" brushRef="#br1" timeOffset="32552.93">14931 7534 8287 0,'0'-1'736'0,"0"0"-592"16,1 1-144-16,0 0 0 0,0 0 1664 0,0 0 320 16,0 0 48-16,1 0 16 0,2-2 576 0,0 2 112 15,1-1 16-15,-1 1 16 0,3 1-784 0,-1-1-176 16,0 2-16-16,1-2-16 0,-1 0-1184 0,0 1-224 16,1 0-48-16,-2-1-16 15,-1 0-1248-15,0 2-240 0</inkml:trace>
  <inkml:trace contextRef="#ctx0" brushRef="#br1" timeOffset="32694.27">14913 7624 11055 0,'-1'2'480'0,"1"-2"112"0,1 0-464 0,-1 1-128 0,1-1 0 16,0 0 0-16,0 2 1760 0,0-2 336 0,3 0 64 0,2 0 16 16,0 0 128-16,-6 0 48 0,0 0 0 0,0 0 0 15,32 3-1408-15,-24-3-288 0,0 0-48 0,2-1-13360 16</inkml:trace>
  <inkml:trace contextRef="#ctx0" brushRef="#br1" timeOffset="33268.81">15567 7510 6447 0,'-2'3'272'0,"0"-1"80"0,0-1-352 0,1 1 0 0,1-2 0 0,0 2 0 0,0-2 1136 0,-1 0 144 16,1 2 48-16,0 0 0 16,0 1 832-16,1-1 160 0,2 1 48 0,0-2 0 0,0 0-416 0,2 1-80 15,2-2-16-15,0 0 0 0,1-2-768 16,2 1-144-1,-1 0-48-15,1-2 0 0,1-2-432 0,0 2-80 0,-1-2-32 0,0 0 0 16,1 0-352-16,-1-3 0 0,-1 4 0 0,0-4 128 0,-4 4 624 0,0-1 128 16,-2 0 16-16,-2 1 16 15,-1-1-1856-15,-3 2-368 0,-1 1-80 0,-2 0-16 32,-2 0 224-32,0 0 32 0,-1 2 16 0,-2 0 0 0,0 2 512 0,0 0 112 0,-1-1 0 0,1 2 16 0,1 0 496 0,0 2 0 15,1-1 0-15,1 1 0 0,0 1 448 16,2 0 16-16,0 0 16 0,3 0 0 0,-1-1 560 0,1 2 112 0,1 0 32 0,2-7 0 15,0 0-192 1,0 0-32-16,0 0-16 0,4 36 0 0,-4-36-224 16,0 0-32-16,0 0-16 0,32 16 0 0,-32-16-128 15,27-2-32-15,-12-1 0 0,1 1 0 0,-1-3-384 16,-1 3-128-16,0-3 0 0,0 0 0 16,0 3-992-16,-2-5-304 0</inkml:trace>
  <inkml:trace contextRef="#ctx0" brushRef="#br1" timeOffset="33695.23">16107 7300 13823 0,'0'-3'608'0,"0"0"128"0,0 0-592 0,-1 2-144 0,1-1 0 0,0-1 0 16,-1 1 1904-16,1-1 336 0,0-1 80 0,-2-3 16 16,0 2-224-16,0-3-32 0,-1 4-16 0,0-1 0 15,-1 3-576-15,-1 2-112 0,0 0-32 0,-2 2 0 16,1 1-480-16,-3 1-96 0,1 4-32 0,0-1 0 16,0 2-304-16,0 3-64 0,-1 1-16 0,0 2 0 15,3-1-112-15,-1 3-32 0,3 0 0 0,4-17 0 16,-5 33-208-16,5-33 176 0,-1 33-176 0,1-33 160 0,3 34-160 15,-3-34 0-15,0 0 0 0,8 47 128 0,-8-47-128 0,0 0 0 16,11 54 0-16,-11-54 0 0,7 45 0 16,-7-45 0-16,3 43 0 0,-3-43 0 0,0 35 0 0,0-35 0 15,-8 30 0-15,3-17 0 0,-1-6-192 0,-1 1 192 16,-1-2-192-16,1-3 192 16,-1 0-496-16,1-3 32 0,0-1 0 0,1-4 0 15,-1-1-1280-15,1-4-256 0,-1-2-48 0,1 0-12512 0</inkml:trace>
  <inkml:trace contextRef="#ctx0" brushRef="#br1" timeOffset="33838.28">15883 7510 6447 0,'2'-4'272'0,"-1"1"80"0,1 3-352 0,-1-2 0 0,1 2 0 0,0 0 0 15,0 2 2192-15,2-2 368 0,3 0 80 0,-7 0 16 16,25 1 384-16,-8-2 80 0,1-1 16 0,3-1 0 16,-1 0-1296-16,1-2-256 0,1-1-48 0,-2-1-16 15,0 2-880-15,-2-1-160 0,-2 0-32 0,-1 0-16 31,-2 1-1120-31,-1 0-208 0,-1 1-64 0,-2 1-13328 0</inkml:trace>
  <inkml:trace contextRef="#ctx0" brushRef="#br1" timeOffset="34184.42">16195 7442 5007 0,'-1'0'0'0,"1"0"192"0,0 0-48 0,1 0 32 0,0 0-176 0,0 0 0 15,1 2 0-15,1-4 0 0,2 2 2752 0,4-2 528 16,0 1 112-16,3 1 0 0,1-2-784 0,0-1-176 15,1 3-16-15,-1-2-16 0,0 1-1232 0,-2 0-240 16,0-2-48-16,-1 1-16 0,0 0-688 0,-2-1-176 16,0 1 0-16,-2-3 0 0,0 0-176 0,-1 2-64 15,0-1-16-15,-2-1 0 16,0 1-528-16,0-1-112 0,-2 0-32 0,-1 1 0 16,-1 1 224-16,0-1 64 0,-2 1 0 0,-1 1 0 0,-3-2 208 0,0 3 48 0,-2-1 16 0,0 1 0 15,-1 1 224-15,-1 1 144 0,1 1-192 0,-2 0 192 16,2 2 0-16,1-1 256 0,0 2-32 0,0 0 0 15,1 2 560-15,2-1 112 0,-1 0 32 0,2 1 0 16,0 3 480-16,0-1 112 0,1 3 16 0,4-12 0 16,-6 21-560-16,6-21-96 0,0 0-32 0,0 0 0 15,7 38-160-15,-7-38-48 0,0 0 0 0,0 0 0 16,33 22-336-16,-33-22-80 0,0 0-16 0,40 4 0 16,-25-5-208-16,0-2 0 0,0 0 0 0,2-4 0 15,0 2-1280-15,0-2-240 0,1 0-48 0,0 0-13088 16</inkml:trace>
  <inkml:trace contextRef="#ctx0" brushRef="#br1" timeOffset="34454.06">16724 7384 3679 0,'4'-4'320'0,"-1"2"-320"16,-1 0 0-16,0 1 0 0,-1-1 1408 0,-1 0 224 15,1 1 32-15,-1 1 16 16,2-3 832-16,-2 0 176 0,0 1 16 0,-2 1 16 0,-1 1-240 0,-2 0-48 15,-3 3-16-15,-1 1 0 0,-1 1-704 0,-2 0-144 0,-2-1-32 0,1 4 0 16,-2-2-608-16,2 0-128 0,0 3-32 0,1-2 0 16,2 0-320-16,1 0-64 0,2 0 0 0,2 0-16 15,2 1-96 1,2-4-16-16,1-4 0 0,0 0 0 0,0 0-256 0,0 0 160 0,0 0-160 0,0 0 128 16,42 26-128-16,-29-26 0 0,1-1 0 0,1-2 0 15,3 0-192-15,0-2 0 0,1-1-16 0,-2 0 0 16,0-2-1472-16,0 0-304 0,-1 1-48 0,-2-2-8048 15,2 1-1616-15</inkml:trace>
  <inkml:trace contextRef="#ctx0" brushRef="#br1" timeOffset="34729.79">16961 7221 9215 0,'5'-2'400'0,"-3"2"96"0,0-2-496 0,-1 1 0 16,0 1 0-16,-1 0 0 0,0 1 1728 0,0 1 256 0,-1 0 64 0,0 3 0 15,-2-1 256-15,-1 1 48 0,-1 2 16 0,-1 1 0 16,0 1-720-16,-1 1-144 0,0 2-32 0,-1 1 0 16,1 2-304-16,-1 0-64 0,1 1-16 0,1-1 0 15,0 0-192-15,6-15-32 0,-8 29-16 0,8-29 0 16,0 0-304-16,-1 40-64 0,1-40-16 0,0 0 0 16,0 0-320-16,17 38-144 0,-17-38 128 0,0 0-128 15,0 0 0-15,32 26 0 0,-32-26 0 0,0 0 0 16,26 3 0-16,-19-5-256 0,0 1 64 0,-1-4 16 15,2 1-704-15,-2-4-144 0,1 2-16 0,-2-2-16 16,1 1-1184-16,-2-1-256 0,0-2-32 0,0 2-16 16,-2-3-592-16,-1 1-112 0</inkml:trace>
  <inkml:trace contextRef="#ctx0" brushRef="#br1" timeOffset="34918.44">16902 7323 4607 0,'-29'3'192'0,"16"-1"64"0,6 0-256 0,3-2 0 15,2 2 0-15,0-1 0 0,-4 3 2224 0,-4 0 400 16,-5 4 64-16,0-1 32 0,2 3 96 0,5-3 32 15,3-2 0-15,5-1 0 0,0-4-544 0,0 0-96 16,23 2-32-16,-9-4 0 0,3 0-784 0,2-3-176 0,1 0-16 0,1-1-16 16,2 1-624-16,-3 2-128 0,0-1-32 0,0-1 0 15,0 0-272-15,0 1-128 0,-1-1 128 0,-1 2-128 16,-2-1 0-16,-2-2-192 0,-1 3 0 0,-1-3 16 31,0 1-2016-31,-2 1-416 0</inkml:trace>
  <inkml:trace contextRef="#ctx0" brushRef="#br1" timeOffset="35062.43">17199 7268 9215 0,'0'0'816'0,"1"0"-656"16,0 0-160-16,0 0 0 0,0 0 1952 0,0 0 352 15,2-2 80-15,2 2 16 16,1-2-128-16,2 0-32 0,-1-1 0 0,2 0 0 16,0 1-832-16,-1-2-192 0,1 1-16 0,-1 1-16 0,-1-1-768 0,0 1-160 15,-2 2-16-15,-1-1-16 16,-2 1-1584-1,-1 0-320-15,-1 1-64 0,-2 1-10272 0</inkml:trace>
  <inkml:trace contextRef="#ctx0" brushRef="#br1" timeOffset="35253.01">17221 7326 4607 0,'1'2'192'0,"-1"0"64"16,1 0-256-16,-1-1 0 0,0 1 0 0,0-2 0 0,1 2 960 0,-1 2 160 15,0-4 32-15,0 0 0 0,0 0 608 0,0 0 128 16,-1 39 32-16,1-39 0 0,0 0 192 0,-6 31 32 0,6-31 16 0,0 0 0 0,0 0-672 0,-3 31-128 15,3-31-16-15,0 0-16 0,0 0-864 0,0 0-160 16,0 0-48-16,0 0 0 0,0 0-400 0,0 0-96 16,0 0-16-16,0 0 0 15,0 0-1056-15,0 0-224 0,0 0-32 0,0 0-9392 32</inkml:trace>
  <inkml:trace contextRef="#ctx0" brushRef="#br1" timeOffset="35595.58">17405 7309 11967 0,'3'-2'528'0,"-3"2"112"0,1 0-512 0,0 0-128 0,0 0 0 0,0 2 0 16,0-2 2016-16,-1 0 368 0,0 0 80 0,0 0 16 16,0 0 160-16,0 0 48 0,16 35 0 0,-16-35 0 15,0 0-1136-15,0 0-208 0,15 38-64 0,-15-38 0 16,0 0-736-16,0 0-160 0,11 38-16 0,-11-38-16 15,0 0-352-15,0 0 128 0,0 0-128 0,0 0 0 16,7 38 0-16,-6-36 0 0,1-1 0 0,0-1 0 16,0 0 384-16,0-1 0 0,0-1 0 0,1-2 0 15,1 1 32-15,1-2 16 0,0-1 0 0,1 0 0 0,0 0-208 0,1 0-32 16,-1 0-16-16,2-2 0 0,0 1-176 0,-1 0 0 16,1 0 144-16,-1 0-144 0,2-2 0 0,-1 1 0 15,0 0 0-15,1-2 0 0,0 2 0 0,-2-3 0 16,1 1 0-16,-3-2-128 15,1 0-320-15,-2-2-48 0,1 2-16 0,-1 0 0 16,-1 0-1216-16,-1 1-240 0,0 4-48 0,0 0-12960 16</inkml:trace>
  <inkml:trace contextRef="#ctx0" brushRef="#br1" timeOffset="35867.69">17633 7370 1839 0,'0'0'160'0,"0"0"-160"0,0 0 0 0,0 0 0 16,0 0 2432-16,0 0 448 0,0 0 80 0,0 0 32 15,30 5-112-15,-17-7 0 0,4-3-16 0,3-2 0 16,-1 0-1312-16,1-2-256 16,1-1-48-16,-2 1-16 0,-3-3-544 0,-1 1-112 0,-2 0-32 0,-3 0 0 15,-1 1-544-15,-5-2 0 0,-1 1 0 0,-4 1 0 16,-2 2-560-16,-3 2-112 0,-3 1-32 0,-4 3 0 16,0 4 336-16,-1 0 64 0,-3 4 16 0,0 2 0 15,1-1 1120-15,1 5 208 0,0 0 48 0,0 2 16 16,2 3 352-16,1 0 64 0,1 2 16 0,2 0 0 0,1-1-320 15,8-18-48-15,-7 34-16 0,7-34 0 0,0 0-592 0,7 40-128 16,-7-40-32-16,0 0 0 0,31 25-400 16,-31-25 0-16,30 9 128 0,-10-7-128 15,1-2-400-15,3-3-112 0,3-2-32 0,3-2-17040 16</inkml:trace>
  <inkml:trace contextRef="#ctx0" brushRef="#br1" timeOffset="38534.32">18367 7304 6447 0,'2'-1'576'0,"-1"0"-576"0,0 1 0 0,0-2 0 0,-1 2 1408 0,1-1 160 16,1-1 32-16,0 0 16 0,1-1 672 0,0 1 128 16,1-3 16-16,-1 3 16 0,-1-1-688 0,1 1-144 15,-1 0-16-15,0-1-16 16,0-1-592-16,0 3-112 0,-1-1-32 0,0 0 0 0,-1 0-208 0,0 2-64 16,0-3 0-16,0 1 0 15,-2 1-336-15,0 1-80 0,-1-2-16 0,0 1 0 0,-1 1-144 0,-2-1 0 0,0 1 0 0,-2 1 128 16,0 0-128-16,-1 2 160 15,-2 2-160-15,0-1 160 0,0 3 16 0,1 0 0 0,0 3 0 16,0-1 0-16,1 3-176 0,2 1 128 0,-1 3-128 16,1-1 128-16,1 1-128 0,1 0 160 0,5-16-160 0,-6 32 160 15,6-32-160-15,0 0 160 0,4 35-160 0,-4-35 160 16,0 0-160-16,0 0 0 0,0 0 0 0,43 19 0 16,-29-20 0-16,1-3 0 0,0-1 128 0,1-1-128 15,0-2 0-15,0 1 0 0,-1-3 0 0,1 0 0 16,1 1 0-16,-1-2 0 0,1 1-192 0,-2 1 192 15,-1 1-192-15,-2 0 192 0,-3 2-192 0,-1-1 192 16,-2 0 0-16,-1 2 0 16,-3 1 0-16,-1 1 0 0,-1 1 0 0,-1 2 0 0,0 2 0 0,-1 0 0 15,-1 2 0-15,-1 0 0 0,1 3 0 0,0-1 0 16,0 2 0-16,0-1 0 0,1 0 176 0,0 3-176 16,2-10 208-16,0 0-48 0,0 0-16 0,0 0 0 15,12 37 16-15,-12-37 0 0,0 0 0 0,0 0 0 16,35 8 0-16,-24-11 0 0,1 1 0 0,0-3 0 15,-1 0-160-15,0 1 0 0,0-4 0 0,-1 1 128 16,-1 0-128-16,-2 1 0 0,0-2 0 0,-3 3 0 16,0-2 0-16,-2 0 0 0,-2 2-128 0,-2-1 128 15,-2 1 0-15,0 1 0 0,-4-2 0 0,0 1 0 0,-2 1-176 0,0-1 176 16,-1 2-128-16,-1 1 128 0,2 0-128 0,0 2 128 16,2 0-128-16,-1 2 128 0,4 0 0 0,-1 0-128 15,2 4 128-15,2-3 0 16,0 3 0-16,1-1 0 0,1-1 0 0,2-1 0 0,1 2 0 0,-3-5 0 15,0 0 0-15,0 0 0 0,26 4 0 16,-16-5 0-16,1 0 0 0,-1-3 0 0,1 1 0 0,0-2 0 0,0 0 0 0,2 0 0 16,-1 1 0-16,0-1 0 0,0 0 0 0,-1 1-128 15,0-3-192-15,-1 2-16 0,1 0-16 0,-1 0 0 16,1 1 96-16,-2-1 0 0,-1 2 16 16,0 1 0-16,-2 0 240 0,1-1 0 15,-2 3 0-15,0 0 0 0,0 0 208 0,-3 3-16 0,0-1 0 0,0 1 0 16,-1 2 368-16,-1 0 64 0,-1 1 16 0,0 0 0 0,0 0-272 15,-2 1-48-15,2 1-16 0,-2 0 0 0,0 0-64 0,-1 1-16 32,1-2 0-32,-1 3 0 0,0-3-16 0,-1 2 0 15,2-1 0-15,-1-1 0 0,0 1-16 0,2-4 0 16,0 1 0-16,1-1 0 0,1-2-48 0,0-2-16 16,2 0 0-16,0-2 0 0,1 0-128 0,1-3 128 0,2 0-128 0,2-2 128 15,1-2-128-15,2-1 0 0,0-2 0 0,2 2 0 16,0-3-224-16,2 1 32 0,0-2 0 0,-1 1 0 15,0 1-32-15,-1-1 0 0,-1 3 0 0,-2 1 0 16,-2 3 224-16,0 3 0 0,-4 2 0 0,-1 2 0 16,-1 2 0-16,-2-3 0 0,0 0 0 0,0 0 0 15,-5 34 144-15,5-34 32 0,-8 28 0 0,3-11 0 16,0 0 16-16,-1-2 16 0,2-2 0 0,-1 1 0 16,1-2-208-16,2-2 0 0,0-1 0 0,0-2 0 15,2-2 0-15,0-2 0 0,2-1 0 0,0-2 0 16,1-2 0-16,1-1 0 0,1-2 0 0,0-1 0 15,3-1 0-15,0-3 0 0,1 0 0 0,1-2 0 0,1 0 0 16,1-2 0-16,-1-2-128 0,1 3 128 16,-1-2-512-16,0 0 16 0,-1 1 0 0,1 0 0 0,-1 2 176 0,-2 2 16 15,1 0 16-15,-1 3 0 0,-1 2 288 0,0 3 0 16,-3 2 0-16,1 0 0 0,-2 3 0 0,-3-3 0 16,0 0 176-16,0 0-176 0,0 0 496 0,-4 37-16 15,4-37 0-15,-6 24 0 0,6-24-176 0,-9 29-48 16,5-13 0-16,-1-1 0 0,0 0-256 0,1-2 0 15,4-13 128-15,-7 29-128 0,7-29 128 0,0 0-128 16,-2 31 144-16,2-31-144 0,0 0 128 0,0 0-128 16,0 0 0-16,0 0 144 0,36 16-144 0,-28-20 0 15,1-1 0-15,2 0 0 0,0-3 0 0,2 0 0 16,0 0 0-16,1-2 0 0,0 3-256 0,0-4-48 16,0 1 0-16,1 0 0 15,0 1-896-15,0-3-176 0,-2 1-32 0,0 1-16 16,0-2-448-16,-2 2-96 0,-1-1-16 0,-2 1 0 15,0 1 1120-15,-2-1 224 0,0 3 32 0,-2-2 16 0,1-2 592 0,-2 2 0 0,0-2 192 0,-2 1-64 16,2-1 848-16,0-1 176 0,0 1 16 0,0 0 16 16,0 0 64-16,0 4 16 0,1-1 0 0,-2 2 0 15,-1 3-368-15,1 2-80 0,-2 4-16 0,0 2 0 16,0-5-192-16,0 0-32 0,-5 31-16 0,5-31 0 16,-9 42-160-16,4-18-16 0,0 5-16 0,-1 1 0 15,-2 1-224-15,1 1-144 0,-2 0 192 0,1-1-192 16,0-3 192-16,-1-1-64 0,2-2 0 0,0-1-128 15,7-24 144-15,-12 46-144 0,12-46 0 0,-10 42 144 16,10-42-144-16,-3 34 0 0,3-34 0 0,0 0 0 0,0 0-224 16,0 34-32-16,2-31 0 0,1-6 0 15,2-1-672-15,-1-1-144 0,1-3-16 0,1-3-16 16,-1 2-1008-16,1-3-192 0,0-2-32 0,0 0-16 16,-1-1-912-16,1-1-176 0,-1-4-32 0,-1-3-16 15,2-1 368-15,-3-2 80 0,1-5 16 0,-1-2 0 16,-1-2 1744-16,-1-2 336 0,0 0 80 0,0 4 16 0,-1 7 1712 0,0 5 352 15,-2 6 64-15,1 4 0 0,-1 3 1408 0,0 6 288 16,0 0 48-16,1 2 16 0,0 2-352 0,1 0-80 16,2 0-16-16,0 1 0 0,-2-3-800 0,0 0-144 15,0 0-48-15,0 0 0 0,39 14-624 0,-39-14-128 16,26 0-16-16,-11-2-16 0,2 0-560 0,2-1-96 16,0-1-32-16,0 1 0 0,-1-2-128 0,1 4 128 15,0 0-128-15,-1 1 128 0,-18 0-128 0,0 0 192 0,38 16-192 0,-38-16 192 16,0 0-192-16,0 0 0 0,5 50 0 0,-13-33 0 15,-3-2 0-15,-3 2 0 0,-3-2 0 0,-2 2 0 16,0-2 128-16,-3-2-128 0,2-1 0 0,1-2 128 16,0-1-128-16,2-1 0 0,3-2 0 0,2-3 128 15,4-1-128-15,2-1 0 0,2-2 0 0,2-3 0 16,2 0-208-16,3-2-80 0,1-1-16 0,4-3 0 16,1 1-1568-1,2-1-320-15,2 1-64 0,2-3-11088 0</inkml:trace>
  <inkml:trace contextRef="#ctx0" brushRef="#br1" timeOffset="38826.71">19656 7265 5519 0,'40'-11'240'0,"-28"9"64"16,-8 0-304-16,-2 2 0 0,-1-2 0 0,3 1 0 0,5-1 2272 0,5-3 400 0,3 1 80 16,2-2 0-16,-1 2 320 0,-4-1 48 15,-4 3 16-15,-3-1 0 0,-3 3-1168 0,-3 0-240 0,-2 3-32 0,-3-1-16 16,0 3-704-16,-4-1-144 0,-1 5-16 0,-1 0-16 16,-1 2-320-16,-1 1-64 0,2 2-16 0,1 1 0 15,1 1-208-15,1-2-32 0,7-14-16 0,0 0 0 16,-4 36-144-16,4-36 128 0,0 0-128 0,0 0 128 15,0 0-128-15,36 21 0 0,-23-23 0 0,0-1 0 16,3 1 0-16,2-5-144 0,0 0 144 0,-1-1-160 16,-2 2-48-16,1-2-16 0,-1-3 0 0,-1 1 0 15,-1-2-144-15,-1 1-16 0,-4 1-16 0,-4 0 0 16,-3 1-64-16,-2 0-16 0,-5-1 0 0,-2 0 0 0,-3 3 144 16,-2 0 16-16,-4 1 16 0,0 1 0 15,-1 2 160-15,-1 3 144 0,1 2-208 0,1-1 80 0,1 3 128 0,2-1 0 16,2 1 128-16,3-1-128 0,1 1 0 0,5-1-256 15,1 1 32-15,3-3-9232 16,2 1-1840-16</inkml:trace>
  <inkml:trace contextRef="#ctx0" brushRef="#br1" timeOffset="39291.54">20148 7188 13823 0,'3'0'1216'16,"-1"0"-960"-16,0 0-256 0,-2 0 0 0,0 0 2000 0,0 0 368 15,0 1 64-15,0 0 0 16,0-1-16-16,-2 3-16 0,-2 2 0 0,-2-2 0 0,0 1-1024 16,-1 5-208-16,-2-2-32 0,2 3-16 15,-2 2-416-15,0 4-64 0,1 1-32 0,-1 1 0 0,0 2-432 0,1 1-176 16,-1-2 128-16,2-2-128 0,7-17 0 0,-11 30 0 16,11-30 128-16,0 0-128 0,-8 30 0 0,8-30 0 15,0 0 144-15,0 0-144 0,0 0 0 0,0 0 0 16,0 0 0-16,0 0 128 0,0 0-128 0,0 0 0 15,20-5 0-15,-14-2 0 0,0-1 0 0,2-2 0 0,1 1 0 0,0-3-128 16,1 2-192-16,0-2-16 0,0-2-16 0,0 0 0 16,1 1-32-16,0-2 0 0,0-1 0 0,0 1 0 15,1 0 384-15,0 1-176 0,-2 5 176 0,0 0-128 16,-1 4 128-16,0 0 0 0,-1 5 0 0,-1-2 0 16,0 2 128-16,-1 0 16 0,-6 0 0 0,0 0 0 15,0 0 240-15,0 0 64 0,0 0 0 0,34 21 0 16,-34-21-208-16,0 0-48 0,0 0 0 0,0 0 0 15,9 48-192-15,-9-48 144 0,0 0-144 0,-8 42 128 16,8-42-128-16,-11 26 0 0,3-14 0 0,0-2 128 16,-1 1-128-16,0-1 128 0,1-1-128 0,-1-2 128 0,3-2-128 15,1-2 0-15,2 0 0 0,1-2 128 0,0-1-128 0,2-1 0 16,1 0 0-16,2-3 0 16,0-1-384-16,2 1-48 0,1-2-16 0,0 0-10688 15,1 0-2128-15</inkml:trace>
  <inkml:trace contextRef="#ctx0" brushRef="#br1" timeOffset="39640.26">20380 7259 22111 0,'-2'1'976'0,"1"1"208"0,1-2-944 0,0 2-240 16,0-2 0-16,1 0 0 0,0 1 1664 0,1 0 272 0,-2-1 64 16,0 0 16-16,0 0-304 0,0 0-64 0,38 19-16 0,-38-19 0 15,26 5-736-15,-26-5-160 16,29 2-32-16,-29-2 0 0,32 0-448 0,-14-2-112 0,-1 0-16 0,0-1 0 15,0-2-128-15,-3 1 0 16,0-1 0-16,-2-1 0 0,-2 1-192 0,-2-1 16 0,-1 0 16 0,-3 0 0 16,-1 2-32-16,-3-3-16 15,-3 2 0-15,-2 0 0 0,-3 0-128 0,-1 1-32 0,-3 1 0 0,-1 1 0 16,-2 2 176-16,-1 0 16 0,1 2 16 0,-2-1 0 0,2 3 160 16,0 1 0-16,1 2 0 0,1-2 128 0,1 4 64 0,1 1 0 15,1 2 16 1,1 2 0-16,1 0 224 0,8-14 32 0,-9 28 16 0,9-28 0 15,0 0-64-15,7 38-16 0,-7-38 0 0,0 0 0 0,33 22-208 0,-33-22-32 16,29 5-16-16,-29-5 0 0,34 1-144 0,-17-3 0 16,3 0-160-16,1-3 160 31,1-2-1568-31,-1 1-224 0,0 0-32 0,0-1-13776 0</inkml:trace>
  <inkml:trace contextRef="#ctx0" brushRef="#br1" timeOffset="40226.74">20815 7243 4607 0,'-2'0'400'0,"-1"0"-400"0,1 2 0 0,1-2 0 15,1 0 2352-15,-1 0 384 0,-2 2 80 0,-1-1 0 16,-1 1-96-16,2 0-32 16,-1 0 0-16,1 0 0 15,2-1-1120-15,1 2-224 0,1 1-64 0,-1-4 0 0,0 0-288 0,0 0-64 16,0 0-16-16,3 34 0 0,-3-34-288 0,0 0-64 16,-6 34-16-16,6-34 0 0,-8 23-384 0,8-23-160 0,-10 20 128 0,4-13-128 15,2 1 144-15,-1-2-144 16,1-1 160-16,2-2-160 0,-1-1 192 0,2-2-48 0,0 0-16 0,1 0 0 15,2-2-128-15,0-1 128 0,1-2-128 16,3-1 128-16,0-1-128 0,2-1 0 16,1 0 0-16,1-3 0 0,1 0-448 0,1-1 48 15,0 0 0-15,-1 0 0 0,1 0 16 0,-1 0 16 16,0 1 0-16,-1 1 0 0,0 2 368 0,-2 2 0 16,0 3-144-16,0-1 144 0,-8 4 0 0,0 0 0 15,0 0 128-15,0 0-128 0,0 0 640 0,0 0 48 0,0 0 0 0,23 40 0 16,-23-40 16-16,0 0 0 0,0 0 0 15,0 41 0-15,0-41-448 0,0 0-96 0,0 0-16 0,0 37 0 16,0-37-144-16,0 0 0 0,0 0 144 0,0 0-144 16,0 0 0-16,0 0 0 0,0 0 0 0,0 0 0 15,0 0 0-15,0 0 0 0,31 12 0 0,-24-18-128 16,0 0-1152-16,2 1-240 16,-1-1-32-16,0 0-16 0,3-1-1520 0,-2-2-304 0,2 0-64 0,0-1-16 15,1 0 96-15,-1-1 32 0,1-1 0 0,-1 0 0 16,2-2 1120-16,-2-3 240 0,1 0 32 0,-1-1 16 15,0-2 1616-15,-1 2 320 0,0-4 0 0,0 3 176 0,-1-1 1488 0,-2 3 320 16,1 2 48-16,-4 4 16 0,0 3 304 0,-2 3 64 16,-1 5 16-16,-2 1 0 0,-1 3 0 0,-1 3 0 15,3-7 0-15,-9 19 0 16,9-19-352-16,-12 29-64 0,12-29-16 0,-15 37 0 0,15-37-848 0,-17 44-160 16,9-19-32-16,-1-3-16 0,9-22-464 0,-16 47-96 15,16-47 0-15,-12 42-16 0,12-42-128 0,-7 36-32 16,7-36 0-16,0 0 0 0,-1 40-208 0,1-40 0 15,0 0 128-15,0 0-128 0,0 0-128 0,0 0-80 16,0 0-16-16,0 0 0 16,27 27-1744-16,-23-30-336 0,1-4-80 0,-1-1-12240 0</inkml:trace>
  <inkml:trace contextRef="#ctx0" brushRef="#br1" timeOffset="40416.61">21067 7254 911 0,'-8'0'0'0,"3"0"0"0,1 2 0 0,2-2 0 16,0 0 2224-16,1 0 352 15,0 0 80-15,-1 1 16 0,1 1 400 0,0-2 64 0,1 1 32 16,3-1 0-16,3 0 432 0,1-1 96 0,2-1 16 0,2-1 0 16,3 1-2688-16,2-3-544 0,2 0-96 0,-1-1-32 15,3 0-32-15,-1 0 0 0,0 1 0 0,-2 0 0 0,1 0-320 16,-2 1-192-16,0 1 32 0,-1-1 0 16,-1-1-1392-16,0 2-288 0,0 1-48 0,-1-3-12720 15</inkml:trace>
  <inkml:trace contextRef="#ctx0" brushRef="#br1" timeOffset="40715.12">21542 7136 13823 0,'4'0'608'0,"-2"-2"128"0,-2 2-592 0,1 0-144 16,0-1 0-16,-1 1 0 0,-1 0 2080 0,0 1 384 0,-1 1 80 0,-2-1 16 16,-3 2-176-16,-1 2-16 0,-2-2-16 0,-1 1 0 15,-2 2-640-15,-1 0-128 0,0 1-32 0,0 1 0 16,-1 1-592-16,2-2-128 0,0 0-32 0,2 3 0 15,1-3-528-15,1 0-96 0,2 0-32 0,7-7 0 16,0 0-144-16,0 0 128 0,0 0-128 0,0 0 128 16,-1 35-128-16,1-35 160 0,0 0-160 0,0 0 160 15,29 22-160-15,-29-22 160 16,0 0-160-16,32 21 160 0,-32-21-160 0,0 0 0 0,36 22 0 0,-36-22 128 16,0 0-128-16,29 23 0 0,-29-23 0 0,0 0 0 15,0 0 0-15,0 0 0 0,0 0 0 0,0 0 0 16,-11 34 0-16,-1-30 0 0,-4-1 0 0,-1 1 0 0,0-1 0 15,-1-2 128-15,-1 0-128 0,0-1 0 0,1 0 0 16,2 0 0-16,1 0 0 0,2 0-12240 16,4 0-2544-16</inkml:trace>
  <inkml:trace contextRef="#ctx0" brushRef="#br1" timeOffset="54152.8">2958 8167 1839 0,'0'-2'160'0,"0"-1"-160"0,0 3 0 0,0 0 0 16,0 1 1856-16,-1 1 352 15,0 1 64-15,0 1 16 0,-1 3-576 0,0 2-112 0,-1 5-32 0,0-1 0 16,0 1-208-16,-1 0-32 0,1 0-16 0,0 1 0 16,2-3-528-16,-1 0-96 15,1-1-32-15,1-2 0 0,1 1-656 0,1-5 0 0,0 0 0 0,1-2-10064 16</inkml:trace>
  <inkml:trace contextRef="#ctx0" brushRef="#br1" timeOffset="54526.41">2871 8168 6447 0,'-9'-12'272'0,"2"4"80"0,0 2-352 0,3 2 0 15,2 2 0-15,0 1 0 0,-1 0 1344 0,-2-1 192 16,-2-1 32-16,-3 1 16 16,-1 2 16-16,0 2 16 0,2 5 0 0,1 3 0 0,0 4-464 0,2 5-112 0,-1 5-16 0,2 4 0 15,-1 4-96-15,1 1-32 0,1 4 0 0,0 2 0 16,1 3-192-16,0-4-64 15,1-3 0-15,2-5 0 0,1-5-160 0,-1-25-32 0,9 40-16 0,-9-40 0 16,0 0-304-16,36 28-128 0,-36-28 0 0,35-2 128 16,-14-4 160-16,1-4 32 0,3-5 0 0,2-3 0 15,2-1 16-15,1-1 16 16,1-1 0-16,0-2 0 0,1-1-176 0,-2-2-48 0,-1-3 0 0,-3 1 0 16,-3 2 128-16,-2 0 0 0,-3 0 16 0,-3-1 0 0,-3-1-32 15,-3-3-16 1,-5 2 0-16,-7 0 0 0,-5-1 48 0,-6 0 16 0,-3 0 0 0,-6 5 0 0,-3 1-96 0,-7 8 0 31,-3 2-16-31,-2 8 0 0,0 5-176 0,-3 6 0 0,1 6 0 0,2 3 0 16,4 3-320-16,4 0 48 0,5 2 16 0,7-1 0 31,4-1-752-31,4-3-144 0,4 3-16 0,3-3-12832 0</inkml:trace>
  <inkml:trace contextRef="#ctx0" brushRef="#br1" timeOffset="57911.61">3651 8110 5519 0,'0'0'496'15,"0"0"-496"-15,0 2 0 0,0-2 0 0,0 0 624 0,-1 1 16 16,0 1 16-16,0 3 0 0,1-1 496 0,-2 4 80 16,0 1 32-16,-1 3 0 0,0 0 336 0,0 2 80 15,-1 3 16-15,-1-1 0 16,1 1-192-16,-1 3-32 0,-1 0-16 0,0 2 0 0,0 1-352 0,0 1-64 15,-1-3-16-15,2 0 0 0,0 1-464 0,0-6-112 16,3 2 0-16,0-2-16 0,0-4-432 0,2-3 0 16,0 0 0-16,1-3 0 15,1-1-544-15,-1-2-192 0,1-2-32 0,0-2-16 16,1-3-1200-16,1-1-256 0,0-3-32 0,2-3-7088 16</inkml:trace>
  <inkml:trace contextRef="#ctx0" brushRef="#br1" timeOffset="58467.17">3596 8130 9215 0,'-4'-1'400'0,"3"1"96"0,0 0-496 0,0-2 0 0,1 2 0 0,0 0 0 16,1-2 912-16,1 1 96 0,0-2 16 0,1-1 0 16,4-1 64-16,0-1 32 0,3-2 0 0,1 1 0 15,2 0-224-15,0 0-64 0,2 0 0 0,-1 0 0 16,1 2 336-16,1 0 64 0,0 3 16 0,-1-1 0 15,-15 3-512-15,0 0-96 0,39 3-32 0,-39-3 0 16,0 0-480-16,0 0-128 0,0 0 0 0,39 26 0 0,-38-19 0 0,-1 0 0 16,-1 0 0-16,-1 1 0 15,-2-2 0-15,-3 2 0 0,0-3 0 0,-2 2 128 0,0-1 0 16,-1 0 16-16,-1 1 0 0,0 0 0 0,-1 0-144 0,0 0 192 16,3-2-192-16,-2 2 192 0,2-2-192 0,0 2 0 15,0-3 0-15,1 2 0 0,1 0 0 0,0 1-144 16,2 0 144-16,-2-2 0 0,3 1 0 0,-1 0-128 15,0-1 128-15,1-1 0 0,0 1-176 0,-1 0 32 16,0-2 0-16,-1 1 0 16,1 1-336-16,0-1-64 0,0-1-16 0,0 2 0 0,0-3 208 0,0 0 32 15,2 1 16-15,-1-3 0 0,1 0 304 0,0 0 0 0,2 0 0 0,0-3 0 16,1 1 448-16,1 0 0 0,0-1 0 0,2-1 0 16,2 1 160-16,0-1 32 15,3-1 0-15,0 2 0 0,1-1-96 0,0 1-16 0,2 1 0 0,1-1 0 16,2 1-272-16,1 0-64 0,0 0-16 0,-15 2 0 15,29 2-176-15,-29-2 0 0,0 0 0 0,40 5 128 16,-40-5-128-16,0 0 0 0,0 0 0 0,0 0 128 16,0 0-128-16,36 28 0 0,-36-22 0 0,-2 0 0 15,-2 1 0-15,-3-2 0 0,0 2 0 0,-2 0 0 16,-2-2 0-16,-1 1 128 0,-2 0-128 0,-1 0 128 0,-3-1 80 0,0 0 16 16,-1 2 0-16,0-2 0 0,0 0 0 0,0 0 0 15,2-1 0-15,1-1 0 0,2 2-48 0,3-3-16 16,2 0 0-16,1-2 0 0,5 2-160 0,0-2 160 15,2-2-160-15,2 2 160 0,2-5-304 0,1 0-64 16,3 1-16-16,1-3-9472 16,3 0-1888-16</inkml:trace>
  <inkml:trace contextRef="#ctx0" brushRef="#br1" timeOffset="58711.01">3916 8212 4607 0,'-1'0'400'0,"0"0"-400"0,1 0 0 0,-1-1 0 16,1 0 960-16,0 1 128 0,-1-2 0 0,1-1 16 16,-1 0 1136-16,1-1 208 0,2 0 48 0,0 1 16 15,1-2 272-15,2 3 48 0,1-1 16 0,0-1 0 16,1 3-928-16,2-1-176 16,-1 1-32-16,1 0-16 0,0 1-1136 0,-1 0-240 15,0 0-32-15,-2 1-16 0,0 0-528 0,0 1-96 16,-1 1-32-16,-1-1-14768 0</inkml:trace>
  <inkml:trace contextRef="#ctx0" brushRef="#br1" timeOffset="58851.01">3926 8300 10127 0,'-2'2'896'0,"1"0"-704"0,1 1-192 15,-1-2 0-15,2 1 1792 0,-2 1 320 0,0 3 64 16,-2 1 0-16,1 3-16 0,-2 1-16 0,2-1 0 0,-1 1 0 15,2-2-1248-15,-1-1-240 0,2-1-48 0,-1-2-16 32,2 1-848-32,1-3-160 0,1-2-32 0</inkml:trace>
  <inkml:trace contextRef="#ctx0" brushRef="#br1" timeOffset="59269.96">4155 8226 1839 0,'-1'1'160'0,"0"1"-160"0,1-2 0 0,-1 2 0 0,1-2 2048 16,-1 1 384-16,1 1 80 0,-2 1 16 0,0 0 224 0,1 3 64 15,-2 1 0-15,-1 2 0 0,1 1-1328 0,0 1-256 16,0 1-48-16,-1-2-16 0,1 4-272 0,0-2-48 16,3 0-16-16,-2-1 0 0,1 0-352 0,0-4-80 15,0 1-16-15,1-3 0 0,0-2-256 0,0-1-128 16,0-2 128-16,1 0-128 0,1-4 0 0,-1 1 0 15,1-2 0-15,0-1 0 16,1-1-912-16,0-1-176 0,0-1-16 0,-1 1-16 16,2-3-736-16,0 3-160 0,0-1-32 0,-1-1 0 15,1 1 960-15,1 2 192 0,-1-3 48 0,2 1 0 0,0 2 656 0,1-1 192 0,0 2 0 16,2 0 0-16,-2 2 384 0,0 2 208 0,1-1 48 0,-1 1 0 16,1 0 800-16,-1 1 160 0,0 2 48 15,1 1 0-15,-2 0-336 0,0-1-64 0,-6-1-16 0,0 0 0 16,0 0-704-16,0 0-144 0,0 0-16 0,0 0-16 15,31 34-224-15,-31-26-128 0,1-1 160 0,-2 0-160 16,1 0 256-16,-2 0-32 0,-2 3-16 0,0-1 0 16,0-1 32-16,-2 3 0 0,1-1 0 0,0-1 0 15,0-2-48-15,2 1 0 0,1-2 0 0,0-1 0 16,2-2-192-16,1-1 0 0,2-2 0 0,0 0-9440 16,3-4-1824-16</inkml:trace>
  <inkml:trace contextRef="#ctx0" brushRef="#br1" timeOffset="60123.66">4476 8260 1839 0,'1'-2'160'0,"0"1"-160"16,-1 1 0-16,0 0 0 0,1 0 1600 0,-1 0 304 0,0 0 48 0,1-2 16 16,0 2 672-16,0 0 144 0,0-2 32 0,-1 1 0 15,1 1-512-15,-1 0-112 0,0 0-16 0,-1-2 0 16,0 2-736-16,1 0-160 0,-1 0-16 0,-1 0-16 0,1 0-608 0,1 0-128 16,-1 0-32-16,-1 2 0 0,0-2-128 0,0 1-32 15,-1 1 0-15,0 1 0 0,1 1 32 0,-1-1 0 16,-1 2 0-16,0 1 0 0,0 2-64 0,-1 1-16 15,2 0 0-15,-1 1 0 0,1 0-64 0,1 1-16 16,0-1 0-16,2-1 0 0,1 1-192 0,1-4 0 16,-2-6 0-16,0 0 0 0,0 0 0 0,0 0 0 15,0 0 0-15,36 8 0 0,-26-12 0 0,1-2 0 16,1-3 0-16,0-1 0 16,1 1 128-16,0-3-128 0,0 0 0 0,-2 0 144 0,-1 1-144 0,-2 1 0 0,-1 1 0 15,-2-1 0-15,-3 1-144 0,-2 1 144 0,-2 1 0 0,-4 3 0 16,-2-1 0-16,-4 5 0 0,-3 0 0 0,-2 2 0 15,-1 1 0-15,0 1 0 0,3 1 0 0,0 0 0 16,1 0-128-16,0 2 128 0,3-1 0 0,2 0 0 16,2 0-240-16,4-3 64 0,2 2 16 0,2-4-10720 15,2-1-2128-15</inkml:trace>
  <inkml:trace contextRef="#ctx0" brushRef="#br1" timeOffset="60772.04">4755 8229 12895 0,'-2'-3'576'0,"0"0"112"0,1 2-560 0,0-2-128 15,0 3 0-15,1 0 0 0,0-2 1872 0,0 2 352 0,-1-3 64 0,1 1 16 16,-1 2 1024-16,-1-1 224 0,1 1 32 0,-1 1 16 31,0 4-2768-31,-1 0-576 0,0 4-96 0,-1 0-32 16,-1 3 384-16,1 0 64 0,-2 2 0 0,0 1 16 0,0 0-320 0,-1 1-64 16,1-2-16-16,0-1 0 0,2 0-192 0,-1-3 0 15,1-1 128-15,2-2-128 0,1-5 0 0,0 1 0 16,1-1 128-16,2-2-128 15,0-4 0-15,2-1 0 0,2-2 0 0,1-2 0 0,1-1 0 0,0-2 0 0,1 0 0 0,1-2 0 16,2-1-384-16,-1 1-32 0,0-2 0 0,0 1 0 16,0 1-224-16,0 0-32 0,-2 1-16 0,1 4 0 0,-3 1 368 0,0 4 64 15,-2 0 0-15,-1 4 16 0,-1 1 240 0,-1 2 0 16,-2 3 0-16,0 0 0 0,0 4 304 0,-3 2 0 16,1 0 0-16,-1 0 0 0,0 2 96 0,0-1 32 15,-2 2 0-15,0 0 0 0,1 1-80 0,0-2-16 31,0-2 0-31,2-2 0 0,1-2-16 0,0-5 0 16,2 0 0-16,0-3 0 0,0-3 688 0,2-1 128 16,2-3 16-16,-1-2 16 15,3 0-1744-15,-1-2-336 0,2-3-80 0,-1 2-16 0,1-1 672 0,0-1 128 16,1-1 16-16,1 0 16 16,1 1-464-16,0 0-80 0,-1 0-32 0,-1 4 0 0,1 1 304 0,-1 1 64 15,-2 4 16-15,0 1 0 0,-3 3 368 0,0 3 0 0,-2 1 0 16,0 4 0-16,-2 1 192 0,0 1 48 15,-1 4 16-15,-1 2 0 0,0 1 288 0,-1-3 64 0,1 3 16 0,-3 0 0 16,1-1-320-16,0 0-64 0,0-1-16 0,2-4 0 16,1-1-224-16,1-3 128 0,1-2-128 0,0-5 0 15,2 2 0-15,0-4 0 0,-1 0 0 0,3-3 0 16,1-2-368-16,-1-3-64 0,3-1-16 16,1-2-15920-16</inkml:trace>
  <inkml:trace contextRef="#ctx0" brushRef="#br1" timeOffset="60955.29">5107 8117 23039 0,'-2'3'1024'0,"1"-1"192"0,1 1-960 0,0 1-256 15,0-3 0-15,0 1 0 0,0 0 1664 0,0 0 272 16,2 3 64-16,1 2 16 0,1 0-352 0,-4-7-64 16,0 0 0-16,0 0-16 0,0 0-1152 0,0 0-240 15,40 17-32-15,-34-17-16 16,1 1-1136-16,-1-1-224 0,0 0-64 0,-2 1-13664 0</inkml:trace>
  <inkml:trace contextRef="#ctx0" brushRef="#br1" timeOffset="61097.47">5128 8250 1839 0,'-1'2'160'0,"0"1"-160"32,1-3 0-32,0 2 0 0,-1-2 1584 0,1 1 272 0,-1 3 64 15,-1-1 16-15,-1 4 1008 0,0 2 208 16,-1 0 48-16,-1 1 0 0,2 0-496 0,-3 2-80 0,2 2-32 15,1-3 0-15,-1 1-1312 0,1 0-256 0,2-2-48 0,0-1-16 32,3-1-1136-32,1-3-224 0,2-4-48 0,2-1-13824 0</inkml:trace>
  <inkml:trace contextRef="#ctx0" brushRef="#br1" timeOffset="63053.1">5297 8331 8287 0,'5'-3'736'0,"0"1"-592"16,-3 2-144-16,0-2 0 0,-1 2 1456 0,2-3 256 15,2 1 48-15,3-3 16 0,2-2 224 0,0 0 48 16,2-3 16-16,-3 3 0 0,-1 0-208 0,-1 0-64 16,-1 2 0-16,0-2 0 0,-2 2-448 0,0-1-112 15,0 0-16-15,-1 2 0 0,-2-3-592 0,1 2-128 16,-2 1-32-16,0-1 0 15,-1 2-336-15,-1-1-128 0,0 1 0 0,-2-2 144 0,-1 4-144 0,1 0 0 16,-3-1 0-16,0 2 0 0,-1 2 160 0,1 0 0 16,-2 1 0-16,0 4 0 0,2-3 32 0,-1 4 16 0,-1 1 0 0,1 0 0 15,1-1-208-15,0 2 0 0,0 4 0 16,0 1 0-16,1 0 0 0,0-1 0 0,1 1 0 0,3-3 0 16,0-1 0-16,1 0 128 15,1-11-128-15,0 0 0 0,0 0 0 0,0 0 0 0,0 0 0 0,0 0 0 16,0 0 0-16,45 11 128 0,-34-19-128 0,1-1 0 15,0 0 0-15,1-3 0 0,0 0 0 0,-3 2 0 16,0 1 0-16,-1-3 0 0,1 0 0 16,-1-1 0-1,-2 3-144-15,-1-1 144 0,-3 2-208 0,0 3 80 0,-2-1 128 0,-1 4-128 16,-1 3 128-16,-1 0-128 16,0 2 128-16,-2 3 0 0,0 2 0 0,0 1 0 0,0-2 0 15,0 2 0-15,0 2 0 0,0 3 0 0,1 0 208 0,1 3-16 16,0-2-16-16,2 0 0 0,1-2 144 0,-1-12 48 15,0 0 0-15,0 0 0 0,0 0-144 0,32 31-32 16,-21-31 0-16,1-5 0 0,0 1-192 0,0-4 0 16,2-1 0-16,0-3 0 0,0 0 0 0,1-5-160 15,1 1 0-15,2-5 0 16,0 0-1760-16,1-1-336 0,0 0-80 0,0 1-16 16,-1 0-1568-16,-1-1-320 0,-1 1-64 0,-1 0-16 15,-3-4 960-15,-1 0 192 0,-3-1 32 0,-1 0 16 0,-2 0 2192 0,-2 4 432 16,0 4 96-16,-1 1 16 0,-1 3 1200 0,-2 4 240 15,0 3 48-15,0 5 16 0,-1 0 1952 0,-1 4 400 0,0 0 80 0,-2 5 16 16,-1 1-496-16,0 3-80 0,-1 4-32 0,-3 4 0 16,0 4-1008-16,-2 8-208 0,-1 5-32 0,-2 2-16 15,0 2-672-15,0 0-144 0,0-2-32 0,2-2 0 16,3-6-144-16,0-1-48 0,4 0 0 0,3-4 0 0,2-3-368 16,1-22-80-16,5 33-16 0,-5-33 0 15,0 0-192-15,0 0-128 0,0 0 128 0,52 13-12160 16,-35-22-2320-16</inkml:trace>
  <inkml:trace contextRef="#ctx0" brushRef="#br1" timeOffset="65083.93">6211 8305 4607 0,'0'2'400'16,"0"-2"-400"-16,1 0 0 0,-1 0 0 0,0 0 1344 16,1 0 192-16,-1 1 48 0,1 0 0 0,0 2 848 0,0-2 160 15,0 2 32-15,0-3 16 0,1 1-272 0,0-1-48 16,1 0-16-16,-1-1 0 16,1 1-640-16,0-3-144 0,2-1-32 0,-2 0 0 0,1 0-816 0,0-2-160 15,0 1-48-15,-2 1 0 0,0-3-464 0,0 3 128 16,0-2-128-16,-2 1 0 15,-1 1 0-15,-1-1 0 0,-2 0 0 0,-1 3 0 0,-2 0 0 0,0 1-128 16,0 0 128-16,-2 2 0 0,1 0-160 0,0 1 160 0,-2 2-128 0,2-1 128 16,0 4-192-16,-1-2 64 0,1 3 0 0,0 0 0 15,1 2 128-15,0-1 0 0,0 1 0 16,2-1-128-16,-1 1 128 0,2-1 0 16,1 3 0-16,-1-2 0 0,1-1 0 0,1 0 0 0,1 1 0 0,1-5 0 15,2 2 0-15,0-5 0 0,1 3 0 0,1-5 0 16,1 0 0-16,2-2 0 0,1-1 0 0,0-3 0 15,2 0 0-15,2-1 0 0,-3-1 0 0,2 0 128 16,0 1-128-16,-1-3 0 0,0 1 0 0,-1 2 0 0,0-1 0 0,-1 1 0 16,3-2 0-16,-2-1 0 0,0 3-192 0,-1-2 0 15,-2 2 0-15,1 0 0 16,0-3-576 0,0 0-128-16,-1 1-32 0,-1-3 0 15,-1 1-288-15,1-1-48 0,-1 0-16 0,-2-3 0 16,2-1 400-16,-1-1 80 0,0-1 16 0,0-4 0 15,-1-3 128-15,0-2 16 0,1 1 16 0,-2 2 0 0,1 0 624 0,-2 3 0 0,1 2 0 0,-1 5 0 16,1 4 912-16,-1 6 256 0,0 1 48 0,0 4 16 16,-1 3 368-16,-1 1 80 0,0 4 16 0,-2 5 0 15,1 3-480-15,0 4-112 0,-1 5-16 0,0 2 0 16,1 4-432-16,-1-2-80 0,1 1-32 0,0-2 0 16,1-3-224-16,2-4-64 0,-1 1 0 0,1 0 0 15,0-23 32-15,3 43 0 0,-3-43 0 0,7 34 0 0,-7-34-288 0,0 0 160 16,17 39-160-16,-17-39 128 0,0 0-128 0,0 0-224 15,0 0 48-15,0 0 16 16,41 1-1632-16,-33-6-320 0</inkml:trace>
  <inkml:trace contextRef="#ctx0" brushRef="#br1" timeOffset="65257.34">6528 8110 9215 0,'0'2'816'0,"0"1"-656"0,1-1-160 15,0-1 0-15,0 1 1888 0,0-2 352 0,1 2 64 0,1 0 0 16,-3-2 64-16,0 0 0 0,0 0 0 0,0 0 0 16,37 8-1600-16,-28-11-304 0,-1-2-64 0,0 2-16 31,0 0-1296-31,-2 0-272 0</inkml:trace>
  <inkml:trace contextRef="#ctx0" brushRef="#br1" timeOffset="65415.74">6539 8210 6447 0,'-2'2'576'16,"1"0"-576"-16,1-2 0 0,0 0 0 0,0 1 2304 16,0 1 336-16,0 0 80 0,-1 2 16 0,1 2 256 15,0 2 48-15,0 0 16 0,0 2 0 0,0-10-1344 0,0 0-272 16,3 29-48-16,-3-29-16 0,0 0-1040 0,0 0-208 16,0 0-128-16,0 0-9536 15,0 0-1984-15</inkml:trace>
  <inkml:trace contextRef="#ctx0" brushRef="#br1" timeOffset="65762.33">6830 8103 17503 0,'3'0'768'0,"-2"0"176"0,0 0-752 0,0 0-192 16,-1 0 0-16,-1 1 0 0,0 1 1856 0,-1 0 320 0,-1 2 80 0,-1 1 16 16,-3 0-480-16,0 2-112 15,0 0-16-15,-3 1 0 0,2-2-528 0,-1 2-112 0,-1-1-32 0,1 0 0 16,0 0-464-16,0 0-80 0,1 0-32 0,1 0 0 15,0-1-176-15,1 0-48 0,1 1 0 0,0 0 0 16,4-2 64-16,-1 0 0 16,2 0 0-16,2-1 0 0,0 0-256 0,2-1 144 0,1-2-144 0,1 1 128 15,-6-2-128-15,0 0 0 0,29 0 0 0,-29 0 0 16,0 0 0-16,30 2 0 16,-30-2 0-16,0 0 0 0,0 0 0 0,0 0 0 15,38 12 0-15,-38-12 0 0,0 0 0 0,0 0 0 0,0 0 0 0,0 0 0 0,1 27 0 0,-5-21 0 16,-2 1 0-16,0 0 0 0,-2-1 0 0,0 1 0 15,-2 2 0-15,-1-2 0 0,0 2 0 0,-2-1 0 16,0 1 128-16,1-2-128 0,-1 0 0 0,1-2 0 16,3 0 0-16,1-2 0 0,1-1 0 0,3 0 0 15,0-4-176-15,2 0-11264 16,2-1-2256-16</inkml:trace>
  <inkml:trace contextRef="#ctx0" brushRef="#br1" timeOffset="66097.47">6987 8185 10127 0,'0'-1'896'0,"0"-2"-704"0,0 1-192 15,0 0 0-15,0 1 2112 0,0 1 384 0,1-2 64 0,0 0 32 16,1-3 224-16,0-2 32 16,0 0 16-16,0 0 0 0,1 2-1408 0,-1 0-288 0,1 1-48 15,-1 1-16-15,-1 1-448 0,0 2-80 0,0 2-32 0,-2-1 0 16,1 1-320-16,-1 2-64 0,-2 2-16 0,0 0 0 0,-1 1-16 0,-1 3 0 15,-1 1 0-15,-2 1 0 16,-1 0-128-16,1 2 0 16,0 3 144-16,-1-4-144 0,4-2 0 0,0 0 0 0,2 1 0 15,2-2 128-15,1-10-128 0,0 0 176 0,0 0-176 0,0 0 192 0,21 36-192 16,-21-36 0-16,0 0 144 0,31-2-144 0,-19-1 0 16,1-2 128-16,2 1-128 15,-2-2 0-15,1 0 0 0,-1-2 0 0,-2 2 0 16,0 0 0-16,-1 0-192 0,-2 1 0 0,-1 2 0 0,-3-1 0 31,0 1-832-31,-2 1-192 0,-2-1-16 0,-1 3-16 16,-1-2-736-16,-3 2-128 0,-1-1-48 0,-2 0 0 15,0-1-640-15,-2 2-128 0,0-1-16 0,-2 1-4992 0</inkml:trace>
  <inkml:trace contextRef="#ctx0" brushRef="#br1" timeOffset="66287.38">6842 8270 9215 0,'-8'2'400'0,"3"0"96"16,1-2-496-16,2 1 0 0,2-1 0 0,0 0 0 15,1 0 1824-15,0 0 272 0,1 0 48 0,1-1 16 16,3 1 1088-16,2-2 208 0,3-1 64 0,2-2 0 16,4 1-1376-16,2-4-272 0,0-1-48 0,2 0-16 0,0-1-864 0,-1 0-176 15,3 1-48-15,-4-2 0 0,0 3-480 0,-3 1-112 16,0 0 0-16,-3 2-128 16,-2 1-512-16,-1 1-224 0,-10 3-32 0,18-4-15872 0</inkml:trace>
  <inkml:trace contextRef="#ctx0" brushRef="#br1" timeOffset="66649.34">7168 8167 14735 0,'-1'0'640'0,"0"0"160"0,1 0-640 0,0 0-160 0,0 0 0 0,0 0 0 16,0 0 1792-16,1 0 336 0,0 0 64 0,2-2 16 16,0 2 96-16,0-2 0 0,2 1 16 0,1-1 0 15,1 2-832-15,1-4-160 0,-8 4-48 0,19-3 0 16,-19 3-720-16,18-5-160 0,-18 5-16 0,0 0-16 15,27 0-368-15,-27 0 144 0,0 0-144 0,0 0 0 16,0 0 0-16,0 0 0 0,0 0 0 0,39 29 0 16,-39-29 0-16,0 0 0 0,6 31 0 0,-6-31 0 15,-2 28 128-15,0-15-128 0,0 1 0 0,-2-1 0 16,2 2 144-16,-2-2-144 0,1-1 0 0,0-2 144 0,2-3-144 16,-1-2 0-16,2-3 0 0,-1 0 0 15,2-4 0-15,-1 0 0 0,2-3 0 0,-1-2 128 0,1 2-128 0,1-4 128 16,1-3-128-16,0-1 128 0,0 2-128 0,1-1 160 15,0-2-160-15,2 0 160 0,0-3-160 0,2 0 0 16,-1-1 0-16,1 1 0 16,0 1 0-16,2 3 0 0,-1-1-128 0,0 2 128 0,-1 1-176 0,1 2 48 15,-1 1 0-15,-3 1 0 16,2 2-816-16,-3 1-144 0,1 1-48 0,-1 1-14352 0</inkml:trace>
  <inkml:trace contextRef="#ctx0" brushRef="#br1" timeOffset="66822.59">7516 8015 6447 0,'2'3'576'0,"-1"-2"-576"16,0 0 0-16,0 1 0 0,1-2 2816 0,-1 3 464 0,-1-3 96 0,0 0 16 16,0 0-144-16,0 0-32 0,28 33 0 0,-28-33 0 15,0 0-2160-15,0 0-432 0,0 0-96 0,34 20-16 16,-34-20-1680-16,0 0-352 0,0 0-64 0,0 0-11072 15</inkml:trace>
  <inkml:trace contextRef="#ctx0" brushRef="#br1" timeOffset="67001.47">7540 8122 7359 0,'-6'7'320'0,"3"-4"80"0,0 1-400 0,1-1 0 0,1-1 0 0,0-1 0 0,1 3 2048 0,-2-2 320 16,0 5 64-16,1-2 0 0,-1 5 432 0,0-3 80 15,1 1 0-15,0 0 16 0,1-1-528 0,0 1-128 16,0-2 0-16,0-6-16 0,0 0-1248 0,0 0-240 15,2 31-48-15,-2-24-16 0,0-7-608 16,0 0-128-16,-1 26 0 0,1-26 0 0,0 0-176 16,0 0-16-16,0 0-16 0,0 0-16336 0</inkml:trace>
  <inkml:trace contextRef="#ctx0" brushRef="#br1" timeOffset="68189.95">7806 7966 12895 0,'-1'-3'1152'0,"1"1"-928"0,0 2-224 0,-1 2 0 15,1-2 1664-15,-1 1 272 0,0 1 64 0,-1 0 16 16,0 1 512-16,-2 4 96 0,0 2 32 0,0 3 0 15,-2 3-1136-15,1 3-240 0,0 3-32 0,0 1-16 0,1 2-416 0,-2 1-96 16,1-1-16-16,0 0 0 0,0 0-144 0,1-3-48 16,0 0 0-16,0-1 0 0,1 0-208 0,1 0-48 15,2-20-16-15,-2 32 0 0,2-32-240 0,0 0 0 16,0 27 0-16,1-22 0 0,0-3 0 0,-1-4 0 16,2 2 0-16,-1-5 0 0,1 0-128 0,1 0 128 15,0-2-192-15,-1 0 192 0,0 0-432 0,1 0 32 16,1-3 0-16,0 1 0 15,0-1-112-15,1 1-32 0,1-3 0 0,1 0 0 0,-1 0 128 0,2 1 32 16,-1-1 0-16,1 2 0 0,0 3 32 0,0-2 16 16,2 2 0-16,0 2 0 0,-1 0 208 0,-1 2 128 0,1 1-160 15,-9 2 160-15,0 0 0 0,0 0 0 0,0 0 0 0,0 0 0 16,0 0 0-16,30 28 0 0,-30-28 128 0,0 0-128 16,-3 32 160-16,-1-22-32 0,-1 3 0 0,-1-1 0 15,-1 0 0-15,-1 0-128 0,-2-1 192 0,-1 1-64 16,1-2-128-16,0 0 0 0,1-4 0 0,0-1 128 15,1 0-128-15,1-3 0 0,0-1 0 0,3-2 0 16,0 1-192-16,2-4 48 0,1 1 0 0,1-2 0 16,1 1-624-16,1-3-128 0,2 2-32 15,-1-2 0-15,4 2-352 0,0-2-80 0,1 2-16 0,-1 1 0 16,3-4 448-16,1 2 96 0,1 0 0 0,2 0 16 16,-1-2 352-16,2 1 64 0,0 0 16 0,-1 0 0 0,0 1 144 0,-1-2 48 15,1 2 0-15,-3 0 0 16,-1 1 192-16,-1-1 0 0,0 2 144 0,-3 0-144 0,0 0 544 0,-2 3 16 15,-1-1 0-15,-1 0 0 0,-1 4 592 0,0 0 128 16,-1 1 32-16,-1 0 0 0,1-3 48 16,0 0 16-16,0 0 0 0,0 0 0 0,0 0-512 0,3 30-96 15,-3-30-32-15,0 0 0 0,0 0-352 0,0 0-64 16,14 35 0-16,-14-35-16 0,0 0-112 0,0 0 0 16,0 0-16-16,0 0 0 0,0 0-176 0,0 0 0 15,37 23 0-15,-31-26 0 0,0 0 0 0,0-2 0 16,2-1 0-16,0-2 0 0,1-2 0 0,2 1-224 0,-1-3 80 0,1 0 16 31,0 1-240-31,-1-1-32 0,0 0-16 0,-1 0 0 16,-2 2-96-16,-1 3-32 0,-2 0 0 0,0 5 0 0,-2 0 112 0,-2 2 32 0,0 0 0 0,-1 2 0 15,0 2 400-15,-1 2 0 0,-1 0 0 0,1 4 0 16,-2-3 496-16,1 5 176 0,0-1 32 0,1 2 16 16,2-13-112-16,-2 25-32 0,2-25 0 0,0 24 0 15,0-24-352-15,0 0-80 0,0 0-16 0,10 38 0 16,-10-38-128-16,0 0 0 0,0 0 0 0,0 0 0 15,0 0 0-15,42 6 0 0,-33-10 0 0,0-2 0 0,2-2-160 0,0 1-16 16,1-2 0-16,0-1 0 31,1-1-464-31,0 1-80 0,1-2-32 0,-1 0 0 0,0-2-272 0,0 0-48 0,-1 0-16 0,-2-1 0 16,-1 1 512-16,-1 1 80 0,0-2 32 0,-3-1 0 0,0-1 336 0,-1 0 128 16,-2-2 0-16,-1 0-144 0,0 2 144 0,0 3 0 15,1 2-144-15,-2 4 144 0,1 5 0 0,-2 0 288 16,0 3-48-16,0 3-16 0,0 1 736 0,-1 3 128 15,2-7 48-15,-2 22 0 0,2-22-208 0,-3 38-32 16,1-15-16-16,0 3 0 0,0 1-144 0,0 1-32 0,-1 0 0 0,1-3 0 16,-1 0-160-16,1 1-32 0,2 0-16 0,0-26 0 31,2 43-176-31,-2-43-48 0,6 34 0 0,-6-34 0 0,0 0-272 0,9 32 0 0,-9-32 0 0,0 0 0 31,0 0-1040-31,0 0-176 0</inkml:trace>
  <inkml:trace contextRef="#ctx0" brushRef="#br1" timeOffset="68391.58">8336 8173 12895 0,'-5'6'576'0,"3"-3"112"0,1 0-560 0,0-2-128 15,1 1 0-15,1-2 0 0,0 0 2208 0,1 1 416 0,-2-1 64 0,0 0 32 0,0 0 192 0,0 0 32 16,36 0 16-16,-36 0 0 0,25-8-1376 0,-11 1-288 15,1 0-48-15,1-2-16 0,-1 1-656 0,1 2-128 16,1-2-16-16,-2 2-16 0,0 1-416 0,-15 5 0 16,26-5 0-16,-26 5 0 31,22-5-1168-31,-22 5-320 0</inkml:trace>
  <inkml:trace contextRef="#ctx0" brushRef="#br1" timeOffset="68612.58">8614 8122 24879 0,'0'0'1088'0,"0"0"256"16,0 0-1088-16,0 0-256 0,0 0 0 0,0 0 0 0,0 0 2144 0,0 0 368 16,29 0 80-16,-29 0 16 15,26-7-1008-15,-26 7-192 0,29-7-32 0,-29 7-16 0,26-9-912 0,-26 9-192 0,21-5-48 0,-21 5 0 16,0 0-208-16,20-7 0 0,-20 7 0 15,0 0 0-15,0 0-640 0,0 0-128 0,0 0-32 0,0 0 0 16,0 0-2304-16,0 0-464 0</inkml:trace>
  <inkml:trace contextRef="#ctx0" brushRef="#br1" timeOffset="68781.71">8656 8184 7359 0,'0'2'320'0,"0"-2"80"15,0 2-400-15,0-2 0 0,-1 1 0 0,1 1 0 0,-1 0 1984 0,-1 1 320 0,2-3 64 16,-3 16 16-16,0-4 432 0,0 2 64 0,1 0 32 0,-2 3 0 16,0 0-1248-16,2-1-256 0,2-16-64 0,-5 32 0 15,5-32-704-15,0 0-128 0,2 32-48 0,-2-32 0 32,0 0-816-32,0 0-160 0,0 0-48 0,0 0-13520 0</inkml:trace>
  <inkml:trace contextRef="#ctx0" brushRef="#br1" timeOffset="69442.33">8807 8205 11967 0,'0'0'528'0,"0"0"112"0,0 0-512 0,0 0-128 15,0 0 0-15,0 0 0 16,0 0 1760-16,0 0 320 0,0 0 64 0,0 0 16 0,0 0 416 0,0 0 96 16,0 0 16-16,0 0 0 0,12 35-1120 0,-12-35-224 15,0 0-32-15,-1 30-16 0,1-30-624 0,0 0-128 16,4 32-32-16,-4-32 0 0,0 0-80 0,0 0-32 15,13 34 0-15,-13-34 0 0,0 0-272 0,0 0-128 16,0 0 128-16,0 0-128 0,34 2 176 0,-28-7-48 0,1-2-128 0,-1 0 192 16,1 0 0-16,0-3 0 0,2 1 0 0,-1-3 0 15,0 0-192-15,-1 0 0 16,0 0 0-16,-1 1 0 0,-2 0 0 0,0 0 0 0,-2 1 0 0,-1 1 0 16,-3 2-272-16,-1 2 48 0,-1 0 16 0,-3 3 0 15,-1 4-208-15,-2-1-32 0,-1 3-16 0,-1 0 0 0,1 2 192 0,-3 1 32 16,2-2 16-16,0 3 0 0,1 0 224 0,1-1 0 15,1 1 0-15,2-2-144 0,2-1 144 0,2-1 192 16,1-1-32-16,2-2-16 0,1 1-16 0,2-4-128 16,-3 2 192-16,12-5-64 0,-4 0-128 0,1 0 0 15,1-2 144-15,1 0-144 0,1 0 160 0,1 0-32 16,2-3-128-16,-1 1 192 0,1-1-416 0,-1 2-96 16,-1 0 0-16,-1 3-16 15,0 0-400-15,-12 5-80 0,20-7-16 16,-20 7 0-16,0 0 640 0,0 0 192 0,30 2 0 0,-30-2-160 0,0 0 160 15,0 0 176-15,0 0-48 0,0 0 0 16,17 34 496-16,-17-34 80 0,0 0 32 0,-3 28 0 16,3-28 48-16,0 0 16 0,-4 29 0 0,4-29 0 0,0 0-288 0,-1 24-48 0,1-24-16 0,0 0 0 15,0 0-224-15,0 0-48 0,0 0-16 16,0 0 0-16,2 30-160 0,0-30 128 0,-1 0-128 0,0-2 128 16,1-1-128-16,0 0 0 15,0-1 0-15,0-1 128 0,1-1-128 0,0-2 0 0,2 1 0 0,0-4 128 31,2 1-128-31,0-2 0 0,1-1 0 0,1 0 0 0,-1-1 0 0,1 2 0 16,2 0 0-16,-1 0 0 0,0 2 0 0,-1 2 0 16,0 2 0-16,-2 2 0 0,-7 4 0 0,0 0 0 15,0 0 0-15,0 0 0 0,0 0 0 0,34 9 0 16,-34-9 144-16,0 0-144 0,0 0 256 0,9 44-32 16,-9-44 0-16,1 29 0 0,-1-29-48 0,-1 29-16 15,1-29 0-15,-1 24 0 0,1-24-160 0,0 0 160 16,2 36-160-16,-2-36 160 0,0 0-160 0,0 0 0 15,4 35 0-15,-4-35-12672 16,0 0-2544-16</inkml:trace>
  <inkml:trace contextRef="#ctx0" brushRef="#br1" timeOffset="72872.49">3755 8862 8287 0,'-5'-5'736'0,"2"0"-592"0,1 3-144 0,1 0 0 0,0 2 1472 0,1 0 256 16,0 0 48-16,-1-2 16 15,0 2-144-15,0 2-32 0,0 0 0 0,0 0 0 0,1 6-416 0,-1 1-96 0,1 3-16 0,1 2 0 16,-1 3-128 0,1 4-48-16,-1 3 0 0,-1 4 0 0,0-2-256 0,-1 3-48 15,-1 4-16-15,-1 2 0 0,0-1-160 0,-1-1-48 0,0 0 0 0,2-7 0 16,0 0-128-16,1-4-16 15,1-4-16-15,1-4 0 0,0-14-224 0,0 0 0 0,0 0 0 0,0 0 0 16,0 0-512-16,0 0-64 16,0 0 0-16,0 0-13056 0</inkml:trace>
  <inkml:trace contextRef="#ctx0" brushRef="#br1" timeOffset="73121.31">3710 8874 13823 0,'-7'-5'608'0,"3"0"128"0,2 3-592 0,1 0-144 31,1 0 0-31,0 1 0 0,1 1 944 0,1-2 144 0,-1-1 48 0,4 1 0 16,2-3 416-16,3 0 96 0,3 1 16 0,1-1 0 15,1 0-256-15,-15 5-64 0,38-7 0 0,-38 7 0 16,40-2-448-16,-40 2-112 0,37 3-16 0,-37-3 0 16,0 0-336-16,51 21-80 0,-51-21-16 0,0 0 0 15,30 37-208-15,-30-37-128 0,6 27 160 0,-8-11-160 16,-4 1 192-16,-2-2-48 0,-3 1-16 0,-2 1 0 15,-2-1 96-15,-4 0 16 0,-2 3 0 0,-2-2 0 16,2-3-240-16,-1-2 0 0,3-2 128 0,-1-3-128 16,2 0 0-16,3-5 0 0,1-2 0 0,4 0 0 0,1-2 0 0,4-3-336 15,3 0 48-15,2-1-9776 16,3 0-1968-16</inkml:trace>
  <inkml:trace contextRef="#ctx0" brushRef="#br1" timeOffset="73444.74">4292 8883 4607 0,'5'-5'400'0,"-3"2"-400"0,0 0 0 0,-1 2 0 15,-1-1 2512-15,0 2 432 0,-1-2 64 0,0 1 32 16,0-1-224-16,-3 1-32 0,-2 1-16 0,-1 0 0 16,-2 3-1424-16,-2 2-272 0,0 0-64 0,-1 3-16 15,-1 3 64-15,-2 3 16 0,1 3 0 0,0-1 0 16,1 6-336-16,-1-1-64 0,2 3-16 0,1-1 0 16,1 3-336-16,3-2-64 0,2 2 0 0,4-3-16 15,3 0-48-15,-2-23-16 0,13 35 0 0,-13-35 0 16,0 0-176-16,35 35 0 0,-35-35 0 0,0 0 0 0,50 15-288 15,-50-15 64-15,36 0 16 0,-36 0-15872 16</inkml:trace>
  <inkml:trace contextRef="#ctx0" brushRef="#br1" timeOffset="73893.28">4547 8945 19343 0,'-7'0'848'0,"2"-2"192"0,0 4-832 0,3-2-208 0,0 0 0 0,1 2 0 15,0-2 1616-15,-1 3 288 0,0-1 48 0,-1 2 16 16,3 0-432-16,0 0-64 16,0-4-32-16,0 0 0 0,0 0-448 0,0 0-96 0,37 14 0 0,-37-14-16 0,29 0-272 15,-29 0-48-15,33 0-16 0,-33 0 0 0,33-2-352 0,-33 2-192 16,33-2 192-16,-33 2-192 0,0 0 0 0,39-1 0 31,-39 1 0-31,0 0 0 0,36 0 0 0,-36 0 0 16,0 0 0-16,25-5 0 0,-20 3 0 0,-1 1 0 0,-2-2 0 15,-1 0 0-15,-1 0 0 0,-1 0 0 0,-1 0 0 0,-2-2 0 0,1 2-384 16,-2 1 32-16,0 0 0 0,0-3 0 16,-2 3-1568-1,3 1-304-15,-1-1-64 0,0 1-16 0,1 1 1664 0,-1 0 320 0,1 1 64 0,1 1 0 16,-1-1 256-16,0 3 0 0,1-1 0 0,1 1 0 0,-1 2 576 15,-1 0 64-15,0 2 16 0,1 1 0 0,-2 3 368 0,0 2 80 0,-2 1 16 0,0 1 0 16,-1 0-288-16,0 3-64 0,0-2-16 0,-3 2 0 16,1 0-336-16,0-2-64 0,0 2-16 0,0-5 0 15,1 0-336-15,2-2 128 16,0-5-128-16,2 0 0 0,1-2-368 0,0-2-144 0,2 1-16 0,1-4-15360 16</inkml:trace>
  <inkml:trace contextRef="#ctx0" brushRef="#br1" timeOffset="74129.8">4505 9023 11967 0,'-2'-3'1072'0,"1"0"-864"16,1 2-208-16,0-1 0 0,1 2 1488 0,0 0 256 16,-1 2 48-16,3-2 16 0,1 2 720 0,-4-2 144 15,0 0 16-15,0 0 16 0,34 29-816 0,-34-29-160 16,0 0-48-16,37 37 0 0,-37-37-464 0,29 30-80 15,-29-30-32-15,32 31 0 0,-32-31-576 0,29 32-112 16,-29-32-32-16,0 0 0 0,44 41-384 0,-44-41 0 0,0 0 0 0,32 30 0 31,-32-30-496-31,0 0-176 0,0 0-32 0,0 0-10608 0,0 0-2112 0</inkml:trace>
  <inkml:trace contextRef="#ctx0" brushRef="#br1" timeOffset="74380.8">4470 9279 4607 0,'-2'0'400'0,"1"0"-400"0,1-2 0 0,0 2 0 0,0 2 2016 0,1-2 320 15,0-2 64-15,1 2 16 0,2-3 928 0,1 1 192 16,-5 2 48-16,0 0 0 16,0 0-1104-16,39-2-224 0,-39 2-32 0,0 0-16 0,46 2-832 0,-46-2-160 15,38 5-48-15,-38-5 0 0,41 5-592 0,-41-5-128 16,41 2-32-16,-41-2 0 0,40 4-288 0,-40-4-128 15,41 3 128-15,-41-3-128 0,44 0 0 0,-44 0 0 16,44-3 0-16,-44 3 0 16,46-8-880-16,-46 8-144 0</inkml:trace>
  <inkml:trace contextRef="#ctx0" brushRef="#br1" timeOffset="74647.47">4931 9064 14735 0,'-7'3'640'0,"2"-2"160"0,1-1-640 0,2 0-160 0,2 0 0 0,0 0 0 16,0 2 1904-16,0-2 336 0,1 0 80 0,2-2 16 15,2 2-272-15,2-2-48 0,-7 2-16 0,0 0 0 16,34-5-688-16,-34 5-144 0,27-2-16 0,-27 2-16 16,0 0-624-16,43 4-128 0,-43-4-32 0,0 0 0 15,40 10-352-15,-40-10-288 0,0 0 48 0,0 0-15408 16</inkml:trace>
  <inkml:trace contextRef="#ctx0" brushRef="#br1" timeOffset="74805.08">4945 9156 11967 0,'-7'4'528'0,"2"1"112"0,2-2-512 0,2-2-128 16,0 0 0-16,2 1 0 0,0-1 1824 0,1 3 336 15,-2-4 64-15,0 0 16 0,0 0 96 0,0 0 32 0,42 9 0 16,-42-9 0-16,31-6-784 0,-13-1-160 0,0 2-16 16,1-2-16-16,0 2-1056 0,-19 5-208 15,37-9-128-15,-37 9-14928 0</inkml:trace>
  <inkml:trace contextRef="#ctx0" brushRef="#br1" timeOffset="75315.48">5376 8978 911 0,'-3'-4'0'0,"2"3"0"0,-1 1 0 0,0 0 0 16,1 0 2528-16,0 0 416 0,0 1 96 0,-1 1 16 16,-1 0 256-16,1 1 48 0,-1 2 16 0,0 0 0 15,2-1-1184-15,1 1-224 0,2 1-48 0,-2-6-16 16,0 0-912-16,0 0-176 0,0 0-48 0,0 0 0 15,43 20-64-15,-43-20 0 16,0 0-16-16,0 0 0 0,48 9-208 0,-48-9-32 0,0 0-16 0,39 10 0 16,-39-10-304-16,0 0-128 0,0 0 128 0,34 28-128 15,-34-28 0-15,0 0 0 0,0 0 0 0,10 35 0 0,-11-25 0 0,-3-1 0 16,-3 1 0-16,1-1 0 0,-3 1 0 16,-1 0 0-16,0 1 0 15,-2-2 0-15,1 1 0 0,-3 0 0 0,0-1 0 0,0 0 0 0,-1 0 0 0,1 0 0 16,-1 0 0-16,1 0 0 0,2 3 0 0,2-5 0 15,3 0 0 1,0 0 0-16,4 0 0 0,1-2 0 0,2 0 0 16,0-5 0-16,0 0 0 0,0 0 0 15,0 0 0-15,0 0 0 0,38 7 0 0,-38-7 0 0,29-11 0 0,-13 5 0 0,2-1 192 0,1-1 16 16,3-3 0-16,0 2 0 16,0 0-48-16,-1 1-16 0,-3 4 0 0,-1-3 0 31,-17 7-592-31,33-8-112 0,-33 8-16 0,30-5-10688 0,-30 5-2112 0</inkml:trace>
  <inkml:trace contextRef="#ctx0" brushRef="#br1" timeOffset="75583.75">5713 8976 17503 0,'0'-3'768'0,"0"1"176"15,1 0-752-15,-1 1-192 0,1 1 0 0,0 0 0 0,1 0 2064 0,0-2 384 16,3 2 80-16,1 0 16 0,-6 0-448 0,0 0-96 16,0 0-16-16,38 12 0 0,-38-12-832 0,0 0-160 15,0 0-32-15,42 36-16 0,-42-36-336 0,0 0-64 16,32 49-16-16,-32-49 0 0,17 36-192 0,-17-36-32 16,15 40-16-16,-15-40 0 0,9 39-144 0,-9-39-16 15,1 37-128-15,-2-22 192 0,-1 2-192 0,-3-1 0 16,-1 0 0-16,-1-2 0 0,0-1 128 0,-3-1-128 15,3-1 0-15,-3 1 144 0,-1-1-144 0,-2-1 0 16,0 0 0-16,-2-3 0 16,1 1-432-16,-1-2-112 0</inkml:trace>
  <inkml:trace contextRef="#ctx0" brushRef="#br1" timeOffset="75898.32">6073 9137 11967 0,'-3'2'528'0,"1"-2"112"0,1 1-512 0,1-1-128 15,0 0 0-15,1 0 0 0,0 2 1936 0,2-2 368 16,0 0 64-16,-3 0 0 0,0 0 256 0,29-7 32 16,-29 7 16-16,26-5 0 0,-13 1-1232 0,-13 4-240 15,25-4-48-15,-25 4-16 0,0 0-816 0,35-4-144 16,-35 4-48-16,0 0 0 0,0 0-272 0,35 0-64 16,-35 0-16-16,0 0-14992 0</inkml:trace>
  <inkml:trace contextRef="#ctx0" brushRef="#br1" timeOffset="76102.25">6090 9288 16751 0,'-4'3'368'0,"1"-1"80"0,2 1 0 0,1-3 32 0,1 0-480 0,1 0 0 0,0 0 0 0,1-2 0 15,-3 2 3376-15,0 0 576 0,29-8 112 0,-29 8 32 16,33-12-2016-16,-15 5-400 0,2-2-80 0,-1 1 0 15,0 2-1200-15,-19 6-224 0,37-10-48 0,-37 10-16784 16</inkml:trace>
  <inkml:trace contextRef="#ctx0" brushRef="#br1" timeOffset="76826.61">6815 8703 13823 0,'1'-3'1216'0,"-1"1"-960"16,0 2-256-16,0 0 0 0,0 0 1360 0,0 0 240 16,-1 0 32-16,0 2 16 0,0-2 80 0,-2 5 32 15,-1-2 0-15,0 4 0 0,-1 4-672 0,-1 1-144 16,-1 1-32-16,-1 3 0 0,0 3-272 0,0-3-64 15,0 2-16-15,1-1 0 0,1-2-176 0,-1-3-16 16,2 0-16-16,0 0 0 0,1-4 32 0,2 0 0 16,0 0 0-16,2-4 0 0,-1 4-128 0,1-4 0 15,1 1-16-15,0 0 0 0,-1-5-240 0,0 0 0 16,0 0 0-16,0 0 0 0,0 0 0 0,45 7 0 16,-31-10 0-16,2-1 0 0,1-1 128 0,2-1-128 0,0-2 0 15,-1 1 0-15,-1-1 0 0,-2 2 0 0,0 0 0 16,-3 2-160-1,-1-1-800-15,-1 1-176 0,-2 1-16 0,-2 1-16 16,-1-1-1440-16,-2 3-272 0</inkml:trace>
  <inkml:trace contextRef="#ctx0" brushRef="#br1" timeOffset="77045.19">6899 8779 6447 0,'-3'-5'576'0,"0"3"-576"0,2 0 0 0,0 1 0 0,0 1 2240 0,0 1 352 0,0 1 64 0,-1-1 16 15,-1 2 208-15,-1 5 32 0,-3 1 16 0,1 3 0 16,-2 0-752-16,2 3-160 0,-2-1-32 0,2 2 0 16,-1-2-1088-16,2 0-208 0,-1 0-48 0,1-2-16 0,1 0-416 0,0-1-80 15,2 0 0-15,1-2-128 0,0-2 0 0,0 1 0 16,1-8 0-16,0 0 0 16,0 0-896-16,0 0-128 0</inkml:trace>
  <inkml:trace contextRef="#ctx0" brushRef="#br1" timeOffset="77358.89">7109 8779 11055 0,'0'-2'976'0,"0"1"-784"16,0 1-192-16,0 0 0 0,0 0 1712 0,-1 0 288 15,0 0 64-15,-1 0 16 0,-1 0-320 0,0 3-64 16,-1-1-16-16,-1 3 0 0,0 2-704 0,0 0-144 0,0 4-16 0,0 0-16 15,1 0-96-15,0 2-32 0,1 1 0 0,1-2 0 16,2-12-96-16,0 23 0 0,0-23-16 0,0 0 0 16,0 0 0-16,0 0 0 0,0 0 0 0,0 0 0 15,44 21-240-15,-34-23-64 0,2-3 0 0,0-3 0 16,0 0-128-16,-1-1-128 0,0-1 192 0,-2 0-192 16,0-2 0-16,-3 1 0 0,-1 1 0 0,-3-2 0 15,-1 3 0-15,-2-3 0 0,-3 2 0 0,-4 3 0 16,0 0 0-16,-2 2 0 0,-3 0 0 0,-1 2 0 15,1 2 0-15,-1 1 0 0,1 2 0 0,1 1 0 16,2 1 0-16,1 0-144 0,2-1 16 0,3 2-10208 16,2 0-2032-16</inkml:trace>
  <inkml:trace contextRef="#ctx0" brushRef="#br1" timeOffset="77784.12">7574 8876 8287 0,'2'-2'736'0,"0"-3"-592"0,-1 2-144 0,-1 3 0 16,0-2 2432-16,0 1 464 0,1-2 96 0,-1-4 16 16,0 2-16-16,-1-3 0 0,-3 4 0 0,-1-1 0 0,0 3-1136 0,-3 2-208 15,-1 2-48-15,-1-1-16 0,-2 3-608 0,0-2-112 16,-1 5-32-16,-2-2 0 0,2 0-320 0,-1 3-64 16,-1 0 0-16,-1 4-16 0,-1 0-176 0,-1 2-48 15,1 3 0-15,-3 4 0 16,0 3-208-16,0 2 0 0,1 1 128 0,0 4-128 15,4 1 0-15,0 0 0 0,3 1 0 0,3-1 0 0,4-3 0 16,3-5 0-16,2-24 0 0,4 37 0 0,-4-37 0 0,0 0 0 16,27 36 0-16,-27-36 0 0,0 0 0 0,38 12 0 15,-38-12 0-15,36-5 0 0,-15-2 0 0,2 0 0 16,0 0 0-16,0-3 0 0,-1 1-1216 0,0 2-144 0,0-1-32 16,0-1-15376-16</inkml:trace>
  <inkml:trace contextRef="#ctx0" brushRef="#br1" timeOffset="79004.02">7517 9263 17503 0,'1'0'1552'0,"-1"0"-1232"15,1 0-320-15,-1 0 0 0,1 0 1664 0,1-1 288 0,1 1 48 16,1 0 16-16,-4 0 128 0,0 0 32 16,0 0 0-16,32-3 0 15,-32 3-800-15,0 0-160 0,29-1-16 0,-29 1-16 0,0 0-608 0,0 0-128 16,0 0-32-16,0 0 0 0,39 14-288 0,-39-14-128 15,0 0 128-15,0 0-128 0,0 0 0 16,0 0 0-16,3 28 0 0,-7-22 0 16,0 0 0-16,-1 0 0 0,-1 0 0 0,0-1 0 15,-1 2 0-15,0-2 0 0,-1 0 0 0,1-1 0 16,-1 1 0-16,1 0 0 0,0-3 0 0,-1 3 0 16,3-3 0-16,-1 1 0 0,2-1 0 0,2-2 0 0,0 1 0 15,1 0 0-15,0 1 0 0,1-2 0 0,0 0 0 0,1 1 0 0,1 1 0 0,-2-2 0 16,0 0 0-16,0 0 0 0,0 0 0 0,0 0 0 15,39 0 0-15,-39 0 0 16,0 0 0-16,31-6 0 0,-31 6-128 0,25-6 128 16,-25 6 0-16,26-8 0 0,-26 8 0 0,23-8 0 15,-23 8-144-15,26-7 144 16,-15 2-1424-16,-11 5-240 0</inkml:trace>
  <inkml:trace contextRef="#ctx0" brushRef="#br1" timeOffset="80522.92">8081 8892 11967 0,'-1'-2'1072'16,"0"0"-864"-16,1 0-208 0,-1 2 0 0,1 0 1136 0,-1-2 176 16,-1 1 32-16,-2-3 16 0,0 1 704 0,-1 1 144 15,-1-1 32-15,0 3 0 0,-1 3-640 0,1-1-112 16,0 3-16-16,0 0-16 0,-1 4-496 0,1 0-112 15,-1 3-16-15,2 2 0 0,-1 4-160 0,2 0-32 16,-1-1-16-16,0 4 0 0,1 5-240 0,-1 2-32 16,2 1-16-16,1 2 0 0,0-3-64 0,2-2-16 15,1-2 0-15,-1-24 0 0,8 37-64 0,-8-37-32 16,0 0 0-16,21 35 0 0,-21-35-160 0,0 0 0 16,0 0 0-16,41 14 0 15,-41-14-912-15,29-10-64 0</inkml:trace>
  <inkml:trace contextRef="#ctx0" brushRef="#br1" timeOffset="81064.49">8335 8957 11055 0,'-1'0'976'0,"-1"0"-784"16,1 0-192-16,0 0 0 0,0 0 1184 0,0 0 192 0,-2 0 32 0,0 2 16 16,-3-1-16-16,-1 3-16 0,0 0 0 0,0 1 0 15,1 0-144-15,1 3-32 0,0 0 0 0,0 2 0 16,2 2-208-16,-1 0-48 16,2 2-16-16,0 0 0 0,1 0-240 0,1-14-32 0,0 0-16 0,9 36 0 15,-9-36-144-15,0 0-16 0,0 0-16 16,0 0 0-16,39 22-256 0,-39-22-48 0,20-6-16 0,-11 2 0 15,2-6-160-15,-2 1 128 0,0 0-128 0,-2 0 128 0,0-1-128 16,-1 0 0-16,1-2 0 0,-1 0 128 0,-1-2-128 0,0-2 0 31,-2 1 0-31,0-1 0 0,-2 2 0 0,-1 0 0 0,-2 2 0 0,-1 2 0 0,-2 0 0 0,-2 1 0 16,-2 2 0-16,0 2 0 0,-1 2 0 0,-1 1 0 16,0 4 0-16,1 1 0 0,2 2 0 0,0 0 0 15,4 4 0-15,0-4 0 0,1 2-144 0,2-2-16 0,2 2 0 0,-1-7-9792 16,0 0-1952-1</inkml:trace>
  <inkml:trace contextRef="#ctx0" brushRef="#br1" timeOffset="81300.73">8603 9063 11055 0,'2'-5'480'0,"-1"3"112"16,1 0-464-16,-1 2-128 0,0 0 0 0,-1 0 0 0,1 0 2656 0,-1 0 512 16,2 1 96-16,-1 0 32 0,-1-1-160 0,0 0-48 15,0 0 0-15,0 0 0 0,3 34-1680 0,-3-34-352 16,0 0-64-16,2 28-16 0,-2-28-752 0,0 0-224 16,0 0 0-16,0 0-11056 15,0 0-2304-15</inkml:trace>
  <inkml:trace contextRef="#ctx0" brushRef="#br1" timeOffset="99398.01">8894 8912 11967 0,'-2'-3'1072'0,"1"-1"-864"0,1 3-208 0,-1 1 0 15,1 0 1008-15,-1 0 144 0,-1-2 48 0,-1 2 0 16,-2-1 464-16,-1 2 80 0,-1 1 32 0,0 3 0 0,0 2-496 0,1 1-80 15,0 3-32-15,1-1 0 16,0 4-272-16,0 1-64 0,2 1-16 0,1-2 0 0,0 2-336 16,2-3-64-16,0-13-16 0,0 0 0 0,5 35-32 0,-5-35-16 15,0 0 0-15,0 0 0 0,0 0-144 0,0 0-16 16,39 24-16-16,-30-26 0 0,-1-1-48 0,1-2 0 16,2-1 0-16,-1-2 0 0,0-1-128 0,1-1 192 15,1-4-192-15,-1 0 192 0,0 0-192 0,1-1 128 16,-3 1-128-16,-2 1 128 0,0 1-128 0,-3-1 0 15,-2 3 0-15,-2 1 0 0,-1 0 0 0,-3 1 0 16,-4 4 0-16,-2-1 0 0,-2 3 0 0,-1 2 0 16,-1 2 0-16,0 1 0 0,1 0 0 0,0 0 0 0,2 2 0 15,1-2 0-15,2-1 0 0,3 0 0 0,1-2 0 0,2 1 0 16,3-2-352-16,2-1 48 0,3 2 16 16,1-4-14560-16</inkml:trace>
  <inkml:trace contextRef="#ctx0" brushRef="#br1" timeOffset="99634.72">9177 8841 16575 0,'1'-3'736'0,"0"1"160"16,0-2-720-16,0 1-176 0,0 2 0 0,0-1 0 15,0 2 1776-15,0-2 320 0,1-2 64 0,1 1 16 16,0 0-80-16,-2 1-16 0,1 4 0 0,-1 1 0 0,0 4-656 0,-1-7-128 15,0 0-16-15,-1 34-16 0,0-16-544 0,-2 1-96 16,1 2-32-16,-1-1 0 0,-1 0-320 0,0 4-64 16,0 0-16-16,-1 1 0 15,2 0-192-15,1-4 0 0,0 0 0 0,2-21 0 16,2 36-320-16,-2-36-96 0</inkml:trace>
  <inkml:trace contextRef="#ctx0" brushRef="#br1" timeOffset="99997.71">9436 8810 14735 0,'1'-7'640'0,"0"4"160"0,2 1-640 0,-1-2-160 16,0 3 0-16,-1 1 0 0,1 0 1888 0,2 0 352 15,-4 0 64-15,0 0 0 0,0 0 96 0,40 17 16 16,-40-17 0-16,0 0 0 0,36 33-944 0,-36-33-192 16,0 0-48-16,34 41 0 0,-34-41-384 0,0 0-80 15,31 49 0-15,-31-49-16 0,14 36-224 0,-14-36-32 16,7 37-16-16,-7-37 0 0,1 38-320 0,-3-18-160 15,-4 1 160-15,-3 0-160 0,-3 0 144 0,-3-1-144 0,-2 2 128 0,-1-4-128 16,-1 1 0-16,-1-5 0 0,-2-2 0 0,0-3 0 16,1-3-208-16</inkml:trace>
  <inkml:trace contextRef="#ctx0" brushRef="#br1" timeOffset="101328.37">9758 8623 5519 0,'-3'-1'496'0,"-1"1"-496"0,1 0 0 0,1 0 0 16,1 0 720-16,0 0 48 0,-1 1 16 0,1-1 0 0,-3 1 624 0,-1 2 112 15,1-3 16-15,-1 3 16 0,0-3-80 0,1 0-32 16,1 2 0-16,1-2 0 0,1 1-112 0,2-2-32 0,0 1 0 0,3-2 0 16,0 2 80-16,3-3 16 0,1 0 0 0,3 1 0 15,0 0-160-15,2 0-16 0,2 0-16 0,-15 2 0 16,29-1-320-16,-29 1-64 0,31 1-16 0,-31-1 0 16,0 0-432-16,39 7-96 0,-39-7-16 0,0 0 0 15,0 0-256 1,0 0 0-16,0 0 128 0,33 35-128 0,-33-28 0 0,-2 2 0 0,-1-1 0 0,-1-1 0 15,-3 2 0-15,0-2 0 0,-2 0 0 0,-1 1 0 16,0-1 0-16,-1 0 0 0,0-3 0 0,-1 1 0 16,2-2 0-16,-1-1 0 0,1 0 0 0,2-1 0 15,0 1 0-15,3-2 0 16,0 0 0-16,3 0-144 0,1 0 144 0,1 0 0 0,2-2 0 0,1 2 0 0,1 0 0 16,1-1 0-16,-5 1 0 0,0 0 0 0,28 1 0 0,-28-1 0 15,0 0 0-15,39 2 0 0,-39-2 0 0,33 0 0 16,-33 0 0-16,38-3 0 15,-38 3-320-15,37-2-128 16,-37 2-16-16,40-2-10192 0,-40 2-2032 0</inkml:trace>
  <inkml:trace contextRef="#ctx0" brushRef="#br1" timeOffset="101698.39">10419 8762 13823 0,'0'-1'608'0,"0"0"128"0,0-1-592 0,0 2-144 0,0 0 0 0,0 0 0 0,-1 0 1632 0,-1 0 288 15,0 2 64-15,-1-2 16 0,-1 1 16 0,0 0 0 16,0 2 0-16,-1 1 0 0,0 1-736 0,-1 0-160 16,1 3-32-16,-2 3 0 0,0 1-304 0,-2 2-64 0,2 3-16 0,-2 4 0 15,0 1-192-15,1 3-64 0,1 1 0 16,1-1 0-16,1 1-128 0,1 4-48 16,1-1 0-16,1 2 0 0,3-1 48 0,0-2 0 0,-1-28 0 0,8 49 0 15,-8-49-320-15,17 37 0 0,-17-37 128 0,0 0-128 16,38 30 0-16,-38-30 0 0,34 8-128 0,-34-8 128 15,43-4-1248 1,-20-2-160-16</inkml:trace>
  <inkml:trace contextRef="#ctx0" brushRef="#br1" timeOffset="103539.5">10626 8943 911 0,'1'-3'0'0,"0"1"0"16,0 0 0-16,-1 1 0 0,0-1 864 0,0 2 96 0,1-3 0 0,-1 1 16 0,1 0 944 0,0-5 192 16,0 2 48-1,0 0 0-15,-1-2-240 0,1 3-32 0,-1 1-16 0,0-2 0 0,-1 3-192 0,1-3-32 16,-1 3-16-16,0 0 0 0,0 1-272 0,-1 1-48 16,0 0-16-16,0 1 0 0,-1 1-368 0,-1 1-80 15,-2 1-16-15,1 1 0 0,-2 2-384 0,0 0-96 16,0 0-16-16,1 0 0 0,-1 3-160 0,0 1-48 15,1 1 0-15,0 3 0 0,1 2 0 0,0 1-128 16,2-1 192-16,-1 2-64 0,4-19-128 0,-2 33 0 16,2-33 0-16,3 29 128 0,-3-29-128 0,0 0 0 0,0 0 0 15,25 37 0-15,-25-37 0 0,0 0 0 0,0 0 0 16,44 5 0-16,-44-5 0 0,26-7 0 0,-13 1 0 16,-1 0 0-16,0-1 0 0,-1-3 0 0,1-1 0 0,0 1 0 31,-1 1-128-31,0-3 128 0,1 0-160 0,0 0 160 15,-4-1-432-15,1 0 16 0,0-1 0 0,-2 0 0 16,-1-1-32-16,-3 1-16 0,-2 0 0 0,-2-1 0 0,-2 2-48 16,-4 1-16-16,-1 2 0 0,-3-1 0 0,0 2 208 15,-1 3 32-15,0 0 16 0,0 3 0 0,1 0 272 0,0 3-128 0,2 1 128 16,0 1 0-16,3 2 0 0,1-1 0 0,1 2 0 16,1 1 0-16,2-1-240 0,0 0 64 15,2-1 16-15,1-1-12144 0</inkml:trace>
  <inkml:trace contextRef="#ctx0" brushRef="#br1" timeOffset="103738.46">10871 9035 14735 0,'1'0'1312'0,"1"2"-1056"0,0-2-256 0,-1 0 0 16,0 0 1696-16,0 0 288 0,2 3 48 0,-3-3 16 15,0 0 336-15,0 0 80 0,0 0 16 0,0 0 0 16,33 28-1360-16,-33-28-272 0,0 0-48 0,0 0-16 16,0 0-576-16,21 38-208 0,-21-38 144 0,0 0-15248 15</inkml:trace>
  <inkml:trace contextRef="#ctx0" brushRef="#br1" timeOffset="105026.47">11197 8869 5519 0,'1'0'496'15,"-1"0"-496"-15,0 0 0 0,0 0 0 0,1 0 1120 0,-1 0 128 16,0 2 32-16,2-2 0 0,1 0 480 0,0-2 96 16,2 2 32-16,-2-3 0 0,3 0-560 0,-2 0-112 15,3-3-32-15,-2 2 0 0,2-3-368 0,-1 0-80 16,-1-1-16-16,1 2 0 0,-1-2-16 0,0-1 0 15,-1 0 0-15,-1 0 0 0,0 1-192 0,-1-1-32 16,0 1-16-16,-2 1 0 0,0 0-144 0,-1 0-48 16,-1 2 0-16,-1 1 0 0,-1-2-64 0,0 3-16 15,-2 0 0-15,0 1 0 0,-1 1-64 0,-1 1 0 16,0 3-128-16,-1-1 192 0,-1 2-192 0,0 2 0 16,0-2 0-16,-1 4 0 0,-2 1 848 0,1 0 128 15,1 1 32-15,1-1 0 16,1 0-1680-16,0 1-336 0,1 2-64 0,1-2-16 0,1 2 880 0,2-1 208 0,0-2 0 0,1 1 0 15,2-2 0-15,1-2 128 0,0-6 0 0,0 0-128 16,0 0 368-16,0 0-48 0,0 0 0 0,0 0 0 16,44 14 256-16,-32-16 32 0,-12 2 16 0,25-6 0 15,-25 6-80-15,25-6-16 0,-25 6 0 0,25-4 0 16,-25 4-336-16,0 0-64 0,29-3 0 0,-29 3-128 16,0 0 0-16,0 0 0 0,0 0 0 0,0 0 0 15,0 0 0-15,0 0 0 0,0 0 0 0,6 36 0 16,-11-29 0-16,0 0 0 0,-3 2 128 0,1 1-128 15,-1 0 128-15,0 2-128 0,0 0 144 0,0 0-144 16,0 1 256-16,2-1-32 0,0-3-16 0,2 1 0 16,1 0-208-16,1-1 144 0,1-2-144 0,1 0 128 15,0-3-128-15,1-1 0 0,1 0 0 0,0-1-176 16,2-1-448-16,0 1-80 0,0-2-32 0,-1-2-14960 16</inkml:trace>
  <inkml:trace contextRef="#ctx0" brushRef="#br1" timeOffset="105636.55">11454 8869 8287 0,'2'0'736'0,"0"0"-592"15,0 2-144-15,-1-2 0 0,0 0 2464 0,0 0 464 16,3 0 80-16,-4 0 32 0,0 0 992 0,0 0 192 0,29 0 32 0,-29 0 16 15,20-7-3216-15,-10 3-640 0,1-3-128 0,-1 2-32 16,0-3 160-16,0 1 32 0,-1-1 0 0,-1 0 0 16,0-1-96-16,-1 1-16 0,0-2 0 0,-3 2 0 15,1 0-112-15,-2 1-32 0,-1 0 0 0,-1 0 0 16,-2 0-32-16,0 2-16 0,-3 0 0 0,-2 1 0 16,2 1-144-16,-4 0 0 0,1 1 0 0,-3 1 128 15,-1 0-128-15,-2 1 0 0,1 1 0 0,-1 0 0 16,0 4 0-16,1-2 0 0,0 3 0 0,1 2-176 15,1-1 176-15,1 1-208 0,-1 0 80 0,3 2 128 16,1 2 0-16,0-1 0 0,1 1 0 0,2 0 0 16,3-12 0-16,0 0 0 0,2 27 0 0,-2-27 0 15,0 0 0-15,0 0 0 0,0 0 0 0,0 0 0 16,41 18 0-16,-41-18 0 0,25-4 0 0,-11 1 0 0,-1-1 0 16,1-1 0-16,-1 0 0 0,-1 0 0 0,-1 1 0 0,-1 0 0 15,-1-1 0-15,-2 1 0 0,-1 1 0 0,-2 0 0 16,0 0 0-16,-3 1 0 0,0 2 0 0,-1-2 0 15,-1 1 0-15,-1 1 0 0,0 0 0 0,-1 0 0 16,0 0 0-16,-1 0 0 0,0 1 0 0,-1 1 0 16,1 0 0-16,0-2 0 0,1 3 0 0,0-1 0 15,0 0 0-15,0 0 0 0,2 2 0 0,-1 0 128 16,1 0-128-16,-1 1 0 0,1 2 224 0,0-1-32 16,1-6-16-16,-3 18 0 0,3-18 0 0,-2 22 0 15,1-8 0-15,1-14 0 0,-2 23-176 0,0-10 128 16,0 3-128-16,-1-2 128 0,0-2-128 0,0 1 0 15,-1 2 0-15,0 0 0 0,0 1 0 0,1-4 0 0,-1 0 0 16,1-3 0-16,2 1 0 0,-1-5 0 0,1 0 0 0,0-1 0 16,1-4-240-16,-1 2-80 0,2-4 0 0,0 2-16 15,1-4-2064-15,-1 1-416 0</inkml:trace>
  <inkml:trace contextRef="#ctx0" brushRef="#br1" timeOffset="106048.3">11888 8730 3679 0,'-2'0'320'0,"1"0"-320"0,0-1 0 0,1 1 0 16,0 0 1408-16,1-2 224 0,0 1 32 0,0 1 16 0,1-2 1136 0,1-2 208 15,3 1 48-15,-1-1 16 16,3 1-448-16,-1 1-80 0,1-1-32 0,-8 3 0 15,0 0-544-15,0 0-96 16,32 7-32-16,-32-7 0 0,0 0-800 0,0 0-160 0,39 41-48 0,-39-41 0 16,18 34-544-16,-18-34-112 0,14 41-32 0,-14-41 0 0,5 47-160 15,-5-47 160-15,0 46-160 0,-3-25 160 0,0 1-160 16,-2-1 0-16,-1-2 144 0,-2 1-144 0,-2-2 0 0,-1-1 0 0,-2 0 0 16,-1-1 128-16,-2-2-128 15,-1-1 0-15,-2-1 0 0,-1-3 0 16,-3 0-176-16,-1-1-96 0</inkml:trace>
  <inkml:trace contextRef="#ctx0" brushRef="#br1" timeOffset="121662.77">12252 8473 3679 0,'2'-3'320'0,"0"0"-320"0,-1 2 0 0,0-1 0 16,0 2 1072-16,-1-3 144 0,2-1 16 0,1 1 16 15,2-4 928-15,-1 1 176 0,0 1 32 0,-3 1 16 16,0 4 32-16,-2 0 0 0,0 3 0 0,-2 0 0 16,0 1-976-16,-2 3-192 0,0 0-48 0,0 1 0 15,-2-1-560-15,1 2-112 0,-2-1-32 0,1 3 0 0,0-2-192 0,-3 3-32 16,2 2-16-16,-1-1 0 0,-1 1-144 0,1 0-128 16,1 0 144-16,-1-1-144 0,2 0 192 0,1-1-48 15,2-3-16-15,1 0 0 0,1-1 80 0,1-3 16 16,1-5 0-16,0 0 0 0,0 0-32 0,0 0-16 15,0 0 0-15,39 10 0 0,-25-15 320 0,0 0 64 16,1 0 16-16,-1-2 0 0,1 0-224 0,0 1-32 16,0 0-16-16,1-1 0 0,1 2-304 0,-3-2 0 15,-1 5 0-15,-1-3 0 0,-2 2 0 0,-10 3 0 0,0 0 0 16,23-4 0 0,-17 4-704-16,-4 1-160 0,0 0-32 0,-3-1-15120 0</inkml:trace>
  <inkml:trace contextRef="#ctx0" brushRef="#br1" timeOffset="121877.99">12289 8538 3679 0,'-2'-3'160'0,"1"0"32"15,0 2-192-15,1 0 0 0,0 1 0 0,0-2 0 16,0 2 1408-16,0 0 256 0,1-2 32 0,0 1 16 16,0-1 464-16,-1 2 80 0,0 2 32 0,-1 3 0 15,-1-1-208-15,0 4-32 0,-1 1-16 0,-2 3 0 0,0 0-608 0,-1 0-112 16,1 2-32-16,-2 1 0 15,1-1-496-15,0-2-96 0,0 2-32 0,2-2 0 0,1-1-400 0,0-1-96 16,2-3-16-16,1 0 0 16,0-7-528-16,0 0-96 0,0 0-32 0,0 0-13584 15</inkml:trace>
  <inkml:trace contextRef="#ctx0" brushRef="#br1" timeOffset="123554.88">12525 8543 10127 0,'1'-3'896'0,"-1"1"-704"0,1 2-192 0,-1 0 0 16,0 0 1152-16,0 0 208 0,0-1 48 0,-1 1 0 15,1 0 144-15,-1 0 48 0,-1 0 0 0,-1 2 0 16,0 2-544-16,0-1-96 0,-2 3-32 0,0 0 0 16,1 2-64-16,-2 1-16 0,1 0 0 0,-1 1 0 15,0 2-160-15,1-3-48 0,0 0 0 0,1 1 0 0,-1 2-176 0,1 0-32 16,1-2-16-16,3-10 0 16,-3 18-144-16,3-18-16 0,0 0-16 0,0 0 0 0,0 0-240 0,0 0 0 15,0 0 0-15,0 0 0 0,0 0 0 0,40 14 0 16,-31-18 0-16,1-3 0 0,-1 0 144 0,2-3-16 15,-1 0 0-15,0-1 0 0,1-1-128 0,-1 0 0 16,0-2 0-16,-3 0 128 0,-1 4-128 0,-1-2 0 16,-1 1 0-16,-3 1-176 0,-1 0 176 0,-3 2 0 15,-1 2 0-15,-3 0 0 0,-1 3 0 0,-2-2 128 16,0 5 0-16,-1 0 0 0,-1 0 192 0,1 2 64 0,0-1 0 0,1 1 0 16,3 1-208-16,0-1-48 0,3 1 0 0,-1 0 0 15,3 0-128-15,1-1-144 0,1 1 144 0,3-3-10288 16,-3 0-1936-1</inkml:trace>
  <inkml:trace contextRef="#ctx0" brushRef="#br1" timeOffset="123904.59">12703 8542 6447 0,'-8'-2'576'0,"5"1"-576"16,0 0 0-16,1 0 0 0,1 1 1536 0,0 0 208 15,1 0 48-15,-1-2 0 0,0 1 400 0,0 1 96 16,1-2 16-16,0 2 0 0,2-1-320 0,0 1-64 15,3-1-16-15,-1-1 0 0,-4 2-304 0,0 0-64 16,0 0-16-16,31-3 0 0,-31 3-544 0,0 0-96 0,34-4-32 0,-34 4 0 16,26-3-352-16,-26 3-80 0,26-2-16 0,-26 2 0 15,0 0-272-15,31-5-128 16,-31 5 128-16,0 0-128 0,18-5 0 0,-14 3 0 0,0 2 0 0,-2-2 0 16,-1 0-1056-1,-1 1-192-15</inkml:trace>
  <inkml:trace contextRef="#ctx0" brushRef="#br1" timeOffset="124327.32">12964 8383 9215 0,'-2'0'816'0,"2"0"-656"16,-1 0-160-16,1 0 0 15,0 0 1440-15,0 0 256 0,-1 0 48 0,0 0 16 0,0 2 576 0,1-2 112 16,2 1 32-16,0 1 0 0,0-2-352 0,2 0-64 16,-4 0-16-16,0 0 0 0,0 0-640 0,27-2-144 15,-27 2-32-15,0 0 0 0,27-1-480 0,-27 1-112 16,0 0 0-16,0 0-16 0,34 3-288 16,-34-3-48-16,0 0-16 0,0 0 0 0,0 0-80 0,35 16-32 15,-35-16 0-15,0 0 0 0,0 0-160 0,0 0 128 16,6 34-128-16,-10-27 128 0,0 2-128 0,-3-1 0 0,0 0 0 0,-2 1 0 15,-1-1 0-15,-1 1 0 0,-1 1 0 0,-1 1 0 16,1 0 0-16,-2-1 0 0,0 1 0 0,1 0 0 16,0-1 0-16,3 1 0 0,1-2 0 0,2-1 0 15,3-2 0-15,2 0 0 0,2-6 0 0,0 0 0 16,0 0 0-16,0 0 0 0,0 0 0 0,0 0 0 16,34 14 192-16,-21-16-64 0,2-2 0 0,1-3 0 0,-1 2-128 15,2-3 0-15,0 2 144 0,-1-2-144 0,-1 2 0 16,-1 1 0-16,-1 2 0 0,-2 1 0 0,-11 2-128 15,0 0-112-15,26 0-16 0,-26 0-17712 16</inkml:trace>
  <inkml:trace contextRef="#ctx0" brushRef="#br1" timeOffset="126687.25">13215 8919 3887 0,'-4'0'336'0,"1"0"-336"16,1 0 0-16,1 0 0 0,1 0 960 0,-2 0 128 0,-1 0 32 0,-2 0 32 16,0 0 528-16,-1 0 112 0,1 2 32 0,2-2 16 15,1 0-48-15,0 0 0 0,2 1 0 0,0-1 32 16,2 0-272-16,1 0-48 0,0 0-16 0,3 0 16 15,0-1-368-15,3 1-80 16,2-2-16-16,2 1 32 0,1-1-432 0,2 0-64 0,-1 0-32 0,3-1 32 16,1-2-320-16,0 1-48 15,1-1-16-15,1 0 16 0,-2 3-208 0,-1-3 0 16,0 1 0-16,-3 3 0 0,0-1 0 0,-2 1-128 0,-2 0 128 0,-1 1-176 16,-3 0 176-16,-1-2-128 15,-2 4 128-15,-1-2 0 0,-3 2-1088 0,-1 0-128 0,-2 1 0 0,-2 2-11904 16</inkml:trace>
  <inkml:trace contextRef="#ctx0" brushRef="#br1" timeOffset="126945.44">13241 9017 8351 0,'-4'-1'176'0,"1"1"32"0,1 0 16 0,1 0 32 0,1 0-256 0,0 0 0 16,0 0 0-16,0-2 0 0,0 2 1872 15,0 0 336-15,1 0 64 0,0 0 16 0,0 0-176 0,0 0-16 16,2 2-16-16,-1-2 0 0,0 1-416 0,0 0-64 16,2 1-32-16,0 1 0 15,0 0-576-15,2-1-112 0,-6-2-32 0,0 0 0 0,0 0-144 0,0 0-16 16,40 4-16-16,-28-6 0 0,2 0-96 0,1 0-32 0,0-3 0 16,0 2 0-16,-2 1-208 0,2-3-32 15,3 0-16-15,-1 1 0 0,1-3-288 0,0 2 128 16,-1 0-128-16,-1 1 0 15,-1 1-320-15,-2 1-192 0</inkml:trace>
  <inkml:trace contextRef="#ctx0" brushRef="#br1" timeOffset="129108.98">14368 8380 16575 0,'0'-3'1472'0,"0"2"-1168"16,0 1-304-16,0 0 0 0,0 0 944 0,-1 0 128 15,1-2 16-15,-1 2 16 0,-1-3 272 0,0 3 48 16,0-2 16-16,1 1 0 0,0 1-96 0,-1 1 0 0,1 1-16 0,1-2 0 16,0 3-368-16,-1-1-64 0,0 0 0 0,0 1-16 15,0 1-304-15,-1 1-64 0,0 0-16 0,-1 3 0 16,0 0-176-16,-2 2-16 16,-1 2-16-16,-1 2 0 0,0-2-96 0,-1 2-32 0,0-2 0 0,-1 2 0 15,1 0-160-15,-1-1 0 0,0 3 144 0,1-4-144 16,2 0 0-16,0-1 0 0,2-1 0 0,1-1 128 15,1 1-128-15,1-5 0 16,1 2 0-16,1-5 0 0,0 1 0 0,2-1 0 0,1 0 0 0,2-4 128 0,3 0-128 0,2-1 0 16,2 1 0-16,0-3 128 15,1 2 64-15,1-1 0 0,0-1 16 0,0 0 0 0,-2 3-208 0,2-3 144 16,-1 3-144-16,-1-1 128 0,0 0-128 0,-2 0 0 16,1 2 0-16,-1-3 0 0,-1 3 0 0,-1-1 0 15,-2 1 0-15,1 0 0 0,-1-1-128 0,0 0 128 16,-2 1-160-16,0-1 160 15,-1 0-1216-15,-2 1-128 0,0 0-48 0,-1 0-9072 16,0-1-1824-16</inkml:trace>
  <inkml:trace contextRef="#ctx0" brushRef="#br1" timeOffset="129283.23">14449 8487 6383 0,'-4'-7'128'0,"2"2"48"0,0 0 0 0,0 2 16 0,1 2-192 0,0-1 0 0,0 2 0 0,0-2 0 15,-1 1 1776-15,0-3 320 16,-1 3 64-16,0 2 16 0,0 3-176 0,0 3-16 15,0 3-16-15,-1 2 0 0,-1 2-208 0,1 2-32 16,-2 2-16-16,1 2 0 0,-2 0-448 0,1 0-96 16,-1 0-16-16,2-4 0 0,-2 3-400 0,1-2-96 0,0-1-16 0,1-2 0 0,1 1-400 0,4-15-96 15,-4 20-16-15,4-20 0 0,0 0-128 0,0 0-224 16,0 0 48-16,0 0-14944 16</inkml:trace>
  <inkml:trace contextRef="#ctx0" brushRef="#br1" timeOffset="130163.08">14753 8430 5519 0,'1'-1'496'0,"-1"0"-496"0,0 1 0 0,0-2 0 15,1 2 1440-15,-1 0 192 0,0 0 32 0,0-2 16 16,0 1 80-16,-1-1 16 0,0 2 0 0,0 0 0 16,0 0-368-16,-1 2-80 0,0-2-16 0,0 3 0 15,-1-1-160-15,0-1-48 0,1 0 0 0,-1 1 0 16,-1 1-96-16,0 0-32 0,1 1 0 0,-2 1 0 16,0 0-80-16,0 0-32 0,-2 4 0 0,0-2 0 15,0 2-112-15,-2 2-32 0,1 1 0 0,-1 1 0 16,0 0-288-16,1 0-64 0,0 1-16 0,1 0 0 15,0 3-80-15,2-3-16 0,0 1 0 0,3-1 0 0,2-14-64 16,-4 22 0-16,4-22-16 0,0 0 0 0,0 0-176 16,0 0 0-16,14 38 144 0,-14-38-144 0,0 0 0 0,0 0 0 15,30 5 0-15,-19-6 128 0,1-4-128 0,0 0 0 16,2-2 0-16,-1-2 128 0,2-1-128 0,0-1 0 16,-1 1 128-16,0-2-128 0,-1-2 0 0,0 0 0 15,-2 0 0-15,-3 1 0 0,1-1 0 0,-4 2 0 16,-1 0 0-16,-1-2 0 0,-3 2 0 0,-1 0 0 15,-3 3 0-15,0-2 0 0,-3 2 0 0,-2 1 0 16,-1 1 0-16,-2 2 128 0,0 3-128 0,-1 1 0 16,0 2 0-16,1 3 0 0,2-1 0 0,0 1 0 15,1 1 0-15,0 2 0 0,2-2 0 0,2 2 0 0,2-2-144 16,1 2 144 0,2-3-976-16,0-4-128 0,0 0-32 0,0 0-15088 0</inkml:trace>
  <inkml:trace contextRef="#ctx0" brushRef="#br1" timeOffset="130458.77">14976 8432 13823 0,'0'-2'608'0,"0"0"128"16,0 2-592-16,0 0-144 0,1 0 0 0,0 0 0 15,-1 0 1488-15,1 0 272 0,1 1 48 0,-2-1 16 16,0 0 80-16,0 0 16 0,0 0 0 0,0 0 0 0,26 38-576 0,-26-38-96 16,0 0-32-16,22 39 0 0,-22-39-320 0,0 0-64 15,27 45 0-15,-27-45-16 0,0 0-32 0,31 43 0 16,-31-43 0-16,0 0 0 0,33 38-288 0,-33-38-64 16,0 0-16-16,0 0 0 0,36 38-224 0,-36-38-32 15,0 0-16-15,0 0 0 0,32 26-144 16,-32-26 0-16,0 0 0 0,0 0 0 0,0 0 0 0,0 0 0 15,0 0-160-15,33 12 160 16,-30-14-1616-16,0 1-240 0,0-1-32 0,0-3-13616 0</inkml:trace>
  <inkml:trace contextRef="#ctx0" brushRef="#br1" timeOffset="130653.48">15253 8525 7823 0,'-1'-7'160'0,"0"2"32"0,1 0 16 0,-1 2 48 0,1 2-256 0,0 1 0 0,-1 0 0 0,1-2 0 16,-2-1 2112-16,-1 1 384 0,-2 2 80 0,0 2 16 15,-1 1-704-15,-1 1-144 0,-2 1-16 0,-1 4-16 16,-1 1-128-16,-3 3-32 0,-2 2 0 0,0 2 0 16,-3 0-400-16,1-1-96 0,2 0-16 0,-1 1 0 0,-1 2-352 0,1-2-80 15,1 0-16-15,3-3 0 0,3-2-400 0,2-3-192 16,4-2 160-16,1 0-10496 16,2-4-2096-16</inkml:trace>
  <inkml:trace contextRef="#ctx0" brushRef="#br1" timeOffset="131277.7">15374 8377 13823 0,'-4'-1'608'0,"1"1"128"0,1-2-592 0,2 2-144 15,0 0 0-15,1-2 0 16,0 1 1280-16,1 1 208 0,2-3 48 0,1 0 16 16,5-2 368-16,2 0 80 0,2 0 16 0,1-2 0 15,5 2-624-15,-1 0-128 0,1 0-32 0,0 3 0 0,0 0-512 0,-20 2-96 16,34 0-32-16,-34 0 0 16,0 0-288-16,37 14-64 0,-37-14-16 0,0 0 0 0,0 0-224 0,22 38 128 15,-22-38-128-15,-3 24 0 0,-3-10 128 16,-2 0-128-16,-2-2 0 0,-3 0 0 0,0 0 192 0,-2-1-64 15,-2-1-128-15,-1-1 192 0,2-1 0 0,-1-1-16 16,0 0 0-16,2-3 0 0,2 1-32 0,-1-2 0 16,2-1 0-16,1-2 0 0,4 2-144 0,1-2 160 15,4 0-160-15,1 0 160 0,3-2-160 0,2 0 0 0,3-1 0 16,3-2 128-16,3 1-128 0,3-1 0 0,1 0 0 16,2 3 0-16,0-3 0 0,2 2 0 0,-21 3 0 0,38 0 0 15,-38 0-144-15,34 3 144 0,-34-3 0 0,0 0 0 16,41 12-128-16,-41-12 128 15,0 0 0-15,0 0 0 0,0 0 0 0,29 38-128 0,-29-38 128 16,-4 17 0-16,-3-10 0 0,-1 2 0 0,-2 1 0 0,-1-3 0 16,-2 2 0-16,-1-1 0 0,0 0 0 0,-1 0 0 15,1-4 0-15,-1 1 0 0,0-2 0 16,2-2 0-16,1 0-208 0,1-2-144 0,1 0-32 0,1-2-15232 16</inkml:trace>
  <inkml:trace contextRef="#ctx0" brushRef="#br1" timeOffset="131899.14">15878 8369 1839 0,'-3'-1'160'0,"2"1"-160"0,0 0 0 0,0 0 0 16,1 0 2208-16,0 0 416 16,0 0 64-16,0 1 32 0,1 1 432 0,0-2 96 0,2 0 16 0,1 0 0 15,2 0-752-15,0-2-144 0,2-1-16 0,0 1-16 16,1-2-944-16,0 1-192 15,2-3-48-15,-1 0 0 0,0 0-608 0,-1-2-128 16,1 1-32-16,-1-1 0 0,-3 1-128 0,1 0-16 16,-1-2-16-16,0-1 0 0,-1 1-48 0,-2-1-16 0,-2 1 0 15,-1 0 0-15,-2 0-160 0,-2 1 192 0,-2 1-192 0,-2 0 192 16,-2 4-192-16,-1 1 0 0,-2 2 144 16,-1 0-144-16,1 2 128 0,-2 1-128 0,-1 4 128 0,1-3-128 15,2 2 0-15,1 2 144 0,0 0-144 0,2-1 0 16,1 1 0-16,2 1 0 0,0 0 0 0,2 0 0 15,1 2 128-15,4-11-128 0,0 0 0 0,0 0 0 16,0 0 128-16,0 0-128 0,22 37 0 0,-22-37 0 16,0 0 0-16,32 5 0 0,-32-5 128 0,26 2-128 15,-26-2 0-15,24-2 0 0,-24 2 0 0,22-1 0 16,-22 1 0-16,20-2 0 0,-20 2 0 0,17-2 0 16,-9 0 0-16,-3 2 0 0,1-2 0 0,-2 1 0 0,-1 1 0 15,-3 1 0-15,0 1 0 0,-1-2 0 0,-2 3 176 0,-1 1-176 16,0 1 160-16,-1 1-160 0,-2 4 192 0,0-2-48 15,0 3-16-15,0 3 0 0,0 3-128 0,-1 1 0 16,1 0 144-16,-1 2-144 0,2-2 0 0,-2 2 144 16,2 2-144-16,0-3 0 0,1 1 144 0,0-2-144 15,1 2 0-15,4-20 144 0,-5 34-144 0,5-34 0 16,-1 29 0-16,1-29 0 16,0 0-352-16,0 0-96 0</inkml:trace>
  <inkml:trace contextRef="#ctx0" brushRef="#br1" timeOffset="132623.03">13870 8884 2751 0,'-1'-3'256'0,"0"0"-256"15,0 1 0-15,1 1 0 0,0 0 1088 0,0 1 160 0,0 0 32 0,0-2 16 16,1 1 592-16,-1-1 112 0,1 2 32 0,-1-3 0 15,1 3-176-15,0-2-48 16,0 2 0-16,1-1 0 0,0 1-64 0,0 0-16 0,1 1 0 0,-1-1 0 16,3 2-480-16,0-2-96 15,-5 0-32-15,0 0 0 0,0 0-496 0,34 5-112 0,-34-5 0 0,28 0-16 16,-28 0-16-16,33 0 0 16,-33 0 0-16,39 1 0 0,-39-1 16 0,41 2 0 0,-41-2 0 0,40-2 0 0,-21 1-176 15,1-1-48-15,-20 2 0 0,43-3 0 0,-19 1 32 0,1 1 0 16,1 0 0-16,3-1 0 0,1 0 48 0,1 1 16 15,1 1 0-15,-1-2 0 0,1-1-176 0,1 2-48 16,4-2 0-16,0-2 0 0,3 0-144 0,0 3 128 16,3-3-128-16,2 0 128 0,-1 3-128 0,0-5 0 15,-1 2 144-15,2 0-144 0,2-2 0 0,3 0 128 16,2 1-128-16,0-2 0 0,1 2 128 0,-1 0-128 16,-1-1 128-16,2 0-128 0,4 0 128 0,3-3-128 15,3 3 128-15,-3-2-128 0,-5 4 0 0,1-2 128 16,4 0-128-16,3 2 0 0,1-2 0 0,-2 4 0 15,-3 1 0-15,-2-3 0 0,-2 1 0 0,-2 0 0 0,-2 1 0 16,-5-3 0-16,-7 3 0 0,-4 0 0 0,-6-2 0 0,-3 0 0 16,-2 1-128-16,-6-1-64 0,-2 0 0 0,-6 0-18176 15</inkml:trace>
  <inkml:trace contextRef="#ctx0" brushRef="#br1" timeOffset="134429.41">14650 9056 7359 0,'2'-2'656'0,"-1"0"-528"0,0 2-128 0,-1-2 0 0,0 1 1392 0,1 1 240 16,0-2 48-16,0-1 16 16,1 1 448-16,0-3 96 0,-1 0 0 0,0 3 16 0,1 0-528 0,-1 0-96 31,-1 0-32-31,1 1 0 0,-1 1-288 0,0 0-64 0,0 0-16 0,0 0 0 0,-1 3-272 0,0-1-64 15,0 0-16-15,-1 3 0 16,1 2-176-16,-3 3-48 0,4-10 0 0,-8 26 0 16,4-10-176-16,-2 3-32 0,0 2-16 0,-1 3 0 15,0 0-160-15,-1 0-16 0,1 0-16 0,0-1 0 0,0 1-240 0,2-5 176 16,1-3-176-16,1-1 160 16,3-15-160-16,-3 26-224 0,3-26 48 0,0 0-17456 0</inkml:trace>
  <inkml:trace contextRef="#ctx0" brushRef="#br1" timeOffset="137508.57">15004 9139 2751 0,'0'-4'256'0,"0"1"-256"16,1 2 0-16,-1 0 0 0,0 1 1024 0,0-3 176 16,1 1 16-16,-1-4 16 0,1 0 1328 0,0-1 272 15,1-2 48-15,0 4 16 0,-1 0-528 0,1 0-128 16,-1 3 0-16,0 2-16 0,0 0-480 0,0 0-80 16,-1 0-32-16,0 0 0 0,0 0-160 0,0 0-16 15,0 0-16-15,20 38 0 0,-20-38-432 0,0 0-96 16,26 36-16-16,-26-36 0 0,0 0-480 0,30 35-96 0,-30-35-32 0,0 0 0 15,32 31-288-15,-32-31 0 0,0 0 0 0,0 0 0 16,40 26 0-16,-40-26 0 0,0 0 0 0,0 0 0 16,0 0 0-16,0 0-144 0,35 21-16 0,-35-21 0 31,0 0-1808-31,0 0-352 0,0 0-80 0,0 0-13152 0</inkml:trace>
  <inkml:trace contextRef="#ctx0" brushRef="#br1" timeOffset="137688.2">15198 9094 10127 0,'0'0'896'0,"-2"0"-704"0,1 2-192 0,0 1 0 15,1-1 1392-15,-2 1 240 0,-1 1 48 0,-1 6 16 16,-5 3 640-16,-2 3 128 0,-2 5 32 0,0-2 0 16,-2 0-736-16,1-1-144 0,0-3-16 0,1 0-16 15,-1 1-800-15,2-6-144 0,1 1-48 0,1-4 0 0,3 0-592 0,-1-1 0 16,4-2 0-16,0-2-14672 15</inkml:trace>
  <inkml:trace contextRef="#ctx0" brushRef="#br1" timeOffset="139340.76">15496 9042 16575 0,'-3'0'1472'16,"1"0"-1168"-16,0 2-304 0,1-2 0 0,0 0 1536 0,0 1 240 15,-2 1 48-15,-1 0 16 0,0-1 400 0,-1 3 96 16,1-4 16-16,2 2 0 0,1-2-784 0,1 0-160 15,2 0-16-15,0-1-16 0,3 0-736 0,0-1-160 16,1 0-32-16,1 1 0 0,-7 1-16 0,18-5-16 16,-18 5 0-16,21-2 0 0,-21 2-96 0,0 0-32 15,29 0 0-15,-29 0 0 0,0 0-112 0,34 3-32 16,-34-3 0-16,0 0 0 0,0 0-144 0,38 16 0 16,-38-16 0-16,0 0 128 0,0 0-128 0,0 0 0 15,0 0 0-15,22 35 0 0,-22-35 0 0,0 0 0 0,-7 20 0 0,1-13 0 16,-1 0 0-16,-3 0 0 0,-1 1 0 15,-1-1 0-15,0 1 0 0,-2 0 0 16,0 1 0-16,-1 0 0 0,1 0 0 0,-1-1 0 0,0 1 0 0,3-1 0 16,2-1 0-16,1-2 0 0,3-1 0 0,2-1 0 15,2-1 0-15,2-2 0 0,0 0 0 0,0 0 0 16,0 0 0-16,36 7 0 16,-36-7 0-16,36-4 0 0,-36 4 144 0,39-7 0 0,-17 4 0 0,0-1 0 15,0 1-144-15,1-2 192 0,-2 3-192 0,-21 2 192 16,36-5-192-16,-36 5 0 0,27 0 0 0,-27 0 128 0,0 0-128 15,0 0 0-15,29 3 0 16,-29-3-18848-16</inkml:trace>
  <inkml:trace contextRef="#ctx0" brushRef="#br1" timeOffset="141132.9">16755 8603 14735 0,'0'-2'1312'0,"0"2"-1056"16,1 0-256-16,0 0 0 0,-1 0 704 0,1 0 64 0,1 1 32 0,0 0 0 15,2 2 992-15,-4-3 192 0,0 0 32 0,0 0 16 16,0 0-288-16,32 38-48 0,-32-38-16 0,0 0 0 15,33 42-672-15,-33-42-144 0,26 36-32 0,-26-36 0 0,27 33-576 0,-27-33-112 16,0 0-16-16,35 38-128 16,-35-38 0-16,0 0-304 15,0 0 48-15,34 27-14784 16</inkml:trace>
  <inkml:trace contextRef="#ctx0" brushRef="#br1" timeOffset="141325.5">16948 8645 14735 0,'-2'-1'640'0,"0"2"160"0,0 0-640 0,-1 1-160 16,1-1 0-16,0 1 0 0,-1 3 1136 0,-3-1 192 0,-3 6 32 0,-4 4 16 16,-5 3-128-16,-2 4-32 0,-2 1 0 0,0 1 0 15,2 0-544-15,2-3-112 0,2-2-32 0,3-1-7968 16,2-2-1600-16</inkml:trace>
  <inkml:trace contextRef="#ctx0" brushRef="#br1" timeOffset="147506.57">17565 8572 14735 0,'0'-2'1312'0,"1"0"-1056"0,-1 2-256 0,0 0 0 16,0 0 1232-16,-1 0 192 0,1 1 48 0,-1-1 0 15,-1 1 784-15,-2 1 176 16,-2 1 16-16,0 3 16 0,-1 0-1248 0,-1 2-240 15,0 0-48-15,-1 2-16 0,1 1-464 0,0 2-112 0,0 1-16 0,1 3 0 16,0-1 0-16,1 1-16 0,1 2 0 0,2-4 0 16,1 0 64-16,2-15 16 0,0 0 0 0,7 40 0 15,-7-40-256-15,0 0-128 0,0 0 128 0,0 0-128 16,41 29 0-16,-41-29 0 0,24-4 0 0,-10-1-128 16,2-6-400-16,-2 0-80 0,0-1-16 0,1-2 0 15,0 0 48-15,-1-4 0 0,-1 0 0 0,-3 2 0 0,-1-1 272 0,-2 0 64 16,-3 1 16-16,-2 2 0 0,-3 0 224 0,-3 0 0 15,-3 4 0-15,-2 1 0 0,1 4 432 0,-4 0 16 16,0 2 16-16,0 1 0 16,0 2 176-16,1 3 48 0,2 1 0 0,1-1 0 0,4-1-432 0,1 1-96 15,1 2-16-15,3 0-10576 16,2 1-2128-16</inkml:trace>
  <inkml:trace contextRef="#ctx0" brushRef="#br1" timeOffset="147669.62">17749 8767 23039 0,'3'-2'1024'0,"-1"1"192"0,1 1-960 0,-1 0-256 16,-1 0 0-16,0 1 0 0,0 1 1552 0,-1-2 272 16,0 0 48-16,0 0 16 0,0 0-1040 0,19 35-208 0,-19-35-32 0,0 0-16 15,0 0-1600-15,19 41-320 0,-19-41-64 0,0 0-16 16</inkml:trace>
  <inkml:trace contextRef="#ctx0" brushRef="#br1" timeOffset="148016.42">18031 8641 17503 0,'1'0'768'0,"-1"0"176"0,1 0-752 0,0 0-192 0,-1 0 0 0,0 0 0 0,0 0 1824 0,1 1 336 16,1 1 64-16,-1 0 16 15,0 1-384-15,0 2-80 0,-2 1-16 0,0 2 0 0,-1 1-800 0,-1 0-176 16,-1 3-16-16,-1 2-16 0,0-2-368 0,-1 2-80 16,1 1-16-16,-1-3 0 0,2 0-64 0,2-2-16 15,2-10 0-15,0 0 0 0,0 0-48 0,0 0-16 0,0 0 0 0,35 12 0 16,-24-18-144-16,1-1-256 0,2-3 64 16,0-1 16-1,2-1-368-15,-2-2-80 0,1 2-16 0,-3 0 0 16,-1 0 208-16,-1 0 48 0,-4 0 0 0,-2 1 0 0,-1 3 384 0,-3-1 0 0,-1 2 0 0,-2-1-128 15,-4-1 352-15,-2 2 80 0,-1 2 16 0,-3 1 0 16,-1 3 128-16,-2 1 48 0,1 3 0 0,3-1 0 16,0 3-112-16,1-2-32 0,0 4 0 0,0-1 0 15,4 0-352-15,3-2 0 0,2-2 0 0,1-1-10896 32,3 1-2144-32</inkml:trace>
  <inkml:trace contextRef="#ctx0" brushRef="#br1" timeOffset="148552.79">18495 8487 15663 0,'2'-2'1392'16,"-2"0"-1120"-16,0 1-272 0,0 1 0 0,0 0 1664 0,1 0 256 15,-1-2 64-15,0 1 16 0,1 0 240 16,-1-2 64-16,0 3 0 0,0 0 0 0,-1 0-864 0,0 1-160 15,0 1-48-15,0 0 0 0,-1 1-544 0,-1 2-112 16,0 0-32-16,-2 1 0 0,2 1-96 0,-2 3-32 16,0 2 0-16,-2 2 0 0,1 1-112 0,-1 1-32 15,0 5 0-15,-1-2 0 0,1 4-96 0,-1-1-32 16,2 0 0-16,-1 1 0 0,1 0-144 0,0-1 0 0,2-1 144 16,0-3-144-16,4-18 0 0,-5 30 0 0,5-30 0 0,0 0 0 31,-2 31-1216-31,2-31-192 0,0 0-64 0,0 0-15104 0</inkml:trace>
  <inkml:trace contextRef="#ctx0" brushRef="#br1" timeOffset="149268.41">18676 8208 15663 0,'0'0'1392'0,"0"0"-1120"0,0 0-272 0,0 0 0 0,0 0 1760 15,0 0 288-15,1 0 64 0,0 0 16 0,1-2 160 0,1 1 16 16,1-1 16-16,3 1 0 0,0-1-976 15,3-2-192-15,0 1-32 0,2-1-16 0,1 1-464 0,1-1-112 16,1 1-16-16,-1 0 0 0,1 0-160 0,-1 2-32 16,-14 1-16-16,0 0 0 0,33 7-112 15,-33-7 0-15,0 0-16 0,0 0 0 0,0 0-176 0,6 44 0 0,-12-31 0 0,-3-1 0 32,-1 2 0-32,-4-1 0 0,-1 0 0 0,0 0 0 0,0-1 0 0,-1-1 0 15,-1 1 0-15,1-3 0 0,1 0 0 0,1-1 0 0,3-4 0 0,2 1 0 0,3-4 0 0,3 1 0 16,1-2 0-16,2-3 0 0,4-2 0 0,1 1 128 31,4-1-128-31,1 0 0 0,1 1 192 0,2-1-32 16,3 2-16-16,2-1 0 0,0 1 48 0,1 0 16 15,1 1 0-15,-1 0 0 0,-19 2-208 0,39 0 0 16,-39 0 128-16,35 3-128 0,-35-3 0 0,29 5 0 16,-29-5 0-16,0 0-18160 0</inkml:trace>
  <inkml:trace contextRef="#ctx0" brushRef="#br1" timeOffset="149677.03">19079 8575 22111 0,'3'0'976'0,"1"2"208"0,0-1-944 0,-1 1-240 15,-1 0 0-15,-2-2 0 0,3 2 1856 0,-3-2 336 16,0 0 64-16,0 0 16 0,38 34-576 0,-38-34-112 16,31 27-32-16,-31-27 0 0,32 25-928 0,-32-25-192 15,0 0-48-15,45 30 0 0,-45-30-384 0,0 0-224 16,34 22 32-16,-34-22-16192 0</inkml:trace>
  <inkml:trace contextRef="#ctx0" brushRef="#br1" timeOffset="149865.4">19301 8572 12895 0,'-4'0'1152'0,"1"0"-928"0,1 3-224 0,-1-1 0 15,1-1 2224-15,1 1 400 0,-2 2 64 0,-3 2 32 16,-3 5-544-16,-5 6-128 0,-4 1 0 0,-2 4-16 15,-1-1-784-15,-1 0-160 0,1-1-16 0,1-1-16 16,0 0-720-16,4-4-144 0,4-2-16 0,3-3-15360 16</inkml:trace>
  <inkml:trace contextRef="#ctx0" brushRef="#br1" timeOffset="150339.54">19699 8563 10127 0,'-3'-5'896'0,"2"3"-704"0,0-2-192 0,0 1 0 15,0 1 2016-15,0 1 368 0,-1 1 80 0,-1-2 16 16,-1 1 672-16,-1 0 144 0,-2 1 32 0,0 2 0 16,-1 3-1200-16,0 2-224 0,0 3-48 0,0 1-16 0,0 4-1072 0,1 0-192 15,-1 2-64-15,1 1 0 0,1 0-320 0,6-18-64 16,-5 34 0-16,5-34-128 0,0 0 128 0,9 36-128 15,-9-36 0-15,0 0 0 16,32 18 0-16,-32-18 0 0,31-5 0 0,-14-2 0 16,0 0-416-16,-1-4 16 0,1-1 0 0,-3 0 0 15,-1-2-160-15,-2 2-16 0,-2-2-16 0,0 1 0 0,-4-3 144 0,-1 1 48 16,-3 1 0-16,-3-1 0 0,-3 2 400 0,-2 1 0 16,-3 0 0-16,-3 2-128 0,-2 4 128 0,-2-2 0 15,-1 5 0-15,1 2 0 0,-1 1 0 0,3 1 0 16,1 2-176-16,3 2 176 15,3 0-688-15,2 0-32 0,3 2-16 0,3-7-13856 0</inkml:trace>
  <inkml:trace contextRef="#ctx0" brushRef="#br1" timeOffset="150543.57">19982 8660 28559 0,'0'0'1264'0,"0"0"272"0,0 0-1232 0,0 0-304 15,0 0 0-15,0 0 0 0,0 0 1824 0,-1 29 304 16,1-29 64-16,-5 23 16 16,5-23-1120-16,-5 29-240 0,5-29-32 0,0 0-16 15,-3 26-1568-15,3-26-304 0,0 0-64 0,0 0-16 0</inkml:trace>
  <inkml:trace contextRef="#ctx0" brushRef="#br1" timeOffset="151286.99">20189 8531 11967 0,'-1'1'1072'0,"0"-1"-864"0,1 2-208 0,0-2 0 16,0 0 1104-16,0 1 176 0,-2 1 48 0,2-1 0 15,0 3 1040-15,0-4 224 0,0 0 32 0,0 0 16 16,0 0-592-16,0 0-112 0,26 0-16 0,-17-4-16 16,2 0-928-16,0-4-176 0,-1 2-32 0,1-3-16 15,0 0-560-15,2-3-192 0,-1 0 144 0,-2 0-144 16,0 0 0-16,-3-2 0 0,-1 2 0 0,-4-2 0 16,-2 0 0-16,-3 4 0 0,-2-2 0 0,-3 2 0 15,-2 4 0-15,-1-1 0 0,-2 4 0 0,-2 2 0 0,-1 4 0 0,-1 2 160 16,0 1-32-16,2 1-128 0,0 1 256 15,0 2-64-15,2 2-16 0,1-2 0 0,1 1-176 0,2 1 160 16,0 0-160-16,3-2 160 0,6-10-160 0,-9 19 0 16,9-19 0-16,0 0 128 0,0 0-128 0,0 0 128 15,0 0-128-15,0 0 128 0,0 0-128 0,29 30 160 16,-29-30-160-16,21-1 160 0,-21 1-160 0,23-3 0 16,-23 3 0-16,23-5 128 0,-23 5-128 0,20-1 0 15,-20 1 0-15,0 0 0 0,0 0 0 0,0 0 0 16,0 0 0-16,32 13 0 0,-32-13 0 0,0 0 0 15,0 0 0-15,-8 28 0 0,4-21 0 0,-2 3 0 16,-1 2 128-16,-2-1-128 0,0 4 256 0,-1 1-48 16,1 1 0-16,-1 0 0 0,1 1-80 0,0-1-128 0,0 3 176 15,0-2-176-15,0 1 256 0,2-3-64 16,0-1-16-16,7-15 0 0,-8 25-16 0,8-25 0 0,0 0 0 16,-2 29 0-1,2-29-528-15,0 0-96 0,0 0-32 0,0 0-17008 0</inkml:trace>
  <inkml:trace contextRef="#ctx0" brushRef="#br1" timeOffset="151761.1">20430 8578 16575 0,'3'-3'736'0,"-1"1"160"16,-1 1-720-16,1-1-176 0,0 2 0 0,0-1 0 15,0 0 1536-15,3-1 256 0,-5 2 64 0,17-9 16 16,-5 3-320-16,1-3-64 0,1 1-16 0,1-1 0 0,-1-2-304 0,1-1-64 15,-1 0-16-15,-1 0 0 0,0-2-480 0,-2-1-96 16,-2-1-32-16,-3 1 0 0,0-1-176 0,-4 0-48 16,-1 2 0-16,-2 1 0 0,-2 4 144 0,-2 1 32 15,-2 4 0-15,-1-1 0 0,-2 5 32 0,-1 1 16 16,-1 3 0-16,0 1 0 0,1 3-160 0,0 1-16 16,-1 3-16-16,0 1 0 0,1 2-288 0,0 0 160 15,1 0-160-15,3-3 128 0,7-12-128 0,-10 24 0 16,10-24 0-16,0 0 0 0,0 0 0 0,0 0 0 15,0 0 0-15,0 0 0 0,0 0 0 0,26 27 0 16,-26-27 0-16,16-5 0 0,-16 5-416 0,20-6 32 16,-10 0 16-16,1 1 0 0,0 0 80 0,0 0 16 0,1-2 0 0,-2 3 0 15,-1-1 272-15,-1 2 0 0,-8 3 0 0,0 0 0 16,22-2 0-16,-22 2 0 0,0 0 0 0,0 0 0 0,0 0 0 16,0 0 304-16,0 0-48 0,0 0 0 15,9 39 112-15,-9-39 16 0,0 0 0 0,-11 29 0 0,11-29-128 0,-13 24-32 16,4-10 0-16,0 1 0 0,-1 4-80 0,-1-3-16 15,-1 4 0-15,0 0 0 0,0 0 0 0,-1 1-128 16,1-1 192-16,0 1-64 16,0 2-128-16,1-2 128 0,1-1-128 0,2-2 128 0,8-18-128 0,-10 28 0 15,10-28 0-15,0 0 0 16,0 0-1088-16,0 0-192 0</inkml:trace>
  <inkml:trace contextRef="#ctx0" brushRef="#br1" timeOffset="152273.6">20827 8058 11967 0,'-2'-4'1072'0,"2"1"-864"16,0 1-208-16,0 1 0 0,1 1 1072 0,0-2 160 16,0 2 48-16,2-1 0 0,2 0 976 0,3-1 208 15,1-1 32-15,1-1 16 0,2 3-976 0,0-1-208 16,1 0-48-16,-13 2 0 16,28-2-496-16,-28 2-96 0,27-1-32 0,-27 1 0 0,22 3-400 0,-22-3-96 15,0 0-16-15,0 0 0 0,0 0-144 0,0 0 0 16,0 0 0-16,0 0 0 0,0 0 0 0,-1 31-176 15,-11-24 48-15,-2-1 0 16,0 0-256-16,-1 1-64 0,-3 2 0 0,0-4 0 0,2 2 64 0,0-2 16 0,2-1 0 0,3 0 0 16,2-1 368-16,2-3 0 0,4 3 0 0,2-3 0 15,1 0 0-15,0 0 0 0,0 0 0 0,24 0 0 16,-24 0-272-16,24-2 64 0,-24 2 16 0,29 2 0 16,-29-2 32-16,32 2 16 0,-32-2 0 0,31 7 0 15,-31-7 144-15,0 0 0 0,40 17 0 0,-40-17 128 16,0 0 128-16,0 0 16 0,0 0 16 0,0 0 0 15,12 35 464-15,-19-29 80 0,-2 0 32 0,-3-1 0 16,-1 0-112-16,-3-1-32 16,-1 1 0-16,0-1 0 0,0-1-304 0,1-2-64 0,2-1-16 0,1-1 0 15,3-1-336-15,3 0 128 0,2-3-128 0,3 0 0 16,3 1-528-16,3-2-176 0,3 2-48 0,2-3-14800 16</inkml:trace>
  <inkml:trace contextRef="#ctx0" brushRef="#br1" timeOffset="152755.67">21253 8007 20271 0,'-5'-3'896'0,"2"0"192"0,1 3-880 0,0-2-208 16,1 2 0-16,-1 0 0 0,0 0 768 0,-2 0 128 16,-2 2 0-16,-4 1 16 0,1 1 48 0,-1 3 16 15,0 0 0-15,0 3 0 16,2-2 112-16,8-8 0 0,-11 18 16 0,11-18 0 15,0 0-688-15,0 0-144 0,0 0-16 0,0 0-16 16,10 36-240-16,-10-36 0 0,0 0 128 0,0 0-128 0,37 9 464 16,-37-9 48-16,0 0 16 0,32 12 0 15,-32-12-144-15,0 0-16 0,0 0-16 0,35 27 0 16,-35-27-224-16,0 0-128 0,0 0 160 0,20 42-160 16,-20-42 0-16,0 0 128 0,0 0-128 0,-4 39 0 15,4-39 0-15,0 0 0 0,-11 21 0 0,6-16 0 16,0-2 0-16,0 0 128 0,-2-1-128 0,2-2 0 15,-2 1 0-15,0-2 128 0,-1-1-128 0,1-1 0 0,-2 1 128 0,0-3-128 16,0 1 0-16,1 0 144 0,0 1 0 0,1-2 0 16,1 0 0-16,1 0 0 0,0 1 256 0,2 1 48 15,2-1 16-15,1-1 0 0,1 1-272 0,3-2-64 16,2 1-128-16,2-2 192 0,1 0-192 0,2-2 0 16,3-3 128-16,0 0-128 0,1 0 0 0,1-2 128 15,2-3-128-15,-1-1 0 0,3-2 0 0,-2-1-320 16,0 0 64-16,-3-1 0 0,-1 2 32 0,-5 2 16 15,-3 4 0-15,-2 2 0 0,-3 5 208 0,-5 2 0 16,-3 3 0-16,-3 4 0 0,-2 3 0 0,-4 0 0 16,-2 5 0-16,-1-1 0 0,-1 3 0 0,3-1 0 15,2 1 0-15,2-2-16592 0</inkml:trace>
  <inkml:trace contextRef="#ctx0" brushRef="#br1" timeOffset="153154.88">21314 8540 21183 0,'-2'0'944'0,"1"-1"192"15,1 1-912-15,1-1-224 0,0 1 0 16,0-1 0-16,1 1 1568 0,1-3 272 0,3 1 48 0,2 1 16 16,4-2-160-16,1 0-16 0,0 1-16 0,1-1 0 0,1 1-560 0,0 0-128 31,2 2 0-31,-1-2-16 0,1 1-640 0,1-1-128 0,-18 2-32 0,36-3 0 16,-19 1-928-16,1 1-192 0</inkml:trace>
  <inkml:trace contextRef="#ctx0" brushRef="#br1" timeOffset="153329.45">21362 8644 27647 0,'0'0'1216'0,"0"0"256"0,0 0-1168 0,0 0-304 0,0 0 0 0,0 0 0 0,0 0 1984 0,27 4 320 0,-27-4 80 0,32 0 16 15,-7-2-1184-15,1 1-256 0,2 0-32 0,0-4-16 16,-1 2-720-16,-2-1-192 15,-3-3 0-15,-1 2-17536 0</inkml:trace>
  <inkml:trace contextRef="#ctx0" brushRef="#br1" timeOffset="154485.71">22294 8421 14735 0,'1'-2'1312'0,"-1"2"-1056"0,0-1-256 0,0 1 0 16,-1 0 2000-16,1 0 352 0,-1-2 64 0,0 2 16 15,-1-1-64-15,0 0 0 0,-2 1 0 0,-1 1 0 16,0 0-1184-16,-2 4-240 0,0 0-48 0,-2 1-16 16,0 2-448-16,-1 4-96 0,-2 2-16 0,1 2 0 15,0 1-160-15,0 4-32 16,1-1-128-16,2 0 192 0,1 2-192 0,3-2 0 0,4-20 0 0,-5 39 0 15,5-39 0-15,0 0 0 0,13 45 0 0,-13-45 0 16,0 0 0-16,33 19 0 0,-33-19 0 0,31-2 0 0,-13-3-128 0,0-2 128 16,3-2 0-16,-2-2 0 15,1-2-576-15,-3-1 0 0,0 0 0 0,-3 0 0 16,-2 0-448-16,-4 1-80 0,0-1-32 0,-4 0 0 16,-3 2 416-16,-2-2 80 0,-3 2 0 0,-4-2 16 0,-1 2 624 0,-3 2 0 15,-2-1 0-15,0 3 0 0,1 4 0 0,0 1 0 16,1 3 0-16,1 1 0 0,1 3 320 0,2 0 128 15,3 2 16-15,0 0 16 0,3 2-480 0,2-8 128 16,0 0-128-16,0 0-13248 0</inkml:trace>
  <inkml:trace contextRef="#ctx0" brushRef="#br1" timeOffset="154952.63">22570 8630 23039 0,'1'0'2048'0,"0"-2"-1648"0,0 1-400 0,-1 1 0 16,0 1 1920-16,0-1 320 0,1 2 48 0,0-2 16 16,1 2-960-16,0 0-192 0,-2-2-48 0,0 0 0 15,0 0-912-15,0 0-192 16,0 0 0-16,0 0-15664 15</inkml:trace>
  <inkml:trace contextRef="#ctx0" brushRef="#br1" timeOffset="155292.28">22860 8461 13823 0,'0'-2'1216'0,"0"2"-960"0,1 0-256 0,-1 0 0 15,0 0 1568-15,0 0 272 16,0 0 48-16,1 2 16 0,-1-2 720 0,0 3 128 0,0-3 48 0,0 0 0 16,0 0-1264-16,0 0-256 0,0 0-64 0,-11 23 0 15,5-16-624-15,0 3-128 0,0 0-16 0,6-10-16 16,-13 24-192-16,13-24-48 0,-13 26 0 0,13-26 0 0,-7 25-192 0,7-25 128 16,0 0-128-16,0 0 0 0,8 38 0 0,-8-38 0 15,0 0 0-15,29 9 0 0,-16-9 0 0,1-3 0 16,0-2-208-16,1-1 64 15,0-1-544-15,-1-1-96 0,0-1-32 0,-2 0 0 0,-2 0 352 0,-2-1 64 16,0 1 16-16,-3 0 0 0,-3 1 384 0,-2-2 0 16,-2 2 0-16,-1-1 0 0,-3 0 304 0,-1 0 80 15,-3 2 32-15,-1-2 0 0,0 4 32 0,-1 0 16 16,0 2 0-16,1 3 0 0,0 0-256 0,3 1-48 16,0 1-16-16,2 3 0 0,1-3-304 0,1 3-64 0,4-5-16 15,0 0-10432-15,0 0-2080 0</inkml:trace>
  <inkml:trace contextRef="#ctx0" brushRef="#br1" timeOffset="157344.29">23234 8334 16575 0,'1'-1'1472'0,"1"-1"-1168"16,-1 1-304-16,-1 0 0 0,0 1 1472 0,1-1 224 15,0-1 48-15,1 2 16 0,0-4 16 0,-1 1 0 16,-1 1 0-16,-1 1 0 0,0 1-752 0,-2 3-160 16,-1-1-32-16,1 1 0 0,-3 1-208 0,1 2-48 15,-2 2-16-15,0 0 0 0,7-8-112 0,-14 19-32 16,14-19 0-16,-14 23 0 0,14-23-256 0,-12 26-160 0,12-26 192 0,0 0-192 31,-10 36 176-31,10-36-176 0,0 0 160 0,0 0-160 0,0 0 0 0,10 36 0 16,-10-36 0-16,0 0 0 0,0 0 0 0,30 18 0 0,-30-18 0 0,0 0 0 15,30 12 0-15,-30-12 0 0,0 0 0 0,31 15 0 16,-31-15 0-16,0 0 0 0,0 0 0 0,30 21 0 16,-30-21 0-16,0 0 128 0,0 0-128 15,0 0 0-15,0 0 256 0,0 0-32 0,0 0-16 0,0 0 0 16,0 0 0-16,0 0 0 0,0 0 0 0,3 38 0 0,-8-36-64 16,-2 0-16-16,0 1 0 0,-1-2 0 15,0 3-128-15,-2-2 128 0,0 0-128 0,0 1 128 0,-1 2-128 0,-1-3 0 16,0 0 0-16,0 3 0 0,-1-2 0 0,1-1 0 15,1 0 0-15,0-2 0 16,3 2-256-16,1-2-16 0,0-2-16 0,1 1-11008 16,1 0-2208-16</inkml:trace>
  <inkml:trace contextRef="#ctx0" brushRef="#br1" timeOffset="157563.97">23156 8357 6447 0,'3'-3'272'0,"-1"1"80"0,1 0-352 0,0 0 0 0,0 1 0 0,-1-1 0 0,2 2 1376 0,3-3 208 15,2 0 32-15,5-2 16 0,3-1 864 0,3-1 160 0,-3 2 32 0,0-1 16 16,0 0-288-16,-1 2-64 0,-2-1-16 0,1 1 0 16,-2 1-1280-16,-2 1-256 15,1-1-48-15,-3-1-16 0,-1 3-1232 0,0-1-240 0</inkml:trace>
  <inkml:trace contextRef="#ctx0" brushRef="#br1" timeOffset="158071.6">23479 8264 21183 0,'7'-1'944'0,"-3"0"192"0,-1 1-912 0,1-2-224 16,1 2 0-16,-3 0 0 0,2 0 1648 0,3-2 272 16,2 1 64-16,5-1 16 0,1 0-464 0,0 1-112 15,0 1-16-15,-15 0 0 0,27 3-688 0,-27-3-144 16,22 5-16-16,-22-5-16 0,0 0-304 0,0 0-64 0,0 0-16 0,0 0 0 16,0 0-160-16,0 0 0 0,27 26 0 0,-27-26 0 15,0 0 0-15,0 0 0 0,0 0 128 0,-9 30-128 16,9-30 0-16,-13 12 0 0,6-6 0 0,-2 0 0 15,-1 1 0-15,-1-2 0 0,-1 2 0 0,0-1 0 16,-1 0 0-16,1 1 0 0,0 0 0 0,1-2 0 16,2 2 0-16,2-1 0 0,1 0 128 0,6-6-128 15,0 0 288-15,0 0-32 0,0 0 0 0,0 0 0 16,0 0-96-16,0 0-32 0,37 14 0 0,-37-14 0 16,30 0 64-16,-13-2 16 0,0 2 0 0,-17 0 0 15,29 2-208-15,-29-2 176 0,24 3-176 0,-24-3 160 16,24 6-160-16,-24-6 0 0,0 0 0 0,33 13 0 0,-33-13 0 15,0 0 0-15,0 0 0 0,0 0 0 0,28 30 0 16,-28-30 0-16,0 0 128 0,0 0-128 0,0 0 0 0,0 0 160 16,-11 31-160-16,5-26 160 0,-1 0-32 0,0-1-128 15,0-1 192-15,-3 2-64 0,-2-1 0 0,-3 1 0 16,0 0 0-16,-2-1 0 0,0 1-128 0,1 0 160 16,1-2-160-16,1 1 160 0,2 1-160 0,2-4 192 15,0 0-192-15,4 1 192 0,1-2-192 0,2-2 0 16,2 1 0-16,2-2 128 0,1 0-128 0,1-2-144 15,1 1 144-15,-1-3-18096 0</inkml:trace>
  <inkml:trace contextRef="#ctx0" brushRef="#br1" timeOffset="158841.78">23882 8326 2751 0,'3'-5'128'0,"-2"3"16"0,0-1-144 0,0 1 0 0,0 1 0 0,-1 0 0 15,0-1 1552-15,1 1 288 0,0-1 48 0,1-1 16 16,-1 1 848-16,0 0 192 0,1 0 16 0,-1 0 16 0,0 1-944 0,-1 1-192 15,1 0-48-15,1 0 0 0,0 0-288 0,1 0-64 16,0 0-16-16,-3 0 0 0,0 0-256 0,0 0-48 16,18 3-16-16,-11-3 0 0,-7 0-448 0,15 0-80 15,-15 0-32-15,19 0 0 0,-19 0-224 0,19 0-32 16,-19 0-16-16,19 0 0 0,-12-2-64 0,-7 2-16 16,0 0 0-16,21 2 0 0,-21-2-48 0,0 0-16 15,28 6 0-15,-28-6 0 0,0 0-128 0,0 0 128 16,31 22-128-16,-31-22 128 0,0 0-128 0,0 0 0 15,0 0 0-15,15 42 128 0,-15-42-128 0,0 0 0 16,0 0 0-16,-4 36 0 0,4-36 0 0,0 0 0 16,0 0 0-16,-10 32 0 0,10-32 0 0,0 0 0 15,0 0 0-15,-15 28 0 0,15-28 0 0,0 0 0 16,-12 18 0-16,12-18 0 0,-13 14 0 0,5-5 0 16,-2 0 0-16,0 2 0 0,-1-4 0 0,1 1 128 0,-1 1-128 0,0-1 0 15,1-1 0-15,-1 1 128 0,1 0-128 0,0-3 0 16,1 2 0-16,0-1 0 0,1-1 128 0,0-1-128 15,1 0 0-15,0 0 0 0,1-1 0 0,0-1 0 16,0 0 0-16,2-1 0 0,-2 1 0 0,1 0 0 16,2-2 0-16,-1 0 0 0,0 3 0 0,1-3 0 15,1 0 0-15,0 2 0 0,-1-2 0 0,1 0 0 0,0 2 0 16,1-2 0-16,0 2 0 0,0-2 0 0,0 1 0 16,1 1 0-16,-1-2 0 0,0 2 0 0,1-2 0 0,-1 0 0 15,0 1 0-15,1-1 0 16,-1 0 0-16,1 0 0 0,0 0 0 0,0-1 0 0,0 1 0 0,0 0 0 15,-1-2 0-15,1 2 0 0,0 0 0 0,0-2 0 0,0 2 0 16,0-1 0-16,1 1 0 0,-1 0 0 0,0 0 0 0,1-2 0 16,0 2 0-1,0 0 128-15,1-1-128 0,0 1 0 0,0-1 144 0,2 1-144 0,0-2 160 0,1 0-160 16,1 1 176-16,1-2-176 0,3 1 192 0,1 0-192 16,3-3 160-16,1 1-160 15,5 0 128-15,1-2-128 0,4 1 0 0,-5 1 128 0,-4 1-128 0,3-1 0 16,3 1 0-16,4 1 0 0,2 0 0 0,3 1 0 15,-1-1 0-15,0 2 0 0,0 0 0 0,-3-2-12368 16,1 2-2480-16</inkml:trace>
  <inkml:trace contextRef="#ctx0" brushRef="#br1" timeOffset="166567.84">2976 10080 7359 0,'-1'-2'656'0,"0"1"-528"0,1 0-128 0,0 1 0 0,0 0 832 0,0 0 144 0,0-2 32 0,-1 1 0 16,0-1 624-16,0 2 128 0,1-2 32 0,0 2 0 15,0 2-352-15,0-1-64 0,2 1-16 0,0 1 0 16,1 0-512-16,2 0-96 0,-1-1-32 0,2 1 0 15,1-3-224-15,1 2-48 0,-1-2-16 0,1 0 0 16,1-2-48-16,-1 2 0 16,1 0 0-16,-1-2 0 15,-2 4-96-15,-1-2-32 0,0 2 0 0,-1 0 0 0,-1 1-112 0,-1 2-16 0,0-1-128 0,-3 1 192 16,0 1-192-16,-2 0 0 16,-1 1 128-16,-2 1-128 0,-2 0 0 0,0 2 0 15,-1-2 0-15,-1 0 0 16,0 2 0-16,0 0 0 0,0-1 0 0,0 1 0 0,-1 1 0 0,1-1 0 15,1 2 0-15,1-3 0 0,1-2 0 0,2 1 0 16,1 1 0-16,2-4 0 0,1 0 0 0,2-1 0 16,1-1 0-16,2-1 0 0,0 0 304 0,3-2 16 15,1 0 0-15,1 0 0 0,2-1 256 0,1 0 64 16,1-1 16-16,-1 0 0 0,1-1-224 0,-1 0-48 16,0 1-16-16,0-3 0 0,0 0-368 0,-1 1 0 15,-2-1 0-15,1 0 128 0,-2 1-128 0,-1-3-256 0,-1 2 64 0,-1 0 0 31,-2 0-1600-31,-1 1-320 0,-1 1-64 0,-1-1-10560 0</inkml:trace>
  <inkml:trace contextRef="#ctx0" brushRef="#br1" timeOffset="166917.16">2894 10168 5519 0,'-20'-4'240'0,"10"2"64"0,0 1-304 0,1-1 0 0,4 2 0 0,1 0 0 15,-1 2 1056-15,-3 3 160 0,-5 0 16 0,-3 6 16 16,1 1 384-16,2 5 80 0,4 0 16 0,4 4 0 15,3 0 240-15,1 4 48 0,4 0 16 0,-3-25 0 0,9 45-784 0,-9-45-160 16,17 35-16-16,-17-35-16 0,0 0-272 0,34 36-48 16,-34-36-16-16,0 0 0 0,45 17-80 0,-45-17-32 15,37 2 0-15,-15-6 0 0,1-1 32 0,1-3 0 16,2-1 0-16,0-5 0 0,3-1-128 0,-3-3-32 16,-1-4 0-16,-1-1 0 15,-2-1-336-15,-1-2-144 0,-2 2 128 0,-1-2-128 0,-1 0 0 0,-2-3 0 16,-1 1 0-16,-4-3 0 0,-2 1 0 0,-6 2 0 15,-2 3 0-15,-6 1 0 0,-3 1 0 0,-7 4 0 0,-5-2 0 0,-5 5 0 16,-7 1 0-16,0 3 0 0,-2 1 0 16,-2 8 0-16,1 5 0 0,-1 5 0 0,2 5 0 0,1 5 0 15,0-1 0-15,4 4 0 16,4 0 0-16,2 3 0 0,4 0-176 0,2 0 176 0,4 1-128 0,3-1-10560 31,3-1-2112-31</inkml:trace>
  <inkml:trace contextRef="#ctx0" brushRef="#br1" timeOffset="168318.42">3921 10085 3679 0,'-1'-5'320'0,"1"1"-320"16,0 0 0-16,0 3 0 0,0-1 1008 0,0 1 128 0,0 1 16 0,0-2 16 15,0 0 304-15,0 0 48 0,-1-3 16 0,1 2 0 16,0 1-304-16,-1 1-48 0,0 0-16 0,1 1 0 16,-1 0-160-16,1 1-48 0,-1 0 0 0,0 1 0 15,1-1-272-15,-1 1-64 0,0 1-16 0,0 1 0 16,0-2-160-16,1 3-16 0,-1 2-16 0,1 3 0 15,0 0-16-15,0 3 0 0,0 4 0 0,0 2 0 16,1 2 96-16,-1 5 16 0,1 0 0 0,-1 0 0 16,0 3-128-16,-1-3 0 0,0 1-16 0,0-2 0 15,-1-4-112-15,1 1 0 0,0-1-16 0,0-3 0 16,1-2-240-16,0-3 0 0,0-1 0 0,0-2 0 16,0-3 0-16,0-2 0 0,0-3 0 0,0 0 0 0,0-2-128 15,1-2-32-15,1 0 0 0,0-5 0 16,1 0-1696-16,0-3-320 0,-1-2-80 0,1-2-8624 15</inkml:trace>
  <inkml:trace contextRef="#ctx0" brushRef="#br1" timeOffset="168636.74">3893 10158 8287 0,'-3'-9'368'0,"2"4"80"0,-1 1-448 0,1 0 0 16,0 3 0-16,0-2 0 0,1 0 1152 0,0 0 128 15,0-2 48-15,0-4 0 0,2 1 368 0,1-3 80 0,1 3 16 0,2-3 0 16,2 1-432-16,1 0-80 0,2-1 0 0,0 2-16 15,1 1-560-15,1-2-96 16,0 6-32-16,0-1 0 0,1 3-432 0,-14 2-144 0,0 0 0 0,41 9 0 16,-41-9 0-16,0 0 0 0,38 29 0 0,-38-29 0 15,0 0 0-15,23 47 0 0,-23-47 0 0,6 31 0 16,-5-16 0-16,-4 1 0 0,-1-2 0 0,-3-2 0 16,2-2 576-16,-4-1 96 0,-1 2 32 0,-3-1 0 15,-1 0 128-15,-2-3 48 0,1 1 0 0,0-4 0 16,-1 0-336-16,2-1-64 0,0-1-16 0,1-2 0 15,0 0-272-15,2-2-48 0,2 2-16 0,0-3 0 16,2 1-128-16,1 0 0 0,1 1 0 0,1-1 0 0,2 1-224 0,1 0-32 16,1 1 0-16,1 0-9632 15,1 1-1936-15</inkml:trace>
  <inkml:trace contextRef="#ctx0" brushRef="#br1" timeOffset="169103.58">4304 10324 6447 0,'0'0'576'0,"-1"-2"-576"0,1 2 0 0,-1 0 0 16,0 0 784-16,0 0 48 16,0 0 16-16,-3 2 0 0,-2 2-16 0,1 2-16 15,-2 2 0-15,1 1 0 0,0 2-240 0,0-1-64 16,0 4 0-16,1-2 0 0,1 0 192 0,1 0 48 15,1-2 0-15,1-1 0 0,0-2 16 0,2 0 0 0,0-1 0 0,3-3 0 16,1 0-144-16,1-1-32 0,1-2 0 0,1 0 0 0,-1-2-192 0,3-3-32 16,2 1-16-16,0-4 0 0,0 1-224 0,-1-2-128 15,0-1 128-15,-1 3-128 0,-1-2 0 0,-1 1 0 16,-2 0 0-16,0 0 0 0,-1 1 0 16,-3 1 0-16,0 0 0 0,-2 0 0 0,-2 1 0 0,0 0 0 15,-3 1 0-15,-1 0 0 0,0 0 0 0,-2 1 0 16,-3 1 0-16,1 0 0 0,0 2 0 0,-1 0 128 15,0 0-128-15,0 2 0 0,1-2 0 0,3 1 144 16,-1 0-144-16,2-1 0 0,1 0 0 0,2 0 0 16,1-1 0-16,1 0-10448 0</inkml:trace>
  <inkml:trace contextRef="#ctx0" brushRef="#br1" timeOffset="169608.09">4587 10199 23039 0,'1'-3'2048'0,"-1"1"-1648"15,0 2-400-15,0-1 0 0,0 1 1408 0,0 0 192 16,1-1 32-16,0-1 16 0,0-1 144 0,1 1 48 0,0 2 0 0,2 0 0 15,0 2-1008-15,-1 1-208 0,2 1-48 0,1 1 0 16,-2 0-576-16,1-1 0 16,0 1 0-16,-1 0 0 15,0-2-688-15,0 4-144 0,0-3-48 0,-1 1-14928 0</inkml:trace>
  <inkml:trace contextRef="#ctx0" brushRef="#br1" timeOffset="169766.17">4582 10320 7359 0,'-2'1'656'0,"1"0"-528"0,0 1-128 0,1-2 0 0,-1 1 1392 0,0 1 240 16,-1 3 48-16,-1 0 16 0,0 4 848 0,1 1 160 16,1 0 48-16,0-1 0 0,1 2-608 15,2-1-112-15,0-1-32 0,-2-9 0 0,0 0-1152 0,0 0-224 16,0 0-48-16,21 36-16 16,-17-31-848-16,3-3-160 0</inkml:trace>
  <inkml:trace contextRef="#ctx0" brushRef="#br1" timeOffset="170179.95">4906 10290 6271 0,'3'-5'128'0,"-1"2"48"0,0-1 0 0,-2 1 0 0,1 1-176 0,-1 1 0 0,0-1 0 0,0-2 0 0,0-2 2496 0,-1 0 480 16,0-4 96-16,-2 3 0 0,-2 1-848 0,1 1-176 15,-2 2-48-15,-1 0 0 16,-1 3-528-16,-1 0-128 16,0 5 0-16,-2 0-16 0,3-1-400 0,-3 4-80 15,-1 1-16-15,-1 3 0 0,2 0-288 0,0-2-64 16,1 1-16-16,2 0 0 0,1 0-256 0,2-5-48 16,3 2-16-16,2-3 0 0,1 2-144 0,2-5 0 15,1 3 0-15,-4-5 128 0,0 0-128 0,0 0 0 16,34 2 0-16,-34-2 0 0,0 0-144 0,38-5 144 0,-38 5 0 0,0 0 0 15,42 3-144-15,-42-3 144 0,0 0 0 0,0 0-144 16,43 16 144-16,-43-16 0 0,0 0-144 0,0 0 144 16,0 0 0-16,3 33 0 0,-9-25-144 0,-2-1 144 15,0 1 0-15,-3-1 0 0,-3 1 0 0,-1 0 0 16,1-2 0-16,-1 2 0 0,-2-4 0 0,2 1 0 16,-1-2 0-16,2-1 128 0,3 0-128 0,2-2 0 15,1 0 0-15,3-2 0 0,4 0 0 0,1-3 0 16,3 0-1088-1,4-2-192-15</inkml:trace>
  <inkml:trace contextRef="#ctx0" brushRef="#br1" timeOffset="170556.54">5118 10298 12895 0,'3'-4'576'0,"-2"0"112"0,0 1-560 0,0 0-128 15,-1 1 0-15,-1 0 0 0,0 0 1424 0,-1-1 256 16,0-3 48-16,-2-2 16 0,-3 1-192 0,1-1-32 15,-1 4-16-15,-1-1 0 0,1 3-416 0,-3 4-64 16,1 0-32-16,0 2 0 0,-2 2-304 0,0 2-64 0,1 1-16 0,0 0 0 16,2 1-336-16,0 1-64 0,2 0-16 0,2-2 0 15,2 0 256-15,2-1 32 0,1 0 16 0,3-3 0 16,-4-5-256-16,0 0-48 0,0 0-16 0,0 0 0 16,42 20-176-16,-42-20 0 0,0 0 0 0,41 6 0 15,-41-6 0-15,0 0 0 0,41 10 0 0,-41-10 0 16,0 0 0-16,0 0-144 0,0 0 144 0,42 26 0 15,-40-22 0-15,-2 2 0 0,-2 0 0 0,-2 0 0 16,-1 0 0-16,-4 4 0 0,-4-1 0 0,-3 0 144 16,2 1 176-16,-2-3 48 0,1-1 0 0,0-2 0 15,0 1-176-15,1-2-16 0,2-2-16 0,1 1 0 0,3-4-160 0,0 0 0 16,4-2 0-16,2-2 0 16,4 0-1040-16,2-2-192 15,5-2-48-15,2 1-13120 0</inkml:trace>
  <inkml:trace contextRef="#ctx0" brushRef="#br1" timeOffset="170918.99">5285 10362 8287 0,'2'0'736'0,"-1"0"-592"15,0-2-144-15,-1 2 0 0,0 0 2032 0,0 0 368 16,1-2 80-16,0 0 16 0,-1 0-64 0,0 1-16 0,-1-1 0 16,-1 2 0-16,0 2-976 0,-1-1-192 15,0 4-32-15,0-1-16 0,-1 4-656 0,1 0-128 0,2 1-32 0,-1 1 0 16,-1 2-208-16,3 0-48 0,0-2-128 0,1 1 192 15,0-1-32-15,-1-10-16 0,0 0 0 0,0 0 0 16,0 0 176-16,22 35 48 0,-22-35 0 0,0 0 0 16,0 0-128-16,40-4-32 0,-28-3 0 0,0-1 0 15,-2 1-16-15,1-4-16 0,0-2 0 0,0 1 0 16,-3 1-176-16,0-1 0 0,-1 0 0 0,-3 0 0 16,-2 3 0-16,-2-1 0 0,-2 4-144 0,-3 0 144 15,-2 2 0-15,-3-1 0 0,-1 2 0 0,-2 1 0 16,-2 0 0-16,0 2 0 0,-2 0 0 0,-1 1 0 15,2 2 0-15,1 0 0 0,1 0 0 0,1 1 0 0,2 3 0 16,1-2 0-16,4-1 0 0,1-1 0 0,3 2 128 16,1-3-128-16,2 0 0 0,0-1 0 0,4 1 0 0,2-2 0 15,1-2 0-15,2 1 0 0,1-2-352 0,-11 3-16 16,29-8 0-16,-13 3 0 16,0 0-1776-16,1 0-352 0,0-2-80 0,-1 0-5904 15,-1 0-1184-15</inkml:trace>
  <inkml:trace contextRef="#ctx0" brushRef="#br1" timeOffset="171287.17">5495 10282 2751 0,'14'-2'128'0,"-10"0"16"0,-2 2-144 16,-2 0 0-16,0 0 0 0,1 0 0 16,2 0 1360-16,0-1 240 0,1 1 64 0,1 0 0 15,-1 1 192-15,-2 1 64 0,0 0 0 0,-2-2 0 0,1 2-64 16,-1 1-16-16,1-1 0 0,0 1 0 0,0 0 128 0,1 0 16 0,-1 2 16 0,1 0 0 16,-2-5-336-1,0 0-80-15,0 0-16 0,6 31 0 0,-6-22-512 0,0 2-96 16,-1 0-32-16,0-2 0 0,1-2-352 0,-1 1-80 15,0 1-16-15,-2 0 0 0,2 1-240 0,-1-3-48 16,0-1-16-16,0 0 0 0,1-3-176 0,0 1 0 16,0-4 0-16,1 0 128 0,0 0-128 0,0 0 0 15,1-4 0-15,0-2 0 0,3-1 0 0,-1-2 0 16,2-1 0-16,-1 1 0 0,2-3 0 0,0 0 0 16,0 3 0-16,0-3-176 15,2-2-224-15,1 0-48 0,1-3-16 0,0 2 0 0,1 1 80 0,-1 0 32 0,0 4 0 16,-2 4 0-16,1-1 352 0,-3 4 0 0,2 3 0 15,-3 0 0-15,1 0 0 0,-6 0 0 0,0 0 0 0,0 0 192 16,0 0 96-16,24 43 32 0,-24-43 0 0,6 33 0 16,-6-33-112-16,3 31-16 0,-2-17 0 0,-1-2 0 15,0-2-16-15,0 1-16 0,0-1 0 0,0-1 0 16,0-2-160-16,0-2 0 0,0 0 0 0,1-3 128 16,0-2-352-16</inkml:trace>
  <inkml:trace contextRef="#ctx0" brushRef="#br1" timeOffset="176890.62">6741 10230 15663 0,'1'-2'1392'0,"0"2"-1120"16,-1-2-272-16,0 2 0 0,1 0 976 0,0-1 144 16,0 1 32-16,1-2 0 0,1-1 432 0,-1-1 80 0,2-1 32 15,0 2 0-15,-1-1-272 0,0-1-48 16,1 0-16-16,-1-1 0 0,1 0-656 0,-1 0-144 0,0 0-32 0,-1 0 0 16,0-1-336-16,-1 4-192 0,0-4 192 0,-2 2-192 15,-1 3 0-15,-1-2 0 0,-1 1 0 0,-2 0 0 0,-2 3 0 0,-2 0 0 16,2 2 0-16,-3-1 0 15,-1 4 0-15,-1-1 0 0,0 4 0 0,1-1 0 0,0 4 0 0,0-1 0 16,2 0 0-16,1 1 0 0,1 1 0 0,0 0 128 16,2-3-128-16,2 2 0 15,1-2 0-15,1-1 0 0,2 0 0 0,0-4 0 0,0 1 0 0,2 0 0 16,0 0 0-16,1 0 0 0,0-3 0 0,0 0 0 16,0 1 0-16,1-1 0 15,0 0 0-15,-2-2 0 0,2 0 0 0,0 1 0 0,-1 1 0 0,1-2 0 0,2 1 0 0,-2 0 0 16,2 1 0-16,-1-1 0 15,-5-1 0-15,0 0 0 0,0 0 0 0,0 0 0 0,34 2 0 0,-26-5 0 16,1 0 192-16,-1-3-192 0,1 0 192 0,0-2-192 16,0 1 336-16,0-3-32 0,-1 3-16 0,-1 0 0 15,-1 0-80-15,-2 0-16 0,0 2 0 0,-1-1 0 16,-1 3-192-16,-1 0 144 16,-1 3-144-16,0-2 128 0,-1 2-128 0,1 2 128 15,-2-1-128-15,0 3 128 0,1 1 48 0,-1 3 0 0,1 1 0 0,0 2 0 16,1 1 16-16,0-12 16 0,0 0 0 0,7 33 0 15,-7-33-16-15,0 0 0 0,0 0 0 0,0 0 0 16,30 33-192-16,-30-33 0 0,0 0 0 0,0 0 0 0,36-4 0 16,-26 0 0-16,1-4 0 0,0-2 0 15,0 1 0-15,-1-3-288 0,1 0 64 0,0 2 16 16,-2 1-2352-16,-1 0-480 0</inkml:trace>
  <inkml:trace contextRef="#ctx0" brushRef="#br1" timeOffset="177115.55">7040 10149 7359 0,'-1'-5'320'0,"1"2"80"0,0 0-400 0,-1 1 0 0,1 1 0 16,-1 1 0-16,1-2 1856 0,-1 1 272 0,0-1 64 0,0 0 16 15,-1-2 112-15,-1 3 32 0,0 1 0 0,0 1 0 16,1 3-528-16,0 0-96 0,0 4-32 0,-1 1 0 16,1 3-560-16,0 2-112 0,0 3-32 0,1-1 0 15,0 4-496-15,-1-2-112 0,1 2 0 0,-1-1-16 16,1 3-80-16,0-2-16 0,0-2 0 0,-1-1 0 15,1 0-64-15,1-2-16 0,0-1 0 0,1-5 0 0,0 0-192 16,0-1 0-16,1-3 0 0,0 2 0 0,1-5-160 0,0 0-128 16,-1-4-32-16,1-3 0 15,1 0-2320-15,0-4-480 0</inkml:trace>
  <inkml:trace contextRef="#ctx0" brushRef="#br1" timeOffset="177399.95">6966 10244 1839 0,'-3'-4'160'0,"2"3"-160"16,0-1 0-16,1 2 0 0,-1-3 1920 0,-2 0 336 15,-1-5 80-15,-1-2 16 0,1 1 240 0,1 1 48 16,3-1 16-16,1 4 0 0,3 1-480 0,3-1-112 16,2 2-16-16,3-1 0 0,1-1-832 0,2 1-160 0,2 1-32 15,0-4-16-15,1 2-544 0,0 0-96 16,-2 1-32-16,-1 1 0 0,-15 3-336 0,26-4 128 0,-26 4-128 0,0 0 0 16,0 0 0-16,38 11 0 0,-38-11 0 0,0 0 0 15,-1 29 0-15,-6-17 0 0,-4 3 0 0,-4 1 0 16,-4 3 0-16,-2-1-160 0,-2 0 160 0,-2 0-160 15,0 1 160-15,-1-2-208 0,2-3 80 0,2-1 128 16,4-2 0-16,1-4 0 0,5 0 0 0,2-5 0 16,2-2 0-16,3-2 0 0,1-2 0 0,2 0 0 15,4-2-688-15,2-4-16 0,5 0 0 0,2-2 0 16,4-2-1616-16,3-1-336 0</inkml:trace>
  <inkml:trace contextRef="#ctx0" brushRef="#br1" timeOffset="177935.74">7215 10140 12895 0,'8'-3'576'0,"-6"2"112"0,2 0-560 0,-2 1-128 16,0 0 0-16,-1 0 0 16,0 0 1744-16,0 0 320 0,1 0 64 0,0 1 16 0,1 0 80 0,-2 0 16 15,1 1 0-15,-1 0 0 0,0 0-656 0,-1-1-128 16,0 3-32-16,0-3 0 0,0 3-416 0,0-4-96 16,1 3-16-16,-1 1 0 0,0-1-240 0,0-1-48 15,0 0-16-15,0 0 0 0,0 1-272 0,0-1-48 0,0 1-16 0,0-1 0 16,-1 0-96-16,0 1-32 15,0 0 0-15,0 1 0 0,0-2 0 0,0 3-128 0,0 0 192 0,-1 0-64 16,1 4-128-16,0-1 0 0,1 5 144 0,-1 0-144 16,0 3 0-16,0 0 0 0,1 6 0 0,0-22 128 15,0 38-128-15,0-38 0 0,0 38 0 0,0-38 0 16,1 33 0-16,-1-33 0 0,0 0 0 0,6 35 0 16,-6-35 0-16,0 0 0 0,0 0 0 0,0 0 0 15,0 0-128-15,0 0 0 0,0 0 0 0,34-4 0 16,-30-6-1568-16,1-3-304 0,-1-2-64 0,-2 1-16 15,0-1-1840-15,-3 1-368 0,-1 0-80 0,-2-1-16 16,-2 1 1392-16,-1-1 288 0,-2 0 48 0,0 0 16 16,1 1 1232-16,-1-2 240 0,1 3 48 0,0-1 16 0,1 2 2320 0,0 0 480 15,-1-2 96-15,2 2 0 0,1 3 464 0,3 0 96 16,0 1 16-16,3 1 0 16,2 2-48-16,2 1 0 0,2-3 0 0,3 2 0 0,2 3-576 15,1-5-112-15,2 2-32 0,-1 0 0 0,1 0-656 0,1-1-144 16,1 0-32-16,1 2 0 0,-18 4-496 0,36-7-96 15,-36 7-32-15,0 0 0 0,45 7-144 0,-45-7 0 16,0 0 0-16,0 0 0 0,32 27 0 0,-32-27 0 16,0 0 0-16,2 26 0 0,-6-15 0 0,-2-2 0 15,-3 3 0-15,-3 0 0 0,-2 0 0 16,-2-1 0-16,-1-1 0 0,-1 0 0 0,-1-1 0 0,1-2 0 0,-1 0 144 0,3-3-144 31,4-1 0-31,2-3 0 0,2 0 0 0,2-3 0 0,3 0-192 0,2-2-128 0,4 1 0 0,2-2-10304 16,2-1-2048-16</inkml:trace>
  <inkml:trace contextRef="#ctx0" brushRef="#br1" timeOffset="178269.32">7517 10097 3679 0,'0'-2'320'0,"-1"1"-320"0,0 0 0 0,0 0 0 16,1 1 2512-16,-1 0 432 0,1 0 96 0,-1-2 16 0,1 0-64 0,-1-1-16 15,2 1 0-15,-1-3 0 0,2 3-1120 0,1-1-240 16,0 1-32-16,2 2-16 15,1 0-528-15,-6 0-96 0,0 0-32 0,0 0 0 0,0 0-528 0,32 29-96 16,-32-29-32-16,0 0 0 16,17 35-256-16,-17-35 0 0,0 0 0 0,10 44 0 15,-10-44 0-15,3 29 0 0,-3-29 0 0,-1 24 0 16,0-12 0-16,-1-2 0 0,-1-3 0 0,0 0 0 0,-1 0 0 16,-1-4 0-16,0 1 0 0,0-4 0 0,0 0 224 0,1 0-16 0,0-5 0 15,-1-2 0 1,3 3 272-16,0-5 48 0,0-2 16 0,3 0 0 0,0-1-160 15,2 0-48-15,2-3 0 0,2-2 0 0,3-1-336 0,1 1 0 0,0 1 0 16,1 2 128-16,2 0-128 0,1 0 0 0,1 2 0 0,-2 2 0 31,2 0 0-31,-1 4-192 0,-1 0 192 0,0 3-192 16,-14 3-784-16,27-3-176 0,-27 3-16 16,0 0-14896-16</inkml:trace>
  <inkml:trace contextRef="#ctx0" brushRef="#br1" timeOffset="178971.71">7857 10097 12895 0,'0'-3'576'0,"-1"1"112"0,1 0-560 0,-1 0-128 15,1 2 0-15,-1 0 0 0,1 0 1536 0,-2 0 256 16,1-2 64-16,-1 2 16 0,-2 2-160 0,0 0-48 16,1 3 0-16,-1 2 0 0,0 0-704 0,0 0-160 15,1 5-32-15,-1-2 0 0,1 2-304 0,1 0-64 16,1 1-16-16,1-13 0 0,0 0 32 0,7 29 0 15,-7-29 0-15,0 0 0 0,0 0-32 0,0 0 0 0,0 0 0 0,43 14 0 16,-33-19-256-16,0 0-128 0,-2 1 128 0,1-1-128 16,0-2 0-16,-1-2 0 0,0 2 0 0,-1-1 0 15,-1 1 0-15,-3-2 0 0,1 1 0 0,-1 1 0 16,-1 0 0-16,-2 0 0 0,1 2 128 0,-3-1-128 16,0 0 0-16,-2 2 0 0,0-3 0 0,-2 2 0 15,1 1 0-15,-1 1 0 0,-1-2 128 0,-3 3-128 16,0-1 0-16,-1 3 0 0,-1 0 0 0,0 3 128 15,-1-2-128-15,1 2 160 0,3 2-160 0,-1 0 160 16,3-1-16-16,0 4 0 0,2-3 0 0,1 3 0 16,2-2-144-16,1 1 192 0,2-2-192 0,1-1 192 15,2-1-192-15,-4-3 0 0,0 0 0 0,0 0 0 16,38 1 0-16,-23-5 0 0,0-1 0 0,3-1 128 16,1-2 48-16,1-1 0 0,0 0 0 0,-1-1 0 15,-1 0-176-15,0 1 0 0,0 0 0 0,-1-1 0 0,1 3 0 16,-2 0 0-16,-3-1 128 0,1 4-128 0,0 0 320 15,-14 4 16-15,27-1 16 0,-27 1 0 0,0 0 64 16,0 0 16-16,41 21 0 0,-41-21 0 0,0 0 0 0,25 36 0 16,-25-36 0-16,0 0 0 0,26 51-144 0,-26-51-32 15,19 37 0-15,-19-37 0 0,21 34-80 0,-21-34-32 16,0 0 0-16,37 42 0 0,-37-42-144 0,0 0 0 16,39 27 0-16,-39-27 128 0,0 0-128 0,36 13 0 15,-36-13 0-15,0 0 0 0,27-7 0 0,-19 2 0 16,0-2 0-16,-1-2 0 15,0-2-752-15,-2 0-80 0,2-1 0 0,-1-2-16 16,-2 4-2160-16,1-1-448 0,-2-4-64 0,-1 1-32 16,0-1-208-16,-3 2-32 0,0-3-16 0,-2 4 0 15,-2-2 2032-15,-2 4 416 0,-1 0 80 0,-1 1 0 0,-2 2 2400 0,0 2 480 0,-2 0 80 0,-1 5 32 16,-1 2 448-16,-2 3 80 0,0 2 32 0,-1 3 0 16,2-2-720-16,-2 5-144 0,-2 2-16 0,0 0-16 15,4-2-608-15,-1 3-128 0,1 2-32 0,-2 2 0 16,2 2 288-16,1-6 64 0,2 1 16 0,3-3 0 15,3-4-496-15,2-2-96 0,2-2-32 0,3-3 0 16,2-1-352-16,2-2-320 0,1-2 64 0,3-1-14256 16</inkml:trace>
  <inkml:trace contextRef="#ctx0" brushRef="#br1" timeOffset="179173.57">8465 10027 19343 0,'6'-5'848'0,"-2"2"192"16,0 0-832-16,-1 1-208 0,-1 1 0 0,0 0 0 0,2 1 1664 0,1-3 304 16,3 1 48-16,4-3 16 0,-12 5-624 0,27-4-128 15,-27 4-32-15,0 0 0 0,39 2-864 0,-39-2-192 16,0 0-16-16,0 0-16 16,38 13-480-16,-38-13-80 0,0 0-32 0,0 0-8720 15,0 0-1728-15</inkml:trace>
  <inkml:trace contextRef="#ctx0" brushRef="#br1" timeOffset="179323.24">8596 10090 5519 0,'-2'2'240'0,"1"-2"64"0,0 2-304 0,1 1 0 15,0-2 0-15,0 1 0 0,0 0 1984 0,0 0 320 16,0 5 80-16,-1 3 16 0,1-10 320 0,-1 26 64 16,-1-12 16-16,2-14 0 0,0 24-736 0,0-24-144 0,0 0-16 0,0 0-16 15,5 31-1376-15,-5-31-256 0,0 0-64 0,0 0-14176 16</inkml:trace>
  <inkml:trace contextRef="#ctx0" brushRef="#br1" timeOffset="184662.07">8883 10033 14735 0,'0'-2'1312'16,"-1"1"-1056"-1,0 0-256-15,1 0 0 0,0 0 1472 0,0 0 256 0,-2-3 32 0,0 1 16 0,0-3 400 0,1 0 64 32,0 3 32-32,0 0 0 0,1 3-608 0,1 3-112 0,-1 2-16 0,0-5-16 15,0 19-752-15,0-4-128 16,-3 2-48-16,-1 6 0 0,-1 1-288 0,0 2-64 0,-1 0-16 0,0-2 0 0,-1-1-224 0,1-1 0 16,-1-3 0-16,2 0 0 0,0-7 0 0,2-1 0 0,2-5 0 0,0-5 0 15,1 1 0-15,0-4 0 0,1-2 0 0,1-4 0 31,1-1 0-31,1-3 0 0,-1 0 0 0,2-2 0 16,1-3-224-16,-2 1 16 0,1 2 0 0,0-1 0 16,-1-3-320-16,2 1-64 0,-2 0-16 15,1-2 0-15,1 5 304 0,-1-2 64 0,1 4 16 0,-1 2 0 16,1 1 224-16,-1 4 0 0,2 0 0 0,-1 2-144 16,-6 3 144-16,0 0 0 0,0 0 0 0,0 0 128 15,0 0 112-15,40 29 16 0,-40-29 16 0,0 0 0 0,18 35 48 0,-18-35 0 16,6 32 0-16,-6-32 0 0,3 35-176 15,-3-35-16-15,0 35-128 0,-1-20 192 0,-1-1-64 0,0-4-128 16,-1-1 176-16,0-1-176 0,0-2 144 0,1-3-144 16,-1-1 0-16,0-1 144 0,1-2-144 0,0-4 0 15,1 1 0-15,0-4 0 0,2-1 0 0,-1 0 0 16,2-3 0-16,0 0 0 16,1 2-384-16,0-4-48 0,0 0-16 0,3-3 0 15,-1 0-320-15,1 1-80 0,0-2-16 0,1 3 0 16,-1 0 320-16,2 4 64 0,-1 1 16 0,1 3 0 0,-1 1 464 0,0 5 0 15,-7 1 0-15,0 0 0 0,0 0 0 0,0 0 208 16,0 0-32-16,27 36-16 0,-27-36 432 0,4 28 96 0,-4-28 16 0,0 27 0 16,-2-10-384-16,-1 0-64 0,-2 1 0 0,0-1-16 15,0-2-96-15,-1-2-16 16,2-2 0-16,-1-1 0 0,2-1-128 0,0-4 0 16,1 0 144-16,0-2-144 0,1-1 0 0,0 0 0 0,2-4 0 0,1 0-10464 15,0 1-2016-15</inkml:trace>
  <inkml:trace contextRef="#ctx0" brushRef="#br1" timeOffset="189036.34">9315 10068 11055 0,'0'3'976'0,"-1"0"-784"16,1-1-192-16,0-1 0 0,0 0 1216 0,0-1 208 15,0 3 48-15,0 1 0 0,0-4 448 0,0 0 112 16,0 0 16-16,0 0 0 0,0 0-336 0,0 0-64 15,0 0-16-15,25-8 0 0,-22 3-672 0,1-1-128 16,-3 2-16-16,2-1-16 0,-1-2-192 0,-2 2-32 0,0-1-16 0,-1 0 0 16,-2 1-416-16,1 1-144 0,-3-1 0 0,-1 0 144 15,0 1-144-15,-2 1 0 0,0 0 0 0,0 3 0 16,-1-2 0-16,0 4 0 0,1 3 0 0,-2 0 0 16,3 5 0-16,-1-1 0 0,1 3 0 0,1 2 0 15,1 0 0-15,0 3 0 0,3-1 144 0,-1 2-16 16,1 0-128-16,2-1 0 0,0 2 128 0,2-5-128 15,-2-14 0-15,5 26 0 0,-5-26 0 0,0 0 0 16,0 0 0-16,0 0 0 0,0 0 0 0,0 0 0 16,0 0 0-16,44 8 0 0,-37-16 0 0,0-2 0 15,1-2 0-15,2-2 0 0,0 0 0 0,-2 0 0 16,-1 2 0-16,1-1-160 0,-1-2 16 0,2 1 0 16,-2 0-496-16,-1 2-112 0,-2 3-16 0,-1 1 0 0,0 3 496 0,-2 3 80 15,-1-1 32-15,-1 4 0 0,0 1 160 0,-1 2 0 16,0 4 0-16,-1 1 128 0,1 3 112 0,-1-2 16 15,2 1 16-15,-1 1 0 16,2 0 224-16,0-12 32 0,2 22 16 0,-2-22 0 16,0 0-80-16,0 0-16 0,0 0 0 0,0 0 0 15,33 23-192-15,-33-23-32 0,20-9-16 0,-10 1 0 16,2 1-208-16,0-5 0 0,3 1 0 0,0-3 0 16,1-1-1312-16,-2 1-304 0,3-1-64 0,-2 1-8176 15,-1 0-1616-15</inkml:trace>
  <inkml:trace contextRef="#ctx0" brushRef="#br1" timeOffset="189237.46">9653 9949 14671 0,'25'-39'1296'0,"-21"32"-1040"0,-3 6-256 0,-1 1 0 0,1-2 0 0,1-2 0 16,2-6-208-16,-1 0 208 0,1-4 2336 0,0 0 576 16,-3 2 112-16,-2 3 32 0,-2 6-480 0,-1 3-80 15,0 3-32-15,-3 5 0 0,1 3-848 0,-2 3-160 16,1 5-48-16,-1 4 0 0,2 1-432 0,0 2-80 16,3 0-32-16,-1 0 0 0,1 0-416 0,1-1-64 0,1-3-32 0,1-2 0 15,1-3-224-15,-1-17-128 0,5 30 128 16,-5-30-128-16,0 0 0 0,15 35-160 0,-15-35 16 0,0 0 0 15,0 0-128-15,0 0-32 16,0 0 0-16,0 0 0 16,0 0-1376-16,39 1-288 0,-37-8-48 0,1 1-14720 0</inkml:trace>
  <inkml:trace contextRef="#ctx0" brushRef="#br1" timeOffset="189447.76">9510 9934 13823 0,'-15'-2'608'0,"7"4"128"0,1 0-592 0,-1 0-144 16,3 1 0-16,3 1 0 0,-1 0 1648 0,-1 4 288 15,-2 4 64-15,2 5 16 0,1 1 800 0,4-1 144 16,-1-17 48-16,13 30 0 0,-13-30-864 0,0 0-160 16,45 21-48-16,-45-21 0 0,45-3-1040 0,-45 3-192 15,51-14-64-15,-25 4 0 0,1-2-416 0,-2 0-96 16,-3 0 0-16,1 1-128 16,2-3 0-16,-1 2 0 0,0 0 0 0,-1 0 0 0,0 1 0 0,-4 0-144 15,2 2 16-15,-21 9 0 16,32-17-1936-16,-32 17-384 0</inkml:trace>
  <inkml:trace contextRef="#ctx0" brushRef="#br1" timeOffset="189593.26">9932 9938 15663 0,'0'-1'688'0,"0"1"144"0,1 0-656 0,0-1-176 0,-1-1 0 0,2 2 0 16,1 0 2480-16,1-3 464 0,-4 3 80 0,0 0 32 16,26-7-336-16,-26 7-64 0,24-10-16 0,-24 10 0 15,0 0-1680-15,35-8-320 0,-35 8-80 0,0 0-16 16,0 0-544-16,34-3-352 0,-34 3 48 0,0 0-16352 15</inkml:trace>
  <inkml:trace contextRef="#ctx0" brushRef="#br1" timeOffset="189737.41">9959 10019 15663 0,'-3'2'688'0,"1"1"144"0,0-1-656 0,1 0-176 0,0 0 0 0,0 1 0 15,1 0 2016-15,-2 3 368 0,1 4 80 0,-2 3 16 16,0 2-128-16,-1 2-32 0,0 2 0 0,-1 1 0 15,0 0-912-15,1 0-192 0,0-2-48 0,1-4 0 16,1-1-784-16,1-2-176 0,1-1-16 0,1-6-16 16,-1-4-848-1,0 0-160-15,0 0-48 0,0 0-15040 0</inkml:trace>
  <inkml:trace contextRef="#ctx0" brushRef="#br1" timeOffset="190331.58">10080 10043 5519 0,'1'0'496'16,"-1"0"-496"-16,0 0 0 0,-1 2 0 15,0 0 2768-15,0-1 464 0,-1 3 96 0,0 1 0 16,-2 4-320-16,-2 2-80 0,0 2-16 0,-1 1 0 16,3 0-1344-16,-1 0-272 0,2 1-48 0,1-4-16 0,1 1-224 0,1-12-48 15,0 0-16-15,0 0 0 0,0 0-336 0,28 26-64 16,-28-26-16-16,0 0 0 0,31-6-368 0,-31 6-160 16,25-15 128-16,-10 6-128 0,-1-3 128 0,0 2-128 15,-1-2 0-15,-2 1 128 0,-2 1-128 0,-2 1 128 16,0-1-128-16,-4 1 128 0,-1 0-128 0,-2 1 0 15,-2-1 0-15,-3 2 0 0,-1-1 0 0,-4 2 0 16,-1 0 0-16,-2 2 0 0,1 2 0 0,-2-1 0 16,-2 6 0-16,3-1 0 0,-1 1 0 0,1 4 0 15,0 0 0-15,1 2 0 0,0 1 0 0,3-3 0 16,2 2 0-16,1-2 0 0,2 0 224 0,2-2-32 16,2 0-16-16,2-4 0 0,-2-1-176 0,0 0 160 0,0 0-160 0,0 0 160 15,35-9-160-15,-35 9 0 0,29-14 144 0,-29 14-144 16,37-18 176-16,-17 8-48 0,1 0 0 0,-21 10 0 15,43-15-128-15,-43 15 0 0,43-13 144 0,-43 13-144 16,37-9 0-16,-37 9 128 0,0 0-128 0,46 2 0 16,-46-2 144-16,0 0-144 0,0 0 192 0,39 26-192 15,-39-26 144-15,0 0-144 0,12 35 0 0,-12-20 144 16,-1-3-144-16,-1 2 160 0,0 0-160 0,-2-2 160 16,0 0-160-16,0-2 160 0,1 0-160 0,-1-4 160 15,1 0-160-15,0-3 128 0,3 0-128 0,-1-3 128 16,1-3-128-16,0-1 0 0,2-3 0 0,1 0 0 15,2-3 0-15,1-2 0 0,3-2 0 0,2-5 0 0,1 2 0 16,2-2 0-16,1 1 0 0,-1 2 0 0,0-1 0 0,0 4 0 16,1 2-144-16,-1 1 144 0,-14 10 0 15,28-7 0-15,-28 7 0 0,0 0 0 0,0 0 0 0,44 23 0 16,-44-23 0-16,17 32 0 0,-17-32 0 0,14 40 0 16,-14-40 0-16,14 48 0 0,-14-48 0 0,12 43 0 15,-12-43 0-15,7 35 144 0,-7-35-144 0,6 29 0 16,-6-29 0-16,0 0 0 0</inkml:trace>
  <inkml:trace contextRef="#ctx0" brushRef="#br1" timeOffset="193334.04">4026 11060 13823 0,'-1'0'1216'0,"0"-3"-960"0,0 3-256 0,0 0 0 16,0 0 1184-16,0 0 192 0,-1-2 32 0,-2 2 16 16,-1 2 304-16,1 3 64 0,0 2 16 0,-1 3 0 15,2 4-544-15,0 3-112 0,-1 6-32 0,0 6 0 0,2 1-368 0,-2 6-80 16,1 2-16-16,-1 1 0 16,2-1-144-16,0 0-16 0,-1-1-16 0,2-7 0 0,0-3-176 0,2-4-48 15,1-3 0-15,1-3 0 0,-3-17-256 0,0 0 0 16,0 0 0-16,0 0 0 15,0 0-432-15,0 0-144 0,0 0-16 0,39 3-14128 0</inkml:trace>
  <inkml:trace contextRef="#ctx0" brushRef="#br1" timeOffset="193616.61">3942 11050 6447 0,'-4'-14'576'0,"2"9"-576"0,0-2 0 0,1 3 0 16,1 1 1264-16,1 0 144 0,1 1 16 0,1-2 16 15,1-3 720-15,4 0 144 0,3 1 16 0,2 0 16 16,2 1-656-16,2 2-128 0,-17 3-16 0,40-4-16 16,-40 4-640-16,47-2-128 0,-47 2-32 0,43 5 0 15,-43-5-496-15,40 11-96 0,-40-11-128 0,0 0 176 16,44 24-176-16,-44-24 0 0,0 0 0 0,18 35 0 16,-17-23 0-16,-3 2 0 0,-3 1 0 0,-5-1 0 15,1 0 0-15,-6-1 0 0,-7 4 128 0,-4-2-128 16,1-1 0-16,1 0 0 0,1-4 0 0,-2 1 0 15,-1 1 0-15,1-2 0 0,1 0 0 0,2-1 128 0,4-2-128 16,1 0 0-16,3-1 0 0,3-3 0 16,4 0-544-16,4-2-32 0,3 1-16 0,3-4-11520 15</inkml:trace>
  <inkml:trace contextRef="#ctx0" brushRef="#br1" timeOffset="193900.75">4478 11093 2751 0,'-2'-3'256'0,"0"1"-256"0,1 0 0 16,-1 2 0-16,1-2 928 0,-1 2 144 0,-1-2 16 0,-1 1 16 15,-3-2 112-15,-2 0 32 16,-2 0 0-16,1 0 0 0,0 1 1040 0,2 2 208 0,1 0 32 0,-2 2 16 16,1 1-176-16,0 1-48 0,1 2 0 0,-1 0 0 15,-1 4-912-15,1 0-192 0,-1 3-48 0,0-1 0 16,-2 5-464-16,1 2-80 0,1 1-32 0,1 1 0 15,0 0-112-15,0 4-32 0,2 4 0 0,2 2 0 16,1-1-128-16,3-3-16 0,2 1-16 0,1-4 0 16,-3-24-160-16,17 36-128 0,-17-36 144 0,0 0-144 15,41 30 0-15,-41-30 0 0,0 0 0 0,53 10 0 16,-53-10 0-16,37-1-208 0,-37 1 64 0,41-8-11008 16,-20 2-2208-16</inkml:trace>
  <inkml:trace contextRef="#ctx0" brushRef="#br1" timeOffset="194313.83">4571 11202 11967 0,'-5'0'528'0,"2"0"112"0,1 0-512 0,0 0-128 0,1 0 0 0,1 0 0 16,1 0 2064-16,1 0 384 0,3 0 80 0,1 0 16 15,6-2-272-15,3-1-48 0,2-2-16 0,2 1 0 16,3-1-816-16,1-1-176 0,0 0-16 0,2 2-16 15,-25 4-496-15,50-3-112 16,-50 3 0-16,46 0-16 0,-46 0-192 0,43 5-48 16,-43-5 0-16,38 9 0 0,-38-9-176 0,0 0-144 0,42 10 192 0,-42-10-192 15,0 0 128-15,0 0-128 0,0 0 0 0,0 0 0 16,0 0 0-16,0 0 0 0,0 0 0 0,0 0 0 16,10-2 0-16,-17 1 0 0,-3-1 0 0,0-1 0 0,0 1 0 0,0 2 0 15,0-1 0-15,-1 1 0 0,1-1 0 0,2 2 0 16,-1 0 0-16,1 1 0 15,0 1 0-15,-2 3 0 0,2 0 0 0,0 2 0 0,-1-1 0 16,2 2 0-16,-2 2 0 0,-1 3 0 16,0-1 208-16,0 3 48 0,0-2 0 0,-1 1 0 15,1 0-48-15,0 0 0 0,-1 2 0 0,1-3 0 0,0 1-208 0,0-1 176 16,-1 0-176-16,2-1 160 16,2 0-160-16,0-1 0 0,2-3 0 0,0-2 0 0,2-1 0 15,0 0 0-15,2-3 0 0,-1 1 0 0,1-1-224 16,0-1-32-16,0 0 0 0,1-1 0 15,1-1-2320-15,-1 2-480 0</inkml:trace>
  <inkml:trace contextRef="#ctx0" brushRef="#br1" timeOffset="194551.81">4615 11368 6447 0,'-6'-12'272'16,"3"5"80"-16,0 0-352 0,0 2 0 16,1 0 0-16,1 3 0 15,0-2 2048-15,-2-2 320 0,1-3 80 0,-2-3 16 0,1-2-240 0,0 5-48 16,2-1-16-16,1 3 0 0,2 2-336 0,1 0-64 0,2 1-16 0,0 3 0 15,4 1-592-15,-1 3-112 16,-8-3-16-16,0 0-16 0,0 0-448 0,51 29-96 16,-51-29-16-16,35 28 0 0,-35-28-16 0,37 40-16 15,-37-40 0-15,37 52 0 0,-37-52-80 0,30 50-16 16,-30-50 0-16,26 40 0 0,-26-40-320 0,0 0 128 16,32 43-128-16,-32-43 0 0,0 0 0 0,0 0-160 15,0 0 16-15,38 31-16336 0</inkml:trace>
  <inkml:trace contextRef="#ctx0" brushRef="#br1" timeOffset="194804.67">4549 11508 14735 0,'-6'-2'640'0,"3"2"160"0,0-2-640 0,0 2-160 0,1 0 0 0,1 2 0 15,-1 0 1728-15,-1-1 304 0,-2 2 64 0,0 5 16 16,0-1 48-16,1 2 16 0,1 1 0 0,3-3 0 16,2 3-896-16,-2-10-160 0,0 0-32 0,0 0-16 0,0 0-384 0,43 28-80 15,-43-28-16-15,0 0 0 0,54 0-96 16,-54 0-32-16,45-5 0 0,-19 3 0 0,-26 2-112 0,57-8-32 16,-57 8 0-16,58-3 0 15,-58 3-192-15,59 0-128 0,-59 0 128 0,50 3-128 0,-50-3 0 0,48 3 0 16,-48-3-160-16,43-2-11424 15,-43 2-2272-15</inkml:trace>
  <inkml:trace contextRef="#ctx0" brushRef="#br1" timeOffset="195077.53">5003 11332 14735 0,'-5'0'640'0,"3"0"160"0,0 0-640 0,1 0-160 16,1 0 0-16,1 0 0 0,1 0 1824 0,1 0 336 0,3 0 64 0,3 0 16 0,-9 0-224 0,0 0-32 16,38 0-16-16,-38 0 0 0,30-4-976 0,-30 4-192 15,32-3-32-15,-32 3-16 0,31-2-528 0,-31 2-96 16,0 0-128-16,38-2 176 31,-38 2-1168-31,0 0-224 0</inkml:trace>
  <inkml:trace contextRef="#ctx0" brushRef="#br1" timeOffset="195257.55">5006 11466 11055 0,'-2'4'480'0,"2"-2"112"0,1 0-464 0,0 1-128 0,0-3 0 0,1 2 0 16,1-2 1920-16,3 0 352 0,-6 0 80 0,0 0 16 15,44-2 336-15,-24-3 80 0,2-1 16 0,-1 0 0 16,0-1-1280-16,-2 0-256 0,-2 3-48 0,-17 4-16 16,30-6-1360-16,-30 6-272 0</inkml:trace>
  <inkml:trace contextRef="#ctx0" brushRef="#br1" timeOffset="195598.28">5435 11270 10127 0,'-3'0'896'0,"1"-1"-704"15,1 1-192-15,1 0 0 0,0 0 2512 0,-1-1 480 16,0 1 80-16,1-1 32 16,0 0 0-16,3-3 0 0,2 1 0 0,2 0 0 0,3 0-1584 0,1 2-320 15,-11 1-64-15,0 0-16 0,48 2-592 0,-48-2-112 16,0 0-32-16,50 22 0 0,-50-22-384 0,0 0 0 0,39 30 128 0,-39-30-128 31,0 0 0-31,19 40 0 0,-19-28 0 0,-3 2 0 0,-2-1 0 0,-2-1 0 16,-2 1 0-16,-2-3 0 0,-1 0-144 0,-3-1 144 0,0 0 0 0,0 1 0 31,0-3-256-31,0-1 48 0,1 0 16 0,2 0 0 16,3 0 192-16,2 1-192 0,2-3 192 0,3 2-192 15,2-2 192-15,2 1 0 0,3-3 0 0,-5-2 0 16,0 0 320-16,0 0-32 0,45 3-16 0,-45-3 0 0,34-5-16 0,-15 0 0 15,4 1 0-15,-2-4 0 0,-1 4-256 16,0-3-144-16,-1 3 16 0,1-2-16960 16</inkml:trace>
  <inkml:trace contextRef="#ctx0" brushRef="#br1" timeOffset="195834.52">5784 11230 15663 0,'-5'-14'688'0,"1"4"144"0,2 4-656 0,1 1-176 15,1 2 0-15,1 3 0 0,0-2 1792 0,1 1 320 0,1-3 64 0,2 2 0 16,4 2-64-16,-9 0 0 16,0 0-16-16,0 0 0 0,40 29-560 0,-40-29-128 0,0 0 0 0,40 54-16 15,-40-54-576-15,33 54-112 0,-33-54-32 0,27 60 0 16,-27-60-352-16,17 56-64 0,-17-56 0 0,5 48-16 16,-8-28-240-16,-3-2 176 0,-3 1-176 0,-1-5 160 15,0-1-160-15,-1 0 0 0,-2-3 0 0,-2-1 0 16,0-2 0-16,-3 0 0 0,-5-2 128 0,2 0-11904 15,0-3-2368-15</inkml:trace>
  <inkml:trace contextRef="#ctx0" brushRef="#br1" timeOffset="196167.98">6142 11340 15663 0,'-5'-3'688'0,"2"0"144"0,0 2-656 0,0 0-176 0,2 1 0 0,0 0 0 16,1 0 2064-16,0 0 384 0,-2 1 80 0,2 1 16 15,1 0 224-15,1 1 48 0,4-1 16 0,1-2 0 16,-7 0-1472-16,0 0-288 0,38 1-64 0,-38-1-16 16,30-3-672-16,-30 3-144 0,32-3-32 0,-32 3 0 15,29-5-144-15,-29 5 0 0,0 0 0 0,40 0 0 16,-40 0-304-16,0 0-32 0,33 0-16 0,-25 0 0 16,-1 0-1472-16,-2 0-288 0,-1 1-64 0,-2 1-12432 15</inkml:trace>
  <inkml:trace contextRef="#ctx0" brushRef="#br1" timeOffset="196301.03">6217 11446 3679 0,'-8'8'320'0,"4"-4"-320"0,1-1 0 0,0 1 0 0,2-3 2000 0,0 1 336 15,1 0 64-15,0 0 16 0,1 1 912 0,2 2 192 16,1-2 48-16,-4-3 0 0,0 0-768 0,32-3-160 16,-16 0-16-16,1-4-16 0,3 0-1392 0,1 0-256 15,1-1-64-15,-1 4-16 16,-3-3-880-16,-1 3-336 0</inkml:trace>
  <inkml:trace contextRef="#ctx0" brushRef="#br1" timeOffset="198513.45">6853 11458 6447 0,'-1'0'576'0,"1"0"-576"0,0 0 0 0,0 0 0 0,0 0 704 0,0 0 48 16,1 0 0-16,0 0 0 0,1 2 768 0,2 1 144 15,-4-3 48-15,0 0 0 0,0 0 16 0,0 0 16 16,0 0 0-16,43 19 0 0,-43-19-160 0,0 0-48 0,32 0 0 0,-32 0 0 16,24-8-416-16,-12 4-96 0,0-3 0 0,0 0-16 15,0-3-352-15,-1 0-64 16,-1-1-16-16,-1-1 0 0,0 0-288 0,0 0-64 0,-2-1-16 0,-1 0 0 15,-2 1-208-15,0 1 128 0,-2 1-128 0,-1-2 0 16,-1 2 0-16,-2 2 0 0,-1 0 0 0,-1 1 0 16,-3 1 0-16,-1 3 0 0,-1 0 0 0,-3 1 0 15,1 2 0-15,-1 2 128 0,-2 3-128 0,-1-1 192 16,2 4 32-16,-2-1 0 0,1 2 0 0,1 3 0 16,1 2-48-16,0 0-16 0,2 1 0 0,-1 2 0 15,3 4-32-15,1-1-128 0,1 1 192 0,1 0-64 16,3 2 0-16,0 1 0 15,1 0 0-15,2-6 0 0,0 2 64 0,-1-20 0 0,6 36 0 0,-6-36 0 16,13 34 32-16,-13-34 16 0,0 0 0 0,32 29 0 0,-32-29-48 0,0 0 0 16,46 2 0-16,-29-7 0 0,0-1 48 0,3-5 0 15,0-2 0-15,3-3 0 16,2-1-240-16,-2 0 0 0,-1-1 128 0,-1 1-11792 16,0 2-2352-16</inkml:trace>
  <inkml:trace contextRef="#ctx0" brushRef="#br1" timeOffset="199039.8">7112 11039 9215 0,'-2'0'816'0,"1"0"-656"0,-1 0-160 0,1 0 0 15,0 0 1088-15,-1-1 192 0,-1 1 48 0,-2 0 0 0,-2 0 544 0,1 1 112 0,0-1 32 16,1 0 0-1,1 0 16-15,1 1 0 0,0-1 0 0,2 1 0 0,1 1-416 0,2-2-80 16,2 0 0-16,1 0-16 0,2-2-432 0,-7 2-96 16,0 0-16-16,33 0 0 0,-33 0-272 0,29-1-48 15,-29 1-16-15,32-2 0 16,-32 2-304-16,32-2-64 0,-32 2-16 0,30-4 0 16,-18 1-256-16,-1 1 0 0,-1 1 128 0,-1-2-128 0,-2 0 0 0,-1 0 0 15,1 0 0-15,-3 1 0 16,-2 1-896-16,0 0-128 0</inkml:trace>
  <inkml:trace contextRef="#ctx0" brushRef="#br1" timeOffset="199434.7">7415 10921 3679 0,'1'-5'320'0,"-1"1"-320"0,1 1 0 0,-1 2 0 15,0-1 2848-15,0 2 496 0,0-2 112 0,0 1 0 16,0 1 0-16,0-2-16 0,-2 2 0 0,0 2 0 16,-1 1-1552-16,-1 3-304 0,0 2-64 0,-1-1-16 0,2 2-736 0,-1 3-160 15,-1 5-32-15,1 0 0 0,1 1-352 0,1-1-80 16,0 0-16-16,2-2 0 0,0-15-128 0,0 0 0 16,11 33 0-16,-11-33 128 0,0 0-128 0,0 0 128 15,0 0-128-15,37 14 128 16,-29-17-128-16,2-2 192 0,0-2-192 0,0 0 192 15,-2-2-32-15,2 1 0 0,-1-3 0 0,-1-3 0 0,-1 0-160 0,-2 1 0 16,0 2 0-16,-2-1 0 0,-2 2 0 0,-1-2 0 16,-2 2 0-16,-2 4 0 15,0-2 0-15,-3 4 0 0,1-1 0 0,-1 2 0 0,1 0 0 0,-2 2 0 0,-1 1 0 16,-2 0 0-16,1 2 0 0,1 0 0 0,1 3 0 0,1-1 0 31,3-1 0-31,1 0 0 0,0 2 0 0,2-1 0 0,2-2 0 0,1 1 0 0,3-1 0 0,0-1-11232 16,4-2-2176-16</inkml:trace>
  <inkml:trace contextRef="#ctx0" brushRef="#br1" timeOffset="199609.52">7590 10986 13823 0,'-1'0'1216'0,"1"2"-960"0,0-2-256 0,0 1 0 0,1 1 2048 0,-1-2 352 15,1 2 80-15,0-1 16 0,0 3 448 0,-1-4 80 16,0 0 32-16,0 0 0 15,0 0-1328-15,13 38-272 16,-13-38-48-16,0 0-16 0,0 0-960 0,0 0-192 16,0 0-48-16,23 36 0 15,-23-36-832-15,0 0-160 0</inkml:trace>
  <inkml:trace contextRef="#ctx0" brushRef="#br1" timeOffset="199893.47">7769 10846 14735 0,'0'-2'640'0,"0"0"160"0,0-1-640 0,0 1-160 0,0 2 0 0,0 0 0 16,0 0 1888-16,0 0 352 0,0 0 64 0,0 0 0 16,-1 3-48-16,-1 2-16 0,0 1 0 0,0 1 0 15,-2 3-768-15,-1 2-144 0,1 4-48 0,-2 0 0 16,-1 2-784-16,2-1-176 16,-1-1-16-16,1 1-16 0,0-1-128 0,2-4-32 0,2-3 0 0,1 0 0 15,0-9 64-15,0 0 0 16,0 0 0-16,0 0 0 0,0 0-192 0,0 0 0 0,0 0 144 0,39 6-144 0,-28-9 0 15,0-2 0-15,1-1 0 0,0 2 128 0,-2 0-128 16,2 0 0-16,1 1 0 0,-2 0 0 0,-11 3 0 0,0 0 0 16,30-4 0-16,-30 4 0 15,0 0-544-15,30 0-32 0,-30 0 0 0,0 0 0 16,0 0-1472-16,0 0-288 0,0 0-64 0,0 0-11184 31</inkml:trace>
  <inkml:trace contextRef="#ctx0" brushRef="#br1" timeOffset="200034.67">7915 10922 11055 0,'-3'-10'480'0,"-1"4"112"0,1-1-464 0,0 4-128 16,2 1 0-16,-1 2 0 0,0 0 1920 0,-1 0 352 15,-2-2 80-15,-3 4 16 0,-2 0-96 0,0 6-16 0,0 3 0 0,-1 3 0 16,2 3-752-16,0 0-160 0,0 4-16 0,3 0-16 16,0 0-672-16,2-3-144 0,0 0-32 0,2-2-10352 15,1-3-2080-15</inkml:trace>
  <inkml:trace contextRef="#ctx0" brushRef="#br1" timeOffset="202379.93">8627 10886 15663 0,'-1'-2'1392'0,"1"2"-1120"16,0-1-272-16,0 1 0 0,-1-1 1248 0,0 1 192 0,0 0 32 0,-1-2 16 15,0-1 368-15,-1 1 64 0,-1 2 0 0,0 0 16 16,0 0-576-16,0 0-112 0,-1 3-32 0,2 1 0 16,-3 0-384-16,0 1-64 15,2 2-32-15,-2 1 0 0,1-1-240 0,-2 2-48 0,2 2-16 0,-1 0 0 16,0 1 16-16,1 2 0 15,0 1 0-15,2 0 0 0,1 2-176 0,1-2-16 16,1-15-16-16,1 28 0 0,-1-28-240 0,0 0 176 0,0 0-176 0,19 35 160 0,-19-35-160 0,0 0 0 16,0 0 0-16,36 10 128 0,-36-10-128 0,23-5 0 15,-11 0 0-15,1-3 0 16,-1-1 0-16,0-2 0 16,1-1 128-16,-2-2-128 0,-1 0 0 0,-1-1 0 15,0 0 0-15,-3 0 0 0,-1 3 0 0,-2-3 0 0,-2 1 0 16,-1 2 0-16,-1-1 0 0,-2 3 0 0,-3 0-144 0,-1 0 144 15,-2 2 0-15,-3 2 0 0,1 0 0 0,0 1 0 16,1 2 0-16,-1 3 0 0,-1 0 0 0,1 2 0 16,3 3 0-16,0 0 0 0,1 0 0 0,2 2 0 15,2-2-256-15,2 2 16 0,2-3 0 0,2 1-17008 16</inkml:trace>
  <inkml:trace contextRef="#ctx0" brushRef="#br1" timeOffset="202553.22">8749 10953 18431 0,'-2'3'816'0,"1"-1"160"0,1 0-784 0,-1 0-192 16,1-1 0-16,0 1 0 0,0-2 2144 0,-1 3 384 15,0 1 80-15,1 1 16 0,-1 2-128 0,1-3 0 16,1 1-16-16,0 0 0 0,-1-5-1312 0,0 0-256 16,0 0-48-16,0 0-16 0,0 0-608 0,17 36-240 15,-17-36 176-15,0 0-176 0,0 0-224 0,0 0-144 16</inkml:trace>
  <inkml:trace contextRef="#ctx0" brushRef="#br1" timeOffset="202915.51">8949 10802 4607 0,'0'-1'400'0,"0"-1"-400"0,1 2 0 0,-1 0 0 16,0 0 2304-16,0 0 368 0,0 0 80 0,0 2 0 15,0 1 432-15,-1 1 80 0,0 1 0 0,0 1 16 16,-1 0-1152-16,0 1-224 0,-1 0-48 0,0 0-16 16,2 1-688-16,-2-2-144 0,-1 2-32 0,0 1 0 15,1-2-416-15,-1 3-96 0,0-3-16 0,1 2 0 16,1-1-144-16,-1 1-48 0,-1 3 0 0,1-1 0 0,2-1-64 16,0 2 0-16,0 0-16 0,1-12 0 0,0 0-176 15,0 0 192-15,0 0-192 0,0 0 192 0,23 33-192 0,-23-33 0 16,0 0 0-16,29 0 0 0,-29 0 0 0,25-7 0 15,-11 2 0-15,-1 0 0 0,1 1 0 0,-1-4 0 16,1 4 0-16,0-1 0 0,0 0 0 0,-14 5 0 16,27-4 0-16,-15 1 0 0,-12 3 0 0,23-5 0 15,-23 5 0-15,21-3 0 0,-12 2 0 0,-1 1 0 16,0-2 0-16,-2 0 0 0,1 1 0 0,-3-1 0 16,1 1 0-16,-1 1 0 15,-1-2-1872-15,-2 2-304 0,0-2-64 0,-1 0-13248 0</inkml:trace>
  <inkml:trace contextRef="#ctx0" brushRef="#br1" timeOffset="203109.21">9157 10834 12895 0,'-5'-9'576'0,"0"2"112"16,1 0-560-16,2 2-128 0,1 5 0 0,0-2 0 15,-1 2 1712-15,-2-3 304 0,0-2 64 0,-3 1 16 16,1 2 160-16,-1 4 48 0,1 0 0 0,0 8 0 0,-1 2-400 0,-2 4-80 16,0 6-16-16,-1 4 0 0,0 2-544 0,-1 0-112 15,0 4-32-15,1-2 0 0,1-1-672 0,1-1-144 16,2-5-32-16,0-1 0 0,3-6-272 0,2-1 0 15,1-15 128-15,0 0-128 16,0 0-496 0,0 0-144-16</inkml:trace>
  <inkml:trace contextRef="#ctx0" brushRef="#br1" timeOffset="203501.56">9230 10635 21183 0,'-2'-5'944'0,"1"1"192"0,1 2-912 0,0-1-224 0,0 0 0 0,0 3 0 16,1-2 1072-16,0 0 160 0,1-3 48 0,1 0 0 16,1-1 32-16,1 1 16 0,1 2 0 0,2 2 0 15,0 0 272-15,-8 1 48 0,0 0 16 16,0 0 0-16,40 12-688 0,-40-12-128 0,0 0-16 0,0 0-16 0,42 21-432 0,-42-21-96 15,0 0-16-15,0 0 0 0,0 0-272 0,37 31 0 16,-37-31 128-16,0 0-128 0,0 0 0 0,0 0 0 16,0 0 0-16,6 28 0 0,-10-23 0 0,-2 0 0 15,-1 0 0-15,-1 0 0 0,-1-1 0 0,-1 1 0 16,-2 0 0-16,3-1 0 0,0 1 0 0,0 1 0 16,0-2 0-1,1 3 0-15,2-3 0 0,3 1 0 0,1 0 0 0,1-1 0 0,3-1 128 0,1 2-128 16,-3-5 0-16,0 0 0 0,0 0 0 0,44 12 160 15,-44-12-160-15,36 4 128 0,-36-4-128 0,42 2 160 16,-42-2-160-16,43 3 160 0,-43-3-160 0,42 3 0 16,-42-3 0-16,38 0 0 0,-38 0 0 0,0 0-176 0,38 4 176 0,-38-4-18304 31</inkml:trace>
  <inkml:trace contextRef="#ctx0" brushRef="#br1" timeOffset="204094.86">8079 11387 3679 0,'0'-3'320'0,"0"3"-320"16,0-2 0-16,0 2 0 0,1-1 1152 0,-1 0 176 0,1 1 16 16,-1-2 16-16,3-1 544 0,0 0 96 0,1 0 32 0,-1 2 0 15,1-1-112-15,0 0-32 0,1 4 0 0,-2-2 0 16,3 2-160-16,-6-2-48 0,0 0 0 0,0 0 0 16,0 0-320-16,42 12-64 0,-42-12-16 0,0 0 0 15,38 7-432-15,-38-7-80 0,0 0-32 0,51 5 0 16,-51-5-272-16,43 2-48 0,-43-2-16 0,50 3 0 15,-50-3-64-15,54 4-16 0,-22-4 0 0,1 0 0 16,2-2 144-16,3 0 32 0,1-1 0 0,4 1 0 16,4-3-240-16,1-1-64 0,3 0 0 0,2 0 0 15,-2 0-64-15,5-2-128 0,7-1 176 0,2-2-176 16,2 2 176-16,1-1-176 0,3 0 160 0,1-1-160 0,1 1 160 16,-1 1-160-16,-2-1 160 0,-9 3-160 0,-7 0 144 0,5-1-144 15,7 2 128-15,-1-2-128 0,-3 2 0 0,-9 0 0 16,-5 0 128-16,-8 0-128 0,-6 2 0 0,-8 0 0 15,-26 4 0-15,29-1-18784 16</inkml:trace>
  <inkml:trace contextRef="#ctx0" brushRef="#br1" timeOffset="205778.24">8825 11620 11967 0,'-1'-1'1072'0,"0"1"-864"0,0-2-208 0,1 2 0 0,0 0 1440 16,0 0 240-16,-1-2 48 0,-1 1 16 0,0-1 560 0,0 2 128 16,0-2 0-16,1 2 16 0,1 0-448 0,0 0-80 15,2 0-32-15,0 1 0 0,2-1-848 0,0 1-160 16,4-1-48-16,-8 0 0 0,0 0-224 0,0 0-48 16,40 2-16-16,-40-2 0 0,0 0-240 0,41 1-48 15,-41-1-16-15,0 0 0 0,47 9-112 0,-47-9 0 16,0 0-128-16,37 16 192 0,-37-16-192 0,0 0 0 15,0 0 0-15,0 0 0 0,24 38 0 0,-25-28 0 0,-3 0 0 16,-2-1 0-16,-3 1 0 0,-2 1 0 0,0 1 0 16,-2 0 0-16,1 0 0 0,-1-3 0 15,-1 3 0-15,-1-3 0 0,2 0 0 0,-3 0 0 0,2 0 0 0,0 0 0 16,1-2 0-16,2 0 0 0,2 1 0 0,1-4 0 16,3 1 0-16,1 0 0 0,2-1 0 15,2-1 0-15,1-1 0 0,2 1 0 0,1-2 0 0,2-1 0 16,-6 0 0-16,0 0 0 0,0 0 0 0,41-1 0 15,-41 1 240-15,30-5 0 16,-30 5 0-16,31-5 0 0,-31 5-112 0,35-6 0 16,-35 6-128-16,36-6 192 0,-36 6-192 0,36-4 128 0,-36 4-128 0,35-2 0 0,-35 2 0 0,34-1 0 15,-34 1 0-15,32-5 0 0,-32 5 0 0,29-6 0 16,-29 6 0-16,28-8 0 0,-14 4 0 0,1-1-240 16,0 0 32-16,0-2-18048 15</inkml:trace>
  <inkml:trace contextRef="#ctx0" brushRef="#br1" timeOffset="206046.64">9495 11500 20271 0,'-3'-3'896'0,"1"0"192"0,2 1-880 0,-1 1-208 16,1 1 0-16,-1-2 0 0,0 2 2608 0,1-2 464 0,-1 1 112 0,0-1 16 15,-1 1-768-15,0 0-128 0,1 1-48 0,0 1 0 16,0 2-1440-16,0 0-304 0,0 2-48 0,0 1-16 16,0 2-256-16,1-8-64 0,0 16-128 0,-1-5 192 15,0 1-192-15,0-1 128 16,-1 1-128-16,0 0 0 0,0 2 0 0,1 0 128 0,-1-2-128 0,1 0 0 0,1-12 0 0,0 21 0 16,0-21 0-16,0 0 0 15,5 33-352-15,-5-33-64 0</inkml:trace>
  <inkml:trace contextRef="#ctx0" brushRef="#br1" timeOffset="206268.18">9432 11984 3679 0,'0'1'160'0,"0"-1"32"0,1 2-192 0,-1-2 0 16,1 0 0-16,0 0 0 0,0 2 2672 0,-1-2 480 15,3 1 112-15,-3-1 0 0,0 0 912 0,0 0 176 16,0 0 48-16,0 0 0 0,0 0-1520 0,0 0-288 0,28-8-64 0,-24 4-16 31,-1-1-1600-31,1 0-320 0,0-2-64 0,1 2-16 0,0-2-352 0,1 1-160 16,1 0 128-16,0-1-128 0,0 2-144 0</inkml:trace>
  <inkml:trace contextRef="#ctx0" brushRef="#br1" timeOffset="206826.67">10534 11122 11055 0,'-3'0'976'0,"0"0"-784"15,1 2-192-15,1-2 0 0,0 0 1312 0,0 1 224 16,-1 0 32-16,-2 1 16 0,0 1 704 16,0-1 144-16,2 3 16 0,1-3 16 0,3 1-368 0,-2-3-80 15,0 0-16-15,0 0 0 0,0 0-864 0,38 9-176 16,-38-9-48-16,28 0 0 0,-28 0-368 0,36-2-80 16,-36 2-16-16,36-5 0 0,-36 5-224 0,33-5-48 0,-33 5-16 15,28-6 0-15,-28 6-160 0,21-5 0 16,-21 5-192-16,0 0-11136 15,0 0-2208-15</inkml:trace>
  <inkml:trace contextRef="#ctx0" brushRef="#br1" timeOffset="206985.65">10557 11259 20271 0,'-4'3'896'0,"3"-1"192"16,1 0-880-16,0-1-208 0,1 0 0 0,1-1 0 0,1 1 2240 0,-3-1 416 15,0 0 80-15,0 0 16 0,45 7-576 0,-45-7-128 16,40-3 0-16,-19-1-16 15,3 1-1232-15,0-2-240 0,-3 0-48 0,-2 2-11920 16,0-2-2384-16</inkml:trace>
  <inkml:trace contextRef="#ctx0" brushRef="#br1" timeOffset="208407.31">11264 11110 10127 0,'-2'-3'896'0,"-1"1"-704"0,2 0-192 0,0 1 0 0,0 1 1024 0,-1 0 192 15,-2-2 16-15,-2 0 16 0,-2-1 480 0,-2 1 112 0,1 2 16 0,1 2 0 16,-1 1-464-16,2 1-96 0,0 2-16 0,-2 3 0 15,2 2-224-15,0 3-48 0,2 3-16 0,-1 0 0 32,2 4-464-32,0 0-80 0,1 1-32 0,2-1 0 0,1 0-176 0,0-21-48 0,7 41 0 0,-7-41 0 15,0 0 128-15,24 45 32 0,-24-45 0 0,0 0 0 16,38 21-352-16,-38-21 144 16,32-4-144-16,-15-3 0 0,1-3 256 0,1-4-48 0,-1-3-16 0,0 0 0 15,0-3 16-15,-3 0 0 0,-1 1 0 16,-3-2 0-16,0-1-208 0,-4-1 0 15,-1 2 0-15,-3-1 0 0,-4 3-144 0,-4 2-80 0,-2 1-16 0,-5 2 0 32,-1 2-240-32,-3 0-48 0,-3 2-16 0,0 4 0 0,0 0 288 0,1 4 48 0,-2 2 16 0,3 2 0 0,4 4 16 0,0-2 16 15,3 6 0-15,2-1 0 0,2 0 160 0,4 1 0 16,1 2-144-16,1-12-13376 16</inkml:trace>
  <inkml:trace contextRef="#ctx0" brushRef="#br1" timeOffset="208602.8">11545 11314 16575 0,'0'-3'1472'0,"0"3"-1168"0,1-2-304 0,-1 1 0 16,1 1 1408-16,-1 0 208 0,1 1 48 0,0 1 16 15,0-1 96-15,1 3 16 0,-2-4 0 0,0 0 0 16,0 0-1088-16,0 0-224 0,19 33-32 0,-19-33-13824 15</inkml:trace>
  <inkml:trace contextRef="#ctx0" brushRef="#br1" timeOffset="209092.84">11786 11076 12895 0,'-2'0'1152'0,"1"2"-928"0,0-2-224 0,0 1 0 15,0 1 1600-15,-1-2 288 0,-1 3 48 0,-1 1 16 16,-3 3 400-16,-1 1 80 0,0 1 0 0,1 0 16 16,0 1-592-16,0 1-112 0,2 1-16 0,0 0-16 15,0 2-832-15,1 1-176 0,1 2-16 0,1-3-16 16,0 0-288-16,2-14-48 0,0 0-16 0,6 36 0 16,-6-36-176-16,0 0-144 0,0 0 192 0,0 0-192 0,35 29 0 0,-35-29 0 15,0 0 0-15,31-3 0 0,-20-4-160 0,0-1 16 16,1-1 0-16,-1-3 0 15,0-1-816-15,2 0-176 0,0-3-16 0,-1 1-16 16,-2 3-112-16,0 0-32 0,-2-1 0 0,-1 3 0 0,0-1 928 0,-2 2 176 0,-2 0 32 0,-1 1 16 31,-1 0 576-31,-2 1 112 0,-1 0 32 0,-2 2 0 0,-1-2 352 0,-1 2 80 0,0-2 16 16,-1 2 0-16,-1-2-208 0,-1-2-32 16,0 1-16-16,-1-1 0 0,0 0-208 15,0 1-32-15,0 2-16 0,-1 0 0 0,0 2-176 16,2 2-16-16,1 1-16 0,1 4 0 0,2 0-112 0,0 3-32 0,1 0 0 0,2 2 0 15,0 1-144-15,1 1 0 0,1-10 0 0,0 0 0 16,3 32-256-16,-3-32-16 16</inkml:trace>
  <inkml:trace contextRef="#ctx0" brushRef="#br1" timeOffset="210450.38">12121 11001 8287 0,'0'-1'736'0,"0"-1"-592"15,0 1-144-15,0 1 0 0,0-1 1632 0,0 1 288 16,0-2 64-16,-1-1 16 0,1 1 640 0,-1-1 128 0,0 2 32 0,0 0 0 15,-1 1-752-15,-1 2-128 16,1 0-48-16,-2 1 0 0,1 2-752 0,-2 2-160 16,0 0-16-16,-1 3-16 0,0 2-320 0,1 2-64 15,-2-2-16-15,2 2 0 0,-1 0-208 0,1 0-32 16,-1-2-16-16,1 1 0 0,3 0 0 0,0-3 0 16,2-1 0-16,0-9 0 0,0 0-80 0,0 0-32 15,0 0 0-15,0 0 0 0,28 38-160 0,-28-38 0 16,0 0 0-16,0 0 0 0,49 17 0 0,-49-17 0 15,0 0 0-15,40 11 0 0,-40-11 0 0,0 0 0 16,36 10 0-16,-36-10 0 0,0 0 0 0,0 0 0 0,0 0 0 16,0 0 0-16,0 0 0 0,0 0 0 0,0 0 0 0,25 35 0 0,-30-30 0 0,-1 1 0 15,-2 0 128-15,-2 1-128 0,-1 1 0 0,-1 0 0 16,0 0 0-16,-2-1 0 0,0 0 0 0,-3 3 128 16,1-1-128-16,-1 1 0 0,1 0 0 0,0 1 128 15,0-4-128-15,1 0 0 0,1 0 0 0,2-4 0 16,2-1 0-16,2-4 0 0,3 0-240 0,1-4-128 15,2-1-16-15,3-2-17216 16</inkml:trace>
  <inkml:trace contextRef="#ctx0" brushRef="#br1" timeOffset="210639.95">12080 10989 11967 0,'3'-3'1072'15,"0"2"-864"-15,-1 0-208 0,0 1 0 0,0 1 2544 0,0-1 464 16,4-1 80-16,3-1 32 0,-9 2-48 0,28-6 0 15,-10 3 0-15,-2 0 0 0,2 0-1296 0,0-1-272 0,1 0-48 0,0-2-16 16,-1 1-928-16,-1 1-176 16,0-3-32-16,-3 3-16 0,1 0-288 0,-2-1 0 15,-2 2 0-15,-1 0 0 16,-2 0-704-16,-1 1-128 0,0 1-48 0,-2 1-16208 16</inkml:trace>
  <inkml:trace contextRef="#ctx0" brushRef="#br1" timeOffset="211130.77">12459 10899 13823 0,'0'0'608'0,"1"0"128"0,0 0-592 0,0 0-144 0,0 0 0 0,0 0 0 16,0 2 2768-16,2-2 528 0,-3 0 96 0,0 0 32 15,0 0-688-15,30 0-144 0,-30 0-32 0,0 0 0 16,32-2-1200-16,-32 2-240 0,0 0-48 0,35 0-16 15,-35 0-592-15,0 0-112 0,0 0-32 0,33 9 0 16,-33-9-176-16,0 0-144 0,0 0 192 0,0 0-192 16,32 34 0-16,-32-34 0 0,0 0 0 0,-2 31 0 15,-4-19 0-15,-2 0 0 0,-2 1 0 0,-1-1 0 16,-1 2 0-16,-1-2 0 0,0 1 0 0,-2 0 0 16,1-3 0-16,-3 1 0 0,0-1 0 0,0-1 0 15,2-1 0-15,2-1 0 0,2 0 0 0,1-1 0 16,4 0 128-16,2-2-128 0,1-1 0 0,3 1 0 15,1-3 0-15,3-1 0 0,3-1 0 0,3-1 0 0,1-1 0 16,3 0 0-16,-14 3 0 0,33-6 0 0,-14 3 0 0,-2-1 0 16,2 0 0-16,-19 4 0 0,35-6 128 0,-35 6-128 15,35-2 0-15,-35 2 0 0,27 0 128 0,-27 0-128 16,0 0 0-16,36 10 0 0,-36-10 192 0,0 0-64 16,0 0 0-16,0 0-128 0,9 38 128 0,-18-27-128 15,-4 2 0-15,-3 1 0 0,-1 2 144 0,-3-2-144 16,-4 5 0-16,-1-2 144 0,-1-1-144 0,0 1 0 15,0 0 144-15,0-5-144 0,2 0 0 0,4-1 0 16,2-4 0-16,4-2 0 0,3 0 0 0,5-3 0 16,3-3 0-16,4-4 0 0,3-1 0 0,4-3 0 15,4-3 0-15,4-4 0 16,4-1-1200-16,4-2-144 0</inkml:trace>
  <inkml:trace contextRef="#ctx0" brushRef="#br1" timeOffset="211558.2">12924 10948 6367 0,'10'-9'576'0,"-4"2"-576"0,1 0 0 0,-3 3 0 16,0 1 0-16,-2 1 0 0,1 1 0 0,1-4 0 15,3 1 176-15,0-4 0 0,1 1 0 0,-2 0 32 16,-1 3 2256-16,-3-1 448 0,-1 2 96 0,-1 1 0 15,-2 0 256-15,-2 2 32 0,0 2 16 0,0 0 0 16,0-1-1552-16,-2 3-304 0,0 1-64 0,-2 2-16 0,-1 2-480 0,-1 1-112 16,0 3-16-16,-1 2 0 0,0 3-96 0,-2 4-32 15,0 5 0-15,0 2 0 0,-1 6-240 0,0 0-48 16,-1 1-16-16,2-3 0 0,1-1-144 0,2 1-48 16,-1 4 0-16,4-2 0 0,3-1-144 0,2-4 160 15,5-1-160-15,-3-29 160 0,12 44-160 0,-12-44 0 16,0 0 0-16,34 26 0 0,-34-26 0 0,32-8 0 15,-12-2 0-15,-2-7 0 0,2-3 0 0,-2-2 0 16,-1 0 0-16,-1 1 0 0,-2 0 0 0,-3-1-144 16,-4 4 144-16,-3 2 0 0,-2 3 0 0,-5 0 0 15,-4 3 0-15,-4 2 0 0,-3 6 0 0,-2 0 0 16,-2 4 0-16,0 3 0 0,-3 3 0 0,-4 3 0 0,-3 5 0 0,-2 1 0 16,-1 2 0-16,3-2 0 0,3 2-128 0,4-5-18352 15</inkml:trace>
</inkml:ink>
</file>

<file path=ppt/ink/ink1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0:15:05.814"/>
    </inkml:context>
    <inkml:brush xml:id="br0">
      <inkml:brushProperty name="width" value="0.05292" units="cm"/>
      <inkml:brushProperty name="height" value="0.05292" units="cm"/>
      <inkml:brushProperty name="color" value="#C00000"/>
    </inkml:brush>
  </inkml:definitions>
  <inkml:trace contextRef="#ctx0" brushRef="#br0">12522 7227 3599 0,'0'-1'0'0,"0"-1"144"0,0 0-144 0,-1 1 208 0,1 1-208 0,0 0 0 16,0 0 0-16,-1 0 0 0,1-2 784 0,-1 2 112 16,0-3 32-16,1 3 16 0,-1-2-80 0,0 2-16 15,1 0 0-15,-1 0 16 0,1 0-96 0,0 0 0 0,-1 0-16 0,0 2 16 16,1-1-144-16,-1 3-32 16,1-1 0-16,0 1 16 0,0 3-96 0,0-2 0 0,1 2-16 0,0-1 16 15,0 0-64-15,1 0 0 0,0 0 0 0,0 1 32 16,1-2-64-16,-1 0-16 0,0-1 0 0,1-2 16 15,0 2-32-15,1 0 0 0,-2-3 0 0,2 0 16 16,1-1 48-16,-1 0 16 0,1 0 0 0,0-1 16 16,0 0-32-16,1-3-16 0,0 0 0 0,1 1 16 15,-2 0-128-15,2-2-32 0,-1 0 0 0,1 0 16 16,0 0-304-16,0 1 160 0,-1-3-160 0,1 3 144 16,-2 1-144-16,1-2 0 0,-1 0 0 0,0 3 0 15,0-3 0-15,-2 3 0 0,2-1 0 0,-2 2 0 16,1 0 0-16,-3 1 0 0,2 0 0 0,-1 0 0 15,-1 1 0-15,0 0 0 0,0 1 0 0,0 1 0 0,1 2 0 0,-1-3 0 16,0 5 0-16,0-2 0 0,1 0 0 16,1 2 0-16,-1-2 0 0,-1 0 0 0,1-1 144 0,-1 1-144 15,2-2 160-15,1 1-160 0,-1-2 160 0,0 0-160 16,0-2 160-16,1 0-160 0,1 0 192 0,-1-2-64 16,1 0-128-16,0-2 192 0,0 1 0 0,1-2 0 15,0 1 0-15,1-2 0 0,-1 2-192 0,1-1 144 16,-2 0-144-16,1-1 128 0,-1 1-128 0,1 0 0 15,-1 2 0-15,0-2 0 0,-1 3 0 0,0 0 0 16,1-2 0-16,0 3 0 0,-1-1 0 0,0-1 0 16,0 3 0-16,-1 0 0 0,0 0 0 0,-1 0 0 15,1 0-144-15,0 1 144 0,-1 1 0 0,0 0 0 16,0-1 0-16,0 3 0 0,0-2 0 0,0 0 0 0,0 3 0 0,-1-2 0 16,2-1 0-16,-1 1 0 0,0 1 0 0,0-1 144 15,1-1-144-15,-1-2 0 0,1 0 144 0,1 0-144 16,0 0 192-16,1-2-48 0,2-1 0 0,-2 1 0 15,3-1 112-15,-2-1 0 0,1 1 16 0,0-1 0 16,1 1-144-16,1-1-128 0,-2 1 192 0,1 1-192 16,-2-1 0-16,0 3 0 0,0-2 0 0,-1 4 0 15,-1-2 0-15,1 3 0 0,-1-1 0 0,-1 3 0 16,0-3 0-16,-1 1 0 0,0 1 0 0,0 0 0 16,-1-1 0-16,0 2-144 0,-1-2 144 0,0 0-13136 15</inkml:trace>
  <inkml:trace contextRef="#ctx0" brushRef="#br0" timeOffset="503.65">12745 7380 3679 0,'0'0'320'0,"0"0"-320"16,0 0 0-16,0 0 0 0,0 0 816 0,0 0 80 16,0 2 32-16,0-2 0 15,0 2-112-15,-1 2-32 0,0 0 0 0,-1 0 0 0,-1 1-400 0,1 0-96 16,-1 2-16-16,0-1 0 0,1 0-32 0,-2 3-16 0,-1 1 0 0,0 2 0 15,-1 2 144-15,1 3 16 0,-4 4 16 0,2 3 0 16,-1 2 112-16,-2 5 32 0,-1 4 0 0,0 2 0 16,-1 1-192-16,0 1-32 0,0-1-16 0,0-4 0 15,0 1-176-15,0 2-128 0,-1 1 192 0,1-3-192 16,2-3 0-16,1-5 0 16,1-2 0-16,1-4 0 0,2-1 0 0,0-6 0 0,1 0 0 0,0-5 0 15,1-2-400 1,0-2-192-16</inkml:trace>
  <inkml:trace contextRef="#ctx0" brushRef="#br0" timeOffset="851.63">12452 7949 5519 0,'-1'-6'240'0,"1"1"64"0,-1 2-304 0,1 0 0 15,0 1 0-15,0 1 0 16,0 0 1152-16,0-1 192 0,-1-1 16 0,0 0 16 16,1 1 144-16,-1 0 16 0,0 0 16 0,0 2 0 0,1 2-320 0,-1 0-64 0,1 0-16 0,0 3 0 15,0 0-352-15,0 2-80 0,0 0-16 0,0 4 0 16,0-11-320-16,0 0-64 0,1 39 0 0,-1-39-16 16,0 34-48-16,0-34 0 15,-1 35 0-15,1-35 0 0,0 33-32 16,0-33-16-16,0 0 0 0,4 33 0 0,-2-26-64 0,1-1-16 0,1 0 0 0,2-4 0 15,1-1 80-15,1-2 16 0,4-3 0 0,2-6 0 16,3 1 576 0,2-3 112-16,-1-2 32 0,3-3 0 0,-2 1-464 0,0-1-96 0,-2 1 0 15,-1 3-16-15,-3 4-864 0,-2 2-160 0,-2 2-48 0,-2 3-12592 16</inkml:trace>
  <inkml:trace contextRef="#ctx0" brushRef="#br0" timeOffset="1293.67">11969 8516 4607 0,'-1'-5'400'0,"1"0"-400"0,0 1 0 0,0 2 0 16,0 1 1088-16,0 1 144 0,0 0 32 0,0-2 0 0,1 1 512 0,0-1 96 16,0 0 32-16,0 2 0 0,0 1-432 0,1 2-96 15,-1 1-16-15,0 4 0 0,0 2-288 0,-1-10-64 16,1 28-16-16,-1-10 0 0,0-18-336 0,3 43-64 16,-3-18-16-16,-1 1 0 0,1 0-64 0,-1 2-32 15,1 3 0-15,-1-1 0 0,0-1-224 0,1-5-32 16,0-24-16-16,0 40 0 0,0-40-208 0,0 0 0 15,5 38 0-15,-3-30 0 0,1-3 0 0,-1 0-208 16,0-1 64-16,0-4 16 16,1-2-1408-16,0 0-256 0,0-3-64 0,-1 0-8960 15</inkml:trace>
  <inkml:trace contextRef="#ctx0" brushRef="#br0" timeOffset="1601.05">11993 8558 4607 0,'-4'-6'192'0,"1"3"64"0,1-2-256 0,0 4 0 0,1 1 0 0,0-1 0 16,1 1 1344-16,0 0 208 0,-1-2 48 0,0-1 16 16,1 0-16-16,2 1 0 0,2-2 0 0,2 1 0 15,0-2-80-15,3 1-32 0,3-1 0 0,1 0 0 16,2 1-336-16,1 1-64 0,2 0 0 0,0 1-16 16,-18 2-432-16,35 2-96 0,-35-2-16 0,0 0 0 0,39 15-336 0,-39-15-64 15,0 0 0-15,0 0-128 0,35 36 0 0,-35-36 0 16,0 0 0-16,0 0 0 0,6 40 0 0,-10-31 160 15,2 1-160-15,-5-1 192 0,-2 3-16 0,-2-2 0 16,-2 1 0-16,-1 0 0 0,0-2-48 0,0 0 0 0,-1-2 0 16,0 0 0-16,1 0-128 0,2-2 0 15,-1 0 0-15,0-3 128 0,4 1-128 0,0-1 0 0,2 0 0 0,2-2-176 32,1 0-1040-32,1 0-224 0</inkml:trace>
  <inkml:trace contextRef="#ctx0" brushRef="#br0" timeOffset="1803.43">12570 8630 3679 0,'7'-7'320'0,"-3"4"-320"15,2-2 0 1,-2 3 0-16,-1 0 2160 0,-1 1 352 0,1-1 80 0,2 0 16 0,3-1 144 0,2-1 16 15,2 1 16-15,0 1 0 16,0 0-1392-16,-2 2-288 0,-2 2-48 0,-1-1-16 16,0 2-1040-16,-2 0-144 0,1 0-64 0,-3 1-11504 0</inkml:trace>
  <inkml:trace contextRef="#ctx0" brushRef="#br0" timeOffset="1966.08">12607 8750 9215 0,'-3'3'400'0,"3"0"96"0,-1 1-496 0,0-2 0 16,1 0 0-16,0 1 0 0,0-1 1408 0,1 1 176 0,-1 4 32 0,1 0 16 15,-1-7 64-15,0 0 16 0,0 0 0 0,0 0 0 16,0 0-1168 0,12 36-224-16,-9-34-64 0,0-1-9952 15</inkml:trace>
  <inkml:trace contextRef="#ctx0" brushRef="#br0" timeOffset="2314.01">12921 8653 8287 0,'0'0'736'0,"0"-2"-592"0,1 2-144 15,-2 0 0-15,1 0 1488 0,-1 0 272 16,0 0 48-16,-1 0 16 0,-1 0 48 0,-1 0 16 0,-1 2 0 0,-2 1 0 15,-1 1-960-15,-1 1-192 0,-1 1-32 0,-1 0-16 16,-1 3-112-16,1-1 0 0,-1 1-16 0,1 0 0 16,-1 2-32-16,2-2 0 0,1 0 0 0,3 0 0 15,1-1 112-15,3-2 0 0,1 0 16 0,2-2 0 16,-1-4-256-16,0 0-48 0,0 0-16 0,0 0 0 16,37 12-336-16,-37-12 0 0,28 0 0 0,-11 0 0 15,1-2 0-15,-1 2 128 0,0-2-128 0,0 1 128 16,-17 1-128-16,28 3 144 0,-28-3-144 0,0 0 160 0,0 0-160 0,0 0 0 15,0 0 0-15,0 0 128 0,0 44-128 16,-17-31 0-16,-6 3 0 0,-5 1 0 0,-2-3 0 0,-3 2 0 16,-2-1 0-16,1 1 0 15,2-1-832-15,-1 0-80 0</inkml:trace>
  <inkml:trace contextRef="#ctx0" brushRef="#br0" timeOffset="3322.86">13671 8570 15663 0,'1'-2'1392'0,"-1"0"-1120"0,0 0-272 0,-1 2 0 16,0 0 960-16,0 0 144 15,-2-1 32-15,0 1 0 0,-5 0 32 0,-1 0 16 16,-3 3 0-16,-2-1 0 0,-1 2-480 0,-1 2-80 0,-1 0-32 0,-1 2 0 16,2-2 112-16,1 2 0 0,0-1 16 0,1 0 0 15,3 1-16-15,1-2 0 0,1 1 0 0,3-2 0 0,2 0-368 16,2 0-80-16,1-2 0 0,3 0-16 0,1 0-240 15,1-2 0 1,3 1 0-16,1 0 0 0,2-2 128 0,2 0-128 0,-12 0 0 0,28 2 0 16,-10-2 272-16,-18 0-32 0,36 2-16 0,-36-2 0 15,35 5 0-15,-35-5 0 16,0 0 0-16,39 10 0 0,-39-10-224 0,0 0 0 16,0 0 128-16,0 0-128 0,0 0 0 0,0 0 0 15,16 38 0-15,-24-29 0 0,-2 3 0 0,-3-2 176 16,-3 4-176-16,-1-2 160 0,0 2 160 0,-2 0 16 15,1 0 16-15,2-3 0 0,0 0-176 0,2-2-48 16,0 0 0-16,4-1 0 0,2-4-128 0,3-1 0 16,2-1 0-16,3-2 0 0,2-2 0 0,3-3 0 0,1-2 0 0,4-2-10752 15,3-1-2032 1</inkml:trace>
  <inkml:trace contextRef="#ctx0" brushRef="#br0" timeOffset="3832.93">13816 8632 15663 0,'3'-5'688'0,"-1"1"144"15,0 3-656-15,-1-1-176 0,0 4 0 0,-2-2 0 16,1 1 1792-16,-1 1 320 0,1 3 64 0,-1 1 0 16,-1 2-416-16,0 4-96 0,0 0 0 0,-2 2-16 15,0 2-608-15,0 1-112 0,-1 0-32 0,-1 1 0 0,2-1-496 0,-2 0-96 16,2-2-32-16,-1-2 0 0,1-1-96 0,1-3-32 16,1-2 0-16,-1-1 0 0,0-1 112 0,1-3 0 15,0-1 16-15,1-1 0 0,1-2 112 0,0 0 0 16,0-3 16-16,3-3 0 0,1-1-80 0,1-2 0 15,1-1-16-15,1-2 0 0,-1 2-304 0,3-3 0 0,1-1 0 0,-1 2 0 16,1 0 0-16,0-1 0 0,1 1 0 0,1 2 0 16,-1-1 0-16,0 3 0 15,1 0 0-15,-3 5 0 0,-1 0 0 0,1 3 0 0,-3 4-128 0,-1 1 128 16,-5-3 0-16,0 0 0 0,0 0 0 0,0 0 0 16,12 47 0-16,-12-47 0 0,-2 34 0 0,-1-18 0 15,0 1 0-15,-2-1 0 0,0 1 0 0,1-4 0 16,-1 0 0-16,1-3 0 0,3-4 0 0,-1 0 0 0,1-2 128 15,0-2-128-15,0-2 0 0,1 0 0 0,0 0 0 16,1-3 0-16,1-1 0 0,1-1 0 0,1-1 0 0,1-4 0 16,1 0 0-16,1 1 0 0,1-3-224 0,0 0 0 15,3-2 0-15,0 0 0 16,-1 2-928-16,1 0-192 0,1-2-48 0,0 2 0 31,0 3 304-31,-1-1 64 0,1 3 16 0,-3 0 0 0,0 2 560 0,-2 3 128 0,1-1 0 0,-3 3 16 0,-1 0 304 0,0 3 0 16,-1-1 0-16,-2 3 0 15,0-3 0-15,-1 3 176 0,-1 2-176 0,-1 0 160 0,0 3-160 0,-1-2 128 16,0 1-128-16,1 2 128 0,0-2-128 0,0 1 0 0,0 0-160 0,1-1 160 31,0 0-688-31,0 0-32 0,0 0-16 0,1-1 0 16,0 0-1232-16,0-1-240 0,1-2-48 0,0-1-16 16,0 1-144-16,0-2-16 0</inkml:trace>
  <inkml:trace contextRef="#ctx0" brushRef="#br0" timeOffset="4640.89">14248 8767 7359 0,'4'-3'656'0,"-2"3"-528"0,2-2-128 0,-1 1 0 0,-2 0 1392 0,1 1 240 0,-1 0 48 0,2-2 16 16,2-1 1328-16,2-2 272 15,1-2 48-15,-1 0 16 0,1 1-1088 0,0 0-224 0,-2-1-32 0,1-1-16 32,-2-1-928-32,0 0-192 0,0 0-48 0,-2-1 0 15,0 3-496-15,-2-2-96 0,0-1-32 0,-2 3 0 16,0 1-208-16,-1 0 0 0,-1 1 128 0,-3 3-128 16,-1 2 176-16,-2 2-16 0,1 1 0 0,0 2 0 0,0 1-16 0,0 2 0 15,-1 2 0-15,-1 2 0 0,2 2-144 0,1 0 0 16,0 2 0-16,2 0 0 0,1-1 0 15,1-1 0-15,3-14 0 0,-1 24 0 0,1-24 0 0,0 0 0 16,0 0 0-16,0 0 0 0,0 0 0 0,0 0-144 16,0 0 144-16,0 0 0 0,35 19-128 0,-25-27 128 15,-1-1 0-15,1 0 0 16,-1-3-464-16,1 0 16 0,-1 0 0 0,-1 0 0 16,-1 3-128-16,-3-1 0 0,1 1-16 0,-1 0 0 0,-1 4 432 0,-1 0 160 15,0 2 0-15,-1 1-144 0,-1 4 144 0,0 1 176 0,-1 2-48 16,1 2 0-16,-1 2 544 0,1-9 96 0,0 0 32 0,1 34 0 15,-1-34-288-15,0 0-64 0,6 35-16 0,-6-35 0 16,0 0-256-16,0 0-48 0,16 38-128 0,-16-38 192 16,0 0-192-16,0 0 0 15,0 0 0-15,36 9 0 0,-27-15 0 0,1-3 0 0,1-3 0 0,1-1 0 16,0 0-464 0,1-4 16-16,3-1 0 0,0 0 0 15,0-1-544-15,-2 0-96 0,0 0-32 0,1-2 0 0,0-1 224 0,-1-1 32 16,0 1 16-16,0-3 0 0,-1 1 656 0,-1 0 192 0,-1 0 0 0,-2 0 0 15,0 3 0-15,-3 0 192 0,0 4-32 0,-3 2 0 16,-1 6 880-16,-1 1 176 0,-2 4 48 0,0 2 0 0,-1 2-128 0,0 2-32 16,-2 3 0-16,-2 5 0 0,0 2-656 15,-1 2-128-15,0 4-16 0,-1 4-16 0,-2 0-160 16,0 6-128-16,0 0 144 0,0 1-144 0,1 0 176 16,0 1-176-16,1 1 192 0,0 0-192 0,4-3 192 0,0-2-64 15,4-26 0-15,1 40-128 0,-1-40 0 0,0 0 0 16,14 37 0-16,-14-37 0 15,0 0-1072-15,0 0-320 0,35-1-64 0,-24-8-15264 0</inkml:trace>
  <inkml:trace contextRef="#ctx0" brushRef="#br0" timeOffset="4862.27">14884 8415 4607 0,'5'-8'400'0,"-3"4"-400"0,1 1 0 0,-1 0 0 15,-1 3 2816-15,-1 1 496 0,0 1 80 0,0 2 32 16,0 3 480-16,0-7 80 0,-4 25 32 0,-1-4 0 15,-3 4-2128-15,-1 4-416 0,-2 2-96 0,0-1-16 16,1 1-320-16,-1-1-64 0,3 0-16 0,2-2 0 16,2-6-560-16,4-22-112 0,1 37-32 0,-1-37 0 15,0 0-256-15,15 38 0 0,-15-38 0 0,0 0 0 16,0 0-576-16,34 19-112 0,-24-23-16 0,1 1-10896 16,-1-3-2176-16</inkml:trace>
  <inkml:trace contextRef="#ctx0" brushRef="#br0" timeOffset="13558.46">15236 8620 4607 0,'-1'0'400'0,"0"0"-400"0,0 0 0 0,0-2 0 15,0 2 864-15,0 0 96 0,0 2 0 0,0-2 16 16,-1 0 592-16,-1 0 112 0,1 2 32 0,1-1 0 16,-1 1-240-16,0 0-64 0,2-1 0 0,0 1 0 15,2 0-96-15,0-2-32 0,1 0 0 0,2 0 0 16,2-2-128-16,2 0-48 0,1-1 0 0,4 0 0 16,1-3 176-16,2 1 16 0,1 0 16 0,-1 0 0 0,0 0-352 15,1 1-64-15,1-1 0 0,-2 2-16 0,1 1-368 16,-18 2-64-16,32-1 0 0,-32 1-16 0,0 0-304 0,38 1-128 15,-38-1 128-15,0 0-128 0,0 0 0 0,33 7 0 16,-33-7 0-16,0 0 0 16,0 0-560-16,0 0-144 0,0 0-16 0,0 0-15232 15</inkml:trace>
  <inkml:trace contextRef="#ctx0" brushRef="#br0" timeOffset="13881.54">15465 8480 11055 0,'0'-2'480'0,"1"0"112"0,-1 1-464 0,1-1-128 0,0 2 0 0,0-2 0 16,1 1 2224-16,0-1 416 0,3 1 96 0,0-2 16 16,-5 3 80-16,17-5 32 0,-17 5 0 0,0 0 0 15,28 0-1072-15,-28 0-192 0,0 0-64 0,0 0 0 16,39 11-768-16,-39-11-144 0,0 0-48 0,0 0 0 15,37 15-224-15,-37-15-48 0,0 0-16 0,0 0 0 16,34 19-96-16,-34-19-32 0,0 0 0 0,0 0 0 16,0 0-32-16,34 21-128 0,-34-21 192 0,0 0-64 15,0 0-128-15,0 0 0 0,7 33 0 0,-11-23 128 16,-1-1-128-16,-3 1 0 0,-2 2 0 0,-1 0 0 16,-2 2 0-16,-2 0 0 0,-1 0 128 0,0 1-128 15,-2 1 0-15,-1-3 0 0,0 2 0 0,1-1 0 16,3-2-720-16,2 0-128 0</inkml:trace>
  <inkml:trace contextRef="#ctx0" brushRef="#br0" timeOffset="14377.8">16366 8470 9215 0,'3'-6'816'0,"-1"-1"-656"0,0 4-160 16,-2 1 0-16,1 2 1264 0,1-3 208 0,1-4 64 0,2-2 0 15,1-1 944-15,1-2 192 16,-2 1 32-16,1 3 16 0,-2 4-720 0,-2 2-144 0,0 4-16 0,-1 3-16 16,-1-5-672-16,0 0-144 0,-1 42-32 0,-2-21 0 15,-1 5-288-15,-3 1-64 0,0 4-16 0,-2-1 0 16,1 1-224-16,-1 1-32 0,1-2-16 0,-1 1 0 16,3-3-336-16,1-4 128 0,1-5-128 15,4-19 0-15,-2 31-208 0,2-31-112 0,0 0-32 0,0 0-16240 16</inkml:trace>
  <inkml:trace contextRef="#ctx0" brushRef="#br0" timeOffset="14645.11">16523 8601 14735 0,'-3'-2'640'0,"1"1"160"15,1 1-640-15,0-2-160 0,0 2 0 0,1 0 0 0,0 0 1584 0,0 2 272 16,-1-2 64-16,1 0 16 0,1 0-32 0,1 1-16 16,2-1 0-16,2 2 0 15,-6-2-352-15,0 0-80 0,31 0-16 0,-31 0 0 16,32-3-528-16,-14 1-96 0,3-2-32 0,-2 1 0 0,0-2-336 0,-2 1-64 0,-1-1 0 0,-1 2-16 16,-2-1-368-16,-1 0 0 0,-2 1 0 15,-1 0 128-15,0 2-128 0,-4 0-256 0,1 1 64 0,-3 0-16496 31</inkml:trace>
  <inkml:trace contextRef="#ctx0" brushRef="#br0" timeOffset="15068.43">17217 8436 2751 0,'-1'-4'256'0,"1"0"-256"0,0 0 0 0,-1 1 0 32,1 1 1408-32,0 1 256 0,0-1 32 0,0 0 16 0,0-1 1328 0,-1-4 272 15,1 3 48-15,-1 1 16 16,1 1-832-16,-1 0-176 0,0 4-16 0,-1 0-16 16,1 1-816-16,0 3-176 0,-1 2-16 0,0 1-16 15,-1 4-512-15,0 3-96 0,-1 0-32 0,0 3 0 0,-1 2-272 0,-1 1-48 16,1 0-16-16,-1 1 0 0,1-2-192 0,-1 1-144 15,0 4 192-15,-1-2-192 0,3 2 128 0,-2-3-128 16,3-2 0-16,3-21 0 0,-4 38 0 0,4-38-176 16,-1 26 0-16,1-26 0 15,0 0-2128-15,0 0-416 0</inkml:trace>
  <inkml:trace contextRef="#ctx0" brushRef="#br0" timeOffset="15343.39">17108 8397 2751 0,'1'-4'256'0,"1"1"-256"0,0 3 0 0,-1-2 0 15,1 0 1536-15,1 1 272 0,3-4 48 0,2-3 16 16,5-2 560-16,3-1 96 0,1-2 32 0,3 1 0 16,-2 0-752-16,2 3-144 0,-1 2-16 0,1 0-16 15,-1 4-224-15,-19 3-64 0,37 3 0 0,-37-3 0 16,0 0-544-16,46 21-112 0,-46-21-32 0,0 0 0 15,25 38-464-15,-25-38-192 0,5 33 176 0,-5-33-176 0,-4 33 0 0,-3-17 0 16,0-1 0-16,-2-1 0 0,-1-4 0 0,-1-1 0 16,-1 1 0-16,0-4 0 0,-1 2 0 15,0-4 0-15,0 1 0 0,2-2 0 0,0-2 0 16,1-1 0-16,1-1 0 0,1 1 0 0,2-3 0 0,0-1-320 16,1 3 64-16,2-2-9104 15,0 2-1824-15</inkml:trace>
  <inkml:trace contextRef="#ctx0" brushRef="#br0" timeOffset="22726.65">17598 8636 7359 0,'-1'0'656'0,"0"0"-528"16,0 0-128-16,1 0 0 16,-1 0 992-16,0 0 160 15,0 1 48-15,-1-1 0 0,0 0 672 0,0 0 144 0,1 0 32 0,0-1 0 0,0-1-336 0,2 1-64 16,1-2-16-16,0-3 0 0,2 2-352 0,1-3-80 15,0 0-16-15,1-1 0 0,1 0-256 0,1-1-48 16,-1 0-16-16,1-2 0 0,1 1-256 0,-1 1-48 16,2-2-16-16,0 3 0 0,-1-1-128 0,0 1-32 15,0 4 0-15,-2-2 0 0,0 3-16 0,-7 3-16 16,0 0 0-16,21-5 0 0,-21 5-64 0,0 0-16 16,0 0 0-16,0 0 0 0,0 0-128 0,34 6-16 0,-34-6-128 0,0 0 192 15,0 0-192-15,0 0 0 0,0 0 0 0,0 0 0 16,0 0 0-16,35 17 0 0,-35-17 0 0,0 0 0 15,0 0 0-15,0 0 0 0,0 0 0 0,35 23 0 16,-35-23 192-16,0 0-48 0,0 0-16 0,0 0 0 16,42 24 48-16,-42-24 0 0,0 0 0 0,37 1 0 15,-20-4-48-15,2-4-128 0,0 0 192 0,1-5-64 16,0-1-128-16,1-2 0 0,1 0 0 16,-3-1-176-16,-1 1-1616 0,-4 1-336 0</inkml:trace>
  <inkml:trace contextRef="#ctx0" brushRef="#br0" timeOffset="23168.42">17658 8788 8287 0,'-6'-1'368'0,"4"0"80"0,0 1-448 0,0-2 0 0,1 0 0 0,0 1 0 32,0-1 1520-32,1-1 208 0,-1 0 64 0,0-3 0 15,2-1 384-15,0-3 64 0,2 3 32 0,2-2 0 16,-1-1-608-16,2 1-128 0,1 0-32 0,0 1 0 15,1-1-560-15,-1 2-112 0,3-3-32 0,-1 3 0 0,1 0 0 0,1 0 0 16,-11 7 0-16,23-7 0 0,-23 7-224 16,0 0-32-16,34-5-16 0,-34 5 0 0,0 0-256 15,37 5-48-15,-37-5-16 0,0 0 0 0,0 0-208 0,43 22 0 16,-43-22 0-16,0 0 0 0,0 0 0 0,39 28 0 16,-39-28 0-16,0 0 0 0,0 0 0 0,45 15 0 15,-45-15 0-15,0 0 0 0,35-4 0 0,-35 4 0 16,24-9 128-16,-11 2-128 0,1-3 0 0,0-1 144 15,3-1-144-15,0-3 128 0,2 1-128 0,0 0-144 16,1 0 144-16,0 2-208 16,0 0-1184-16,-2 0-224 0,0 3-48 0,-2 1-12976 0</inkml:trace>
  <inkml:trace contextRef="#ctx0" brushRef="#br0" timeOffset="23600.7">18610 8252 12895 0,'1'0'1152'0,"-1"-2"-928"16,1 2-224-16,-1 0 0 0,1 0 1120 0,-1 0 176 0,1 0 48 0,1-1 0 15,-1 1 1024-15,1 0 192 0,0 1 64 0,-1-1 0 16,-1 0-784-16,0 0-160 16,0 0-16-16,0 0-16 0,0 38-640 0,0-38-128 15,-4 34-32-15,4-34 0 0,-7 47-208 0,3-18-32 0,-2 5-16 0,0 2 0 16,-2 4-16-16,0 3-16 0,0 1 0 0,1 0 0 16,1-1-352-16,1-3-64 0,2-2-16 0,2-4-18176 15</inkml:trace>
</inkml:ink>
</file>

<file path=ppt/ink/ink1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0:17:04.329"/>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3046 5210 3679 0,'0'-2'320'0,"0"1"-320"16,0 0 0-16,0 1 0 0,1-2 1136 0,-1 0 144 15,0-1 48-15,0-1 0 0,1-2 560 0,0 1 112 16,0-1 32-16,0 1 0 0,-1 2-320 0,0 1-64 15,0 0-16-15,-1 2 0 0,1 3-336 0,-2 0-64 16,1 5-16-16,1 1 0 0,-2 3-336 0,0 3-80 16,0 3-16-16,0 2 0 0,-1 3-192 0,1 4-32 15,-1 5-16-15,0 4 0 0,0-3-240 0,0 0-48 0,2-2-16 0,0-4 0 16,0-4-80-16,0-4-16 0,1-3 0 0,0-4 0 16,0-1-144-16,1-3 0 0,-1-2 0 0,1-3 0 15,1 0 0-15,0-3-192 0,1-3 64 0,0 0 128 31,1 0-1920-31,-1-5-256 0</inkml:trace>
  <inkml:trace contextRef="#ctx0" brushRef="#br0" timeOffset="294.77">3022 5242 3679 0,'-3'-10'320'0,"1"3"-320"0,1 2 0 0,0 1 0 16,1 3 960-16,1-1 128 0,-1 0 32 0,1-1 0 15,1 1 576-15,0-5 112 0,2 2 32 0,1-2 0 0,1 2-384 0,3 0-80 16,1-2-16-16,1 3 0 0,2-1-192 0,1 0-32 16,1 1-16-16,0 1 0 0,1 0-96 0,1 1-32 15,-3 2 0-15,-14 0 0 0,0 0-384 0,0 0-80 16,46 19-16-16,-46-19 0 0,0 0-368 0,0 0-144 16,20 44 0-16,-20-31 144 0,-1 1-144 0,-3 1 0 15,-1-2 144-15,-2 0-144 0,0 1 128 0,-4-2-128 16,0 2 160-16,-1-2-160 0,-2 0 208 0,0-1-48 15,1-1-16-15,0-3 0 0,0 0 32 0,1-2 0 16,1-3 0-16,3 1 0 0,1-1-176 0,1-4 0 16,2-1 0-16,3-2 0 15,2 1-1008-15,2-3-224 0</inkml:trace>
  <inkml:trace contextRef="#ctx0" brushRef="#br0" timeOffset="1011.69">3465 5196 8287 0,'-2'-4'368'0,"1"1"80"0,1 1-448 0,0 0 0 16,0 1 0-16,0 1 0 0,1-2 1632 0,0 1 240 16,0 0 48-16,0-2 16 0,0 1 144 0,0 0 32 15,0 1 0-15,-1 2 0 0,1 3-704 0,-1 1-128 16,-1 2-16-16,1 0-16 0,-1 4-480 0,0 1-80 15,-1 3-32-15,0 2 0 0,1-2-96 0,-1 3-32 16,0 1 0-16,0 0 0 0,2 2-144 0,-2-3-48 0,1 0 0 0,0-1 0 16,2-2-176-16,-1-2-32 15,1-3-128-15,1-3 192 0,-2-2-192 0,2-1 0 0,-1-2 0 0,1-2 0 16,0-2-480-16,1-2-32 0,0-1-16 0,0-2 0 16,0 1-1280-16,0-3-256 0,0 1-48 0,-1-1-16 15,0 1-624-15,0 0-128 0,-1-1-32 0,-2 0 0 16,0 1 1232-16,-1-2 240 0,0 3 48 0,-1-2 16 15,-2-1 736-15,0 1 128 0,1 0 48 0,-2-1 0 0,0-2 320 0,-2 0 144 16,2 1-128-16,-1 1 128 0,2 0 608 0,0 1 208 16,1-1 32-16,1 3 16 0,0-2 384 15,2 2 80-15,1 2 16 0,1-2 0 0,3 2 128 0,-1 0 48 16,4 0 0-16,-1 1 0 0,2 0-240 0,1 1-32 16,2 1-16-16,0 1 0 0,1 1-528 0,0 0-96 15,-12 0-32-15,0 0 0 0,39 11-176 0,-39-11-32 16,0 0-16-16,0 0 0 0,48 21-160 0,-48-21-16 15,0 0-16-15,0 0 0 0,41 29 0 0,-41-29 0 16,0 0 0-16,0 0 0 0,0 0-160 0,34 39 128 16,-34-39-128-16,0 0 128 0,0 0 32 0,0 0 0 0,6 36 0 0,-8-30 0 15,-1 0 240-15,-2 1 48 0,-1 2 16 0,-3-1 0 16,1 3-48-16,-2-2-16 0,-1 1 0 0,0 0 0 16,1 1-128-16,0-3-16 0,-1 3-16 0,1-3 0 15,0 1-112-15,2-1-128 0,0-1 176 0,2-1-176 16,1-1 0-16,1-2 0 0,1 1 0 0,0-2 0 15,2-2-848-15,1 0-80 16,1 0-16-16,2-2-8400 16,1-2-1696-16</inkml:trace>
  <inkml:trace contextRef="#ctx0" brushRef="#br0" timeOffset="1281.91">3717 5187 4607 0,'2'-3'400'0,"0"1"-400"0,0 2 0 0,-1-1 0 16,1 1 1488-16,1-1 224 0,1-2 32 0,3 1 16 15,3-3-192-15,3 3-32 0,2-2-16 0,1 1 0 16,1 3-288-16,-1-3-48 0,-2 1-16 0,2 2 0 16,-1 0-304-16,-1-2-64 0,-1 2-16 0,-1 0 0 15,1 0-16-15,-2 0-16 0,-1 0 0 0,-1 0 0 0,-1-2-464 0,0 1-96 16,0 1 0-16,-2-2-16 0,1 2-176 0,-3-2 0 15,1 1 0-15,-2-1 0 16,-1 2-768-16,-2 0-96 0,0 0-16 0,-1 0-10096 16</inkml:trace>
  <inkml:trace contextRef="#ctx0" brushRef="#br0" timeOffset="1514.57">3909 5146 911 0,'-2'0'0'0,"0"0"0"16,1 0 0-16,0 0 0 0,1 0 1056 0,0 1 128 15,-2 1 32-15,-1-2 0 0,-1 3 832 0,0 1 192 16,2 1 16-16,-2 3 16 0,2 0-288 0,0 0-64 0,1 3-16 0,0 1 0 16,0 2-688-16,-1-2-128 15,1 2-16-15,-1 1-16 0,0 2-464 0,0 1-80 0,-1 4-32 16,0 1 0-16,-1 1-208 0,0 0-32 0,1 2-16 0,-2-2 0 16,2-1-224-16,0-3 176 15,2-2-176-15,0-4 160 0,1-2-352 0,0-2-80 0,1-3-16 0,0-2 0 16,2-1-1760-16,0-4-336 0</inkml:trace>
  <inkml:trace contextRef="#ctx0" brushRef="#br0" timeOffset="1705.32">3812 5362 7359 0,'-3'-1'320'0,"1"0"80"0,2 1-400 0,0 0 0 16,0 0 0-16,1 0 0 0,1-2 1472 0,1 2 224 15,1-2 32-15,4-1 16 0,1 1 512 0,3-2 112 16,3 0 0-16,2-1 16 0,-1-1-208 0,2 0-32 0,0 2-16 0,0-3 0 16,0 2-848-16,-3 1-160 0,1 1-32 0,-1 0-16 15,-1 0-704-15,0 2-144 16,-2 1-32-16,0-2 0 16,-3 4-592-16,0-1-128 0</inkml:trace>
  <inkml:trace contextRef="#ctx0" brushRef="#br0" timeOffset="4296.71">4465 5308 9215 0,'1'0'816'0,"1"-2"-656"16,0 1-160-16,-1 1 0 0,0 0 1088 0,0 0 176 15,2 1 32-15,0 1 16 0,3-2 416 0,0 2 96 16,0 0 16-16,-6-2 0 0,0 0-1312 0,0 0-256 16,0 0-48-16,0 0-6432 15,0 0-1296-15</inkml:trace>
  <inkml:trace contextRef="#ctx0" brushRef="#br0" timeOffset="4453.28">4457 5410 7359 0,'-1'-3'656'0,"0"1"-528"0,2 0-128 0,0 1 0 16,0 1 1920-16,0 0 336 0,0 0 80 0,1 1 16 16,1-1-240-16,2 2-32 0,2-2-16 0,1 2 0 15,-1-2-1008-15,2 1-208 0,-1 1-32 0,-8-2-11952 16</inkml:trace>
  <inkml:trace contextRef="#ctx0" brushRef="#br0" timeOffset="5011.43">5757 5215 1839 0,'-3'-7'160'0,"0"1"-160"0,1 0 0 0,0 4 0 16,1-2 1056-16,1 3 176 0,0-3 48 0,-1-1 0 0,0-3 1328 0,0-3 272 0,0-1 48 0,1 0 16 15,0 1-256-15,0 1-32 16,1-1-16-16,-1 1 0 0,0 2-640 0,0 1-128 0,-1 0-16 0,-1 0-16 16,-1 0-592-16,-1 2-112 15,0 0-32-15,-2 0 0 0,1 1-368 0,-2 2-80 0,0-1-16 0,-2 1 0 16,0-1-208-16,0 3-48 0,-2-2-16 0,1 4 0 0,1-2-176 0,1 3-48 16,-1 0 0-16,2 1 0 0,0 0-144 15,2 2 128-15,1 0-128 0,0 2 128 0,2 1-128 0,1 3 0 16,1 0 0-16,0 2 128 0,1-4-128 0,-1-10 0 15,4 35 144-15,-4-35-144 16,9 43 0-16,-9-43 128 0,7 47-128 16,-7-47 0-16,6 54 128 0,-5-24-128 0,1 2 128 0,-2 0-128 0,1 2 0 0,-3-2 0 15,1-1 0-15,-2-1 128 0,1-4-128 0,0-2 0 16,0-3 0-16,0-1 0 0,1-2 0 0,0-4 0 16,1-14 0-16,0 23 0 0,0-15 0 0,1-3 0 15,-1-2 0-15,1-1 0 0,0-2 0 0,0-3 0 0,0 1 0 16,1-5-128 15,-1-2-1648-31,1-3-320 0</inkml:trace>
  <inkml:trace contextRef="#ctx0" brushRef="#br0" timeOffset="5216.38">5497 5376 14735 0,'-1'0'1312'0,"1"-2"-1056"15,0 2-256-15,1 0 0 0,0 0 1776 0,-1 0 288 16,1 0 64-16,0 0 16 0,0-1 288 0,2 1 64 15,2 1 16-15,-1-1 0 0,1 0-976 0,3 0-192 16,-1 0-32-16,3 0-16 0,1 0-448 0,-11 0-80 16,29 0-32-16,-29 0 0 0,33 0-400 0,-33 0-80 15,38 2 0-15,-38-2-16 0,40 1-240 0,-40-1 0 16,39 4 128-16,-39-4-128 0,35 3 0 0,-20-5 0 16,1 1 0-16,-1 1 0 15,0-2-1632-15,-2-1-224 0</inkml:trace>
  <inkml:trace contextRef="#ctx0" brushRef="#br0" timeOffset="5468.79">6071 5207 5519 0,'0'-5'240'0,"0"1"64"0,1 2-304 0,0 0 0 0,-1 0 0 0,0 0 0 16,-1 1 1920-16,1-1 336 0,-1 0 64 0,-1-1 16 15,0 2 336-15,-2 1 64 0,-1 1 16 0,-1 1 0 16,1 3-1072-16,-2 2-208 0,1 1-32 0,-1 1-16 0,1 3-352 0,-1 0-80 15,2-1-16-15,0 4 0 0,1 2-128 0,1 1-16 16,1-1-16-16,0 2 0 0,2-19-320 0,2 39-64 16,-2-39-16-16,7 34 0 0,-7-34-256 0,0 0-160 15,23 36 192-15,-23-36-192 0,0 0 0 0,0 0 0 16,46 14-192-16,-33-16 48 16,1-3-1264-16,-1 0-256 0,1-3-64 0,-2-1-12896 0</inkml:trace>
  <inkml:trace contextRef="#ctx0" brushRef="#br0" timeOffset="5659.73">6189 5260 3679 0,'-2'-4'320'0,"0"-1"-320"0,0 3 0 16,1 2 0-16,0 0 1824 0,0 0 288 15,-1-1 64-15,1-1 16 0,-2 0 592 0,0 0 112 0,1 4 32 0,1-1 0 16,2 3-784-16,0 3-160 0,-1-7-16 0,0 0-16 16,0 0-544-16,0 0-96 0,26 45-32 0,-26-45 0 15,0 0-544-15,29 35-112 0,-29-35-32 0,0 0 0 16,31 32-208-16,-31-32-64 0,0 0 0 0,0 0 0 15,41 32-320-15,-41-32 0 0,0 0 0 0,0 0 0 16,39 17 0-16,-31-15 0 0,-2-2-128 0,0 0 128 16,-2 0-1632-16,1-2-240 15</inkml:trace>
  <inkml:trace contextRef="#ctx0" brushRef="#br0" timeOffset="5849.15">6352 5194 2751 0,'-6'1'256'0,"3"0"-256"15,-1 1 0-15,1 1 0 0,0 0 2112 0,1 0 384 16,0 1 80-16,-3 3 16 0,-1 5-96 0,-5 2 0 16,-2 4-16-16,-1 4 0 15,0-1-976-15,-2-1-192 0,0 1-32 0,2-3-16 16,1-1-368-16,1-5-80 0,3 0-16 0,1-5 0 16,2 0-800-16,3-4 0 0,1-1-144 0,2-4-12384 0</inkml:trace>
  <inkml:trace contextRef="#ctx0" brushRef="#br0" timeOffset="6101.19">6470 5182 8287 0,'1'-5'368'0,"-1"1"80"0,1 3-448 0,0-1 0 16,0 1 0-16,0 1 0 0,0 0 2496 15,1 0 400-15,2 1 96 0,0-1 16 0,2 2-256 0,-6-2-32 16,0 0-16-16,0 0 0 0,0 0-1264 0,43 20-256 15,-43-20-48-15,0 0-16 0,0 0-240 0,44 30-48 16,-44-30-16-16,0 0 0 0,29 34-272 0,-29-34-48 16,0 0-16-16,20 40 0 0,-20-40-208 0,0 0-32 15,10 50-16-15,-10-50 0 0,-4 35-224 0,-2-20 128 16,-2 1-128-16,-2-2 0 0,-1 0 0 0,-1-2 0 16,-1 0 0-16,-1-2 0 15,-2 0 0-15,-2-3-128 0,-1 2 128 0,-2-7-11440 0,2 3-2160 0</inkml:trace>
  <inkml:trace contextRef="#ctx0" brushRef="#br0" timeOffset="6462.87">6815 5241 11743 0,'-6'3'512'0,"2"-2"128"0,2 0-512 0,0 1-128 15,1-2 0-15,1 0 0 0,0 1 1536 0,1 1 304 16,0-2 48-16,1 2 16 0,4-1 528 0,1-1 128 15,4-1 0-15,2-1 16 16,1 0-784-16,3-1-176 16,2-2-16-16,0 0-16 0,2 1-736 0,-3-1-144 15,-1 1-16-15,-1 1-16 0,-3 2-448 0,0 0-96 16,-2 1 0-16,-3 1-128 0,0 0 0 0,-2 1 0 16,-2 1-160-16,-3 0-15920 0</inkml:trace>
  <inkml:trace contextRef="#ctx0" brushRef="#br0" timeOffset="6620.69">6832 5377 11055 0,'-3'2'480'16,"3"0"112"-16,0-2-464 0,2 1-128 0,0-1 0 0,0 0 0 16,2-1 2432-16,1 1 480 0,5-2 96 0,3 0 0 15,5-1-400-15,2-3-96 0,-1 2-16 0,0-2 0 0,-2 1-1600 0,0-1-320 16,0 2-64-16,-3-1-14752 15</inkml:trace>
  <inkml:trace contextRef="#ctx0" brushRef="#br0" timeOffset="7641.14">7761 4801 1839 0,'1'-3'160'0,"0"-1"-160"16,1 1 0-16,-1 1 0 0,0 1 2368 0,-1 1 432 15,1-2 80-15,0 1 32 0,2-2 96 0,-1 0 0 16,-1-2 16-16,1 1 0 0,-1 1-768 0,-1 1-144 15,-1-1-48-15,-1 1 0 0,1 1-848 0,-2 0-192 16,-1 1-16-16,-1-3-16 0,-1 3-304 0,-1 0-64 16,-1-2-16-16,0 2 0 0,-2 0-160 0,0 0-16 15,-1 0-16-15,-1 0 0 0,0 2-96 0,-2-1 0 16,-1 2-16-16,0 0 0 0,1 2-112 0,-1 0-32 16,1-1 0-16,0 2 0 0,1 0-16 0,1 2 0 0,0-1 0 0,1 2 0 15,0 2-144-15,1-2 192 0,2 2-192 0,2-2 192 16,0 1-192-16,1 2 128 0,2 1-128 15,0 0 128-15,3-13-128 0,0 0 0 0,4 38 0 0,-4-38 128 16,0 0-128-16,0 0 0 0,29 40 0 0,-29-40 0 16,0 0 0-16,37 24 0 0,-37-24 0 0,0 0 0 15,43 19 0-15,-43-19 0 0,0 0 0 0,0 0 0 16,40 31 0-16,-40-31 0 0,0 0 128 0,0 0-128 16,9 40 0-16,-14-30 0 0,-1 1 0 0,-3 1 0 15,-3 0 0-15,-1-2 0 0,0 1 0 0,-2 1 0 16,0-2 0-16,0-1 0 0,3-1 0 0,1 1 0 15,1-4 0-15,1 2 0 0,-1-3 0 0,4-1 0 16,-1 0 0-16,3-1 0 0,-1-2 0 0,2 0 0 16,2-2 0-16,0 1 0 0,2-1 0 0,1-1 0 0,1-1 0 15,1 1 0-15,-1-2 0 0,3 3 0 0,0 0 0 0,1-3 0 16,-1 3 0-16,1-1 0 0,0 3 0 0,0-2 0 16,-1 2 0-16,0-2 0 0,-1 2 0 0,1 2 0 15,0-2 0-15,0 2 0 0,-6-2 128 0,0 0-128 16,0 0 128-16,0 0-128 0,0 0 0 0,23 48 0 15,-23-48 128-15,0 0-128 0,5 40 0 0,-5-40 0 16,0 40 0-16,0-40 0 0,0 49 0 0,-1-22 0 16,0 4 128-16,1-2-128 0,-1-1 0 0,1-28 0 15,1 50 0-15,-1-50 0 0,1 45 0 0,-1-45 0 16,0 52 0-16,0-25 0 0,0-27 0 0,2 57 0 16,0-25 0-16,-1 6 0 0,3 5 0 0,0 0 0 15,1-1 128-15,-2-4-128 0,2-2 0 0,-1 9 0 0,4 9 0 16,-1 6 128-16,3-1-128 0,-2-5 0 0,1-7 144 0,0-6-144 15,0-1 0-15,1-4 0 0,1-1 0 0,-11-35 128 16,23 57-288-16</inkml:trace>
  <inkml:trace contextRef="#ctx0" brushRef="#br0" timeOffset="9103.39">8835 4722 20271 0,'3'-5'1792'0,"-1"3"-1424"15,0 2-368-15,0-2 0 0,-2 4 0 0,0-2 0 0,1 3-160 0,-1 1 160 16,0 1 1408-16,0 2 400 0,0-7 80 0,0 0 16 16,-2 39-848-16,2-39-160 0,-3 27-48 0,3-27 0 15,0 0-480-15,-3 40-112 0,3-40 0 0,0 0-16 16,2 38 240-16,-2-38 48 0,0 0 16 0,0 0 0 16,5 38-544-16,-5-38 0 0,0 0 0 0,0 0-14432 15</inkml:trace>
  <inkml:trace contextRef="#ctx0" brushRef="#br0" timeOffset="9511.2">8055 5154 12895 0,'-8'2'576'0,"4"-2"112"0,1-2-560 0,2 2-128 16,0 0 0-16,1 0 0 0,1 0 1968 0,0 0 352 0,2-3 80 0,2 1 16 15,3-3 16-15,4 3 16 0,2-3 0 0,3 0 0 16,4-1-912-16,1 1-176 0,5 0-32 0,3 0-16 15,5 0-656-15,2-1-128 0,3 0-16 0,4 2-16 16,-1-3-112-16,2 2 0 0,1-3-16 0,1 2 0 16,0-1 80-16,7 0 32 0,4-1 0 0,0-1 0 15,2 2-224-15,0-3-32 16,-2 3-16-16,5-2 0 0,2-1-208 0,-1 0 0 16,-6 4 128-16,1-4-128 0,1 3 0 0,-2 0 0 15,-2 2 0-15,-6 2 0 0,-4 1 0 0,-7 2 0 16,-7 0 0-16,-1 0 0 0,-5 2 0 0,-5-2 0 0,-21 0 0 0,32 5 0 15,-32-5-144-15,0 0-32 0,0 0 0 0,0 0-17776 16</inkml:trace>
  <inkml:trace contextRef="#ctx0" brushRef="#br0" timeOffset="10126.66">8264 5343 11055 0,'-2'0'976'0,"0"0"-784"0,2 1-192 0,-1 1 0 15,0-2 1152-15,0 0 192 0,0 1 48 0,-2 0 0 16,1 1 608-16,0 1 128 0,2-1 32 0,3-2 0 16,2 0-384-16,2 0-80 0,2-2-16 0,3-1 0 15,1 1-368-15,1-2-80 0,4 1-16 0,0-2 0 0,-2 3-464 0,0 0-112 16,-2-1 0-16,-1 3-16 0,-2 0-368 0,-3 3-64 16,-8-3 0-16,0 0-16 0,0 0-176 0,0 0 0 15,0 0 0-15,0 0 0 0,0 0 0 0,14 44 0 16,-20-34 0-16,-3-2 0 0,-2 3 0 0,-1-1 0 15,-1 1 0-15,-1 1 0 0,1 0 0 0,-1-2 0 16,0 1 0-16,0-3 0 0,2 2 0 0,1-1 0 16,0 0 0-16,0-3 0 0,4 0 0 0,1 1 0 15,3-3 0-15,1 1 0 0,2 0 0 0,2-3 0 16,0 1 0-16,4-1 0 0,1-2 0 0,3 0 0 16,1-2 0-16,2-1 0 0,1-1 0 0,1-1 0 15,0 0 0-15,2 1 0 0,0-3 0 0,-2 2 0 0,1-2 0 0,0 2 0 16,-2 0 0-16,-2 0 0 0,1 1 0 0,-1-1 0 15,-1 0-320-15,-1 1-64 0</inkml:trace>
  <inkml:trace contextRef="#ctx0" brushRef="#br0" timeOffset="10456.01">8664 5310 19343 0,'-1'-2'848'0,"1"0"192"16,0 1-832-16,-1 0-208 0,1 1 0 0,0 0 0 15,-1 0 1552-15,0 1 272 0,0 0 48 0,0 1 16 16,-1-1-96-16,0 2-32 0,-1 2 0 0,0 0 0 0,-1 2-544 0,1 0-128 16,-1 1 0-16,0 1-16 0,2 2-560 15,-2-2-128-15,1 2 0 0,1-2-16 0,2-9-160 0,0 0-16 16,0 0-16-16,0 0 0 0,13 44-176 0,-13-44 128 16,0 0-128-16,0 0 128 0,36 25-128 0,-36-25 128 15,0 0-128-15,36 16 128 0,-36-16-128 0,0 0 0 16,39 15 144-16,-39-15-144 0,0 0 176 0,34 16-48 15,-34-16 0-15,0 0 0 0,0 0-128 0,0 0 192 16,34 21-192-16,-33-17 192 16,0 0-192-16,-4 0 0 0,0 2 0 0,-5 0 0 0,0 0 0 0,-3 0 0 15,-1-1 0-15,-2 0 0 0,0-1 0 0,-3-1 0 16,-1 2 0-16,-1-3 0 0,3-1 0 0,-1 0 0 0,0-2 0 16,0 0 0-1,2-1-1616-15,2-3-304 0</inkml:trace>
  <inkml:trace contextRef="#ctx0" brushRef="#br0" timeOffset="10645">8622 5330 14735 0,'3'-5'640'0,"0"2"160"0,1 3-640 0,0-2-160 0,0-1 0 0,-1 3 0 16,1-2 2016-16,4-1 368 0,4 0 80 0,3-2 16 15,5 1-560-15,1-2-96 0,2-1-32 0,1 2 0 0,-3 0-1184 0,-2 0-240 16,0 3-48-16,-1 0-16 0,-3 0-304 0,0 2-224 15,-2-1 32-15,-1 2-13504 16</inkml:trace>
  <inkml:trace contextRef="#ctx0" brushRef="#br0" timeOffset="10897.73">9023 5381 11967 0,'0'1'528'0,"0"1"112"0,0-2-512 0,0 0-128 0,1 2 0 0,-1-2 0 31,1 0 1856-31,0 0 352 0,0 0 64 0,2 2 16 0,2-2-272 0,-1 0-48 0,2 0-16 0,1 0 0 16,0-2 0-16,2 2 0 0,1-2 0 0,0-1 0 15,0-1-544-15,1 3-128 16,1-2 0-16,-1 0-16 0,0 0-864 0,0 1-160 0,0 1-48 0,-2-1 0 15,0 2-192-15,1-2 0 0,-2 2 0 0,-1-2 0 16,1 2-176-16,-4 0 32 16,0 0 0-16,-2 0-17232 0</inkml:trace>
  <inkml:trace contextRef="#ctx0" brushRef="#br0" timeOffset="11359.23">9487 5241 5519 0,'0'-2'496'0,"0"2"-496"16,-1 0 0-16,0 0 0 0,1 0 1440 0,-1 1 192 16,-1 0 32-16,0 0 16 0,-2 1 512 0,-1 0 112 15,-2 5 0-15,1-2 16 0,-1 3-608 0,0 0-128 16,-1 4-32-16,1 0 0 0,1 2-176 0,-1 1-32 16,1 4-16-16,0-3 0 0,6-16-144 0,-7 34-32 15,7-34 0-15,0 0 0 0,5 42-160 0,-5-42-32 16,0 0-16-16,0 0 0 0,39 28-512 0,-39-28-112 15,30-2 0-15,-13-2-16 0,0-4-304 0,1-3 0 16,0-1 128-16,-1 0-128 0,-1-3 192 0,-1-1-32 16,-2 2 0-16,-2-3 0 0,-2 1-160 0,-4-1 128 15,-2-1-128-15,-5 3 128 0,-3 0-128 0,-5 1 0 0,-4 2 0 16,-3 3 0-16,-1 3 0 0,1 3 0 0,-2 0 0 0,0 3 0 16,1 3-256-16,2-1 64 0,4 2 0 0,1 1-11456 15,2 2-2304-15</inkml:trace>
  <inkml:trace contextRef="#ctx0" brushRef="#br0" timeOffset="11995.93">9961 5125 6447 0,'-1'0'576'0,"0"-2"-576"0,1 2 0 0,0 0 0 16,0 0 1024-16,0 0 112 0,-1-2 16 0,-1 1 0 0,0-1 688 0,0 1 144 0,0 0 16 0,1 1 16 15,0-2 64-15,1 2 16 16,1-1 0-16,1 2 0 15,1-1 16-15,2 0 0 0,0 0 0 0,2 2 0 0,2-2-592 0,2-2-112 16,2 1-32-16,3-1 0 16,-2 0-592-16,3 1-112 0,3-2-32 0,0 0 0 0,2 1-352 0,-1-1-80 15,-1 1-16-15,-1-1 0 16,-2 3-192-16,-2 0 0 0,0-2 128 0,-4 2-128 16,-1-2 0-16,-1 2 0 0,-3 2 0 0,-1-2 0 15,-2 0 0-15,-2 2 0 0,-2 0 0 0,-3 1 0 16,-1 2-1504-16,-2-2-192 0</inkml:trace>
  <inkml:trace contextRef="#ctx0" brushRef="#br0" timeOffset="12168.92">9982 5219 18431 0,'0'0'816'0,"1"0"160"0,1 0-784 0,-2 0-192 15,2 0 0-15,0 0 0 0,1 0 2496 0,2-1 464 16,4 1 96-16,4-3 16 0,4-1-400 0,4 1-80 15,2-1-16-15,1-2 0 0,2 2-1568 0,-1-1-320 16,-3 1-64-16,-1 1-16 0,-4 1-464 0,-1-1-144 0,-2 1 0 16,-3 2-18160-16</inkml:trace>
  <inkml:trace contextRef="#ctx0" brushRef="#br0" timeOffset="14382.76">10621 5082 11055 0,'3'-3'976'0,"0"0"-784"16,0 0-192-16,-2 0 0 0,0 1 1344 0,1 0 208 0,1-2 48 0,2-4 16 15,2 1 864-15,-2-2 160 0,-1 1 48 0,-1 4 0 16,-3-1-1088-16,-1 3-192 0,-2 4-64 0,-1 0 0 16,-2 3-448-16,-2 2-80 0,-1 2-32 15,-2 3 0-15,0 2-208 0,-1 4-64 0,-1 2 0 0,1 2 0 16,1-1-192-16,0 0-32 0,3 1-16 0,0-3 0 16,1 2-272-16,3-6 160 0,0-1-160 0,4-14 128 15,0 0-128-15,0 37 192 0,0-37-192 0,0 0 192 16,0 0-192-16,0 0 192 0,36 17-192 0,-24-22 192 15,3-3-192-15,0-2 0 0,1-2 144 0,0-2-144 16,-3 2 0-16,0 0 144 0,1-4-144 0,-2-1 0 16,-2 2 0-16,-2 1 0 0,-4 1 0 0,-1 2 0 15,-3 2 0-15,-3 0 0 0,-1 3 0 0,-3 0-144 16,-2 3 144-16,-2-1 0 0,-1 1-144 0,1 2 144 0,0 0 0 16,1-2-176-16,3 1 176 0,0-3-128 15,3 1-48-15,0-1 0 0,2 0 0 0,0-2 0 16,3 0-1168-16,1-1-256 0,2 2-32 0,1-1-13152 15</inkml:trace>
  <inkml:trace contextRef="#ctx0" brushRef="#br0" timeOffset="14568.74">10773 5196 14735 0,'2'0'1312'0,"0"0"-1056"15,-1 1-256-15,0 0 0 0,0 0 1424 0,-1 1 240 0,0-1 32 0,1 3 16 16,0 0 928-16,-1-4 192 0,0 0 48 0,0 0 0 16,0 0-1392-16,10 41-272 0,-10-41-48 0,0 0-16 15,0 0-912-15,0 0-240 0,0 0 0 0,0 0-15696 16</inkml:trace>
  <inkml:trace contextRef="#ctx0" brushRef="#br0" timeOffset="14954.69">11097 4933 13823 0,'0'1'1216'0,"-1"1"-960"15,0 1-256-15,0 0 0 0,1 0 1792 0,-3 2 320 16,0 2 64-16,-2 3 16 0,-2 6-576 0,-2 5-112 0,-1 3-32 0,-1 0 0 15,2 0-704-15,2-1-160 0,0-4-32 0,3 0 0 16,4-19 432-16,-3 29 80 0,3-29 0 0,0 0 16 16,0 0-144-16,0 0-16 0,19 42-16 0,-19-42 0 15,0 0-416-15,33 10-96 16,-22-12-16-16,3 1 0 0,3-4-80 0,2-1-32 0,-3-2 0 0,0 1 0 16,2-1-32-16,1-3-16 0,-2 0 0 0,0 1 0 15,1-2-96-15,-4 0-16 0,-1 0 0 0,-2 1 0 16,-4-1-128-16,-2-2 0 0,-3 2 0 0,-3 0 0 15,-3 1 0-15,-4 0 0 0,1-1 0 0,-3 4 0 16,-3 1 0-16,-1 1 0 0,-2 1 0 0,0 1 0 16,0 1 0-16,0 1 0 0,1 2 0 0,2 2 0 0,1 1 0 0,2-1-256 15,2 3 64-15,2 0-17504 16</inkml:trace>
  <inkml:trace contextRef="#ctx0" brushRef="#br0" timeOffset="15355.01">11492 4895 9215 0,'0'-2'816'0,"-1"2"-656"16,0 2-160-16,0-2 0 0,-1 0 1376 0,1 1 240 16,0 1 48-16,-1-2 16 0,-1 2 352 0,-1 0 64 15,-2 3 16-15,1 0 0 0,-1-3-176 0,0 3-16 16,1 0-16-16,-1 2 0 0,1 0-288 0,-1 0-48 16,1 2-16-16,-1 1 0 0,0 2-656 0,0 1-144 15,0 2-32-15,6-15 0 0,-12 34-272 0,12-34-48 16,-12 40-16-16,12-40 0 15,-7 35-192-15,7-35-64 16,0 0 0-16,4 41 0 0,-4-41-128 0,0 0 0 0,0 0 0 16,31 31 128-16,-31-31-128 0,0 0 0 0,43 12 0 15,-43-12 0-15,32 4 0 0,-13-4 0 0,0 0 0 0,2-2 0 16,-2 0 0-16,1 0 128 0,-2 1-128 16,2-4 128-16,-1 0-128 0,1 1 0 0,-2 1 144 0,-1-4-144 15,0 1 0-15,-4 0 0 0,-2 2 0 0,-2-1 0 16,-2 0-944-1,-2 1-96-15,-1 1-32 0,-3-2-15680 0</inkml:trace>
  <inkml:trace contextRef="#ctx0" brushRef="#br0" timeOffset="15528.07">11657 4928 2751 0,'-3'0'256'0,"1"0"-256"0,0 0 0 0,1 3 0 0,0-1 3552 0,0 3 672 15,0-1 128-15,-1 4 16 0,2-8-784 0,-10 33-144 16,2-6-48-16,-3 7 0 0,0 0-1360 0,0-3-288 15,-1 0-48-15,0 1-16 0,-2 0-880 0,2-2-176 16,1-4-48-16,2 0 0 0,2-2-432 0,7-24-144 16,-8 40 0-16,8-40-17232 0</inkml:trace>
  <inkml:trace contextRef="#ctx0" brushRef="#br0" timeOffset="16253.88">10675 5052 5519 0,'0'-3'496'0,"1"1"-496"15,0 2 0-15,0-2 0 16,-1 1 1088-16,0 1 128 0,1-2 32 0,0-2 0 0,0-1 544 0,-1 0 128 15,0 1 0-15,0 1 16 0,-2 1-128 0,0 1-16 16,0 1-16-16,0 1 0 0,-1 1-464 0,0 1-96 16,1 1 0-16,0-1-16 0,1 1-224 0,1 1-32 15,0-1-16-15,0 4 0 0,0-8-48 0,0 0-16 16,0 0 0-16,0 0 0 0,8 42-224 0,-8-42-32 0,0 0-16 0,0 0 0 16,0 0-304-16,18 38-64 0,-18-38-16 0,0 0 0 15,0 0-208-15,0 0 0 0,0 0 0 0,25 36-16448 16</inkml:trace>
  <inkml:trace contextRef="#ctx0" brushRef="#br0" timeOffset="18333.14">12300 5296 22111 0,'4'-2'1968'0,"-1"2"-1584"0,0 0-384 0,-3 0 0 16,0 0 1360-16,1 0 192 0,1 0 48 0,2 0 0 16,1 2 240-16,-2 0 48 15,-3-2 16-15,0 0 0 0,0 0-1248 0,0 0-240 0,2 40-48 0,-7-30-16 16,-4 2-352-16,-1-2 0 16,-1 2 0-16,-1 0 0 0,1-1-640 0,0-2-128 0</inkml:trace>
  <inkml:trace contextRef="#ctx0" brushRef="#br0" timeOffset="20333.95">13243 5064 9215 0,'0'-3'816'0,"0"-1"-656"15,1 3-160-15,-1 1 0 0,0 0 1008 0,0-2 160 16,0 1 48-16,0-2 0 0,0 0 288 0,-1 0 64 16,1 1 16-16,-2 1 0 0,-1 2-480 0,-1 1-80 15,0 1-32-15,0 0 0 0,-1 3-176 0,-1 0-48 0,-1 2 0 0,0 0 0 16,-1 1-192-16,1 3-64 0,-1 0 0 0,0 0 0 15,1 0 16-15,0 2 0 0,1 0 0 0,-1 1 0 16,3 1-48-16,-1-2-16 16,5-14 0-16,-5 28 0 0,5-28 96 0,0 0 16 0,1 43 0 0,-1-43 0 15,0 0-256-15,0 0-32 0,23 41-16 0,-23-41 0 16,0 0-128-16,34 7-16 0,-20-9-128 0,1-1 192 16,1-6 192-16,3-1 16 0,0-2 16 0,1-4 0 15,-2 1-112-15,-1-1-32 0,-1-3 0 0,-2 4 0 16,-2-1-272-16,-4 2 0 0,-1 0 0 0,-5 0 0 0,-2 2 0 15,-3 2 0-15,-5 0 0 0,-2 1 0 0,-3 0 0 0,-2-1 0 16,0 3 0-16,-1 2 0 0,1 1 0 0,0 1 0 16,0 0 0-16,2 3 0 0,1 1 0 15,1 1 0-15,3 1 0 0,-1 1 0 0,4 1 0 16,0 0 0-16,2-1 0 0,2 1 0 0,2 1 0 0,2-2-192 16,0 3 16-16,1-3-10688 15,-4-4-2128-15</inkml:trace>
  <inkml:trace contextRef="#ctx0" brushRef="#br0" timeOffset="20809">13788 5021 7359 0,'7'-6'656'0,"-2"2"-528"0,0 0-128 0,-2 1 0 15,-1 3 1680-15,-3 0 304 0,2-1 64 0,1 0 16 16,1-3 208-16,0-1 32 0,0 2 16 0,-1-1 0 16,-1 1-528-16,-1 0-128 15,-1 1 0-15,0 2-16 0,-3 0-368 0,1 0-80 0,-3 2-16 0,1 1 0 0,-3 2-352 0,-1-3-80 16,0 5-16-16,-2-2 0 0,-2 2-352 0,0 0-64 16,-1 1 0-16,-4 3-16 0,1-1-96 0,-2 1-16 15,-2 1 0-15,-2 2 0 0,0-1-192 0,0 0 128 16,2-3-128-16,2 0 0 15,3-4 0-15,3 2 0 16,3-4 0-16,2 1 0 0,1-2 0 0,4-1 0 0,0 0 0 0,1-2 0 0,2 0 0 0,2 0 0 16,1-2 0-1,0 2 0-15,2 0 160 0,0 0-160 0,0-2 160 0,2 2-160 16,-1 0 384-16,2 2-32 0,0 0 0 0,0 1 0 16,1-1-176-16,-1 1-48 0,-2 0 0 0,-6-3 0 15,0 0-128-15,31 13 128 0,-31-13-128 16,27 7 128-16,-27-7-128 0,27 5 0 0,-11-3 0 0,0-2 0 15,2 0 0-15,-1 0 0 0,1-1 0 0,-2 0 0 16,-1-1 0-16,-1 2 0 0,-1 0 0 0,-2 2 0 16,-2-2 0-16,-2 2 0 0,-1 0-160 0,-1 2 160 15,-3 1-752-15,0-2-48 0,-2 3-16 0,-1-2 0 16,-1 3-1616-16,-1-2-320 0</inkml:trace>
  <inkml:trace contextRef="#ctx0" brushRef="#br0" timeOffset="21134.46">13490 5324 911 0,'-4'-2'0'0,"0"0"0"16,1-1 0-16,0 1 0 0,2 2 1568 0,0-2 224 15,0 1 64-15,0 1 0 0,-2-2 736 0,0 0 160 16,-1-2 16-16,1 1 16 0,0 2-384 0,1-1-80 15,1 1-16-15,2 0 0 0,0 1-336 0,2-2-80 16,0 2-16-16,2 2 0 0,0-2-336 0,2 0-64 16,2 1 0-16,3-1-16 0,0 1-656 0,2-1-128 0,4 2-32 0,4-2 0 15,1 0-320-15,2 0-80 0,-1 0-16 0,-1 0 0 16,1 1-224-16,-2 1 176 0,0-1-176 0,-1 1 160 16,-21-2-160-16,42 4 0 0,-42-4 0 0,38 7 0 15,-38-7 0-15,36 5 0 0,-36-5 0 0,31 4 0 16,-31-4 0-16,26 3-176 0,-15-3 176 0,-11 0-18320 15</inkml:trace>
  <inkml:trace contextRef="#ctx0" brushRef="#br0" timeOffset="22541.16">14099 5199 7359 0,'-2'0'656'0,"-1"0"-528"0,1 0-128 0,1 0 0 16,1 0 1216-16,0-1 224 0,-1 1 32 0,1-1 16 0,-1 0 752 0,-1-1 160 0,1 0 32 16,1-3 0-1,1 0-384-15,-1 1-64 0,2-1 0 0,0 0-16 0,2-2-800 0,0 2-144 16,1-4-48-16,1 2 0 0,1-1-368 0,1 1-80 0,1-2-16 15,-1 1 0-15,1 0-320 0,1 0-64 16,0 3 0-16,-1-2-128 0,0 3 0 0,1 1 0 0,-3-2 0 0,1 4 0 16,-2 0 0-16,1 1 0 15,-2 0 0-15,1 2 0 0,-1 0 0 0,-5-2 160 0,0 0-160 0,0 0 128 16,0 0 192-16,29 36 16 0,-29-36 16 0,0 0 0 0,0 0 80 0,30 50 16 16,-30-50 0-16,0 0 0 0,28 38-64 0,-28-38-16 31,0 0 0-31,33 33 0 0,-33-33-192 0,0 0-48 15,32 21 0-15,-32-21 0 0,0 0-128 0,33 10 0 16,-22-8 0-16,0-4 0 0,-2 2 0 0,1-2 0 16,-1-1 0-16,-1-2 0 0,1 1 0 0,-2-1-256 15,0-1 48-15,0 0-11296 16,-1-1-2256-16</inkml:trace>
  <inkml:trace contextRef="#ctx0" brushRef="#br0" timeOffset="22730.79">14511 4997 9215 0,'-5'-2'816'0,"0"2"-656"0,2 0-160 0,1 2 0 16,1 1 1744-16,-2-1 320 0,-4 0 64 0,-4 3 16 16,-3 4 608-16,-4 4 128 0,-2 3 32 0,0 1 0 15,-1 1-1056-15,2 0-224 0,-2 0-32 0,-1 1-16 16,1 0-544-16,0-2-96 0,0 2-32 0,2-3 0 0,2-2-384 0,2 0-80 16,3-2 0-16,1-2-16 0,3-2-432 0,0-2 0 15,3 1 0-15,1-3-16832 16</inkml:trace>
  <inkml:trace contextRef="#ctx0" brushRef="#br0" timeOffset="23209.8">14939 4957 11055 0,'4'-3'480'0,"0"1"112"0,0 1-464 0,-3 0-128 0,0-1 0 0,-1 2 0 16,1 0 1312-16,0-1 240 15,1 0 48-15,1 0 16 0,-1 1-32 0,-1 0-16 0,-1 0 0 0,-3 0 0 16,-1 2 16-16,-1 1 0 0,-3 1 0 0,-1 1 0 0,-2 0-432 0,-2 2-96 15,-1-1-16-15,-2 2 0 0,1-1-448 0,-3 1-80 16,-1-1-32-16,1 2 0 0,1-1-304 0,1 1-176 16,2-2 192-16,0 0-192 15,2-2 0-15,1 0 0 0,2 2 0 0,1-3 0 0,1 1 128 16,1 0-128-16,-1-3 0 0,3 3 0 0,-1-2 128 0,1 1-128 0,2-2 144 0,0 1-144 16,1 0 368-16,1 1-32 0,0-2 0 0,2 0 0 15,-1-1 48-15,3 1 0 0,1 0 0 0,1-2 0 31,2 1-16-31,1 1 0 0,1-2 0 0,1 1 0 0,1 0-48 0,1 1 0 0,1-2 0 16,-14 0 0-16,30 5 0 0,-30-5 0 0,29 5 0 0,-29-5 0 16,28 7-176-16,-28-7-144 0,0 0 192 0,32 10-192 15,-32-10 128-15,0 0-128 16,0 0 0-16,32 11 0 0,-32-11 0 0,0 0 0 0,0 0 0 16,0 0 0-16,20 5-144 0,-19-7-96 0,0 2-16 0,-3-2-17712 15</inkml:trace>
  <inkml:trace contextRef="#ctx0" brushRef="#br0" timeOffset="23510.19">14692 5215 10127 0,'-3'-2'448'0,"1"0"96"0,1 1-544 0,0 1 0 15,0 0 0-15,1 0 0 0,0 0 2048 0,0 0 320 16,-1 0 48-16,1 0 16 0,0 0 192 0,1 1 64 0,0 1 0 0,1 0 0 15,2 1-576-15,2-2-96 0,-6-1-32 0,0 0 0 32,0 0-608-32,36 14-128 0,-36-14-32 0,0 0 0 0,37 9-704 0,-37-9-128 15,37 4-48-15,-17-2 0 0,-20-2-192 0,36 5-144 16,-36-5 192-16,32 1-192 16,-32-1 0-16,32 2 0 0,-16 0 0 0,0-2 0 15,-16 0 0-15,24 2 0 0,-24-2 0 0,0 0 0 16,26 5-192-16,-21-2-112 0,-1-3-16 0,-3 2-17840 15</inkml:trace>
  <inkml:trace contextRef="#ctx0" brushRef="#br0" timeOffset="24404.3">15146 5070 11967 0,'-3'-2'1072'16,"0"2"-864"-16,2 0-208 0,0 0 0 15,0 0 1344-15,-1 0 208 0,0 0 48 0,-3 0 16 16,-1 0 560-16,1 0 128 0,-1 2 0 0,3-2 16 15,2 0-336-15,0 0-80 0,2 0-16 0,0 0 0 0,2 0-608 0,2-2-112 16,1 1-16-16,1 0-16 0,2-3-416 0,0 1-80 16,3-2 0-16,0 3-16 0,0-1-208 0,-1 1-32 15,0-1-16-15,1 3 0 0,0 0-160 0,1 0-16 16,-13 0-16-16,25 5 0 0,-25-5-176 0,0 0 160 16,0 0-160-16,34 19 160 0,-34-19-160 0,0 0 0 15,0 0 0-15,0 0 0 0,0 0 0 0,12 45 0 16,-12-45 0-16,-10 17 0 0,3-9 0 0,-1 0 0 0,0 0 0 15,-2-1 0-15,0 2 0 0,-2-2 0 0,-1 1 0 0,0 1 0 16,-1-2 0-16,0 2 0 0,2-1 0 0,0-3 0 16,2 2 0-16,0-1 0 0,3-1 0 0,-1 0 0 15,4 0 0-15,0 0 0 0,1-1 0 0,2-1 0 16,1 2 0-16,1-3 0 16,-1-2 0-16,0 0 0 0,0 0 0 0,0 0 0 0,29 7 0 0,-19-10 0 15,4 1 0-15,3-4 0 0,0 0 0 0,0 2 0 16,2-4 0-16,-2 1 0 0,1 0 0 15,-2 3 0-15,-1-1 0 0,-1 0 0 0,-1 1 0 0,-1 1 0 16,-1 0 0-16,-2 1-224 0,-1 1 80 0,0 0-18160 16</inkml:trace>
  <inkml:trace contextRef="#ctx0" brushRef="#br0" timeOffset="24793">15648 4945 15663 0,'-1'0'688'0,"-1"0"144"0,2 0-656 0,-2 1-176 16,0 1 0-16,0 0 0 0,-1 0 1280 0,-1 3 240 15,-1 0 32-15,-3 4 16 0,-3 3 96 16,0 2 0-16,0 0 16 0,1 1 0 0,10-15-80 0,-17 31-32 16,17-31 0-16,-10 28 0 0,10-28-224 0,0 0-32 0,0 0-16 0,3 43 0 15,-3-43-624-15,0 0-128 16,0 0-32-16,28 26 0 0,-28-26-240 0,0 0-48 15,35 16-16-15,-35-16 0 0,27 12-48 0,-27-12-16 0,30 14 0 16,-30-14 0-16,29 14-144 0,-29-14 128 16,28 12-128-16,-28-12 128 15,0 0-128-15,35 22 0 0,-35-22 0 0,0 0 128 16,0 0-128-16,0 0 0 0,25 28 0 0,-25-28 128 0,0 0-128 0,0 0 0 16,-15 25 0-16,4-19 0 0,-1 1 0 0,-3 1 0 15,-3 0 0-15,-3 2 0 0,-2 0 0 0,-2-1 0 16,-2-2 0-16,-1 3 0 0,-1-3 0 0,-1 0 0 15,2-2 0-15,2 0 0 0,3-1 0 0,1-2 0 16,1-2 0-16,1-2 0 16,3 0-1072-16,4-3-144 0,3-2-16 0,4-3-15792 0</inkml:trace>
  <inkml:trace contextRef="#ctx0" brushRef="#br0" timeOffset="24958.43">15582 4997 20271 0,'5'-2'1792'0,"1"2"-1424"0,-6 0-368 0,0 0 0 16,0 0 1872-16,18 0 304 0,-8-2 64 0,5 1 16 16,9-2-656-16,6-1-144 0,5-1-32 0,1-1 0 15,0-1-1168-15,-2 2-256 0,-1-2 0 0,-2 3-14880 16</inkml:trace>
  <inkml:trace contextRef="#ctx0" brushRef="#br0" timeOffset="27330.61">9901 6413 12895 0,'2'-1'1152'0,"0"-1"-928"16,-1 2-224-16,-1-1 0 0,1 0 1536 0,-1 1 256 15,1-4 48-15,1 1 16 0,2-3 336 0,0-2 80 16,-1 3 16-16,-1-3 0 0,-1 4-384 0,0 0-80 16,-2 1-16-16,0 1 0 0,-1 2-544 0,-1 2-112 15,-1 0-32-15,-2 1 0 0,-1 1-560 0,-1 1-112 0,0 1-32 0,1 0 0 16,0-1-160-16,0 2-48 0,-1 1 0 0,0 0 0 15,2 2-208-15,0 0 176 16,1 1-176-16,5-11 160 0,-6 25-160 0,6-25 0 0,0 0 0 0,5 38 0 16,-5-38 144-16,0 0-144 0,21 37 160 0,-21-37-160 15,0 0 160-15,37 30-160 0,-37-30 160 0,30 17-160 16,-30-17 0-16,33 9 128 0,-33-9-128 0,35 0 0 16,-16-4 0-16,0-3 0 0,2-2 0 0,-2-1 0 15,2-4 0-15,-1-2 0 0,1 1 0 0,-3-2 0 16,-1-1 0-16,-2 0 0 0,-1 0 0 0,-2-2 0 0,-3 4 0 15,-4 0 0-15,-4 1 0 0,-4-2 0 0,-5 3 0 0,-5 0 0 16,-4 2 0-16,-6 1 0 0,1 4 0 0,-4-1 0 16,-1 6 0-16,-2 2 0 0,2 2 0 0,1 1 0 15,1 5 0-15,2-2 0 0,6 1-240 16,2-2 64-16,3 2 16 0,3 0-12016 16,1 0-2416-16</inkml:trace>
  <inkml:trace contextRef="#ctx0" brushRef="#br0" timeOffset="27883.94">12243 6638 21183 0,'0'0'1888'0,"0"0"-1504"16,0 0-384-16,0 0 0 0,0 0 576 0,0 0 64 16,0 0 0-16,-4 30 0 0,4-30 64 0,0 0 32 15,-9 36 0-15,9-36 0 0,0 0-736 0,-10 29-160 16,10-29-32-16,0 0-11232 0</inkml:trace>
  <inkml:trace contextRef="#ctx0" brushRef="#br0" timeOffset="28687.8">13364 6202 7359 0,'3'-5'656'0,"-1"0"-528"0,0 3-128 0,-2 0 0 16,1 1 1120-16,0 0 192 0,0 0 32 0,0-2 16 16,1 1 592-16,-1-2 112 0,0 1 32 0,-2-2 0 15,0 3-464-15,-2 0-96 0,0 2 0 0,-2 1-16 16,0 2-240-16,0 0-64 0,-1 2 0 0,1 1 0 15,-2 3-64-15,7-9-32 0,-12 23 0 0,6-9 0 16,6-14-432-16,-13 30-96 0,13-30-16 0,-9 31 0 0,9-31-272 16,-7 30-64-16,7-30-16 0,-5 29 0 15,5-29 0-15,0 0 0 0,0 0 0 0,13 41 0 0,-13-41-224 0,0 0 176 16,0 0-176-16,39 7 160 0,-26-9-160 0,2-5 0 16,2-2 0-16,0-3 0 0,2-1 128 0,-2-1-128 15,0-3 128-15,-3 2-128 0,-1 1 0 0,-4-1 0 16,-2 1-224-16,-4 2 80 0,-3 2-80 0,-2-2-16 15,-6 2 0-15,-3 2 0 0,0 2 240 0,-4 0 0 16,-2 3 0-16,-4 0-144 0,2 1-48 0,0 2-16 0,2 2 0 16,3-1 0-16,1 3 32 0,3-1 16 15,4 1 0-15,1-2 0 0,5-2-688 16,0 0-144-16,0 0-32 0,0 0-13584 0</inkml:trace>
  <inkml:trace contextRef="#ctx0" brushRef="#br0" timeOffset="28940.13">13775 6050 22111 0,'0'-4'1968'0,"1"1"-1584"15,0 3-384-15,-1 0 0 0,0 0 688 0,-1 0 48 16,1 0 16-16,-1 0 0 0,0 0 272 0,-1 0 64 16,-3 5 16-16,1 1 0 0,4-6-192 0,-10 20-32 15,10-20-16-15,-11 28 0 0,11-28 160 0,-10 41 16 16,10-41 16-16,-9 52 0 0,9-52-352 0,-7 51-80 15,7-51-16-15,-9 46 0 0,9-46-240 0,-4 38-48 16,4-38-16-16,0 0 0 0,0 36-304 0,0-36 0 0,0 0 0 16,0 0 0-1,0 0-352-15,0 0-128 0,0 0-32 0,0 0 0 16,0 0-1472-16,28 4-320 0,-23-13-48 0,-1 1-11792 0</inkml:trace>
  <inkml:trace contextRef="#ctx0" brushRef="#br0" timeOffset="29119.71">13556 6246 11967 0,'-5'0'528'0,"3"0"112"0,0 1-512 0,2-1-128 16,1 0 0-16,1 0 0 16,-1 2 2432-16,-1-2 448 15,0 0 80-15,26 3 32 0,-26-3 0 0,39 0 0 16,-16-3 0-16,2 1 0 0,1-1-1520 0,0-3-288 16,3 0-64-16,-2-1-16 0,-1 0-736 0,-3 3-160 0,-2-4-16 0,-2 4-16 31,-1-4-656-31,-1 1-128 0,1 0-32 0,0-2 0 15,-2 2-2304-15,0-3-448 0</inkml:trace>
  <inkml:trace contextRef="#ctx0" brushRef="#br0" timeOffset="29529.77">14016 5958 11055 0,'-4'-10'480'0,"2"5"112"0,1 0-464 0,-1 1-128 0,1 2 0 0,0 1 0 16,0 1 1824-16,-1-2 352 0,-2 2 64 0,0 2 0 15,-1 1 192-15,0 4 16 0,0 2 16 0,5-9 0 16,-10 29-608-16,10-29-128 0,-11 37-32 0,11-37 0 0,-12 48-672 0,6-19-144 15,-1 1-32-15,0 0 0 0,1 0-240 0,2-4-48 16,4-26-16-16,-6 45 0 0,6-45-240 0,1 31-48 16,-1-31-16-16,0 0 0 0,0 0-240 0,13 35 0 15,-13-35 0-15,0 0 0 0,0 0 0 0,0 0 0 16,28-2 0-16,-21-3 0 0,1-2-320 0,0-3 0 16,1 3 0-16,1-4 0 15,-1 1-656-15,-1-2-144 0,0 3-32 0,-1 0 0 16,0 3 448-16,-2 0 96 0,1 1 16 0,-6 5 0 0,0 0 464 0,0 0 128 15,0 0 0-15,0 0 0 0,0 0 176 0,0 0 96 16,28 25 32-16,-28-25 0 0,0 0 528 0,0 0 96 16,0 0 32-16,15 39 0 0,-15-39-352 0,0 0-64 0,0 0-16 0,0 0 0 15,0 0-288-15,29 31-64 0,-29-31-16 0,0 0 0 16,24-3-160-16,-14 0 0 0,1 0 0 0,1-2 0 16,0 0-144-16,1 0-64 0,0 0-16 0,0-1 0 31,0 0-928-31,-1 1-176 0,0-1-32 0,-1 0-16 0,-1 3-240 0,-1 0-48 15,-1-2-16-15,-2 2 0 0,-6 3-368 0,9-4-80 16,-7 1-16-16,-3 1-8000 0</inkml:trace>
  <inkml:trace contextRef="#ctx0" brushRef="#br0" timeOffset="29882.62">14237 6200 13823 0,'0'0'608'0,"0"0"128"0,0 0-592 0,0 0-144 16,0 0 0-16,0 0 0 0,0 0 2432 0,0 0 448 15,1 32 80-15,-1-32 32 0,0 0-416 16,0 0-80-16,0 0 0 0,35 23-16 0,-35-23-912 0,24-1-176 16,-24 1-48-16,28-7 0 0,-13 2-656 0,-1 0-144 15,-1-3-32-15,0 0 0 0,0 1-384 0,-1-1-128 16,-3 1 0-16,-2 0 0 0,0 0 0 0,-4 2 0 0,0-2 0 0,-3 2 0 16,-1 1 0-16,-1-1-144 0,-4 0 144 0,-1 3-128 31,-2-2-608-31,-1 1-112 0,-1 2-32 0,-1 0 0 15,1 3-128-15,-1 0-16 0,0 1-16 0,0 0 0 0,1 0 528 0,2 2 96 0,2-1 32 0,0 0 0 16,3 3 384-16,-1-3 0 0,5-4 0 0,-8 14 0 16,8-14 336-16,0 0 112 0,-4 24 0 0,4-24 16 15,0 0 240-15,0 0 32 0,7 36 16 0,-7-36 0 16,0 0-144-16,0 0-32 0,32 28 0 0,-32-28 0 16,0 0-224-16,41 12-48 0,-41-12-16 0,30 3 0 0,-30-3-288 0,30-3 0 15,-30 3 0-15,33-7 0 16,-17 1-1760-16,-1-2-304 0</inkml:trace>
  <inkml:trace contextRef="#ctx0" brushRef="#br0" timeOffset="30194.96">14548 6159 11967 0,'-1'0'1072'0,"1"0"-864"0,0 0-208 0,0 0 0 0,0 0 1504 16,0 0 256-16,0 0 48 0,0 0 16 0,0 0-176 0,0 0-48 0,0 0 0 0,0 0 0 15,25-2-608-15,-25 2-128 16,0 0-32-16,0 0 0 0,26 2 1088 0,-26-2 192 16,0 0 64-16,0 0 0 0,0 0-2048 0,32 29-384 15,-32-29-96-15,0 0-16 0,0 0 368 0,14 44 0 16,-14-44 0-16,0 0 0 0,1 34 0 0,-1-34 0 0,0 0 0 0,-7 27 0 16,7-27 0-16,0 0 0 0,-9 18 0 15,6-15 128-15,0-1 256 0,2 0 64 0,-2-4 0 0,2-1 0 0,0-2 352 16,1 1 80-16,1-4 16 0,1 1 0 15,1-2-352-15,1-3-64 0,2 2-16 0,1-2 0 0,2-2-288 0,1 0-176 16,0 0 192-16,1 0-192 0,0 0 0 0,0 0 0 16,0 2 0-16,0 2 0 15,-1 0-784-15,0 1-176 0,1 2-16 0,-1 0-16160 16</inkml:trace>
  <inkml:trace contextRef="#ctx0" brushRef="#br0" timeOffset="30652.28">14858 6083 4607 0,'2'-3'400'0,"-1"1"-400"0,1 1 0 0,-1 0 0 16,0 1 1984-16,-1-2 320 0,1 2 64 0,-1 0 16 15,0 0 288-15,0 0 48 0,0 0 16 0,0 0 0 16,0 0-848-16,0 0-160 16,0 0-48-16,0 0 0 0,1 41-160 0,-1-41-48 0,-6 27 0 0,6-27 0 15,-6 34-512-15,6-34-96 0,-2 30-32 0,2-30 0 16,0 0-240-16,3 37-48 0,-3-37-16 0,0 0 0 31,0 0-336-31,0 0-192 0,0 0 192 0,28 25-192 16,-28-25 128-16,0 0-128 0,18-9 0 0,-11 4 0 15,2-5 0-15,1 3 128 0,0-5-128 0,-1 1 0 16,1-1 0-16,1 0 0 0,-1 0 0 0,-2 0 0 0,-1 2 0 0,1-2 0 16,-2 1 0-16,0 2-144 15,-1 1 144-15,-2 4 0 0,0-1 0 0,-1 2 0 0,-2 3 0 0,0 0 0 16,0 0 0-16,0 0 0 0,0 0 0 0,0 0 0 15,-6 27 0-15,6-27 0 0,0 0 0 0,-5 30 144 16,5-30-144-16,0 0 160 0,0 33-16 0,0-33 0 16,0 0 0-16,0 0 0 0,13 36-144 0,-13-36 0 15,0 0 144-15,0 0-144 0,28 22 0 0,-28-22 0 16,0 0 0-16,27 2 128 0,-19-7-128 0,1 2 0 16,-1-3 128-16,2-2-128 0,-2-1 128 0,0 0-128 0,0-1 160 15,-2-2-160-15,0 2 0 0,0 1 128 0,-2-3-128 0,0 1 0 16,0-1 0-16,-1 0 0 0,0 2 0 0,0-4 0 15,1 1 0-15,-2-2-160 0,1 0 160 0,1-1-192 32,0 1-944-32,0 0-192 0,1 0-32 0,0 1-15392 0</inkml:trace>
  <inkml:trace contextRef="#ctx0" brushRef="#br0" timeOffset="30817.28">15262 5952 1839 0,'0'0'160'0,"0"0"-160"0,0 0 0 0,0 0 0 16,0 0 2736-16,0 0 512 0,0 0 96 0,0 0 32 15,0 0 224-15,0 0 48 0,0 0 16 0,0 0 0 0,0 0-1600 0,16 35-320 16,-16-35-64-16,0 0-16 16,0 0-1152-16,0 0-224 0,29 3-48 0,-29-3-16 15,0 0-1376-15,0 0-288 0</inkml:trace>
  <inkml:trace contextRef="#ctx0" brushRef="#br0" timeOffset="30987.66">15299 6054 11167 0,'0'0'240'0,"0"0"48"0,0 0 16 0,0 0 16 0,0 0-320 0,0 0 0 16,0 0 0-16,0 0 0 0,-10 26 2976 0,10-26 528 16,0 0 96-16,-6 34 32 0,6-34-1008 0,0 0-208 0,-9 40-48 15,9-40 0-15,0 0-464 0,-5 36-112 16,5-36 0-16,0 0-16 0,0 0-1200 0,0 0-224 0,0 0-48 16,9 33-16-16,-9-33-544 0,0 0-128 0,16-7 0 0,-10 0-11296 15,3 0-2256-15</inkml:trace>
  <inkml:trace contextRef="#ctx0" brushRef="#br0" timeOffset="31334.99">15505 5991 11055 0,'5'-3'480'0,"-3"1"112"0,0 2-464 0,0-2-128 0,-1 2 0 0,-1 0 0 0,0 0 2032 0,0 0 384 15,0 2 80-15,-2-2 0 0,0 2-320 0,-2 0-80 16,-1 1-16-16,-1 2 0 0,0-1-160 0,-2 1-16 0,2 0-16 0,-3-1 0 15,2 2-672-15,0-2-144 16,1 1-32-16,0 2 0 0,2-5-656 0,4-2-128 0,-9 12-16 0,9-12-16 16,0 0-32-16,0 0 0 0,0 0 0 0,0 0 0 15,0 0 32-15,0 0 0 16,15 37 0-16,-15-37 0 0,0 0-80 0,0 0-16 16,0 0 0-16,31 25 0 0,-31-25-128 0,0 0 0 0,0 0 0 0,0 0 0 15,24 29 0-15,-24-29 0 16,0 0 0-16,0 0 0 0,0 0 0 0,0 0 0 0,0 0 0 0,-3 33 0 15,3-33 0-15,-8 6 0 0,8-6 128 0,-10 6-128 16,5-3 0-16,-2 0 0 0,0 0 0 0,0-1 0 16,-3 3 0-16,1-3 0 0,0 3 0 0,0 0 0 0,2-3 0 0,0 3 0 15,0-2 0-15,1-1 0 16,6-2-384-16,-5 2-64 0,5-2-16 0,-2 0 0 16,2 0-2160-16,5-5-448 0</inkml:trace>
  <inkml:trace contextRef="#ctx0" brushRef="#br0" timeOffset="31666.77">15559 6107 8287 0,'0'0'736'0,"0"0"-592"15,0 0-144-15,0 0 0 16,0 0 2672-16,0 0 496 0,0 0 96 0,0 0 32 16,0 0-352-16,35 19-80 0,-35-19-16 0,25 2 0 0,-25-2-1376 0,27-2-288 15,-12-1-48-15,-1-1-16 16,0-1-256-16,0 0-48 0,-2-2-16 0,0 0 0 0,-2 0-352 0,0 0-80 15,-2 0-16-15,-3-1 0 0,1 1-64 0,-3 0-16 0,-1-2 0 0,-2 2 0 32,0-1-112-32,-3 2-32 0,-1 0 0 0,-2 0 0 15,-1 1-128-15,-1 2 128 0,-1 1-128 0,-1 1 128 16,0 2-128-16,-1 4 160 0,2 0-160 0,-2-1 160 0,2 4-160 0,0 1 128 16,9-9-128-16,-18 20 128 0,18-20 0 15,-17 27-128-15,17-27 192 0,-18 34-64 0,18-34 64 0,-15 38 0 16,15-38 0-16,-4 33 0 0,4-33-32 0,0 0 0 15,14 40 0-15,-14-40 0 0,0 0-160 0,32 24 0 16,-32-24 0-16,29 7 0 0,-29-7 0 0,36 2-144 16,-14-2 144-16,2-2-18864 15</inkml:trace>
  <inkml:trace contextRef="#ctx0" brushRef="#br0" timeOffset="32450.29">7654 6534 1839 0,'-2'-3'160'0,"1"-1"-160"0,0 3 0 0,0-1 0 31,1 1 1600-31,-1 0 304 0,1 1 48 0,-1-3 16 0,1 1-384 0,0-3-80 16,-1 3-16-16,0-3 0 0,1 3 176 0,0-1 16 0,1 1 16 0,0 2 0 16,1-2 448-16,1 2 96 15,1-2 0-15,0 2 16 0,-4 0-256 0,0 0-48 16,0 0-16-16,0 0 0 0,0 0-784 0,0 0-144 15,0 0-48-15,0 0 0 0,39 16-464 0,-39-16-112 0,0 0 0 0,0 0-16 16,44 14-368-16,-44-14 144 0,0 0-144 0,45 16 0 16,-45-16 0-16,0 0 0 0,46 18 0 0,-46-18 0 0,0 0 0 0,33 20 0 31</inkml:trace>
  <inkml:trace contextRef="#ctx0" brushRef="#br0" timeOffset="41179.94">5530 7620 7359 0,'-1'2'656'0,"0"-2"-528"0,0 0-128 0,0 0 0 0,1 0 768 16,0 1 128-16,-1 0 32 0,-1 1 0 0,0 1 336 0,-1-1 64 16,0 1 16-16,1-1 0 0,0 1 208 15,1 1 48-15,0-1 16 0,0 0 0 16,2 0 32-16,1 1 0 0,1 0 0 0,2-2 0 0,2 1-384 0,0-1-80 15,2 0-16-15,3-2 0 0,1 0-448 0,2-2-80 16,1-1-32-16,1-1 0 16,1 0-96-16,1-2 0 0,1 2-16 0,-1-4 0 0,-1 2-192 0,-1 0-48 15,0-2 0-15,-1 1 0 0,-1-1-128 0,-1 2-128 0,-1 0 144 16,-2 0-144-16,-2 1 0 0,-1 0 0 0,-1 2 0 0,-1-1 0 16,-3 3 0-16,-1 1-128 0,0 0 128 0,-2 0-160 31,-1 1-1248-31,-1 1-240 0,0 2-48 0,-3-1-16 15,0 2-976-15,0-1-208 0,-1-1-48 0,0 1 0 16,0-1 528-16,0-1 112 0,0 0 0 0,0-2 16 0,-1 1 1104 0,2-1 224 0,-1-1 32 16,1 1 16-16,2-2 912 0,-1 0 176 0,0 0 32 0,1 1 16 15,2-1 1040-15,-2 2 208 0,1 0 32 0,-1 0 16 16,2 2 144-16,-2-2 16 0,2 4 16 0,-1-1 0 16,-2 3-224-16,0 1-64 0,0 2 0 0,-2 1 0 15,0 2-224-15,-2 2-48 0,0 2-16 0,-1 3 0 16,0-2-496-16,-1 1-112 0,0-1 0 0,0-2-16 15,0 1-224-15,-1 0-32 0,0 2-16 0,1 0 0 16,2-2 96-16,-1 1 32 0,2 0 0 0,0 0 0 0,4-1 96 0,0-1 32 16,3-15 0-16,0 0 0 0,4 37-224 0,-4-37-64 15,0 0 0-15,0 0 0 0,0 0-192 0,45 30 0 16,-45-30 0-16,29 1 0 0,-11-2 128 0,1-3-128 16,0-1 0-16,1 1 144 0,-1-3-144 0,0 2 192 0,-1-2-192 0,0 0 192 15,0-1-192-15,-2-1 0 0,0 2 144 0,0-2-144 16,-2 2 0-16,-1-1 0 15,-2 1 0-15,-2-1 0 0,-1 2-464 0,-2 1-16 0,-1-1 0 16,-3 1 0 0,-2 2-1200-16,0 1-240 0,-5-1-64 0,-1-1-7072 0,1 3-1424 0</inkml:trace>
  <inkml:trace contextRef="#ctx0" brushRef="#br0" timeOffset="41354.41">5612 7859 4607 0,'-9'0'192'0,"2"0"64"0,2 0-256 0,2 0 0 0,2 0 0 0,1 0 0 15,0 0 1792-15,0 0 304 0,-1-2 64 0,1 1 16 0,2-1 160 0,2 1 32 16,2-2 16-16,3 0 0 0,1 0-256 0,3 0-48 16,2 0-16-16,3-2 0 15,1 0-784-15,2 1-144 16,1-2-48-16,0 2 0 0,0-3-592 0,0 2-128 16,-1 0-32-16,0 0 0 0,-2 2-336 0,0 0 0 15,-2 0 0-15,0 1 0 16,-1 1-368-16,-2-1-144 0,-1 4-16 0,-1-2-13856 0</inkml:trace>
  <inkml:trace contextRef="#ctx0" brushRef="#br0" timeOffset="41735.37">6291 7601 8287 0,'1'-3'368'0,"-1"1"80"0,1-1-448 0,-1 1 0 16,0 2 0-16,-1 0 0 0,1-2 1472 0,-1 1 224 15,-1 1 32-15,0-2 16 0,-1 0 176 0,-1 2 16 16,0 0 16-16,0 0 0 0,-1 1-432 0,0 0-96 15,-2 4-16-15,1 0 0 0,-2-1-128 0,1 2-48 16,-1 2 0-16,-1 2 0 0,2 2-272 0,0 2-48 16,-1 3-16-16,2 2 0 0,-1 0-272 0,1 2-64 0,1-2-16 0,1 2 0 15,2 1-80-15,2-22-16 0,1 39 0 0,-1-39 0 16,0 0-128-16,12 46-48 0,-12-46 0 0,0 0 0 16,27 36-272-16,-27-36 0 0,0 0 128 0,36 24-128 15,-36-24 0-15,0 0 0 0,41 13 0 0,-26-13 0 16,2-2-800-1,0 0-112-15,3-3-32 0,-1-3-15392 0</inkml:trace>
  <inkml:trace contextRef="#ctx0" brushRef="#br0" timeOffset="42225.1">6511 7652 5519 0,'-3'3'496'0,"0"-1"-496"15,1 1 0-15,1-3 0 16,1 0 1632-16,-1 1 224 0,-1 0 64 0,-1 2 0 0,0 1-64 0,2-1 0 16,1-1 0-16,3-2 0 15,2 0-304-15,1-2-64 0,2 0-16 0,1-1 0 16,2 1 240-16,1 1 32 0,1-1 16 0,0 0 0 0,1 0-544 0,0 0-96 16,1 1-32-16,0-2 0 15,-1 3-656-15,0-2-144 0,0 2-32 0,0-1 0 0,0 0-256 0,-1-1 0 0,1 2 0 0,-2-3 0 16,0 1 0-16,-2 0 0 0,-1-1 0 0,-1 2 0 15,-1-2-128-15,-1 2 128 0,-1-3 0 0,0 1-144 16,-2 1-240-16,-2-2-64 16,1 1 0-16,-1 1 0 0,-1 0-832 0,-1-1-160 0,0 1-32 0,-1 1-16 15,1-1 240-15,-2 2 48 0,0-2 16 0,0 2 0 16,0 2 480-16,0-2 80 0,0 2 32 0,-1-2 0 0,1 3 384 16,-1-1 80-16,1-2 128 0,-1 2-208 0,2-1 448 15,0 0 80-15,-1 2 32 16,-1-3 0-16,1 3 480 0,0-1 80 0,0 0 32 0,-1 1 0 0,1 1 96 0,-1 1 32 15,0 0 0-15,-1 2 0 0,0 1-128 0,-2 3-32 16,1 1 0-16,-2 2 0 16,0 1-368-16,0 1-80 0,-1-2-16 0,1 2 0 0,-1 1-128 0,0 2-48 15,-2 0 0-15,0 0 0 0,1 1 16 0,0-2 0 16,1-1 0-16,0-1 0 0,3-3-288 0,0 1 160 16,1-2-160-16,1-1 128 0,0-1-320 0,1-1-64 0,2-2 0 15,0-2-10592-15,1-3-2112 0</inkml:trace>
  <inkml:trace contextRef="#ctx0" brushRef="#br0" timeOffset="42463.1">6517 7771 6447 0,'-7'-7'576'0,"3"3"-576"0,1 1 0 0,1 0 0 0,2 1 1424 0,0 0 176 0,-1 0 48 0,1-1 0 15,0-2 624-15,0-1 128 16,1 0 32-16,0 2 0 0,2 0-544 0,1 3-96 0,0 1-32 0,2 3 0 0,-6-3-160 0,0 0-48 15,0 0 0-15,31 35 0 0,-31-35-592 0,0 0-112 16,30 45-16-16,-30-45-16 16,0 0-384-16,30 52-80 15,-30-52-16-15,0 0 0 0,31 51-208 0,-31-51-128 16,0 0 160-16,35 44-160 0,-35-44 0 0,0 0 0 16,0 0 0-16,41 33 0 15,-41-33-416-15,0 0-32 0,0 0 0 0,34-2-10336 16,-27-3-2080-16</inkml:trace>
  <inkml:trace contextRef="#ctx0" brushRef="#br0" timeOffset="42748.08">6450 7993 8287 0,'-5'-1'368'0,"1"1"80"0,1 0-448 0,1 0 0 0,1 1 0 0,0-1 0 15,1 1 1984-15,-1 1 304 0,-1 1 64 0,1 2 16 16,0 1-64-16,2 0 0 0,2 0 0 0,-3-6 0 0,0 0-592 16,0 0-128-16,0 0-32 0,42 26 0 0,-42-26-400 0,35 0-64 15,-16-2-32-15,3 0 0 0,1-3-256 0,2-2-48 16,3 0-16-16,1 0 0 0,0-1-224 0,0-1-64 16,3 1 0-16,0 0 0 0,0 1-256 0,-2 1-48 15,-2 2-16-15,-2-1 0 0,-1 0-128 0,-3 1 0 16,-3 0 0-16,-3 1 0 15,-2 2-688-15,-3 1-112 0</inkml:trace>
  <inkml:trace contextRef="#ctx0" brushRef="#br0" timeOffset="43140.12">7008 7639 14735 0,'-1'-3'640'0,"1"2"160"0,0 0-640 0,-1-2-160 0,1 3 0 0,0-2 0 0,1 2 1504 0,0-3 272 0,0 0 48 0,2 0 16 32,0-2 288-32,1 2 64 0,2 1 16 0,1 0 0 15,0 2-448-15,2 2-96 0,-9-2 0 0,0 0-16 0,0 0-624 0,47 34-112 16,-47-34-16-16,28 35-16 16,-28-35-480-16,27 45-80 0,-27-45-32 0,24 45 0 15,-24-45-144-15,18 47-16 0,-18-47-128 0,8 45 192 16,-8-45-192-16,-7 38 0 0,-3-19 0 0,-5 3 0 0,-2-1 0 0,-2-1 0 15,-3 0 0-15,-3-1-11776 16,-1 1-2384-16</inkml:trace>
  <inkml:trace contextRef="#ctx0" brushRef="#br0" timeOffset="45034.43">7417 7759 4607 0,'-5'-2'400'0,"2"-1"-400"0,0 3 0 0,1-2 0 15,2 2 720-15,-1 0 64 0,1-1 16 0,-2 1 0 16,0-1 528-16,-1-1 96 0,0 0 32 0,1 1 0 16,1-2 176-16,0 1 32 0,0 2 16 0,1-2 0 15,1 0-96-15,0 2-32 0,0-3 0 0,1 3 0 16,2-2-272-16,1 0-48 0,0 1-16 0,2 1 0 16,1-2-192-16,1 2-64 0,2 0 0 0,2 0 0 0,0 2-288 0,2-2-64 15,1 0-16-15,0 0 0 16,1 1-320-16,-17-1-64 0,32 4-16 0,-16-4 0 0,-16 0-192 0,30 0 0 15,-16 0 0-15,-2 0 0 0,-2-2-192 0,-3 2-16 0,-1 0-16 16,-3 0 0 0,-1 0-1424-16,-2 2-272 0,-2 1-64 0,0 1-11200 0</inkml:trace>
  <inkml:trace contextRef="#ctx0" brushRef="#br0" timeOffset="45257.07">7455 7827 2751 0,'-6'3'128'0,"1"-3"16"0,2 3-144 0,0-3 0 0,2 0 0 16,0 0 0-16,0 0 1648 0,-1 2 288 0,-1-2 64 0,0 1 16 16,-1 1 624-16,1-2 128 0,1 0 32 0,2 2 0 0,1-2-608 0,1 0-112 31,1 0-32-31,2 0 0 0,0-2-672 0,2 2-144 0,0-2-16 0,1 1-16 16,3-1-256-16,0-1-48 0,2 1-16 0,0 0 0 15,0-1-272-15,1 1-48 0,0-1-16 0,3 1 0 0,-1 1-272 0,0 0-48 16,-2-1-16-16,-1 2 0 0,-2 0-208 0,-1 2 0 15,0-2 0-15,-10 0-16768 0</inkml:trace>
  <inkml:trace contextRef="#ctx0" brushRef="#br0" timeOffset="46787.55">8133 7262 11055 0,'-1'0'976'0,"1"-2"-784"16,0 1-192-16,0 1 0 0,0 0 1456 0,0-2 240 15,-1 1 48-15,0-1 16 0,0 0 304 0,0 0 64 16,1-1 16-16,0 1 0 0,1-1-528 0,1 1-96 16,0 0-32-16,1-1 0 0,2-1-448 0,0 1-80 15,1 1-32-15,1-3 0 0,2 1-96 0,-1 1-32 16,2 1 0-16,0-3 0 0,2 2-208 0,-1 1-32 0,0 1-16 0,0 1 0 15,-1 0-288-15,-1 1-64 0,2 1-16 0,-3 1 0 16,-8-3-176-16,0 0 0 16,0 0 144-16,0 0-144 0,0 0 0 0,33 31 0 0,-31-24 0 0,-1 1 128 15,-1-1-128-15,-2 1 0 16,-1 0 0-16,-2 1 0 0,-1-2 0 0,0 3 0 0,-2-3 0 0,-2 2 0 16,0 1 0-16,1-3 0 0,-1 0 0 0,-1 1 0 15,-2 0 0-15,0 1 0 0,1-1 0 0,1-1 0 16,-1 3 0-16,2-3 0 0,-1 2 0 0,2-3 0 15,-2 2 0-15,3-2 0 0,2 1 0 0,0-2-128 16,1 1 128-16,3-3 0 0,0 0 0 0,1 1 0 16,1-3 0-16,1 0 0 0,2-1 0 0,-1-1 0 0,4 0 0 0,0-1 0 15,1-1 0-15,1-1 0 0,1 1 0 0,2 1 0 16,0-3 0-16,0 2 0 0,1-1 0 0,1 0 128 16,1 1-128-16,1 0 0 0,0 1 128 0,0-2-128 31,0 3 128-31,0-3-128 0,0 3 0 0,0-2 128 0,0 2-128 0,-2-2 0 0,-1 1 0 0,-2-1 0 15,-2 0 0-15,0 0 0 16,0 0 0-16,-2-1-160 0,0 1 16 0,-1-1-17456 0</inkml:trace>
  <inkml:trace contextRef="#ctx0" brushRef="#br0" timeOffset="47148.98">8535 7181 9215 0,'-1'-2'816'16,"1"2"-656"-16,0 0-160 0,0 2 0 16,-1-2 1424-16,1 2 256 0,-1-1 48 0,0 1 16 0,-1 2 576 0,0 1 112 15,-1 2 32-15,0 0 0 0,-1 0-1072 0,1 1-224 16,0-1-32-16,-1 2-16 0,0 1-160 0,2-1-48 0,-2 0 0 0,2 1 0 16,0 0-96-16,0-1-32 15,2 0 0-15,1-1 0 0,-1-8-144 0,0 0-16 0,0 0-16 0,0 0 0 16,0 0-224-16,0 0-32 0,36 30-16 0,-29-27 0 15,2 0-64-15,1 1-16 0,-10-4 0 0,0 0 0 16,0 0-128-16,39 16-128 0,-39-16 192 0,0 0-192 0,0 0 0 0,0 0 0 16,38 27 0-1,-35-22 0-15,0 1 0 0,-1-1 0 0,-1 0 0 0,-2-3 0 16,-1 1 128-16,-1 1-128 0,0 0 0 0,-4-1 0 0,1 2 160 16,-2 0-160-16,0-3 128 0,-1 1-128 0,2 2 128 0,-2-3-128 15,-1 2 0-15,0-1 128 0,0 0-128 0,-1 0 0 16,1 0 0-16,0-2 0 0,-1 3 0 0,0-3 0 15,1 1 0-15,0 0 0 0,1-2-192 0,-2 0-32 16,2 0 0-16,0-2-17168 16</inkml:trace>
  <inkml:trace contextRef="#ctx0" brushRef="#br0" timeOffset="47355.5">8440 7245 14735 0,'3'-2'640'0,"-1"1"160"15,1-1-640-15,0 1-160 0,-2 0 0 0,1 1 0 16,0 0 1872-16,3 0 352 0,2-3 64 0,3 1 16 16,4-1-112-16,2-1-16 0,1-1 0 0,1 0 0 15,2 1-1008-15,-1-1-208 0,3 0-32 0,-3 1-16 16,1-1-432-16,-2 2-96 0,1 1 0 0,-3 2-16 0,0-2-368 0,-2 2 0 16,-14 0 0-16,0 0 0 15,31 3-320-15,-23-2-96 0,-2 1-16 0,1-2-14880 16</inkml:trace>
  <inkml:trace contextRef="#ctx0" brushRef="#br0" timeOffset="47561.25">8805 7332 8287 0,'1'3'736'0,"1"-3"-592"0,-1 0-144 0,0 0 0 16,1 0 1920-16,1-2 368 15,2 1 64-15,3 1 16 0,3-2 128 0,3 0 48 0,1 0 0 0,0-1 0 16,1 0-864-16,-2 1-160 16,1 0-48-16,0 2 0 0,-1-2-640 0,0 2-128 0,-1 0-16 0,0-2-16 15,0 1-544-15,-2-1-128 0,0 2 0 0,-2-2 0 16,0 1-256-16,-2 1-96 0,0-2-16 0,-3 1-14240 16</inkml:trace>
  <inkml:trace contextRef="#ctx0" brushRef="#br0" timeOffset="47787.71">8929 7202 8287 0,'-3'-2'368'0,"1"0"80"0,2 0-448 0,-1 1 0 16,1 1 0-16,0 0 0 0,0 1 2016 16,0 1 320-16,0 0 64 0,1 0 16 0,-1 5 592 15,0 1 128-15,0-8 32 0,-2 28 0 0,2-28-1232 0,-5 35-240 16,2-13-48-16,1-1-16 0,-1 0-800 0,1-2-176 15,0-2-16-15,2-17-16 0,-1 31-432 0,1-31-192 16,0 0 160-16,3 33-160 0,-3-33-416 0,0 0-176 0</inkml:trace>
  <inkml:trace contextRef="#ctx0" brushRef="#br0" timeOffset="48358.4">9413 7162 7359 0,'2'-2'320'0,"-1"-1"80"16,0 3-400-16,0-2 0 0,0 2 0 0,-1 0 0 0,0 0 1184 0,0-2 160 16,0 1 16-16,0-1 16 0,1 2 544 0,-2-2 128 15,1 2 0-15,-1 0 16 0,0 0-112 0,-1-2-32 16,0 4 0-16,0-2 0 0,0 0-368 0,0 2-80 15,-1 0 0-15,0 1-16 0,-1 2-608 0,1 1-112 16,-2 0-32-16,1 3 0 0,0 0-192 0,-2 3-32 16,3 2-16-16,-2 0 0 0,1 3-16 0,0 1 0 15,1 2 0-15,3-20 0 0,-3 38-96 0,3-38-32 16,0 0 0-16,6 43 0 0,-6-43-80 0,0 0-32 16,0 0 0-16,33 28 0 0,-33-28-208 0,26 3 144 0,-10-4-144 0,1-3 128 15,3-6-128-15,-1-1 0 0,1-4 0 0,-1-1 0 16,-1-1 0-16,-2-2 0 0,-3 3 0 15,-1-4 0-15,-3 4 0 0,-2 0 0 0,-2 2 0 0,-3 2 0 16,-3 2 0-16,-3-1 0 0,-3 0 0 0,-5 4 0 16,-2 0 0-16,-3 1 0 0,0 3 0 0,-2 0 0 15,-1 3 0-15,0 0 0 0,-1 1 0 0,0 3 0 16,2-1-144-16,1 1 144 0,3-1 0 0,2 1 0 16,2 0-240-16,3-1 64 0,1 0 16 0,2 0-11472 15,2 1-2288-15</inkml:trace>
  <inkml:trace contextRef="#ctx0" brushRef="#br0" timeOffset="49152.66">7942 7748 3679 0,'-1'-3'320'0,"-1"1"-320"16,1 1 0-16,1 1 0 0,-1 0 1232 0,0 0 176 0,-1-1 48 0,-1 0 0 15,0-1 304-15,-1 2 64 0,0 0 16 0,1-2 0 32,1 4-192-32,0-2-48 0,0 0 0 0,1 2 0 0,0-1-400 0,1 1-96 0,0 0-16 0,2 1 0 15,0-1-320-15,0-2-64 0,1 2 0 0,2-2-16 16,1 2-48-16,2-2-16 0,1 0 0 0,1 0 0 15,3-2 80-15,0 2 0 0,2-2 16 0,1 0 0 16,2 0-64-16,0-1-16 0,0 0 0 0,-1 1 0 16,1 0-112-16,0-1-16 0,1 1-16 0,0 2 0 15,0-2-112-15,0 1 0 0,-19 1-16 0,39 1 0 16,-39-1-64-16,39 2-16 0,-39-2 0 0,45 2 0 16,-45-2-32-16,47 1-16 15,-23-1 0-15,-1-1 0 0,2-3-64 0,-1 1-16 0,0-1 0 0,1-1 0 0,0 2-32 0,2-1-128 16,1-1 192-16,0-1-64 0,2 0-128 0,1 3 0 31,0-3 144-31,0 1-144 0,-1 0 128 0,1-2-128 16,-1 2 160-16,-2-2-160 0,1 2 144 0,0 1-144 0,1-3 128 0,-1 3-128 15,1-2 144-15,1 1-144 0,0 3 160 0,-1-3-160 16,-1 0 128-16,2 1-128 0,1 1 0 0,-3-1 144 16,0 1-144-16,0 1 0 0,0-3 144 0,0 0-144 15,2 3 0-15,-1-3 128 0,1 1-128 0,1 1 0 16,-3 1 0-16,-1-1 0 0,-1 3 0 0,0-2 128 15,0 2-128-15,-1 0 0 0,0 0 0 0,-1 0 0 16,-25 0 0-16,43 2 0 0,-43-2 0 0,39 1 0 16,-39-1 0-16,32 2 0 0,-32-2 0 0,22 0-18880 15</inkml:trace>
  <inkml:trace contextRef="#ctx0" brushRef="#br0" timeOffset="50904.96">8641 7908 12895 0,'-3'0'1152'0,"0"0"-928"16,2 1-224-16,1-1 0 0,-1 0 1296 0,0 0 224 15,0 0 32-15,-2 0 16 0,-1 2 784 0,-1-2 144 16,2 0 48-16,0 0 0 0,1-2-880 0,0 2-160 0,2-1-32 0,1-1-16 16,2 2-480-16,1-2-80 0,1 0-32 0,2-1 0 15,1 1-192-15,0-3-32 0,3 3-16 0,-1 0 0 16,0-1-240-16,2 0-32 0,2 1-16 0,2 0 0 15,-1 0-128-15,-1-1-16 0,0 3-16 0,-2 0 0 16,-2 0-176-16,-10 0 0 0,0 0 144 0,31 7-144 16,-31-7 0-16,0 0 0 0,0 0 0 0,37 25 128 15,-37-25-128-15,0 0 0 0,0 0 0 0,25 39 0 16,-25-39 0-16,0 0 0 0,0 0 0 0,6 45 0 16,-8-33 0-16,-1-3 0 0,-1 0 0 0,-2-1 0 15,1-1 0-15,-3 1 0 0,0 1 0 0,-3-2 0 0,-2 0 0 0,0 0 0 16,-3 1 0-16,-1-1 0 0,-1 2 0 15,-1-2 0-15,0 0 0 0,1 0-128 0,3-2 128 0,2 0-192 16,2 2 192-16,4-5-192 0,0 3 192 16,2-4 0-16,4 3-144 0,0-3 144 0,2 0 0 15,2-1 0-15,3 0 0 0,2-2 0 0,1 0 0 0,3-1 192 16,2-2-64-16,2 1 0 0,2 1 144 0,0-2 32 16,1 1 0-16,-1-1 0 0,1 0-128 0,0 1-32 15,1 1 0-15,-1 1 0 0,-1-1-144 0,0 3 128 16,-1 0-128-16,-1 0 128 0,-16 0-128 0,30 3 0 0,-30-3 0 15,0 0 0-15,41 8 0 0,-41-8 0 0,0 0 0 0,37 8 0 16,-37-8 0-16,0 0 0 0,34 7 0 0,-34-7-18720 16</inkml:trace>
  <inkml:trace contextRef="#ctx0" brushRef="#br0" timeOffset="51510.6">10081 7562 2751 0,'-5'0'256'0,"3"-2"-256"16,-1 2 0-16,1 0 0 15,1 0 880-15,0 0 128 0,0 0 16 0,-1 0 16 0,0 0 768 0,-2-1 160 16,0 1 16-16,0 0 16 15,3 0 384-15,-1 0 80 0,0 1 16 0,2-1 0 0,1 0-304 0,1 2-64 0,0-2-16 0,3 0 0 16,1 0-624-16,0 0-112 0,2 0-16 0,2 0-16 31,1 0-496-31,2-2-112 0,1 2-16 0,0-2 0 16,0 2-256-16,2-2-64 0,0 0-16 0,0 1 0 16,-1-1-224-16,-1 1-144 0,0 1 192 0,-2-2-192 15,-1 2 0-15,-2-1 0 0,-2 0 0 0,-2 1 0 16,0 0-192-16,-3 2-32 0,-1-2-16 0,-1 3 0 15,-2 0-1696-15,-1 1-352 0,-2 0-64 0,0 1-12240 16</inkml:trace>
  <inkml:trace contextRef="#ctx0" brushRef="#br0" timeOffset="51715.2">10095 7674 5519 0,'-6'2'240'0,"3"1"64"0,0-1-304 0,2 1 0 15,0-3 0-15,1 0 0 0,0 2 2464 0,-1-2 432 16,1 1 96-16,-1 2 16 0,2-2 304 0,1 1 64 15,1 0 16-15,0-1 0 0,2 1-960 0,1-2-192 16,1 0-48-16,1 0 0 0,2-2-1008 0,0 1-208 16,1 1-32-16,1-2-16 0,1 0-528 0,0 1-96 0,1-1-32 15,-1 0 0-15,1 0-272 0,0 0 128 0,-1 1-128 0,0-2 0 16,-1 1 0-16,-1 0 0 0,0 2 0 0,-2-2 0 16,1 0 0-16,-2 1-272 0,-1-1 16 0,1 2-17712 15</inkml:trace>
  <inkml:trace contextRef="#ctx0" brushRef="#br0" timeOffset="53399.34">10650 7463 9215 0,'2'-3'816'0,"0"1"-656"0,0 1-160 0,-1 1 0 16,-1 0 992-16,1 0 160 0,1 0 48 0,0 0 0 0,1 1 528 0,-1 2 96 15,-2-3 32-15,0 0 0 0,0 0-496 0,2 40-80 16,-2-40-32-16,-5 32 0 0,2-12-352 16,-1 2-64-16,-1 3 0 0,0-1-16 0,-1 4-176 0,0-4-48 0,0 2 0 0,1-4 0 15,0-1-240-15,1-4-48 16,0-3-16-16,4-14 0 0,0 0-288 0,-1 28 0 15,2-23 0-15,1-4 0 16,2-1-1088-16,1-1-112 0</inkml:trace>
  <inkml:trace contextRef="#ctx0" brushRef="#br0" timeOffset="53810.64">10799 7516 11967 0,'-1'-3'528'0,"1"1"112"0,0 1-512 0,-1-1-128 16,1 2 0-16,1 0 0 0,0-2 1968 0,1 2 352 16,0-3 80-16,2-1 16 0,2 0-48 0,0 1 0 15,3-3 0-15,2 2 0 0,1 0-704 0,1 3-160 16,1-1-32-16,1 0 0 0,2 4-624 0,-17-2-128 16,33 5-16-16,-33-5-16 0,0 0-320 0,43 15-64 15,-43-15-16-15,0 0 0 0,0 0-288 0,36 29 0 16,-36-29 128-16,0 0-128 0,0 0 0 0,0 0 0 15,11 43 0-15,-13-33 0 0,-4-1 0 0,-1-1 0 0,-4 1 0 0,0 0 0 16,-2 1 0-16,-1-3 0 0,-1 0 0 0,-1 1 0 16,2-2 0-16,-2-1 0 0,1 0 0 15,1-1 0-15,0 1 0 0,2-2 0 0,0-1-128 0,4 0 128 16,2 0 0-16,0 1 0 0,3-2 0 16,2 1 0-16,1-2 0 0,1 0 0 0,3 0 0 0,2-2 0 15,1-1 0-15,3 0 0 0,2 1 0 0,3-3 0 16,2 0 320-16,1 1 0 0,3-3 0 0,0 2 0 15,2 0-64-15,-1 0-16 0,3-1 0 0,-3 1 0 16,-2 2-112-16,0 1 0 0,-2 0-128 0,-1 0 192 0,-3 2-192 16,-1 0 0-16,-2 0 0 0,-1 0 0 0,-1 0 0 15,-1 0 0-15,-1 0 0 0,0-1-12032 16,-2 1-2304-16</inkml:trace>
  <inkml:trace contextRef="#ctx0" brushRef="#br0" timeOffset="54000.72">11296 7570 6447 0,'-1'2'576'0,"0"-2"-576"15,0 2 0-15,0 1 0 0,1-1 2496 0,0-2 384 0,0 1 64 0,0 3 32 16,1-2 480-16,0 3 112 0,-1-5 16 0,0 0 0 16,0 0-1536-16,0 0-288 0,0 0-64 0,16 38-16 15,-16-38-912-15,0 0-176 0,0 0-32 0,0 0-16 16,0 0-544-16,0 0 0 0,0 0 0 0,35 23-16848 15</inkml:trace>
  <inkml:trace contextRef="#ctx0" brushRef="#br0" timeOffset="54423.46">11512 7460 11055 0,'-2'1'480'0,"1"-1"112"0,0 2-464 0,0-2-128 0,0 0 0 0,1 0 0 15,-1 0 2352-15,1 2 448 0,-1-1 80 16,-1 1 32-16,1-1-480 0,-1 0-112 16,1 1-16-16,0 1 0 0,0-1-960 0,0-1-208 15,0 3-48-15,0-2 0 0,2 3-304 0,-2 0-64 0,1-3-16 0,0 3 0 16,-1 2-192-16,1-7-32 16,0 0-16-16,0 0 0 0,0 0-96 0,3 36-32 0,-3-36 0 0,0 0 0 15,0 0-48 1,0 0-16-16,21 38 0 0,-21-38 0 15,0 0-112-15,0 0-32 0,33 23 0 0,-33-23 0 0,0 0-128 0,0 0 0 0,40 24 144 0,-40-24-144 0,0 0 128 0,0 0-128 16,41 23 128-16,-41-23-128 0,0 0 144 0,0 0-144 31,0 0 192-31,33 27-192 0,-33-27 160 0,0 0-160 0,0 0 128 0,0 0-128 0,0 0 0 0,-7 28 0 32,1-23 128-32,-1-3-128 0,-2 3 0 0,-1 0 0 15,-1-3 144-15,-1 1-144 0,0 1 0 0,-1 1 0 16,-1-3 0-16,0 1 128 0,0 2-128 0,0-2 0 15,-1 0 0-15,2 0 0 0,-1 0 0 0,2-1-128 0,0-2 128 16,0 0 0 0,1-2-880-16,3-1-80 0,2-2-32 0,4-2-16528 0</inkml:trace>
  <inkml:trace contextRef="#ctx0" brushRef="#br0" timeOffset="54590.7">11498 7484 6447 0,'1'-2'576'0,"0"0"-576"0,1 0 0 0,0 1 0 15,-1 1 2400-15,2-2 368 0,0 2 80 0,3-3 16 16,2 1 480-16,5 0 112 0,3-5 0 0,3 2 16 16,2 0-1632-16,0-2-336 0,1 2-64 0,-1 0-16 15,-1 1-816-15,-1 1-160 0,-1 1-48 0,-2 2 0 0,-2-2-592 0,-2 2-128 16,-12 0-32-16,0 0-15216 16</inkml:trace>
  <inkml:trace contextRef="#ctx0" brushRef="#br0" timeOffset="55676.45">12033 7480 11055 0,'1'-2'976'0,"-1"1"-784"0,0 1-192 0,0 0 0 15,0 0 1072-15,0 0 160 0,1-2 48 0,-1 2 0 0,0-3 48 0,0 3 16 16,0-2 0-16,0 2 0 15,-1 0-64-15,1 0-16 0,-1 2 0 0,0-2 0 16,-1 1 0-16,1 1 0 0,0 0 0 0,-1 1 0 16,0 1-112-16,0-1 0 0,0 2-16 0,-1-1 0 15,1 3-272-15,-2 3-48 0,0-1-16 0,1 3 0 0,-1 2-336 0,-1 0-64 16,5-14-16-16,-8 29 0 0,8-29-192 0,-8 29-64 16,8-29 0-16,-6 24 0 0,6-24-128 0,-6 20 0 0,4-10 144 0,0-3-144 31,0-2 160-31,-1-1-32 0,1-1-128 0,0-3 192 15,1 2-48-15,0-2-16 0,0 0 0 0,1-2 0 16,0-1 32-16,-1 0 0 0,2 0 0 0,1-4 0 16,-1 2-160-16,2-3 0 0,1 0 0 0,0-2 128 15,1 2-128-15,0-4 0 0,2-1 0 0,0-2 0 16,1-1 0-16,-1 1 0 0,1-2 0 0,-1 3 0 16,0 2 0-16,0 1 0 0,2-1-144 0,-1 1 144 0,-1 3 0 0,2 1 0 15,-2 2 0-15,0 1 0 0,1 3 0 16,-2-1 0-16,-1 2 0 0,0 2 0 0,-1 1 0 0,0-1 0 15,-4-2 0-15,0 0 0 0,0 0 0 0,0 0 0 16,0 0 0-16,9 43 0 0,-9-43 0 0,0 0 0 16,-6 29 0-16,1-15 0 0,1-2 0 0,-3 2 128 15,1-2-128-15,-1 0 0 0,1 2 0 0,-1-5 0 16,2 0 0-16,0-1 0 0,1-2 128 0,0-2-128 16,3 0 0-16,0-4 0 0,0 0 176 0,1-2-176 15,0 0 192-15,1-2-192 0,1 1 128 0,0-3-128 0,2-1 0 16,1 0 0-16,0 0 0 0,1-3 0 0,0 1 0 0,2 0 0 15,0-1 0-15,0-2 0 0,0 0 0 16,1 2 0-16,-1-3 0 0,2 1 0 0,0 0 0 0,0 2-144 16,1-1 16-16,-1 2 0 15,0 1 0-15,-1 2 0 0,0 0 128 0,0 3 0 0,-2 0 0 0,0 2-128 16,-1 1 128-16,-1 1 0 16,0 0 0-16,-1 2 0 0,-4-3 128 0,0 0-128 0,0 0 128 0,0 0-128 15,0 0 128-15,0 0-128 0,8 43 160 0,-8-43-160 0,-4 23 176 16,-1-13-176-16,-1 3 192 0,1-1-192 0,-1 1 176 0,-1 0-176 15,0-1 160-15,1 0-160 0,0 0 0 16,2-1 128-16,4-11-128 0,0 0 0 0,0 0 0 0,-3 29 0 16,3-29 0-16,0 0-12208 15,0 0-2448-15</inkml:trace>
  <inkml:trace contextRef="#ctx0" brushRef="#br0" timeOffset="56036.17">12565 7364 4607 0,'2'-3'192'0,"-1"0"64"0,1 1-256 0,0 1 0 0,-1 0 0 0,0-1 0 15,0 0 2208-15,1-1 400 0,1-2 80 0,1 0 0 16,1-2 176-16,-1-2 16 0,0 2 16 0,0-1 0 0,-1 1-864 0,-1 0-176 16,0 1-48-16,0 0 0 0,-1 4-672 0,-2-2-144 15,1 3-32-15,-2 1 0 0,0 3-192 0,0-1-64 16,-2 5 0-16,-2 0 0 0,1 4-64 0,-3 3-32 16,1 4 0-16,-1 1 0 0,-1 0-224 0,-1 4-64 31,0 3 0-31,-1 3 0 0,-2 0-176 0,1-1-144 0,0-4 192 15,-1 4-192-15,1 1 128 0,-2 4-128 0,1 0 0 0,2-4 0 0,3-3 0 0,8-26 0 16,-10 38 0-16,10-38 0 0,0 0 0 0,-5 30-256 16,6-28 64-16,0-2 0 15,2-2-1680-15,1-2-336 0</inkml:trace>
  <inkml:trace contextRef="#ctx0" brushRef="#br0" timeOffset="56289.08">12577 7361 9215 0,'3'-20'400'0,"0"7"96"0,0 2-496 0,-1 5 0 0,0 1 0 0,-2 3 0 16,1 2 2384-16,0-4 384 0,2-1 80 0,-1 0 16 16,1 1 96-16,0 4 32 0,-2 4 0 0,-1-4 0 15,0 0-960-15,0 0-192 0,5 43-48 0,-5-43 0 16,0 0-960-16,8 54-208 0,-8-54-48 0,7 39 0 16,-7-39-272-16,8 40-64 0,-8-40-16 0,10 44 0 15,-10-44-96-15,11 43 0 0,-11-43-128 0,10 43 192 0,-10-43-192 0,8 42 0 16,-8-42 0-16,6 38 0 0,-6-38 0 0,0 0-160 15,4 43 0-15,-4-43 0 32,0 0-2128-32,0 0-416 0</inkml:trace>
  <inkml:trace contextRef="#ctx0" brushRef="#br0" timeOffset="56446.46">12538 7608 11967 0,'-9'-5'528'0,"4"2"112"0,0 1-512 0,2 2-128 0,2 0 0 0,1 0 0 0,0 0 2560 0,0 0 464 0,0 2 112 0,1-2 0 16,3 1 0-16,2 1 0 16,-6-2 0-16,0 0 0 15,30 2-1296-15,-16-2-272 0,2-2-48 0,0 0-16 16,0 1-1056-16,0-1-224 0,-1 0-32 0,-1-1-12160 0,-1 1-2432 16</inkml:trace>
  <inkml:trace contextRef="#ctx0" brushRef="#br0" timeOffset="59605.23">14188 7397 4607 0,'0'-5'400'0,"0"1"-400"0,0 1 0 0,0 0 0 16,0 1 704-16,0 2 64 16,1 0 16-16,-1-5 0 0,2 0 1072 0,-1-1 192 0,1-2 64 0,0 1 0 15,1-2-64-15,-1 2-16 0,0 2 0 0,0-2 0 0,1 3-288 0,0-2-48 16,-1 1-16-16,-1 1 0 0,2 0-352 0,-1 0-80 16,0 1-16-16,0 0 0 15,-1 1-432-15,0 1-96 0,0-1 0 0,-1 2-16 16,0 0-320-16,0 0-64 0,0 2-16 0,0 1 0 15,0 0-96-15,-1 1 0 0,1 3-16 0,0 2 0 16,0 0 16-16,0-9 0 0,0 0 0 0,2 38 0 16,-2-38-192-16,0 0 0 0,5 48 144 15,-5-48-144-15,4 38 0 0,-4-38 0 0,5 45 0 0,-5-45 0 0,6 47 0 0,-6-47 0 0,5 46 0 0,-5-46 0 16,8 40 0-16,-8-40 0 16,0 0 0-16,14 39 0 15,-14-39 0-15,0 0 0 0,0 0 0 0,0 0 0 16,0 0 0-16,0 0 128 0,33 11-128 0,-28-19 0 15,0 1 144-15,1-1-144 0,0-3 192 0,1 0-192 16,-1 1 320-16,0-2-64 0,1 0 0 0,1-2 0 16,0-2-80-16,1 0-32 0,1-1 0 0,0-2 0 15,1 0-144-15,1-5 192 0,1 0-192 0,1-4 192 16,0 2-192-16,-2-2 0 0,-1 3 0 0,-1 2 0 0,0 1 0 16,-3 8 0-16,0 0 0 0,-3 4 0 0,0 3 0 0,-1 2-144 15,-2 5 144-15,1 0-11872 16,-1 3-2304-16</inkml:trace>
  <inkml:trace contextRef="#ctx0" brushRef="#br0" timeOffset="59985.79">14867 7233 8287 0,'0'-3'736'16,"0"1"-592"-16,0 1-144 0,0 0 0 16,-1 1 1664-16,1 0 320 0,-1 0 48 0,-2-2 16 15,-1 0-16-15,-1 2 0 0,-1 2 0 0,-1 0 0 16,-3 3-624-16,1 3-128 0,0 0-32 0,-2 5 0 0,-1 3-224 15,-1 3-64-15,0 4 0 0,2-1 0 0,1 1-272 0,0-1-64 16,3 4-16-16,1-5 0 0,6-21 32 0,-6 43 16 16,6-43 0-16,1 40 0 0,-1-40-64 0,12 38-16 15,-12-38 0-15,0 0 0 0,34 43-288 0,-34-43-64 16,31 17-16-16,-31-17 0 0,35 13-208 0,-35-13 0 16,37 5 0-16,-19-7 0 15,-1 0-752-15,1-3-32 0,-1-3-16 0,1-1-15344 0</inkml:trace>
  <inkml:trace contextRef="#ctx0" brushRef="#br0" timeOffset="60411.22">15051 7295 7359 0,'-3'2'656'0,"0"0"-528"0,2-1-128 15,0 1 0-15,1-2 1968 0,0 1 352 16,-1 2 80-16,-1 0 16 0,0 2 560 0,2-2 112 0,3-1 32 0,1-1 0 15,4-1-1104-15,1-1-224 16,3-1-32-16,2-1-16 0,2-2-784 0,1 0-144 16,0 1-48-16,1 1 0 0,0-2-336 0,-1 3-80 0,-1 2-16 0,-2-2 0 15,-1 0-176-15,-2 1-32 0,-11 1-128 0,19 1 192 16,-19-1-192-16,0 0 0 0,0 0 0 0,25 4 0 0,-21-3 0 0,-1-1-128 16,-1 1 128-16,-2-1 0 0,0 0-272 15,-1 0 48-15,0 0 16 0,-2-1 0 31,1 0-352-31,-1-1-64 0,2 2-16 0,-2-2 0 0,1 1 0 16,-1-1 0-16,1 2 0 0,-1-2 0 0,3 1 464 0,-1 1 176 0,0-2-128 0,0 2 128 16,1 0 0-16,-1 0 0 0,0 0 0 0,0 0 128 0,0 0-128 15,0 2 144-15,0 1-144 0,-1-1 160 16,1 1 288-16,-1-1 48 0,0 2 16 0,-2-1 0 0,1 2 80 0,0 0 32 16,0 0 0-16,-1 1 0 0,-1 2-176 0,0-1-16 15,0 2-16-15,-1 3 0 0,0-3-208 0,0 3-32 16,-1 1-16-16,0 3 0 0,0-2 32 0,-1 2 0 0,1 2 0 0,-2-1 0 15,4-2-64-15,-2 2 0 16,1-2 0-16,0 1 0 0,1 0-128 0,5-16 0 0,-7 27 0 16,7-27 0-16,0 0-560 0,0 0-80 0,-1 35-32 15,3-33-10736-15,0-1-2160 0</inkml:trace>
  <inkml:trace contextRef="#ctx0" brushRef="#br0" timeOffset="60680.05">15060 7366 10127 0,'-4'-7'448'0,"1"4"96"0,0 1-544 0,2 0 0 16,1 0 0-16,0 2 0 0,0 0 2320 0,0 0 368 31,0 0 64-31,1 2 0 0,1 0 48 0,1 0 0 0,-1 3 0 0,-2-5 0 0,0 0-832 0,0 0-176 16,0 0-16-16,39 33-16 0,-39-33-752 0,0 0-160 15,37 32-16-15,-37-32-16 0,0 0-368 0,40 35-80 16,-40-35-16-16,0 0 0 0,33 38-224 0,-33-38-128 0,0 0 160 0,30 42-160 31,-30-42 0-31,0 0 0 0,27 47 0 0,-27-47 0 0,0 0 0 0,22 38-208 0,-22-38 16 16,0 0 0-1,0 0-2080-15,0 0-416 0</inkml:trace>
  <inkml:trace contextRef="#ctx0" brushRef="#br0" timeOffset="60954.23">15020 7670 5519 0,'-4'-3'496'0,"0"0"-496"0,1 1 0 0,1 2 0 0,1 0 1744 0,1 0 256 16,0 0 48-16,-2 0 16 0,0 0 704 0,0 0 144 16,-1 2 32-16,1-1 0 0,2 1-800 0,0 1-160 15,1 1-16-15,2-1-16 0,-3-3-448 0,0 0-96 16,0 0 0-16,33 13-16 0,-33-13-352 0,30 3-64 15,-30-3-16-15,40 2 0 0,-16-2-384 0,1-2-96 16,2 0-16-16,-1-1 0 0,-2 2-320 0,-1 0-144 16,0-1 128-16,-2-1-128 0,-1 1 0 0,-2 1 0 0,0 0 0 0,-4 0 0 31,0-1-384-31,-14 2-128 0,0 0 0 0,28 3-17152 0</inkml:trace>
  <inkml:trace contextRef="#ctx0" brushRef="#br0" timeOffset="61303.86">15486 7294 8399 0,'2'-4'176'0,"-1"-1"32"0,1 0 16 0,-1 3 32 0,1 2-256 0,-1 0 0 16,0 0 0-16,2-2 0 0,2 2 3632 0,2-2 656 0,1 2 144 0,-8 0 32 16,0 0-1200-16,0 0-256 0,40 23-32 0,-40-23-16 15,0 0-1360-15,32 40-256 0,-32-40-64 0,0 0-16 16,31 48-752-16,-31-48-128 0,0 0-48 0,22 52 0 0,-22-52-208 0,9 41-128 15,-9-41 128-15,4 42-128 0,-4-42 0 0,-8 42 0 32,0-19 0-32,-4 2 0 0,-3-3 0 0,-2 1 0 0,-1-1 0 0,-3 0 0 15,1-2 0-15,0-3-160 0,1-5 16 0,-1-1-18000 16</inkml:trace>
  <inkml:trace contextRef="#ctx0" brushRef="#br0" timeOffset="61929.83">15783 7392 9215 0,'-2'-2'816'0,"1"2"-656"0,1 0-160 0,-1 0 0 16,1 0 1536-16,0-2 288 0,0 2 48 0,-1-1 16 15,0-1 288-15,1 1 48 0,0 0 16 0,2 0 0 16,1 1-496-16,1-2-80 0,3 2-32 0,0 0 0 16,2 0-352-16,2-2-64 0,2 2 0 0,1 0-16 0,2 0-400 0,2-2-80 15,1 1-16-15,-3 1 0 0,0-2-304 0,0 2-64 16,-1 0-16-16,-3-2 0 0,-1 1-320 0,-2 1 128 15,-1 0-128-15,-2 0 0 0,0 1 0 0,-4 1-240 16,-1 0 48-16,-1-1 0 16,-2 3-1856-16,-2-2-352 0</inkml:trace>
  <inkml:trace contextRef="#ctx0" brushRef="#br0" timeOffset="62111.24">15774 7522 5519 0,'0'2'496'0,"1"-2"-496"0,0 1 0 0,0-1 0 16,0 0 2288-16,1 0 352 0,0 2 80 0,2-2 16 16,1 2 480-16,3-2 112 0,-8 0 0 0,0 0 16 15,32 3-1024-15,-21-5-208 0,1 2-32 0,1-1-16 16,1-1-1024-16,0 2-208 0,-1-2-32 0,0 1-16 16,-2-1-528-16,0 2-128 0,-1-1 0 0,1 0-128 15,-1-1 0-15,-2 0-192 16,0 1 0-16,-2-1-10976 15,1 0-2192-15</inkml:trace>
  <inkml:trace contextRef="#ctx0" brushRef="#br0" timeOffset="64587.14">16803 6968 3679 0,'-1'0'320'0,"1"0"-320"15,0 0 0-15,-1 0 0 0,1 0 784 0,-1 0 96 16,1 2 16-16,-2-2 0 0,0 0 480 0,1 1 96 16,-1 0 32-16,1-1 0 0,0 0 224 0,0 2 32 15,0-2 16-15,0-2 0 0,1 2-192 0,0 0-48 16,0 0 0-16,0 0 0 0,1-1-336 0,0 1-80 15,1-1-16-15,-1 1 0 0,1-2-272 0,0 2-64 16,1-2-16-16,0 1 0 0,2-1-112 0,1-1-32 16,1 1 0-16,2-2 0 0,-1 3-64 0,1-3-16 0,3 1 0 0,-2 1 0 15,1-1 80-15,0 1 16 16,0-3 0-16,0 3 0 0,1-2-176 0,-2 1-48 0,1 1 0 0,-2 1 0 16,-1 1-144-16,0 1-16 0,-2 3-16 0,-1-1 0 15,-5-3-96-15,0 0-128 0,0 0 176 0,0 0-176 16,0 0 128-16,0 0-128 0,9 47 0 0,-12-40 0 15,1 1 0-15,-3 1 0 0,-1 0 0 0,0 1 0 16,-1-1 0-16,0 0 0 0,0 0 0 0,-1-1 0 16,1 1 0-16,-1-1 0 0,1-3 0 0,-1 4 0 15,0-5 0-15,1 2 0 0,-1 0 0 0,1-1 0 16,0 0 0-16,1 0 0 0,-1 0 0 0,2-1 0 16,1 1 0-16,1-2 0 0,1 1 0 0,1-2 0 0,1 3 0 15,0-2 0-15,1-1 0 0,0 0 0 0,2 1 0 0,1-1 0 16,1-2 0-16,2 1 0 0,0 1 128 0,3-2-128 15,0-2 0-15,1 1 0 0,1-1 0 0,0-1 128 16,2-1-128-16,0 1 0 0,0-2 0 0,1-1 0 16,0 0 0-16,0 2 0 0,-1-3 0 0,0 2 0 15,-1 0 0-15,0-2 0 0,-2 1 0 0,0 0-256 16,0-1 64-16,-1 0 0 16,1-2-1808-16,-2 2-368 0</inkml:trace>
  <inkml:trace contextRef="#ctx0" brushRef="#br0" timeOffset="64959.25">17238 6882 5519 0,'1'-1'496'0,"-1"0"-496"15,1 1 0-15,-1 0 0 0,0-2 1744 0,0 2 256 0,1-1 48 0,-1-1 16 16,1 0 592-16,-1 1 112 0,-1 1 32 0,-1 0 0 16,0 1-640-16,-1 3-128 15,0 0-32-15,0 2 0 0,-1 1-448 0,-2 0-80 0,1 2-32 0,-1 3 0 16,1-2-608-16,-1 2-112 15,1-2-16-15,1 1-16 0,0-2-368 0,4-9-80 0,0 0-16 0,0 0 0 16,0 0-48-16,1 38-16 0,3-33 0 0,-4-5 0 16,0 0 32-16,0 0 16 0,0 0 0 0,36 19 0 15,-36-19-16-15,0 0 0 0,32 10 0 0,-32-10 0 0,0 0-192 0,32 10 0 16,-32-10 128-16,0 0-128 0,29 13 0 0,-29-13 0 16,0 0 0-16,0 0 0 0,0 0 0 15,0 0 0-15,30 25 0 0,-29-21 0 0,-1 0 0 0,-1-1 128 16,-2 2-128-16,0-3 0 0,-2 3 0 15,-1-2 0-15,0 1 0 0,-1 0 0 0,0 0 0 16,-1 0 128-16,-1 0-128 0,0 2 0 0,-1-2 0 16,1 1 0-16,-1 0 0 0,2-2 0 0,-1 0 0 15,0 2 0-15,1-2 0 0,-1-1 0 0,1-2 0 0,2 2 0 16,-1-2 0-16,1-2 0 16,0 1-720-16,1-2-96 0</inkml:trace>
  <inkml:trace contextRef="#ctx0" brushRef="#br0" timeOffset="65153.22">17176 6934 8287 0,'3'-6'368'0,"0"3"80"0,0 0-448 0,0 1 0 16,0 2 0-16,-2-2 0 0,2 2 1856 0,3-2 304 16,3-1 48-16,3 0 16 0,3 1 656 0,1-2 128 15,0 1 16-15,1 1 16 0,1 1-1120 0,-1-1-208 16,0 1-48-16,1 0-16 0,-1-1-1008 0,0 0-208 0,0 1-48 0,-2-1 0 15,1 0-384-15,-2 1 0 0,-1-1 128 0,-1 0-128 32,-1 0-464-32,-1 1-128 0,0-1-32 0,-2 0-14144 0</inkml:trace>
  <inkml:trace contextRef="#ctx0" brushRef="#br0" timeOffset="65468.09">17513 6997 12895 0,'-2'3'576'0,"1"0"112"0,1-3-560 0,0 1-128 15,0-1 0-15,0 1 0 0,0-1 2160 0,3 0 400 16,1 0 64-16,2 0 32 0,3 0 32 0,0 0 0 16,2-2 0-16,1 2 0 0,-1-3-1136 0,1 1-208 15,1 1-64-15,1-2 0 0,-1 3-768 0,0-3-176 0,-2 1-16 0,1 2-16 16,-3 0-304-16,0 0 0 0,-1-3 0 0,0 1-11200 16,-1 2-2240-16</inkml:trace>
  <inkml:trace contextRef="#ctx0" brushRef="#br0" timeOffset="66022.12">17987 6899 2751 0,'-1'0'128'0,"0"-1"16"0,0-1-144 0,1 2 0 16,0 0 0-16,0-1 0 0,0 1 2000 16,0-1 368-16,0-1 80 0,-1-1 16 0,2 1 304 0,-1-1 64 15,0 1 16-15,0 1 0 0,0 0-880 0,0 1-176 16,-1-2-48-16,1 2 0 0,0 2-528 0,-2-2-128 15,0 1 0-15,0 0-16 0,0-1-256 0,-2 2-48 0,2 1-16 0,-2-1 0 16,0 1-144-16,1-1-32 0,0 0 0 0,-1 0 0 16,0 1-112-16,1 0-16 15,-1 1-16-15,0-1 0 0,1 2-160 0,0 1-16 0,-1-1-16 0,-1 2 0 16,1 1-32-16,-1 1 0 0,-1 2 0 0,6-11 0 16,-11 22-32-16,11-22-16 0,-11 28 0 0,11-28 0 15,-9 29-160-15,9-29 192 0,0 0-192 0,-6 38 192 0,6-38-192 0,0 0 0 16,0 0 0-16,0 0 0 0,26 35 0 15,-26-35 0-15,22 5 0 0,-9-7 0 16,2-3 0-16,1 0 0 0,0-2 128 0,1 0-128 0,-1 0 0 0,1-3 0 16,-1 1 0-16,-1-2 128 0,-1 2-128 0,-3 0 0 15,-1-2 0-15,-4 1 0 0,0 1 0 0,-4-1 0 16,-1 3 0-16,-4-2 0 0,-2-1 0 0,-2 1 0 16,-3 2 0-16,-3-3 0 0,-2 3 0 0,-1 0 0 15,0 2 0-15,1-2 0 0,0 3-304 0,1 1 64 16,2 0 16-16,1 1 0 15,1 2-752-15,4 0-160 0,0 2-16 0,4-1-10048 0,0 1-1984 16</inkml:trace>
  <inkml:trace contextRef="#ctx0" brushRef="#br0" timeOffset="66480.84">18225 6834 2751 0,'2'-4'256'0,"0"2"-256"0,0-1 0 0,0 1 0 31,-1 2 2384-31,0-2 432 0,1 2 96 0,0-1 16 16,1 1 608-16,2-2 128 0,0 2 32 0,2 0 0 15,-7 0-976-15,0 0-192 0,0 0-32 0,28 22-16 16,-28-22-1168-16,0 0-224 0,0 0-64 0,31 42 0 16,-31-42-576-16,0 0-112 0,19 48-16 0,-19-48-16 15,0 0-128-15,13 52-32 0,-13-52 0 0,0 0 0 16,4 44-144-16,-4-44 0 0,-5 34 0 0,5-34 128 16,-9 31-128-16,9-31 0 0,-12 28 0 0,3-16 0 15,0 2 0-15,-3-4 0 0,-2 1 0 0,-2 1 0 16,-1-2-768-16,-1-2-128 0</inkml:trace>
  <inkml:trace contextRef="#ctx0" brushRef="#br0" timeOffset="66899.23">16751 6866 11055 0,'-6'-2'480'0,"3"1"112"15,-1 1-464-15,2 0-128 0,1 0 0 0,0 0 0 0,-1 0 1440 0,0 3 272 16,-2-1 48-16,-2 2 16 0,0 4 224 0,-1 4 48 16,-1 2 16-16,0 5 0 15,0 4-720-15,-1 1-128 0,1 1-48 0,-1 1 0 0,3-3-448 0,-2-1-80 16,2 6-32-16,0 2 0 16,2-1 96-16,4-29 0 0,-3 57 16 0,3-57 0 0,7 47-192 15,-7-47-32-15,21 38-16 0,-21-38 0 16,33 31-352-16,-33-31-128 0,42 24 0 0,-42-24 0 0,51 14-224 0,-21-12-144 15,-2 0-16-15,5-2-15104 0</inkml:trace>
  <inkml:trace contextRef="#ctx0" brushRef="#br0" timeOffset="67394.59">18365 6529 12895 0,'0'0'1152'0,"0"0"-928"16,0 0 1216-16,0 0 240 0,0 0 48 0,0 0 16 16,1 0 800-16,-1 0 144 0,2 0 48 0,2 2 0 15,1-2-800-15,1 0-144 0,1 0-48 0,0 3 0 16,1-1-656-16,3-1-144 0,0 2-32 0,0 1 0 16,-11-4-512-16,25 11-96 0,-25-11-32 0,0 0 0 15,33 24-272-15,-33-24 128 0,0 0-128 0,0 0 0 16,31 38 0-16,-31-38 0 0,0 0 0 0,0 0 0 15,0 0 0-15,0 0 0 0,0 0 0 0,0 0 0 0,3 40 0 16,-9-35 0-16,0-3 0 0,-2 0 0 0,1 0 0 0,-1 1 0 16,0 0 0-16,0 0 0 0,1 0 0 0,1 0 0 15,2-1 0-15,1 3 0 0,2-3 0 0,2 1 0 16,2 2 0-16,1-2 0 0,3 0 128 0,1 1-128 16,-8-4 0-16,26 8 0 0,-11-5 176 0,2-1-176 15,2 1 160-15,0-3-160 0,3 0 0 0,2 0 128 16,1 0-128-16,0-2 0 0,1 1 0 0,-2 1-128 15,-2 0 128-15,-3 0-11952 16,-1 0-2256-16</inkml:trace>
  <inkml:trace contextRef="#ctx0" brushRef="#br0" timeOffset="67928.16">16494 7508 4607 0,'-6'0'192'0,"4"0"64"0,-1 0-256 0,-1 0 0 0,2 0 0 0,1 0 0 15,0 0 1264-15,-1 0 208 0,-1 2 32 0,0-2 16 16,0 1 800-16,2 1 176 0,1-2 16 0,2 0 16 15,2 0-512-15,2-3-96 0,2 3-32 0,2-2 0 16,3-2-480-16,3 3-80 0,1-3-32 0,1 3 0 16,1 1-272-16,0-2-64 0,4 4-16 0,2-2 0 15,4 1-272-15,0 3-48 0,-2-4-16 0,2 3 0 16,3-1 224-16,6 0 32 0,7 1 16 0,4 0 0 0,2 1-432 16,4-2-64-16,7 0-32 0,3-4 0 0,2 1-352 0,5-2 144 15,7-2-144-15,5-2 0 0,2-3 128 0,4 1-128 16,5 2 0-16,-1-3 0 0,-2-2 128 0,2 1-128 15,2 3 0-15,-3-3 0 16,-6 1 192-16,-5 1-192 0,-4 2 192 0,-4 1-192 0,-6 2 144 0,-5 0-144 16,-7 0 0-16,-7 2 144 0,-4 2-144 0,-6 2 0 15,-6 1 0-15,-5 0-12352 16,-6-1-2416-16</inkml:trace>
  <inkml:trace contextRef="#ctx0" brushRef="#br0" timeOffset="69303.98">17402 7724 19343 0,'1'0'1728'0,"-1"0"-1392"0,0 0-336 0,0 0 0 16,0 0 1376-16,0 1 208 0,-1 0 32 0,0 1 16 16,0 3 16-16,-1 2 0 15,2-7 0-15,-5 17 0 0,5-17-576 0,-8 23-112 0,8-23-32 0,-10 29 0 16,4-12-384-16,-1-1-80 15,1-2-16-15,-1 3 0 0,1 0-240 0,-2-2-48 0,3 0-16 0,5-15 0 16,-8 24-144-16,8-24 0 0,0 0 0 0,0 0-16288 16</inkml:trace>
  <inkml:trace contextRef="#ctx0" brushRef="#br0" timeOffset="69747.27">17638 7725 21183 0,'1'-1'944'0,"1"1"192"0,0-2-912 0,0 1-224 16,-1 0 0-16,0 0 0 0,1 1 1920 0,0-3 352 0,4 1 64 15,1 0 16 1,0-3-432-16,-1 3-96 0,1-1-16 0,-1 1 0 16,-1 1-720-16,1 1-128 0,-2-1-48 0,0 1 0 15,0 0-464-15,-2 0-112 0,1 1-16 0,-1-1 0 16,0 1-160-16,0-1-32 0,-2 0-128 0,0 0 192 15,0 0-192-15,0 0 176 0,0 0-176 0,0 0 160 16,35 14-32-16,-35-14 0 0,0 0 0 0,0 0 0 16,33 5-128-16,-33-5 160 0,0 0-160 0,0 0 160 15,33 7-160-15,-33-7 0 0,0 0 0 0,0 0 0 0,0 0 0 16,0 0 0-16,0 0 0 0,19 36 0 0,-19-36 0 0,-6 16 0 16,0-8 0-16,-1 1 0 0,-1-2 0 0,-1 3 0 15,-1-3 0-15,-1 1 0 0,1 0 0 0,-1-3 0 16,-1 2 0-16,1-2 0 0,-1-1 0 0,0-1 0 15,0 2 0-15,0-3 0 0,2 1 0 0,1-1 0 16,4 0 0-16,0-1 0 0,3-1 0 0,2 2 0 16,0-2 0-16,2 0 0 0,2 0 0 0,1-2 0 15,2 2 0-15,2-1 0 0,2-1 0 0,2 2 0 16,3-3 0-16,1 1 0 0,2 2 0 0,1-4 0 16,-1 3 0-16,2-3 0 0,-1 1 0 0,2 1 0 0,2-2 0 0,2 0 0 15,2 1 0-15,2 0 0 0,-2 0 0 16,0-1 0-16,-1 1 0 0,0 1 0 0,0 0-176 0,1-1-18448 15</inkml:trace>
  <inkml:trace contextRef="#ctx0" brushRef="#br0" timeOffset="70209.44">19313 7256 11055 0,'-6'-2'480'0,"2"2"112"0,1 0-464 0,1 0-128 0,0-1 0 0,0 1 0 16,0 0 1328-16,-2 0 240 0,0 0 48 0,-4 1 16 15,0-1 288-15,1 2 48 0,-1-2 16 0,2 3 0 16,-1-2-304-16,2 3-48 0,1-3-16 0,0 0 0 15,2 2-608-15,1-1-128 0,1 0-32 0,0-2 0 16,0 0-160-16,0 0-48 0,24 3 0 0,-11-3 0 0,2-2 32 0,4 1 0 31,1-1 0-31,1 0 0 0,-2 1-384 0,2-2-80 0,2 2-16 0,-1-1 0 0,-3 0-192 16,-2 1 0-16,-2-1 0 0,-15 2 0 16,21 0-1104-16,-21 0-224 0,0 0-32 0,0 0-14288 15</inkml:trace>
  <inkml:trace contextRef="#ctx0" brushRef="#br0" timeOffset="70379.2">19249 7394 16575 0,'0'0'736'0,"0"0"160"0,1 0-720 0,0 0-176 0,1 0 0 0,0 0 0 16,1 0 1920-16,2 0 336 16,-5 0 80-16,23 0 16 0,-5-1 480 15,2 0 112-15,0-3 0 0,0 3 16 0,2-3-1584 0,-1 1-320 16,0 1-64-16,0-1-16 0,-3 1-848 0,-1 0-128 0,-1 1-128 0,-16 1-17216 15</inkml:trace>
  <inkml:trace contextRef="#ctx0" brushRef="#br0" timeOffset="71900.14">19896 7243 15663 0,'1'-1'1392'15,"0"-1"-1120"-15,0 2-272 0,0 0 0 16,-1-1 1184-16,0 0 176 0,1 1 48 0,1-3 0 16,0 1 976-16,-1-1 208 15,1 1 32-15,-2 2 16 0,-1 0-1008 0,-1 2-208 0,0-1-32 0,-1 3-16 0,0-1-608 0,3-3-128 16,-9 9-32-16,4-3 0 0,-1 0-160 0,6-6-48 15,-12 17 0-15,12-17 0 16,-13 18-128-16,13-18-16 0,-11 18-16 16,11-18 0-16,-9 18-64 0,9-18-16 0,0 0 0 0,0 0 0 0,-9 29-160 0,9-29 160 15,0 0-160-15,0 0 160 0,0 0-160 0,0 0 0 16,0 0 144-16,28 28-144 16,-28-28 128-16,0 0-128 0,31 9 160 0,-31-9-160 0,25 8 144 0,-25-8-144 15,27 9 128-15,-27-9-128 0,0 0 0 0,40 17 0 16,-40-17 0-16,0 0 0 0,38 24 0 0,-38-24 0 15,0 0 0-15,0 0 0 0,32 29 0 0,-32-29 0 0,0 0 0 16,0 0 0-16,0 0 0 0,0 0 0 0,0 38 0 0,-5-32 0 31,-1-1 0-31,-1-1 128 0,-3 1-128 0,0 0 0 0,0-1 144 0,-1 0-144 0,-1 1 160 0,0-1-160 16,0 0 128-16,-1 1-128 0,1-2 0 0,0 1 0 16,0-1 0-16,1-1 0 0,1-2 0 0,2 0 0 15,-1 1 0-15,3-2 0 0,-1-3 0 0,3 1 0 31,-1-2-304-31,1 1-96 0,0-1-32 0,0 0-17680 0</inkml:trace>
  <inkml:trace contextRef="#ctx0" brushRef="#br0" timeOffset="72106.08">19902 7298 10127 0,'1'-1'448'0,"-1"1"96"0,1 0-544 0,0-2 0 15,0 1 0-15,1 1 0 0,0 0 2224 0,0-2 336 16,4 1 64-16,3-2 0 0,3 0 272 0,2-2 48 16,2 1 16-16,1-1 0 0,1-1-1232 0,2 0-240 15,-2 1-48-15,1-1-16 0,-2 3-896 0,-2-2-176 0,-1 3-32 16,-2-1-16-16,-1 1-304 0,-11 2 0 0,19 0 0 0,-19 0 0 16,0 0-176-16,0 0-32 0,0 0-16 0,27 5 0 31,-27-5-1360-31,0 0-272 0</inkml:trace>
  <inkml:trace contextRef="#ctx0" brushRef="#br0" timeOffset="72627">20291 7344 15663 0,'0'0'688'0,"0"0"144"0,1 0-656 16,-1 0-176-16,1 0 0 0,-1 0 0 0,1 0 2000 0,-1 0 368 15,0 0 80-15,7-2 16 0,-7 2 400 0,9-2 80 16,-9 2 0-16,11-3 16 0,-4 1-1408 0,-1-1-272 0,-6 3-64 0,15-3-16 16,-7 2-688-16,-1-1-144 0,1-1-32 0,-8 3 0 15,0 0-176-15,23 0-32 0,-23 0-128 0,0 0 192 16,0 0-64-16,28 7-128 0,-28-7 176 0,0 0-176 15,0 0 128-15,0 0-128 0,0 0 0 16,25 32 0-16,-25-32 128 0,0 0-128 16,0 0 0-16,0 0 0 0,0 0 0 0,4 42 0 0,-4-42 0 0,0 0 0 15,0 0 0-15,-8 22 0 0,4-17 0 0,-1-1 0 16,-1 3 0-16,0-5 0 0,-1 3 0 0,0 0 0 16,0-1 0-16,-1 1 0 0,-1 0 0 0,-2-1 0 0,1 4 0 15,0-2 0-15,0 0 0 0,0 0 0 0,3-1 0 0,1 0 0 16,0 0 0-16,6-5 0 0,0 0 0 0,0 0 0 15,0 0 0-15,0 0 0 0,0 0 0 0,0 0 0 16,0 0 0-16,0 0 0 0,0 0 0 0,0 0 0 16,28 29 0-16,-18-32 0 0,0 1 0 0,1-1 128 15,0 1-128-15,0-1 0 0,-1 1 144 0,0-1-144 16,0-1 0-16,0 2 144 0,0-1-144 0,-3 1 0 16,-7 2 0-16,12-3 0 0,-12 3 0 0,10-2 0 15,-10 2 0-15,8-2 0 0,-8 2 0 0,0 0-192 16,9-2 32-16,-9 2 16 15,0 0-1392-15,0 0-288 0,0 0-48 0,0 0-14672 0</inkml:trace>
  <inkml:trace contextRef="#ctx0" brushRef="#br0" timeOffset="72944.73">20720 7503 23951 0,'3'-2'1056'0,"-2"2"224"0,1-2-1024 0,-1 2-256 16,0 0 0-16,0 0 0 0,0 2 2480 0,-1-2 432 15,0 0 96-15,0 0 0 0,0 0-1296 0,0 0-272 16,0 0-48-16,0 0-16 16,19 33-736-16,-19-33-160 0,0 0-32 0,0 0 0 0,0 0-272 0,0 0-176 15,0 0 192-15,7 38-192 0,-7-38 0 0,0 0 0 0,0 0 0 0,0 0-18560 16</inkml:trace>
  <inkml:trace contextRef="#ctx0" brushRef="#br0" timeOffset="73318.2">21003 7352 19343 0,'-2'-2'848'0,"1"1"192"0,1 1-832 0,0 0-208 15,0 0 0-15,0 0 0 0,-5 3 1040 0,3-1 176 16,-1 0 16-16,-1 0 16 0,-2 3 464 0,6-5 80 0,-11 12 32 15,11-12 0-15,0 0-432 0,-14 21-96 0,14-21-16 0,0 0 0 16,0 0-320-16,0 0-80 0,-1 35-16 0,1-35 0 16,0 0-368-16,0 0-80 0,0 0-16 0,33 15 0 15,-22-17-256-15,-1 2-144 0,2-2 160 0,-1-1-160 16,2-2 0-16,-1 1 128 16,1-3-128-16,-2 2 0 0,0-4 0 0,-1 2 0 0,-1-1 0 0,-2 1 0 15,-1 0 0-15,-2-2 0 0,-1 2 0 16,-2-1 0-16,-1 1 0 0,-3 0 0 0,1 0 0 0,-3 0 0 15,-1 0 0-15,-1 2 0 0,-1 0 0 0,-2 3 0 16,1-1 0-16,-1 3 0 0,0-2 0 0,0 2 0 0,2 2 0 0,0-2 0 16,0 3 0-16,2-1 0 0,0 1 0 0,2-1 0 15,2-1 0-15,2-1 0 16,0 0-336-16,0 0-112 0,0 0-32 0,0 0-16784 16</inkml:trace>
  <inkml:trace contextRef="#ctx0" brushRef="#br0" timeOffset="73850.89">21359 7160 11967 0,'4'-3'1072'0,"-1"-1"-864"0,-1 3-208 0,-2-1 0 16,0 2 1520-16,0 0 256 0,1 0 48 0,-1-2 16 16,0-1 848-16,0 1 160 0,-5 4 32 0,-1-1 16 15,-1 3-1024-15,-1 1-208 0,-2 2-32 0,0 0-16 16,1 2-336-16,-1 1-64 0,10-10 0 0,-16 21-16 15,16-21-624-15,0 0-128 0,-10 26-32 0,10-26 0 16,0 0-288-16,0 0-128 0,0 0 0 0,23 33 128 16,-23-33-128-16,0 0 0 0,33 18 0 0,-33-18 128 15,0 0-128-15,37 21 128 0,-37-21-128 0,0 0 128 0,33 30-128 0,-33-30 0 16,0 0 0-16,23 31 0 0,-23-31 0 0,0 0 0 31,0 0 0-31,14 45 0 0,-14-45 0 0,0 0 0 0,0 0 0 16,-6 36 0-16,6-36 0 0,0 0 0 0,-13 19 0 0,7-14 0 15,-3 2 0-15,1-3 0 0,-1 1 0 0,-1 0 0 0,-1-3 0 0,1 0 0 16,0 1 0-16,1-1 0 16,-1-1 0-16,0-1 0 0,2-1 0 0,1 1 0 0,-1-2 0 0,3-1 0 15,0-1 0-15,1-1 0 0,1 0 0 0,3-1 0 16,0 0 0-16,2-3 0 0,2 0 0 0,2-3 0 16,2 0 0-16,2 0 0 0,2-2 0 15,2 0 0-15,2 0 0 0,1 1 0 0,-2 2 0 0,1-1 0 0,2 1 0 16,-2 0 0-16,0-1 0 0,-1 3 0 0,-3 0 0 0,-1-1 0 31,-2 1 0-31,-4 0 0 0,0 1 0 0,-4-2 0 0,0 3 0 0,-3-2 0 0,-2 0 0 0,-1 1 0 16,0 0 0-16,-3-1 0 0,0 0 0 0,-1 1 0 15,-1 0 0-15,0 1 0 0,0 0 0 0,0 4 0 16,0-2 0-16,0 1 0 0,0 3 0 0,1 2 0 16,1 1 0-16,0 1 0 0,1-1 0 15,1 2-12224-15,6-4-2400 16</inkml:trace>
  <inkml:trace contextRef="#ctx0" brushRef="#br0" timeOffset="74675.44">21868 7266 16575 0,'0'0'1472'0,"0"0"-1168"16,0 0-304-16,0 0 0 0,0 0 1088 0,0 0 176 15,3-1 16-15,-4 1 16 0,1 0 1344 0,-4 1 272 16,4-1 48-16,0 0 16 0,-10 5-1264 0,6 0-256 16,4-5-48-16,0 0-16 0,-14 21-560 0,14-21-128 15,-13 21 0-15,13-21-16 0,-16 26-352 0,16-26-64 16,-18 29-16-16,7-15 0 0,1 0-128 0,10-14-128 15,-18 25 144-15,9-16-144 0,9-9 128 0,-11 19-128 16,11-19 0-16,0 0 144 0,0 0-144 0,-10 19 0 0,10-19 0 0,4-1 0 16,-1-1 0-16,2-3 0 0,3-2 0 0,2-2 0 15,0-1 128-15,1-2-128 16,2 1 0-16,1-3 128 0,0 2-128 0,0-3 0 16,0 2 0-16,0 0 0 0,0-1 0 0,0-1 0 0,0 1 0 0,0-1 0 15,0 2-128-15,-2-1 128 16,0 4 0-16,-1 3 0 0,-2 2 0 0,0 2 0 0,-9 3 0 0,0 0 0 15,0 0 0-15,0 0 0 0,0 0 0 0,0 0 0 16,16 39 0-16,-16-39 0 0,0 0 0 0,-12 42 0 16,12-42 0-16,-13 32 0 0,13-32 0 0,-17 30 128 0,17-30-128 15,-19 24 0-15,19-24 0 0,-16 19 128 0,16-19-128 0,-12 10 0 16,9-6 0-16,1-4 0 0,0 0 0 0,2 0 0 16,1-4 0-16,1 1 0 0,2-1 0 0,0-2 128 15,3 0-128-15,0-2 0 16,2-1 0-16,1 0 0 0,1-1 0 0,0 0 0 0,0-2 0 0,1 1 0 15,0-4 0-15,0 1 0 0,1 0 0 0,0 0 0 16,2-3 0-16,1 0 0 0,-1 1-224 0,0 4 80 16,0 1 16-16,-3 4 0 0,-2 4 128 0,0 0 0 15,-10 3-144-15,0 0 144 0,0 0 0 0,0 0 0 0,0 0 0 16,19 36 0-16,-19-36 128 0,0 0-128 0,-8 40 192 16,8-40-64-16,-10 32-128 15,10-32 128-15,-14 35-128 0,14-35 128 0,-15 33-128 0,15-33 0 16,-13 31 144-16,13-31-144 0,0 0 0 0,-9 33 0 0,9-33 0 15,0 0 128-15,0 0-128 0,0 0 0 0,0 0 0 0,0 0 0 16,0 0-128-16,27 12 0 0,-19-17 0 0,1-2 0 16,-1 2-1680-16,3-3-336 0</inkml:trace>
  <inkml:trace contextRef="#ctx0" brushRef="#br0" timeOffset="74923.75">22482 7099 2751 0,'3'-11'256'0,"-1"5"-256"16,0 0 0-16,0 2 0 0,0 0 2176 0,-2 1 400 16,2 0 80-16,1-1 16 0,3-6-544 0,-1 1-96 15,2-1-32-15,-1 3 0 0,-1 0 672 0,-1 2 128 16,-2 3 16-16,-2 2 16 0,0 0-768 0,0 0-144 16,0 0-48-16,0 0 0 0,-19 36-816 0,19-36-160 15,-20 40-48-15,20-40 0 0,-25 52-528 16,11-22-96-16,-1 4-32 0,0-1 0 0,1 0-64 0,1-1 0 0,2-2-128 0,11-30 192 15,-17 50-192-15,17-50 176 16,-10 42-176-16,10-42 160 0,-10 36-160 0,10-36-192 16,0 0 32-16,-9 36 16 15,9-36-1936-15,0 0-384 0,0 0-80 0,0 0-12864 16</inkml:trace>
  <inkml:trace contextRef="#ctx0" brushRef="#br0" timeOffset="75169.53">22479 7145 7359 0,'14'-38'320'0,"-6"19"80"0,0 3-400 0,-1 4 0 16,-4 5 0-16,-1 2 0 0,1 3 1984 0,1-6 304 16,2-1 64-16,2 0 16 0,-2 2 480 0,-1 4 96 15,-5 3 32-15,0 0 0 0,0 0-816 0,0 0-176 16,-4 50-16-16,4-50-16 0,-8 38-944 0,8-38-192 0,-7 43-48 0,7-43 0 16,-3 47-256-16,3-47-64 0,0 47-16 0,0-47 0 15,3 45-176-15,-3-45-16 0,6 41-16 16,-6-41 0-16,6 37-224 0,-6-37 0 0,0 0 0 0,10 48 0 15,-10-48 0-15,0 0 0 0,9 38 0 0,-9-38 0 16,0 0 0-16,0 0 0 0,0 0 0 0,12 42 0 31,-12-42-528-31,0 0-48 0,0 0-16 0,0 0-10512 0,0 0-2096 0</inkml:trace>
  <inkml:trace contextRef="#ctx0" brushRef="#br0" timeOffset="75423.08">22416 7311 17503 0,'0'0'768'0,"-8"3"176"0,8-3-752 0,0 0-192 0,0 0 0 0,0 0 0 0,0 0 1760 0,0 0 320 16,0 0 64-16,0 0 16 0,0 0 144 0,0 0 48 16,0 0 0-16,0 0 0 0,0 0-736 0,0 0-144 15,0 0-16-15,28 7-16 0,-28-7-688 0,20-4-144 16,-8 1-32-16,1 0 0 0,-1-2-336 0,1 3-80 15,1 0-16-15,-1-3 0 0,-13 5-144 0,24-5 0 0,-24 5 0 0,19-2-12320 16,-19 2-2416 0</inkml:trace>
  <inkml:trace contextRef="#ctx0" brushRef="#br0" timeOffset="76344.08">22791 6932 19343 0,'1'-2'1728'0,"-1"2"-1392"15,2 0-336-15,-2 0 0 0,0 0 384 0,0 0 0 16,1-2 0-16,2 1 0 0,0-1 1152 0,2-1 256 15,2 1 32-15,1 0 16 0,-8 2-368 0,19-2-64 16,-8-1 0-16,2 1-16 0,0 1-400 0,0-1-80 16,0 1-16-16,1 0 0 0,-1 1-128 0,-13 0-48 15,24 1 0-15,-24-1 0 0,22 3-304 0,-22-3-64 0,0 0-16 16,0 0 0-16,0 0-208 0,23 26-128 0,-23-26 160 0,0 0-160 16,0 0 0-16,-12 32 128 0,12-32-128 0,-19 18 0 15,8-10 0-15,-2-1 0 16,1 0 0-16,-1-3 0 0,1 4 0 0,0-4 0 0,-1 1 0 0,0-2 0 15,2 1 0-15,2-2 0 0,1 1 0 0,4-1 0 16,1-2 0-16,2 0 128 0,3-2-128 0,1 2 0 16,4-2 224-16,1 1 0 0,4-1 0 0,1 0 0 15,1 0 16-15,3 0 0 0,1 1 0 0,1-2 0 16,0 1-112-16,1 2 0 0,0 0-128 0,1 0 192 16,-2 1-192-16,0 1 0 0,-2 0 128 0,0 1-128 0,-3-1 0 0,-1-1-288 15</inkml:trace>
  <inkml:trace contextRef="#ctx0" brushRef="#br1" timeOffset="92319.38">21660 7686 9215 0,'0'0'816'0,"0"0"-656"16,0 1-160-16,0-1 0 0,0 0 704 0,1 1 128 0,0-1 0 0,0 2 16 15,2 1 192-15,2-1 48 0,1 2 0 0,1-1 0 16,1 0-256-16,1 0-32 0,2 1-16 0,1-2 0 15,2 0-144-15,0 1-48 0,4-1 0 0,1 1 0 16,1-2 368-16,3 0 80 0,2 1 16 0,3-2 0 16,3 0-192-16,0 0-32 0,3 0-16 0,-1-2 0 0,1 0-112 15,2-1-32 1,0-1 0-16,-1 1 0 0,-2 1-160 0,3-2-16 0,2 1-16 0,0 0 0 16,-1-1-320-16,0 1-160 0,-1-2 160 15,0 2-160-15,-1-2 0 0,-2 0 0 0,-2 0 0 0,1 0 0 0,-1-1 0 0,3 0 0 16,2-1 0-16,0-3 0 15,0 3 128-15,0-2-128 16,-1-2 0-16,-3 0 144 0,0-1-144 0,-2 1 160 0,1-4-160 0,-2 1 160 16,-1 0-160-16,-2-2 128 0,0-1-128 15,-3-2 128-15,-2 0-128 0,-1-2 0 0,-1-1 0 0,-2-1 0 0,-2 1 0 0,1-1 0 16,-1-5 176-16,0 1-176 0,-1 1 448 16,-1-2-16-16,1 1 0 0,-3 1 0 0,-1 3-32 0,-1 1 0 15,0-4 0-15,-3 3 0 0,0 0-160 0,-3 3-48 16,-3 1 0-16,0 2 0 0,-3 3 16 15,-2 2 0-15,-1 0 0 0,-3 1 0 0,0 1-16 0,0 0-16 0,-1 1 0 0,0-2 0 16,1 3-48-16,1-4-128 0,-2 2 192 0,1-1-64 16,0 2-128-16,0-1 0 0,0 0 0 0,0-1 0 15,1 2 0-15,-3-1 0 0,0 0 128 0,0 0-128 16,-1 1 0-16,-1 2 0 0,0-3 0 0,-1 2 0 16,-1 1 0-16,0-1 0 15,-1 1 128-15,-3-1-128 0,1 2 0 0,-2-1 0 16,0 2 0-16,-1 0 0 0,1 2 0 0,0 1 0 15,-1 0 0-15,0 2 0 0,0 0 0 0,0 0 0 16,1 0 0-16,0 0 0 0,2 1 0 0,-2-2 0 16,1 1 0-16,-1-2 0 0,1 0 0 0,-1 1 0 15,0-2 0-15,0 0 0 0,0 0 0 0,0 1 0 16,0 1 0-16,1-1 0 0,-1 2 0 0,1 2 0 16,-1-2 0-16,2 3 0 0,-1-1 0 0,1 0 0 15,-1 0 0-15,0 2 0 0,1-2 0 0,-1 1 0 16,1 0 0-16,-1 0 0 0,4-1 0 0,-2 1 0 15,0 1 0-15,1-2 0 0,-1 4 0 0,-1-3 0 0,2 1 0 0,1 1 0 16,2 1 0-16,-1-1 0 16,0 0 0-16,0-1 0 0,3 1 0 0,-2 0 0 0,0 2 0 0,-2 0 0 15,1 1 0-15,-1-2 0 0,0 2 0 16,1 1 0-16,-1 0 0 0,0 0 0 0,1 2 0 0,0-1 0 16,0 3 0-16,0-1 0 0,0 3 0 0,2-1 0 15,12-14 0-15,-25 28 0 0,25-28 0 0,-25 33 0 16,25-33 0-16,-24 31 0 0,24-31 0 0,-22 31 0 15,22-31 0-15,-21 28 0 0,21-28 0 0,-20 29 0 16,20-29 0-16,-17 24 0 0,17-24 0 0,-17 30 0 0,17-30 0 16,-17 31 0-16,17-31 0 0,0 0 0 0,-19 47 128 0,19-47-128 15,0 0 0-15,-15 50 128 0,15-50-128 0,0 0 192 16,-14 57-192-16,14-57 192 0,-9 39-192 0,9-39 0 16,-7 42 144-16,7-42-144 0,-4 42 0 0,4-42 0 15,-2 41 0-15,2-41 0 0,0 41 128 0,0-41-128 16,0 42 128-16,0-42-128 0,0 0 144 0,3 55-144 15,-3-55 192-15,0 0-192 0,11 52 224 0,-11-52-64 16,0 0-16-16,24 42 0 0,-24-42 16 0,30 24 0 16,-10-15 0-16,2 2 0 0,1-2-16 0,7-3 0 0,4 2 0 15,5-4 0-15,4 1-144 0,2-5 160 0,2-2-160 0,-2-1 160 16,0-1-160-16,-1-3-192 16</inkml:trace>
  <inkml:trace contextRef="#ctx0" brushRef="#br0" timeOffset="110201.25">5744 9084 7359 0,'-1'0'656'0,"1"0"-528"15,-1 0-128-15,1 0 0 0,-1 0 928 0,1-2 160 0,-2 2 16 0,0-1 16 16,0 0 480-16,0-1 80 0,0 2 32 0,1-2 0 16,1 1-176-16,0 1-48 0,2 0 0 0,0 0 0 0,1 0-240 0,1 0-48 15,0 1-16-15,-4-1 0 16,0 0-32-16,0 0 0 0,0 0 0 0,36 6 0 16,-36-6-384-16,0 0-64 0,30 0-32 0,-30 0 0 0,0 0-176 0,34-2-48 0,-24 0 0 0,1-1 0 31,-1 1-48-31,1-1-16 0,-1 1 0 0,0 1 0 15,-3 0-256-15,1-1-128 0,-8 2 128 0,0 0-128 16,0 0 0-16,0 0 0 0,27-1 0 0,-24 1 0 16,0 1 0-16,-1-1 0 0,0 2 0 0,-1-2-176 15,-1 1-448 1,0 0-80-16,-1 1-32 0,0-2 0 0,-2 3-1056 0,-1 0-224 16,1 1-32-16,-2-2-16 0,-1 0-608 0,0 1-112 0</inkml:trace>
  <inkml:trace contextRef="#ctx0" brushRef="#br0" timeOffset="110466.46">5813 9126 5695 0,'-4'-1'128'0,"2"1"16"0,1-2 16 0,0 1 0 0,0-1-160 16,1 1 0-16,0 0 0 0,-1-3 0 0,0-1 2496 0,0-2 448 15,1-1 112-15,-1 1 16 0,1 1-560 0,1 0-96 16,-1 1-32-16,1 2 0 0,-1 2-592 0,0-2-112 16,-1 4-16-16,1 1-16 0,-1 0-544 0,-1 1-96 15,1 4-32-15,-1 0 0 0,1 2-336 0,-1 3-64 16,0 2 0-16,0 1-16 0,1 4-240 0,0-1-32 15,0 2-16-15,1-20 0 0,0 41-80 0,-1-21-32 0,1 1 0 16,-2-1 0-16,1 0-32 0,0-2-128 0,-1 2 192 0,0 0-64 16,0-4-128-16,1-1 0 0,0-2 0 0,1-13 0 15,-1 26 0-15,1-26 0 0,0 27 0 0,0-27 0 16,0 0-336-16,1 26-48 0,-1-26-16 0,0 0 0 31,0 0-1408-31,0 0-288 0,0 0-48 0,0 0-12256 0</inkml:trace>
  <inkml:trace contextRef="#ctx0" brushRef="#br0" timeOffset="110717.9">5756 9341 911 0,'-1'-3'0'0,"-1"3"0"0,1-2 0 0,1 2 0 0,0 0 1760 0,-1 0 272 16,-1 0 48-16,0-2 16 16,0-1 656-16,0 1 144 0,3-1 32 0,1 1 0 0,2 1-336 0,1 0-64 15,0-1-16-15,2-1 0 0,1 0-720 0,0 1-160 16,3-2-32-16,-1 1 0 0,1-2-464 0,1 1-112 15,-1-1 0-15,1 0-16 0,-12 5-480 0,24-7-80 16,-24 7-32-16,0 0 0 0,35-4-224 0,-35 4-64 16,0 0 0-16,0 0 0 0,36 2-128 0,-36-2 0 15,0 0 0-15,0 0 0 0,0 0 0 0,35 12 0 16,-35-12 0-16,0 0-176 16,0 0-400-16,0 0-96 0,0 0-16 0,34 4-16032 0</inkml:trace>
  <inkml:trace contextRef="#ctx0" brushRef="#br0" timeOffset="111022.19">6279 9064 6447 0,'1'-3'576'16,"-1"0"-576"-16,0 1 0 0,0 1 0 15,0 0 1872-15,0 1 272 0,0-2 48 0,0-1 16 16,0 1 672-16,-1-1 128 0,-2 3 16 0,0 0 16 0,-1 3-1024 0,0 2-208 16,-1 1-32-16,-1 3-16 0,1 2-480 0,-3 3-112 15,2 0-16-15,-2 5 0 16,0 0-432-16,1 2-80 0,-1 0-32 0,2 1 0 0,1 0-320 0,1-1-64 16,0 0-16-16,2-2 0 0,2-19-16 0,0 35-16 15,0-35 0-15,0 0 0 16,8 36-48-16,-8-36-128 0,0 0 192 0,0 0-64 0,33 31-128 0,-33-31 0 15,0 0 0-15,37 7 0 0,-37-7-288 0,0 0-32 16,40 0-16-16,-40 0-11248 16,28-7-2240-16</inkml:trace>
  <inkml:trace contextRef="#ctx0" brushRef="#br0" timeOffset="116369.55">6426 9108 16575 0,'-1'-2'1472'0,"0"2"-1168"0,1-2-304 0,0 2 0 0,0 0 1200 0,1 0 176 16,-1 0 32-16,1-3 16 0,1 1 352 0,2 2 64 15,1 0 16-15,1 0 0 0,-6 0-224 0,0 0-32 16,0 0-16-16,34 15 0 0,-34-15-608 0,0 0-112 16,37 37-32-16,-37-37 0 0,29 33-256 0,-29-33-64 15,27 36-16-15,-27-36 0 0,26 39-176 0,-26-39-16 16,0 0-16-16,29 51 0 0,-29-51-288 16,0 0 0-16,24 38 0 0,-24-38 0 0,0 0 0 0,0 0 0 15,0 0 0-15,29 34 0 16,-23-34-1440-16,-1-3-240 0</inkml:trace>
  <inkml:trace contextRef="#ctx0" brushRef="#br0" timeOffset="116568.12">6708 9120 13823 0,'-7'-6'608'0,"3"3"128"0,0 1-592 0,0 1-144 0,3 1 0 0,-2 3 0 16,0-1 1568-16,-3 1 288 0,-3 3 48 0,-5 6 16 15,-2 1 304-15,-1 5 64 0,-2 1 16 0,3 0 0 16,-2-1-528-16,1 0-112 0,2 1 0 0,-1-2-16 15,2-1-512-15,2-4-112 0,2-1 0 0,0 1-16 16,3-2-576-16,1-3-112 0,3 2-32 0,0-1 0 0,1-1-288 0,1 0 0 31,1-7 0-31,0 0-11760 16,0 0-2288-16</inkml:trace>
  <inkml:trace contextRef="#ctx0" brushRef="#br0" timeOffset="117140.39">6818 9023 2751 0,'-1'-3'256'0,"1"1"-256"0,0 1 0 0,0 0 0 15,0 1 2336-15,0-2 416 0,0 2 96 0,1 0 16 16,0-3-176-16,1 1-48 0,2-1 0 0,0 1 0 16,2 0-224-16,1-3-48 0,3 3-16 0,-1 1 0 15,1 1-480-15,-10 0-80 0,0 0-32 0,0 0 0 0,47 18-864 0,-47-18-192 16,0 0-16-16,37 40-16 0,-37-40-368 0,22 38-80 16,-22-38-16-16,15 42 0 0,-15-42-208 0,7 45 0 15,-7-45 0-15,-2 43 0 0,-2-27 0 0,-3 2 0 16,-2 0 0-16,-2 1 0 0,-1-2 0 0,-3-2 0 15,-3 3 0-15,0-2 0 16,4-4-384-16,-3 1-192 0</inkml:trace>
  <inkml:trace contextRef="#ctx0" brushRef="#br0" timeOffset="117570.18">7204 9178 11967 0,'-5'-1'528'0,"2"1"112"0,1 0-512 0,1 0-128 0,1-2 0 0,0 2 0 16,1 0 1504-16,0-2 272 0,1 1 48 0,1-1 16 15,4 1 512-15,0 0 96 0,-7 1 32 0,20-5 0 0,-20 5-608 0,24-3-112 0,-24 3-32 16,27-4 0-16,-27 4-640 0,29 0-128 0,-29 0-16 0,28 0-16 16,-28 0-592-16,0 0-112 0,35 2-32 0,-35-2 0 31,0 0-544-31,0 0-112 0,0 0-32 0,0 0-10400 0,0 0-2096 0</inkml:trace>
  <inkml:trace contextRef="#ctx0" brushRef="#br0" timeOffset="117788.2">7238 9306 9215 0,'-3'0'816'0,"1"0"-656"16,0 0-160-16,1 0 0 0,1 0 1520 0,0 0 272 0,1 0 48 0,0 0 16 16,2 2 1424-16,0-2 304 15,3 2 48-15,-6-2 16 0,0 0-1072 0,0 0-208 0,33 0-32 0,-23 0-16 0,-10 0-1328 0,23-2-272 16,-11-1-48-16,-1 1-16 0,1-1-480 0,0 1-176 15,-1 0 0-15,0-1 144 0,-1-1-144 0,1 1 0 16,-1 2 0-16,0-2-11872 16,0 1-2288-16</inkml:trace>
  <inkml:trace contextRef="#ctx0" brushRef="#br0" timeOffset="121560.37">8015 8718 5519 0,'2'-3'496'0,"0"0"-496"0,-1 1 0 0,-1 1 0 15,0 1 704-15,1-1 32 0,1-4 16 0,0 0 0 16,1-2 368-16,-1 0 80 0,0 2 16 0,-1-2 0 16,0 1 176-16,-1 0 32 0,0 2 16 0,-1-1 0 15,0 0-224-15,-1 0-64 0,1 0 0 0,-3 1 0 16,0-1-80-16,-1 0-32 0,-2 3 0 0,1-3 0 0,-2 3-224 0,0 0-48 16,0 1-16-16,-3-1 0 0,2 2-128 0,0 0-32 15,-1 2 0-15,0-1 0 0,2 1-64 0,1 1-16 16,2 1 0-16,-1-2 0 0,1 4-112 0,-1 2-16 15,2 1-16-15,-1 4 0 0,0 3-160 0,3 4-16 16,-1 3-16-16,2 3 0 0,1 3 48 0,1 1 16 16,1 1 0-16,0 0 0 0,-2-31-48 0,8 54 0 15,-8-54 0-15,11 58 0 0,-11-58-192 0,11 53 176 16,-11-53-176-16,14 58 160 0,-14-58-160 0,13 52 0 16,-13-52 0-16,13 48 0 0,-13-48 0 0,9 42 0 15,-9-42 0-15,7 36 0 0,-7-36 0 0,2 33 0 16,-3-16 0-16,-2 0 0 0,-2 0 0 0,0-2 0 0,-3 2 0 15,0 0 0-15,-1 1 0 0,-3-1 0 0,-1 1 0 0,1-2 0 16,-1 2 0-16,0-3 0 0,0-3 0 0,0-1 0 16,1-3 0-16,1-1 0 0,1-3 0 0,0-2 0 31,1-2-592-31,1-2-160 0,2 0-16 0,-1-2-14528 0</inkml:trace>
  <inkml:trace contextRef="#ctx0" brushRef="#br0" timeOffset="122304.5">7984 9623 8287 0,'-1'0'736'0,"0"0"-592"16,0 2-144-16,1-2 0 0,0 0 1200 0,0 0 208 0,-1 0 32 0,0 0 16 16,0 0 272-16,0 0 64 0,0-2 16 0,1 2 0 15,1 0-160-15,0-2-48 16,0 1 0-16,1-1 0 0,1 2-160 0,0 0-32 0,1 0-16 0,0 0 0 16,2 0-304-16,-1-1-64 0,3 0-16 0,-1-1 0 15,1-1-192-15,0 0-48 0,1 1 0 0,0 1 0 16,1-2-336-16,-1 0-80 15,0-1-16-15,1 1 0 0,-2 1-208 0,-1-1-128 0,1-1 128 0,-2 3-128 0,2-1 0 0,-3 0 0 16,1 0 0-16,-2 2 0 0,-1 0-320 16,-1 0-16-1,-1 3-16-15,0 0-10848 0,-2 0-2176 0</inkml:trace>
  <inkml:trace contextRef="#ctx0" brushRef="#br0" timeOffset="122842.31">8228 9476 13823 0,'2'0'608'0,"-1"0"128"0,-1-2-592 0,0 2-144 0,1 0 0 0,-1 0 0 16,0 0 1456-16,0 0 256 0,0 2 48 0,-1 0 16 16,0 0 16-16,0 1 0 0,0 2 0 0,-1-1 0 15,0 2-704-15,0 1-128 0,2 0-16 0,-2 2-16 16,1 1-368-16,-1 3-80 0,0-3-16 0,0 2 0 15,1-2-16-15,0 1 0 0,0 2 0 0,0-2 0 16,1-11-64-16,0 21 0 0,0-21-16 0,0 0 0 16,0 0 80-16,8 34 0 0,-8-34 16 0,0 0 0 0,0 0-128 0,0 0-16 15,0 0-16-15,0 0 0 0,0 0-304 0,0 0 128 16,28 28-128-16,-26-28 0 0,3-2 272 16,-1-3-48-16,0 0-16 0,0-1 0 0,0 0 0 0,0 0 0 15,-1-2 0-15,2 1 0 0,-1-2-80 0,0-1-128 16,0 0 176-16,1 1-176 0,0 0 128 0,1-3-128 15,0 0 0-15,1 0 0 0,1 2 160 0,0-2-160 16,2 1 128-16,-2-1-128 0,1 1 0 0,1 1 0 16,-2 0 128-16,1 1-128 0,1 2 0 0,-2-1 0 0,0 4 0 15,0 1 0-15,-1 1 0 0,0 2 0 0,-7 0 128 16,0 0-128-16,0 0 0 0,0 0 0 0,0 0 0 0,35 28 0 16,-35-28 0-16,0 0 128 0,0 0-128 0,16 39 0 15,-16-39 0-15,0 0 128 0,6 32-128 0,-6-32 0 16,0 0 0-16,2 29 128 15,-2-29-128-15,-1 17 0 0,-1-11 0 0,0 0 0 0,-1-3 0 0,1-2 0 16,-3 1 144-16,0-2-144 0,-2 0 160 0,-1-2-160 16,-2 0 240-16,-2-3-48 0,-1 0-16 0,-1-1 0 15,-2 0-48-15,-2 0-128 0,-1-2 192 0,-1 1-64 0,3-2-128 0,-1-1 0 16,1-2 0-16,2 1 0 0,1 1 0 0,-1 1 0 16,2-1 0-16,0-2-18512 15</inkml:trace>
  <inkml:trace contextRef="#ctx0" brushRef="#br0" timeOffset="123467.2">8145 8587 10127 0,'-3'-5'896'0,"1"3"-704"0,1-1-192 0,0-1 0 16,0 3 1024-16,1-1 160 0,0 0 32 0,-1 0 16 15,0-4 704-15,0 0 144 0,0-2 32 0,0-1 0 16,1 0-272-16,1 1-48 0,1 1-16 0,0-1 0 0,2 0-592 16,0 1-112-16,1-3-32 0,2 3 0 0,0 0-400 0,0 0-64 15,1 0-32-15,0 0 0 0,1 3-16 0,-2-1 0 16,2 4 0-16,-1-2 0 0,-8 3-208 0,0 0-64 15,0 0 0-15,0 0 0 0,42 27-128 0,-42-27-128 16,0 0 192-16,24 49-192 0,-24-49 128 0,17 46-128 16,-17-46 0-16,13 48 0 0,-13-48 0 0,13 51 0 0,-13-51 0 0,14 41 0 15,-14-41 0-15,0 0 0 16,19 41 0-16,-19-41 0 0,0 0 0 0,0 0 0 0,0 0 0 16,37 11-11152-16,-30-16-2144 0</inkml:trace>
  <inkml:trace contextRef="#ctx0" brushRef="#br0" timeOffset="123608.64">8411 8487 8287 0,'-7'-2'736'16,"2"0"-592"-16,1 4-144 0,1 0 0 15,0 1 2048-15,-2 1 384 0,-4 2 80 0,-8 5 16 0,-4 6 368 16,-5 4 80-16,0 5 16 0,0 5 0 0,0 0-1200 0,3 2-256 16,4-5-32-16,3-2-16 0,3-2-976 0,4-3-192 15,3-6-32-15,4-1-15456 16</inkml:trace>
  <inkml:trace contextRef="#ctx0" brushRef="#br0" timeOffset="124966.87">8889 8828 8287 0,'0'-4'736'0,"0"-1"-592"0,1 1-144 0,-1 1 0 16,0 1 1216-16,0 0 192 0,0 1 64 0,0-3 0 16,0 0 960-16,-1-2 192 0,0 0 32 0,-1 0 16 15,0-1-912-15,-1 3-176 0,-1-1-48 0,0 2 0 16,1-1-256-16,-1 1-64 0,-1-1-16 0,2 1 0 15,-2 1-368-15,0-1-80 0,2 1-16 0,-2-1 0 16,1 3-272-16,0-2-48 0,0 4-16 0,0-2 0 0,2 1-176 0,-1 1-32 16,0 3-16-16,0-3 0 0,0 5-176 0,2-1 128 15,0 2-128-15,1 4 128 16,-1 0-128-16,2 2 128 0,-1-14-128 0,3 30 128 0,-3-30-128 0,8 34 0 16,-8-34 144-16,10 36-144 0,-10-36 0 0,12 43 0 15,-12-43 0-15,10 42 0 0,-10-42 0 0,10 50 0 16,-10-50 0-16,9 50 0 0,-9-50 0 0,3 47 0 15,-3-28 0-15,0 3 0 0,-2-4 0 0,-2 0 0 16,-1 0 0-16,-1-2 0 0,-1 2 0 0,0-2 0 16,-1-2 0-16,-1 2 0 0,2-3 0 0,-1-1 0 15,1-1 0-15,0-4 0 0,1 0-176 0,0-2 0 0,1-2 0 16,0-3 0 0,2-3-1344-16,-1-2-272 0,0-2-48 0,0-4-8208 0,3-1-1632 0</inkml:trace>
  <inkml:trace contextRef="#ctx0" brushRef="#br0" timeOffset="125129.26">8734 9064 9215 0,'1'-8'400'0,"-1"6"96"0,0-2-496 0,1 3 0 0,-1-1 0 0,1 2 0 0,0 0 1728 0,1 0 256 16,2 2 64-16,1-2 0 0,3 1 576 0,-8-1 128 15,0 0 32-15,0 0 0 0,45 2-592 0,-45-2-112 16,33-5-32-16,-13 0 0 0,1-2-848 16,1 0-176-16,-1-1-48 0,0-1 0 15,2 0-672-15,-2-1-144 0,-1 3-32 0,-2 0 0 16,-1 2-816-16,-3 1-160 0,-14 4-48 0,25-3-9808 15,-25 3-1968-15</inkml:trace>
  <inkml:trace contextRef="#ctx0" brushRef="#br0" timeOffset="125350.63">9185 8866 13823 0,'1'-2'608'0,"-1"1"128"0,0 0-592 0,0 1-144 0,0 0 0 0,-1 0 0 16,0 0 1888-16,-1 1 352 0,0 0 64 0,-1 4 0 15,-1 0-192-15,-2 2-32 0,2 1-16 0,-2 3 0 16,0-1-544-16,0 4-112 0,0 2-32 0,0 0 0 16,1 1-560-16,0 2-112 15,-1 3-32-15,3-1 0 0,0 0-224 0,1 1-32 0,1-4-16 0,1-18 0 16,5 32-144-16,-5-32-48 0,0 0 0 0,16 35 0 0,-16-35-208 0,0 0 0 16,0 0 0-16,38 21 0 0,-38-21 0 0,0 0-192 15,34-4 16-15,-22-1-11344 16,-1-1-2256-16</inkml:trace>
  <inkml:trace contextRef="#ctx0" brushRef="#br0" timeOffset="125585.32">9292 8945 11055 0,'-2'0'480'0,"0"2"112"0,1-1-464 0,1 1-128 16,0 0 0-16,0 0 0 0,0 0 1696 0,1 1 320 15,0 3 64-15,1 2 16 0,-2-8-160 0,0 0-16 16,0 0-16-16,0 0 0 15,30 38-336-15,-30-38-64 0,0 0-16 0,0 0 0 0,45 6-576 0,-45-6-112 0,27-5-32 0,-14 2 0 16,-2 0-512-16,0-1-128 0,2-1 0 0,-1-1-128 16,-1 0 0-16,-1 1 0 0,-2 1 0 0,-2-1 0 31,1 0-608-31,-2 1-32 0,-1 1 0 0,-2-2 0 16,0 3-896-16,-2-3-192 0,-1 1-48 0,-1 0-10432 0</inkml:trace>
  <inkml:trace contextRef="#ctx0" brushRef="#br0" timeOffset="125790.59">9418 8857 11055 0,'-4'-4'480'0,"1"3"112"0,2 0-464 0,0 1-128 0,0 0 0 0,0 0 0 16,1 1 1568-16,-1-1 288 0,-1 1 64 0,0 1 16 0,-1 3 256 0,1 1 48 15,1 2 16-15,-1 1 0 0,1 1-368 0,-1 4-80 16,1 0-16-16,-1 4 0 0,1 2-560 0,0-1-112 16,-1 3-32-16,2-1 0 0,-1 0-320 0,1-21-64 15,1 36 0-15,-1-36-16 0,5 33-304 0,-5-33-48 16,0 0-16-16,0 0 0 0,23 37-320 0,-23-37 0 15,0 0 0-15,0 0 0 16,0 0-256-16,39 9-128 0,-30-12-32 0,-1-3-17008 0</inkml:trace>
  <inkml:trace contextRef="#ctx0" brushRef="#br0" timeOffset="126016.57">9596 8889 9215 0,'2'-3'816'0,"0"0"-656"0,0 1-160 0,0 0 0 15,0 2 2496-15,0 0 448 16,0 0 112-16,2 2 16 16,3-2 448-16,-7 0 80 0,0 0 32 0,0 0 0 15,42 11-1760-15,-42-11-336 0,0 0-80 0,0 0-16 16,41 27-736-16,-41-27-160 0,0 0-32 0,31 35 0 16,-31-35-256-16,0 0-48 0,30 48-16 0,-30-48 0 15,16 33-192-15,-16-33 176 0,12 35-176 0,-12-35 160 16,5 31-160-16,-5-31 0 0,-5 29 0 0,-1-15 0 15,-1-2 0-15,-5 0 0 0,0 0 128 0,-2-1-128 0,-3-3 0 0,-2 1 0 16,0-2 0-16,-2-1-18432 16</inkml:trace>
  <inkml:trace contextRef="#ctx0" brushRef="#br0" timeOffset="127011.74">10108 9020 23039 0,'3'0'2048'0,"-1"0"-1648"0,-1 0-400 0,0-2 0 16,0 2 1728-16,0 0 272 0,1-1 48 0,2 0 16 15,-1-1-496-15,3-1-96 0,0-1-32 0,-2 0 0 0,0 0-704 0,1-1-144 16,-3-1-16-16,1-1-16 0,-1 0-272 0,-2 1-48 15,-1 0-16-15,-1-2 0 0,-2 1-224 0,1 0 144 16,-3 0-144-16,-1 0 128 16,-1 0-128-16,0 2 0 0,-2 0 0 0,1 3 128 15,-1-1-128-15,0 4 0 0,2 1 0 0,-2 3 0 16,3-1 0-16,0 4 0 0,-1-1 0 0,1 4 128 16,0 1-128-16,1 0 128 0,1 0-128 0,1 2 128 15,1 0-128-15,0 4 0 0,2 2 144 0,0-1-144 16,1-19 0-16,3 38 144 0,-3-38-144 0,0 0 0 15,15 43 0-15,-15-43 0 0,0 0 0 0,0 0 0 0,36 24 0 0,-36-24 0 16,0 0 0-16,33-7 0 16,-21 3 0-16,-1-5 0 0,2 0 0 0,-1-2 0 0,0 1 144 0,-1-6-144 15,1 1 0-15,0-2 144 0,-2 2-144 0,0-2 0 16,0-1 0-16,0 0 0 0,-3 1 0 0,-1-3 0 16,-1 0 0-16,-1 1-176 0,-2-3 176 0,-2 1-128 15,-2-2 128-15,1-4-128 0,-2 1 128 0,0-2-160 16,1 4 160-16,-1 1-160 0,1 3 160 0,-1 0 0 15,0 2 0-15,1 3 0 0,0 4 0 0,2 4 0 16,-1 2 0-16,1 3 128 0,1 4 96 0,0 3 32 16,-1 0 0-16,0-5 0 0,0 0-32 0,3 45 0 15,-3-45 0-15,2 47 0 0,-1-16-224 0,-1 0 176 16,0 2-176-16,0 0 160 0,-1-1-160 0,0-2 128 16,1-2-128-16,0-3 128 0,0-25-128 0,1 49 0 0,-1-49 0 0,5 45 128 15,-5-45-128-15,8 38 0 0,-8-38 0 0,0 0 0 16,16 39 0-16,-16-39-192 0,0 0 32 0,0 0-12048 15,0 0-2400-15</inkml:trace>
  <inkml:trace contextRef="#ctx0" brushRef="#br0" timeOffset="127258.39">10394 8973 8287 0,'0'3'736'0,"-1"-1"-592"0,1 0-144 0,1 1 0 16,-1-3 2176-16,1 2 416 0,1-2 80 0,2 1 16 16,-4-1 560-16,0 0 112 0,0 0 32 0,34 8 0 15,-34-8-1392-15,27-2-272 0,-27 2-48 0,29-2-16 0,-13-3-848 0,-1 0-176 16,-1 3-48-16,0-3 0 0,-3 1-416 0,-11 4-176 16,21-3 128-16,-21 3-128 0,0 0 0 0,25-2 0 15,-25 2 0-15,0 0 0 16,0 0-656-16,0 0-64 0,0 0-16 0,0 0 0 15,0 0-1696-15,0 0-320 0,0 0-80 0,0 0-10192 16</inkml:trace>
  <inkml:trace contextRef="#ctx0" brushRef="#br0" timeOffset="127450.32">10571 8837 8975 0,'1'-12'192'0,"0"4"32"0,-1 3 16 0,0 3 32 0,1 0-272 0,-1 4 0 15,0-1 0-15,0 0 0 0,0-1 3216 0,0 0 592 16,1 28 112-16,-1-28 32 0,-3 36-1152 0,1-12-240 0,0 0-32 0,-1 0-16 15,1 1-960-15,-1 1-192 0,1 1-32 0,-1 3-16 16,0-1-368-16,1 2-80 0,1-5-16 0,1-26 0 16,4 44-576-16,-4-44-112 0,0 0-32 0,19 39 0 15,-19-39-128-15,0 0 0 0,0 0 0 0,39 14 0 32,-39-14-528-32,26-9-48 0,-12 1 0 0,0-4-16784 0</inkml:trace>
  <inkml:trace contextRef="#ctx0" brushRef="#br0" timeOffset="128513.99">10588 8978 2751 0,'-2'0'256'0,"1"-2"-256"16,1 2 0-16,-1 0 0 0,1 0 848 0,-1-2 128 15,-1 1 32-15,-2 1 0 0,0-2 288 0,0 0 64 16,-1 1 16-16,1 1 0 0,-1 0 64 0,1 0 16 15,0 1 0-15,1 1 0 0,-1 0-112 0,0-1-32 16,2 1 0-16,-1 0 0 0,1-2-224 0,0 2-64 16,1-2 0-16,1 0 0 0,0 0 64 0,0-2 0 15,2 2 0-15,1-2 0 0,0-1-32 0,3-2 0 16,0 3 0-16,0 0 0 0,2-2-160 0,1 0-16 0,0 2-16 0,1 1 0 16,-10 1-96-16,0 0-32 15,35-1 0-15,-35 1 0 0,0 0-368 0,31 1-80 0,-31-1-16 0,0 0 0 16,30 0-448-16,-30 0-80 0,0 0-32 0,25-1-16960 15</inkml:trace>
  <inkml:trace contextRef="#ctx0" brushRef="#br0" timeOffset="143124.35">8414 8471 3679 0,'0'2'320'0,"0"-2"-320"0,0 0 0 0,1 0 0 16,-1 0 864-16,0 0 96 16,0 0 32-16,-1 0 0 0,1 0 160 0,0 0 48 0,0-2 0 0,1 1 0 15,-1 1-64-15,0-2-16 0,1 1 0 0,-1 0 0 16,0 1 16-16,1-2 0 0,-1 2 0 0,0-2 0 15,-1 2-16-15,1 0 0 0,-1 0 0 0,-1 0 0 16,1 2-144-16,-1 0-16 16,-2 0-16-16,0 1 0 0,0 1-256 0,-4 1-48 0,1 2-16 15,-1 0 0-15,-1-1-176 0,-2 3-48 0,-1 2 0 0,-3 1 0 0,0 2-16 0,0-2 0 16,1 2 0-16,1-2 0 0,1 0-240 0,1-1-144 16,3-2 160-16,0 0-160 15,0 0-272-15,2-1-160 0,0-1-16 0,2 0-13536 0</inkml:trace>
  <inkml:trace contextRef="#ctx0" brushRef="#br1" timeOffset="150621.87">13592 8520 1839 0,'0'0'160'15,"-1"0"-160"1,1 0 0-16,0 1 0 0,0-1 256 0,-1 2 32 0,0-2 0 0,0 2 0 15,1-1 128-15,-2 1 32 0,1 1 0 0,-1-2 0 0,1 1 112 0,0 1 16 16,0-2 16 0,-1 0 0-16,2 0 208 0,-1 1 32 0,0-2 16 0,1 0 0 15,0 0 224-15,0 1 32 0,0-1 16 0,0 0 0 16,0 1 64-16,0-2 16 16,0 1 0-16,0 0 0 0,0 0 112 0,1 0 32 0,-1-1 0 0,1 1 0 15,1 0-144-15,-1-2-32 16,1 2 0-16,0-2 0 0,0 1-208 0,-1-2-32 15,2 1-16-15,0 0 0 0,0 0-176 0,0-1-32 0,-1-1-16 0,2 1 0 0,1 1-176 0,-2-1-48 16,2-2 0-16,-1 1 0 16,1 0-96-16,0 0-32 0,0 1 0 0,-2 0 0 15,2 0-64-15,0-2-16 0,-2 2 0 0,1 0 0 16,0 0 0-16,-1 3-16 0,0-2 0 0,0 2 0 16,0 0-48-16,-3 0-16 0,0 0 0 0,0 0 0 15,0 0-176-15,0 0 192 0,0 0-192 0,0 0 192 16,0 0-192-16,16 35 160 0,-16-35-160 0,0 0 160 15,0 0-160-15,12 40 0 0,-12-40 0 0,0 0 128 0,14 36-128 16,-14-36 0-16,0 0 144 0,21 40-144 0,-21-40 0 16,0 0 0-16,26 40 0 0,-26-40 128 0,0 0-128 0,32 38 0 15,-32-38 0-15,0 0 0 0,33 30 0 0,-33-30 0 16,0 0 0-16,0 0 128 0,34 25-128 0,-34-25 0 16,0 0 0-16,0 0 0 0,0 0-192 0,0 0-16 15,29-2 0-15,-27-3 0 16,0 1-2176-16,-1-1-432 0</inkml:trace>
  <inkml:trace contextRef="#ctx0" brushRef="#br1" timeOffset="150827.35">13948 8504 7359 0,'-2'-2'656'0,"1"0"-528"0,-1 2-128 0,1 0 0 15,-1 0 1136-15,0 0 192 0,-3 0 32 0,-3 0 16 16,-3 2 64-16,-4 0 16 0,-1 2 0 15,0 4 0-15,-2-1 112 0,0 4 32 0,-1 1 0 0,0 2 0 16,2 1-16-16,-1 0 0 0,1 1 0 0,1-2 0 16,3 0-592-16,1-2-112 0,2 1-32 0,2-2 0 15,1-2-656-15,1 1-192 0,2-1 0 0,1-2 128 16,1 0-1200-16,2-2-224 0,0-5-48 0,0 0-11616 16</inkml:trace>
  <inkml:trace contextRef="#ctx0" brushRef="#br1" timeOffset="151216.75">14248 8479 12143 0,'14'-4'256'0,"-5"-1"64"0,0 1 16 0,-2 2 16 0,-3-1-352 0,-2 1 0 15,2-1 0-15,2 1 0 0,2-5 1536 0,2 1 256 16,-1 0 32-16,-2 1 16 0,-4 3-624 0,-2 0-112 0,-3 4-16 0,-2 0-16 15,-2 3-112-15,-2 0-32 0,-2 2 0 16,-2 2 0-16,-1 1-512 0,-1-1-96 0,-1 1-32 0,-1 1 0 16,1-1-288-16,-1 0 128 15,0-1-128-15,1 0 0 0,2 0 144 0,3-1-144 0,3-3 0 0,1-2 144 0,2 1 352 16,2-1 64-16,3-1 16 0,0-1 0 0,1-1 112 0,1 0 16 16,1 0 16-16,0 0 0 15,1 0-128-15,0 0-16 0,1 0-16 0,0-1 0 16,-6 1-144-16,0 0-32 0,0 0 0 0,0 0 0 0,32 5 0 0,-32-5-16 15,0 0 0-15,0 0 0 16,0 0-16-16,35 14 0 0,-35-14 0 0,0 0 0 16,0 0-176-16,0 0-48 0,44 15 0 0,-44-15 0 0,0 0-128 0,0 0 0 15,41 8 0-15,-41-8 0 0,0 0-256 16,31 0-96-16,-31 0-16 0,0 0-16368 0</inkml:trace>
  <inkml:trace contextRef="#ctx0" brushRef="#br1" timeOffset="151560.7">14639 8456 8287 0,'3'-2'736'0,"-1"0"-592"16,-1 0-144-16,-1 2 0 0,0 0 1536 0,0 0 256 15,1-1 64-15,0 1 16 0,0 0 288 0,-2 3 48 16,-2 1 16-16,-2 2 0 0,0 2-784 0,-2 2-160 16,-1 3-16-16,-1 0-16 0,1 4-224 0,0-2-32 15,1 1-16-15,1 0 0 0,2-1-144 0,1-1-16 16,3-14-16-16,-1 23 0 0,1-23-160 0,0 0-16 16,0 0-16-16,0 0 0 0,39 31-96 0,-39-31 0 0,29-4-16 0,-12 0 0 15,1-4-224-15,4-2-32 0,0-2-16 0,2-2 0 16,-1-3-224-16,-1 1 0 0,-1-1 128 0,-3-2-128 15,-1 0 0-15,-4 2 0 0,-4 0 128 16,-4 0-128-16,-4 2 0 0,-5 3 0 0,-3 0 0 16,-6 3 0-16,-5 2 0 0,-4 4 0 0,-4 5 0 15,-2 1 0-15,-1 3 0 0,3 2 0 0,2-1 0 0,2 3 0 16,4-1-608-16,0-1-16 0,3 2 0 16,4-1-15984-16</inkml:trace>
  <inkml:trace contextRef="#ctx0" brushRef="#br1" timeOffset="156941.03">13974 9277 5519 0,'1'0'496'0,"-1"-2"-496"15,0 1 0-15,0 1 0 0,0 0 1456 0,0 0 192 0,1 0 32 0,-1 0 16 16,1 0 768-16,-1-2 160 0,1 2 16 0,-1-2 16 16,1 2-496-16,-1-2-112 0,1 1 0 0,-1-1-16 15,0 0-688-15,1 1-144 0,-1 1-32 16,1-3 0-16,0 2-496 0,-1-1-96 0,1 0-32 0,0 1 0 16,-1-1-96-16,0 1-32 15,0 1 0-15,-1 1 0 0,-1 1-48 0,-2 1-16 0,-1 0 0 0,-1 3 0 16,-2 1 0-16,-2 3 0 0,-2 1 0 0,-3-1 0 15,1 4-64-15,-2 1-16 16,-4 3 0-16,-1 4 0 0,-1 1-96 0,-2 1-32 0,-1-1 0 0,0 2 0 16,1 0-144-16,0-1 0 0,3 0 0 0,1-3 128 0,3-2-128 15,3-2 0-15,3-5 0 0,5-3-11968 16,2-2-2336-16</inkml:trace>
  <inkml:trace contextRef="#ctx0" brushRef="#br1" timeOffset="157689.41">13749 9289 8287 0,'-4'-1'736'0,"1"-1"-592"16,2 2-144-16,0 0 0 0,0 0 992 0,0-1 160 0,-1 0 48 0,-2-1 0 15,1-1 592-15,1 1 112 0,0-1 16 0,3 1 16 16,2 0 144-16,1-1 32 0,3-1 0 0,0 1 0 16,0 1-320-16,2 0-64 0,-1-1-16 0,-8 3 0 15,0 0-464-15,28-3-96 0,-28 3 0 0,0 0-16 16,0 0-448-16,41 15-96 0,-41-15-16 0,0 0 0 15,34 31-256-15,-34-31-64 0,27 38-16 0,-27-38 0 16,31 50-240-16,-31-50 144 0,33 56-144 0,-33-56 128 16,33 50-128-16,-33-50 0 0,37 48 0 0,-37-48 0 15,34 35 0-15,-34-35 0 0,31 24 0 0,-31-24 0 16,0 0-944-16,45 9-160 0</inkml:trace>
  <inkml:trace contextRef="#ctx0" brushRef="#br1" timeOffset="158290.89">14066 9258 1839 0,'1'-2'160'0,"-1"0"-160"0,1 1 0 0,-1-2 0 16,1 3 624-16,-1-2 80 0,1 2 32 0,-1-2 0 0,2 0 768 0,-1-3 160 15,-1 2 16-15,1-1 16 0,-1 1 96 0,0 1 0 0,0-1 16 0,-1 1 0 16,1 0-160 0,0 0-48-16,-1 2 0 0,0-2 0 0,-2 2-176 0,0 0-32 15,-1 2-16-15,0 1 0 16,-2 0-336-16,-2 3-64 0,-1 1-16 0,-4 2 0 15,-1 1-176-15,-2 1-32 0,0 1-16 0,-1 0 0 0,-4 2-288 16,2-1-48-16,0 1-16 0,2 0 0 0,0-2-224 0,-1 4-160 16,-1-2 192-16,1 3-192 15,1-1-384-15,3-1-192 0</inkml:trace>
  <inkml:trace contextRef="#ctx0" brushRef="#br1" timeOffset="161524.26">14381 9502 7359 0,'-1'0'656'0,"-1"0"-528"15,1 0-128-15,0-2 0 0,1 2 688 0,-1-2 96 16,-1 1 32-16,0-3 0 0,-2 1 624 0,2 1 128 0,-2-3 32 0,1 0 0 15,1 3 304-15,1-2 64 0,-1 3 16 0,1-1 0 16,0 2-368-16,0 0-64 0,0 0-16 0,0 0 0 16,1 2-256-16,0-1-48 0,0 1-16 0,1 0 0 0,-1-2-208 0,0 0-48 15,0 0-16 1,0 0 0-16,0 0-288 0,0 0-48 0,38 19-16 0,-38-19 0 16,0 0-288-16,35 5-64 0,-35-5-16 0,0 0 0 0,44 4-80 0,-44-4-16 15,0 0 0-15,42 8 0 0,-42-8-128 0,0 0 0 16,38 11 0-16,-38-11 0 0,0 0 0 15,33 10 0-15,-33-10 0 0,0 0 0 16,0 0-624-16,0 0 0 0</inkml:trace>
  <inkml:trace contextRef="#ctx0" brushRef="#br1" timeOffset="162538.9">14653 9253 5519 0,'0'0'496'0,"0"-2"-496"15,1 1 0-15,0 1 0 0,0-2 1216 0,0 2 128 0,1-1 48 0,0 0 0 16,0-1 592-16,2-1 128 0,0-1 32 0,-1 1 0 16,0 1-400-16,0 2-80 0,-2-2 0 0,0 2-16 15,-1 2-528-15,-1-2-96 0,-2 2-32 0,0 0 0 16,-1 1-400-16,-2 2-80 15,0-1 0-15,-2 1-16 0,0 0-176 0,0 2-48 0,-3 0 0 0,0-2 0 16,-1 2 48-16,-1 0 0 0,1-1 0 0,-2 0 0 16,0 1-80-16,1-2-16 0,1 0 0 0,0-1 0 15,0 1-96-15,1 0 0 0,0-3-128 0,2 0 192 0,0-1-192 0,2 1 144 16,0-2-144-16,2 0 128 0,1-2-128 16,0 1 192-16,2-1-192 0,0 2 192 0,1-2-64 0,1-1-128 15,0-1 192-15,1 3-64 16,0-1 128-16,0 0 0 0,0 0 16 0,0 0 0 0,1 1-48 0,-1 1-16 15,1-2 0-15,0 2 0 0,1 0-32 16,-1 0-16-16,-1 0 0 0,0 2 0 0,1-2 96 0,-1 0 0 16,0 0 16-16,1 1 0 0,-1-1-16 15,0 2 0-15,1 0 0 0,-2-2 0 0,0 0 0 0,0 0-16 0,0 0 0 16,0 0 0-16,0 0 0 0,0 0 0 16,38 24 0-16,-38-24 0 0,0 0-64 15,0 0-16-15,39 21 0 0,-39-21 0 0,0 0-160 0,40 20 160 16,-40-20-160-16,0 0 160 0,38 20-160 0,-38-20 0 0,0 0 0 0,0 0 0 15,43 19 0-15,-43-19 0 0,0 0-128 0,32 2-17904 16</inkml:trace>
  <inkml:trace contextRef="#ctx0" brushRef="#br1" timeOffset="163270.71">14895 9262 10127 0,'-2'0'896'0,"0"-2"-704"0,2 2-192 16,-1 0 0-16,1 0 1040 0,-1-1 176 15,1 0 48-15,-2 1 0 0,0-2 464 0,1-1 80 16,2 0 32-16,1 0 0 0,2 0 96 0,2-2 32 16,1 0 0-16,4 1 0 0,0-1-560 0,1 2-128 0,1 1 0 15,0-2-16-15,-13 4-576 0,27-1-112 0,-27 1-32 0,0 0 0 0,37 6-160 0,-37-6-16 16,0 0-16-16,0 0 0 0,31 27-352 0,-31-27 144 16,0 0-144-16,0 0 0 0,9 38 0 0,-12-28 0 15,0-1 0-15,-3 0 0 16,-2 0 0-16,0 0 0 0,-3 0 0 0,-2 0-144 15,1 2-192-15,0-2-48 0,0-1 0 0,0 2 0 0,-1-2 64 0,2 1 16 16,0-2 0-16,1 0 0 0,1 0 304 0,0-2-160 16,2 2 160-16,1-4-128 15,4 2 128-15,0-1 0 0,1-3 0 0,1 0 0 0,0-1 0 0,0 0 0 16,0 0 0-16,0 0 0 0,0 0 128 0,26-2 16 0,-18-2 0 0,1 0 0 16,2 1 176-16,-1-2 16 15,1 0 16-15,0 2 0 0,0-2-224 0,0 1-128 0,1 1 160 0,0 1-160 16,-12 2 0-16,24-5 0 15,-24 5 0-15,25-7 0 0,-25 7-544 0,24-7-208 16,-11 2-32-16,0 1-14192 0</inkml:trace>
  <inkml:trace contextRef="#ctx0" brushRef="#br1" timeOffset="163620.19">15305 9211 12895 0,'3'-8'576'0,"-1"3"112"0,-1 1-560 0,0 1-128 15,-1 2 0-15,0 1 0 16,0 0 1920-16,-1-1 336 0,-1 1 80 0,-1 1 16 0,-2 1-272 0,1 2-48 15,-3 1-16-15,0 2 0 0,0 0-640 0,-1 2-128 16,0 0-32-16,-1 2 0 16,1 1-336-16,1-1-80 15,0 1-16-15,1-2 0 0,1 1-304 0,5-11-64 0,-4 20-16 0,4-20 0 16,0 0-192-16,0 0-32 0,0 0-16 0,15 33 0 0,-15-33-160 0,0 0 0 16,0 0 0-16,36 31 0 0,-36-31 0 0,0 0 0 0,34 23 0 0,-34-23 0 15,0 0 0-15,37 29 0 16,-37-29 0-16,0 0 0 0,36 28 0 0,-36-28 0 15,0 0 0-15,0 0 0 0,34 28 0 0,-34-28 0 16,0 0 0-16,0 0 128 0,0 0-128 0,0 0 0 0,0 0 0 0,0 0 0 31,2 35 128-31,-8-32-128 0,-3 2 0 0,0-2 128 16,-2 1-128-16,-2 1 0 0,-1-2 0 0,-3 1 0 16,0-2 0-16,-3 3 0 0,0-4 0 0,-3 1 0 15,-1-2 0-15,-2 0 0 0,0 0-176 0,-1 0 176 16,1-2-1504-16,2-1-224 0,0-2-32 0,5-2-13312 15</inkml:trace>
  <inkml:trace contextRef="#ctx0" brushRef="#br1" timeOffset="163771.68">15235 9210 7359 0,'18'-9'656'0,"-4"3"-528"16,0 0-128-16,-4 3 0 0,-1 1 2272 0,-3 0 416 15,2 0 96-15,9-3 16 0,9 0 128 0,8-2 16 0,4 0 16 0,0-1 0 16,-2 4-1424-16,-5-1-304 0,-4 3-48 0,-4 0-16 15,-23 2-672-15,37-1-144 0,-37 1-32 0,0 0-14992 16</inkml:trace>
  <inkml:trace contextRef="#ctx0" brushRef="#br1" timeOffset="164523.41">13257 9300 11967 0,'9'-4'1072'0,"-3"1"-864"0,-2-1-208 0,-1 3 0 0,-1-1 1440 0,1 0 240 16,5-5 48-16,4-2 16 0,2-1 464 0,0-2 96 15,-1 3 0-15,-4 2 16 0,-3 2-272 0,-1 2-64 16,-2 2-16-16,-3 1 0 0,0 1-704 16,-3 1-144-16,0 3-32 0,-1-1 0 0,-2 2-608 0,-1 1-128 0,-3 0-32 0,-1 3 0 15,-3 2-320-15,-2 1 0 0,-2-1 0 0,-2 2 128 32,-1-1-128-32,0 1 0 0,0-3 0 0,1 1 0 15,-1 0-224-15,1-2 32 0,2 0 16 0,2-3 0 0,4 0-80 0,1-3 0 16,2 1-16-16,4-4 0 0,0 1 272 0,3 0 0 0,3-2-128 0,1 0 128 15,2-2 0 1,0 0 0-16,2 1 0 0,0-1 0 0,2 1 0 16,0-1 0-16,2 0 0 0,0 0 0 0,-10 2 0 0,19 0 224 0,-19 0-32 0,0 0-16 15,34 2 16-15,-34-2 16 0,0 0 0 0,31 8 0 0,-31-8-208 16,0 0 144-16,32 11-144 0,-32-11 128 16,0 0-128-16,0 0 0 0,40 14 0 0,-40-14 0 0,0 0 0 0,0 0 0 15,0 0 0-15,34 14 0 0,-34-14-320 0,0 0-64 16,0 0 0-16,0 0 0 15,0 0-2048-15,0 0-432 0</inkml:trace>
  <inkml:trace contextRef="#ctx0" brushRef="#br1" timeOffset="164714.56">13123 9540 11967 0,'-8'1'528'0,"1"-1"112"0,2 1-512 0,2-1-128 0,1 0 0 0,1 0 0 15,1 0 1408 1,-2 0 240-16,0 0 48 0,1-1 16 15,1 0 288-15,3-1 64 0,2 0 16 0,2-1 0 16,1 1-160-16,-8 2-48 0,0 0 0 0,38-1 0 16,-38 1-592-16,31 3-112 0,-31-3-16 0,34 9-16 15,-34-9-640-15,36 10-128 0,-36-10-32 0,34 10 0 16,-34-10-336-16,0 0 0 0,45 11 0 0,-45-11 0 16,0 0-224-16,39 7-64 0,-39-7-16 0,0 0-10656 15,0 0-2144-15</inkml:trace>
  <inkml:trace contextRef="#ctx0" brushRef="#br1" timeOffset="166844.76">12678 9417 9215 0,'-2'-4'816'0,"1"-1"-656"0,0 2-160 0,1 3 0 15,-1-3 816-15,0 1 128 0,0-3 16 0,-2-2 16 0,-1-3 848 0,-1-1 160 16,0 2 48-16,0 3 0 0,0 2-432 0,1 2-64 16,-1 2-32-16,0 3 0 0,1 3-544 0,-2 1-128 15,1 3 0-15,-1 2-16 0,1 4-320 0,-2 3-64 16,0 2-16-16,0 3 0 0,0 2-176 0,0 0-48 16,1 2 0-16,1-1 0 0,2 1-64 0,1-4-128 15,2-24 176-15,3 35-176 0,-3-35 192 0,0 0-192 16,0 0 192-16,31 36-192 0,-31-36 160 0,29 0-160 15,-14-4 128-15,3-4-128 0,1 1 544 0,0-5 32 16,0-2 0-16,3-3 0 0,-2 1-320 0,1-3-64 0,-1 1-16 16,-1-2 0-16,-4 1-176 0,-1-3 0 0,-2 1 0 0,-3 1 0 15,-4 2-160-15,-5-1 160 0,-3 3-208 16,-6 0 80-16,0 3-192 0,-6 2-48 0,-5-1 0 0,-5 1 0 31,-2 2-1648-31,-1 3-336 0,3 1-64 0,0 3-5712 0,3 4-1136 0</inkml:trace>
  <inkml:trace contextRef="#ctx0" brushRef="#br1" timeOffset="167883.11">13898 10029 9215 0,'-4'4'816'0,"0"1"-656"0,1-3-160 15,0 0 0-15,2 1 768 0,0-3 112 0,1 2 16 0,-1 1 16 16,-1 1 1040-16,-1 1 208 0,-1 1 32 0,2-2 16 16,1-1-176-16,1-2-48 0,1 0 0 0,0-3 0 15,2-1-480-15,0 0-96 0,1-1-32 0,0-1 0 16,1-1-560-16,0-2-112 0,2 1-32 0,-2-1 0 0,2 1-416 0,-1-1-64 16,1-1-32-16,-1 1 0 0,0 0-160 0,1 1 0 15,-1 2 0-15,0 1 128 0,0 1-128 0,-1 0 128 16,-1 1-128-16,1 0 128 0,-1 2 0 0,-4 0 0 0,0 0 0 0,0 0 0 31,0 0 16-31,0 0 0 0,0 0 0 0,28 36 0 0,-28-36 64 0,0 0 16 0,19 38 0 0,-19-38 0 16,0 0-64-16,24 44-16 15,-24-44 0-15,23 34 0 0,-23-34-144 0,0 0 0 0,35 40 144 0,-35-40-144 16,0 0 0 0,39 34 0-16,-39-34 0 0,0 0 128 15,42 25-128-15,-42-25 0 0,0 0 0 0,35 10 0 0,-35-10-224 0,0 0-64 0,28-7-16 0,-19-1 0 16,-2 2-1776-16,-1-4-352 0</inkml:trace>
  <inkml:trace contextRef="#ctx0" brushRef="#br1" timeOffset="168009.79">14269 9950 9215 0,'-4'-2'816'0,"0"2"-656"0,1 0-160 0,1 1 0 16,0 0 1760-16,-1 2 320 15,-4 1 64-15,-5 3 16 0,-5 4-176 0,-3 4-48 16,-2 5 0-16,-2 3 0 0,-2 1-608 0,0 2-128 15,-2 2-32-15,1-1 0 0,-1 1-752 0,1-2-160 16,3-2-16-16,2-3-8720 0,2-1-1744 0</inkml:trace>
  <inkml:trace contextRef="#ctx0" brushRef="#br1" timeOffset="169769.34">14695 9917 11967 0,'-3'0'1072'0,"1"0"-864"0,1 2-208 0,0-2 0 15,0 0 1152-15,1 0 176 0,-2 3 32 0,-2-3 16 16,-1 2 480-16,1 0 112 0,0-1 16 0,0 1 0 16,2 0-224-16,1-2-32 0,1 0-16 0,0 0 0 15,0 1-608-15,1-1-112 0,1 0-32 0,-2 0 0 16,0 0-208-16,0 0-48 0,0 0-16 0,0 0 0 16,33 6-32-16,-33-6 0 0,0 0 0 0,0 0 0 0,44 14-208 0,-44-14-32 15,0 0-16-15,47 12 0 16,-47-12-208-16,0 0-64 0,45 6 0 0,-45-6 0 0,0 0-128 0,41 4 0 15,-41-4 0-15,0 0 128 0,34 2-128 0,-34-2 0 16,0 0 0-16,0 0 0 0,32 2 0 0,-32-2 0 16,0 0 0-16,0 0 0 15,0 0 0-15,0 0 0 0,0 0 0 0,0 0 0 0,0 0 0 0,0 0 0 16,0 0 0-16,-5 12 0 16,-1-9 0-16,-1 2 0 0,0 1 0 0,-3 0 0 0,1 3 0 15,-1-2 0-15,0 0 0 0,-2 0 0 0,1 3-128 0,-2-3 128 0,0 2 0 0,1 1 0 16,-1-1-192-1,-1-1 48-15,0 1 0 0,1-2 0 16,1 0-736-16,1 0-144 0,2-2-16 0,1-3-15600 0</inkml:trace>
  <inkml:trace contextRef="#ctx0" brushRef="#br1" timeOffset="171812.96">14834 10107 1839 0,'1'-1'160'16,"0"1"-160"-1,0-2 0-15,-1 2 0 0,1-1 448 0,0 0 48 16,0-1 16-16,0-1 0 0,2-1 368 0,0 1 80 15,1-4 0-15,-2 2 16 0,0 3 96 0,1-2 16 16,-1 1 0-16,-1 2 0 0,-1-1 0 0,0 2 16 16,0-1 0-16,-1 1 0 0,0 0-192 0,0 1-32 15,-1-1-16-15,1 0 0 0,-1 2-224 0,0-1-64 16,0 1 0-16,-1 0 0 0,0 1 16 0,0-1 0 16,0 1 0-16,-2 1 0 0,1-1 48 0,0-1 16 0,-2 2 0 0,0 0 0 15,-1 1-144-15,1-1-16 0,0 0-16 0,0 0 0 16,-1-1 80-16,0 2 16 0,-2 0 0 0,1-1 0 15,-1 2-112-15,0 0-16 0,1 0 0 0,-1 1 0 16,1 0-176-16,0-1-32 0,1 2-16 0,0-3 0 16,2 2 0-16,-1-3 0 0,2 2 0 0,1-1 0 15,0-2-32-15,2 0 0 0,1-3 0 0,0 2 0 16,1-2-192-16,2-2 0 0,-1-1 0 0,2-1 0 16,1 0 0-16,0-2 0 0,2 2 0 0,0-4 0 15,1 2-208-15,0-2-48 0,0 1 0 0,2 0 0 16,-1 0-400-16,0 0-96 0,-1 0-16 0,-3 2 0 15,1 0 208-15,-1 0 48 0,1 1 0 0,-2-1 0 0,1 2 272 0,-2-1 64 16,0 2 16-16,-3 0 0 0,1 1 160 0,-2 1 0 16,-1 0 0-16,0 1 0 0,-1 1 128 0,0 0-128 15,1 0 128-15,-2 0-128 0,-1 1 208 0,1-1-16 16,0 1-16-16,-2-2 0 0,2 2-16 0,-3 0 0 16,3 0 0-16,-1 1 0 0,1-2 0 0,0 0 0 15,-1 1 0-15,1 0 0 0,1 1 48 0,-1-2 16 16,1 1 0-16,0 0 0 0,0 1 48 0,1-2 16 0,0 0 0 15,0 1 0-15,2-3-48 0,0 1-16 0,2-1 0 0,-1 0 0 16,1-1-224-16,0 1 0 0,2-3 0 0,0 1 0 16,0 0-272-16,1-2-112 0,2 1 0 0,-1-2-8592 15,2 1-1712-15</inkml:trace>
  <inkml:trace contextRef="#ctx0" brushRef="#br1" timeOffset="172667.54">15121 9972 6447 0,'-6'0'576'0,"1"0"-576"0,2 0 0 0,0-2 0 15,2 2 896-15,0 0 80 0,0 0 16 0,-1 0 0 31,-1 0 736-31,1 0 160 0,-2 0 32 0,2 0 0 0,0-1-176 0,2 1-16 0,1 0-16 0,1-2 0 16,-2 2-304-16,0 0-64 0,0 0-16 0,20-5 0 31,-20 5-496-31,17-5-80 0,-17 5-32 0,0 0 0 0,30-5-96 0,-30 5-32 0,0 0 0 0,30-2 0 16,-30 2-160-16,0 0-48 0,0 0 0 0,32 7 0 16,-32-7-96-16,0 0-32 0,0 0 0 0,0 0 0 15,0 0-128-15,0 0-128 16,19 33 192-16,-19-33-192 0,0 0 128 0,-6 19-128 15,3-14 0-15,-2 0 0 0,0 2 0 0,-2-2 0 16,0 2 0-16,-1 0 0 0,-2 0 0 0,1 0 0 16,-2 0 0-16,1 0 0 0,-1 1 0 0,0 1 128 15,1-1-128-15,1 0 0 0,0 1 240 0,1-1-64 16,3-2-16-16,-2 0 0 0,3 0 80 0,0 0 16 16,2-1 0-16,2-3 0 0,0-2-64 0,0 0 0 15,0 0 0-15,0 0 0 0,0 0-192 0,27 0 176 16,-17-4-176-16,1-2 160 0,2 2-16 0,1-1 0 0,1-2 0 0,0 2 0 15,0 0-144-15,0-1 0 16,-2 0 0-16,0 2 0 16,1-3-560-16,-2 2-32 0,-1 0-16 0,0 0 0 15,0 1-1168-15,0-1-224 0,0-1-48 0,-1 1-16 16,1-1-560-16,-1 2-128 0,-1-3 0 0,0 0-7264 0</inkml:trace>
  <inkml:trace contextRef="#ctx0" brushRef="#br1" timeOffset="173035.8">15458 9936 2751 0,'5'-12'128'0,"-2"7"16"15,-1-2-144-15,0 3 0 0,-1 2 0 0,-1 1 0 16,1-1 1536-16,0-1 288 0,1-1 48 0,0 1 16 0,-1-1 944 0,0 3 192 16,-1-1 48-16,-2 2 0 0,0 2-496 0,-2 1-80 15,0 2-32-15,0-1 0 16,-1 1-832-16,0 2-160 0,-1 0-48 0,0 0 0 0,-1 3-560 0,1-3-112 16,0 0-32-16,0 1 0 0,1-2-208 0,1 0-64 15,1 0 0-15,1-1 0 0,1 0-144 0,1-5-48 16,0 0 0-16,0 0 0 0,0 0-256 0,0 0 160 15,0 0-160-15,24 35 128 0,-24-35-128 0,0 0 0 16,0 0 0-16,32 26 0 0,-32-26 0 0,0 0 0 16,0 0 128-16,32 29-128 0,-32-29 0 0,0 0 0 0,0 0 0 0,0 0 0 15,30 30 0-15,-30-30 0 0,0 0 0 0,0 0 0 16,0 0 0-16,0 0 0 0,0 0 128 0,0 0-128 16,0 0 0-16,4 30 0 0,-8-28 0 0,-1 0 0 15,-1 0 0-15,-1 0 0 0,-1-1 0 0,-1 3 0 16,0-3 0-16,-3 1 0 0,0 0 0 0,-1 0 0 15,-1 1 0-15,-1-1-224 0,-2 1 80 0,2-1 16 16,-2 0-1376-16,1-2-272 0,2 0-48 0,2-1-8832 16,3-2-1760-16</inkml:trace>
  <inkml:trace contextRef="#ctx0" brushRef="#br1" timeOffset="173193.93">15425 9910 12895 0,'0'0'576'0,"0"0"112"0,21-7-560 0,-21 7-128 15,0 0 0-15,0 0 0 0,26-3 2352 0,-26 3 432 0,35-4 96 0,-7 1 0 32,4-2-144-32,1-1-48 0,-1 0 0 0,-3 2 0 0,-3-3-1392 0,-3 2-272 15,-2 0-64-15,-3 1-16576 0</inkml:trace>
  <inkml:trace contextRef="#ctx0" brushRef="#br0" timeOffset="179277.16">4279 10851 2751 0,'-3'-3'256'0,"2"1"-256"0,0 2 0 0,2-1 0 0,-1 0 1344 0,0 1 240 16,0-2 32-16,1 0 16 0,2-1 272 0,-1 0 48 16,1 1 16-16,0 0 0 15,2-1-112-15,0 3 0 0,1 0-16 0,3-2 0 16,-9 2-80-16,0 0-16 0,0 0 0 0,47 5 0 0,-47-5-672 0,0 0-144 0,43 7-32 0,-43-7 0 16,0 0-608-16,49 9-128 0,-49-9-32 0,0 0 0 31,47 5-128-31,-47-5 0 0,0 0 0 0,43-3 0 15,-31 1-320-15,-2-2 0 0,-3 1 0 0,-1 1 0 16,-2 0-960-16,-2 2-192 16,-1-1-48-16,-3 2 0 0,1 1-1008 15,-4 0-208-15</inkml:trace>
  <inkml:trace contextRef="#ctx0" brushRef="#br0" timeOffset="179574.09">4349 10901 3327 0,'-1'0'0'0,"0"0"144"0,0 0-144 0,1 0 192 0,0 0-192 0,0 0 0 16,-1-2 0-16,0 1 0 0,-1-1 1152 0,0 1 192 16,1 0 32-16,0 1 16 0,1-2 0 0,-1 2 0 15,0 0 0-15,0 2 0 0,-1 0-32 0,0 1 0 16,1 2 0-16,0 1 0 0,0 4 32 0,0 2 0 16,0 2 0-16,1 2 0 0,1 6-176 0,0 2-48 15,0 4 0-15,1-2 0 0,0 0-384 0,0 0-80 16,-1 2 0-16,0-1-16 0,-1 1-256 0,0-2-48 15,0 0-16-15,0 1 0 0,1-1-224 0,-1 0-144 0,0-3 192 16,0-2-192-16,0-1 0 0,1-5 0 0,-1-15 0 0,3 25 0 31,-2-17-432-31,0-2-144 0,1-3-16 0,-1-1-16 16,1-2-1152-16,-1-3-224 0,2-1-64 0,0-4-8960 0</inkml:trace>
  <inkml:trace contextRef="#ctx0" brushRef="#br0" timeOffset="179767.23">4355 11204 8287 0,'-3'-2'368'0,"1"2"80"0,2-2-448 16,0 2 0-16,0-2 0 0,0 1 0 0,0 1 1440 0,2-2 208 15,1 0 32-15,2 1 16 16,0-3 464-16,4 1 80 0,0-1 32 0,2 1 0 0,-11 3-368 0,28-7-80 16,-28 7-16-16,35-7 0 0,-35 7-784 0,0 0-176 15,46-2-16-15,-46 2-16 0,36 2-624 0,-36-2-192 16,0 0 128-16,41 0-128 0,-41 0 0 0,0 0-256 15,0 0 64-15,34-5 0 16,-26 0-1040-16,1 1-208 0,-1-3-32 0,-2 2-11056 0</inkml:trace>
  <inkml:trace contextRef="#ctx0" brushRef="#br0" timeOffset="180015.43">4774 10993 9327 0,'-2'-2'192'0,"2"-1"64"0,-1 3 0 0,0-2 0 0,1 2-256 0,-1-1 0 0,0 1 0 0,-2-1 0 16,0 1 2912-16,-2 0 528 0,-1 0 96 0,0 1 32 16,-1 2-2144-16,0 2-416 0,0 0-96 0,1 2-16 15,-1 3 192-15,1 2 48 0,-1 2 0 0,2 2 0 16,-1 2-208-16,1 2-32 0,1 1-16 0,1 2 0 16,1 0-288-16,1 0-48 0,2 1-16 0,1-3 0 15,-2-21-240-15,8 38-48 0,-8-38-16 0,13 34 0 16,-13-34-224-16,0 0 0 0,28 44 0 0,-28-44 0 15,0 0-256-15,32 27-160 0,-32-27-32 0,0 0 0 16,0 0-2064-16,39 11-432 0</inkml:trace>
  <inkml:trace contextRef="#ctx0" brushRef="#br0" timeOffset="180221.28">4894 11086 12895 0,'-4'4'576'0,"2"-1"112"0,2 0-560 0,0 1-128 0,0-2 0 16,1 1 0-16,0 2 1296 0,-1-5 240 0,0 0 32 0,17 44 16 16,-17-44 16-16,22 43 0 0,-22-43 0 0,23 39 0 15,-23-39-432-15,25 32-80 16,-25-32 0-16,27 31-16 0,-27-31-720 0,29 29-144 0,-29-29-16 0,0 0-16 16,39 30-864-1,-39-30-160-15,0 0-48 0,0 0-11024 0</inkml:trace>
  <inkml:trace contextRef="#ctx0" brushRef="#br0" timeOffset="180395.11">5138 11084 6447 0,'-5'-2'272'0,"2"2"80"0,1 2-352 0,0-2 0 16,0 2 0-16,0 0 0 0,-2 5 1504 0,-1 1 224 16,-4 8 64-16,-2 7 0 0,-3 4 0 0,-2 1 0 15,-1 1 0-15,0-1 0 0,2-2-480 0,-1-1-96 16,1-4 0-16,2-3-16 15,1-1-352-15,0-3-64 0,1 0-16 0,1-4 0 0,2-3-912 0,3-3-192 16,1-1-48-16,1-3-10976 0</inkml:trace>
  <inkml:trace contextRef="#ctx0" brushRef="#br0" timeOffset="180647.55">5164 10986 15663 0,'3'0'1392'0,"0"2"-1120"0,1-2-272 0,-1 1 0 16,-1 1 1280-16,-2-2 208 0,0 0 48 0,0 0 0 16,43 31 208-16,-43-31 48 0,41 38 16 0,-41-38 0 15,38 40-608-15,-38-40-128 0,33 42-32 0,-33-42 0 16,29 43-192-16,-29-43-32 0,19 41-16 0,-19-41 0 16,11 40-352-16,-10-21-64 0,-1 0 0 0,-2 0-16 0,-2-2-368 0,-2-2 0 15,-2 0 0-15,-2 2 0 16,-2-3 0-16,-1 0 0 0,-3-2 0 0,2-2 0 15,-1-1-1536 1,-2-2-240-16</inkml:trace>
  <inkml:trace contextRef="#ctx0" brushRef="#br0" timeOffset="180982.87">5533 11026 7135 0,'-2'-2'144'0,"1"1"48"0,0 0 0 15,0 1 16-15,0 0-208 0,0 0 0 0,1 0 0 0,0 1 0 0,0 0 2496 16,-1 1 448-16,2 1 80 0,-1-1 32 0,0-2-208 0,0 0-32 16,0 0-16-16,0 0 0 0,0 0-912 0,38 5-176 15,-38-5-48-15,0 0 0 0,37-9-848 0,-37 9-176 16,27-5-48-16,-27 5 0 0,0 0-416 0,38-5-176 16,-38 5 128-16,0 0-128 0,0 0 0 0,40 0 0 15,-40 0-192-15,0 0 192 16,0 0-1920-16,0 0-256 0</inkml:trace>
  <inkml:trace contextRef="#ctx0" brushRef="#br0" timeOffset="181168.49">5512 11150 12959 0,'-5'4'272'0,"2"-1"64"0,0-1 16 0,2 1 32 0,1-3-384 0,0 2 0 15,0-2 0-15,1 2 0 0,2 1 2864 0,-3-3 496 0,0 0 96 0,0 0 32 16,39 9-640-16,-39-9-128 0,0 0-32 0,52-2 0 0,-52 2-1280 0,43-5-272 15,-43 5-48-15,43-5-16 0,-43 5-800 0,36-4-144 16,-36 4-128-16,29-5-11552 16,-29 5-2400-16</inkml:trace>
  <inkml:trace contextRef="#ctx0" brushRef="#br0" timeOffset="182269.52">6561 10138 13823 0,'0'-1'1216'0,"0"0"-960"0,-1 1-256 0,0 0 0 15,1-1 1584-15,-1 1 272 16,0-2 48-16,-2 1 16 0,1-2 256 0,-1 0 64 0,0-2 16 0,0 0 0 16,0 0-896-16,0 0-176 0,1-1-32 0,0 0-16 0,-1 2-480 0,-2 0-80 15,2 1-32-15,-3 0 0 0,0 0-176 0,-2 2-48 16,0 1 0-16,-2 0 0 0,0 0-16 0,-1 2-16 15,-1 0 0-15,-1 1 0 0,1 0-64 0,0 1-16 16,0 1 0-16,2 2 0 16,1-2 0-16,1 3 0 0,0 3 0 0,0-1 0 0,2 3 32 0,-2 2 0 15,4 1 0-15,-2 3 0 0,2 2-240 0,2 3 176 16,0 2-176-16,2 0 160 0,2 0-160 0,0 3 128 16,1-1-128-16,0-2 128 0,-3-26-128 0,7 51 128 15,-3-21-128-15,1-4 128 0,-2 2-128 0,1-1 0 0,-1 3 0 0,0-1 0 16,0-1 0-16,-2-2 0 0,0 0 0 0,-1-2 0 31,0-4 0-31,-2 0 0 0,1 0 0 0,-2-2 0 16,-1-1 0-16,0 0 0 0,1-3 0 0,-3 0 0 15,2-1 0-15,-2 0 0 0,0-1 0 0,0-2 0 16,0-1 0-16,2-3 0 0,-2 0 0 0,1-3 0 16,1-1 0-16,-1-2 0 0,2 0 0 0,-1-2 0 15,0-1 0-15,0-2-176 0,2 1 176 0,-2-2-128 16,1 0-96-16,1-2-16 0,0 1 0 0,1 0 0 15,-1 0 32-15,1 0 0 0,1-2 0 0,0 4 0 16,1 0 16-16,0 0 0 0,0 3 0 0,0 0 0 0,2 2 64 0,-1 0 128 16,1 0-208-16,0 3 80 0,-1 0 128 0,-2-3 0 15,0 0 0-15,0 0 0 0,0 0 0 0,0 0 0 16,24 36 0-16,-24-36 0 0,0 0 0 0,0 0 0 16,0 0 0-16,15 36 128 0,-15-36-128 0,0 0 0 15,0 0 0-15,3 33 0 0,-4-22 0 0,-1-1 0 16,0 2 0-16,-1 2 128 0,0-2-128 0,-1 3 0 15,1 1 0-15,0 1 0 0,0-1 0 0,0 4 0 16,1 1 0-16,1 4 0 0,1-1 0 0,-1 0 0 0,2 0 0 0,-1 3 0 16,2 3 0-16,1 5 0 0,1 1 0 15,-1 2 0-15,2 0 0 0,1-2 0 0,-2 1 0 0,2-4 0 16,-1-1 0-16,1 0 0 0,1-1 0 16,2-5 0-16,-9-26 0 0,16 50 0 0,-16-50 0 0,17 38 0 15,-17-38 0-15,0 0-128 0,21 38 128 16,-21-38 0-16,0 0-336 0,0 0 16 0,0 0 0 0,0 0-10512 15,39 9-2096-15</inkml:trace>
  <inkml:trace contextRef="#ctx0" brushRef="#br0" timeOffset="183026.49">7102 10040 6447 0,'-2'-2'576'0,"0"0"-576"16,1 2 0-16,1 0 0 16,0 0 1024-16,0-2 80 0,-1 1 32 0,-1-4 0 15,-1 3 512-15,0 0 96 0,0-1 32 0,1 3 0 0,0-2-240 0,0 4-32 0,1-2-16 0,-2 3 0 16,1 0-448-16,0 1-80 0,-1 4-32 0,0 1 0 16,-1 2-240-16,0 1-48 0,0 3-16 0,0 1 0 15,1 0 16-15,0 2 16 0,0 2 0 0,0 3 0 16,2 0-112-16,0 0-32 0,2 1 0 0,-1-3 0 15,0-21 64-15,5 40 16 16,-5-40 0-16,7 29 0 0,-7-29-128 0,0 0-16 0,0 0-16 0,0 0 0 16,37 31-224-16,-37-31-32 0,0 0-16 15,38-8 0-15,-24 0 80 0,1-2 16 0,0-2 0 0,1-2 0 0,1-3-64 0,-2 0 0 16,1-1 0-16,-3 1 0 0,-3 2-192 0,0-1 128 16,2-3-128-16,-4 0 0 0,-1 0 0 0,-1 0 0 31,-3 1 0-31,-2 0 0 0,-2 2 0 0,-3-3 0 15,-2 0 0-15,-2 3 0 0,-3 1 0 0,-3 4-192 0,-2 3 192 0,-2 4-160 32,-3 1-752-32,1 3-160 0,2 1-16 0,3 3-16 15,2 0-976-15,0 4-192 0</inkml:trace>
  <inkml:trace contextRef="#ctx0" brushRef="#br0" timeOffset="183940.82">6995 10816 11055 0,'0'0'976'16,"-2"0"-784"-16,1 0-192 0,0 0 0 15,0 0 1232-15,-5 0 1680 0,2 0-1424 0,-2 0 496 0,2 0 112 16,1-2 16-16,0 1 0 0,2-3-320 0,2 1-64 16,1-1-16-16,2-1 0 0,0 0-784 0,3-2-160 15,0 0-16-15,1-1-16 0,2-1-288 0,0 0-48 16,1 1-16-16,-1 1 0 0,1-1-208 16,0 2-48-16,-1-1-128 0,0 2 192 0,0 0-192 0,-10 5 0 15,0 0 0-15,33-2 0 0,-33 2 0 0,0 0 128 16,0 0-128-16,39 28 0 0,-39-28 0 0,19 31 0 15,-19-31 0-15,18 38 0 16,-18-38 0-16,14 41 0 0,-14-41 0 0,13 40 0 0,-13-40 128 0,13 31-128 16,-13-31 0-16,0 0 0 0,0 0 0 0,0 0-160 15,30 33 0-15,-24-35 0 16,-1-1-1424-16,1-2-272 0,0-4-64 0,3-3-11408 0</inkml:trace>
  <inkml:trace contextRef="#ctx0" brushRef="#br0" timeOffset="184082.62">7333 10676 5519 0,'-3'0'496'0,"0"0"-496"0,2 2 0 0,-1 0 0 16,0 0 1760-16,-2 4 256 0,-3 1 48 0,-6 7 16 16,-5 7 464-16,-2 7 80 0,-2-1 32 0,-1 1 0 15,1 1-1264-15,2-3-256 0,-2 2-48 0,2-2-16 16,1 0-896-16,2-4-176 0,3-3 0 0,3-3-11744 16</inkml:trace>
  <inkml:trace contextRef="#ctx0" brushRef="#br0" timeOffset="184430.61">6814 11001 8287 0,'-4'0'368'0,"2"0"80"0,0 0-448 0,0 0 0 0,2 0 0 0,-1 0 0 15,0 2 1792-15,-1-2 288 0,-1 3 48 0,-1 1 16 0,2 0 464 0,-1 1 80 0,1 0 32 0,1 0 0 16,1 0-752-16,1-1-160 16,0-1-16-16,2 0-16 0,-3-3-784 0,0 0-160 0,0 0-16 0,0 0-16 15,0 0-240-15,45 6-48 16,-45-6-16-16,32-6 0 0,-32 6-16 0,39-8 0 16,-39 8 0-16,47-10 0 0,-47 10-144 0,55-9-16 15,-25 4-16-15,3 1 0 0,2 1-112 0,3-1-32 16,4 3 0-16,-2 1 0 0,0-2-160 0,-2 2 0 0,-2 0 144 0,0 0-144 0,-3 0 0 0,-1-2 144 31,-2-1-144-31,-1-2 0 0,-29 5 0 0,47-8 0 0,-47 8 0 0,39-8 0 0,-39 8 0 0,0 0 0 16,30-7 0-16,-27 7 0 15,-3 0-432-15,-4 0-144 0</inkml:trace>
  <inkml:trace contextRef="#ctx0" brushRef="#br0" timeOffset="185332.81">7005 11169 7359 0,'-1'0'656'15,"0"0"-528"-15,1 0-128 0,0 0 0 0,-1 2 1280 0,0-2 240 16,-1 1 32-16,-1 1 16 0,1 1 608 0,-2 0 128 15,1 0 32-15,0-1 0 0,1-1-480 0,-1 1-80 0,2-1-32 0,-1 0 0 16,1-1-592-16,0 0-112 0,0 0-16 0,0 0-16 16,0 0-304-16,1 0-64 0,0-1-16 0,0 0 0 15,0 1-176-15,0-2-48 0,0 1 0 0,0-1 0 16,1 0-80-16,-1 1 0 0,1 1-16 0,0-2 0 16,-1 2 0-16,1-1 0 0,-1 0 0 0,1 1 0 15,0-2-32-15,-1 2 0 0,1 0 0 0,-1 0 0 16,1 0-80-16,0 0 0 0,-1 0-16 0,1 0 0 15,-1 0-176-15,1 0 192 0,-1 0-192 0,0 0 192 0,1 0-192 0,1 0 0 16,-1 0 144-16,1 0-144 0,1-2 0 0,0 1 144 16,0-1-144-16,2 0 0 0,-1 1 160 0,0-1-160 15,1 2 128-15,0-2-128 0,0-1 144 0,-5 3-144 16,0 0 160-16,0 0-160 0,0 0 0 0,0 0 128 16,38 5-128-16,-38-5 0 0,0 0 0 0,0 0 0 15,0 0 0-15,0 0 0 0,30 28 0 0,-30-28 0 0,0 0 0 16,1 22 0-16,-2-18 0 0,-1 2 0 15,-2 0 0-15,1-1 0 0,-2 0 0 0,0 0 0 0,-1 2 0 0,-1-3 0 16,1 2 0-16,-1-1 0 0,1-1 0 0,-2 1 0 16,1-1 0-16,0 1 0 0,-1 0 0 0,2-1 0 15,0-1 0-15,1 2 0 0,-2-1 0 0,1 1 0 16,1 1 0-16,-1-2 0 0,3 3 0 0,-1-3 0 16,1-1 0-16,0 2 0 0,2-3 0 0,0 0 0 15,1 1 0-15,1-1 0 0,0 0 0 0,1-2 0 16,2 0 0-16,0-2 0 0,1 2 0 0,2-3 0 0,-1 1 0 15,-6 2 0-15,0 0 0 0,27-7 0 0,-27 7 0 0,0 0 0 16,31-9 0-16,-31 9 0 0,0 0 0 0,34-8 0 16,-34 8 0-16,0 0 0 0,34-6 0 0,-34 6 0 15,0 0 0-15,30-6 0 0,-30 6-320 0,0 0-64 16,28-11-16-16,-18 5-11232 16,0 0-2240-16</inkml:trace>
  <inkml:trace contextRef="#ctx0" brushRef="#br0" timeOffset="185681.44">7327 11140 11055 0,'1'-1'480'0,"-1"0"112"0,0 1-464 0,0 0-128 0,0 0 0 0,-1 0 0 15,1 0 1984-15,0 2 384 0,-2 1 80 0,-1 4 16 16,0-2 96-16,-1 4 0 0,-3 1 16 0,1 1 0 16,-1 1-944-16,1 0-192 15,-1-2-32-15,1-1-16 0,2 3-576 0,-2-3-112 0,2 1-32 0,0-1 0 16,2 1-176-16,1-5-48 15,2 2 0-15,1-3 0 0,-2-4-160 0,0 0-32 16,0 0-16-16,0 0 0 0,0 0-240 0,39 12 128 0,-39-12-128 0,0 0 0 16,0 0 0-16,41 5 0 15,-41-5 0-15,0 0 0 0,0 0 0 0,0 0 0 0,44 12 0 0,-44-12 0 0,0 0 0 0,0 0 0 16,0 0 0-16,0 0 0 0,0 0 0 0,19 31 0 31,-21-27 0-31,-1 1 0 0,-1 0 0 0,-1-1 128 0,-2 2-128 0,0-2 0 0,-1 3 0 0,-2-2 0 16,0 2 0-16,0-2 0 0,-1 2 0 0,-1-2 0 15,1-1 0-15,-1 1 0 0,-1-2-256 0,1 0 16 16,2-2 0-16,1-1 0 31,2-2-1712-31,0-3-352 0,2-2-64 0,3-2-12288 0</inkml:trace>
  <inkml:trace contextRef="#ctx0" brushRef="#br0" timeOffset="185853.95">7281 11139 9215 0,'2'-1'400'0,"-1"-1"96"0,0 2-496 0,1 0 0 0,-1 0 0 0,0 0 0 16,2 2 2432-16,-3-2 400 0,0 0 80 0,0 0 16 16,0 0 288-16,53 12 64 0,-53-12 16 0,0 0 0 15,50 1-1392-15,-50-1-288 0,35-3-48 0,-35 3-16 16,34-6-928-16,-34 6-192 0,30-6-48 0,-30 6 0 16,0 0-384-16,33-2-144 0,-33 2 0 0,0 0-16880 15</inkml:trace>
  <inkml:trace contextRef="#ctx0" brushRef="#br0" timeOffset="186371.35">7074 11780 15663 0,'1'1'1392'0,"-1"1"-1120"15,0 0-272-15,-1-2 0 0,1 1 1184 0,0 3 176 16,-1 1 48-16,0 6 0 0,1 4 528 0,-1 2 112 0,0 2 32 0,0 2 0 16,0-3-480-16,-1 4-112 15,0-1-16-15,0 0 0 0,0 1-464 0,1-1-112 0,-1-2 0 0,0 0-16 16,1-4-464-16,0-1-96 0,1-2 0 0,-1-2-16 16,1-1-304-16,-1 0 0 0,1-2 0 0,-1 0 0 31,0-2-640-31,1 0-48 0,-1-1 0 0,0-3-15344 0</inkml:trace>
  <inkml:trace contextRef="#ctx0" brushRef="#br0" timeOffset="187415.11">6393 11664 1839 0,'-1'-2'160'16,"0"0"-160"-16,1 2 0 0,0-2 0 0,0 1 736 0,0-1 112 15,-1-1 32-15,0 0 0 0,1-3 496 0,-1 1 96 16,2 1 32-16,-1 1 0 0,0-1 544 0,0 3 96 16,0 1 32-16,0 0 0 0,0 2-288 0,1 2-48 15,-1 1-16-15,0 1 0 0,0 3-432 0,0-1-96 16,0 1-16-16,0 0 0 0,0 1-704 0,0-2-128 0,0 1-48 0,0 2 0 16,-1-1-256-16,1-3-144 0,-1 2 160 0,1-1-160 15,-1 1 128-15,0-2-128 0,0 0 0 0,1 1 0 16,0 1 144-16,0-2-144 0,0 2 128 0,1 1-128 15,0 0 304-15,1-1-32 0,-1 3 0 0,0-1 0 16,1 2 80-16,-1-1 16 0,0 1 0 0,-1 2 0 16,1 0-144-16,-1 1-32 0,0-2 0 0,-1 0 0 15,1 1-64-15,-1 1 0 0,-1-1-128 0,1-1 192 16,-1 0-192-16,0-2 144 0,1-1-144 0,0-1 128 16,0 1 0-16,-1-3-128 0,2-1 192 15,-1 0-64-15,0-2 32 0,1 0 0 0,-1-1 0 0,0-1 0 0,0 1 32 0,-1-1 16 16,1-1 0-1,0 1 0-15,0 2-32 0,0-1-16 0,1-2 0 0,0 1 0 16,0 2-32-16,0-3-128 0,0 0 192 0,1 0-64 16,-1-1 48-16,1 1 0 0,-1 0 0 0,1-1 0 15,0 1 16-15,0-2 16 0,-1 0 0 0,1 0 0 0,0 1-16 0,0-1-16 16,1 0 0-16,-1 0 0 0,-1-1-48 0,1 1 0 16,1 1 0-16,1-1 0 0,0 1 0 15,-3-1-128-15,0 0 192 0,0 0-64 0,0 0-128 0,0 0 192 0,42 26-192 16,-42-26 192-16,0 0-192 15,44 33 160-15,-44-33-160 0,33 24 160 0,-33-24-160 0,32 26 0 16,-32-26 144-16,33 22-144 0,-33-22 0 0,0 0 0 0,50 30 0 16,-50-30 128-16,0 0-336 0,46 12-64 0</inkml:trace>
  <inkml:trace contextRef="#ctx0" brushRef="#br0" timeOffset="189937.42">8956 10036 7359 0,'-4'-3'656'0,"2"-1"-528"16,0 3-128-16,0 0 0 0,1 0 1136 0,0 1 192 16,0 0 32-16,-1 0 16 0,-1-2 864 0,0 2 192 15,-1-2 16-15,1 2 16 0,0 2-544 0,1-2-128 16,1 2 0-16,0-1-16 0,0 0-448 0,1 1-96 16,1-1-16-16,0 1 0 0,0-2-384 0,0 0-64 15,2 0-32-15,0 0 0 0,0 0-96 0,1-3-32 0,1 1 0 0,0 0 0 16,2-2-144-16,0 1-16 0,-1-2-16 0,2 0 0 15,-1 0-192-15,-1 1-48 0,3-1 0 0,-2 0 0 16,1 1-192-16,-1 1 0 0,1-1 128 0,-2 1-128 16,0 3 0-16,1 0 0 15,-2-1 0-15,-1 1 0 0,1 1 0 0,-5-1 128 0,0 0-128 0,0 0 0 16,0 0 0-16,0 0 0 0,23 36 0 0,-23-36 0 16,0 0 0-16,13 43 0 0,-13-43 0 0,11 43 0 15,-11-43 0-15,10 44 176 0,-10-44-176 0,13 52 160 16,-13-52-160-16,12 40 128 0,-12-40-128 15,16 46 128-15,-16-46-128 0,19 38 0 0,-19-38 0 0,0 0 0 16,30 31 0-16,-30-31 0 0,0 0 0 0,0 0 0 16,38 0-1120-1,-29-5-96-15,0-3-32 0,-1-1-15120 0</inkml:trace>
  <inkml:trace contextRef="#ctx0" brushRef="#br0" timeOffset="190115.06">9321 10126 8399 0,'-2'-12'176'0,"0"2"32"0,1 3 16 0,0 2 32 0,0 3-256 0,0 0 0 0,0 0 0 0,-1-1 0 0,-1 0 3168 0,-2-1 576 16,-1 2 112-16,-2 2 32 0,-2 3-1184 0,-1 3-224 0,0 3-48 0,-3 3-16 16,1 0-832-1,-3 4-176-15,-3 2-16 0,0 2-16 0,-1 0-448 0,-1 1-96 0,-1 2 0 0,1 0-16 16,-1-2-448-16,4-1-96 0,2-2-16 0,3-1 0 16,3-4-256-16,0-1 0 15,4-3 0-15,-1-2 0 16,4 3-448-16,1-6-128 0,1 0-48 0,2-2-16496 0</inkml:trace>
  <inkml:trace contextRef="#ctx0" brushRef="#br0" timeOffset="190493.53">9601 10097 3679 0,'16'-12'0'0,"-4"3"144"0,-1 1-144 0,-3 4 208 0,-3-1-208 0,-3 3 0 15,2-3 0-15,3 0 0 0,4-2 1344 16,0-5 240-16,0 3 32 0,-4 2 16 0,-2 2 1056 0,-3 0 224 16,-2 4 32-16,-2 1 16 15,-2 0-512-15,0 1-96 0,-2 2-32 0,-1 1 0 0,-1 0-1072 0,0 2-224 16,-1-1-32-16,-2 1-16 0,-1 2-336 0,-1 1-80 16,-2-1-16-16,0 3 0 0,-4-1-256 0,2 2-48 15,0-3-16-15,1 0 0 0,1 0-224 0,1-1 0 0,2-1 0 0,1 3 0 16,1-3 0-16,2 0 0 0,0 0 0 0,2 0 0 15,0 0 192-15,2-2-64 16,1 2-128-16,2-1 192 0,0 0 128 0,2-1 32 0,0-3 0 0,-1-2 0 16,0 0 64-16,0 0 16 0,0 0 0 0,0 0 0 15,38 19 0-15,-38-19 0 0,0 0 0 0,35 5 0 16,-35-5-192-16,0 0-48 0,35 2 0 0,-35-2 0 16,0 0-192-16,36 0 128 0,-36 0-128 15,0 0 0 1,34 2 0-16,-34-2 0 0,0 0 0 0,0 0 0 15,36 3-640-15,-36-3-160 0</inkml:trace>
  <inkml:trace contextRef="#ctx0" brushRef="#br0" timeOffset="190825.38">9998 10080 9215 0,'0'0'816'0,"0"-2"-656"15,0 2-160-15,-1 0 0 0,0 0 2096 0,0 0 384 16,-1 0 80-16,-1 0 0 0,-1 0 192 0,0 2 48 0,-2 1 0 0,1-1 0 16,-2 3-960-16,2-1-192 0,-1 4-48 0,0-1 0 15,2 0-560-15,-1 3-112 0,0 1-32 0,0 2 0 16,0 1-384-16,3 1-96 0,0 2-16 0,0 0 0 16,2-17-112-16,3 30-32 0,-3-30 0 0,0 0 0 15,0 0-80-15,25 39-32 0,-25-39 0 0,0 0 0 16,35 2-144-16,-21-6 0 0,0-3 144 0,-1 2-144 15,-2-3 0-15,2-1 144 0,2-5-144 0,1-3 0 16,1-1 128-16,-2-1-128 0,-1 3 0 0,-4 1 0 16,-2 0 0-16,-1 1 0 0,-3 2 0 0,-5-2 0 15,-2 3 0-15,-5 2 0 0,-3 0 0 0,-4 3 0 0,-2 3 0 16,-3-1 0-16,0 4 0 0,1 4 0 16,2-1-320-16,-4 3-80 0,-1 4-16 0,0 2-11424 15,2 1-2272-15</inkml:trace>
  <inkml:trace contextRef="#ctx0" brushRef="#br0" timeOffset="192705.7">9130 10875 11055 0,'-1'0'976'0,"1"0"-784"0,0 0-192 15,0 0 0-15,0 0 1264 0,0 0 208 0,0 0 32 0,0-2 16 16,0 1 464-16,1-1 112 0,1-2 16 0,1 1 0 16,2-2-336-16,-1 1-64 0,3-1-16 0,-2 1 0 15,2-1-640-15,-1 2-128 0,2-2-32 0,-1 0 0 16,2 1-320-16,-2 1-64 16,1 1 0-16,1 0-16 0,-2 2-208 0,-7 0-32 0,0 0-16 0,0 0 0 15,0 0-80-15,40 12-16 0,-40-12 0 0,0 0 0 0,0 0 0 16,32 37 0-16,-32-37 0 0,17 31 0 15,-17-31-144-15,18 37 192 0,-18-37-192 0,16 40 192 0,-16-40-192 0,16 39 128 16,-16-39-128-16,15 36 128 0,-15-36-128 16,0 0 0-16,19 38 0 0,-19-38 0 0,0 0 0 0,0 0 0 15,27 28 0-15,-27-28 0 0,0 0 0 16,0 0-192-16,0 0 0 0,28-2 16 16,-22-5-1536-16,1-3-304 0,0-1-64 0,-2-3-12336 0</inkml:trace>
  <inkml:trace contextRef="#ctx0" brushRef="#br0" timeOffset="192895.91">9522 10811 5519 0,'-3'-5'496'0,"0"3"-496"16,0-1 0-16,2 3 0 0,-2 1 1760 0,-1 1 256 15,-3-2 48-15,-5 0 16 0,-5 4 288 0,-3 4 48 0,0 4 16 0,-2 4 0 16,1 0-320-16,0 6-48 0,2-1-16 0,-1 3 0 16,2 0-640-16,-2 2-144 0,1 2-32 0,2-4 0 15,0 2-592-15,2-5-128 16,2-2-32-16,3-4 0 0,3-4-352 0,0-1-128 0,3-1 0 0,1-1 144 15,1-4-1424-15,2-2-272 0</inkml:trace>
  <inkml:trace contextRef="#ctx0" brushRef="#br0" timeOffset="193659.03">9762 10842 11055 0,'1'0'480'0,"0"-2"112"0,0 1-464 0,0 1-128 16,-1 0 0-16,0 0 0 0,1 0 1216 0,-1 0 208 16,1-2 48-16,0 2 16 0,1-2 240 0,0 1 64 15,-1 1 0-15,-1 0 0 0,1 0-432 0,-1 0-80 16,0 0 0-16,0 0-16 0,0 0-400 0,-1 0-80 15,1 0-16-15,-1 0 0 0,0 0-128 0,-1 0-48 16,1 0 0-16,0 0 0 0,-1 3-208 0,-1-3-64 0,-1 2 0 0,0 1 0 16,1 0-192-16,-2 0-128 0,0 0 128 0,-3 2-128 15,0-1 0-15,-1-1 0 0,3 2 0 0,-2-3 0 16,-3 3 0-16,1 0-160 0,0-2 160 16,1 0 0-16,-1 0-160 0,2-1 160 0,-1 1-128 0,2-2 128 15,2 0 0-15,0-1 0 0,1 2 0 16,0-2-128-16,0 0 128 0,1 0 0 0,1 0 0 0,0 0 0 15,0 0 0-15,1 0 128 0,0 1-128 16,0-1 0-16,1 0 128 0,-1 0-128 0,0 2 160 0,1-2-160 16,0 2 224-16,-1-1-48 0,1 1-16 0,-1 0 0 0,0-2 0 15,1 1 0-15,0 0 0 0,0 1 0 0,-1-2 32 0,1 1 0 16,0 1 0-16,0-2 0 0,0 1 48 0,0 1 16 16,0-2 0-16,0 0 0 0,0 0 64 0,0 0 0 15,0 0 16-15,1 0 0 16,-1 0-16-16,1-2 0 0,-1 1 0 0,1 1 0 0,1-2-64 15,-1 1-32-15,0 1 0 0,0 0 0 0,1-2-96 0,0 2-128 16,0 0 176-16,0 0-176 0,1 0 144 0,0 2-144 16,0-2 0-16,1 3 144 0,-1-3-144 0,-3 0 0 0,0 0 144 0,0 0-144 15,0 0 128-15,0 0-128 0,39 22 128 0,-39-22-128 16,0 0 144-16,0 0-144 0,39 23 192 0,-39-23-192 16,0 0 144-16,0 0-144 0,45 28 0 0,-45-28 144 15,0 0-144-15,0 0 0 0,39 22 0 0,-39-22 0 16,0 0 0-16,0 0 0 0,0 0 0 0,35 19 0 15,-35-19 0-15,0 0 0 0,0 0 0 0,0 0-176 16,0 0-768-16,0 0-144 16,0 0-48-16,0 0-15824 0</inkml:trace>
  <inkml:trace contextRef="#ctx0" brushRef="#br0" timeOffset="194133.94">9576 11078 7359 0,'-4'0'320'0,"2"-2"80"16,0 2-400-16,1 0 0 0,0 0 0 0,0 0 0 15,1 0 1056-15,0-1 128 0,-1 1 32 0,0-1 0 0,1 1 784 0,1 0 176 32,2 0 16-32,0 1 16 0,-3-1 240 0,0 0 48 0,0 0 16 0,0 0 0 15,0 0-704-15,39 23-144 0,-39-23-16 0,0 0-16 0,0 0-528 0,42 23-96 32,-42-23-32-32,0 0 0 0,36 21-464 0,-36-21-112 0,0 0-16 0,0 0 0 0,42 27-384 0,-42-27 0 15,0 0 0-15,0 0 0 16,0 0-672-16,36 23-224 15,-36-23-32-15,0 0-15696 0</inkml:trace>
  <inkml:trace contextRef="#ctx0" brushRef="#br0" timeOffset="194511.4">9954 10918 16575 0,'-1'-3'736'16,"1"0"160"-16,1 1-720 0,0 1-176 0,0 0 0 0,0 1 0 15,1-2 1872-15,0-1 352 0,2 1 64 0,2-3 16 16,0 3-320-16,1-1-48 0,-1 1-16 0,-6 2 0 0,0 0-720 0,0 0-160 16,0 0-16-16,0 0-16 0,34 5-576 0,-34-5-112 15,0 0-32-15,0 0 0 0,0 0-128 0,0 0-32 16,29 30 0-16,-29-30 0 0,0 0-128 0,0 0 128 15,6 30-128-15,-6-30 128 0,-3 19-128 0,0-10 0 16,-1-3 0-16,0 3 0 0,0-1 0 0,-1-1 0 16,0 0 0-16,-1 0 0 0,0 3 0 0,-1-3 0 15,1 0 0-15,0 3 0 0,2-3 0 0,0 0 0 16,1 0 0-16,0-1 0 0,3-6 0 0,0 0 0 16,0 0 0-16,0 0 128 0,0 0-128 0,0 0 192 15,0 0-192-15,0 0 192 0,0 0-32 0,36 20 0 16,-36-20 0-16,0 0 0 0,28-9-32 0,-28 9 0 0,22-8 0 0,-22 8 0 15,22-9-288-15,-22 9-64 0,22-7-16 0,-22 7 0 32,22-10-2064-32,-22 10-400 0</inkml:trace>
  <inkml:trace contextRef="#ctx0" brushRef="#br0" timeOffset="194857.85">10279 10856 8287 0,'0'-2'736'0,"0"-1"-592"0,0 3-144 0,0 0 0 15,0 1 2064-15,0-1 384 0,0 2 80 0,0-2 16 0,-1 2 720 0,-2 2 160 16,1 2 32-16,-2 1 0 0,1 2-944 0,-1 0-176 16,0 1-32-16,-1 4-16 0,-1 0-1360 0,0 1-272 15,3-4-48-15,0 1-16 0,3-12-384 16,-3 21-80-16,3-21 0 0,0 0-128 0,3 26 128 0,-3-26-128 16,0 0 0-16,0 0 0 0,18 34 0 0,-18-34 0 15,0 0 0-15,0 0 0 0,28 31 128 0,-28-31-128 16,0 0 0-16,0 0 0 0,30 28 0 0,-30-28 0 15,0 0 128-15,0 0-128 0,0 0 0 0,34 33 0 16,-34-33 0-16,0 0 0 0,0 0 0 0,0 0 0 16,0 0 0-16,19 32 0 0,-19-32 0 0,-4 11 0 0,1-6 0 15,0-3 0-15,-2 1 0 0,-1 1 0 0,-2-1 0 0,-1 0 0 16,-2 0 0-16,0 0-192 0,-1-3 48 0,-1 0 16 31,0-2-528-31,0-1-112 0,0 1 0 0,1-3-16 16,-1-2-1888-16,0-2-368 0</inkml:trace>
  <inkml:trace contextRef="#ctx0" brushRef="#br0" timeOffset="195004.53">10216 10846 12895 0,'0'0'1152'0,"0"0"-928"0,0 0-224 0,0 0 0 16,0 0 2080-16,0 0 368 0,39 3 80 0,-39-3 16 0,39 2-576 0,-39-2-112 15,46-3-32-15,-46 3 0 0,38-4-1136 0,-38 4-240 16,30-7-32-16,-30 7-16 31,22-7-976-31,-22 7-208 0</inkml:trace>
  <inkml:trace contextRef="#ctx0" brushRef="#br0" timeOffset="195667.26">9035 10863 12895 0,'1'0'1152'0,"-1"-2"-928"0,0 1-224 0,0 1 0 15,0 0 1488-15,-1 0 256 16,1 0 48-16,-2 0 16 16,0 0 608-16,-1 1 112 0,0 1 32 0,-3 0 0 0,1 3-864 0,-3-3-160 0,1 3-48 0,-2 0 0 15,1-1-608-15,-2 1-128 0,0-1-32 0,-2 0 0 16,1 1-400-16,-2-1-96 16,-1 0-16-16,0 2 0 0,-1-2-208 0,-2 1 0 0,0 2 0 0,2-2 0 0,3 0 0 0,0 1 0 31,-1 0 0-31,0 0 0 0,2 2 0 0,3-4 144 15,1 2-144-15,3-1 128 0,0-2 16 0,2 0 0 16,0-1 0-16,2-1 0 0,0 1-144 0,1-2 0 16,1 1 144-16,1-1-144 0,0 1 208 0,0-1-16 15,1 0-16-15,1 0 0 0,-1 0 128 0,0 0 16 16,1 2 16-16,-1-2 0 0,-4 0-144 0,0 0-48 16,0 0 0-16,0 0 0 0,0 0-16 0,0 0-128 15,0 0 192-15,35 29-64 0,-35-29 0 0,0 0 0 16,0 0 0-16,30 32 0 0,-30-32-128 0,0 0 160 15,0 0-160-15,42 35 160 0,-42-35-160 0,0 0 0 0,34 28 0 16,-34-28 128-16,0 0-128 0,0 0 0 0,38 28 0 16,-38-28 0-16,0 0 0 0,0 0 0 0,0 0 0 15,0 0-18656-15</inkml:trace>
  <inkml:trace contextRef="#ctx0" brushRef="#br0" timeOffset="197152.99">8731 11105 7359 0,'-3'0'656'0,"1"0"-528"16,1 0-128-16,0 2 0 0,0-2 1056 0,-1 0 176 16,1 1 48-16,-3 1 0 0,-1 0 1008 0,1-1 208 15,2 2 32-15,1-2 16 0,2 1-128 0,1-2-32 16,-2 0 0-16,0 0 0 0,0 0-720 0,0 0-128 16,0 0-48-16,42 19 0 0,-42-19-432 0,0 0-96 15,0 0 0-15,44 26-16 0,-44-26-464 0,0 0-96 16,0 0 0-16,42 38-16 0,-42-38-224 0,0 0-144 0,29 28 192 0,-29-28-192 15,0 0 0-15,0 0 0 0,29 34 0 16,-29-34 0 0,0 0-320-16,0 0-128 0,0 0-32 0,0 0-16864 0</inkml:trace>
  <inkml:trace contextRef="#ctx0" brushRef="#br0" timeOffset="197655.93">8533 11018 8287 0,'-3'-1'736'0,"1"1"-592"16,2 0-144-16,-1 0 0 0,0 0 640 0,-1 0 80 16,-2 2 32-16,-3 1 0 0,-3 1 720 0,-1 1 128 0,-1 3 48 0,0 1 0 15,1 1 64-15,0 2 16 0,1 2 0 16,0 0 0-16,2 1-448 0,3 0-64 0,-1 3-32 0,3 0 0 15,1 1-480-15,2-2-112 16,0-17-16-16,6 31 0 0,-6-31-96 0,0 0-32 0,22 33 0 0,-22-33 0 16,0 0-48-16,0 0-16 0,50 12 0 0,-50-12 0 15,29-9 64-15,-13 1 16 0,3-3 0 0,2-4 0 16,-3 0-208-16,1-1-64 0,-1-3 0 0,-2 0 0 16,0 1-192-16,-5 0 0 0,-3 3 0 15,-2 0 0-15,-3-1 0 0,-3 1 0 0,-3 0 0 0,-3 1 0 16,-3 2 0-16,-4 1 0 0,-3 4 0 0,-2 0 0 15,-3 4-448-15,0-1-128 0,0 3-16 0,-3-1-16 16,2 2-832 0,-1 2-160-16,2 2-48 0,-1-1 0 0,5 2-64 0,2 0-16 0</inkml:trace>
  <inkml:trace contextRef="#ctx0" brushRef="#br0" timeOffset="198358.79">9293 11748 8287 0,'0'-1'736'0,"-1"1"-592"16,1-2-144-16,0 2 0 0,0 0 1024 0,-1 0 192 15,0 0 16-15,-1 0 16 0,0-2 544 0,1 2 128 16,-1 0 0-16,1 0 16 0,1 2 80 0,-1-2 16 16,0 0 0-16,1 2 0 0,-1-2-432 0,1 0-96 15,0 0-16-15,1 0 0 0,-1 0-416 0,0 0-96 16,1-2-16-16,0 2 0 0,-1-3-400 0,1 1-96 16,1 0-16-16,1 0 0 0,0-1-144 0,1-2-48 15,-1 1 0-15,2-1 0 0,0 0-32 0,0 0-16 0,2 0 0 0,-2 3 0 16,2 0-48-16,-2 0-16 0,-5 2 0 0,0 0 0 15,0 0-144-15,0 0 160 16,0 0-160-16,43 35 160 0,-43-35-160 0,17 35 0 0,-17-35 0 0,20 48 0 16,-20-48 0-16,19 55 0 0,-11-26 128 0,-8-29-128 15,17 54 0-15,-17-54 0 0,18 42 0 16,-18-42 128-16,17 34-128 0,-17-34 0 16,0 0 0-16,28 29 0 0,-28-29 0 0,0 0 0 0,0 0 0 15,0 0 0-15,39-3-768 0,-33-5-64 16,2-3-32-16,0-1-16096 0</inkml:trace>
  <inkml:trace contextRef="#ctx0" brushRef="#br0" timeOffset="198549.72">9631 11688 6447 0,'-3'-2'576'0,"1"2"-576"16,0 0 0-16,1 0 0 0,0 2 1984 0,-3-2 304 16,-2 5 48-16,-5 2 16 0,-3 3 384 0,-4 6 80 15,-1 3 0-15,-2 5 16 0,-2 4-848 0,0 1-160 16,-2 0-32-16,1-1-16 15,0 2-672-15,1-4-128 0,3-2-16 0,0-2-16 0,4 1-608 0,1-6-112 0,4-1-32 0,1-3 0 32,4-2-720-32,0-4-160 0,4-2-16 0,1-3-14400 0</inkml:trace>
  <inkml:trace contextRef="#ctx0" brushRef="#br0" timeOffset="201384.02">9755 11724 9215 0,'-8'-3'816'0,"4"-1"-656"0,1 3-160 0,0-1 0 15,1 1 400-15,1 0 48 0,0 1 16 0,-2-3 0 16,0-1 1072-16,-3 1 224 0,2-1 32 0,-1-1 16 31,1 0 16-31,1 3 0 0,2-1 0 0,-1-2 0 0,1 2-160 0,1-1-16 0,0 0-16 0,-1 1 0 16,2 2-336-16,-1 0-64 0,1-1-16 0,0-1 0 0,0 3-208 0,0 0-48 15,2-2-16-15,-1 4 0 0,2-2-256 0,-1 3-48 16,-3-3-16-16,0 0 0 0,0 0-288 0,34 23-48 16,-34-23-16-16,0 0 0 0,44 24-144 0,-44-24-128 15,40 15 144-15,-40-15-144 16,43 16 0-16,-43-16 128 16,43 12-128-16,-43-12 0 0,38 12 0 0,-38-12 0 15,0 0 0-15,43 21 0 0,-43-21 0 0,0 0 0 16,0 0 0-16,37 29 0 15,-37-29-1200-15,0 0-128 0</inkml:trace>
  <inkml:trace contextRef="#ctx0" brushRef="#br0" timeOffset="202198.65">10079 11788 2751 0,'-2'0'256'0,"1"-2"-256"16,0 1 0-16,0 1 0 0,1 0 688 0,0 0 80 15,0-2 32-15,-1 2 0 0,1-3 1072 0,-1 1 224 16,0 0 32-16,0-1 16 0,0-1 352 0,0 3 64 0,-1-2 0 16,0 2 16-16,0 1-416 0,-1 0-96 15,-1 0-16-15,-2 1 0 0,0 2-704 0,-2 2-160 0,-2 0-32 0,-2 2 0 16,0 0-368-16,-3 3-80 0,0 2 0 0,-3 0-16 15,3-1-240-15,-3 4-32 16,-4 1-16-16,0 1 0 0,0-2-256 0,1-1-144 0,1 0 160 0,1-3-160 16,4 1 0-16,2-3 0 0,2-1 0 0,2-3 0 15,4 0-352-15,1-1-64 16,1-1-16-16,3-1-10640 0,1 0-2112 0</inkml:trace>
  <inkml:trace contextRef="#ctx0" brushRef="#br0" timeOffset="202771.3">10136 11752 2751 0,'-8'0'256'0,"5"-2"-256"0,-1 2 0 16,2 0 0-16,0 0 1728 0,1-2 320 0,0 1 48 0,-1 1 16 15,0-2-64-15,-1 0-16 0,0 1 0 0,1-1 0 16,2 0 0-16,1 2 0 0,1-2 0 0,1-1 0 0,1 1-288 0,-4 2-48 16,0 0-16-16,24-7 0 15,-24 7-800-15,0 0-176 0,32-8-16 16,-32 8-16-16,0 0-416 0,36-6-96 16,-36 6-16-16,0 0 0 0,36 3-144 0,-36-3 160 0,0 0-160 0,0 0 160 0,35 21-160 0,-35-21 128 15,0 0-128-15,0 0 128 0,3 32-128 0,-9-22 0 16,-1 2 0-16,-5 0 0 0,0-1-192 0,-2 2 192 15,-3 0-160-15,1 0 160 0,0-2-400 0,0 1 16 16,-1 0 0-16,1 0 0 0,2 0 192 0,2-1 32 16,2-1 16-16,1 0 0 0,3-1 144 0,1-1 0 15,4-1 128-15,1-1-128 0,0-6 352 0,0 0 0 0,0 0 0 16,0 0 0-16,0 0 16 0,43 10 0 16,-43-10 0-16,32-8 0 15,-32 8 112-15,32-9 32 0,-10 2 0 0,0 0 0 0,0 0-320 0,-2-3-64 16,0 3-128-16,-20 7 192 0,33-12-192 0,-33 12 0 0,27-13 0 0,-27 13 0 31,22-8-944-31,-22 8-176 0,16-9-32 0,-16 9-14208 0</inkml:trace>
  <inkml:trace contextRef="#ctx0" brushRef="#br0" timeOffset="203141.34">10488 11672 7359 0,'-2'0'656'0,"1"-1"-528"0,0 1-128 0,0 0 0 15,1 1 1504-15,0 1 272 0,-1-2 48 0,-2 2 16 16,0 5 1152-16,-3 0 224 0,-1 4 48 0,0 1 16 0,-1 2-800 16,0-1-176-1,1 2-16-15,-1 1-16 0,1-1-832 0,0 2-160 0,1-2-48 0,0 2 0 0,2-3-592 0,3-2-112 32,1-12-16-32,-1 22-16 0,1-22-288 0,0 0-48 15,0 0-16-15,17 37 0 0,-17-37-144 0,0 0 0 0,0 0 0 0,33 22 0 0,-33-22 0 0,0 0 0 0,0 0 128 0,41 18-128 31,-41-18 0-31,0 0 0 0,0 0 0 0,34 20 0 16,-34-20 0-16,0 0 0 0,0 0 128 0,0 0-128 16,24 35 0-16,-24-35 0 0,0 0 0 0,-2 24 0 0,-1-15 0 0,0-1 0 15,-3 1 0-15,0 0 0 0,-2 1 0 0,0 0 0 16,-1-4 128-16,-1 4-128 16,-1-3 0-16,-1 0 0 0,1 0 0 0,-2-2 0 0,2 0 0 0,-2-2 0 15,1 1 0-15,0-4 0 0,0-2 0 0,1-1 0 16,1-2 0-16,0-1 0 15,1 0-832-15,0-3-80 0,3 2-32 0,0-6-16320 16</inkml:trace>
  <inkml:trace contextRef="#ctx0" brushRef="#br0" timeOffset="203315.34">10403 11721 15663 0,'8'-5'688'0,"-3"3"144"0,-5 2-656 0,0 0-176 0,0 0 0 0,0 0 0 15,0 0 2192-15,38-5 416 16,-38 5 80-16,43 0 0 0,-43 0-96 0,55-2-32 0,-55 2 0 0,48-3 0 16,-48 3-1280-16,43-4-272 0,-43 4-48 0,33-5-16 15,-33 5-704-15,0 0-240 0,30-7 144 0,-30 7-11424 16,0 0-2288-16</inkml:trace>
</inkml:ink>
</file>

<file path=ppt/ink/ink1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0:27:48.753"/>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4333 5594 6447 0,'-1'1'576'0,"0"-1"-576"15,0 2 0-15,1-2 0 0,0 0 736 0,-1 0 32 16,0 1 16-16,-1 0 0 0,1 2 240 0,-1-3 64 15,1 2 0-15,-1-2 0 0,2 2 192 0,-1-1 32 16,2-1 16-16,-1 2 0 0,1-2-96 0,0 0-16 16,1 2 0-16,-1-2 0 0,1 0-176 0,0 0-32 15,1 1-16-15,1 1 0 0,-1-2-192 0,2 0-32 0,1-2-16 0,1 1 0 16,-1 1-32-16,3-2 0 0,0 2 0 0,2-2 0 16,0 2-208-16,2 0-64 0,-13 0 0 0,28 2 0 15,-28-2-128-15,0 0-16 0,45 3-16 0,-45-3 0 16,33 4-112-16,-33-4-32 0,34 0 0 0,-17-2 0 15,1 0 0-15,-3-1 0 0,2 0 0 0,-1-1 0 16,0-1 112-16,-2-1 32 0,-1 0 0 0,-1 1 0 16,0-1 0-16,0 0 0 0,-1 2 0 0,0-1 0 15,-3 1-128-15,0 1-32 0,-1 1 0 0,-1-1 0 16,-2 1-128-16,0 0 0 0,-1 1 0 0,0 1 0 16,-2 0 0-16,0-2 0 0,-1 2 0 0,0 0 0 15,0 2-192-15,-1-2 192 0,-1 1-160 0,0 1 160 16,0-2-304-16,0 2 48 0,-1 1 0 0,0-1 0 0,-1 0 0 0,0 0 16 15,1 1 0-15,-1 0 0 0,0-1 240 0,0-1 0 16,0 0-160-16,-1 1 160 0,1 1 0 0,-2-1 0 16,0 1 0-16,1-2 0 0,0 2 0 0,0-2 0 15,0 3 0-15,0-1 0 0,0-1 0 0,-1 2 0 16,0 1 0-16,-2 0 0 0,2 3 0 0,-2-1 0 16,2 0 0-16,-1 0 0 0,1 2 0 0,-2 1 0 15,-2 2 0-15,-1 2 0 0,1 0 0 0,-1 0 0 16,2 0 0-16,-3 1 0 0,1 1 0 0,1-2 0 15,-1 1 0-15,1-1 0 0,1-2-176 0,1 0 176 16,1-2-128-16,0-1 128 16,2 0-928-16,0-2-96 0,1-1-32 0,1-3 0 15,1 2-1376-15,-1-2-288 0</inkml:trace>
  <inkml:trace contextRef="#ctx0" brushRef="#br0" timeOffset="261.83">4500 5652 3679 0,'-1'-5'160'0,"0"2"32"0,1 1-192 0,0 1 0 0,0 0 0 0,0 1 0 15,0 0 1248-15,1 0 208 0,-1-2 32 0,1 1 16 16,1 1 160-16,0 0 48 0,1 0 0 0,1 0 0 16,0 1-336-16,0 2-64 0,3-2-16 0,-1 2 0 15,-6-3-384-15,0 0-80 0,0 0 0 0,0 0-16 16,42 25-96-16,-42-25-16 0,0 0 0 0,0 0 0 0,36 38-304 0,-36-38-64 15,0 0-16-15,24 41 0 0,-24-41-320 0,0 0 128 16,21 49-128-16,-21-49 0 0,0 0 0 16,15 43 0-16,-15-43 0 0,0 0 0 0,0 0 0 0,22 36-208 15,-17-33 80-15,1-1-11584 16</inkml:trace>
  <inkml:trace contextRef="#ctx0" brushRef="#br0" timeOffset="586.3">4413 5865 3391 0,'-10'2'0'0,"3"-1"144"0,0 1-144 0,2 0 192 0,1-2-192 0,2 2 0 0,-1-1 0 0,-3 3 0 15,-1-1 928-15,-3 1 160 0,0 2 16 0,3-2 16 16,1 0 176-16,2-1 48 0,4-1 0 0,0-2 0 15,2 0 352-15,3 0 80 0,1-2 16 0,3-1 0 16,2 1 128-16,0 0 48 0,3-3 0 0,0 2 0 16,3-1 368-16,1 0 80 0,1 1 16 0,0 0 0 15,2 1-2176-15,-21 2-448 0,41-1-64 0,-41 1-32 16,42 1 288-16,-42-1 0 0,39 2 128 0,-39-2-128 16,36 5 0-16,-36-5 0 0,0 0 0 0,50 7 0 15,-50-7 0-15,36 2 0 0,-36-2 0 0,36 1 0 16,-36-1 240-16,34-1 96 0,-18-1 32 0,-1 1-15696 15</inkml:trace>
  <inkml:trace contextRef="#ctx0" brushRef="#br0" timeOffset="1169.83">4979 5678 7359 0,'2'-2'656'0,"-1"2"-528"16,0 0-128-16,0 0 0 0,0 2 1408 0,0-2 256 16,1 0 64-16,1 0 0 0,1 0 144 0,2 2 48 15,1-2 0-15,1 0 0 0,0 0-656 0,-1 0-128 16,2 2-32-16,-3-2 0 0,1 0-800 0,-1 0-176 0,1 0-128 0,-1 0 192 31,0-2-960-31,-2 2-192 0,1 0-48 0,-1 0-9024 0</inkml:trace>
  <inkml:trace contextRef="#ctx0" brushRef="#br0" timeOffset="1310.78">5014 5744 5519 0,'-4'3'240'0,"1"-1"64"0,1 1-304 0,1-1 0 0,1-2 0 0,0 2 0 16,1-2 1216-16,0 1 176 0,0 2 32 0,0 0 16 16,1 0 496-16,2 0 112 0,-1 0 0 0,2-2 16 15,1 1-720-15,-1-2-128 0,2 2-48 0,-2-2 0 16,2 3-1040-16,-2-3-128 0</inkml:trace>
  <inkml:trace contextRef="#ctx0" brushRef="#br0" timeOffset="4123.47">5528 5690 7359 0,'0'0'656'0,"1"0"-528"16,0 0-128-16,-1 0 0 0,1 0 304 0,-1 0 16 16,1-2 16-16,1 1 0 0,0-1 768 0,1-1 160 15,-1 1 16-15,1-3 16 0,0 0-224 0,0 1-48 16,0-3-16-16,-1 0 0 0,1 2-112 0,-1-2 0 15,0-3-16-15,0 0 0 0,-2 1 16 0,0 0 0 16,0-1 0-16,-1 1 0 0,-2 0 32 0,-1 1 16 16,0 1 0-16,-1 0 0 0,-2 0-256 0,0 0-48 15,-1 0-16-15,-1 2 0 0,0 1-256 0,0 1-48 16,-1 0-16-16,-1 3 0 0,3 1-16 0,-1 3 0 16,1 1 0-16,1 2 0 0,0 0-32 0,1 3-16 0,-1 2 0 0,1 3 0 15,0 2-240-15,1 3 0 0,1-4 128 0,0 6-128 16,2 2 0-16,0 2 0 0,1 0 0 0,1-3 0 15,0-23 0-15,3 38 0 0,-3-38 0 0,0 0 0 16,14 36 0-16,-14-36 0 0,0 0 0 0,0 0 0 16,0 0 0-16,32 5 0 0,-22-11 0 0,-1-3 0 15,1-2 0-15,1-1 0 0,2-5 0 0,1 0 0 16,-2 1 0-16,2-4-192 0,0-1 192 0,1 0-160 16,0 0-80-16,-1 0-16 0,-2-1 0 0,-2 1 0 15,0 0-64-15,-3-1 0 0,-2 0-16 0,-3-1 0 0,-2-1 208 0,0-2 128 16,-1 3-160-16,-1 1 160 0,1 3 0 0,0 0 0 15,0 1 0-15,-1 3 0 0,1 3 0 16,0 1 0-16,-1 3 0 0,1 2 0 0,1 2 160 0,0 0-32 16,-1 2 0-16,1 2 0 0,-1 0 320 0,1 2 48 15,0 2 16-15,-1 1 0 0,1 2-96 0,-1 3-16 16,0 4 0-16,1-14 0 0,-1 37 16 0,1-37 0 16,-1 46 0-16,1-20 0 0,-1 0-192 0,0-2-32 15,0 2-16-15,-1-2 0 0,1-1-32 0,0-1 0 16,-1 2 0-16,0-1 0 0,2-23-144 0,-2 41 192 15,2-41-192-15,1 28 192 0,-1-28-192 0,0 0 0 0,7 33 0 16,-7-33 0-16,0 0-384 0,0 0 64 0,0 0 0 0,0 0-10144 16,32 5-2016-16</inkml:trace>
  <inkml:trace contextRef="#ctx0" brushRef="#br0" timeOffset="4277.35">5806 5495 13823 0,'0'1'608'0,"0"1"128"0,1-2-592 0,-1 2-144 16,0-1 0-16,1 0 0 0,0-1 1504 0,1 3 272 16,1 1 48-16,-3-4 16 15,0 0-368-15,0 0-80 0,0 0-16 0,0 0 0 16,0 0-944-16,33 24-192 0,-27-22-48 0,-1-1 0 16,0 1-960-1,0 0-192-15</inkml:trace>
  <inkml:trace contextRef="#ctx0" brushRef="#br0" timeOffset="4456.27">5798 5641 6447 0,'-2'1'576'0,"1"1"-576"0,1-1 0 0,0 1 0 16,1 0 1056 0,-1 1 96-16,-1 0 32 0,0 3 0 0,1 1 528 0,-1 3 96 15,1-10 32-15,-2 23 0 0,2-23-1136 0,0 0-240 0,3 31-32 0,-3-31-8560 16</inkml:trace>
  <inkml:trace contextRef="#ctx0" brushRef="#br0" timeOffset="4934.03">6032 5629 9215 0,'4'0'400'0,"-2"-1"96"0,2 1-496 0,-2 0 0 0,-1-2 0 0,0 2 0 16,0 0 1360-16,2-3 176 15,0 0 48-15,3-1 0 0,0-1-560 0,1-2-128 0,-1 0 0 0,1 0-16 16,-2-3-336-16,-1 1-64 0,0 2-16 0,-2-2 0 16,-1 4 48-16,-3-3 0 0,0 4 0 0,-3-1 0 15,0 3 224-15,-2 1 48 0,-1 2 16 0,-1 2 0 16,-2 3-384-16,0 1-80 0,1 0-16 0,1 1 0 16,1-1-192-16,2 2-128 0,-1 3 160 0,1 0-160 15,0 2 400-15,2 2-16 0,0-3 0 0,1 0 0 16,3-13-64-16,-1 25-32 0,1-25 0 0,0 0 0 15,0 0-96-15,0 0 0 0,0 0-16 0,29 36 0 16,-29-36-176-16,0 0 0 0,26-3 144 0,-17-2-144 0,1-1 0 0,0 0 144 16,-1 0-144-16,-1 0 0 0,1-1 0 0,-1-2 0 15,0 2 0-15,-1-1 0 0,-2 1 0 16,-1-1 0-16,0 2 0 0,-2-1 0 0,0 0 0 0,-1 2 0 16,-1 0 0-16,0 0 0 0,-1 3 0 0,0 0 0 15,1 2 0-15,0 0 0 0,-2 2 0 16,1 0 0-16,0 3 128 0,-1 0-128 0,0 2 0 0,1 0 0 15,1-2 128-15,0-5-128 0,0 0 528 0,0 0 48 16,5 33 16-16,-5-33 0 0,0 0-16 0,0 0-16 16,0 0 0-16,0 0 0 0,31 34-320 0,-31-34-64 0,0 0-16 15,25 0 0-15,-17-1-160 0,-1-1 0 0,1-3 0 16,0 1 0-16,1-3 0 0,0 2 320 0,-1 0-48 0,-2 0-15680 16</inkml:trace>
  <inkml:trace contextRef="#ctx0" brushRef="#br0" timeOffset="5544.53">6340 5540 7359 0,'-1'-4'320'0,"1"1"80"16,0 0-400-16,-1 3 0 0,1 0 0 0,0 0 0 0,-1 0 1296 15,1 0 176-15,-1 1 48 0,0 1 0 0,0 0 448 0,1 2 80 16,-1 2 32-16,1 1 0 0,0 0 160 0,0 0 48 15,0-7 0-15,0 0 0 0,0 33-688 0,0-33-144 16,0 0-32-16,1 33 0 0,-1-33-768 0,0 0-144 16,0 29-48-16,0-29 0 0,0 0-336 0,0 0-128 15,0 29 0-15,1-25 144 0,-1-2-144 0,0 1 0 16,1-3 0-16,0 0 0 0,0-2 0 16,0 1 0-16,1-2 128 0,0-2-128 0,0 2 0 0,0-2 0 15,3-4 0-15,-1 2 0 0,-1-3 0 0,2 0 0 16,0-2-144-16,0-1 144 0,1 1 0 0,-1-1 0 0,2 2-128 0,-2-3 128 15,2 4 0-15,-1-2 0 0,1 0 0 0,0 3 0 16,-1 2 0-16,0 2 0 0,1 3 0 0,-1 0 0 16,-6 2 0-16,0 0 0 0,0 0 0 0,0 0 0 15,0 0 0-15,0 0 0 16,24 35 0-16,-24-35 0 0,0 0 0 0,1 40 0 16,-1-40 0-16,-3 29 0 0,3-29 0 0,-2 24 0 0,2-24 0 0,-3 23 144 0,2-16-144 0,1-7 192 15,0 0-192-15,0 0 192 0,0 0-192 0,0 0 0 16,0 0 144-16,0 0-144 0,0 0 0 0,0 0 0 15,0 0 0-15,0 0 0 0,0 0 0 0,34-4 0 16,-26-6 0-16,-1-3 0 0,1 1-224 16,2-1-16-16,-3 0 0 0,2 0 0 15,-1-1-624-15,0 0-128 0,1-1-32 0,-2 1 0 16,-1 0 224-16,2 2 32 0,-3 1 16 0,1 4 0 0,0 1 512 0,-2 2 112 16,1 3 128-16,-1 1-208 0,-4 0 208 0,0 0 0 0,0 0 0 0,0 0 160 15,0 0 256-15,9 46 48 0,-10-37 16 0,1-9 0 16,-1 23 48-16,-1-10 16 0,2-13 0 0,-2 29 0 15,2-29-224 1,-1 28-32-16,1-21-16 0,0 1 0 0,0-8-48 0,0 0-16 0,0 0 0 0,0 0 0 16,0 0-208-16,0 0 0 0,0 0 0 0,0 0 0 15,0 0 0 1,0 0 0-16,0 0 0 0,0 0-10080 0,36 15-1952 0</inkml:trace>
  <inkml:trace contextRef="#ctx0" brushRef="#br0" timeOffset="5884.27">6743 5533 11967 0,'-3'2'528'0,"2"1"112"0,-1-2-512 0,1 0-128 16,1 1 0-16,0-1 0 0,0 1 1280 0,1 0 240 16,0 3 32-16,-1-5 16 0,0 0-128 0,0 0-32 15,0 0 0-15,0 0 0 0,44 22-224 0,-44-22-48 16,28-1-16-16,-13-1 0 0,2-1-304 0,-4-3-64 15,1 1-16-15,-1 0 0 0,-1-2-448 0,0-2-96 0,-1 3 0 0,-2-2-16 16,0 0-176-16,-2 1 0 0,-1 1 0 0,0-2 0 16,-3 1 0-16,-2 0 0 0,0 2 0 0,-3-3 0 15,-3 2 0-15,-3 1 0 0,0 0 128 0,-3 3-128 16,-1 0 0-16,-1 2 0 0,0 4 0 0,0 1 0 16,-1 3 0-16,0 1 0 0,1 2-144 0,1-1 144 15,3 1 0-15,1-2-128 0,1 2 128 0,2-2 0 16,3 1 0-16,2-10 0 0,0 0 192 0,1 35-48 15,-1-35 240-15,0 0 64 0,0 0 0 0,31 34 0 16,-31-34 128-16,0 0 16 0,37 12 16 0,-37-12 0 16,0 0-400-16,36 4-80 0,-36-4 0 0,29-4-128 15,-18 3 0-15,0-2 0 0,2 1 0 0,0-2-10176 16,0 1-2000-16</inkml:trace>
  <inkml:trace contextRef="#ctx0" brushRef="#br0" timeOffset="6245.34">7194 5370 9215 0,'1'-5'400'0,"-1"2"96"0,1 2-496 0,-1 0 0 16,0-1 0-16,0 2 0 0,0 0 1808 0,0 2 272 31,0-2 48-31,-1 1 16 0,0 2-16 0,-1 5 0 16,2-8 0-16,-5 21 0 0,5-21-784 0,-6 36-144 0,1-12-48 0,1 1 0 0,-1-2-528 0,0 2-112 16,1-1-32-16,0-1 0 0,4-23 80 0,-5 38 16 15,5-38 0-15,0 31 0 0,0-31-288 0,0 0-48 16,0 0-16-16,0 0 0 0,20 38-224 0,-20-38 0 0,0 0 0 0,0 0 0 15,25-2-176-15,-19-1 176 0,0-2-160 0,0-1-9632 16,0-2-1936-16</inkml:trace>
  <inkml:trace contextRef="#ctx0" brushRef="#br0" timeOffset="6428.34">7097 5498 8175 0,'-8'-2'176'0,"3"1"32"0,0 1 16 0,2 0 16 0,2 1-240 0,0 1 0 0,0-2 0 0,0 2 0 15,0 2 2720-15,0-1 496 0,1 2 112 0,2-1 0 16,-2-4-384-16,0 0-96 0,0 0-16 0,0 0 0 16,44 10-1040-16,-44-10-224 0,29-2-32 0,-29 2-16 0,34-3-816 0,-16-2-176 15,-18 5-16-15,31-6-16 0,-31 6-336 0,26-6-160 16,-15 3 160-16,0 0-160 0,-2 0-176 0,-1-1-128 16,0 2-16-16,-1 1-10736 15,-1-1-2128-15</inkml:trace>
  <inkml:trace contextRef="#ctx0" brushRef="#br0" timeOffset="6763.65">7294 5542 7359 0,'1'3'656'0,"0"-1"-528"15,0-1-128-15,0 1 0 0,1-2 1920 0,-1 0 336 16,1 2 80-16,-2-2 16 0,0 0 464 0,0 0 112 0,0 0 16 0,45 12 0 31,-45-12-960-31,26-2-176 0,-13-3-32 0,0 2-16 16,-1-3-800-16,1 0-144 0,-2 0-48 0,0 0 0 15,0-2-448-15,-1 2-112 0,-1-1-16 0,-2-1 0 16,0 0-192-16,-3 1 0 0,-1 0 0 0,-2 2 0 0,-2-3 0 0,-3 2 0 16,0-1 0-16,-3 2 0 0,1 0 0 0,-3 2 0 15,-1 1 0-15,-1 1 0 0,1 2-144 0,-2 2 144 16,1 2 0-16,-1 1-144 0,1 2 144 0,2-2-192 16,1 4 192-16,0 0-192 0,2-1 192 0,-1 3 0 15,3 0 0-15,-1 2 0 0,1-2 0 0,4-12 0 16,-2 28 0-16,2-28 128 0,0 0 176 0,2 30 32 15,-2-30 16-15,0 0 0 0,0 0-16 0,0 0 0 16,31 34 0-16,-31-34 0 0,0 0-208 0,0 0-128 16,38 7 160-16,-27-9-160 0,0 0 0 0,1-1 0 15,3-2 0-15,0-1 0 16,1-2-2144-16,-1 2-368 0</inkml:trace>
  <inkml:trace contextRef="#ctx0" brushRef="#br0" timeOffset="7071.36">7634 5502 6447 0,'-2'0'576'0,"0"0"-576"0,1 0 0 0,0-1 0 16,1 1 2016-16,1 0 288 0,0-1 64 0,0 1 16 15,2-4 192-15,0 1 48 0,3-1 0 0,0-1 0 16,1 0-1168-16,0 1-240 0,2 0-32 0,-1 2-16 0,-8 2-352 0,0 0-80 16,0 0-16-16,33 6 0 0,-33-6-16 0,0 0-16 15,0 0 0-15,27 34 0 16,-27-34-304-16,0 0-64 0,15 38-16 0,-15-38 0 0,0 0-16 0,9 44 0 15,-9-44 0-15,0 0 0 16,1 39 16-16,-1-39 0 0,0 0 0 0,-3 28 0 0,2-20 160 0,-1-6 48 16,0 1 0-16,0-1 0 0,1-4 0 15,1-1 0-15,1-1 0 0,1-5 0 0,1-4-208 0,1 0-48 16,3-4 0-16,1-1 0 16,1-3-128-16,3 0-128 0,1-1 144 0,0-1-144 0,2 2 0 0,0-1 0 15,2 1 0-15,-1 4 0 16,-1 2-608-16,1 4-112 0,-1 4-32 0,0 2-17056 0</inkml:trace>
  <inkml:trace contextRef="#ctx0" brushRef="#br0" timeOffset="9481.04">8401 5483 11055 0,'0'-4'976'0,"0"3"-784"0,0 1-192 0,-1-2 0 15,1 2 448-15,0 0 32 16,0-1 16-16,0 0 0 0,0 1 592 0,0-3 128 0,-1 1 32 0,0-1 0 16,1 3-288-16,-2-2-48 0,0 2-16 0,0-1 0 15,-1 1-16-15,1 0-16 0,0 1 0 0,-1-1 0 16,1 2 128-16,0 1 32 0,-1-1 0 0,2 1 0 16,-2 1-112-16,1-1-16 0,0 2 0 0,-1 0 0 15,1 4-384-15,-2-2-96 0,1 2-16 0,-1 1 0 16,1 2-144-16,3-12-48 0,-5 24 0 0,5-24 0 0,-2 26-208 15,2-26 144-15,0 0-144 0,3 35 128 0,-3-35-128 16,0 0 0-16,0 0 0 0,0 0 128 0,0 0-128 16,28 35 0-16,-22-35 0 0,1-2 0 15,1-2 0-15,0-3 0 0,3-1 0 0,-1-3 0 0,0-3 0 0,0 0 0 16,0-1 0-16,-2 0 0 0,-1 1-192 0,-1 0 192 16,-2 1-160-16,-4 2 160 0,-1 0 0 0,-3 2 0 15,-3 2 0-15,-3 1 0 0,0 2 0 0,-3 3 208 16,-2 4-16-16,0 0 0 0,1 3 128 0,0-1 0 15,2 2 16-15,1 0 0 0,3-2-112 0,2 2-32 16,3-2 0-16,3-1 0 16,2-1-528-16,2-1-112 0,-4-2-32 0,0 0-14704 0</inkml:trace>
  <inkml:trace contextRef="#ctx0" brushRef="#br0" timeOffset="9785.21">8814 5325 14735 0,'0'-5'640'0,"0"2"160"16,0-2-640-16,0 2-160 0,0 0 0 0,0 1 0 15,0-1 848-15,-1 0 144 0,1-4 32 0,-1 0 0 0,-1-3 352 0,0 1 80 16,-1 0 16-16,0 2 0 0,-1 3 160 0,1 3 32 16,-1-1 16-16,0 2 0 15,1 3-352-15,-1 0-80 0,-1 3-16 0,1 0 0 0,0 4-656 0,0 0-128 16,0 4-16-16,1 1-16 0,-1 2-240 0,4-17-48 0,-4 46-128 0,4-46 192 15,-1 59-192-15,2-27 0 0,0 0 0 0,-1-32 0 16,4 57 0-16,-4-57 0 0,4 59 0 0,-4-59-160 31,4 55-464-31,-4-55-80 0,5 56-32 0,-5-56 0 16,4 51-448-16,-4-51-96 0,2 45 0 0,-2-45-16 0,3 33 720 0,-3-33 160 0,0 0 32 0,0 0 0 16,0 0-64-16,0 0-16 0,0 0 0 0,0 0-11168 15</inkml:trace>
  <inkml:trace contextRef="#ctx0" brushRef="#br0" timeOffset="9990.41">8685 5526 11967 0,'-10'-9'528'0,"4"4"112"0,0 2-512 0,2-1-128 0,2 3 0 0,2 1 0 0,-1 0 1744 0,0 0 320 16,-1 0 64-16,-1-2 16 0,2 2 128 0,2 0 32 31,2 2 0-31,1-2 0 0,-4 0-576 0,0 0-96 0,0 0-32 0,40 3 0 16,-40-3-608-16,29 0-128 0,-29 0-32 0,33-5 0 0,-33 5-496 0,33-4-96 15,-18 1-32-15,0-2 0 16,-1 3-208-16,0-3 0 0,-1 1 0 0,2 1-160 16,2-2-976-16,0 0-192 0</inkml:trace>
  <inkml:trace contextRef="#ctx0" brushRef="#br0" timeOffset="11154.21">9405 5488 9215 0,'-1'0'816'0,"1"1"-656"31,1-1-160-31,-1 0 0 0,0 1 864 0,0-1 144 0,1 0 16 0,-1 1 16 0,1 0 864 0,1 2 160 16,-1-3 48-16,1 1 0 16,1-1-480-16,0-1-96 0,1 1 0 0,-2-4-16 15,2 2-560-15,0-3-128 0,0 0 0 0,0 0-16 16,1-3-192-16,-2-1-48 0,1 2 0 0,-1-3 0 15,1 1-16-15,-2 2-16 0,-2-2 0 0,-1 2 0 16,-1-1-160-16,-2 2-48 0,0 0 0 0,0 2 0 16,-3 1 32-16,0 1 0 0,-1 0 0 0,-1 2 0 15,0 2-128-15,0 1-32 0,-1 1 0 0,0 1 0 16,0 2-208-16,0 0 144 0,0 2-144 0,2 1 128 0,2 0-128 16,-1 1 0-16,2 2 0 0,0 0 0 0,2-1 0 0,-1 0 0 15,3 0 0-15,-1 0 0 0,2-12 0 0,0 0 0 16,0 31 0-16,0-31 0 0,0 0 0 0,0 0 0 15,0 0 0-15,0 0 0 0,0 0 0 0,0 0 0 16,27 31 0-16,-21-32 0 0,1-1 0 0,-1 1 0 16,1-3 0-16,1 0 0 0,1 1 0 0,-1-3 0 15,1 0-144-15,0 2 144 0,-1-1-224 0,0-2 16 16,-1 2 0-16,1-2 0 16,-1 0-336-16,1 0-64 0,-2 0-16 0,0 0 0 15,-1-1 0-15,0 1 0 0,-1-2 0 0,-2 1 0 0,1 0 336 0,0 2 64 0,-2 2 16 0,0-1 0 16,-1 2 208-16,0 1 0 15,0 2 0-15,0 2 0 0,1 1 0 0,-1 0 208 0,0-3-64 0,0 0-16 16,0 0 272-16,0 0 48 0,5 38 16 0,-5-38 0 16,0 0 16-16,0 0 0 0,16 35 0 0,-16-35 0 15,0 0-256-15,0 0-48 0,0 0-16 0,36 24 0 16,-36-24-160-16,0 0 0 0,0 0 0 0,37 4 0 16,-37-4-880-16,23-5-208 0,-12 1-32 0</inkml:trace>
  <inkml:trace contextRef="#ctx0" brushRef="#br0" timeOffset="11454.67">9929 5391 15663 0,'-1'0'688'0,"0"0"144"15,1 0-656-15,-1 0-176 0,1 0 0 0,-1 0 0 0,1 2 1488 0,0-1 272 16,0-1 48-16,0 0 16 0,0 0-432 0,-2 30-96 16,2-30-16-16,0 0 0 0,3 45-80 0,-3-45-32 15,2 35 0-15,-2-35 0 0,2 36-336 0,-2-36-80 0,1 40-16 0,-1-40 0 16,-2 43-224-16,2-43-64 0,-1 39 0 0,1-39 0 16,-1 28-320-16,1-28-128 0,0 0 0 0,0 0 0 31,0 0-272-31,0 0-160 0,0 0-16 0,0 0-16 15,0 0-1200-15,0 0-224 0,0 0-48 0,0 0-11120 0</inkml:trace>
  <inkml:trace contextRef="#ctx0" brushRef="#br0" timeOffset="11689.13">9883 5388 7359 0,'-1'-9'320'0,"0"3"80"0,2 1-400 0,-1 2 0 0,1 2 0 0,-1 1 0 0,2 0 1424 0,1 0 208 15,3-2 32-15,1 0 16 0,3 0 384 16,2-1 80-16,-12 3 16 0,28-2 0 15,-28 2-992-15,29 0-192 0,-29 0-32 0,28 0-16 0,-28 0-720 0,0 0-208 16,41 7 0-16,-41-7 128 16,0 0-128-16,0 0 0 0,36 24 0 0,-36-24 0 0,0 0 0 0,0 0 0 15,0 0 0-15,0 33 0 0,-7-25 0 0,-1-1 0 16,-2 1 0-16,-3 0 0 0,-1-1 0 0,-1 1 192 0,-1 0-32 16,0-3-16-16,1 3 112 0,-1-2 0 15,3-1 16-15,3-2 0 0,1-1-80 0,3 0-32 0,1-2 0 0,3-1 0 31,3 0-576-31,3-4-112 0</inkml:trace>
  <inkml:trace contextRef="#ctx0" brushRef="#br0" timeOffset="11867.18">10192 5324 28559 0,'5'0'1264'0,"-1"0"272"0,-1 0-1232 0,0 0-304 16,0 0 0-16,-1 0 0 0,-2 0 1440 0,0 0 224 0,0 0 64 0,0 0 0 0,39 8-720 0,-39-8-144 31,0 0-32-31,37 6 0 0,-37-6-704 0,0 0-128 0,29 5 0 0,-29-5-11232 16,0 0-2160-16</inkml:trace>
  <inkml:trace contextRef="#ctx0" brushRef="#br0" timeOffset="12021.79">10304 5381 8287 0,'-3'3'736'0,"1"-1"-592"0,1-2-144 15,0 2 0-15,0 1 1584 0,-1-1 272 16,0 5 64-16,-2 3 16 0,-2 2 480 0,1 4 80 0,-1 1 32 0,6-17 0 16,-6 31-720-16,6-31-144 0,0 0-16 0,1 33-16 15,-1-33-864-15,0 0-192 16,0 0-16-16,0 0-9840 0,0 0-1984 0</inkml:trace>
  <inkml:trace contextRef="#ctx0" brushRef="#br0" timeOffset="12401.28">10534 5344 8287 0,'1'-1'736'0,"0"-1"-592"32,-1 0-144-32,0 2 0 0,-1-1 1632 0,1 1 288 15,-1 0 64-15,1-2 16 0,-1 0 288 0,-2 2 48 16,-2 0 16-16,-1 2 0 0,-1 0-864 0,0 3-160 15,-2 0-48-15,-1 2 0 0,2 2 16 0,-1-1 0 16,0-1 0-16,2 2 0 0,0-1-368 0,2-1-80 16,0 1-16-16,2-2 0 0,2 2-336 0,1-8-80 15,0 0-16-15,0 0 0 0,0 0-256 0,0 0-144 16,0 0 160-16,29 30-160 0,-29-30 0 0,0 0 0 0,0 0 0 0,39 11 0 16,-39-11 0-16,0 0 0 0,0 0 0 0,37 12 0 15,-37-12 0-15,0 0 0 0,0 0 0 0,0 0 0 16,0 0 0-16,0 0 0 0,32 23 0 0,-31-22 0 15,-1-1 0-15,0 0 0 0,0 0 128 0,-4 10-128 16,0-9 0-16,-1 2 0 0,-1-2 0 0,-1 1 0 16,-1 0 0-16,0-1 128 0,-1 1-128 0,-1 1 0 15,-1 0 0-15,2-2 144 0,0 2-144 0,0 1 128 16,2-2-128-16,1 0 0 0,2 1 0 0,0-3 0 16,2 0-1136-16,2 0-144 0,2 0-48 0,2-3-14352 15</inkml:trace>
  <inkml:trace contextRef="#ctx0" brushRef="#br0" timeOffset="12677.71">10748 5320 13823 0,'2'-3'1216'0,"0"1"-960"16,-2-1-256-16,1 3 0 0,0 0 1456 0,0-2 240 16,1 2 48-16,0-2 16 0,2-2 544 0,-1 1 96 0,0 0 32 0,0 3 0 15,-1 0-1264-15,-1 2-240 0,-1 2-48 0,-1 2-16 16,1-6-176-16,0 0-48 15,-6 28 0-15,6-28 0 0,-6 29-224 0,6-29-48 0,-7 33-16 0,7-33 0 16,-4 37-112-16,4-37-32 0,-2 32 0 0,2-32 0 16,0 0-16-16,0 0 0 0,15 38 0 0,-15-38 0 0,0 0-192 0,0 0 0 15,0 0 128-15,34 9-128 16,-26-11 0-16,-1-2 0 0,-1-1 0 0,1 1 0 16,-2-2-528-16,0 1-48 0,0-2-16 0,-1-1 0 15,-1 0-1456-15,-1 1-272 0,-2-1-64 0,-1 2-10736 16</inkml:trace>
  <inkml:trace contextRef="#ctx0" brushRef="#br0" timeOffset="12864.41">10651 5408 9215 0,'-8'4'400'0,"2"-2"96"0,2-1-496 0,1 1 0 0,2 0 0 0,1-2 0 16,1 0 1680-16,-1 1 240 0,2 1 64 0,0-2 0 0,-2 0 384 0,0 0 96 0,20-2 16 0,-9-1 0 15,3 0-752-15,1 0-128 0,3-1-48 0,-1-1 0 16,1 1-256-16,0-1-48 15,4 0-16-15,-2-1 0 0,1 0-656 0,-2 2-128 0,1-1-16 0,-3 2-16 16,-1-1-608-16,0 0-112 0,-1 1-16 0,-15 3-10384 31,29-3-2080-31</inkml:trace>
  <inkml:trace contextRef="#ctx0" brushRef="#br0" timeOffset="13544.98">11022 5329 10879 0,'0'-3'240'0,"0"2"48"0,1 0 16 0,-1 1 0 0,0 0-304 0,0 0 0 15,1 0 0-15,-1 0 0 0,0 0 2464 0,-1 0 432 16,0 2 96-16,0 1 16 16,-1 0-960-16,-1 3-192 0,-2 0-48 0,1 3 0 0,0 0-208 0,4-9-64 15,-9 24 0-15,9-24 0 0,-4 25-672 0,4-25-144 16,0 0-16-16,6 34-16 0,-6-34-208 0,0 0-32 16,0 0-16-16,34 21 0 0,-34-21-240 0,22 0-32 31,-10-3-16-31,-1-2 0 0,1-1-144 0,-1 0 160 0,0-2-160 0,-1 1 160 15,-1-2-160-15,0-1 0 0,-1 1 144 0,-2 0-144 16,1 1 0-16,-4-2 0 0,0 1 0 0,-2 2 0 16,-2-3 0-16,-2 3 0 0,-1 0 0 0,-3 1 0 15,-1 0 0-15,-1 2 0 0,-2 1 0 0,-2 1 0 16,0 0 0-16,-1 4-160 0,-1 0 160 0,2 1 0 16,0 1-160-16,2 1 160 0,1 1-128 0,1 0 128 15,1 0 0-15,0 0 0 0,4-1 0 0,0 1 0 16,1 0 0-16,3-6 0 0,0 0 0 0,0 0 0 15,0 0 0-15,0 0 0 0,0 0 0 0,41 12-128 16,-41-12-128-16,22-3 0 0,-8 0-16 0,2-1 0 16,0-1-336-16,-1 0-64 0,0-1-16 0,0 0 0 0,2 2 352 0,-1-3 64 15,-1 2 16-15,-2 0 0 16,-2 0-1200-16,-1 1-224 0,0 1-48 0,-1 1-16 0,-1 2 1408 16,-8 0 336-16,0 0 0 0,0 0 0 0,0 0 448 0,0 0 112 15,0 0 16-15,22 35 16 0,-22-35 560 0,0 0 128 16,-6 36 0-16,6-36 16 0,-5 25-448 0,5-25-80 15,-6 25-32-15,6-25 0 0,0 0-256 0,-2 30-48 16,2-30-16-16,0 0 0 0,0 0-144 0,0 0-16 16,0 0-16-16,0 0 0 0,0 0-112 0,0 0 0 0,0 0-128 15,0 0 192-15,0 0-192 0,0 0 128 0,0 0-128 0,0 0 0 16,13-8 0-16,-9-2 0 0,2-2 0 0,-1 0 0 16,1-1 0-16,0 1 0 0,1-1 0 0,0 0 0 15,2 0 0-15,0 0 0 0,0 2 0 0,0 4 0 16,0 2 0-16,-2 3 0 0,-7 2 0 0,0 0 0 15,0 0 0-15,0 0 0 0,34 14 0 0,-34-14 0 16,0 0 0-16,12 36 0 0,-12-36 0 0,0 0 0 16,7 47 128-16,-7-47-128 0,0 0 0 0,7 44 0 15,-7-44 0-15,0 0 128 0,0 0-128 0,11 37 0 0,-11-37 0 0,0 0 0 16,0 0 0-16,0 0-17840 16</inkml:trace>
  <inkml:trace contextRef="#ctx0" brushRef="#br0" timeOffset="15275.38">11645 5350 15663 0,'2'-3'1392'0,"0"0"-1120"15,0 2-272-15,-1-1 0 0,0 2 1456 0,1-2 224 16,1-1 48-16,2-1 16 0,2-2 144 0,1 0 32 16,1-2 0-16,1 4 0 15,1-1-512-15,-1 0-112 0,0 4-16 0,-10 1 0 16,0 0-560-16,30 1-112 0,-30-1-32 0,0 0 0 0,0 0-384 0,35 24-64 15,-35-24-128-15,0 0 176 16,17 34-176-16,-17-34 0 0,0 0 0 0,8 42 0 16,-8-42 0-16,0 0 0 0,0 42 0 0,0-42 0 0,-4 24-128 0,1-13 128 0,-1-2 0 0,0-1 0 15,0 0 0-15,0-1 0 0,-1-2 0 0,1-1 0 16,-1-1 0-16,1 0 0 0,1-1 0 0,0 0 128 16,1-2 0-16,0 0-128 0,1-2 192 0,2 0-64 15,0-1-128-15,1-2 160 0,1 0-160 0,1-2 160 16,2-3-160-16,1-1 0 0,2-4 0 0,2-1 128 15,0 2-128-15,2-5 0 0,1 0 0 0,1-2 0 16,-2 4 0-16,2-2 0 0,0 3 0 0,-2 3 0 0,-2 1-192 16,0 3 48-16,1 1 0 0,-2 0 0 15,0 3-336-15,-2 1-64 0,0 1-16 16,-2 3-14912-16</inkml:trace>
  <inkml:trace contextRef="#ctx0" brushRef="#br0" timeOffset="15461.46">12103 5253 4607 0,'4'0'400'0,"0"0"-400"0,1 1 0 0,-2-1 0 0,-1 2 2752 0,0-2 448 0,1 0 112 0,-3 0 16 16,0 0-480-16,0 0-96 0,31 9 0 0,-31-9-16 16,0 0-1568-16,0 0-304 15,34 14-64-15,-34-14-16 0,0 0-784 0,0 0-224 16,0 0-16-16,0 0 0 15,0 0-1888-15,0 0-384 0</inkml:trace>
  <inkml:trace contextRef="#ctx0" brushRef="#br0" timeOffset="15602.12">12148 5341 7023 0,'-3'0'144'0,"2"-2"48"0,0 2 0 0,0 0 0 16,1 0-192-16,0 2 0 0,0-2 0 0,0 0 0 0,-1 2 2368 0,0 1 448 15,0 1 64-15,-1 1 32 0,2-5-656 0,-6 19-128 16,6-19-16-16,-7 24-16 0,2-10-976 0,-1 2-192 15,0 1-32-15,1-2-16 0,-1 0-640 0,6-15-240 16,-6 25 176-16,6-25-176 16,0 0-528-16,0 0-208 0,0 0-32 0,0 0-11136 15</inkml:trace>
  <inkml:trace contextRef="#ctx0" brushRef="#br0" timeOffset="16003.72">12350 5300 11967 0,'0'1'1072'0,"0"1"-864"16,0 1-208-16,-1-1 0 0,1 0 1728 0,0 3 288 0,0-5 64 0,0 0 16 16,-7 35-816-16,1-17-176 0,1 2-16 0,-2 2-16 15,3-4-320-15,-2-1-64 0,2-4-16 0,4-13 0 16,-6 21 256-16,6-21 48 0,0 0 16 0,0 0 0 16,0 0-624-16,0 0-128 0,0 0-32 0,0 0 0 15,0 0-208-15,6 0 128 0,-4-7-128 0,1-1 0 16,1-1 0-16,0-1 0 0,0 1-128 0,1-3 128 0,0 2-352 0,1-2 32 15,0 1 16-15,-1-1 0 16,2 0-80-16,0 0-32 16,-1 1 0-16,2 1 0 0,1 0 416 0,0 3-128 0,-1 0 128 0,0 3 0 0,1 1 256 0,-2 3 128 15,-7 0 16-15,0 0 16 0,0 0 608 0,0 0 128 16,32 12 32-16,-32-12 0 0,0 0-352 0,0 0-64 16,0 0 0-16,24 35-16 0,-24-35-496 0,0 0-112 15,0 0-16-15,0 0 0 0,9 36-128 0,-9-36 0 16,0 0 0-16,0 0 0 0,-5 31 128 0,2-23 0 0,0 1 0 15,-2-2 0-15,0 2 0 0,2-1-128 0,-1 0 192 0,4-8-64 16,-5 18-128-16,5-18 0 16,0 0 0-16,0 0 0 15,0 0-832-15,0 0-80 0</inkml:trace>
  <inkml:trace contextRef="#ctx0" brushRef="#br0" timeOffset="16483.68">12711 5386 13823 0,'1'0'1216'0,"1"0"-960"31,-1 2-256-31,0-2 0 0,0 0 1936 0,1 0 352 0,1 1 64 0,-3-1 16 0,0 0 128 0,24-1 48 16,-12-1 0-16,0-3 0 0,0-2-1216 0,0 0-240 16,-1 0-64-16,0-2 0 0,-1 1-384 0,-2 0-64 15,0-1-32-15,-3 3 0 0,-1-2-208 0,-2 1-32 16,-1-1-16-16,-2 0 0 0,-2 2-64 0,-1 0-16 15,-2 1 0-15,-2 1 0 0,-2 1-208 0,0 3 0 16,-2 0 0-16,1 3 0 0,1 0 0 0,-2 0 0 0,0 5 0 16,-1-1 0-16,1 2 0 0,1-1 0 15,1 3 0-15,2-2 0 0,0 1 0 0,0 2 0 0,3-2 0 0,1-1 0 16,4-9 0-16,-5 17 0 16,5-17 0-16,0 0 0 0,0 0 0 0,0 0 0 0,0 0 0 0,20 38 0 15,-20-38 0-15,0 0 0 0,0 0 0 0,0 0 0 16,36 28 208-16,-36-28-48 0,0 0-16 0,0 0 0 15,28 40 48-15,-28-40 0 16,0 0 0-16,21 43 0 0,-21-43-16 0,0 0 0 0,20 50 0 0,-20-50 0 16,12 36 32-16,-12-36 16 0,8 39 0 15,-8-39 0-15,4 36-224 0,-4-36 144 0,-6 36-144 16,0-22 128-16,-5 2 16 0,-2-1 0 0,-2-1 0 0,-2-2 0 0,-2-2 48 0,-3 0 16 16,-3-2 0-16,-3-1 0 0,0-4-48 0,-3 0-16 15,0-3 0-15,2-1 0 16,1-4-144-16,6-4 0 15,3 0 0-15,5-3 0 0,3 0 0 0,4-5-144 0,3-4 0 0,3-3-19152 16</inkml:trace>
  <inkml:trace contextRef="#ctx0" brushRef="#br0" timeOffset="-108193.78">14486 5298 7359 0,'-1'0'656'0,"1"0"-528"0,0 0-128 0,-1 0 0 15,1 2 1088-15,0-2 176 16,-1 0 32-16,0 1 16 0,1 1 224 0,-1-1 64 0,2 1 0 0,-1 0 0 16,0-1-272-16,2 0-48 0,1 1-16 0,2-2 0 0,0 0-368 0,3 0-64 15,1-2 0-15,2 1-16 16,0 0 16-16,1-2 0 0,2 1 0 0,2-1 0 16,3-1-192-16,0 0-16 0,1 1-16 0,1 0 0 15,1 1-272-15,1 0-48 0,4 2-16 0,-4-3 0 16,-7 1-112-16,1 0-32 0,3 1 0 0,1-3 0 15,-1 0-128-15,-1 0 0 0,-2 0 0 0,-1-1 0 16,-3 1 0-16,0 1 0 0,0 1 0 0,-2-2 0 0,-2 3 0 0,-1-1 0 0,-3 2 0 0,0 0 0 31,-1 2-432-31,-2-1-64 0,0 1-16 0,-2 1 0 16,0 0-1280-16,-1 0-272 0,0-1-48 0,0 3-16 16,-2-3-144-16,1 1-32 0,0 2 0 15,0-3-5344-15</inkml:trace>
  <inkml:trace contextRef="#ctx0" brushRef="#br0" timeOffset="-107931.21">14928 5284 2751 0,'-1'0'128'0,"0"-1"16"0,1 0-144 0,-1 1 0 16,1 0 0-16,0 0 0 0,0-2 1008 0,0 2 160 16,0-1 48-16,-1-1 0 0,1 0 448 0,-1-1 80 15,0 2 32-15,0 0 0 0,0 1-256 0,-1 0-48 0,1 1-16 0,-2 2 0 16,0 0-464-16,-1 2-96 15,0-1 0-15,-2 2-16 0,1 2-304 0,-1 1-48 16,-2 2-16-16,1-1 0 0,-1 3-32 0,-2 2-16 0,0 0 0 0,0 0 0 16,-1 4-80-16,-1-2 0 0,-1 0-16 0,1 2 0 15,-1-1-176-15,0 0-48 0,0-2 0 0,1 0 0 16,1-1-144-16,0-2 0 0,1-1 0 0,1 0 0 0,1-1 0 16,-1 0-256-16,1-2 64 0,1 1 16 31,0 1-1360-31,1-2-288 0,1-1-48 0,1-3-8096 0</inkml:trace>
  <inkml:trace contextRef="#ctx0" brushRef="#br0" timeOffset="-107695.21">14651 5381 11055 0,'-1'-2'480'0,"1"0"112"0,0 2-464 0,1-1-128 16,0 1 0-16,0 0 0 0,1 1 912 0,1 1 176 0,1 0 16 0,-4-2 16 15,0 0 256-15,0 0 48 16,39 24 16-16,-39-24 0 0,0 0-304 0,36 38-64 0,-36-38-16 0,25 35 0 16,-25-35-352-16,20 38-80 15,-20-38-16-15,0 0 0 0,25 50-368 0,-25-50-80 16,0 0-16-16,23 46 0 0,-23-46-144 0,0 0-176 16,23 37 48-16,-23-37 0 15,0 0-1024-15,0 0-192 0,0 0-32 0,0 0-8928 0</inkml:trace>
  <inkml:trace contextRef="#ctx0" brushRef="#br0" timeOffset="-107410.2">14501 5720 9215 0,'-2'-1'400'0,"1"0"96"0,1 1-496 0,1-2 0 0,0 2 0 0,0 0 0 16,1-2 1088-16,1 1 112 0,0 1 16 0,5-2 16 15,2-1 624-15,3 1 128 0,3 0 32 0,1-1 0 16,-17 3-128-16,37-5-32 0,-37 5 0 0,50-4 0 0,-23 2-576 0,3-1-112 16,0 1-16-16,-2 2-16 15,-1-2-480-15,-1 1-80 0,0-1-32 0,0 2 0 0,0-2-320 0,-2-1-64 16,-1-2-16-16,0 2 0 0,2-2-144 0,-1 1 0 15,-1-2-192-15,-1 1-14912 16</inkml:trace>
  <inkml:trace contextRef="#ctx0" brushRef="#br0" timeOffset="-106928.8">15280 5516 11967 0,'-5'0'528'0,"2"1"112"0,-1 1-512 0,2-2-128 0,0 0 0 0,1 0 0 16,0 2 1376-16,-1-2 240 0,-2 0 48 0,-1 0 16 16,2 0 320-16,-1 0 64 0,2 0 16 0,0-2 0 15,2-1-736-15,1 1-160 0,2-3-32 0,1 0 0 16,0 1-320-16,2-5-80 0,1 2-16 0,1-1 0 16,1-1-192-16,0-1-32 0,1 1-16 0,1-1 0 0,-1 3-304 0,0-2-48 15,1-3-16-15,1 2 0 16,-1-2-128-16,1 1 128 0,-1 4-128 0,0-1 128 0,-3 4 0 15,0 1 0-15,-1 3 0 0,-1 1 0 0,-6-1 48 0,0 0 0 16,0 0 0-16,0 0 0 0,21 49-48 0,-21-49-128 16,5 36 192-16,-5-36-64 0,8 40 64 0,-8-40 0 15,13 35 0-15,-13-35 0 0,0 0-192 0,30 34 160 16,-30-34-160-16,0 0 160 0,52 12-32 0,-31-15-128 16,1-2 192-16,1-4-64 0,1-1-128 0,4-3 0 15,1-2 144-15,0-1-144 16,0 1-528-16,-2 1-176 0,-1-2-48 0,-3 2-15312 0</inkml:trace>
  <inkml:trace contextRef="#ctx0" brushRef="#br0" timeOffset="-102245.5">16289 5279 11967 0,'3'-8'1072'0,"-1"2"-864"16,0 1-208-16,-2 5 0 0,0-2 1472 0,0 2 240 0,0-7 48 0,1 0 16 16,-1-3 304-16,-1 1 64 0,-1 2 16 0,-1 0 0 15,0 4-448-15,-1 1-96 0,1 2-16 16,-1 1 0-16,1 0-608 0,0 4-128 0,1-2-32 0,-1 1 0 16,0 4-240-16,0 1-48 0,1 0-16 0,-1 3 0 15,-1 5-208-15,-1 4-32 16,1 1-16-16,-2 4 0 0,1 4-128 0,-4 3-16 0,1 3-128 0,-1-1 192 0,-2 0-64 15,1-1-128-15,1-1 176 0,1-4-176 0,0-3 144 16,2-2-144-16,0-3 0 0,2-2 144 0,3-5-144 0,0-5 0 16,2-5 0-16,0-2 0 31,3-4-1408-31,1-2-144 0,0-5-48 0,2-2-13920 0</inkml:trace>
  <inkml:trace contextRef="#ctx0" brushRef="#br0" timeOffset="-101915.74">16238 5322 4607 0,'1'-14'192'0,"0"4"64"0,0 3-256 0,0 0 0 16,0 5 0-16,0-1 0 0,0 1 2096 0,0-3 368 16,2-4 80-16,2-1 16 0,-1-1 0 0,2 1 0 15,0 0 0-15,-2 3 0 0,1 0-528 0,0 3-112 0,-1 1 0 0,1 1-16 16,-1 4-320-16,-1 1-64 0,0 1-16 0,0 4 0 16,-3-8-640-16,0 0-128 0,8 47-32 0,-8-47 0 15,5 52-336-15,-2-19-80 0,-2 5-16 0,1 2 0 16,0 0-144-16,0 1-128 0,0-1 144 0,0-2-144 15,0 0 0-15,0-6 0 0,-2-32 0 0,9 50 0 16,-9-50 0-16,10 37 0 0,-10-37 0 0,0 0 0 16,0 0 0-16,0 0 0 0,29 35 0 0,-25-37 0 15,2-3 176-15,-1-2-16 0,1-4 0 0,0-4 0 16,2-4 160-16,0-5 48 0,2-4 0 0,2-3 0 16,2-5-160-16,2-3-16 0,2-5-16 0,1-1 0 0,1 2-176 15,-2 1 0-15,2 0 144 0,0 1-144 16,1-2 0-16,-3 8-128 0,-2 6 0 0,-4 10-18304 15</inkml:trace>
  <inkml:trace contextRef="#ctx0" brushRef="#br0" timeOffset="-90442.41">17099 5158 10127 0,'-1'0'896'0,"0"0"-704"0,1 0-192 0,0 0 0 31,-1 0 736-31,1 0 112 0,-1-2 32 0,-1 2 0 0,-1 0 416 0,1 2 96 0,-2-1 16 0,-1 1 0 16,1 3-96-16,-2-1-16 0,0 3 0 0,-1 0 0 15,0 3-320-15,-1 2-64 0,1 2-16 0,-2 2 0 16,0 4 160-16,-1 6 32 15,-1 2 0-15,0 5 0 0,0 3 112 0,0-1 16 0,1 3 16 0,1-2 0 0,2-7-304 16,4-1-64-16,3-28-16 16,1 49 0-16,-1-49-544 0,14 38-112 0,-14-38-32 0,0 0 0 0,41 39-160 0,-41-39 0 15,0 0 0-15,51 16 0 0,-51-16-352 0,37-4 48 32,-18 1 16-32,-1-4 0 15,0 0-1552-15,-1-1-304 0,0-1-64 0,1 0-12032 0</inkml:trace>
  <inkml:trace contextRef="#ctx0" brushRef="#br0" timeOffset="-90064.23">17410 5261 3855 0,'0'-3'160'0,"0"-1"48"0,0 1-208 0,0-2 0 0,0 3 0 0,0 0 0 15,1-1 864-15,0-2 128 0,0-2 32 0,0-2 0 16,1-1 1328-16,-1 0 272 0,0 4 48 0,0 1 16 16,-2 2-288-16,-1 1-48 0,-1 2-16 0,-2 3 0 15,-1 2-784-15,-1 2-144 0,-2 2-48 0,0 1 0 16,-1 4-384-16,-1 2-80 0,-1 0 0 0,0 2-16 0,0 0-384 0,0 2-80 16,1 0-16-16,0 2 0 0,1-3-240 15,1 0-160-15,2-5 192 0,2 0-192 0,3-2 224 0,0-2-64 16,2-10-16-16,0 0 0 0,0 0-144 0,0 0 160 15,0 0-160-15,33 28 160 0,-33-28-32 0,0 0 0 16,35 3 0-16,-35-3 0 0,28-1 0 0,-28 1 0 16,34-2 0-16,-18 1 0 0,1 0-128 0,-1-2 0 15,0-2 0-15,-2 1 0 0,0 0 0 0,-1-1-192 16,0 2 64-16,-1-4 128 16,0 2-1280-16,0 1-144 0,-1-2-32 0,-2 0 0 15,1 1-1680-15,-2-2-352 0</inkml:trace>
  <inkml:trace contextRef="#ctx0" brushRef="#br0" timeOffset="-89874.47">17536 5253 6447 0,'-3'-2'128'0,"0"2"48"0,2 0 0 0,0 0 16 0,0 2-192 0,0-2 0 0,-1 1 0 0,-1 1 0 16,-3 0 1328-16,0 2 224 0,-1 4 48 0,1-3 16 15,-1 4 528-15,1 3 96 0,-2 1 32 0,2 2 0 16,-2 2-240-16,0 2-48 0,0 0-16 0,-1 2 0 15,1 3-496-15,0-2-112 0,-1-2-16 0,2 0 0 0,1-4-656 0,1-2-144 16,1-2-32-16,2-1 0 0,1-2-512 0,0-2 0 16,2 0 0-16,0-3 0 15,1 1-1040-15,0-3-272 0</inkml:trace>
  <inkml:trace contextRef="#ctx0" brushRef="#br0" timeOffset="-89399.42">17894 5161 15663 0,'1'-3'688'0,"-1"1"144"0,0 2-656 0,0 0-176 0,-1 2 0 16,1-2 0-16,-2 1 624 0,-1 3 80 0,-1-1 32 0,-2 3 0 15,-2 2 288-15,-1 1 64 0,-1 0 16 0,1 1 0 16,-1 1-256-16,1 0-48 16,1 1-16-16,-1-1 0 0,2 1-48 0,-1 0-16 0,1 0 0 0,0 2 0 0,0-2-16 0,2 2-16 15,-1 0 0-15,2-1 0 16,4-13-176-16,-3 25-48 0,3-25 0 0,0 0 0 0,0 0-320 0,0 0-144 16,18 43 128-16,-18-43-128 0,0 0 176 0,0 0-48 15,39 17-128-15,-39-17 192 16,0 0 192-16,36 9 48 0,-36-9 0 0,0 0 0 0,38 5 32 0,-38-5 16 15,0 0 0-15,38 7 0 0,-38-7-80 0,0 0-16 16,34 9 0-16,-34-9 0 0,0 0-176 0,0 0-32 16,0 0-16-16,32 8 0 0,-29-4-160 0,-2-3 160 0,-1 3-160 15,-1-2 160-15,-2 1-160 0,-2 0 0 16,-2 1 144-16,-1 0-144 0,-2 1 144 0,-1 0-144 0,-1 0 192 0,-3 2-192 16,0 0 128-16,-3 0-128 0,-1 1 0 0,-2 0 0 15,-2 1 0-15,-3-1 0 16,1-1 0-16,1-4 0 15,1 2-384-15,1-3-64 0,1-2-32 0,3 0 0 0,3-5-1408 16,3-2-288-16</inkml:trace>
  <inkml:trace contextRef="#ctx0" brushRef="#br0" timeOffset="-89194.46">17750 5202 14735 0,'4'-4'640'0,"1"2"160"0,1 2-640 0,-2-1-160 0,1 0 0 0,-1 1 0 0,1-2 880 0,4-1 144 15,5 1 16-15,6-3 16 0,4 0 432 0,1-2 96 32,1-2 16-32,-3 4 0 0,0-2-528 0,-1 2-112 0,-2 1 0 0,-1 1-16 15,-3 1-688-15,0 2-128 0,-2 0-128 0,-14 0 192 0,0 0-448 0,0 0-96 16,36 14-16-16,-36-14-11728 16</inkml:trace>
  <inkml:trace contextRef="#ctx0" brushRef="#br0" timeOffset="-87703.8">18243 5545 16575 0,'1'-2'1472'0,"0"2"-1168"15,0 0-304-15,0 0 0 0,0 0 1088 0,0 0 144 0,1-1 48 0,1 1 0 16,1 0 864-16,2 0 176 0,-1 0 48 0,1 0 0 15,0 0-608-15,-1 1-112 0,-1 1-32 0,0 0 0 16,-4-2-800-16,0 0-176 0,0 0-16 0,0 0-16 16,0 0-352-16,-1 33-64 0,-4-23 0 0,-4 0-16 15,-1 4-176-15,-1 0 0 0,-1 0 0 0,2-1 0 32,0-1-592-32,1-1-112 0</inkml:trace>
  <inkml:trace contextRef="#ctx0" brushRef="#br0" timeOffset="-85275.85">18838 5213 4943 0,'1'-3'448'0,"-1"3"-448"16,0-2 0-16,0 2 0 0,0-1 1248 0,1 0 160 16,0 1 48-16,0-4 16 0,0 1 176 0,1-1 16 15,1 1 16-15,-1-2 32 0,0 2-432 0,-2 1-96 16,2 0-16-16,-1-1 32 0,-1 3-256 0,1-2-48 16,-1 2-16-16,0 0 16 0,-1 0-128 0,0 0-48 15,0 0 0-15,0 2 32 0,-2-2-192 0,0 3-48 16,-1-1 0-16,0 1 32 0,-2 2-224 0,0 0-64 15,0 1 0-15,-1 1 32 0,-2 3 32 0,2 0 16 16,-2 2 0-16,0 2 32 0,-1 2-16 0,0 3 0 0,0 0 0 16,-1 3 32-16,1 1-160 0,1-2-32 15,1 1 0-15,2-1 32 0,6-21 176 0,-6 35 48 0,6-35 0 16,0 0 16-16,9 43-80 0,-9-43-32 0,0 0 0 0,0 0 32 16,37 32-176-16,-37-32-16 0,0 0-16 0,42 8 0 15,-42-8-176-15,28 0 0 0,-28 0 0 0,31-2 0 16,-16-1 0-16,-1 0-224 0,-1 0 32 0,-2 0 0 31,1 1-1200-31,-3-1-224 0,-1 1-48 0,-2 0-12384 0</inkml:trace>
  <inkml:trace contextRef="#ctx0" brushRef="#br0" timeOffset="-84848.02">19061 5253 7359 0,'2'-7'320'0,"-1"3"80"15,0 1-400-15,0 0 0 0,0 1 0 0,-1 2 0 16,0-1 1744-16,0 0 272 0,0-3 48 0,0 1 16 0,0 0 160 16,-2 3 48-16,0 0 0 0,-2 3 0 0,0 2-624 0,-1 2-128 15,-2 2-32-15,0 3 0 16,1 2-416-16,-1 0-64 0,1 5-32 15,-1 0 0-15,7-19-448 0,-9 36-96 16,9-36 0-16,-6 34-16 0,6-34-112 0,0 0 0 0,2 38-16 0,-2-38 0 0,0 0-304 0,0 0 0 16,0 0 128-1,0 0-128-15,36 25 0 0,-26-29 0 0,1 1 0 0,-1-6 0 0,1 2 0 0,0-3 0 16,0 0 0-16,0-2-144 0,1-2-32 0,-3 0 0 0,0 2 0 16,-1-2 0-16,-2 0-80 0,-1 0-32 0,-2 2 0 15,-1-2 0-15,-2-1 288 0,-2 1 0 16,0 0 0-16,-3 2 0 15,-2 3 0-15,-2-1 0 0,0 5 0 0,0 0 0 0,-1 2 0 16,0 2 0-16,1 2 0 0,0 2 0 0,1 0 0 16,2 2 0-16,1-1 0 0,1 1 0 15,2 0-448-15,2-1-64 0,0-4-32 0,0 0-13584 16</inkml:trace>
  <inkml:trace contextRef="#ctx0" brushRef="#br0" timeOffset="-84585.34">19278 5346 4607 0,'1'-3'400'0,"-1"3"-400"0,1-2 0 0,-1 2 0 16,1 0 1920-16,-1 0 320 0,0 0 48 15,0 0 16-15,1 0-384 0,-1 0-80 0,0 2-16 0,0-1 0 16,-1 1-816-16,-1 0-176 15,1 3-16-15,-1-2-16 0,0 2 208 0,0-1 32 0,2-4 16 0,0 0 0 16,-8 21 32-16,8-21 0 16,0 0 0-16,0 0 0 0,-4 24-448 0,4-24-64 0,0 0-32 0,0 0 0 15,0 0-368-15,0 0-176 0,0 0 160 0,0 0-160 16,0 0-144-16,0 0-128 0,0 0-32 0,0 0-13760 16</inkml:trace>
  <inkml:trace contextRef="#ctx0" brushRef="#br0" timeOffset="-83990.03">19533 5204 7359 0,'2'-3'320'0,"-1"0"80"0,0 1-400 0,0 2 0 15,-1-1 0-15,0 0 0 0,0 1 1408 0,0-2 208 16,0 0 48-16,-1 1 0 0,-1-1 176 0,0-1 32 15,-1 3 16-15,1 0 0 0,-1 0-352 0,-1 3-64 16,0-1 0-16,0 1-16 0,-1 1-256 0,0 1-48 16,-1 0-16-16,0 2 0 0,-1 2-432 0,0 1-96 15,0 2-16-15,0 2 0 16,-1-2-368-16,2 2-80 0,-2 0-16 0,2 0 0 0,6-14-128 0,-10 26 192 16,10-26-192-16,-7 23 192 15,7-23-192-15,0 0 128 0,0 0-128 0,0 0 128 0,0 0-128 0,11 37 0 0,-11-37 0 0,0 0 0 16,0 0 0-1,22 0 0-15,-15-2-176 0,0-3 176 0,0 2 0 0,-1-1 0 0,1-1 0 0,-1 0-128 16,1 1 128-16,-1-1 0 0,0 1-144 0,0-1 144 16,-1 2 0-16,0 0 0 15,-1 0-144-15,0 0 144 0,0 0 0 0,0 1 0 0,-1-1 0 16,1 1 0-16,0-2 0 0,0 0 0 0,1 0 0 0,0-1 0 16,-1-2 0-16,1 2 0 0,-1-2 0 0,1 0 0 15,0-2 0-15,-2-1 0 0,0 0 0 0,0-1 0 16,-1 1 0-16,-1-1 0 0,0-1 0 0,-2 1 0 15,0 0 128-15,-2 2-128 0,0 2 0 0,-1-1 0 0,-1 4 0 16,-1 0 0-16,1 3 0 0,-1-1 0 0,1 2 0 16,-1 2 0-1,0-1 0-15,0 3 0 0,1-2-320 0,0 3-48 0,1 0-16 0,1-1-13536 16</inkml:trace>
  <inkml:trace contextRef="#ctx0" brushRef="#br0" timeOffset="-83453.85">19778 5182 911 0,'5'-4'0'0,"-3"3"0"0,0-1 0 0,0-1 0 16,-1 3 576-16,0-2 48 0,1 2 0 0,1-2 0 15,0 0 1088-15,2-3 208 0,0 2 64 0,-1-1 0 16,-1 1 112-16,0-2 16 0,-1 3 16 0,-2 1 0 16,0 0-432-16,-1 1-96 0,-2 0 0 0,-1 1-16 15,1 0-368-15,-4 2-80 0,1 1-16 0,-3 1 0 0,1 0-160 0,-1 2-16 16,-1 0-16-16,1 0 0 0,1 3-176 0,0-3-48 15,3 2 0-15,0-2 0 0,5-7-80 0,0 0-32 16,0 0 0-16,0 0 0 0,0 0-336 0,8 41-64 16,-8-41 0-16,0 0-16 0,0 0 208 0,0 0 32 15,33 21 16-15,-33-21 0 0,0 0-48 0,0 0 0 16,36 24 0-16,-36-24 0 0,0 0-128 0,0 0-16 16,32 33-16-16,-32-33 0 0,0 0-96 0,0 0 0 15,21 36-128-15,-21-36 192 0,0 0-192 0,0 0 176 16,0 0-176-16,0 0 160 0,12 40-160 0,-12-40 128 0,0 0-128 15,0 0 128-15,-10 14-128 0,4-12 0 0,1 3 0 0,-3-2 128 16,1-1-128-16,-2 0 0 0,-3 0 0 0,-1 3 0 16,-1-2 0-16,-2-1 0 0,-1-2 0 15,0 2 0-15,2-1 0 0,-2-1 0 0,2 0 0 0,1-1 0 32,2-1-544-32,2-3-96 0,2 0 0 0,2-1-16960 0</inkml:trace>
  <inkml:trace contextRef="#ctx0" brushRef="#br0" timeOffset="-83281.19">19756 5128 16575 0,'4'0'736'0,"-1"0"160"0,1 0-720 0,0 0-176 16,-2 0 0-16,1 0 0 0,2-2 1600 0,3 1 304 16,6 1 48-16,5-4 16 0,2 1-448 0,1 1-96 15,0-1-16-15,0 1 0 0,-3 0-432 0,-1 1-80 16,-18 1-32-16,31-2 0 0,-31 2-416 0,25 2-96 15,-25-2-16-15,0 0 0 0,0 0-496 0,0 0-96 16,28 10-32-16,-28-10-14112 0</inkml:trace>
  <inkml:trace contextRef="#ctx0" brushRef="#br0" timeOffset="-82783.57">20164 5073 9215 0,'2'-2'816'0,"-1"1"-656"0,0 1-160 0,-1 0 0 31,1 0 1376-31,0 0 240 0,2 1 48 0,1-1 16 0,-4 0 448 0,0 0 96 16,0 0 16-16,0 0 0 0,34 23-64 0,-34-23 0 16,0 0 0-16,29 31 0 0,-29-31-528 0,0 0-112 0,24 38-32 0,-24-38 0 15,0 0-576-15,21 50-112 16,-21-50-32-16,0 0 0 0,15 52-352 0,-15-52-80 16,0 0-16-16,3 50 0 0,-3-50-336 0,-7 32 144 15,7-32-144-15,-13 26 0 0,2-15 0 0,-2-1 0 16,-1-1 0-16,-1-1 0 0,-2 0-160 0,-1-3-96 15,0 0 0-15,-1 0-17584 0</inkml:trace>
  <inkml:trace contextRef="#ctx0" brushRef="#br0" timeOffset="-81086.03">20392 4931 11967 0,'-2'0'1072'0,"1"0"-864"16,0 2-208-16,1-2 0 0,0 0 1216 0,-1 0 192 0,1 0 32 0,-1 1 16 16,1 1-48-16,0-2-16 0,2 2 0 0,1-2 0 15,2 0 96-15,0-2 32 0,2 2 0 0,0-3 0 16,2 3-144-16,1-2-32 15,0 0 0-15,0 1 0 0,-2 1-448 0,-8 0-80 0,0 0-32 0,27 5 0 16,-27-5-336-16,0 0-80 0,0 0-16 0,0 0 0 0,33 22-352 0,-33-22 128 31,0 0-128-31,0 0 0 0,0 0 0 0,4 35 0 0,-4-35 0 0,-7 14 128 16,3-9-128-16,-1 1 0 16,-1-2 0-16,0 0 0 0,-1 1 0 0,-1 0 0 15,0-3 0-15,0 1 0 0,1 0 0 0,-1-2 0 16,2 1 0-16,-1-1 0 0,3 1 0 0,0 0 0 0,2-1 0 0,0 1 0 15,2 0 0-15,1 1 0 0,-1-3 0 0,0 0 0 16,0 0 0-16,0 0 0 0,0 0 0 0,0 0 0 16,29 26 0-16,-29-26 0 0,0 0 0 0,0 0 0 15,32 9 0-15,-32-9 0 0,21 0 0 0,-9-2-128 16,0-1 128-16,1 1 0 0,0-1 0 0,2-1-128 16,-1-1-656-16,-1 0-128 0,0 1-32 15,0-1-14352-15</inkml:trace>
  <inkml:trace contextRef="#ctx0" brushRef="#br0" timeOffset="-80775.8">20768 4995 12895 0,'2'-2'576'0,"0"1"112"0,0 1-560 0,0-2-128 15,0 2 0-15,-1 0 0 0,1 0 1808 0,0 0 336 0,-2 0 64 0,0 0 16 16,0 0 528-16,29 5 128 0,-29-5 0 0,0 0 16 16,0 0-848-16,35 21-160 0,-35-21-32 0,0 0-16 15,26 36-848-15,-26-36-160 0,0 0-48 0,27 50 0 16,-27-50-416-16,17 38-96 0,-17-38-16 0,16 41 0 16,-16-41 0-16,8 42 0 0,-8-42 0 0,2 45 0 15,-2-45-112-15,-6 42-16 0,6-42-128 0,-16 43 192 0,4-24-192 0,-4-3 144 31,-3 3-144-31,-1-1 128 0,-3-2-128 0,-4 0 0 0,-2-1 0 0,-2-1 128 0,0-2-128 0,-3-1-144 16</inkml:trace>
  <inkml:trace contextRef="#ctx0" brushRef="#br0" timeOffset="-64647.41">4964 6650 9215 0,'-5'0'816'0,"1"0"-656"15,1 0-160-15,2 1 0 0,0-1 832 0,0 1 144 0,-1-1 32 0,0 2 0 16,-2-1 864-16,1 1 176 0,-2 1 48 0,2-1 0 15,1 0-96-15,0 0-16 0,1 0 0 0,1-2 0 16,1 1-768-16,2-1-144 0,0 2-48 0,2-2 0 16,1-2-240-16,1 1-48 0,1-1-16 0,1 1 0 15,1 0-128-15,2-3-16 0,2 3-16 0,1-3 0 16,0 1-160-16,0 1-16 0,2-1-16 0,-1 1 0 16,2-1-144-16,-1 1-32 0,0 1 0 0,-1 0 0 0,1 1-64 0,-17 0-128 15,31 1 176-15,-18 0-176 0,-13-1 160 0,0 0-160 16,0 0 128-16,42 12-128 0,-36-9 0 0,-1 1 0 15,-2-1 128-15,-2 1-128 0,-1-1 0 0,-3 4 0 0,-2-2 0 16,0 2 0-16,-2-2 0 0,1 2 0 0,-2 0 0 0,-1 2 0 16,0 1 0-16,-1-1 0 0,-1 1 0 0,2 1 0 15,0-1 0-15,-1 2 0 0,-2 2 0 0,-1 0 0 16,0 3 0 0,-1 0 0-16,0 1 0 0,0-1 0 0,-1 0 0 0,1-1 0 0,0-1 0 0,2-1 0 15,3-2-128-15,2-2 128 0,2-3 0 0,1-2 0 16,2-2 0-16,2 0 0 15,0-1 0-15,2 1 0 0,1-3 0 0,2 2 0 0,0-4 0 0,2 2 0 0,1-3 0 16,0 1 0-16,3 0 0 0,0 1 0 16,1-1 912-16,0 1 160 15,1 0 16-15,1-1 16 16,-14 2-1488-16,26 0-320 0,-26 0-48 0,0 0-16 0,38 0 768 0,-38 0 0 0,0 0 0 0,34 2 0 0,-34-2 0 0,26-4 0 16,-14 3 0-16,1-2 0 0,-1-1 0 0,-1-1 0 15,0-2 0-15,0 2 0 0,-1-2 0 0,-2 3-144 16,0-4 144-16,-1 4-192 15,-2-1-1344-15,-4 0-256 0,-1 5-64 0,-2 0-13792 0</inkml:trace>
  <inkml:trace contextRef="#ctx0" brushRef="#br0" timeOffset="-64364.94">4903 6849 3679 0,'-3'-3'320'0,"1"1"-320"0,1 1 0 0,1 0 0 16,0 1 1248-16,0 0 176 0,-1 0 48 0,0-2 0 15,0-1 1104-15,1 0 240 0,2 1 32 0,2 0 16 16,3 2-416-16,1-2-80 0,-8 2 0 0,0 0-16 16,36 0-624-16,-36 0-112 0,32 0-16 0,-13-2-16 0,1 1-416 0,-20 1-80 15,42 0 0-15,-42 0-16 0,40 1-560 0,-40-1-96 16,40 4-32-16,-40-4 0 0,43 1-384 0,-43-1 0 15,42 3 128-15,-42-3-128 0,41 0 0 0,-41 0-144 16,40 0 144-16,-40 0-17216 16</inkml:trace>
  <inkml:trace contextRef="#ctx0" brushRef="#br0" timeOffset="-64000.04">5514 6709 11967 0,'-2'0'1072'16,"0"0"-864"-16,2 0-208 0,0 0 0 0,0 1 1392 0,-1-1 224 15,0 1 48-15,0 0 16 16,0 1 576-16,1-1 112 0,2 0 32 0,2 1 0 0,1-2-1056 0,3 0-192 16,2 0-64-16,1 0 0 0,3 0-352 0,3-2-80 15,0 2-16-15,1-2 0 0,1 2-272 0,0-3-64 16,0 1-16-16,0 0 0 0,-1 1-288 0,-1-1 0 15,-1 0 0-15,-3 0 0 0,0 0 0 0,-3 1 0 16,-1-1 0-16,-1 2 0 16,-3 0-624-16,-2 0-80 0,-1 2 0 0,-2 1-13616 0</inkml:trace>
  <inkml:trace contextRef="#ctx0" brushRef="#br0" timeOffset="-63851.29">5599 6808 11055 0,'-4'0'480'0,"2"0"112"0,1 0-464 0,1 0-128 0,1 0 0 0,0 0 0 16,0 0 2048-16,1 0 384 0,3 0 64 0,1 0 32 0,3-2 160 16,3 2 16-16,-12 0 16 0,31-2 0 0,-13 2-1152 0,0-2-224 15,2 2-64-15,-1-2 0 16,-19 2-896-16,39-1-192 0,-39 1-48 0,35 0-10464 16,-17 0-2096-16</inkml:trace>
  <inkml:trace contextRef="#ctx0" brushRef="#br0" timeOffset="-62603.95">6730 6162 1839 0,'1'-5'160'0,"0"2"-160"0,0 1 0 0,0 0 0 16,-1 2 1728-16,0-2 320 0,1 1 64 0,0-1 16 15,0 0 128-15,0 0 32 0,1-1 0 0,-2 0 0 16,1 1-288-16,0-1-48 0,0 3-16 0,-1-2 0 16,1 2-688-16,-1 0-144 0,0 0-16 0,1 0-16 15,0 0-448-15,1 0-96 0,-1 0-16 0,1 0 0 16,0 2-64-16,0-2-32 0,1 3 0 0,1 0 0 0,-1 3 112 0,-3-6 32 16,0 0 0-16,0 0 0 0,25 49 96 0,-25-49 32 15,19 39 0-15,-19-39 0 0,21 43-32 0,-21-43 0 16,20 37 0-16,-20-37 0 0,0 0-304 0,29 47-64 15,-29-47-16-15,0 0 0 16,0 0-128-16,32 41-16 0,-32-41-128 0,0 0 192 0,0 0-192 16,46 34 0-16,-46-34 128 0,0 0-128 0,0 0 0 0,40 9 0 15,-32-12 0-15,-2 1 0 0,-1 0 0 0,0-2-256 16,-2-1 48-16,1 0-17504 0</inkml:trace>
  <inkml:trace contextRef="#ctx0" brushRef="#br0" timeOffset="-62382.7">7033 6130 9215 0,'-8'6'400'0,"3"-2"96"16,-1 0-496-16,0 2 0 16,3-3 0-16,-1 0 0 0,-2 3 1296 0,-3 3 176 0,-5 5 16 0,-6 5 16 15,-3 5 256-15,-2-3 48 16,1 0 16-16,-1-2 0 0,2-1-48 0,0-3-16 15,1 0 0-15,1-3 0 0,4 0-336 0,1-2-64 0,4-1-16 0,1-3 0 0,1 2-960 0,1-4-192 16,3 1-32-16,1 0-16 16,2-3-800-16,2 0-176 0</inkml:trace>
  <inkml:trace contextRef="#ctx0" brushRef="#br0" timeOffset="-62082.09">6676 6107 9215 0,'-7'-6'400'0,"3"2"96"0,2 0-496 0,0 3 0 15,1-1 0-15,1 1 0 0,0 0 1248 0,0-1 160 16,2-3 16-16,-1 1 16 15,4-2 48-15,1-1 16 0,3 2 0 0,1-2 0 0,3 3 48 0,2 1 16 16,2-1 0-16,1 3 0 0,1 1-400 16,1 0-80-16,-20 0 0 0,42 3-16 0,-42-3-400 0,41 7-80 15,-41-7-16-15,39 9 0 0,-39-9-448 0,0 0-128 16,48 13 0-16,-48-13 0 0,0 0-272 0,44 12-80 16,-44-12-16-16,0 0 0 15,40 9-1984-15,-40-9-400 0</inkml:trace>
  <inkml:trace contextRef="#ctx0" brushRef="#br0" timeOffset="-61767.15">6510 6444 14735 0,'-4'4'640'0,"1"-2"160"0,1 3-640 0,1-5-160 0,1 1 0 0,1-1 0 15,0 2 1664-15,1-2 320 0,1 2 48 0,1 0 16 16,4 1 448-16,-8-3 80 0,0 0 32 0,37 5 0 16,-37-5-752-16,36 0-160 0,-14-2-32 0,2 1 0 15,1-1-656-15,1 0-144 0,4-1-32 0,2 1 0 16,-1-1-480-16,2-1-96 0,1 1-32 0,0-1 0 0,1-1-80 0,0 1-16 16,1-2 0-16,-1 1 0 15,-1 1-128-15,-1-1 0 0,-1 0 0 0,-4 3 0 0,-4-2 0 0,-3 3 0 16,-4-1 0-16,-3 2 0 0,-14 0-224 0,0 0-32 15,0 0 0-15,0 0-18016 16</inkml:trace>
  <inkml:trace contextRef="#ctx0" brushRef="#br0" timeOffset="-61472.84">7313 6294 2751 0,'-5'-1'128'0,"1"1"16"0,2 0-144 0,0-1 0 0,0 1 0 0,1 0 0 15,0 0 1728-15,-2 0 320 0,0 1 64 0,0-1 16 16,0 1 1136-16,2-2 240 0,3 0 32 0,2 1 16 15,3-3-720-15,3 1-144 0,3-3-16 0,2 3-16 16,3-3-1152-16,0-2-224 0,3 5-64 0,0-3 0 16,-2 2-704-16,2 0-160 0,-1 0-32 0,1 1 0 0,-2 1-320 0,-1 1 0 15,-1 0 0-15,-2-2 128 0,-2 2-128 16,-3 2 0-16,-1-2-128 0,-3 1-16880 16</inkml:trace>
  <inkml:trace contextRef="#ctx0" brushRef="#br0" timeOffset="-60262.72">7709 6398 17503 0,'2'0'1552'0,"-2"1"-1232"0,1 1-320 0,-1-2 0 16,1 0 1392-16,0 2 208 0,0-2 64 0,2 3 0 16,2-1 128-16,-1 0 16 0,3 0 16 0,-2 1 0 15,2-3-624-15,0 0-128 0,2-2-32 0,-2-1 0 16,0 1-208-16,1-3-64 0,1-2 0 0,2-2 0 15,1-1-320-15,1-2-64 0,-1 0 0 0,0-2-16 16,1 0-368-16,0-3 144 0,1 1-144 0,-2 0 0 16,1-2 0-16,-2 3 0 0,0-2 0 0,-4 2 0 0,-1-1 0 0,-1 3 0 15,-2 0 0-15,-1 3 0 0,-1 3 0 0,0 0 0 16,-2 2 0-16,-1 3 0 0,1-1 0 0,-2 3 0 16,1 0 0-16,-1 3 0 0,1-1 0 0,-2 2 0 15,-1 2 0-15,2-2 0 0,-1 3 0 0,0 1 0 16,1 3 0-16,0 0 0 0,-1 2 0 0,1-1 0 15,1 1 0-15,1 0 0 0,-2 1 144 0,1-2-144 16,1 2 0-16,1-2 144 0,-1-2-144 0,2 0 128 16,0 1-128-16,-1-11 128 0,0 0-128 0,0 0 0 15,0 0 0-15,0 0 0 0,0 0 0 0,0 0 0 16,35 32 0-16,-26-35 0 0,1-3 0 0,0 0 0 16,2-2 0-16,0-1 0 0,1 0 0 0,0-3 0 0,-1 2 0 15,0 0 0-15,0-1-160 0,-1 1 160 0,1-1 0 0,-1-1-144 16,-1 2-80-16,-2 0-16 0,0-1 0 0,0 2 0 31,-3 0-288-31,1-2-64 0,0 2-16 0,-3-1 0 0,1 1 400 0,-1-2 80 0,-1 1 128 0,-1 3-208 16,0 1 208-16,-1 2 0 0,0-1 0 0,-1 3 160 15,0 2-160-15,-2 0 192 0,1 2-192 0,-1 1 192 16,-1 3 32-16,1 0 16 0,-1 5 0 0,0-1 0 16,1 6 192-16,-1 1 32 0,0-1 16 0,1 2 0 15,1 0-144-15,0-2-16 0,1-1-16 0,1-15 0 16,2 31-128-16,-2-31-32 0,0 0 0 0,0 0 0 15,20 38-144-15,-20-38 0 0,0 0 0 0,0 0 0 16,0 0 0-16,44 7 0 0,-35-9 0 0,1-1 0 16,-1 1-928-16,-1-3-112 0</inkml:trace>
  <inkml:trace contextRef="#ctx0" brushRef="#br0" timeOffset="-59721.5">6555 6647 3679 0,'-4'0'320'0,"1"0"-320"15,1 0 0-15,1 0 0 0,1 0 960 0,-2 1 128 16,-1 1 32-16,-2-1 0 0,-1 2 288 0,-1-2 48 16,1 3 16-16,0 1 0 15,2-3-96-15,0 1-16 0,1-1 0 0,1 1 0 0,1-1-272 0,0-1-48 0,1 0-16 0,1-1 0 16,0 2 80-16,3-4 16 0,1 2 0 0,1-2 0 15,3-2 144-15,1 1 16 0,1 2 16 0,1-1 0 16,2 0-320-16,3 0-64 0,1 2-16 0,1-2 0 31,-19 2-208-31,40 0-48 0,-40 0-16 0,53 2 0 0,-22-2-192 0,1 2-48 0,3 0 0 0,-1 0 0 16,-1-1 0-16,2-1 0 16,2 0 0-16,3-1 0 0,4-1-32 0,3 1-16 0,-1 1 0 0,3 1 0 15,3 1-128-15,2-4-16 0,-2 1-16 0,5-2 0 16,5 0-48-16,3 1 0 15,3 2 0-15,-1-3 0 0,-2-1-128 0,1-1 128 16,3 2-128-16,0-1 128 0,-1 0-128 0,-2-2 0 16,0-1 144-16,-1-1-144 0,-2 0 0 0,-3 3 0 15,-3-2 0-15,-6 0 0 0,-3-1 0 0,-5 0 0 16,-2 2 0-16,-6 2 128 0,-4-1-128 0,-5 2 0 0,-4-1 0 16,-6-1-12240-16,-3 3-2432 0</inkml:trace>
  <inkml:trace contextRef="#ctx0" brushRef="#br0" timeOffset="-58970.44">7270 7034 12895 0,'-8'-2'1152'0,"2"0"-928"0,1 1-224 0,3 1 0 16,0-2 1168-16,1 1 192 0,0 0 48 0,0 0 0 15,-1-1 768-15,-1-3 176 0,2 0 16 0,2-1 16 16,2 0-944-16,1 0-192 0,2-1-32 0,2 2-16 16,0 0-416-16,2 0-80 0,1 1 0 0,0 1-16 15,1 0-64-15,-1 3-16 0,-11 0 0 0,0 0 0 16,0 0-224-16,47 15-32 0,-47-15-16 0,0 0 0 15,36 23-208-15,-36-23-128 0,0 0 128 0,32 36-128 16,-32-36 0-16,0 0 128 0,29 50-128 0,-29-50 0 0,0 0 0 0,17 48 144 16,-17-48-144-16,6 37 0 15,-6-37 128-15,0 29-128 0,-1-15 0 0,-2-4 0 16,-1-1 128-16,0-2-128 0,-3-2 0 0,1-2 0 0,-2 1 0 0,1-4 0 16,-1 1 128-16,-1-2-128 0,-1-3 0 15,0-2 128-15,-1 2-128 0,0-4 0 0,0 2 208 0,1-2-64 16,1 1-16-16,0-2 0 0,-1 1-128 0,1-1 0 15,-3-2 144-15,1 1-144 0,1-2 0 16,-1 2 0-16,1 1 0 0,-1-2 0 0,1 2 0 16,-1 0 0-16,2 1-128 0,0 2 128 0,1-1 0 0,0 0 0 0,1 0 0 0,1 1-128 15,2 0 128-15,0 1 0 16,2-2 0-16,1 0 0 0,3 0 0 0,1-2 0 0,2-1 0 0,1 1 0 16,1-1 0-16,1 1 0 0,1-3 0 0,2 0 0 15,2 0 0-15,1 0 0 0,-1 3 0 0,1 0 128 16,-1 3-128-16,2 0 0 0,0 0 0 0,1 2 0 15,0 0 0-15,3 3 0 0,1-1 0 0,-20 2 128 16,47 2 32-16,-47-2 16 0,55 3 0 16,-25-1 0-16,1 0 112 0,2-2 32 0,-1 3 0 0,2-1 0 15,-3-2-160-15,3-2-32 0,0 1 0 0,0-3 0 0,-1 0-128 0,0-1 0 16,-1 1 0-16,-3 0-12016 16,-1-1-2384-1</inkml:trace>
  <inkml:trace contextRef="#ctx0" brushRef="#br0" timeOffset="-57657.99">9027 6574 8287 0,'-6'0'736'16,"1"0"-592"-16,2 0-144 0,0 1 0 0,2 0 832 0,0-1 128 16,-1 0 16-16,-1 2 16 0,0-1 608 0,-2 1 128 0,1 1 32 0,1-1 0 15,3 0 496-15,1-2 112 0,3 2 0 0,1-2 16 16,2 0-912-16,2 0-176 0,3 1-32 0,1-1-16 16,1-1-608-16,2 1-128 0,2-2-32 0,-1 1 0 15,2 0-224-15,-1 1-64 0,-1-2 0 0,-1 1 0 16,0 1-192-16,-2-2 0 0,-2 0 0 0,-2 1 0 15,-1-1-352-15,-1 2-112 0,-3 0-32 16,0 0-13984-16</inkml:trace>
  <inkml:trace contextRef="#ctx0" brushRef="#br0" timeOffset="-57486.14">9012 6704 11967 0,'1'0'528'0,"0"0"112"0,2 0-512 0,0 0-128 15,0 0 0-15,-1 0 0 0,1 0 1472 0,5-1 272 16,3 0 48-16,6-3 16 0,2 1 48 0,2-2 0 16,1 0 0-16,-2 0 0 0,0 1-928 0,-2 0-176 15,0 1-48-15,-2 2 0 16,-3-1-960-16,1 2-192 0</inkml:trace>
  <inkml:trace contextRef="#ctx0" brushRef="#br0" timeOffset="-56581.15">10054 6147 12895 0,'-2'1'1152'0,"1"1"-928"0,0-2-224 0,0 0 0 16,1 0 1216-16,0 2 192 0,0-2 32 0,-3 2 16 15,1 0 208-15,0-1 64 0,0 3 0 0,0-4 0 16,2 3-336-16,0-2-64 15,1 0-16-15,-1-1 0 0,1 0-384 0,-1 0-80 0,1 0-16 0,0 0 0 16,1 0-128-16,-1-1-16 0,1 0-16 0,-1 1 0 16,0-2-96-16,1 1-32 0,0-1 0 0,2 0 0 15,0 1-112-15,-1 1-32 0,3-2 0 0,-1 1 0 0,3 0-80 0,-1-1 0 16,2-1-16-16,1 1 0 0,0 0-160 16,0 0-16-16,1 1-128 0,1-1 192 0,0-1-192 0,0 1 176 15,0-1-176-15,0 1 160 0,0 0-160 0,0-1 0 16,0 1 144-16,-2-1-144 0,-3 3 0 0,2-2 128 15,-1 0-128-15,1 0 0 0,-1 2 0 0,0-3 0 16,0 1 0-16,-2-1 128 0,0 1-128 16,-1 0 0-16,2 0 0 0,-2-1 0 0,1 0 0 0,-1 1 0 15,0 0 0-15,-1 0 0 0,-1-1 0 0,-1 1-128 0,0 1 128 0,-1 1 0 16,0-2 0-16,-1 2-160 16,0 2 160-16,0-2 0 0,-1 0-400 0,1 1 16 15,-2 1 16-15,1-1 0 16,0 1-1088-16,0 0-208 0,-1-1-64 0,0 2 0 0,-1 0-896 0,1-1-176 0,-1 1-32 0,1-1-16 15,-1 0-64-15,0-2-16 0,0 1 0 0,1 1 0 16,0-4 1104-16,0 2 224 0,0-1 32 0,0-1 16 0,1 2 1360 0,-1 0 192 31,1-1 224-31,0 1-48 0,-1 0 1040 0,0 0 192 16,0 0 64-16,-1 0 0 0,1 1 448 0,0 1 112 16,-2 1 16-16,0-1 0 0,0 1-512 0,-1 1-80 15,-1 2-32-15,0 0 0 0,0 1-400 0,-1 2-64 16,-1 1-32-16,0 4 0 0,0 0-224 0,-2 1-64 15,1 2 0-15,0-2 0 0,0 0-208 0,-1 0-48 16,1 1-16-16,0-2 0 0,1-1-192 0,0 1-48 16,0 0 0-16,-1 0 0 0,3-2-128 0,0 0 0 0,2-3 0 0,-1 0 0 15,1 0-384-15,1-1-16 0,0-3 0 16,1-1-13168-16</inkml:trace>
  <inkml:trace contextRef="#ctx0" brushRef="#br0" timeOffset="-56359.56">10062 6191 5519 0,'0'-6'240'0,"0"1"64"15,0 3-304-15,1-2 0 0,0 3 0 0,-1 1 0 16,1 0 1792-16,0 0 320 0,1 0 48 0,1 0 16 16,0 0-32-16,2 3 0 0,-5-3 0 0,0 0 0 0,0 0-336 0,0 0-64 15,39 38-16-15,-39-38 0 0,0 0-592 0,35 38-128 16,-35-38-32-16,0 0 0 0,41 42-304 0,-41-42-64 15,0 0-16-15,43 43 0 0,-43-43-384 0,0 0-80 16,33 33 0-16,-33-33-128 0,0 0 0 0,0 0 0 16,0 0 0-16,33 29 0 15,-31-25-576-15,-1 1-32 0,-2-3 0 0,0 0-13504 0</inkml:trace>
  <inkml:trace contextRef="#ctx0" brushRef="#br0" timeOffset="-56106.44">9994 6437 5519 0,'-4'0'240'0,"2"-1"64"0,0 1-304 0,1 0 0 0,1 0 0 0,0 0 0 16,0 0 1632-16,0 0 272 0,1 0 48 0,0-1 16 16,2 1 656-16,2 0 144 0,1 1 32 0,2-1 0 15,1 0-512-15,1 1-112 0,-10-1 0 0,0 0-16 16,41 4-768-16,-24-6-160 0,1 1-16 0,3 0-16 15,0 0-368-15,1-1-64 0,-1 0 0 0,0-1-16 0,-3 1-464 0,1-3-96 16,1 3 0-16,0-3-16 0,-2 0-176 0,1 1 0 16,-1-1 0-16,-1 0 0 15,1 0-704-15,-2 0-112 0,-2 3-16 0,-1 0-15248 0</inkml:trace>
  <inkml:trace contextRef="#ctx0" brushRef="#br0" timeOffset="-55821.88">10560 6238 14735 0,'-2'0'640'0,"1"0"160"0,2 0-640 0,0 0-160 0,0 0 0 0,-1 0 0 15,2 0 1664-15,1 2 320 0,4-2 48 0,1 0 16 0,4 0 320 0,1-2 64 16,3 1 0-16,0-1 16 0,0 0-800 0,2 1-176 16,-1-2-16-16,2 2-16 0,0-2-912 0,-1-1-176 15,1 3-32-15,-3-1-16 0,1 1-304 0,-1 0 0 32,-1-1 0-32,-2-1 0 0,-1 3-144 0,-3-2 16 15,0 2 0-15,-1 0-16240 0</inkml:trace>
  <inkml:trace contextRef="#ctx0" brushRef="#br0" timeOffset="-55220.23">11102 6119 911 0,'3'-3'0'0,"-1"2"0"15,0 0 0-15,-2-1 0 0,1 2 2624 0,-1 0 432 16,1-2 80-16,-1 2 32 0,2-1 224 0,-1-1 64 16,2-1 0-16,-2 1 0 0,0 2-1024 0,0-1-208 0,-1 1-48 0,0 0 0 15,0 0-944-15,-1 1-192 0,0 1-32 0,-1-1-16 16,1 1-512-16,-1 1-96 0,0 1-32 0,0-2 0 15,-2 4-32-15,0 0-16 0,0 2 0 0,-1 1 0 16,-1 2-128-16,1-1-32 0,-1 4 0 0,0 0 0 16,-1 0-144-16,1 1 0 0,0-1 0 0,0-2 128 15,-1 2-128-15,1-2 0 0,0 2 0 0,1-2 128 16,0 0-128-16,1-3 160 0,0 1-160 0,2-3 160 16,0 0-160-16,2-2 0 0,0 0 0 0,1-1 0 0,0-1 0 15,0 0 0-15,1 1 0 0,1-2 0 0,1-2 0 0,1 2 0 16,1-2 0-16,1-2 0 0,2 0 0 0,1-2 0 15,-2 1 0-15,3 0 0 0,-1-1 0 0,3-1 0 16,1 0 0-16,0-2 0 0,0 2 0 0,1 1 0 16,-1-1 0-16,0-1 0 0,-1 3 0 0,-1-2 0 15,-1 2 0-15,-1-1 0 0,0 1 0 0,-4-1 0 16,0 1-176-16,-2 2 176 16,0 0-896-16,-1-2-112 0,-2 1-16 0,-2-1-15408 0</inkml:trace>
  <inkml:trace contextRef="#ctx0" brushRef="#br0" timeOffset="-54998.73">11192 6135 12895 0,'-1'1'576'0,"0"-1"112"0,0 2-560 0,-1-2-128 0,1 2 0 0,1-1 0 16,-1 1 1216-16,-2 2 224 0,-1 3 32 0,-1 4 16 15,-3 4 304-15,1 2 48 0,-2 2 16 0,2-3 0 16,0 4 640-16,-1-2 128 0,2 2 16 0,-2 0 16 15,3-3-2064-15,-1 0-400 0,1-1-192 0,2-2 160 0,0-1-32 0,3-13 0 16,0 0 0-16,-2 33 0 16,2-33-576-16,0 0-112 0</inkml:trace>
  <inkml:trace contextRef="#ctx0" brushRef="#br0" timeOffset="-54661.26">11413 6138 16575 0,'1'-3'736'0,"-1"1"160"0,0 2-720 0,-1 0-176 0,0 0 0 0,0 2 0 15,0-1 1504-15,-1 1 272 0,-1 2 48 0,0 1 16 16,-2 2-240-16,0 3-32 16,2 0-16-16,0 1 0 0,3-11-496 0,0 0-96 0,-2 35-32 0,2-35 0 15,0 0-288-15,0 0-64 0,0 0-16 0,20 43 0 0,-20-43-160 0,0 0-16 16,0 0-16-16,0 0 0 0,38 24-176 0,-38-24-48 31,0 0 0-31,0 0 0 0,0 0-16 0,42 23-128 0,-42-23 192 0,0 0-64 16,0 0-128-16,0 0 128 0,35 36-128 0,-35-36 128 15,0 0-128-15,0 0 0 0,0 0 0 0,0 0 0 0,0 0 0 0,13 38 128 32,-14-35-128-32,-1 1 0 0,-3-1 0 0,-1-1 128 0,-1 1-128 15,-2 1 0-15,-2-1 0 0,-3-1 0 0,-2 0 128 0,-2 0-128 0,1-1 0 16,-3 1-176-1,1-2 48-15,-1 1 0 16,4-1-2032-16,0-1-400 0</inkml:trace>
  <inkml:trace contextRef="#ctx0" brushRef="#br0" timeOffset="-54461.97">11448 6090 8287 0,'6'-1'736'0,"0"0"-592"0,1 1-144 0,-2 0 0 15,0 0 2384-15,-2 0 448 0,2 0 96 0,3 0 16 0,6 0-592 16,4-2-112-16,4 2-32 0,3-3 0 0,2 0-1200 0,-1 0-240 16,-2 0-64-16,-2 0 0 0,-2 1-272 0,-3-1-64 15,-2 1-16-15,-3 2-13760 16</inkml:trace>
  <inkml:trace contextRef="#ctx0" brushRef="#br0" timeOffset="-53925.31">9883 6680 7359 0,'1'0'656'16,"0"-2"-528"-16,0 2-128 0,0 0 0 15,0 0 1024-15,1-1 192 0,0 0 16 0,2-1 16 0,2-1 112 0,1 0 32 16,2 0 0-16,-1 0 0 0,0 0-256 0,2-1-48 16,0 1-16-16,1 1 0 0,2 0 288 0,0 1 64 15,3-1 16-15,1 0 0 0,3 1-160 0,2-1-16 16,2 1-16-16,2 0 0 0,6-1-144 0,1 0-16 15,4-1-16-15,0 0 0 0,1-1-144 0,5-1-32 16,3-2 0-16,4 0 0 0,0 0-320 0,2 0-64 16,4 0 0-16,0-1-16 0,0 1-240 15,2-2-32-15,0 1-16 0,0-1 0 0,1 0-208 0,-1-1 128 16,-3 3-128-16,1 0 0 0,0-1 0 0,1 2 0 16,2-2 0-16,1 4 0 0,-3-1 0 0,-1 2 0 15,-1 0 0-15,-2 2 0 0,1-3 0 0,-3 1 0 16,-2 1 0-16,-5 1 0 0,-7 1-144 0,-3 0-80 0,-3 0-16 0,-6 0-17360 15</inkml:trace>
  <inkml:trace contextRef="#ctx0" brushRef="#br0" timeOffset="-52959.94">10410 6852 10127 0,'0'-3'896'0,"0"0"-704"0,0 3-192 15,0 0 0-15,0 0 1200 0,-1-2 208 16,0 2 32-16,0-2 16 0,0 0 240 0,-2 0 48 0,-1 2 16 15,-1 2 0-15,1 1-864 0,-2 1-192 0,1 5-16 0,-3 1-16 0,1 2-112 16,-1 2-32-16,2 2 0 0,-1 1 0 16,-1 2 64-16,2-1 16 0,2-1 0 0,0-2 0 0,3-5 160 0,1 1 48 15,0-11 0-15,0 0 0 0,0 0-192 0,0 0-48 16,0 0 0-16,0 0 0 0,43 23-256 0,-32-27-64 16,3-5-16-16,3-1 0 0,1-2 32 0,0 0 16 15,0-2 0-15,1-1 0 0,-1-3-288 0,-1 1 0 16,-1 0 0-16,-3 2 0 0,-2 2-192 0,-3 1-32 15,-1 0-16-15,-2 3 0 16,-2-2-240-16,-3 3-48 0,-2 1-16 0,-3 0 0 16,-2 2-432-16,-3 0-96 0,-3 1-16 0,-1 1 0 15,0 3 16-15,-1-2 0 0,-1 2 0 0,0 2 0 0,0-1 864 0,2 3 208 0,2-2 0 0,2 1 0 32,2 1-400-32,2-1-48 0</inkml:trace>
  <inkml:trace contextRef="#ctx0" brushRef="#br0" timeOffset="-52769.95">10701 6880 16575 0,'6'-3'1472'0,"-2"3"-1168"16,-1 0-304-16,-1 0 0 16,-1 0 1584-16,0 1 256 0,0 1 48 0,0 0 16 0,2 3-112 0,-3-5 0 31,0 0-16-31,0 0 0 0,0 0-848 0,16 45-160 15,-16-45-48-15,0 0 0 0,0 0-528 0,0 0-192 16,0 0 144-16,33 30-14608 0</inkml:trace>
  <inkml:trace contextRef="#ctx0" brushRef="#br0" timeOffset="-52437.74">10981 6776 12895 0,'-2'2'1152'0,"0"-2"-928"0,1 1-224 0,-1 0 0 16,1 1 1328-16,-1-1 208 0,-1 3 64 0,-3 1 0 16,0 2 448-16,-4 0 112 0,0 5 16 0,1 0 0 15,0 1-384-15,0 0-80 0,2 1-16 0,-1-2 0 16,3 2-560-16,0 0-112 0,2-2-32 0,3-12 0 0,0 0-416 0,0 0-64 16,7 36-32-16,-7-36 0 0,0 0-192 0,0 0-32 15,0 0-16-15,43 7 0 0,-31-10 0 0,2-1 0 16,1-3 0-16,-1-2 0 0,1 0-240 0,-1-2 176 15,-1 2-176-15,-2-2 160 0,-1 3-160 0,-1-2 0 16,1-1 0-16,-4 1 0 0,0 1 0 0,-3 1 0 16,-2-1 128-16,-1 2-128 0,-2-3 0 0,-4 3 0 15,-1-2 0-15,-3 0 0 0,0 4 0 0,-3 0 0 16,1 2 0-16,-2 3 0 0,-1 0 0 0,0 3 0 16,-1 2 0-16,1 1 0 0,1 2 0 0,3-3 0 0,2 2 0 15,0 0 0 1,4-2-432-16,2 1-16 0,3-3 0 0,2 0-16832 0</inkml:trace>
  <inkml:trace contextRef="#ctx0" brushRef="#br0" timeOffset="-52010.91">11276 6715 6447 0,'3'-3'576'0,"-1"0"-576"0,0 1 0 0,-1 1 0 16,0-1 2288-16,-1 2 336 0,1-1 80 0,0 0 16 0,0-1 256 0,1-3 48 15,0 2 16-15,-1 1 0 0,-1 2-1040 0,-1-2-208 16,-1 4-32-16,0-2-16 0,-2 3-464 0,-2 1-80 16,1 1-32-16,-2 0 0 0,-1 2-512 0,0 0-96 15,0 2-32-15,1-1 0 0,1-1-224 0,1 2-48 16,-2 1-16-16,2-1 0 0,-1 1-80 0,2-1-16 16,1 1 0-16,2-3 0 0,0 2-144 0,2-2 192 15,-1-7-192-15,0 0 192 0,0 0-192 0,0 0 0 16,0 0 0-16,0 0 128 0,36 34-128 0,-36-34 0 0,0 0 0 0,0 0 128 15,37 16-128-15,-37-16 160 0,0 0-160 0,0 0 160 16,36 19-160-16,-36-19 128 16,0 0-128-16,0 0 128 0,0 0-128 0,36 26 0 0,-36-26 0 0,0 0 128 15,0 0-128-15,0 0 0 0,0 0 0 0,0 0 0 16,13 40 0-16,-17-34 0 16,-1-1 0-16,-3-2 0 0,0 3 0 0,-3-2 0 0,0-1 0 15,-3 1 0-15,-2 1 0 0,-2-3 0 0,-3 3 0 0,-1-2 0 16,1 1 0-16,-1 1 0 0,3-2 0 15,-1-1 0-15,3 0 0 0,0-2 0 0,4 2 0 0,0-2 0 16,2 0-208-16,2-2-80 0,2-3-16 16,3-2-12000-16,2 0-2416 0</inkml:trace>
  <inkml:trace contextRef="#ctx0" brushRef="#br0" timeOffset="-51852.98">11210 6736 13823 0,'3'-1'1216'0,"1"-2"-960"16,0 2-256-16,-2 0 0 0,0 1 2944 0,2 0 560 15,4-2 96-15,5 0 32 0,6-3-992 0,3-1-192 16,4 2-32-16,0-1-16 0,-1-1-1584 0,-3 1-320 16,1 2-64-16,-2 1-16 0,-1-2-256 0,-4 3-160 15,0 1 192-15,-4 0-192 16,-12 0-864-16,0 0-288 0</inkml:trace>
  <inkml:trace contextRef="#ctx0" brushRef="#br0" timeOffset="-25682.64">4860 7733 3679 0,'0'-2'320'0,"0"-1"-320"15,0 3 0-15,0 0 0 0,0-2 640 0,0 2 64 16,0-2 16-16,1-2 0 0,0 0 432 0,-1 0 96 0,0 0 16 0,1 1 0 15,0 0 144-15,-1 1 48 16,1 0 0-16,0-1 0 0,0 3-96 0,0-2-16 0,1-1 0 16,0 1 0-16,0 2-112 0,-2-1-16 0,2 1-16 0,1-1 0 15,-1 1-128-15,0 0-32 0,2 1 0 0,-2 0 0 16,3 4-176-16,-1-3-32 0,-4-2-16 0,0 0 0 16,0 0 16-16,0 0 0 0,0 0 0 0,33 30 0 15,-33-30-240-15,0 0-32 0,0 0-16 0,0 0 0 16,40 29-160-16,-40-29-48 0,0 0 0 0,0 0 0 15,42 39-112-15,-42-39-32 0,0 0 0 0,34 47 0 16,-34-47 0-16,23 38-16 0,-23-38 0 0,23 40 0 16,-23-40-48-16,23 40-128 0,-23-40 192 0,23 41-64 15,-23-41-128-15,18 35 0 0,-18-35 0 0,0 0 0 16,23 36 0-16,-23-36 0 0,0 0 0 0,0 0 0 16,0 0 0-16,0 0 0 0,0 0 0 0,0 0 0 0,0 0-128 0,0 0-64 15,0 0-16-15,0 0 0 16,0 0-1840-16,0 0-352 0,0 0-80 0,35-7-12368 15</inkml:trace>
  <inkml:trace contextRef="#ctx0" brushRef="#br0" timeOffset="-25463.37">5259 7815 5519 0,'-1'-13'0'0,"-1"1"224"0,0 3-64 0,0 4 32 0,1 0-192 0,-1 3 0 16,0-1 0-16,0-1 0 0,-3-4 2528 0,-2 2 480 15,0 0 80-15,-2 4 32 0,-1 4-544 0,0 4-96 16,-1 3-32-16,0 3 0 0,-1 2 0 0,0 3 0 15,-2 4 0-15,-1 0 0 0,1-1-2000 0,-1 3-448 0,1-2 0 0,0 2 0 16,1-3 208-16,1-3 112 0,0 1 32 0,2-3 0 16,1-1-352-16,2-2 144 0,-1-1-144 0,2-1 0 15,0 1-192-15,1-3-128 0,2 1-48 0,0-3 0 32,2-2-1872-32,1 1-384 0</inkml:trace>
  <inkml:trace contextRef="#ctx0" brushRef="#br0" timeOffset="-23554.05">5356 7999 1839 0,'0'0'160'0,"1"-2"-160"16,-2 2 0-16,1 0 0 15,0 0 976-15,0-1 176 0,-1 1 16 0,0-2 16 0,0 0 416 0,0 0 96 16,1 1 16-16,-1-1 0 15,0 0-16-15,1 1 0 0,0 1 0 0,1 0 0 0,-1 0-160 0,2-2-48 16,0 2 0-16,0-1 0 16,1 0-352-16,0-1-80 0,1 0-16 0,2 1 0 0,-1-2-64 0,1 1-16 15,1 0 0-15,0 0 0 0,0 2-160 0,-1-2-32 16,1 2-16-16,-1 2 0 0,1-2-192 0,-1 2-48 16,-6-2 0-16,0 0 0 0,0 0-240 0,0 0-48 0,0 0-16 0,34 33 0 15,-34-33-208-15,0 0 176 0,0 0-176 0,9 29 160 31,-8-22-160-31,-2 0 0 0,-1 0 0 0,-1 0 0 0,-1 0 0 0,-1-2 0 0,1 2 0 0,-3-2 0 16,1 0 0-16,-1 0 0 0,0-1 0 0,-1 1 0 16,1 0 0-16,-2-3 0 0,3 0 0 0,-1 1 0 15,1-1 0-15,0 0 0 0,2-1 0 0,0 1 0 16,1-1 0-16,0-1 0 16,1 0 0-16,1 1 0 0,0-2 0 0,1 1 0 0,0 0 0 0,1-1 0 15,0 1 0-15,0 0 0 0,1-2 0 0,-1 1 0 0,2 1 0 0,0-2 0 16,1 2 144-16,0-2-144 0,1 1 0 0,0 1 128 15,0-2-128-15,1 2 0 0,0 0 304 0,1 2-16 16,-7-2 0-16,0 0 0 0,0 0-64 16,0 0-16-16,37 3 0 0,-37-3 0 0,0 0-208 0,0 0 144 15,0 0-144-15,0 0 128 16,37 0-128-16,-32 0 0 0,1-2 0 0,-1 1 0 16,0-1 0-16,0 0 0 0,0 0 0 0,0-1 0 15,1-1-1216-15,-1 1-128 0,1 1-32 0,-2-1-14432 0</inkml:trace>
  <inkml:trace contextRef="#ctx0" brushRef="#br0" timeOffset="-23176.02">5591 7830 7359 0,'-3'-2'320'0,"1"2"80"0,0-1-400 0,1 0 0 16,0 1 0-16,1 0 0 0,0 0 1664 0,0 0 240 16,-1 0 48-16,1 0 16 0,0-2 160 0,1 2 48 15,2 0 0-15,0 2 0 0,2-2-448 0,1 0-96 16,1 0-16-16,-7 0 0 15,0 0-384-15,0 0-80 0,41 1 0 0,-41-1-16 0,0 0-464 0,43-1-96 32,-43 1 0-32,30-2-16 0,-30 2-192 0,0 0-48 15,38-3 0-15,-38 3 0 0,23-3-192 0,-23 3-128 16,0 0 128-16,30-4-128 0,-21 2 0 0,-1 2 0 0,0-2 0 0,-1 1 0 16,-1 1-240-16,1 0 48 0,-2 0 0 0,0 0 0 31,-1 0-1024-31,-2 0-208 0,0 1-48 0,-1 1-7936 0,-1 0-1584 0</inkml:trace>
  <inkml:trace contextRef="#ctx0" brushRef="#br0" timeOffset="-22933.32">5705 7897 2751 0,'-1'0'256'15,"-1"2"-256"-15,1-2 0 0,1 1 0 0,0 1 1664 16,-1-2 272-16,0 2 64 0,-2 0 16 15,1 1 608-15,0 2 128 0,2-2 32 0,0-2 0 0,2 2-336 0,2-1-64 16,1-2-16-16,0 0 0 16,2 0-544-16,1-2-112 0,1 1-32 0,1-2 0 0,-1 2-512 0,0-1-96 15,1-1-32-15,1 1 0 0,-1 1-480 0,0-1-112 16,-10 2 0-16,0 0-16 0,31 0-208 0,-31 0-32 16,0 0-16-16,0 0 0 0,37 3-176 0,-37-3 0 15,0 0 0-15,0 0 0 0,33 2 0 0,-33-2 0 16,0 0 0-16,0 0-12096 0,34-5-2288 15</inkml:trace>
  <inkml:trace contextRef="#ctx0" brushRef="#br0" timeOffset="-21293.63">6519 7702 1839 0,'1'-2'160'0,"0"1"-160"0,-1 0 0 0,0 1 0 15,0 0 416-15,0 0 48 0,1-2 16 0,-1-1 0 16,0 0 176-16,1 1 48 0,1 0 0 0,-1 0 0 16,0-1 112-16,-1 1 16 0,1 0 16 0,0 1 0 15,0-1 256-15,-1 0 48 0,1 0 16 0,0 1 0 0,0-3 160 0,-1 3 16 16,1-1 16-16,0 1 0 0,-1 0 0 0,0-1 0 16,0 1 0-16,1 1 0 0,-1 0-80 0,0 0 0 15,0 0-16-15,-1 1 0 0,1 1-224 0,0-1-32 16,-1 0-16-16,0 2 0 0,0 1-256 0,-1 1-48 15,-1-1-16-15,0 2 0 0,0 0-288 0,-1 0-64 16,1 1-16-16,-1 2 0 0,-1-2-112 0,-1 2 0 16,1-1-16-16,-2 1 0 0,0 0 48 0,0 1 16 15,0 0 0-15,-1 2 0 0,0-3 0 0,2 1 0 16,-1 0 0-16,3-2 0 0,-1 0-32 0,1 1 0 16,0-2 0-16,2-1 0 0,0 0-80 0,1 1-128 0,1-2 176 15,0 0-176-15,0-2 160 0,1 0-160 0,0 2 128 16,1-2-128-16,0-1 0 0,1 0 128 0,1 1-128 0,0-1 0 15,-1 1 0-15,3-3 0 0,-1 2 128 0,2-2-128 16,0 0 0-16,-7 0 0 0,0 0 0 16,0 0 128-16,35 0-128 0,-27-2 128 0,0 2-128 0,2-2 128 15,-1 1-128-15,-1-1 160 0,2 0-160 0,0-1 160 16,-1 1-32-16,-1-1-128 0,2 1 192 0,-2-3-64 16,1 3-128-16,0 0 160 0,-2-3-160 0,0 2 160 15,-2 1-160-15,1-2 0 0,-1 1 0 0,0 0 0 16,-1 1-192-16,-1 1 0 0,0 0-16 0,0 1-11504 15,-1-2-2288-15</inkml:trace>
  <inkml:trace contextRef="#ctx0" brushRef="#br0" timeOffset="-21056.47">6599 7726 7359 0,'-1'-1'320'0,"0"1"80"0,0 0-400 0,0 1 0 15,-1-1 0-15,2 2 0 16,-1 1 1584-16,-1 2 224 0,-1 0 48 0,0 6 16 16,-2 3 240-16,-1 1 32 0,-1 4 16 0,0-1 0 0,-2 2-496 0,2-1-80 0,-1 0-32 0,2-1 0 31,-1 0-528-31,0-1-96 0,2 0-32 0,-1-2 0 0,2-1-560 0,1-4-112 0,1-1-32 0,1 1 0 16,0-6-192-16,1 1 0 0,1-4-144 0,1 0 144 15,0-2-1328-15,2 0-160 0</inkml:trace>
  <inkml:trace contextRef="#ctx0" brushRef="#br0" timeOffset="-20634.07">6881 7672 9215 0,'3'-3'400'0,"-1"1"96"0,0 2-496 0,-1-2 0 15,-1 2 0 1,0 2 0-16,-1-2 1456 0,0 2 192 0,0 3 32 0,-2 0 16 16,0 4 432-16,-3 2 96 0,0 2 16 0,-1-1 0 15,0 0-592-15,-1 0-112 0,0 2-32 0,0-4 0 16,1 2-272-16,1-3-48 0,2 0-16 0,-1 1 0 16,3-4-272-16,1 0-48 0,1-2-16 0,2 1 0 15,1-3-448-15,1 1-112 0,0 0-16 0,2-2 0 16,-6-1-64-16,0 0 0 0,0 0-16 0,0 0 0 15,47 12-16-15,-47-12 0 0,0 0 0 0,0 0 0 16,44 17-160-16,-44-17 0 0,0 0 144 0,0 0-144 16,42 21 0-16,-42-21 128 0,0 0-128 0,0 0 0 0,0 0 176 0,37 28-48 15,-37-28 0-15,0 0 0 0,0 0 64 0,0 0 0 16,-1 27 0-16,-4-22 0 0,-2 1 0 0,-2-1 0 16,1 0 0-16,-3-2 0 0,-1 1-192 0,-2 1 160 15,-1-3-160-15,-1 3 160 0,1-3-160 0,0 1 0 16,0-2 0-16,0 0 0 0,2-1 0 0,2 0 0 15,1-1 0-15,1-3 0 16,3-1-592-16,1-1-48 0,2-2-16 0,2 1 0 16,1-2-2800-16,2-3-576 0</inkml:trace>
  <inkml:trace contextRef="#ctx0" brushRef="#br0" timeOffset="-20467.67">6844 7731 7599 0,'4'-3'160'0,"-1"1"32"0,-1 1 16 0,0 0 16 0,-1 1-224 0,0 0 0 0,2 0 0 0,1 0 0 16,1 0 2944-16,-5 0 528 0,0 0 112 0,33-2 32 15,-33 2-1120-15,0 0-240 0,39-6-32 0,-39 6-16 16,28-9-1072-16,-15 4-224 0,2 1-32 0,-2-1-16 16,-1 0-608-16,0 1-128 0,-1-1-128 0,-3 2 176 15,0 1-368-15,-1 0-64 0,-1 0 0 0,-1 2-13712 16</inkml:trace>
  <inkml:trace contextRef="#ctx0" brushRef="#br0" timeOffset="-20245.56">7109 7880 1839 0,'1'0'160'0,"-1"0"-160"0,0 0 0 15,1 0 0 1,0 0 2128-16,0 0 400 0,0 0 80 0,1 2 16 0,2-2 960 0,-4 0 208 0,0 0 48 0,0 0 0 15,0 0-1216-15,0 0-224 0,0 0-48 0,35 32-16 16,-35-32-1408-16,0 0-288 0,0 0-48 0,0 0-16 16,0 0-576-16,0 0 0 0,0 0 0 0,38 26-10480 15,-33-28-2128-15</inkml:trace>
  <inkml:trace contextRef="#ctx0" brushRef="#br0" timeOffset="-19094.24">7455 7724 5807 0,'0'0'128'0,"0"-2"16"0,0 1 16 0,-1 1 16 0,1 0-176 0,0 0 0 0,-1 0 0 0,1-1 0 0,0 1 1488 0,-1-1 272 15,1 1 48-15,-1 0 16 0,1 0-96 0,0-2-32 0,0 2 0 0,0 0 0 16,0-1-384-16,0 1-80 15,0 0-16-15,0 0 0 0,0 0-384 0,0 0-64 0,-1-2-32 0,1 2 0 0,-1 0-160 0,1 0-16 16,0 0-16-16,0 0 0 0,-1-1-96 0,1 1 0 16,0-1-16-16,0 1 0 0,0 0-16 0,0 0 0 31,0 0 0-31,0 0 0 0,0 0-112 0,0 0-32 0,0 0 0 0,0 0 0 0,0 0-32 0,0 0-16 16,0 0 0-16,0 0 0 15,0 0-32-15,0 0-16 16,0-2 0-16,0 2 0 0,0 0 80 0,0-2 0 15,-1 1 16-15,0 1 0 0,1 0 16 0,-1-2 0 16,0 2 0-16,0 0 0 0,0 0-32 0,0 2 0 0,-1-2 0 0,0 3 0 16,0-1-48-16,0 0-16 0,-1 3 0 0,1 0 0 15,-1 0-32-15,-1 2-16 0,1 2 0 0,0 0 0 16,0 3 32-16,-1-1 0 0,1 0 0 0,0 3 0 16,0-1-16-16,-1 0 0 0,2 3 0 0,0-1 0 15,1-1-160-15,0-2 160 0,0 0-160 0,2-1 160 16,0-1-160-16,0 0 0 0,-1-3 144 0,3-2-144 15,-1-1 0-15,1-1 0 0,1 0 0 0,-1-1 128 16,2 0-128-16,-1-2 0 0,1 0 0 0,0-3 0 16,1 1 0-16,0-1 0 0,1-1 0 0,1-3 128 15,-1 2-128-15,2-2 0 0,-1 0 0 0,1-2 0 16,0 1 0-16,1-1 0 0,-1-2 0 0,0 0 0 16,1-3 0-16,-1 2 0 0,-2-2 0 0,0-2-128 0,-2 1 128 15,-1-1 0-15,-3-1-144 0,-1 3 144 16,-2-2 0-16,-3 2-176 0,0 2 176 0,-3 3-128 15,0 3 128-15,-1 1 0 0,0 3 0 0,-3 2 0 0,3 2 0 0,-1 0-160 16,2 3 160-16,-1-1 0 0,3 0-352 0,0 1 32 16,2 0 16-16,2-1 0 15,0 0-944-15,3 0-192 0,1-1-32 0,-2-3-13504 16</inkml:trace>
  <inkml:trace contextRef="#ctx0" brushRef="#br0" timeOffset="-18694.78">7786 7620 11967 0,'3'-2'528'0,"0"1"112"0,0 1-512 0,-2-2-128 15,0 2 0-15,0 0 0 0,-1 2 1472 0,2-2 256 0,-1 0 48 0,2 0 16 16,0 1-288-16,-1 1-48 0,-1 0-16 0,-1 0 0 16,0 1-80-16,-2 1-16 0,1 1 0 0,-2 2 0 15,0-1-256-15,-1 2-64 0,-2 2-16 0,0 0 0 16,-2 3-336-16,1-1-64 0,-1 0-16 0,1-1 0 15,1 0-160-15,0-2-48 0,1 0 0 0,3-1 0 16,0-1 64-16,2-2 16 0,0-1 0 0,2 1 0 16,1-2-176-16,1 0-32 0,-4-3-16 0,0 0 0 15,0 0-80-15,0 0-16 0,39 9 0 0,-39-9 0 16,0 0 16-16,0 0 0 0,42 11 0 0,-42-11 0 16,0 0-160-16,0 0 160 0,43 26-160 0,-43-26 160 15,0 0-160-15,0 0 0 0,36 36 0 0,-36-36 128 0,0 0-128 0,0 0 160 16,18 34-160-16,-18-25 160 0,0-9-160 15,-1 16 192-15,-2-9-192 0,-1-1 192 0,-3 0-64 0,0 0-128 16,-2 0 192-16,1-1-64 0,-1-1-128 16,0 1 160-16,-3-2-160 0,1 0 160 0,0-2-160 0,0 1 0 15,1 1 0-15,-1-3 128 0,-1 2-128 0,1-4 0 16,0 2 0-16,1-2 0 0,0-1 0 0,1 1 0 16,-1-3-176-16,2-2 176 15,0-2-1920-15,1-1-288 0</inkml:trace>
  <inkml:trace contextRef="#ctx0" brushRef="#br0" timeOffset="-18530.14">7743 7677 4607 0,'5'-3'400'0,"-2"3"-400"15,2-2 0-15,-1 0 0 0,-2 1 2368 0,0 1 400 0,2-2 80 16,3 2 16-16,-7 0-176 0,25-7-16 0,-6 2-16 0,0 0 0 16,0-1-1440-16,1 0-272 0,-1 0-64 0,0 0-16 15,0 2-640-15,-1-3-224 0,-1 3 144 0,-17 4-144 31,32-6-768-31,-32 6-256 0</inkml:trace>
  <inkml:trace contextRef="#ctx0" brushRef="#br0" timeOffset="-16843.51">8372 7778 5519 0,'-2'0'496'0,"1"0"-496"0,0 0 0 0,2 0 0 0,-1 0 1008 0,-1 2 96 16,0-2 32-16,-2 1 0 0,1 1 400 0,0 1 64 15,0-3 32-15,1 2 0 0,0-2-112 0,1 1-32 16,2-1 0-16,1 0 0 0,-1 0-368 0,3 0-80 16,0 0-16-16,0 0 0 15,3 0 0-15,0-1 0 0,1-1 0 0,-9 2 0 16,22-3-176-16,-22 3-32 0,27-5-16 0,-27 5 0 0,30-6-32 0,-13 3-16 16,-17 3 0-16,36-7 0 15,-36 7-224-15,37-5-32 0,-37 5-16 0,40-6 0 16,-40 6-160-16,42-3-16 0,-42 3-16 0,41-3 0 0,-41 3 32 0,41-3 16 15,-41 3 0-15,35-2 0 16,-35 2-336-16,30 0 144 0,-30 0-144 0,0 0 0 0,37-2 0 0,-37 2 0 16,0 0 0-16,0 0 0 15,34 0 0-15,-30-2-192 0,1 2 16 0,-2-2 16 16,-1 1-1456-16,-2-1-304 0,1 2-48 0,-2-3-7888 16,1 1-1600-16</inkml:trace>
  <inkml:trace contextRef="#ctx0" brushRef="#br0" timeOffset="-16527.56">8697 7653 1839 0,'-2'-1'160'0,"1"1"-160"0,1-2 0 0,0 2 0 16,0 0 1472-16,0-1 272 16,0 0 48-16,0-1 16 0,1-3 256 0,-1 2 48 0,2 0 16 0,0 0 0 15,2 2-336-15,-1-1-64 0,0 2 0 0,1-2-16 16,0 2-176-16,-1 2-48 0,1-2 0 0,0 2 0 15,-4-2-240-15,0 0-48 0,0 0-16 0,0 0 0 16,0 0-96-16,38 18-32 0,-38-18 0 0,0 0 0 16,0 0-224-16,45 12-32 0,-45-12-16 0,0 0 0 15,40 8-288-15,-40-8-64 0,0 0-16 0,41 5 0 0,-41-5-176 0,0 0-48 16,37 10 0-16,-37-10 0 16,0 0-64-16,0 0-128 0,40 23 176 0,-40-23-176 0,0 0 128 0,0 0-128 15,16 31 0-15,-18-21 0 0,-3 1 128 0,-1-1-128 16,-3 1 0-16,-1 2 0 0,-3 3 0 0,-2-2 0 15,0 1 0-15,-2 0 0 0,0-2 0 0,2-1 0 16,1-2 0-16,2-3-18304 0</inkml:trace>
  <inkml:trace contextRef="#ctx0" brushRef="#br0" timeOffset="-14711.67">9505 7652 3743 0,'-3'3'0'0,"0"-3"144"0,3 0-144 0,-1 0 208 0,0 0-208 0,0 0 0 0,0 0 0 0,-1 0 0 0,-1 0 1536 15,0 0 272-15,-1 0 48 0,0 0 16 0,1 0 208 0,0 0 32 16,0 0 16-16,1 0 0 0,0 0-80 0,-1 0-32 16,2-2 0-16,0 2 0 0,-1-1-384 0,1 1-80 0,0-2-16 0,1 2 0 15,0 0-208-15,0-1-48 0,0 0-16 0,2 1 0 16,0 0-368-16,-1 0-64 0,2 0 0 0,1 0-16 15,1 0-400-15,0 0-80 16,1 0-16-16,0 0 0 0,2 0-112 0,0 0-16 0,1-2-16 0,1 2 0 16,1-2-176-16,-2 1 192 15,1-1-192-15,-1-1 192 0,2 1-192 0,-1 0 0 16,-1-1 144-16,0 1-144 0,0-1 0 0,-1 1 128 0,-1 0-128 0,1 0 0 0,-2-1 0 0,2 1 128 16,-2 0-128-16,-1 1 0 0,0 0 0 0,-1 1 0 15,0-1 0-15,0 1 128 16,-2 1-128-16,0-1 0 0,0 1 0 0,-1-1 0 0,0 1 0 0,-1 1 0 15,-1 0 0-15,1-2 0 0,-1 3 0 0,0-3 0 16,0 2 0-16,0-2 0 0,-1 2 0 0,1-2 0 16,0 2 0-1,0-2 0-15,0 1 0 0,1-1 0 0,-1 2 0 0,1-2 0 0,-1 0 0 0,0 2 0 16,1-2 0-16,0 0 0 0,0 1 0 0,0-1 0 0,0 2 0 16,0-2 0-16,0 0 0 0,0 1 0 15,0 0 0-15,0-1 128 0,0 0-128 0,1 0 0 0,-1 0 0 0,0 0 0 16,0 0 0-16,0 0 0 0,0 0 0 0,0 0 0 15,0 0 0-15,0 0 0 0,0 0 0 0,0 0 0 32,0 0 0-32,0 0 0 0,0 0 0 0,1 0 0 0,-1 0 0 0,0 0 0 15,0 2 0-15,0-2 0 0,0 3 0 16,-1-3 0-16,-1 3 0 0,1-1 0 16,-2 2 0-16,2-1 0 0,-1 2 0 0,-1 1 0 0,-1 0 0 0,0 0 0 0,1 2 0 0,-2-1 0 0,0 2 0 15,1 1 0-15,-2-3 0 0,1 2 0 0,0 1 0 0,0-3 0 31,1 2 0-31,-1-1 0 0,1 1 0 0,1 0 0 16,-1 1 0-16,0-3 0 0,2 2 0 0,-1 1 0 16,1 0 0-16,0-1 0 0,0 0 0 0,1-1 0 0,0 1 0 0,1-2 128 15,1 0-128-15,1-2 0 0,1-1 0 0,0-1 128 16,0-1-128-16,1 1 0 0,2-3 0 16,0 0 0-16,1-2 0 0,1-1 0 0,-1 1 0 0,3-1 0 15,0 1 0-15,1-3 0 0,1 0 0 0,0 1 0 16,0-1 0-16,-2 2 0 0,2-1 0 0,-1 0 128 15,-1 0-128-15,-2 2 0 0,1 0 0 0,-3 0 0 16,0 2 0-16,-2-2 0 0,1 2 0 0,-2 2 0 16,-1-2 0-16,-2 0 0 0,0 2 0 0,0-2 0 15,-1 0-448-15,-2 0-16 16,1 0 0-16,-2 0 0 0,1-2-2176 16,-1 0-432-16,-1 1-96 0,1-3-11296 0</inkml:trace>
  <inkml:trace contextRef="#ctx0" brushRef="#br0" timeOffset="-13452.21">9505 7788 3679 0,'-1'-2'320'0,"-1"0"-320"0,1 1 0 0,1 1 0 15,0 0 848-15,-1 0 112 0,0-2 0 0,0 1 16 0,-2-1 560 0,2 1 128 16,1 0 0-16,1-1 16 0,1-1-16 0,1 3 0 16,2-2 0-16,2-1 0 0,1 1-48 0,3 0-16 15,0-1 0-15,2-2 0 0,1 1-688 0,2-3-144 16,1 2-16-16,2-2-16 0,0 0-464 0,1-1-80 16,-1 2-32-16,0-2 0 15,0 4-1424-15,-2-1-272 0</inkml:trace>
  <inkml:trace contextRef="#ctx0" brushRef="#br0" timeOffset="-12989.86">9911 7774 3327 0,'-3'2'0'0,"-1"-2"144"0,1 1-144 0,1 0 192 0,1-1-192 0,0 0 0 0,0 0 0 0,0 0 0 0,-2 0 1488 15,0 0 272-15,-1 0 48 0,1 0 16 0,1 0-448 16,0 0-96-16,1 0 0 0,0-1-16 0,1 1-352 0,0-1-64 16,1 1-16-16,0 0 0 0,1-2 96 0,-1 2 16 15,1-2 0-15,0 1 0 0,1-1 272 0,0 2 48 16,1-2 16-16,-1 1 0 0,1-1-288 0,1 2-48 15,-1-2-16-15,2 2 0 0,-1 0-240 0,0 0-48 0,1 0-16 0,-1 1 0 16,0 0-336-16,-1 2-64 0,-1 1-16 0,-1 1 0 16,0-1-208-16,-2 2 0 0,0 0 128 0,-2 2-128 15,0-1 0-15,-1 0 0 0,-2 0 0 0,-1 0 0 32,1 0 0-32,-2 0 0 0,0 1 0 0,0-2 0 15,1-1 0-15,0 0 128 0,1 0-128 0,0 0 0 16,1-3 128-16,3 0-128 0,-1 0 0 0,2 1 144 0,1-3-16 0,2 0-128 0,4 0 192 0,0 0-64 15,3-3 192-15,2 1 16 0,1-2 16 0,-1 1 0 16,1-2 192-16,1 1 32 0,2-1 16 0,1 0 0 16,-1 3-416-16,-2-3-176 0,-14 5 128 0,26-5-128 31,-26 5-272-31,0 0-144 0</inkml:trace>
  <inkml:trace contextRef="#ctx0" brushRef="#br0" timeOffset="-11881.54">10284 7623 911 0,'-1'-1'0'16,"0"1"0"-16,1 0 0 0,-1 0 0 15,1 0 192-15,-1 0-64 0,0 0 0 0,-2-2 0 16,-1 2 256-16,0 0 32 0,1 0 16 0,-1-2 0 0,0 2 464 0,1 0 112 16,2-1 16-16,-1 1 0 0,1 0 320 0,0-2 80 15,0 1 16-15,0 0 0 0,1 0 0 0,0 1 0 16,0 0 0-16,0-2 0 0,0 2-288 0,0 0-48 15,0-2-16-15,0 2 0 0,0 0-192 0,0 0-32 16,-1 0-16-16,1 0 0 0,-1 0-224 0,1 0-48 16,0 0-16-16,0 0 0 0,0 0-64 0,0 2-16 15,-1-2 0-15,1 0 0 0,0 0-80 0,1 0-16 16,-1 0 0-16,-1 0 0 0,1 0-64 0,0 0 0 16,0 0-16-16,0 0 0 0,0 0-96 0,0 0-16 15,-1 0 0-15,1 0 0 0,0 0 0 0,0 0 0 0,0 0 0 0,0 0 0 16,-1 0-192-16,1 1 176 0,-1-1-176 0,1 0 160 15,0 0-160-15,0 1 128 16,-1-1-128-16,1 0 128 0,0-1-128 0,0 1 160 0,0 0-160 0,-1 0 160 16,1 0-160-16,-1 0 0 0,0 1 0 0,0-1 128 15,0 0-128-15,0 0 0 0,0 1 0 0,0 0 128 16,0 0-128-16,0-1 0 0,0 2 0 0,0-2 0 16,1 1 0-16,0 1 0 0,-1 0 0 0,0-2 0 15,0 1 0-15,0 0 0 0,0-1 128 0,0 0-128 16,0 0 0-16,0 2 0 0,0-2 0 0,1 0 0 0,-1 0 176 0,0 0-48 15,0 0-128-15,0 1 192 0,1-1 0 0,0 0 0 16,0 0 0-16,-1 2 0 16,1-2-32-16,0 0-16 0,-1 0 0 0,1 0 0 0,-1 0 0 0,0 0 0 15,1 0 0-15,0 0 0 16,-1 0 0-16,0 0 0 0,1 2 0 0,-1-2 0 16,0 1-16-16,1-1-128 0,-1 2 192 0,0-2-64 15,1 1 0-15,-1 0 0 0,1-1 0 0,0 0 0 0,0 0-128 0,0 2 128 16,0-2-128-16,1 0 128 0,-1 0-128 0,1 0 128 15,-1-2-128-15,1 2 128 0,0 0 32 0,0 0 0 0,1-1 0 0,0 0 0 16,0 1 32-16,-1-2 16 0,3 1 0 0,-1-1 0 16,1 2-16-16,-1-2-16 0,1 1 0 0,1 1 0 15,-1-2-48-15,1 2-128 16,0-1 192-16,1 0-64 0,0 1-128 0,0 0 192 0,-6 0-192 0,0 0 192 16,0 0-48-16,33-2 0 0,-23 0 0 0,-10 2 0 15,24-4-16-15,-24 4 0 0,26-3 0 0,-14 2 0 16,2-3-128-16,-3 3 128 0,1-1-128 0,-3-1 128 15,-9 3-128-15,0 0 0 0,0 0 0 0,0 0 0 16,0 0 0-16,0 0 0 0,0 0 0 0,0 0 0 16,0 0-736-16,0 0-80 0,0 0-16 0,0 0-16352 15</inkml:trace>
  <inkml:trace contextRef="#ctx0" brushRef="#br0" timeOffset="-11581.36">10281 7745 7775 0,'-4'5'336'0,"0"-4"80"0,0 0-416 0,1 1 0 16,2-1 0-16,0 1 0 0,0-2 960 0,-2 2 128 16,-2-1 0-16,0 2 16 0,0 0 816 0,1-2 176 0,2 1 16 15,0-2 16-15,0 2-512 0,2-2-96 0,-1 0-32 0,2 0 0 16,0 0-400-16,1-2-64 0,1 2-32 0,1-3 0 15,1 3 32-15,0-2 16 0,2 1 0 0,0 0 0 16,-7 1 16-16,0 0 0 0,26-5 0 0,-26 5 0 16,0 0-336-16,32-3-64 0,-32 3-16 0,0 0 0 15,33-2-288-15,-33 2-64 0,0 0-16 0,30 0 0 16,-30 0-272-16,0 0 0 0,0 0 0 0,36 0 0 16,-36 0-864-1,0 0-128-15</inkml:trace>
  <inkml:trace contextRef="#ctx0" brushRef="#br0" timeOffset="-11012.84">10926 7477 4607 0,'0'0'400'0,"0"-2"-400"16,0 2 0-16,0 0 0 0,0 0 1216 0,-1-2 176 16,0 1 16-16,0 1 16 0,-1-2 576 0,-1 2 112 15,0 0 32-15,-2 0 0 0,0 2-464 0,1-1-80 16,-2 1-32-16,1 3 0 0,-2-1-496 0,1 2-112 0,-2 2 0 0,2 2-16 16,0 0-96-16,1 1-16 15,-1 6 0-15,1 2 0 0,-1 4-32 0,2 1-16 0,1 2 0 0,1 3 0 16,2-1-32-16,-1-4-16 0,1-24 0 0,3 41 0 15,-3-41-240-15,0 0-48 16,15 44-16-16,-15-44 0 0,0 0-432 0,0 0 0 16,37 27 0-16,-37-27-10736 0,0 0-2224 0</inkml:trace>
  <inkml:trace contextRef="#ctx0" brushRef="#br0" timeOffset="-10533.49">11192 7472 7775 0,'2'-2'336'0,"-1"0"80"16,0-1-416-16,-1 1 0 0,0 2 0 0,0 0 0 0,0 0 1344 0,-1-2 176 15,0 1 32-15,0 1 16 16,-1 0 896-16,-1 1 176 0,0 3 48 0,-1-1 0 0,-1-1-768 0,1 5-128 16,-2-2-48-16,0 2 0 0,-1 0-464 0,2 0-80 15,-2 3-32-15,1-1 0 0,-1 1-384 0,1 0-80 16,-2 2 0-16,1 1-16 0,0-1-240 0,0 2-64 15,0-1 0-15,2 1 0 0,0 0 0 0,0-2-16 16,2-1 0-16,0 1 0 0,2-4-16 0,1-8 0 16,0 0 0-16,0 0 0 0,4 31-208 0,-4-31-144 15,0 0 192-15,0 0-192 0,0 0 128 0,0 0-128 16,0 0 0-16,44 20 0 0,-44-20 0 0,25-2 0 0,-10 0 0 0,0-3 0 16,-1 2 128-16,1 0-128 0,1-2 0 0,-1 2 0 15,1-2 0-15,-1 1 0 0,-1-1 0 0,-1 1 0 16,0 1 0-16,-2-3 0 0,0 2 0 0,-2 2 0 31,0-1-512-31,-2-1-128 0,0 1 0 0,-3 3-16704 0</inkml:trace>
  <inkml:trace contextRef="#ctx0" brushRef="#br0" timeOffset="-10327.08">11302 7536 3679 0,'-2'3'320'0,"-1"0"-320"15,1 1 0-15,0-3 0 0,0 2 1632 0,0 0 256 16,-3 4 48-16,-3 5 16 0,-2 2 352 0,-2 5 64 16,-1 0 0-16,2 0 16 0,1-1-128 0,1-3-16 15,1 0-16-15,1-1 0 0,-1 0-464 0,2-2-96 16,1 0 0-16,1-1-16 0,1-1-944 0,0 0-192 16,1-3-48-16,1 0 0 0,1 0-464 0,0-2-128 15,2-1-16-15,0-1-10112 16,1 0-2032-16</inkml:trace>
  <inkml:trace contextRef="#ctx0" brushRef="#br0" timeOffset="-9928.8">11476 7575 2751 0,'2'-1'256'0,"-1"-1"-256"0,0 2 0 0,-1 0 0 16,1 0 2000-16,-1 0 368 0,1-2 64 0,1 0 0 15,2 1 656-15,-2-1 128 0,1 0 32 0,-2 2 0 16,1 2-944-16,-1 0-192 0,-1-1-48 0,0 3 0 0,0 1-576 16,-1 0-112-16,0 2-32 0,-1 1 0 0,2 0-576 0,-2-1-112 15,2-7-16-15,0 0-16 0,0 0-176 0,2 29-48 16,-2-29 0-16,0 0 0 0,0 0-224 0,0 0-48 16,0 0-128-16,30 28 192 0,-30-28-192 0,0 0 0 15,0 0 0-15,0 0 0 0,43 24 0 0,-43-24 0 16,0 0 0-16,0 0 0 0,34 26 0 0,-34-26 0 15,0 0 0-15,0 0 0 0,0 0 0 0,35 33 0 16,-35-33 0-16,0 0 0 0,0 0 0 16,0 0 0-16,0 0 0 0,0 0 0 0,0 0 0 0,0 0 0 0,0 0 0 15,0 0 0 1,0 0 0-16,0 0 0 0,6 32 0 0,-14-30 0 0,-1 0 0 0,0-1 0 0,-2 0 0 0,-2 1 0 16,-2 1 0-16,-2-1 0 0,-1 1-128 0,-1-1 128 31,2 0-1792-31,1-2-240 0,1 0-48 0,3-2-13312 0</inkml:trace>
  <inkml:trace contextRef="#ctx0" brushRef="#br0" timeOffset="-9764.23">11524 7520 10127 0,'4'-2'448'0,"-1"-1"96"0,-1 1-544 0,1 2 0 0,-1-2 0 0,0 1 0 0,1 1 2416 0,1-2 368 15,4 0 80-15,3-1 16 16,3-2-448-16,1 1-64 0,3-1-32 0,1-1 0 0,2 0-1136 0,-2 1-240 15,3 1-32-15,-2 1-16 16,1-2-912-16,-2 3 0 0,-19 2-240 0,34-4-13904 16</inkml:trace>
  <inkml:trace contextRef="#ctx0" brushRef="#br0" timeOffset="-9490.6">11838 7726 11055 0,'1'0'480'0,"0"0"112"0,0 0-464 0,0 0-128 0,0 0 0 0,0 2 0 16,0-2 2624-16,0 1 496 0,1 3 96 0,-2-4 32 0,0 0-32 0,0 0 0 15,0 0 0-15,0 0 0 0,0 0-1872 16,19 34-384-16,-19-34-80 0,0 0-16 0,0 0-736 0,0 0-128 16,0 0 0-16,0 0-11104 15,0 0-2176-15</inkml:trace>
  <inkml:trace contextRef="#ctx0" brushRef="#br0" timeOffset="-9111.38">12176 7572 5519 0,'-4'-2'496'0,"2"2"-496"0,0-2 0 0,1 2 0 16,1 2 1664-16,-2-2 256 0,-1 0 32 0,-2 0 16 15,-1 2 64-15,-1 0 16 0,0 3 0 0,0 2 0 16,0 3-64-16,1-1-16 0,-1 4 0 0,2 1 0 16,-1 2-192-16,0-2-48 0,3 2 0 0,-1 1 0 15,4-17-672-15,-1 25-144 0,1-25-16 0,0 0-16 16,0 0-448-16,0 0-96 0,22 34-16 0,-22-34 0 0,0 0-320 16,32-4 144-16,-19-4-144 0,0 0 0 0,1-2 160 15,-1-2-160-15,0-2 128 0,-2 2-128 0,-2-2 0 0,-1 2 0 16,-3 0 0-16,0 0 0 0,-2 0-128 0,-2 1 128 15,-2 3-160-15,-1-1 160 0,-2 1 0 0,-2 2 0 16,-3 1 0-16,-2 3 0 0,0 1 0 0,-1 1 0 16,0 1 0-16,0 1 0 0,1 1-128 0,1 1 128 15,3-2 0-15,0 1-144 16,3 1-288-16,2-3-48 0,1 1-16 0,2-1-10272 16,1 0-2064-16</inkml:trace>
  <inkml:trace contextRef="#ctx0" brushRef="#br0" timeOffset="-8712.52">12546 7430 8287 0,'-1'0'736'0,"0"0"-592"0,0 0-144 0,0 0 0 16,-1 0 1984-16,1 1 352 0,-2 0 80 0,-3-1 16 15,0 3-304-15,-3 1-48 0,-2-1-16 0,2 1 0 0,0 1-528 0,-1 1-96 16,3 0-32-16,0 1 0 0,0 3 48 0,1-1 0 15,1-2 0-15,2 5 0 0,0-2-560 0,3-10-128 16,0 0 0-16,4 30-16 0,-4-30-384 0,0 0-80 16,0 0-16-16,29 29 0 0,-29-29-96 0,0 0-32 15,36 14 0-15,-36-14 0 0,0 0-144 0,36 10 128 16,-36-10-128-16,0 0 128 0,0 0-128 0,40 22 0 0,-40-22 0 0,0 0 0 16,0 0 0-16,25 32 0 0,-25-32 128 0,0 0-128 15,0 0 0-15,9 38 0 0,-9-38 0 0,0 0 128 16,-4 28-128-16,0-20 0 0,0 1 0 15,0-2 128-15,-2 0-128 0,1 0 0 0,-2-2 0 0,0 2 128 16,-1-2-128-16,0-1 160 0,-1 2-160 0,-2-4 160 16,2 0-160-16,-1 0 0 0,0-1 0 0,-1-1 128 15,0 0-128-15,-1-1 0 0,1-1 0 0,0-2 0 16,0-1-192-16,0 0 48 0,0-2 0 16,1 0 0-1,0-3-1904-15,1-2-368 0</inkml:trace>
  <inkml:trace contextRef="#ctx0" brushRef="#br0" timeOffset="-8508.19">12502 7486 3967 0,'15'-3'176'0,"-4"0"32"0,-11 3-208 0,18-3 0 16,-12 1 0-16,-3-1 0 0,4 1 1520 0,3 0 256 15,6-5 48-15,4 2 16 0,2-2 128 0,0 2 16 16,-4 0 16-16,-2 1 0 0,-2 1-1248 0,-5 3-256 0,1-1-48 15,-4 1-16 1,0 0-1152-16,-3 1-240 0,2-1-32 0,-2 0-16 0</inkml:trace>
  <inkml:trace contextRef="#ctx0" brushRef="#br0" timeOffset="-7890.72">12867 7584 7359 0,'-2'-2'656'0,"0"2"-528"0,1-2-128 0,0 2 0 16,1 0 1424-16,-1 0 256 0,0-1 48 0,-3 1 16 15,0-2 624-15,-1 0 112 0,0 1 16 0,1 1 16 0,1 0-416 0,-1 0-96 16,1 1-16-16,1-1 0 0,0 2-416 0,1-2-96 15,1 2 0-15,0-2-16 0,0 0-496 0,1 1-112 16,0-1-16-16,1 2 0 0,0-2-272 0,1 0-64 16,1-2-16-16,2 1 0 0,1-1-176 0,1-1-48 15,2 1 0-15,2-2 0 0,2-1-112 0,1 1-16 16,1-1-128-16,1 1 192 0,0 0-64 0,1 0-128 16,1 1 176-16,0-2-176 0,-4 3 160 0,-1-1-160 15,0 1 128-15,-14 2-128 0,21-3 0 0,-13 3 0 16,-1 0 0-16,-1 0 0 0,-2 0 0 0,-2 0 0 15,-1 1 0-15,0 1 0 0,0-2 0 0,-2 2 0 16,0-2 0-16,0 0 0 16,0 0-480-16,0 0-80 0</inkml:trace>
  <inkml:trace contextRef="#ctx0" brushRef="#br0" timeOffset="-6889.54">12515 7472 911 0,'-2'-2'0'0,"0"0"0"0,1 2 0 0,0-3 0 16,1 3 336-16,0-2-16 0,0 0 0 0,-1-1 0 0,1 1 112 0,-1-3 16 15,0 0 0 1,-1 1 0-16,1-1 560 0,0 0 112 16,-1 3 32-16,-2-3 0 0,1 2 464 0,-1 1 112 0,-1 2 0 0,0-1 16 0,1 0-80 0,-2 1 0 15,1 0-16-15,2 0 0 0,-1 0-272 0,0 0-48 16,2 1-16-16,0 0 0 0,0-1-96 0,1 0-32 15,2 0 0-15,-1 0 0 0,2 0-160 0,0 0-16 16,-1-1-16-16,3 0 0 0,0-1-160 0,0-1-16 16,0-1-16-16,1 1 0 0,0 1-208 0,1-1-32 15,-1 1-16-15,2-1 0 0,0 1-80 0,1 1-16 0,0 0 0 0,1 1 0 32,-1 1-64-32,-8-1-32 0,0 0 0 0,0 0 0 0,37 8-176 0,-37-8-48 0,0 0 0 0,31 5 0 15,-31-5-128-15,0 0 160 0,33 5-160 0,-22-5 160 16,1 0-160-16,-2-2 0 0,1 1 144 0,0-1-144 31,-2 2 0-31,-4-1 0 0,2 0 0 0,-2 1 0 0,-2 0 0 0,0 0-256 16,-1 0 32-16,-2 1-17904 15</inkml:trace>
  <inkml:trace contextRef="#ctx0" brushRef="#br0" timeOffset="-6081.94">13567 7425 6959 0,'0'-3'624'16,"0"1"-496"-1,1 1-128-15,-1 0 0 0,0 1 0 0,1 0-128 0,0-4 1200 0,0 1 240 16,1-3 48-16,0 0 16 0,-1 1 688 0,0-1 144 15,1 2 32-15,-1 0 32 0,-1 4-208 0,0-2-32 16,-1-1-16-16,-1 3 0 0,0 0-400 0,-1 1-80 16,-2 1 0-16,0 0 16 0,1 1-592 0,-3 2-112 0,0 1-16 0,-1 1-16 15,-2 0-352-15,1 3-64 16,-1 2-16-16,0-2 0 0,-1 4-128 0,1 0-16 0,-1 1-16 0,2 0 32 16,0 0-256-16,0-1 0 0,1 1 128 15,1-1-128-15,3-2 0 0,1-1 128 16,1-2-128-16,2-1 144 0,0-8-144 0,0 0 128 15,0 0-128-15,0 0 128 16,0 0-128-16,35 21 0 0,-22-23 0 0,1 1 0 0,3-1 128 0,1 0-128 0,1-3 128 0,1 1-128 16,2 0 0-1,0-2 0-15,-1 1 0 0,0 1 0 0,1 1 0 16,-4-2 0-16,-2 1 0 0,-2 1 0 16,-1-2-816-16,-2 2-32 0,-2 0-16 0,-2 0 0 15,-1 0-1952-15,-4 1-384 0</inkml:trace>
  <inkml:trace contextRef="#ctx0" brushRef="#br0" timeOffset="-5875.33">13662 7463 5519 0,'-4'-5'0'0,"2"3"224"0,0 0-64 0,1 0 32 0,1 1-192 0,0 1 0 16,1 0 0-16,-1 1 0 0,0 1 2560 0,0 0 464 0,0 2 112 16,-1 4 0-16,-1 1-192 0,-2 3-32 15,-1 2-16-15,0 3 0 0,-3 0-896 0,0 4-176 0,0 0-32 0,-2-2-16 16,0 3-816-16,0-1-176 0,0 0-16 0,0-2-16 15,3-2-352-15,1-2-64 0,1-2-16 0,0-3 0 16,2-1-320-16,3-2 0 0,0-7 0 0,0 0 128 16,0 0-1200-1,0 0-224-15</inkml:trace>
  <inkml:trace contextRef="#ctx0" brushRef="#br0" timeOffset="-5496.38">13911 7452 1839 0,'5'-6'160'0,"-2"4"-160"0,0-3 0 0,0 3 0 0,-2 2 2256 0,0-2 432 16,0 1 64-16,1 1 32 0,0-2 256 0,0 0 48 15,1 2 16-15,-2 0 0 0,-1 1-704 0,-2 2-144 16,0 2-16-16,0 0-16 0,-2 2-752 0,0 0-160 0,-1 3-32 0,0-1 0 16,-1 0-656-16,1 1-144 0,0 0-32 0,1-1 0 15,2-2-96-15,0 1-32 0,1-1 0 0,1 0 0 16,0-7-144-16,0 0-48 0,0 0 0 0,0 0 0 15,0 0-128-15,32 24 0 0,-32-24 0 0,0 0 128 16,33 11-128-16,-33-11 0 0,0 0 144 0,37 12-144 16,-37-12 0-16,0 0 144 0,34 21-144 0,-34-21 0 15,0 0 144-15,0 0-144 0,29 38 0 0,-29-38 144 16,0 0-144-16,0 0 0 0,10 43 144 0,-10-43-144 16,0 0 144-16,0 0-144 0,-5 29 192 0,1-25-192 15,0-1 256-15,-1 1-48 0,-2-1-16 0,0-1 0 0,-1 0-192 16,-1 0 176-16,-1-1-176 0,-1 1 160 0,-2-2-160 0,-1 0 0 15,-2 0 0-15,-1-2 0 0,-1 2 0 0,-1-1 0 16,1 0 0-16,0 0 0 16,1-1-512-16,3 0-64 0,0-1-32 0,3-2-11168 15,1-2-2224-15</inkml:trace>
  <inkml:trace contextRef="#ctx0" brushRef="#br0" timeOffset="-5321.45">13901 7413 6447 0,'3'-2'576'0,"0"2"-576"0,0 0 0 0,1 0 0 32,-1 2 2192-32,0-2 336 0,1 0 64 0,3 0 16 0,-7 0 224 0,28-2 48 0,-8 0 16 0,2-1 0 15,3 1-1024-15,-1-5-208 0,0 3-32 0,-1-2-16 16,-1 1-784-16,-3 1-176 0,-1 1-16 0,-2-1-16 16,-16 4-752-16,26 0-160 0,-26 0-32 0,0 0-14608 15</inkml:trace>
  <inkml:trace contextRef="#ctx0" brushRef="#br0" timeOffset="-5054.14">14323 7340 2751 0,'4'0'256'0,"-2"0"-256"16,2 0 0-16,-1 0 0 15,-1 1 2336-15,0 0 416 0,1 1 96 0,-3-2 16 0,0 0 480 0,0 0 112 16,41 24 0-16,-41-24 16 0,0 0-1088 0,36 36-208 16,-36-36-64-16,0 0 0 0,27 42-576 0,-27-42-128 15,0 0-32-15,16 48 0 0,-16-48-544 0,0 0-128 0,8 47 0 0,-8-47-16 16,-1 34-336-16,1-34-64 0,-9 33-16 0,1-18 0 16,-1 0-96-16,-4 0-32 15,0 1 0-15,0-3 0 0,-1 0-144 0,-1-1 0 0,0-2 0 0,0-1 128 16,2-1-128-16,0-4-224 0,3 0 48 0,1-1-18432 15</inkml:trace>
  <inkml:trace contextRef="#ctx0" brushRef="#br0" timeOffset="-4372.07">14870 7259 3679 0,'1'0'320'0,"0"-2"-320"16,0 1 0-16,-1 1 0 0,0 0 1152 0,0-2 176 0,1 2 16 15,0-2 16-15,0-2 1008 0,0 1 192 0,0 0 32 0,-1 0 16 16,0 2-160-16,-1-1-16 0,1 1-16 0,-1-1 0 16,0 2-576-16,0 0-112 0,-1 0-32 0,1 0 0 15,-1 0-576-15,0 0-112 0,1 2-32 0,0-2 0 16,-1 3-336-16,-1-1-64 0,1 0 0 0,-1 3-16 16,1 0-160-16,-3 0-16 0,1 4-16 0,-1 1 0 15,-1 2-64-15,0 4-16 0,-3 3 0 0,0 2 0 16,-2 5-96-16,0 0 0 0,-2 1-16 0,0 1 0 15,-1 3-48-15,-3 0 0 0,-2 6 0 0,-3 1 0 16,1 3-128-16,0-1 0 0,-1-2 0 0,2-5 0 16,2-2 0-16,3-4 0 0,0-2 0 0,4-1-18576 15</inkml:trace>
  <inkml:trace contextRef="#ctx0" brushRef="#br0" timeOffset="-3321.64">15116 7452 9215 0,'1'-5'816'0,"0"2"-656"15,0 3-160-15,0 0 0 16,-1 0 1328-16,0 0 224 0,1-2 48 0,-1 0 16 0,0-1 768 0,0 1 160 15,-1 2 16-15,-2 2 16 0,-1 3-752 0,-1-1-160 16,-2 2-16-16,1 3-16 0,-2 3-496 16,1 2-112-16,-2 5 0 0,1 0-16 0,0 4-400 0,-2 1-80 0,2 2-16 0,0 0 0 15,2 0-112-15,2-2-16 0,4-24-16 0,-3 39 0 16,3-39-96-16,0 0-16 16,0 0 0-16,17 41 0 0,-17-41-256 0,0 0 128 0,29 1-128 0,-17-5 0 15,2-4 160-15,2-4-160 0,1-3 128 0,1-1-128 16,0-2 128-16,-3 0-128 0,-2 0 0 0,-1 1 128 15,-3 0-272-15,-3 1-64 0,-1 2-16 0,-3 0 0 16,-1 2 80-16,-4-2 16 0,-1 4 0 0,-2-1 0 16,-3 1 128-16,0 3 0 0,-2-1 0 0,-1 2-128 15,0 2 128-15,1 0-192 0,0-1 192 0,1 3-192 16,2 2 32-16,2-2 0 0,0 4 0 16,2-2 0-16,2 2-128 0,2-1-32 0,0 1 0 0,2 1-15424 15</inkml:trace>
  <inkml:trace contextRef="#ctx0" brushRef="#br0" timeOffset="-3146.55">15324 7644 23951 0,'4'0'1056'0,"-1"0"224"0,1 2-1024 0,-2-2-256 15,-1 0 0-15,0 2 0 0,0 0 1664 0,1 0 288 0,-2-2 48 0,0 0 16 16,0 0-512-16,0 0-96 15,20 38-32-15,-20-38 0 0,0 0-880 0,0 0-176 0,0 0-48 0,0 0 0 32,24 36-880-32,-19-36-176 0</inkml:trace>
  <inkml:trace contextRef="#ctx0" brushRef="#br0" timeOffset="-2808.38">15635 7483 8287 0,'0'-1'736'0,"0"1"-592"0,1 0-144 0,-1 0 0 0,0 0 1792 16,-1 1 336 0,0 0 64-16,-1 2 16 0,1 2 80 0,-3 1 16 15,0 2 0-15,-1 2 0 0,-2 1-720 0,1 1-144 16,-1 2-32-16,0 1 0 0,1 1-128 0,1-2-16 16,5-14-16-16,-6 26 0 0,6-26-464 0,0 0-80 15,0 0-32-15,0 0 0 0,15 38-448 0,-15-38-96 16,0 0 0-16,25 0-128 0,-14-2 224 0,0-3-64 15,2-2-16-15,1-2 0 0,1 1 48 0,0-3 16 0,1-1 0 16,-2 0 0-16,-1 0-208 0,-2 0 0 16,1 0 128-16,-4 2-128 0,-1-1 0 0,-2 1 0 0,-1 1 0 0,-4-3 0 0,-1 2 0 15,-3 1 0-15,-2 2 0 0,-2-3 0 0,0 4 0 0,-2 0 0 16,-4 2 0-16,0-1 0 0,0 3 0 0,0 2 0 16,2 0 0-16,0 2 0 0,3 1 0 0,1 1 0 15,2-2 0-15,0 3 0 0,1-2-160 0,4-1-128 16,2 0-32-16,0-2-16400 15</inkml:trace>
  <inkml:trace contextRef="#ctx0" brushRef="#br0" timeOffset="-2444.45">16056 7314 10127 0,'4'-3'896'0,"-2"1"-704"16,1 2-192-16,-3-2 0 0,0 2 1792 0,-1 0 320 0,-1 2 64 15,0 0 0-15,-2 1 208 0,-1 1 48 0,-3 2 0 0,-1 2 0 16,-1 2-1120-16,0 2-224 0,-1 0-32 0,2 0-16 16,1 0 128-16,2 0 32 0,2-1 0 0,1 1 0 15,3-12-464-15,0 0-96 0,0 0 0 0,7 38-16 16,-7-38-432-16,0 0-192 0,0 0 160 0,0 0-160 16,40 33 0-16,-40-33 128 0,0 0-128 0,34 19 0 15,-34-19 128-15,0 0-128 16,33 22 176-16,-33-22-176 0,0 0 224 0,32 25-64 0,-32-25-16 0,0 0 0 0,0 0-144 0,27 34 192 31,-27-34-192-31,0 0 192 0,0 0-192 0,0 0 160 0,0 0-160 0,-4 33 160 0,-1-28 16 0,-1-1 0 16,-2 2 0-16,0 0 0 0,-2-1-176 0,-2 2 192 31,-1 0-192-31,0 0 192 0,0 1-192 0,-2-1 0 0,0 2 0 0,1-2 0 0,0 0 0 0,2-2 0 16,0-3 0-16,1-1 0 0,2-1-352 15,0-3 0-15,3 0 0 0,0-3-16992 0</inkml:trace>
  <inkml:trace contextRef="#ctx0" brushRef="#br0" timeOffset="-2239.78">15998 7373 15663 0,'1'0'688'0,"1"2"144"0,0-2-656 0,0 1-176 0,0 1 0 0,1-2 0 15,0 0 1712-15,3 0 304 0,3 0 64 0,5 0 16 16,5-2-560-16,0 1-128 0,2-3 0 0,0 1-16 31,0 2-384-31,-2 0-80 0,1-1-16 0,-1 2 0 0,-2 0-608 0,-17 0-128 16,32 3-32-16,-32-3-14288 0</inkml:trace>
  <inkml:trace contextRef="#ctx0" brushRef="#br0" timeOffset="-1802.85">16695 7368 11967 0,'-2'2'1072'0,"0"-2"-864"0,1 1-208 0,1-1 0 15,0 0 1696-15,0 2 288 0,0-2 64 0,0 2 16 16,1-1 528-16,1 1 96 0,2 0 32 0,2-2 0 16,-6 0-1024-16,17 0-208 0,-6 0-32 0,2-2-16 0,0 2-704 15,0-3-144-15,1 1-16 0,1 0-16 0,0-1-368 0,-1 2-192 16,-1 0 192-16,-1-2-192 0,0 2 0 0,-2 0-272 16,-1 1 16-16,-1 1 16 15,-3 0-2128-15,0 2-416 0</inkml:trace>
  <inkml:trace contextRef="#ctx0" brushRef="#br0" timeOffset="-1628.17">16645 7530 7359 0,'-1'3'656'0,"2"-2"-528"0,1 1-128 0,0-2 0 15,0 0 2128-15,1 0 400 0,0 0 80 0,-3 0 16 16,0 0 688-16,28 3 144 0,-28-3 16 0,29-3 16 15,-13 1-1312-15,0-2-256 0,1 1-48 0,0-2-16 16,-2 1-1152-16,1-1-224 0,-1 0-48 0,0 0-16 16,-1 3-592-16,-2-3-112 0,1 3-32 0,-2 0-16048 15</inkml:trace>
  <inkml:trace contextRef="#ctx0" brushRef="#br0" timeOffset="-1115.47">17604 7209 7359 0,'0'-5'656'0,"0"2"-528"16,0 2-128-16,0-1 0 15,1 0 1088-15,-1 1 176 0,1 1 32 0,-1-3 16 16,1 1 992-16,1 0 208 0,0-2 48 0,-1 1 0 16,0 0-224-16,-1 1-32 0,1 1-16 0,0 0 0 15,-1 1-528-15,0 0-96 0,0 0-32 0,0 2 0 16,-1 0-608-16,0 3-112 0,1 2-16 0,-2 3-16 15,2-10-304-15,0 0-48 0,-3 47-16 0,3-47 0 0,-3 53-272 16,1-21-64-16,-1 4-16 0,0 2 0 16,-2 0-32-16,1 0-128 0,3-2 192 0,-1 2-64 0,1 0-128 15,2 0 0-15,1-1 0 0,0-4-18336 16</inkml:trace>
  <inkml:trace contextRef="#ctx0" brushRef="#br0" timeOffset="231.07">4954 8535 12895 0,'1'-1'1152'0,"0"-1"-928"0,0 1-224 0,0 1 0 16,-1-1 1088-16,1 1 160 0,0-2 32 0,2-1 16 15,0-1 704-15,1 1 144 16,1 2 32-16,-1 2 0 0,2 2 416 0,-6-3 96 0,0 0 0 0,0 0 16 0,32 45-2224 0,-32-45-480 16,19 37 0-16,-19-37 0 0,21 45 144 0,-21-45 128 15,26 52 32 1,-26-52 0-16,27 51-176 0,-27-51-128 15,27 45 144-15,-27-45-144 0,0 0 0 0,32 35 0 0,-32-35-176 0,0 0 176 32,0 0-1792-32,35 0-256 0</inkml:trace>
  <inkml:trace contextRef="#ctx0" brushRef="#br0" timeOffset="429.66">5270 8587 2751 0,'-6'-5'256'0,"0"3"-256"0,2 0 0 0,0 2 0 15,1 2 2816-15,0-2 512 0,-2 2 96 0,-2 1 32 0,-6 6-656 0,-6 0-128 16,-2 6-32-16,-3 1 0 0,-1 4 608 0,1 1 112 16,2 1 32-16,1-2 0 15,1 1-3056-15,3-1-592 0,3-2-128 0,3-1-32 16,3-3-256-16,3-2-48 0,2-3-16 0,2-1 0 16,3 1 48-16,1-3 16 0,-3-6 0 0,0 0-13216 15</inkml:trace>
  <inkml:trace contextRef="#ctx0" brushRef="#br0" timeOffset="783.67">5456 8760 8287 0,'-3'-5'368'0,"2"3"80"0,0-1-448 0,0 1 0 16,1 0 0-16,0 0 0 15,0 1 1792-15,-1-3 256 0,1 1 64 0,-1-1 16 0,0-2 672 0,-1 3 128 16,1 2 16-16,-1 1 16 0,0 2-688 0,-1 4-144 16,1 3-16-16,-1 5-16 0,0 2-992 0,-1 3-192 15,2 4-32-15,-2-2-16 0,2 0-608 0,-1 0-112 16,2-3-16-16,0-1-128 0,2-2-192 0,1-4-160 0,-2-11-32 0,0 0-15968 16</inkml:trace>
  <inkml:trace contextRef="#ctx0" brushRef="#br0" timeOffset="1167.42">5707 8622 10127 0,'-2'0'448'0,"1"0"96"0,0 0-544 0,1-2 0 16,0 2 0-16,0 0 0 0,0 0 1728 0,1 0 224 0,0 2 48 0,1-2 16 31,2 2 128-31,2-1 32 0,0 1 0 0,1-1 0 16,3 1-1216-16,0-2-256 0,1 0-32 0,1 0-16 15,2-2-128-15,0 1-16 0,0-2-16 0,0 1 0 16,0 0-320-16,-2 0-176 0,0-1 192 0,-2 1-192 0,-2 2-176 0,0-2-144 16,-2 1-16-16,-1 1-12528 15</inkml:trace>
  <inkml:trace contextRef="#ctx0" brushRef="#br0" timeOffset="1371.39">5701 8750 12895 0,'-4'3'576'0,"2"-3"112"0,1 2-560 0,0-1-128 15,2 1 0-15,0-2 0 0,1 0 2160 0,1 2 400 16,2-2 64-16,3 1 32 0,-8-1-160 0,0 0-48 0,33 0 0 0,-21-3 0 15,2 0-1104-15,-14 3-240 0,30-7-32 0,-14 2-16 16,-1 0-640-16,-1 1-128 0,2-1-32 0,-3 2 0 16,0 0-256-16,-2 2-224 0,0-1 32 0,-11 2-15632 15</inkml:trace>
  <inkml:trace contextRef="#ctx0" brushRef="#br0" timeOffset="2475.61">6611 8462 7359 0,'-1'0'656'0,"1"0"-528"15,0 0-128-15,-1 0 0 0,1 0 1232 0,-1 0 224 16,1 2 32-16,-2-2 16 0,0 2 160 0,0-1 48 16,0 0 0-16,0 1 0 0,-1 1-752 15,1 0-128-15,-1 0-48 0,0 1 0 0,1 1 32 0,-3 0 0 16,0 1 0-16,0 0 0 0,-2 2-32 0,0 2 0 16,-1 1 0-16,-1 1 0 0,1 0-80 15,-1 0-32-15,-1 2 0 0,0 0 0 0,1-1-160 0,-1 3-16 16,-2 3-16-16,0 0 0 0,1 0-208 0,1 0-32 0,2 0-16 0,1-5 0 15,3 1 48-15,2-2 16 16,1-3 0-16,2 0 0 0,2-4-32 0,-3-6-16 0,0 0 0 0,0 0 0 16,0 0-240-16,0 0 144 0,0 0-144 0,45 9 128 15,-36-14 64-15,1 1 0 0,2-2 0 0,-1 1 0 16,-1-1-32-16,1 2 0 0,0-1 0 0,-1 1 0 0,2 2-160 16,-2-1 0-16,0-1 0 0,0 1 0 0,-1 1 0 0,1-1-144 15,-2 1 0-15,0-1 0 16,0 1-1200-16,-1 0-224 0,1 0-48 0,-2-1-12496 15</inkml:trace>
  <inkml:trace contextRef="#ctx0" brushRef="#br0" timeOffset="2698.05">6615 8587 3967 0,'-3'2'0'0,"1"-2"176"0,0 3-48 0,1-1-128 0,0-1 0 0,0 0 0 0,-1 1 0 0,0 2 0 0,-1 4 2400 16,-2 2 368-16,-1 3 80 0,0 2 16 0,-1-1-384 0,0 3-80 15,1 0-16-15,-3 0 0 0,2 4-480 16,-2-4-112-16,0 4 0 0,2-2-16 16,-1 0-608-16,2-3-112 0,0 1-32 0,3-5 0 0,-1-1-672 0,3-2-144 0,0-3-16 0,2 1-16 15,1-3-704 1,0 0-144-16,1 0-32 0,2-4-13504 15</inkml:trace>
  <inkml:trace contextRef="#ctx0" brushRef="#br0" timeOffset="3161.98">6963 8423 17503 0,'-3'0'1552'0,"1"0"-1232"15,1 0-320-15,1 1 0 0,-1 1 1248 0,-1 0 192 16,-3 0 32-16,-2 4 16 0,-3 2-272 0,-2 2-64 16,-1 3-16-16,1 0 0 0,0 0-528 0,1 2-96 15,0 2-32-15,1 0 0 0,0 0 96 0,0 2 32 16,2 1 0-16,1-2 0 0,1 0-96 0,1-1-32 15,3 0 0-15,1-1 0 0,1-16 96 0,0 0 0 16,8 34 16-16,-8-34 0 0,0 0-336 0,0 0-80 16,35 25-16-16,-35-25 0 0,0 0-160 0,37 3 0 15,-37-3 0-15,27-3 128 0,-14-1-128 0,1 1 0 0,0-3 0 16,-2 0 0-16,0 0-640 0,-1 0-48 16,1-1-16-16,-1 0 0 0,-3 0-1408 0,0-2-272 0,0 2-64 0,-3 2-9648 15</inkml:trace>
  <inkml:trace contextRef="#ctx0" brushRef="#br0" timeOffset="3367.29">6999 8530 2751 0,'-4'2'256'0,"1"0"-256"0,0-1 0 0,1 1 0 0,1 1 1936 0,0-1 352 16,-1 2 64-16,1 2 16 0,-3 5 560 0,-2 3 112 16,0 5 32-16,-1 3 0 0,1 1-880 0,-1-2-160 15,2 1-48-15,-2 2 0 0,3-3-768 0,-2-2-176 16,2 0-16-16,0-2-16 15,2-2-672-15,0-2-128 0,1-1-16 0,0-5-16 16,2 0-832-16,-1-2-176 0,2-2-16 0,1-1-13296 16</inkml:trace>
  <inkml:trace contextRef="#ctx0" brushRef="#br0" timeOffset="3571.75">7166 8751 10127 0,'3'-3'448'0,"-1"3"96"16,0-2-544-16,-1 2 0 0,0-2 0 0,0 2 0 16,0 0 2352-16,1 0 352 0,1 2 80 0,1-2 16 15,-1 2 112-15,-3-2 32 0,0 0 0 0,0 0 0 0,0 0-1616 0,0 0-320 16,25 38-64-16,-25-38-16 0,0 0-656 0,0 0-128 16,0 0-16-16,0 0-128 15,39 26-528-15,-31-28-224 0</inkml:trace>
  <inkml:trace contextRef="#ctx0" brushRef="#br0" timeOffset="4053.35">7434 8587 13823 0,'2'2'608'0,"-2"-2"128"0,1 0-592 0,0-2-144 0,0 2 0 0,0-2 0 31,0 1 2240-31,1-1 400 0,2-2 96 0,2-2 16 16,1 0-496-16,1-3-80 0,1-1-32 0,-2 0 0 15,3 1-1088-15,-2-3-224 0,0 0-32 0,-1 1-16 16,-1 0-464-16,-1-1-80 0,-2 1-32 0,-2 2 0 16,-2-1-208-16,-2 2 0 0,-3 0 0 0,-1 2 0 0,-2 2 0 0,-1 1 0 15,-2 3 0-15,-2 1 0 0,-1 3 144 0,2 3-16 16,-1 0 0-16,2 3 0 15,0 0 0-15,2 1 0 0,0 1 0 0,1 0 0 0,1 2-128 0,3-2 192 16,0 2-192-16,1-1 192 0,4 0-64 0,0-1 0 16,0-12 0-16,0 0 0 0,0 0 0 0,0 0-128 15,34 27 192-15,-22-28-64 0,2-1-128 0,1-1 0 16,0-1 0-16,2-4 128 0,1 4-128 0,-2-3 0 16,-2 2 0-16,-1 0 0 0,-2 0 0 0,-1 1 0 15,-4 1 0-15,0 2 0 0,-3 0 0 0,-3 2 0 0,0 3 0 16,-2-2 0-16,-2 3 0 0,-2 2 0 0,-1 3 0 0,-1-1 0 15,-1 5 192-15,2-4-32 0,0 1-16 0,2 1 0 16,-2 3 144-16,1 1 32 16,0 1 0-16,0-1 0 0,1 1-64 0,1-2 0 0,-1 1 0 0,2-2 0 15,0-2-112-15,1-2-16 0,2-10-128 0,0 0 192 16,2 26-192-16,-2-26 0 0,0 0 0 16,0 0 0-16,0 0-176 0,0 0-80 15,0 0 0-15,0 0-17408 0</inkml:trace>
  <inkml:trace contextRef="#ctx0" brushRef="#br0" timeOffset="4426.91">7711 8544 9215 0,'1'-4'400'0,"0"1"96"0,0 0-496 0,0 1 0 16,-1 2 0-16,0-1 0 0,0 0 2000 0,0-1 304 15,1 0 64-15,-1 1 16 0,-1-1 432 0,-1 2 64 16,0 0 32-16,0 2 0 0,-2 3-1216 0,0 0-240 15,0 2-48-15,-1 0-16 0,0 2-608 0,2 1-112 16,-1 0-32-16,1 1 0 0,1-1-304 0,0 1-64 16,1-1-16-16,1 0 0 0,1-4-96 0,0 3-32 15,-1-9 0-15,0 0 0 0,0 0 0 0,0 0 0 0,25 35 0 0,-25-35 0 16,0 0 0-16,0 0-128 0,0 0 192 0,42 29-64 16,-42-29-128-16,0 0 0 0,0 0 0 0,0 0 128 15,42 32-128-15,-42-32 0 0,0 0 0 0,0 0 0 16,0 0 0-16,25 35 0 0,-25-35 0 0,0 0 128 15,0 0 16-15,0 0 0 0,1 24 0 16,-4-22 0-16,0 3 112 0,0-2 0 0,-2-1 16 0,0 1 0 16,-1 1-128-16,-1-3-16 0,-1 1-128 0,0 0 192 15,-2-1-192-15,1 0 0 0,-1-1 0 0,0 0 0 16,0 0 0-16,0-1 0 0,0 0-160 0,1-3 160 16,0 1-1168-16,1-2-160 0,0 0-16 0,1-3-14944 15</inkml:trace>
  <inkml:trace contextRef="#ctx0" brushRef="#br0" timeOffset="4588.82">7708 8517 9215 0,'0'-1'400'0,"0"1"96"0,1 0-496 0,0 0 0 16,0 0 0-16,-1 0 0 0,2 1 1968 0,1 0 288 16,2 1 64-16,1-1 16 15,-6-1-144-15,0 0-16 0,0 0-16 0,47 5 0 0,-47-5-624 0,29-3-112 16,-12 0-16-16,1-1-16 0,-18 4-768 0,38-8-160 0,-18 5-16 0,-20 3-16 31,40-5-1024-31,-40 5-208 0</inkml:trace>
  <inkml:trace contextRef="#ctx0" brushRef="#br0" timeOffset="5060.1">8441 8584 5343 0,'-5'3'0'0,"0"-3"224"0,1 2-64 0,2-1 16 0,0 1-176 0,0-2 0 15,-1 2 0-15,-1-2 0 0,-2 4 1888 0,-2-1 352 0,-1 2 64 0,1-3 0 16,2 0-16-16,1 1-16 0,1-1 0 0,2-1 0 16,0 1-352-16,3-2-80 0,0 0-16 0,2 0 0 31,2 0-640-31,0-3-128 0,3 3-32 0,1-2 0 0,3-1-160 0,1-1-32 0,1 0-16 0,1 0 0 15,0 0-240-15,1-1-32 0,2 0-16 0,0 1 0 16,1-1-160-16,0 0-48 0,2 1 0 0,-2 1 0 16,0-1-192-16,-19 4-128 0,34-1 160 0,-34 1-160 15,0 0 0 1,39 1 128-16,-39-1-128 0,0 0 0 0,30 1 0 0,-24 0 0 0,2-1 0 16,-4 2 0-16,0-2-304 0,-1 0 0 15,-2 0 0-15,-1 0 0 0,-1-2-2432 0,0 1-480 0</inkml:trace>
  <inkml:trace contextRef="#ctx0" brushRef="#br0" timeOffset="5438.31">8564 8447 911 0,'-2'-3'0'15,"0"0"0"-15,1 2 0 0,1-1 0 16,0 2 1872-16,-1 0 304 0,-1-3 48 0,0-2 16 16,-2 1 672-16,1-1 144 0,0 2 16 0,0 1 16 0,2 1-208 0,0 0-64 15,0 3 0-15,1-2 0 0,0 3-1024 0,1 1-192 16,1-1-64-16,-1 1 0 0,2 1-736 0,-3-5-160 16,0 0-16-16,0 0-16 0,0 0-208 0,0 0-32 15,45 29-16-15,-45-29 0 0,0 0-64 0,43 15-16 16,-43-15 0-16,0 0 0 0,55 18-80 0,-55-18-32 15,41 12 0-15,-41-12 0 0,38 11-160 0,-38-11 0 16,0 0 144-16,47 18-144 0,-47-18 0 0,0 0 0 16,0 0 0-16,47 18 128 0,-47-18-128 0,0 0 0 15,0 0 0-15,0 0 0 0,0 0 128 0,26 38-128 16,-27-31 128-16,-1 0-128 0,-3 3 0 0,-1 0 128 16,-2 1-128-16,-2 1 0 0,-2 0 0 0,-1 0 0 15,-2-1 0-15,-1 1-12256 0,1 0-2448 16</inkml:trace>
  <inkml:trace contextRef="#ctx0" brushRef="#br0" timeOffset="6327.56">9554 8400 1839 0,'-5'-2'160'0,"0"1"-160"0,1 1 0 0,2 0 0 0,0 0 1056 0,1 0 176 15,-1 1 48-15,-1-1 0 16,-2 2 704-16,-1-2 128 0,0 2 48 0,2-1 0 0,1 0-448 0,1-1-96 16,0 2-16-16,2-2 0 0,0 0-176 0,1 0-32 15,1 0-16-15,1 0 0 0,0 0-256 0,1 0-48 16,1 0-16-16,2-2 0 0,1 2-256 0,0-1-48 15,-8 1-16-15,0 0 0 0,29-1-96 0,-29 1 0 16,0 0-16-16,35-5 0 0,-35 5-160 0,0 0-16 16,37-2-16-16,-37 2 0 0,26-3-160 0,-26 3-16 15,22-2-16-15,-22 2 0 0,20-4-80 0,-12 3-16 16,0-1 0-16,-3 0 0 0,1 4 0 0,-3-2 0 16,-1 2 0-16,-1-1 0 0,-1 3 64 0,-2-1 16 15,0 4 0-15,-3 2 0 0,0 0-48 0,-1 2-16 16,-1 1 0-16,0 1 0 0,0 0-160 0,-1 0 128 15,1 3-128-15,-2-3 128 0,1 3-128 0,0-2 0 0,0 3 0 16,1-1 0-16,-1-1 0 0,2 0 0 0,0 1 0 0,3-2 0 16,0 0 0-16,1-1 0 0,0-2 0 0,2-11 0 15,0 0 0-15,6 31 0 0,-6-31 0 16,0 0 0-16,0 0 0 0,0 0 0 0,32 38 0 0,-32-38 0 16,0 0 0-16,0 0 0 0,41 14 0 0,-41-14 0 15,0 0 0-15,33-2 0 0,-33 2 0 0,25-5 0 16,-13 0 0-16,1-1 0 0,-1 0 0 0,0-1 0 15,2-2-128-15,-1 1 128 0,-1-1-160 0,0 0 160 16,-2 2-384-16,-1-1 0 0,-1-1 16 0,-1 0 0 16,-2 1-464-16,-3-1-112 0,-1 2-16 15,-3-1 0-15,-1-1-704 0,-4 2-160 0,-1-1-32 0,-2 0 0 16,-1 2-352-16,-3 0-80 0,-1 0-16 0,-3 3 0 16,0 0 384-16,-1 3 64 0,2 0 0 0,-2 0 16 15,-1 3 320-15,0 0 64 0,1 2 16 0,3-2 0 0,2 1 848 0,0-1 160 16,2-1 48-16,0 1 0 0,3 1 1840 0,0-2 368 15,3-1 80-15,1-1 16 0,1 2 64 16,2-2 0-16,1 0 16 0,0 0 0 0,2-2 0 0,1 1 0 16,1-1 0-16,3 1 0 0,0-2-80 0,2-2-32 15,1 2 0-15,1-3 0 0,0 1-608 0,3 0-128 16,4-3-32-16,1 2 0 0,1-2-592 0,2 0-112 16,0 1-32-16,0 1 0 0,2-1-256 0,-3 2-128 15,0 0 128-15,0 1-128 0,0 0 0 0,0 0-144 16,-20 4 0-16,36-6 0 15,-19 3-1664-15,-1-2-336 0,0 3-64 0,-2 0-12720 0</inkml:trace>
  <inkml:trace contextRef="#ctx0" brushRef="#br0" timeOffset="6669.22">10113 8610 4607 0,'0'0'192'0,"-1"-2"64"0,0 2-256 0,0 0 0 16,1 0 0-16,0 0 0 0,0 0 2304 0,-1 0 432 15,1 0 80-15,-1 0 0 0,0 2 768 0,0 1 160 16,-1 0 32-16,1 3 0 0,0 2-1184 0,-1-1-224 16,2 4-64-16,-1 0 0 0,-1 0-1440 0,1 1-288 15,0 0-64-15,-1 2-16 0,2-14-496 0,0 26-256 16,0-26 16-16,0 0-16640 16</inkml:trace>
  <inkml:trace contextRef="#ctx0" brushRef="#br0" timeOffset="7058.45">10335 8461 2751 0,'-3'0'256'0,"1"0"-256"15,0 0 0-15,1 0 0 0,1 1 1472 0,0-1 256 0,0 0 64 0,0 0 0 16,0 2 816-16,0-2 160 16,2 0 48-16,1 0 0 0,2 0-368 0,1-2-64 0,1 1-16 0,1-3 0 15,-8 4-688-15,21-5-144 0,-21 5-16 0,24-5-16 16,-24 5-704-16,26-6-144 16,-26 6-16-16,27-6-16 0,-27 6-432 0,26-5-192 0,-26 5 160 0,24-2-160 15,-24 2 0-15,0 0-240 0,29-2 32 0,-22 2-10288 16,0-2-2048-1</inkml:trace>
  <inkml:trace contextRef="#ctx0" brushRef="#br0" timeOffset="7268.62">10374 8569 11967 0,'-1'3'528'0,"1"-3"112"0,1 1-512 0,0-1-128 0,1 0 0 0,0 0 0 15,0-1 2640-15,4 1 496 0,2-2 112 0,4-2 16 16,2 1-448-16,3-2-64 0,1-1-32 0,-2 1 0 16,0 1-1456-16,-1-1-304 0,0 2-48 0,-3 0-16 15,-12 3-896-15,0 0 0 0,30-1-160 0,-30 1-16032 16</inkml:trace>
  <inkml:trace contextRef="#ctx0" brushRef="#br0" timeOffset="14508.81">11332 8262 15663 0,'1'-2'1392'0,"-1"-1"-1120"0,1 1-272 0,-1-1 0 16,1 3 1152-16,0-2 192 0,0 0 16 0,1-3 16 15,-1 0 480-15,1-1 80 0,0 1 32 0,-1 2 0 0,-1 1-480 0,-2 2-80 16,0 2-32-16,0 0 0 15,-2 4-560-15,-2 2-112 0,0 0-32 0,-2 2 0 0,0 2-368 0,-2 1-80 16,-1 4-16 0,0-3 0-16,-1 5-208 0,-1-1 0 0,0 2 128 0,1-1-128 0,1 2 0 0,1-2 144 15,2-2-144-15,-1 2 128 0,1-3-128 16,2-2 192-16,2-2-192 0,2 0 192 0,1-2-64 16,2-1-128-16,-1-9 192 0,0 0-64 0,0 0-128 0,0 0 128 15,0 0-128-15,0 0 128 0,34 33-128 0,-34-33 0 16,0 0 0-16,30 0 0 0,-30 0 0 15,27-2 0-15,-27 2 0 0,28-4 0 0,-28 4 0 0,31-5 0 0,-14 2 128 0,-17 3-128 16,31-6 0 0,-31 6 0-16,26-5-160 0,-26 5 160 15,22-3-1312-15,-22 3-160 16,0 0-48-16,26-5-13392 0</inkml:trace>
  <inkml:trace contextRef="#ctx0" brushRef="#br0" timeOffset="14729.04">11386 8423 4607 0,'-5'-5'192'0,"2"1"64"0,0 1-256 0,1 1 0 0,1 2 0 0,0 0 0 0,0-2 1360 0,-1 1 240 0,-1 1 32 0,-1-2 16 0,0 1 240 0,-1 1 48 15,2 1 16-15,0 1 0 0,0 1-96 0,0 2 0 16,1 2-16-16,-2 1 0 16,0 3-400-16,0 3-80 15,-2-1-16-15,0 2 0 0,1-1-448 0,-3 1-112 16,2 2-16-16,-1-3 0 0,1 0-272 0,0 0-64 15,0 0-16-15,1 0 0 0,2-4-416 0,-1 2 0 16,2-2 128-16,1 1-128 16,1-4-704-16,2-1-192 0</inkml:trace>
  <inkml:trace contextRef="#ctx0" brushRef="#br0" timeOffset="15064.69">11595 8350 10127 0,'2'-5'448'0,"-1"2"96"0,1 1-544 0,-1 0 0 0,0 2 0 0,-2 0 0 16,1 0 1968-16,0 1 272 0,-1 0 64 0,0 1 16 15,-1 3-576-15,0 0-112 0,-2 3-32 0,0 0 0 16,0 1-656-16,0 2-144 0,-1-2-32 0,0 3 0 16,-2 0-192-16,1-1-32 0,-1 4-16 0,0-1 0 15,-1 0-144-15,0 1-16 0,1-3-16 0,1 2 0 16,0-4-64-16,3 1-16 0,0-2 0 0,2-1 0 0,2-2-96 0,2 0-32 15,0-2 0-15,-3-4 0 16,0 0-144-16,0 0 0 0,0 0 0 0,38 7 128 0,-38-7-128 0,24-4 0 16,-24 4 0-16,26-5 0 0,-12 0 0 0,0 0 0 15,-14 5 0-15,28-9 128 0,-14 4-128 0,0-1 0 16,-14 6 0-16,26-8 0 0,-15 3-224 0,-2 1 80 16,1 1 16-16,-3 1 0 15,-1-1-1024-15,-1 1-192 0,-1-1-32 0,0 1-11136 0</inkml:trace>
  <inkml:trace contextRef="#ctx0" brushRef="#br0" timeOffset="15254.18">11729 8386 1839 0,'-1'-5'160'15,"0"2"-160"-15,1 1 0 0,0 2 0 16,-1 0 1504-16,1 0 272 0,-1-2 48 0,-1-1 16 0,0 1 576 0,-1 4 112 16,0 1 32-16,-1 6 0 15,0 1-528-15,-1 4-112 0,0 5 0 0,-1-1-16 0,-1 2-656 0,-1-1-128 16,0 2-32-16,-1-2 0 0,0-3-448 0,0 2-112 15,0 0-16-15,-1-1 0 0,3-2-240 0,1-2-48 16,2-3-16-16,0-1 0 0,2-2-208 0,2-2 0 16,1 0-192-16,2-5-8960 15,1 2-1808-15</inkml:trace>
  <inkml:trace contextRef="#ctx0" brushRef="#br0" timeOffset="15508.4">11871 8540 14735 0,'1'2'640'0,"-1"-2"160"0,1 0-640 0,-1 0-160 0,1 0 0 0,-1 1 0 15,1 0 1696-15,0-1 304 0,0 3 64 0,2 1 16 16,0 1 32-16,0-2 16 15,-3-3 0-15,0 0 0 0,0 0-944 0,0 0-192 0,0 0-32 16,0 0-16-16,0 0-688 0,28 35-256 0,-26-33 176 0,1-2-176 16,0 2-320-16,-1-2-144 0,0-2-48 0,-1 2-13888 15</inkml:trace>
  <inkml:trace contextRef="#ctx0" brushRef="#br0" timeOffset="16157.79">12100 8478 15663 0,'3'0'688'0,"-1"0"144"0,0 0-656 0,0-2-176 0,0 1 0 0,0 1 0 16,1-2 1600-16,1 0 304 0,5-1 48 0,0-3 16 15,3 0-560-15,-1-1-96 0,0-1-32 0,0 0 0 16,-1 1-400-16,-2-3-96 0,1 3-16 0,-1-2 0 0,-2 1-400 16,1-1-96-16,-4 2-16 0,0-3 0 0,0 3 128 0,-2-1 0 15,-1 0 16-15,-2 1 0 0,0 0-80 0,-1 2 0 16,-1-3-16-16,-3 2 0 0,1 0-112 0,-2 2-32 16,1 0 0-16,0 3 0 0,-2-1 0 0,1 2 0 15,0 0 0-15,-1 2 0 0,1 1-32 0,0 1-128 16,2 1 192-16,-2 0-64 0,3-1-128 0,-1 2 160 15,1 1-160-15,-1 2 160 0,3-2-160 0,-1 2 0 16,1 1 0-16,1-2 0 0,0 0 0 0,1 2 0 16,1-10 0-16,0 0 0 0,2 24 0 0,-2-24 0 0,0 0 0 15,0 0 0-15,0 0 0 0,10 30 0 16,-10-30 128-16,0 0-128 0,0 0 0 0,0 0 0 0,0 0 0 0,0 0 0 16,0 0 0-16,40 15 0 0,-33-15 128 15,-1-3-128-15,2 1 0 0,-1-2 0 0,1 1 0 0,-1 0 128 16,1-1-128-16,-1-1 128 0,-1 2-128 0,0 0 128 15,-1 0-128-15,0 1 160 0,0 1-160 0,-2-1 160 16,0 2-160-16,-1-2 0 0,0 2 144 0,-1-1-144 16,0 2 0-16,-1 1 128 0,0-2-128 0,-1 2 0 15,0 1 128-15,-1-1-128 0,-1 2 128 0,1-1-128 16,-2 2 224-16,0-1-32 0,-1 4 0 0,1-3 0 0,-1 4 32 16,1-2 0-16,-1 2 0 0,0 2 0 0,1 0-64 0,-1-1-16 15,-1 4 0-15,0 0 0 16,0 0-144-16,1 0 0 0,-3 1 144 0,2 1-144 0,-1-4 0 0,1 2 0 15,-1 3 0-15,0-2 0 0,1 0 0 0,0-3 0 16,2 2 0-16,0-4 0 0,1 0 0 0,0-1 0 16,1-2 0-16,0 0 0 0,2-2 0 0,0-3-128 15,1-2 128-15,1 0-192 16,0 0-1376-16,2-2-288 0</inkml:trace>
  <inkml:trace contextRef="#ctx0" brushRef="#br0" timeOffset="16523.75">12367 8435 8287 0,'1'-6'368'0,"0"1"80"0,1 2-448 0,-1 0 0 0,0 1 0 0,0 2 0 16,-1-1 2144-16,0 0 352 0,2-1 64 0,0 1 0 0,-1-1 128 15,0 4 0-15,-1 1 16 0,-1 1 0 16,-1 1-1232-16,-1 2-240 0,0 3-48 0,-1-1-16 0,-1 3-656 0,1-3-128 15,0 3-16-15,0-2-16 0,2 0-64 0,0-1-16 16,2-2 0-16,0 0 0 0,0-7-16 0,0 0-16 16,0 0 0-16,0 0 0 15,0 0-240-15,0 0 176 0,0 0-176 0,44 18 160 0,-44-18 80 0,0 0 16 16,0 0 0-16,41 6 0 16,-41-6-256-16,0 0 176 0,0 0-176 0,0 0 160 0,38 23-160 0,-38-23 0 15,0 0 0-15,0 0 0 0,0 0 0 16,7 34 0-16,-10-29 0 0,-3 2 0 0,0 0 160 0,-4 0-160 0,2 0 192 15,-2-1-192-15,-1 0 400 0,-2 1-16 16,2-2-16-16,-1 2 0 0,0-5-112 0,-1 3 0 0,1-3-16 0,-1-1 0 16,2 1-96-16,0-4-16 15,0 1 0-15,1-1 0 0,0 0-128 16,1-1 0-16,2 1 0 0,-1-3 0 0,3-2-1472 0,-2 0-192 0</inkml:trace>
  <inkml:trace contextRef="#ctx0" brushRef="#br0" timeOffset="16713.04">12320 8423 1839 0,'5'-5'160'0,"-1"1"-160"32,1 1 0-32,-2 1 0 0,0 0 2160 0,-1 1 400 0,1 1 64 0,3-3 32 0,-6 3 512 0,24-8 96 15,-7 3 32-15,2-2 0 0,-1 2-1168 0,3-2-224 16,-1 2-48-16,0-1-16 0,0 0-912 0,-2 2-176 16,0-1-48-16,-2 0 0 0,-16 5-512 0,27-4-192 15,-17 1 0-15,-2 3 144 16,1-2-512-16,-3 2-96 0,0 2-32 0,-4-2-8864 15,1 3-1776-15</inkml:trace>
  <inkml:trace contextRef="#ctx0" brushRef="#br0" timeOffset="17215.51">12763 8456 911 0,'-5'1'0'0,"3"1"0"0,-1-2 0 0,1 2 0 15,1-2 1792-15,0 0 256 0,1 0 64 0,-1 1 16 16,-1 1 240-16,1 0 32 0,0-2 16 0,2 1 0 15,0 0 16-15,3-1 0 0,3-1 0 0,-7 1 0 0,0 0-320 0,30-8-48 16,-30 8-16-16,30-7 0 0,-13 2-624 0,0 0-128 16,1 1-16-16,-2-2-16 0,-16 6-560 0,30-6-128 15,-30 6 0-15,22-7-16 0,-12 4-368 0,-3 2-64 16,1 0 0-16,-4 1-128 0,1 0 0 0,-2 0 0 16,-2 1 0-16,-1 0 0 0,0-1 0 0,0 2 0 15,-1 1 0-15,0-3 0 16,0 2-928-16,0-2-240 0</inkml:trace>
  <inkml:trace contextRef="#ctx0" brushRef="#br0" timeOffset="17658.28">13396 8260 1839 0,'2'-3'160'0,"0"-1"-160"0,0 3 0 0,-2-1 0 15,0 2 1728-15,1 0 320 0,1-2 64 0,0-1 16 0,0-1 1152 0,-2 1 240 16,1 1 32-16,-2 2 16 0,-1 0-832 0,-1 2-176 15,-1 1-16-15,0 1-16 16,-2 1-1008-16,0 2-208 0,-1 0-32 0,0 3-16 16,-1-1-624-16,-1 1-128 0,-1 4-32 0,-1 0 0 0,-1 3-224 0,-2-1-64 0,0 4 0 0,-1 1 0 15,1 0-64-15,1 1 0 16,2-4-128-16,2-1 192 0,4 0 16 0,5-17 0 16,-2 26 0-16,2-26 0 0,0 0-80 15,0 0-128-15,0 0 176 0,24 33-176 0,-24-33 0 0,0 0 0 16,33 3 0-16,-19-6 0 0,2-2 0 0,1-2 0 0,0 0 0 15,-1-2 0-15,1 2 144 0,-1 1-144 0,-2 0 0 16,-2 0 144 0,-1 2-144-16,0-1 0 0,-2 0 0 0,-1 2 0 15,-2 0-464-15,-1 0-80 0,-2 0-16 0,-1 1-16672 16</inkml:trace>
  <inkml:trace contextRef="#ctx0" brushRef="#br0" timeOffset="17825.4">13420 8339 16575 0,'-1'-1'736'0,"0"1"160"0,0 1-720 0,0 0-176 16,0 1 0-16,0 1 0 0,0-1 1664 0,-1 3 320 15,0 5 48-15,-4 2 16 0,-1 4 0 0,0 5 0 16,-2 0 0-16,0 1 0 0,0-1-560 0,0 0-96 16,1-1-32-16,0-4 0 0,2 1-592 0,0-3-128 0,2-2-32 0,3-3 0 15,0-1-480-15,1-2-128 0,1-2 0 0,-1-4-11360 16,0 0-2288-16</inkml:trace>
  <inkml:trace contextRef="#ctx0" brushRef="#br0" timeOffset="18190.04">13604 8326 19343 0,'3'0'848'0,"-2"-2"192"15,1 2-832-15,-1 0-208 0,-1 0 0 0,0 0 0 16,0 2 1808-16,1-2 320 0,-1 0 64 0,0 3 16 0,0 1-208 0,0 1-32 15,-1-1-16-15,-1 2 0 16,0 0-704-16,-1 2-144 0,0 1-16 0,-2 0-16 0,-1 3-576 0,1 0-112 16,-2 2-32-16,1-2 0 0,1 0-192 0,0 0-32 15,2-2-128-15,0-1 192 0,3-9-192 0,0 0 176 16,0 0-176-16,0 0 160 0,0 0-160 0,0 0 0 16,0 0 0-16,27 29 0 0,-27-29 0 0,0 0 0 15,32 3 0-15,-32-3 0 0,0 0 0 0,37 8 0 16,-37-8 0-16,0 0 0 0,37 15 0 15,-37-15 0-15,0 0 0 0,0 0 0 0,40 23-128 0,-40-23 128 0,0 0 0 0,0 0 0 16,0 0 0-16,38 26 0 0,-38-26 0 0,0 0 0 16,0 0 0-16,0 0 0 0,0 0 0 0,0 0 0 15,-3 21 224-15,-5-18-32 0,-1 2-16 0,-3-3 0 16,-1 3-176-16,-2-3 192 0,-1 3-192 0,-1-3 192 16,3 0-192-16,-4-1 0 0,0 1 0 0,-1-1 0 15,2-1 0-15,2-1 0 0,1-2 0 0,1-1 0 16,4 0-1600-16,2-4-256 0,3 1-64 0,2-2-14352 15</inkml:trace>
  <inkml:trace contextRef="#ctx0" brushRef="#br0" timeOffset="18395.25">13635 8298 16575 0,'0'-3'736'0,"1"1"160"0,0 2-720 0,0-2-176 16,0 2 0-16,0 0 0 0,1 0 2288 0,1 2 416 15,3-2 96-15,-6 0 16 0,0 0-768 0,31 2-128 16,-31-2-48-16,32 0 0 0,-32 0-832 0,38-5-160 15,-38 5-48-15,41-4 0 0,-19-1-480 0,-1 0-96 16,-1 1-32-16,-1-2 0 0,0 2-464 0,-1-1-80 16,1 0-32-16,-3 1 0 15,-1 0-1504-15,-15 4-320 0,23-4-48 0,-15 2-7088 16,-3 2-1424-16</inkml:trace>
  <inkml:trace contextRef="#ctx0" brushRef="#br0" timeOffset="18656.73">14112 8124 8287 0,'2'1'736'0,"0"1"-592"0,0-2-144 0,-1 2 0 15,1-2 2400-15,0 3 448 16,-2-3 96-16,0 0 0 0,0 0 144 0,0 0 32 0,37 26 0 0,-37-26 0 0,0 0-928 0,0 0-176 16,41 38-32-16,-41-38-16 0,0 0-864 0,27 42-160 31,-27-42-48-31,14 34 0 0,-14-34-528 0,13 49-112 0,-8-20-32 0,-1 1 0 15,-3 1-96-15,-1 0 0 0,-1 0-128 0,-3-4 192 0,-2-1-192 0,0-1 0 16,-2-1 0-16,-3-1 0 0,-1-1 0 0,-1-3 128 16,1-2-128-1,-1-1 0-15,-2-2 0 0,-1 0 0 0,-4-2 0 0,-2 0-12368 16,-4-2-2480-16</inkml:trace>
  <inkml:trace contextRef="#ctx0" brushRef="#br0" timeOffset="19143.56">11125 8193 9215 0,'-6'-2'816'0,"0"0"-656"0,3 1-160 0,1 1 0 16,0 0 1296-16,-2 0 240 0,-3 0 32 0,-5 0 16 15,-4 1 704-15,-2 1 144 0,1 0 16 0,0 3 16 16,3-1-608-16,-1 4-128 0,1 2-32 0,1 4 0 15,2 1-416-15,2 5-64 0,1 6-32 0,2 5 0 0,1 5-352 0,3 2-80 16,3 4-16-16,3-1 0 0,2 1-400 0,2-4-80 16,-8-38 0-16,22 62-16 0,0-27-240 0,3 2 0 15</inkml:trace>
  <inkml:trace contextRef="#ctx0" brushRef="#br0" timeOffset="19735.4">14592 8172 8287 0,'3'-4'736'0,"-1"1"-592"0,0 1-144 0,-1 1 0 16,0 1 1472-16,0 0 272 0,3-2 48 0,0-2 16 16,2-1 512-16,0 0 112 0,-1 0 0 0,-2 0 16 0,0 3-384 0,-2 0-80 15,-1 2 0-15,-2 0-16 16,-2 3-496-16,-1 3-112 16,-2 1-16-16,-1 3 0 0,-3 4-448 0,-1 2-80 15,-4 6-32-15,-1 4 0 0,1-2-304 0,0 3-64 0,-3 5-16 0,-1 0 0 0,1 2-176 0,1-1-32 16,1-2-16-16,2-1 0 0,1-5-176 0,2 1 128 31,3-5-128-31,-1 0 128 0,3-3-128 0,1-1 0 16,0-4 0-16,3-1-12096 15,2-5-2320-15</inkml:trace>
  <inkml:trace contextRef="#ctx0" brushRef="#br0" timeOffset="20615.88">15078 8217 5519 0,'1'-5'496'0,"-1"3"-496"0,1 0 0 0,-1-1 0 15,0 3 1344-15,0-2 160 0,0 1 32 0,0-1 16 0,0 0 1024 0,-1-3 208 16,-1 1 32-16,1 1 16 0,-2 1-864 0,0 0-176 16,1 2-48-16,-3 2 0 0,0-1-656 0,1 2-128 15,-2 2-16-15,1 0-16 0,-2 2-352 0,1 0-80 16,-2 3-16-16,2 2 0 0,-1 0 16 0,0 4 0 16,-1 0 0-16,1 1 0 0,1 2-48 0,0-2-16 15,2 2 0-15,0-1 0 0,4-18-16 0,-4 29 0 16,4-29 0-16,0 0 0 0,5 31-208 0,-5-31-32 15,0 0-16-15,0 0 0 0,0 0-160 0,35 14 0 16,-26-15 0-16,2-4 0 0,0-1 0 0,1-1 0 16,1-2 0-16,0-1 0 0,0-1 0 0,-1 1 0 15,0-1 0-15,0-1 0 0,-2 0 0 0,0 0 0 16,-2 0 0-16,-1 0 0 0,-2 2 0 0,-1-2 0 16,-1 1 0-16,-2-1 0 0,-1 2 0 0,-3-2 0 0,-2 1-144 0,0 1 144 15,-2 3 0-15,-2-2 0 0,0 1 0 0,-1 1 0 16,0 2 0-16,0 1 0 0,2 2 0 0,-1 1 0 15,3 2 0-15,-1 1 0 0,4 0 0 0,-1 1 0 32,2 2-896-32,2-1-64 0,1 0 0 0,-1-4-14864 0</inkml:trace>
  <inkml:trace contextRef="#ctx0" brushRef="#br0" timeOffset="20768.27">15266 8302 23951 0,'3'2'1056'0,"-1"-2"224"16,0 3-1024-16,-1-3-256 0,0 2 0 0,0 1 0 0,-1-2 1680 0,2 2 288 16,-2-3 48-16,0 0 16 0,0 0-832 0,0 0-176 0,21 41-16 0,-21-41-16 15,0 0-768-15,0 0-224 0,0 0 0 0,29 31-10256 16,-29-31-2160-16</inkml:trace>
  <inkml:trace contextRef="#ctx0" brushRef="#br0" timeOffset="21104.54">15517 8238 11967 0,'5'-4'528'0,"-2"1"112"0,0-1-512 0,-1 1-128 15,-2 3 0-15,1-1 0 0,0 1 1872 0,1-1 352 0,1 1 64 0,-1 1 16 16,-1 2-256-16,-2 2-64 0,0 2 0 0,-3 3 0 0,0-1-560 16,-2 4-112-16,0 1-32 0,1 0 0 0,1 0-384 15,-1 0-96-15,5-14-16 0,-3 25 0 0,3-25-400 16,0 0-64-16,0 0-32 0,15 35 0 0,-15-35-288 0,0 0 0 15,0 0 0-15,37 4 0 16,-26-9 0-16,0-2 0 0,1 0-160 0,-1 0 160 0,-2 0 0 0,1 0-176 16,-1-3 176-16,0-1-128 0,0 1-64 0,-2-1 0 15,-1 1 0-15,-2-1 0 0,0 0 192 0,-2 1 0 16,-2 1 0-16,-2 0 0 0,-1-1 0 0,-1 1 128 16,0 0-128-16,-2 1 128 0,2 2-128 0,-3 2 128 15,1 0-128-15,-2 2 128 0,1-1-128 0,0 3 0 0,1 1 0 16,0 1 0-16,2 0 0 0,0-1 0 0,2 2 0 0,1-2-192 31,1 1-832-31,0 1-192 0,3-3-16 0,0 2-13056 16</inkml:trace>
  <inkml:trace contextRef="#ctx0" brushRef="#br0" timeOffset="21486.21">15891 8146 9215 0,'9'-5'816'0,"-5"3"-656"15,2 1-160-15,-3-1 0 0,0 1 2160 0,-2 0 400 16,2 1 64-16,1-2 32 0,0-1 192 0,3 1 32 16,-3-1 16-16,-1 4 0 0,-3 1-1040 0,-2 1-192 15,0 2-64-15,-4 1 0 0,-1 3-656 0,-1 1-144 0,0 0-32 0,-1 1 0 16,1 1-464-16,0-2-112 0,1 1 0 0,1 1-16 16,3-2-176-16,0-1 0 0,3-9 0 0,0 0 0 15,0 0 0-15,0 0 0 0,0 0 0 0,23 38 0 16,-23-38 0-16,0 0 0 0,0 0 0 0,38 17 0 15,-38-17 0-15,0 0 0 0,0 0 0 0,38 26 0 16,-38-26 0-16,0 0 0 0,26 31 0 0,-26-31 0 16,0 0 0-16,0 0 0 0,24 43 0 0,-24-43 0 15,0 0-128-15,0 0 128 0,4 32 0 0,-5-26 0 0,0-2 0 0,-2 1 0 16,-1-3 0-16,-2 1 0 0,1-1 0 0,-2 0 0 16,1-2 144-16,-2 0-144 0,-2 0 288 15,0-2-16-15,-2 2 0 0,-2-2 0 0,-2 0-112 16,0 1-32-16,0-1 0 0,-2-1 0 0,2 0-128 0,0 0 0 15,1-2 0-15,1 2 0 16,2-1-640-16,1-4-128 0,1 2 0 0,1-2-16144 0</inkml:trace>
  <inkml:trace contextRef="#ctx0" brushRef="#br0" timeOffset="21661.08">15854 8144 11967 0,'5'-3'1072'0,"-2"3"-864"0,0 0-208 0,1-2 0 15,0 1 2624-15,-1 1 464 0,-3 0 112 0,0 0 0 16,25-2-176-16,-25 2-32 0,37-4-16 0,-17 1 0 16,0 1-1344-16,1-1-272 0,-1 0-48 0,0 0-16 15,-20 3-768-15,37-3-144 0,-37 3-48 0,30 0 0 16,-30 0-336-16,0 0 0 0,33 0-160 0,-33 0-11680 16,0 0-2352-16</inkml:trace>
  <inkml:trace contextRef="#ctx0" brushRef="#br0" timeOffset="22022.5">16553 8244 18431 0,'-1'-1'816'0,"0"-1"160"16,0 2-784-16,0 0-192 0,1-1 0 0,0 1 0 15,1 0 1728-15,0 0 320 0,0 1 48 0,1-1 16 16,3 2 624-16,-5-2 128 0,0 0 16 0,0 0 16 15,32 5-1408-15,-32-5-272 0,25 0-64 0,-25 0-16 16,29 1-784-16,-29-1-160 0,31 0-16 0,-31 0-16 0,29-1-160 0,-29 1 0 16,27-3 0-16,-27 3 0 15,0 0-400-15,28-2-112 0,-21 2-32 0,-5 1-17184 16</inkml:trace>
  <inkml:trace contextRef="#ctx0" brushRef="#br0" timeOffset="22184.99">16564 8359 23039 0,'1'0'1024'0,"1"-2"192"0,1 2-960 0,-1 0-256 16,0 0 0-16,0-2 0 0,0 1 2048 0,4-1 352 0,-6 2 80 0,21-5 16 15,-6 1-480-15,0 1-96 0,1 1 0 0,-16 2-16 16,29-4-1136-16,-29 4-240 16,27-1-32-16,-27 1-16 0,24-2-480 0,-24 2 128 15,0 0-128-15,33 0 0 16,-33 0-1152-16,0 0-288 0</inkml:trace>
  <inkml:trace contextRef="#ctx0" brushRef="#br0" timeOffset="22511.66">17189 8264 14735 0,'0'0'640'0,"0"0"160"0,1 0-640 0,0 0-160 16,-1 0 0-16,2 0 0 0,0-1 2592 0,2 1 480 0,2-1 112 0,5-1 16 15,1-1-384-15,2 1-64 0,1-1 0 0,2-1-16 16,1 1-1536-16,-1 1-304 0,2-1-64 0,-3 1-16 16,0 1-560-16,-2 0-96 0,-14 1-32 0,27-4 0 31,-16 3-672-31,-11 1-144 0,22-4-16 0,-12 3-16144 0</inkml:trace>
  <inkml:trace contextRef="#ctx0" brushRef="#br0" timeOffset="22780.66">17703 8065 9215 0,'3'-7'400'0,"-2"3"96"0,1 1-496 0,-1 0 0 16,0 0 0-16,0 2 0 0,0-1 2720 0,1-1 448 15,-1-2 96-15,3 1 0 0,-1 1 368 0,1-1 64 16,-2 3 16-16,0 1 0 0,-2 0-1600 0,0 0-320 15,0 0-64-15,0 0-16 0,0 0-1072 0,9 43-192 16,-9-43-64-16,-1 33 0 0,1-33-176 0,-4 44-32 16,0-18-16-16,1 4 0 0,-2-2-160 0,-1 8 192 15,-1 4-192-15,-1 5 192 0,0-2-192 0,2-4 0 16,-1-2 0-16,2-3-19008 0</inkml:trace>
  <inkml:trace contextRef="#ctx0" brushRef="#br0" timeOffset="121208.82">2353 9838 5519 0,'0'0'496'0,"0"-2"-496"16,0 2 0-16,0 0 0 0,0 0 720 0,0 0 48 0,-1-1 16 0,1 0 0 15,-1-1 352-15,1 0 64 16,0 1 16-16,-1-1 0 0,1 0-16 0,0 1 0 0,0 1 0 0,0 0 0 16,0 0-112-16,0 0 0 0,1 0-16 0,-1 0 0 15,0 0-16-15,1 0 0 0,-1 3 0 0,0 0 0 0,0 2-192 0,0 1-32 16,0 3-16-16,1 3 0 0,0 5-160 0,0 3-16 31,1 3-16-31,1 3 0 0,-1 1-96 0,0 3-16 0,1 5 0 0,-2-3 0 0,1-2-16 0,-2 3-16 16,1 3 0-16,-1 1 0 0,0-1-208 0,0-5-32 15,1-2-16-15,-1-3 0 0,1-7-224 0,-1-2 176 16,2-3-176-16,-2-3 160 0,1-1-160 0,0-2 0 16,0-2 0-16,-1-3 0 0,1 1-144 0,0-4 144 15,0-2-192-15,0-1 192 16,0-4-1664-16,0-3-240 0,1 1-32 0,-1-3-11264 0</inkml:trace>
  <inkml:trace contextRef="#ctx0" brushRef="#br0" timeOffset="121494.26">2319 9896 911 0,'-4'-7'0'0,"2"4"0"0,1-1 0 0,0 1 0 0,1 1 752 0,1 1 64 0,0-1 16 0,1-2 0 15,1-3 560-15,2 0 112 0,3-2 32 0,1 0 0 16,2 1 80-16,1 0 32 0,2 1 0 0,1 1 0 16,-15 6-304-16,36-13-48 0,-36 13-16 0,39-5 0 0,-39 5-816 0,37-2-160 15,-37 2-48-15,0 0 0 16,46 7-128-16,-46-7-128 0,0 0 144 0,0 0-144 16,35 36 240-16,-33-22-48 0,-3 2-16 0,-3-1 0 15,-3 4 96-15,-3-1 32 16,-3 2 0-16,-3-1 0 0,1 2 32 0,-3-2 16 0,0 0 0 0,-2 2 0 15,0-2-16-15,-1-3 0 0,4 1 0 0,1-5 0 16,3 0-80-16,2-5-32 0,2-2 0 16,3-3 0-16,1-1-224 0,3-2 0 0,2-3 0 0,0-1-11632 0</inkml:trace>
  <inkml:trace contextRef="#ctx0" brushRef="#br0" timeOffset="121856.05">3027 9874 16575 0,'-1'-7'736'0,"0"3"160"0,0 1-720 0,0 1-176 16,0-1 0-16,0 3 0 0,-1-2 1312 0,-1-1 224 16,-1 0 64-16,-3-2 0 0,-2 1 64 0,-3 2 32 15,0 4 0-15,0 3 0 0,-1 2-496 0,0 5-112 16,-1 2 0-16,1 4-16 0,-1 5-208 0,-1 0-32 16,2 4-16-16,0 4 0 0,1 0-240 0,2 4-32 15,1 1-16-15,3-4 0 0,2 0-240 0,3-2-48 16,3-3-16-16,3-4 0 0,-5-23-224 0,16 36 0 0,-16-36 0 0,0 0 0 15,38 30 0-15,-38-30 0 0,0 0 0 0,48 14 0 16,-48-14-160-16,38 3 160 0,-38-3-128 0,38-2-11056 16,-38 2-2192-16</inkml:trace>
  <inkml:trace contextRef="#ctx0" brushRef="#br0" timeOffset="122396.79">3114 10128 7359 0,'-2'0'656'0,"1"1"-528"15,1-1-128-15,0 0 0 0,0 0 928 0,-1 0 160 16,0 1 16-16,-1-1 16 0,0 2 736 0,1-1 160 16,0-1 32-16,1 0 0 0,2 0 0 0,1-1 0 15,0 1 0-15,2-2 0 0,0 1-384 0,1 0-80 16,2-1-16-16,0-1 0 15,-8 3-480-15,0 0-80 0,0 0-32 0,42-5 0 0,-42 5-336 0,0 0-80 16,0 0-16-16,43 3 0 0,-43-3-336 0,0 0-64 16,0 0-16-16,40 8 0 0,-40-8-128 0,0 0 0 15,0 0 0-15,0 0 0 0,0 0-192 16,43 11 0-16,-43-11-16 0,0 0-10832 0,0 0-2160 0</inkml:trace>
  <inkml:trace contextRef="#ctx0" brushRef="#br0" timeOffset="122654.42">3501 10002 8287 0,'0'-2'736'16,"1"0"-592"-1,0-1-144-15,-1 3 0 0,0-2 1472 0,1 0 272 0,0-1 48 0,1-1 16 0,-1 1 496 0,0-2 80 16,1 5 32-16,0 2 0 0,0 3-528 0,-1 2-96 15,1 4-32-15,-1 2 0 16,0 3-592-16,0 4-112 0,-1 1-32 0,0 0 0 0,-1 1-384 0,1 2-96 31,0 2-16-31,-2 2 0 0,0-2-256 0,0-2-48 0,0-2-16 0,0-1 0 16,0-2-208-16,2-2-208 0,0-2 32 0,0-3-15744 16</inkml:trace>
  <inkml:trace contextRef="#ctx0" brushRef="#br0" timeOffset="123822.53">4242 9957 10127 0,'1'-2'896'0,"0"2"-704"0,0-2-192 0,-1 2 0 0,0 0 1088 0,1-1 176 16,0 1 32-16,0-2 16 0,1 1 64 0,0 0 16 16,0-1 0-16,-1 1 0 0,-1 1-176 0,-1 0-16 0,1 0-16 0,-2 0 0 15,0 1-224-15,0 1-64 0,-1 0 0 0,-2 0 0 16,0 1-128-16,-2 2-48 0,0-1 0 0,-2-1 0 15,-1 4-192-15,-1-3-32 16,-1 1-16-16,-1 0 0 0,-1 0-112 0,-1 3-32 0,0-4 0 0,1 3 0 16,-2-2-144-16,1 2-48 0,0-3 0 0,2 1 0 15,2 0-144-15,1-3 160 0,0 1-160 0,-1 1 160 0,3-1 64 16,0-1 16-16,1-2 0 0,2 2 0 0,0-2 16 0,0 0 0 16,3 0 0-16,-1 0 0 0,0 1 48 0,1-1 16 15,1-1 0-15,1 1 0 0,0 0 0 0,1 0 16 16,0 1 0-16,0 1 0 0,1 0-96 0,1-1-32 15,-1 1 0-15,2 1 0 0,0 0 16 0,0 0 0 32,-4-3 0-32,0 0 0 0,0 0-80 0,0 0-16 0,0 0 0 0,37 29 0 0,-37-29 16 0,0 0 0 15,0 0 0-15,0 0 0 0,40 26-144 0,-40-26 192 16,0 0-192-16,0 0 192 16,45 21-192-16,-45-21 0 0,0 0 0 0,0 0 128 15,45 14-128-15,-45-14 0 0,0 0 0 0,0 0 0 0,46 7-192 0,-46-7 0 16,0 0-16-16,0 0-17712 15</inkml:trace>
  <inkml:trace contextRef="#ctx0" brushRef="#br0" timeOffset="124409.4">4654 9884 12895 0,'-5'0'576'0,"2"0"112"0,1 0-560 0,1 0-128 16,-1 0 0-16,1 1 0 0,1-1 1424 0,-1 1 256 15,-1-1 48-15,0 2 16 0,2 1 128 0,0-1 32 16,1 1 0-16,2-1 0 0,2 0-448 0,-1 0-96 15,2-1-16-15,-6-1 0 0,0 0-384 0,0 0-64 0,0 0-32 16,43 11 0-16,-43-11-400 0,0 0-80 0,0 0 0 0,40 8-16 16,-40-8-224-16,0 0-144 15,0 0 192-15,0 0-192 0,44 9 128 0,-44-9-128 0,0 0 0 0,0 0 0 16,0 0 0-16,0 0 0 0,0 0 0 0,0 0 0 16,0 0 0-16,33 26 0 15,-34-21 128-15,-2-1-128 0,0 2 192 0,-2-2-32 0,1 3 0 0,-2-2 0 16,0 2 128-16,0 0 32 0,-2 3 0 0,0 0 0 15,0 1-192-15,-2 1-128 0,0 0 192 0,-1 2-192 16,0 0 0-16,0 3 0 0,0-3 0 0,1 0 0 0,1 0 0 16,1-1 0-16,-1 1 0 0,1 0 0 0,2-2 0 15,-1 0 0-15,3-1 0 0,0 0 0 0,0 0 0 0,0-4 0 16,3 2 0-16,-1-1 0 0,0-2 0 0,1 0 0 16,2 0 0-16,-1-1 0 0,2 0 0 15,0-1 0-15,0 1 0 0,3-2 0 0,-5-3 160 0,0 0-160 16,0 0 128-16,0 0-128 0,0 0 240 0,0 0-48 15,45 7 0-15,-45-7 0 0,0 0 0 0,0 0-16 16,40-3 0-16,-40 3 0 0,0 0-176 0,0 0 128 16,43-4-128-16,-43 4 128 0,0 0-128 0,0 0 0 0,37 0 0 0,-37 0 0 15,0 0 0-15,0 0 0 0,0 0 0 16,34 0 0-16,-29 0 0 0,-2 0-144 0,0 0 144 0,-2-2-208 31,-1 1-1376-31,0-1-272 0,-1-1-48 0,-1 1-13632 0</inkml:trace>
  <inkml:trace contextRef="#ctx0" brushRef="#br0" timeOffset="124680.44">4594 10116 11055 0,'-5'2'480'0,"2"-2"112"0,1 0-464 0,0-2-128 16,1 2 0-16,1 0 0 0,1-1 1984 0,0 0 384 15,2-2 80-15,2-2 16 0,1 2 608 0,4-2 112 16,3 0 16-16,-13 5 16 0,34-8-1056 0,-34 8-224 16,42-7-32-16,-42 7-16 0,49-5-256 0,-49 5-48 15,48-2-16-15,-48 2 0 16,48 2-2032-16,-48-2-416 0,47 3-80 0,-47-3 0 0,45 4 720 0,-45-4 240 16,39 0 0-16,-39 0-18048 0</inkml:trace>
  <inkml:trace contextRef="#ctx0" brushRef="#br0" timeOffset="125519.11">5475 9972 5519 0,'1'0'496'0,"-1"-2"-496"16,0 2 0-16,0 0 0 0,0 0 992 0,1-1 96 15,1 1 32-15,-1-2 0 0,1 1 480 0,0-1 80 16,0 1 32-16,0 0 0 0,-1-1-192 0,1 2-48 16,-1-2 0-16,0 1 0 0,0 1 32 0,0 0 0 15,-1 0 0-15,0 0 0 0,0 0-176 0,-1 0-48 0,0 0 0 0,0 0 0 16,0 1-320-16,0 1-80 0,-1-2-16 0,2 2 0 15,-1-2-304-15,-1 2-64 0,1-2-16 0,-1 2 0 16,-1-1-192-16,0 1-32 16,1 1-16-16,-3 0 0 0,0 0-112 0,0 2 0 0,-2 0-128 0,0 0 192 15,-1 0-192-15,-2-1 0 16,0 1 128-16,-1 0-128 0,0 0 0 0,-1 0 0 0,-1 0 0 0,0 1 0 16,1-1 0-16,-1-3 0 0,1 3 128 0,1-3-128 15,-2 1 192-15,2-1 0 0,0 1 0 0,2-1 0 16,1 0 0-16,0-1 0 0,2 1 0 0,-1-2 0 15,2 0 0-15,1 0-16 0,0 0 0 0,1 0 0 0,2 0 32 16,-1 0 16-16,1 0 0 0,1-2 0 16,0 4-64-16,0-2-16 0,1 2 0 0,0-1 0 0,0 0-144 0,0 1 0 15,2 2 144-15,-3-4-144 0,0 0 0 0,0 0 0 16,0 0 0-16,0 0 128 0,0 0-128 0,36 32 0 16,-36-32 0-16,0 0 0 0,0 0 0 15,0 0 0-15,45 19 0 0,-45-19 0 0,0 0 0 0,0 0 128 16,0 0-128-16,53 10 0 0,-53-10 0 0,0 0 144 15,0 0-144-15,48 14 0 0,-48-14 128 0,0 0-128 16,0 0 0-16,44 19 0 0,-44-19 0 0,0 0 0 16,0 0 0-16,39 19 0 0,-39-19 0 0,0 0 0 15,0 0 0-15,0 0 0 0,0 0-224 0,41 21 0 0,-41-21 0 16,0 0-11872-16,0 0-2368 0</inkml:trace>
  <inkml:trace contextRef="#ctx0" brushRef="#br0" timeOffset="126634.2">5772 10068 6447 0,'-1'0'576'0,"0"-2"-576"31,1 2 0-31,0 0 0 0,-1 0 1696 0,1 0 224 0,-1-1 64 0,0 0 0 0,0 1-16 0,-1 0 0 15,2-2 0-15,0 2 0 0,1 0-816 0,0 2-176 16,1-2-16-16,-1 0-16 16,1 0-240-16,0 1-64 0,1-1 0 0,-1 1 0 15,0-1 128-15,0 0 0 0,0 0 16 0,0 0 0 16,0 0-16-16,1 0-16 0,0 0 0 0,-1-1 0 16,2 0 160-16,-1-1 48 0,0 2 0 0,0-3 0 15,0 1-368-15,1 0-64 0,-1 1-16 0,-2-1 0 16,2 2-128-16,-2-1-16 0,0 0-16 0,-1-1 0 15,1 2-48-15,-1-1-16 0,0 1 0 0,0 0 0 16,0 0-80-16,0 0-16 0,0 1 0 0,-1-1 0 16,1 2-192-16,-1-2 144 0,1 0-144 0,0 1 128 15,-1 0-128-15,1 1 0 0,0-2 0 0,0 1 0 16,0 1 0-16,0-2 0 0,0 0 0 0,1 0 0 16,-1 0 0-16,0-2 0 0,1 2 0 0,0-1 0 0,-1 1 0 0,0 0 0 15,1-2 0-15,-1 2 0 0,1-1 0 0,-1 1 0 16,-1-1 0-16,1 1 0 0,0 0 0 0,0 0 0 15,0-2 0-15,-1 2 0 0,0 0 0 0,0 0 0 16,0 2 0-16,0-2 128 0,1 0-128 0,-1 0 0 16,0 0 0-16,1-2 0 0,0 1 0 0,-1-1 0 15,0 2 0-15,1-3 0 0,-1 1 0 0,1 0 0 16,0 0 128-16,0-1-128 0,0 0 0 0,-1 1 0 16,1 0 0-16,0-2 0 0,0 1 0 0,0 0 0 15,-1 0 128-15,1-1-128 0,0 0 0 0,0 1 0 16,1-1 0-16,0-1 0 0,0 0 0 0,-1 0 0 15,1 0 128-15,0 1-128 0,-1-1 0 0,0-1 0 0,1 3 0 0,0-2 0 16,-1 2 0-16,1 0 0 0,-1 2 0 0,1-2 0 16,-1 1 0-16,0 2 0 0,1 0 0 0,-2 0 0 15,1 2 0-15,0 1 0 0,-1 1 0 0,1 1 0 16,-1 4 0-16,1 0 0 0,-1 2 128 0,1 1-128 16,-1 3 0-16,1 3 0 0,-1 3 0 0,-1 0 0 15,1-6 0-15,-1 1 0 0,1 6 128 0,1-1-128 16,0 3 0-16,0-1 0 0,1-1 0 0,-1-6 0 15,2-2 0-15,-1-2 0 0,0-4 0 0,1-2 0 16,-2-3 0-16,2-1 0 0,0-2 0 0,-1-2 0 16,1-3 0-16,0 1 0 0,1-4 0 0,-1-3 0 15,2-1 0-15,-1 0 0 0,0 2 0 0,-1-4 0 0,2 0 0 16,0-3 0-16,-1 1 0 0,-2-4 0 16,1 4 0-16,-1-2 0 0,1 0 0 0,-2 2 0 0,-1-3 0 0,1 2 0 15,-1-1 0-15,-1 1 0 0,1 3 0 0,0 2 0 16,0 2 0-16,0 3 0 0,0 3 0 0,0 1 0 15,0 3 0-15,0 0 0 0,0 2 0 0,0 3 0 16,0 2 0-16,0 3 0 0,-1 4 0 0,2 0 0 16,-1 3 0-16,0-2 0 0,0 3 0 0,-1-1 0 15,1 2 0-15,0 2 0 0,-1-2 0 0,1 1 0 16,0-2 0-16,0-1 0 0,1-1 0 0,0-6 0 16,0 1 0-16,0-4 0 0,0 1 0 0,0-4 0 15,0-2 0-15,0-1 0 0,0-1 0 0,0-1 0 16,1-3 0-16,0-1 0 0,1-2 0 0,-1-3 0 15,1 1 0-15,0 0 0 0,-1-2 0 0,1-1 0 0,-2-1 0 16,2 0 0-16,-1 0 0 0,-1 0 0 0,1 2 0 0,-2-3 0 16,1 1 0-16,-1-2 0 0,0-2 0 0,0 2 0 15,0 1 0-15,-1 2 0 0,0 3 0 0,1 0 0 16,-1 2 0-16,1 4 0 0,-1 2 0 0,1 2 0 16,0 1 0-16,-1 4 0 0,1 1 0 0,-1 4 0 15,1 1 0-15,-1 3 0 0,1 4 0 0,1-1 0 16,-1 1 0-16,1 0 0 0,0 5 0 0,0 0 0 15,0 0 0-15,0-1 0 0,0-1 0 0,1-3 0 16,0-3 0-16,1-4 0 0,0-5 0 0,1-2 0 16,-1-3-144-16,0-2 144 0,1-2 0 0,0-1-18240 15</inkml:trace>
  <inkml:trace contextRef="#ctx0" brushRef="#br0" timeOffset="127284.8">6262 9839 10127 0,'-4'-5'896'0,"2"1"-704"16,1 1-192-16,1 0 0 0,-1 1 1152 0,1 1 192 0,0 0 32 0,1-2 16 0,1-2 576 0,1 1 112 31,1-3 32-31,0 4 0 0,3-1-368 0,0 4-64 0,-7 0-16 0,0 0 0 0,0 0-384 0,47 23-96 32,-47-23-16-32,32 29 0 0,-32-29-400 0,32 39-96 0,-32-39-16 0,28 46 0 0,-28-46-128 0,24 45-16 15,-24-45-16-15,14 43 0 16,-14-43-240-16,6 38-32 15,-6-21-16-15,-3-1 0 0,0-2-208 0,-2 1 144 16,-2 1-144-16,-1-1 128 0,-2 1-128 0,-2-2 160 0,-3 2-160 16,-1 1 160-16,-1 0-160 0,-1-1 0 0,-2 1 0 0,-1-2 0 15,2 1 0-15,0-4 0 0,1 0-224 0,1-3-16736 16</inkml:trace>
  <inkml:trace contextRef="#ctx0" brushRef="#br0" timeOffset="127822.51">6768 10027 7359 0,'-2'0'656'16,"1"0"-528"-16,1 0-128 0,0-1 0 15,1 1 1264-15,0-2 208 0,1 2 64 0,1-2 0 0,2 1 224 0,2-1 48 16,-7 2 16-16,0 0 0 0,34-6-400 0,-34 6-80 16,0 0 0-16,37-3-16 0,-37 3-176 0,0 0-48 15,40 2 0-15,-40-2 0 0,0 0-448 0,39 2-80 16,-39-2-32-16,0 0 0 16,0 0-544-16,41 5 0 0,-41-5 0 0,0 0 0 15,0 0-752-15,0 0-256 0</inkml:trace>
  <inkml:trace contextRef="#ctx0" brushRef="#br0" timeOffset="127994.42">6819 10168 11055 0,'2'2'976'0,"0"-2"-784"0,0 1-192 0,0-1 0 15,0-1 1152-15,0 1 176 0,5 0 32 0,-7 0 16 16,0 0 928-16,40 1 176 15,-40-1 32-15,34-1 16 0,-34 1-736 0,33-3-128 0,-33 3-48 0,0 0 0 16,41 0-1168-16,-41 0-224 0,0 0-48 0,0 0-14080 16</inkml:trace>
  <inkml:trace contextRef="#ctx0" brushRef="#br0" timeOffset="128683.95">7644 10021 10127 0,'-2'-2'896'0,"0"2"-704"15,2-2-192-15,0 2 0 0,0 0 928 0,0-1 160 16,0 1 16-16,0 0 16 16,0-2 544-16,2 2 128 0,2 0 0 0,0-1 16 0,-4 1-48 0,0 0-16 0,0 0 0 0,0 0 0 15,46 3-528-15,-46-3-96 0,0 0-32 0,37 1 0 32,-37-1-384-32,0 0-64 0,39 7-32 0,-39-7 0 15,0 0-368-15,0 0-80 0,0 0-16 0,39 16 0 16,-37-11-144-16,0 2 0 0,-3 0 0 0,0 0 0 15,-3 0 0-15,-3 3 0 0,0 0 0 0,-2 1 0 16,2-1 0-16,-1-1 0 0,-2 3 0 0,-2 0 0 16,-1 0 0-16,0 0 0 0,-1-1 0 0,0 1 0 15,0-2 0-15,0-3-144 0,0 2 144 0,0-1 0 16,1-2-128-16,1-1 128 0,4 0 0 0,-2 0 0 16,4-3 0-16,0 1 0 0,2-1 0 0,1-1 0 15,1 0 0-15,1 1 0 0,2-2 0 0,1 0 0 0,2 1 0 16,0-1 192-16,1 2-48 0,-5-2-16 0,0 0 544 15,0 0 96-15,0 0 32 0,46 5 0 0,-46-5-288 0,0 0-48 16,38 4-16-16,-38-4 0 0,0 0-192 0,46 1-64 16,-46-1 0-16,0 0 0 0,48-3-192 0,-48 3 176 15,0 0-176-15,46-2 160 0,-46 2-160 0,0 0 0 16,37-5 0-16,-37 5 0 0,0 0-192 0,30-6-80 16,-30 6-16-16,0 0-16864 0</inkml:trace>
  <inkml:trace contextRef="#ctx0" brushRef="#br0" timeOffset="128970.57">8130 10017 18431 0,'-1'-1'816'0,"1"1"160"0,0 0-784 0,0 0-192 0,0 0 0 0,0 0 0 15,0 0 1984-15,1 1 336 0,1 3 80 0,1-1 16 16,-3-3 32-16,0 0 16 0,0 0 0 0,0 0 0 16,40 30-1168-16,-40-30-224 0,0 0-48 0,38 29-16 0,-38-29-544 0,33 28-96 15,-33-28-32-15,32 29 0 0,-32-29-208 0,36 30-128 16,-36-30 160-16,35 32-160 16,-35-32 160-16,33 30-160 0,-33-30 160 0,0 0-160 0,44 37 0 0,-44-37 128 15,0 0-128-15,38 23 0 16,-38-23 0-16,0 0 0 0,0 0 0 0,0 0 0 15,0 0-608-15,39 3-112 0,-37-8-32 0,-1-1-16912 0</inkml:trace>
  <inkml:trace contextRef="#ctx0" brushRef="#br0" timeOffset="129146.39">8481 10090 11055 0,'-1'-5'480'0,"0"1"112"0,1 1-464 0,-1 2-128 0,1 0 0 0,-1 1 0 16,0 0 2416-16,-2 0 464 0,-2 0 80 0,-1 0 32 15,-4 2-176-15,-3 3-16 16,0 2-16-16,-2 0 0 0,-2 5-1088 0,-2 0-224 0,-3 3-32 0,-2 3-16 0,-1 4-688 0,0-1-144 16,0 2-16-16,1-1-16 0,2-1-368 0,0-4-64 15,3 1 0-15,2-5-17584 16</inkml:trace>
  <inkml:trace contextRef="#ctx0" brushRef="#br0" timeOffset="130231.86">9017 9818 11967 0,'-1'0'1072'0,"1"0"-864"16,0 0-208-16,0 0 0 0,0 2 768 0,-1-2 96 16,1 1 32-16,-1 0 0 0,1 4 416 0,0 2 96 15,0-7 0-15,0 0 16 0,2 38 48 0,-2-38 16 16,5 40 0-16,-2-12 0 0,0 1-192 0,-1 2-32 0,-1 0-16 0,0 2 0 16,-1 0-224-16,-1-1-32 0,-1 1-16 0,1 1 0 15,-1-4-336-15,0-2-80 0,0-5-16 0,2-23 0 16,0 36-384-16,0-36-160 0,1 23 128 0,-1-23-128 15,0 0-320-15,0 0-160 0,0 0-32 0,0 0-14912 16</inkml:trace>
  <inkml:trace contextRef="#ctx0" brushRef="#br0" timeOffset="130510.84">8956 9898 9215 0,'-4'-2'816'0,"2"-1"-656"0,1 1-160 0,1 2 0 0,0 2 1504 0,-1-2 272 15,-1 0 48-15,0 0 16 0,0-2-112 0,0 2 0 16,3 2-16-16,3-2 0 0,-4 0-192 0,0 0-48 0,0 0 0 16,42-4 0-16,-42 4-32 0,37-5-16 0,-37 5 0 0,44-5 0 15,-44 5-752-15,48-3-160 0,-48 3-16 0,39 5-16 16,-39-5-288-16,0 0-64 16,41 24-128-16,-41-24 192 0,0 0-192 0,13 38 0 15,-16-21 0-15,-6-1 0 0,-3 3 0 0,-4 0 0 0,-2 3 0 0,-4-4 0 16,-2 2 144-16,2-4-16 0,0 0 0 0,-1 1 0 15,-1 0 0-15,0-3-128 0,4-1 192 0,2-2-64 16,3-4-128-16,4-5 192 0,3-1-192 16,3-4 192-1,3 0-320-15,3-4-64 0,1-2-16 0,4-3-15488 16</inkml:trace>
  <inkml:trace contextRef="#ctx0" brushRef="#br0" timeOffset="130876.11">9676 9891 24879 0,'-2'-3'1088'0,"0"0"256"16,1 2-1088-16,-1-1-256 0,1 1 0 0,0 1 0 0,0 1 1472 0,-1-1 224 16,-3 2 48-16,-2 2 16 0,-3 2-80 0,-1 3-16 15,0 5 0-15,-1 3 0 0,0 1-672 0,0 4-144 16,1 5-16-16,0 1-16 15,0 3-496-15,3-1-80 0,1-1-32 0,2-1 0 16,2 0-208-16,2-4 0 0,3-3 0 0,-2-21 0 0,9 29 0 0,-9-29 0 16,0 0 0-16,30 31 0 0,-30-31 0 0,0 0 0 15,46 10 0-15,-46-10-12064 16,41-3-2464-16</inkml:trace>
  <inkml:trace contextRef="#ctx0" brushRef="#br0" timeOffset="132647.62">9920 10016 3679 0,'1'-2'320'0,"-1"0"-320"0,0 2 0 0,0 0 0 0,1-2 928 0,-1 1 112 15,1 1 32-15,-1-4 0 0,1 1 496 0,1 1 96 16,-1-2 32-16,-2 1 0 0,1 0-400 0,0 3-80 0,0-2 0 0,0 0-16 16,-1 0-208-16,1 1-32 0,-1-1-16 0,1 2 0 15,-1 0-96-15,0 0-16 0,0 0 0 0,0 2 0 16,-1-1-160-16,0 1-32 16,-1 2-16-16,0 1 0 0,0 0-96 0,-1 2-16 0,0-1 0 0,1 2 0 15,-1 1-64-15,-1 3-32 0,1 0 0 0,1 0 0 16,-1 0-112-16,1 0-32 0,0 1 0 0,2-1 0 15,-1 1 48-15,2-1 0 0,0-2 0 0,0-10 0 16,0 0 112-16,0 0 16 0,11 33 16 0,-11-33 0 16,0 0-208-16,0 0-64 0,0 0 0 0,0 0 0 15,0 0-192-15,46 14 144 16,-36-17-144-16,0-1 128 0,0-3-128 0,-1 0 192 0,1-1-192 0,1-2 192 0,-2 1-192 16,1-2 0-16,1-1 144 0,-1-2-144 0,0 0 0 15,-2 1 0-15,-1 1 0 0,-2 1 0 0,-1 0 0 0,-3 0 0 16,-1 1 0-16,-2 1 128 0,0 0-128 0,-3-1 0 15,0-1 0-15,-4 3 0 0,-1 0 0 0,0 2 0 16,-2 1 0-16,1 1 0 16,1-1 0-16,-1 3 0 0,2 1 0 0,1 1 0 0,1 1-192 0,1 1-48 15,1-2-16-15,2 2-15152 0</inkml:trace>
  <inkml:trace contextRef="#ctx0" brushRef="#br0" timeOffset="133233.75">10559 9967 14735 0,'1'2'1312'0,"-1"-2"-1056"16,1 0-256-16,-1 0 0 0,0 0 688 0,-1 0 80 16,1 1 0-16,-2 1 16 0,0-2 624 0,-3 2 128 0,0 0 32 0,-4 1 0 15,0 1-512-15,-2 1-96 0,-2-2-32 0,0 1 0 16,-2 1-224-16,-1 0-64 0,0 2 0 0,-3 0 0 16,1 0-192-16,0-2-64 0,-1 2 0 0,2 0 0 15,-1 0-48-15,2 0-16 0,1-2 0 0,3 0 0 16,0 2 144-16,1-3 32 0,3 1 0 0,-1-2 0 15,1 1-96-15,1-2-16 0,1 1 0 0,2 0 0 16,1-1-384-16,0-1 0 0,2 0 0 0,0-1 0 16,0 2 0-16,1-2 0 0,1 1 0 0,1-1 0 15,1 2 0-15,1-2 0 0,-2 0 0 0,3 0 0 16,-5 0 256-16,0 0 32 0,0 0 0 0,0 0 0 16,0 0 224-16,42 9 64 0,-42-9 0 0,0 0 0 15,0 0-208-15,48 20-48 0,-48-20 0 0,0 0 0 16,44 18-192-16,-44-18-128 0,0 0 128 0,43 14-128 0,-43-14 0 15,0 0 0-15,0 0 0 0,46 9 0 16,-46-9-768-16,0 0-112 0,0 0-16 0,31-1-15488 16</inkml:trace>
  <inkml:trace contextRef="#ctx0" brushRef="#br0" timeOffset="133895.27">10886 9919 13823 0,'-3'-2'1216'0,"0"2"-960"0,2 0-256 0,1 0 0 16,0 0 960-16,0 2 160 0,-1-2 32 0,-2 0 0 0,0 1 464 0,0 1 112 15,2-2 0-15,1 2 16 0,2-2-48 0,2 0-16 16,-4 0 0-16,0 0 0 0,0 0-368 0,0 0-80 16,37 0-16-16,-37 0 0 0,0 0-624 0,36-5-128 15,-36 5-16-15,0 0-16 0,43-2-128 0,-43 2-32 16,0 0 0-16,41 0 0 0,-41 0-144 0,0 0-128 16,0 0 192-16,40 7-192 0,-40-7 128 0,0 0-128 15,0 0 0-15,0 0 0 0,0 0 0 0,0 0 0 16,0 0 0-16,0 0 0 0,10 36 0 0,-16-30 0 15,0 3 0-15,-3 0 0 0,1 0 144 0,-1 2-144 16,-1 1 0-16,-1-1 144 0,2 0-144 0,-3-1 0 0,0 4 0 0,1-2 128 16,1-1-128-16,0-1 0 0,3 1 0 0,-1 1 128 0,4-1-128 0,0 1 0 15,2-1 0-15,2-11 128 16,0 21-128-16,0-21 0 0,0 0 0 0,0 0 128 0,19 31-128 0,-19-31 0 16,0 0 0-16,0 0 0 0,44 14 0 0,-44-14 0 15,0 0 0-15,45 0 0 16,-45 0 0-16,30-2 0 0,-30 2 0 0,29-5 0 0,-29 5 0 0,25-5 0 15,-14 3 0-15,1-3 0 0,-3 0 0 0,-1 3-144 16,0-3 144-16,-2 0 0 16,1 2-768-16,-3-1-32 0,-1-1-16 0,0 1 0 15,-2-1-1056-15,-1 0-224 0,-1 1-32 0,-2-1-16 16,-1 0-1056-16,0-1-192 0</inkml:trace>
  <inkml:trace contextRef="#ctx0" brushRef="#br0" timeOffset="134100.92">10947 10009 1839 0,'-5'0'160'0,"0"0"-160"0,2 0 0 0,2 0 0 16,0 1 1520-16,-1 1 272 0,0-1 48 0,-4 2 16 16,0 2 528-16,0 0 112 15,1 0 32-15,5 2 0 0,0-3 96 0,0-4 0 16,0 0 16-16,0 0 0 0,0 0-816 0,0 0-160 0,38 20-48 0,-38-20 0 16,0 0-752-16,39 0-160 15,-39 0-16-15,34-5-16 0,-34 5-160 0,34-6-48 0,-34 6 0 0,33-4 0 0,-33 4-304 0,35-2-160 16,-35 2 160-16,34 2-160 15,-34-2 0-15,0 0 0 16,45 8 0-16,-45-8 0 0,0 0-1600 0,36 9-272 16</inkml:trace>
  <inkml:trace contextRef="#ctx0" brushRef="#br0" timeOffset="134558.33">11731 9906 11967 0,'-1'-1'1072'0,"0"1"-864"16,1-2-208-16,0 1 0 0,-1 1 1648 0,1 0 272 0,-1 0 64 0,-2-2 16 15,1 2 624-15,-4 0 128 0,0 2 32 0,0-1 0 16,-1 4-1168-16,-2-1-224 0,0 1-48 0,-2 2-16 31,0 0-560-31,-2 0-96 0,-2 1-32 0,-2 1 0 0,0-2-320 0,-2 1-64 0,-1 1 0 0,-3 0-16 16,1 1-112-16,0 1 0 0,0-3-128 0,1 2 192 16,3-1-192-16,2-2 128 0,2 0-128 0,2 0 0 15,1-2 128-15,1 1-128 16,2-1 0-16,2 0 0 0,1-2 128 0,2 1-128 15,2 1 0-15,1-5 0 0,1 2 0 0,-1-2 0 16,0 0 0-16,0 0 0 0,0 0 288 0,0 0-32 16,0 0-16-16,41 10 0 0,-41-10 48 0,0 0 16 15,0 0 0-15,36 4 0 0,-36-4-128 0,0 0-32 0,0 0 0 16,0 0 0-16,45 15-144 0,-45-15 0 16,0 0 0-16,0 0 128 0,41 14-128 0,-41-14 0 0,0 0 0 15,0 0 0-15,42 9-160 0,-42-9-16 0,0 0 0 0,0 0-17648 16</inkml:trace>
  <inkml:trace contextRef="#ctx0" brushRef="#br0" timeOffset="134970.94">12048 9850 1839 0,'0'-6'160'0,"0"3"-160"16,1 0 0-16,-1 1 0 0,1 1 2752 0,-1 0 512 0,0 1 96 15,0 0 32-15,1 0-672 0,0 0-128 0,-1 1-32 0,0 2 0 16,0-3-592-16,0 0-128 0,-1 25-32 0,1-25 0 16,-1 31-496-16,1-31-96 0,0 44-32 0,1-18 0 15,-1 0-416-15,-1 1-96 0,1 1-16 0,-1-2 0 0,0-3-128 0,1 1-16 16,-1 2-16-16,1-2 0 0,-1 0-368 0,1-24-128 15,-2 39 0-15,2-39-16928 16</inkml:trace>
  <inkml:trace contextRef="#ctx0" brushRef="#br0" timeOffset="135529.91">12377 9838 9215 0,'-1'-3'400'0,"1"0"96"0,0 1-496 0,0 1 0 16,1-1 0-16,-1 2 0 0,0-2 1360 0,1 1 176 0,0-2 48 0,1-1 0 15,1 2 576-15,0-3 112 0,0 3 32 0,1 0 0 16,1-1-176-16,-1 3-16 0,2-2-16 0,-6 2 0 16,0 0-544-16,0 0-96 0,33 7-32 0,-33-7 0 15,0 0-640-15,37 16-128 0,-37-16-16 0,0 0-16 16,42 29-240-16,-42-29-64 0,27 29 0 0,-27-29 0 16,25 37-128-16,-25-37-48 0,22 41 0 0,-22-41 0 15,21 41-144-15,-21-41 160 0,15 37-160 0,-15-37 160 16,11 33-160-16,-11-33 0 0,5 29 0 0,-5-29 0 0,-1 28 0 0,-3-14 0 15,-1 0 128-15,-2-2-128 16,-2 0 0-16,0 0 0 0,-2-2 0 0,-1 1 128 0,-1-1-128 0,-2-1 0 16,1 1 0-16,-2-3 0 0,0 0 0 0,1 0-192 15,1-2 64-15,1-3 128 16,2 1-1216-16,2-3-128 0,2-1-32 0,2-1-14960 0</inkml:trace>
  <inkml:trace contextRef="#ctx0" brushRef="#br0" timeOffset="135897.65">12767 10016 9215 0,'-5'-2'816'0,"2"1"-656"16,2 1-160-16,-1-1 0 0,2 1 912 0,0 0 160 15,0 0 16-15,1 0 16 0,0-2 944 0,0 1 176 16,4-1 32-16,-5 2 16 0,0 0-112 0,24-5-32 15,-24 5 0-15,0 0 0 0,36-4-464 0,-36 4-112 0,29-5-16 16,-29 5 0-16,31-2-736 0,-31 2-160 0,0 0-16 0,37-1-16 16,-37 1-464-16,0 0-144 0,0 0 0 0,0 0 0 31,36 5-1040-31,-36-5-320 0,0 0-64 0,0 0-13520 0</inkml:trace>
  <inkml:trace contextRef="#ctx0" brushRef="#br0" timeOffset="136100.59">12748 10121 9215 0,'-1'3'400'0,"1"-1"96"15,0 0-496-15,1-1 0 16,0 0 0-16,0-1 0 0,1 0 2240 0,-2 0 368 0,0 0 64 0,0 0 16 16,0 0 592-16,42 7 128 0,-42-7 32 0,0 0 0 0,40 3-1408 0,-40-3-288 15,0 0-48-15,39 2-16 0,-39-2-1200 0,0 0-240 16,30 0-48-16,-30 0-16 31,0 0-752-31,0 0-160 0,31-6-32 0,-31 6-15328 0</inkml:trace>
  <inkml:trace contextRef="#ctx0" brushRef="#br0" timeOffset="136860.08">13549 9853 12895 0,'-4'0'1152'15,"1"0"-928"-15,2 2-224 0,1-2 0 16,0 0 1024-16,-1 0 176 0,0 0 16 0,-1 0 16 0,0 0 560 0,0-2 96 16,3 2 32-16,1-3 0 0,2-1 800 0,3 0 160 15,0 0 48-15,3 0 0 0,2 0-2160 0,1 1-448 16,3-2-64-16,-16 5-32 0,34-4 352 0,-34 4 80 16,38-1 16-16,-38 1 0 0,39 4-224 0,-39-4-32 15,37 8-16-15,-37-8 0 0,0 0-240 0,42 21-160 16,-42-21 192-16,0 0-192 0,0 0 0 0,28 41 0 15,-28-41 0-15,-1 24 0 0,-4-8 0 0,-5-2 0 16,-1 1 0-16,-3 0 0 0,-1-2 0 0,-1 3-144 0,-3 1 16 0,0-2 0 16,0-1-144-16,0-2-32 0,0 0 0 0,1-1 0 15,3-2 304-15,1-1-192 0,3-1 192 0,3-2-160 16,3-1 160-16,2-1 0 0,2 0 0 0,1-3 0 16,0 0 128-16,0 0-128 0,0 0 160 0,34 11-160 15,-34-11 480-15,28 0 0 0,-28 0 0 0,34-5 0 16,-34 5-192-16,35-6-32 0,-16 0-16 0,0 2 0 15,-1-3-240-15,0 2 0 0,-1 0 0 0,-2 0-12080 16,-2 1-2448-16</inkml:trace>
  <inkml:trace contextRef="#ctx0" brushRef="#br0" timeOffset="137369.74">14185 9836 11055 0,'0'0'976'0,"1"-1"-784"0,-1 0-192 0,1 1 0 16,0 0 1104-16,-1-2 176 0,1 2 48 0,2-3 0 0,1 1 720 0,1 2 128 15,2-2 48-15,-7 2 0 16,0 0 112-16,0 0 32 0,38 11 0 0,-38-11 0 0,0 0-832 0,41 29-176 0,-41-29-16 0,31 29-16 16,-31-29-672-16,33 33-128 0,-33-33-16 0,31 35-16 31,-31-35-240-31,28 28-32 0,-28-28-16 0,0 0 0 15,34 36-208-15,-34-36 0 0,0 0 0 0,0 0 0 16,30 31 0-16,-30-31-128 0,0 0 128 0,0 0-208 16,0 0-2112-1,0 0-432-15</inkml:trace>
  <inkml:trace contextRef="#ctx0" brushRef="#br0" timeOffset="137543.77">14480 9876 5519 0,'-5'-13'240'0,"1"5"64"0,1 1-304 0,0 3 0 16,1 3 0-16,0 2 0 0,-1 1 1808 0,-1 0 304 15,-5 3 64-15,-4 2 16 0,-2 6-240 0,-5 5-48 16,-2 5-16-16,-1 0 0 0,0 2-240 0,-2-3-48 16,1 3-16-16,1-3 0 0,2-1-688 0,-1 0-144 15,3-2-32-15,3-4 0 0,3-3-496 0,4-3-96 16,2-2-128-16,4-2-12688 0</inkml:trace>
  <inkml:trace contextRef="#ctx0" brushRef="#br0" timeOffset="138001.98">15062 9865 12895 0,'-7'-2'576'0,"0"1"112"0,2 1-560 0,0 0-128 16,2 1 0-16,1 1 0 0,0 0 1120 16,-4 1 192-16,-2 1 32 0,-3 4 16 15,0 3 496-15,0 1 112 0,2 0 16 0,2 0 0 0,1 0 592 0,3 0 128 16,3-12 32-16,0 26 0 0,0-26-2416 0,0 0-496 15,0 0-80-15,20 38-32 0,-20-38 528 0,0 0 96 16,0 0 32-16,44 11 0 0,-44-11-208 0,29-6-32 0,-14 0-128 0,1-1 192 16,-2 0-32-16,0-2-16 0,-1-1 0 0,-1-1 0 15,-1 1-144-15,-3 0-144 0,-2-1 144 16,-1 1-208-16,-3 3 16 0,-1-3 16 16,-3 1 0-16,-1 2 0 0,-1 0 176 0,-1 0 0 0,-2 0 0 0,-1 2 0 15,-1-2 0-15,-2 2 0 0,-1-2 0 0,1 0 0 16,0 0 0-16,1 3 0 0,0 1 0 0,1 0 128 15,1 3-128-15,0 0 0 0,0 5 0 0,2-3 128 16,0 4-128-16,2 0 0 0,1-1 0 0,2 2 0 16,1-7-160-16,0 0 160 0</inkml:trace>
  <inkml:trace contextRef="#ctx0" brushRef="#br0" timeOffset="138207.01">15348 9943 17503 0,'3'0'768'0,"-2"0"176"0,1 0-752 0,-1 0-192 0,0 0 0 0,0 2 0 0,1-2 2288 0,0 1 416 16,-2-1 96-16,0 0 16 0,0 0-32 0,0 0 0 16,0 0 0-16,0 0 0 0,0 0-1600 0,22 35-320 15,-22-35-64-15,0 0-16 0,0 0-592 0,0 0-192 0,0 0 0 0,0 0 0 16,0 0 0-16,0 0 0 0,0 0-240 0,0 0-17680 31</inkml:trace>
  <inkml:trace contextRef="#ctx0" brushRef="#br0" timeOffset="138759.89">15592 9711 11055 0,'-5'-3'480'0,"2"1"112"0,0 0-464 0,2 2-128 0,0-2 0 0,1 1 0 0,0 1 1904 0,-1 0 352 15,0-2 80-15,1 0 16 0,0 1 176 0,2-1 32 16,0 2 16-16,1 0 0 0,2 0-592 0,1 0-128 16,-6 0-32-16,0 0 0 0,28 0-864 0,-28 0-192 15,27-4-16-15,-27 4-16 0,29-3-400 0,-29 3-80 16,28-2 0-16,-28 2-16 0,23 0-112 0,-23 0-128 15,0 0 176-15,0 0-176 0,0 0 128 0,0 0-128 0,0 0 0 0,0 0 0 16,0 0 0-16,19 38 0 0,-24-29 0 0,-2-2 0 16,-1 2 0-16,-2-1 0 0,-1 1 0 0,-1 0 0 15,-1 0 0-15,1-1 0 16,0-1 0-16,0 1 0 0,1-1 0 0,0 0 0 0,0-2 0 0,2 0 0 16,1 1 0-16,1-3 0 0,0 1 0 0,2 0 0 15,1-1 0-15,1 0 0 0,1-1 0 0,1-1 0 16,1-1 0-16,0 0 0 15,0 0 0-15,0 0 0 0,0 0 0 0,0 0 0 0,0 0 0 0,35 9 0 16,-35-9 0-16,0 0 0 0,34-2 0 0,-34 2 0 16,30-1 0-16,-30 1 0 0,31 0 0 0,-31 0 0 0,31 1 0 15,-31-1 0-15,0 0 0 0,39 7 0 0,-39-7 128 16,0 0-128-16,0 0 0 0,0 0 0 0,0 0 0 0,0 0 0 16,24 30 128-16,-30-24-128 0,-2 2 176 0,-3 0-32 15,-2 1 0-15,-3 1 0 0,0 1 48 0,-2 1 0 16,1-2 0-16,1 2 0 0,2-3-192 0,1 0 128 15,1 1-128 1,1-2 128-16,4-2-128 0,1 0 0 0,3 0 0 0,2-3 0 0,1-1 0 0,0-2 0 16,0 0 0-16,0 0 0 15,0 0-336-15,27-5-112 0,-18 3 0 0,1-5-17296 0</inkml:trace>
  <inkml:trace contextRef="#ctx0" brushRef="#br0" timeOffset="139172.12">16082 9710 11055 0,'2'-6'976'0,"-1"1"-784"16,0 0-192-16,0 3 0 0,0 0 1472 0,-1 2 240 15,0 0 48-15,1-1 16 0,0-1 496 0,1 0 96 0,-2 1 32 0,1 1 0 16,0 0-832-16,-1 3-160 0,0 2-48 0,-1 0 0 15,1-5-288-15,0 0-64 0,-1 30-16 0,1-30 0 16,-1 31-512-16,1-31-96 0,-1 40-32 0,1-40 0 16,2 49 48-16,-2-49 16 15,-1 53 0-15,1-53 0 0,-2 50-32 0,2-50-16 0,-5 46 0 16,5-46 0-16,-5 38-208 0,5-38-32 0,-5 31-128 0,5-31 192 16,-5 23-192-16,3-14 0 0,-1-2 0 0,0 0 0 15,0-4-928-15,1-2-128 0,0-1-32 0,2-1-15120 16</inkml:trace>
  <inkml:trace contextRef="#ctx0" brushRef="#br0" timeOffset="139987.7">15978 9774 9215 0,'-1'-2'816'0,"1"0"-656"0,0 0-160 0,0 0 0 16,0 2 1120-16,-1-1 192 15,0-1 32-15,0-3 16 0,0 3 336 0,-1-3 64 16,1 0 16-16,1 1 0 0,0 1-64 0,0-1-16 16,1 3 0-16,0 0 0 0,0 0-96 0,-1 2 0 15,0 0-16-15,-1 0 0 0,0 1-416 0,-2 1-80 16,0 3 0-16,0-1-16 0,-2 2-480 0,0 3-80 16,-2-1-32-16,0 1 0 0,-1 1-256 0,0 1-48 15,-1 0-16-15,0 1 0 0,1-1-160 0,-1 1 192 16,1-1-192-16,1-3 192 0,2-1-192 0,5-8 160 15,-5 14-160-15,5-14 160 0,0 0-160 0,0 0 0 16,0 0 144-16,0 0-144 0,0 0 0 0,44 9 144 16,-30-13-144-16,1-1 0 0,0 1 336 0,0-1-32 15,2 0-16-15,2 2 0 0,-1-1-160 0,2 1-128 16,-1-2 144-16,1 3-144 0,0-3 176 0,0 1-176 16,2 1 192-16,-2-2-192 0,0 0 144 0,-1 1-144 0,0-1 0 0,-4 0 144 15,-1 3-144-15,-14 2 0 0,23-7 0 0,-23 7 0 16,14-5 0-16,-10 4 0 0,0 0-176 0,-2 1 176 31,-2 1-1152-31,-1-1-160 0,0 1-32 0,-1-1-15536 0</inkml:trace>
  <inkml:trace contextRef="#ctx0" brushRef="#br0" timeOffset="140308.66">16419 9694 7199 0,'1'-4'144'0,"0"1"48"0,0 0 0 0,0 0 16 16,0 2-208-16,0 1 0 0,1-2 0 0,0 0 0 0,1 1 2608 0,1-2 464 15,0 0 112-15,1 0 16 0,-1 3-624 0,-2-2-112 16,1 2-32-16,-3 0 0 0,0 0-752 0,0 0-144 16,0 0-48-16,0 0 0 0,7 42-512 0,-7-42-96 15,-4 33-32-15,4-33 0 0,-4 39-256 0,4-39-48 16,-5 51-16-16,1-25 0 0,0 3-128 0,1-3-16 16,1 0-16-16,2-26 0 0,-4 45-368 0,4-45 144 15,-1 36-144-15,1-36 0 0,-1 30 0 0,1-30-352 0,0 0 48 0,0 0-16864 16</inkml:trace>
  <inkml:trace contextRef="#ctx0" brushRef="#br0" timeOffset="140959.42">16704 9661 12895 0,'-1'0'1152'0,"1"0"-928"16,1 2-224-16,0-2 0 0,-1 0 848 0,2 0 128 0,1 0 32 0,1-2 0 16,-4 2 896-16,0 0 176 15,26-3 32-15,-26 3 16 0,23-2-304 0,-23 2-64 0,24-2-16 0,-24 2 0 16,25-3-704-16,-25 3-144 0,0 0-16 0,32 3-16 15,-32-3-576-15,0 0-112 0,0 0-32 0,0 0 0 16,0 0-144-16,0 0 0 0,0 0 0 0,0 0 0 0,12 38 0 16,-21-31-224-16,0 0 80 0,-2 0 16 15,-1-1-128-15,0 0-32 0,-2 2 0 0,1-2 0 0,0 1-32 0,1-2-16 16,0 0 0-16,2-1 0 0,1 1 208 0,3-2 128 16,0 0-160-16,3-2 160 0,2 1 0 0,2-2 0 15,0 0 0-15,-1 0 0 0,0 0 0 0,0 0 160 16,0 0-160-16,32 0 192 0,-32 0 240 0,0 0 48 15,34 4 16-15,-34-4 0 0,0 0-144 0,42 9-32 0,-42-9 0 16,0 0 0-16,40 16-320 0,-40-16 0 0,0 0 0 0,0 0 128 16,37 32-128-16,-37-32 0 15,0 0 0-15,0 0 0 0,17 37 0 0,-17-37 0 0,0 0 0 0,-5 24 128 16,5-24 144-16,-8 16 48 0,2-8 0 0,1 1 0 16,-1-2 64-16,0 0 32 15,-1 0 0-15,1-2 0 0,-2 2-272 0,1-2-144 0,0 0 160 0,0-2-160 16,0 0 0-16,1 0-192 0,-1-1 16 0,2 1-10832 15,-1-1-2176 1</inkml:trace>
  <inkml:trace contextRef="#ctx0" brushRef="#br0" timeOffset="141364.15">17122 9751 13823 0,'-3'2'608'0,"2"-2"128"0,0 0-592 0,1 0-144 16,0 0 0-16,1 0 0 0,1 0 1248 0,0-2 224 16,3 2 32-16,1-2 16 0,3 1 448 0,3-1 80 0,2 0 32 0,2-2 0 15,3 1-160-15,-1 1-48 0,-18 2 0 0,39-1 0 16,-39 1-768-16,38 0-144 0,-38 0-48 0,34 1 0 15,-34-1-592-15,0 0-112 0,34 5-16 0,-34-5-16 16,0 0-352-16,0 0-64 16,0 0-16-16,0 0-16128 0</inkml:trace>
  <inkml:trace contextRef="#ctx0" brushRef="#br0" timeOffset="141550.94">17166 9877 11967 0,'-1'4'528'0,"0"-4"112"0,1 0-512 0,0 0-128 16,0 0 0-16,0 0 0 0,0 0 2080 0,0 0 384 16,0 0 80-16,0 0 16 0,0 0 496 0,37 10 96 15,-37-10 32-15,28-2 0 0,-28 2-1264 0,31-5-240 16,-13 0-48-16,0 0-16 0,2 1-1040 0,-2-3-192 16,1 4-64-16,-2-2 0 0,-17 5-320 0,26-7-128 15,-26 7 0-15,20-4-11536 16,-20 4-2304-16</inkml:trace>
  <inkml:trace contextRef="#ctx0" brushRef="#br0" timeOffset="142463.76">18073 9692 6447 0,'0'-3'576'0,"0"1"-576"16,0 2 0-16,0 0 0 0,0-2 976 0,0 1 96 16,1-1 16-16,-1 0 0 0,1-2 1104 0,-1 0 240 15,0 1 32-15,0 0 16 0,-2 1-80 0,1 1-16 16,-2 2 0-16,-2 1 0 0,1 1-592 0,-3 0-112 15,1 3-16-15,-1 1-16 0,-1 4-752 0,0 1-160 16,1 2-32-16,-1 0 0 0,0 1-336 0,0 4-80 16,0-2-16-16,0 4 0 0,1-2-144 0,1-2-128 15,0 1 192-15,6-18-192 0,-3 27 176 0,3-27-176 0,0 0 160 0,0 0-160 16,0 0 160 0,17 37-160-16,-17-37 160 0,0 0-160 0,25 0 224 0,-13-4-48 0,2-1-16 0,1-2 0 15,1-1 32-15,1-3 0 0,1 1 0 0,0-3 0 31,0-2-192-31,-1 1 0 0,0-1 0 0,-2 1 0 0,-3 2 0 16,-3 0 0-16,-1 0-176 0,-2-1 176 0,-2 0-144 16,-1-1 144-16,-3 2-160 0,-2-2 160 0,-3 2 0 15,-3 0 0-15,-3 0-128 0,-2 3 128 0,-2 2 0 0,1 2 0 0,-1 3 0 0,1 0 0 16,0 4 0 0,1 0 0-16,2 1 0 0,2-1-144 0,0 3 144 0,3 2-128 15,1-2 128-15,2 2-128 0,3-7-496 0,0 0-80 0,0 0-32 0,0 0-15648 31</inkml:trace>
  <inkml:trace contextRef="#ctx0" brushRef="#br0" timeOffset="142610.62">18300 9796 24879 0,'0'0'2208'0,"0"0"-1760"15,0 0-448-15,0 0 0 0,0 0 1264 0,0 0 160 16,0 0 48-16,26 36 0 0,-26-36 128 0,0 0 16 0,26 44 16 0,-26-44 0 15,0 0-880-15,22 32-176 0,-22-32-48 0,0 0 0 16,0 0-736-16,0 0-160 0</inkml:trace>
  <inkml:trace contextRef="#ctx0" brushRef="#br0" timeOffset="142992.94">18860 9544 11967 0,'-6'4'1072'0,"2"-2"-864"0,-1 1-208 0,0-2 0 0,2 1 1568 0,0 1 272 15,-2-1 48-15,-3 3 16 0,-6 2-128 0,-5 5-32 16,-2 0 0-16,0 2 0 0,0 0-16 0,3 3-16 16,2-1 0-16,2 1 0 0,1 2-240 15,2 0-64-15,2 1 0 0,0 0 0 0,3-1-656 0,6-19-144 16,-8 38-32-16,8-38 0 0,-3 33-272 0,3-33-64 15,0 0-16-15,10 36 0 0,-10-36-224 0,0 0 0 16,0 0 128-16,0 0-128 0,37 23 0 0,-37-23-128 0,21-2 128 0,-9-2-208 16,0-4-32-16,-1 1 0 0,1 0 0 0,-1-2 0 31,-1 2-208-31,-1-3-64 0,2 0 0 0,-4-1 0 0,0 2 304 0,-1-1 48 0,-2 0 16 0,-2 3 0 16,-2 0 144-16,-3 1 0 0,-1 2 0 15,-1 0 0-15,-3 2 0 0,-2 2 0 0,-1 0 0 16,-3 2 0-16,-1 0 0 0,0 3 0 0,0 2 0 0,1-2-128 15,2 2 128-15,1-2 0 0,2 2 0 0,2-3 0 16,1 1 0-16,2-2 0 0,4-3 0 0,0 0 0 16,0 0-896-16,0 0-80 15,0 0-32-15,0 0-13776 0</inkml:trace>
  <inkml:trace contextRef="#ctx0" brushRef="#br0" timeOffset="143591.83">19043 9651 4191 0,'7'-5'0'0,"-2"1"176"0,-1 0-48 0,-1 1 0 0,-2 1-128 0,0 1 0 0,0 1 0 0,0-2 0 16,1 0 2736-16,0-1 512 0,-1 1 96 0,-2-1 32 16,0 3-352-16,-3 1-64 0,-1 1-16 0,-1 3 0 15,-2-3-1104-15,0 3-240 0,0 0-32 0,-1-1-16 0,1 1-464 16,0 2-112-16,1 0-16 0,1-2 0 0,2-1-272 0,0 0-64 15,4-4-16-15,0 0 0 16,0 0-256-16,0 0-48 16,0 0-16-16,0 0 0 0,0 0-128 0,22 32-32 0,-22-32 0 0,0 0 0 0,0 0 16 0,38 24 0 15,-38-24 0-15,0 0 0 0,37 25-144 0,-37-25 128 16,0 0-128-16,32 32 128 16,-32-32-128-16,0 0 0 15,0 0 0-15,24 38 0 0,-24-38 0 0,0 0 0 0,0 0 0 16,0 0 0-16,0 36 0 0,0-36 0 15,0 0 128-15,-11 13-128 0,5-10 0 0,1-1 0 16,-2 1 0-16,1-3 0 0,-1 1 0 0,-2 0 0 0,1-1 0 0,-1 0 0 16,0 2 0-16,1-2 0 0,-2 0 0 0,0 0 0 15,1 0 0-15,0-2 0 0,-1 0 0 0,1-1 0 16,1-1 0-16,1 1 0 0,0-1 0 0,2-1 0 16,2 0 0-16,0 1 0 0,2-1 0 0,1 0 0 15,2 0 0-15,1-2 0 0,1 0 0 0,2 0 0 16,1-1 0-16,2-3 0 0,0 1 0 0,2-2 0 15,0 1 0-15,0-4 0 0,1 1-144 0,2-3 144 16,0 2-192-16,0 0 32 0,0-1 0 0,-1 1 0 16,-3 5 160-16,0 1-160 0,-1 2 160 0,-3 0-160 0,0 2 160 15,-2 0 0-15,-1 1 0 0,-1 1 0 0,-1 0 0 16,-2 1 0-16,0 0 0 0,-2-2 128 0,0 3-128 0,-2-1 128 16,-1-1-128-16,-1 1 128 0,-1 1-128 15,-3 0 0-15,1-2 0 0,-2 1 0 0,0-1 0 16,-1 1-208-16,1 0 16 0,1 0 16 15,0-1-448-15,2 3-80 0,1 0-32 0,3 0 0 16,1 1-1056-16,2 1-224 0</inkml:trace>
  <inkml:trace contextRef="#ctx0" brushRef="#br0" timeOffset="144817.65">19314 9599 2751 0,'-2'-4'256'0,"1"3"-256"0,-1 1 0 0,1-2 0 15,1 2 2240-15,-1 0 384 0,1 0 96 0,-1 0 16 16,0 0-704-16,0 0-144 0,0-1-32 0,0 0 0 16,1 1 336-16,0 0 64 0,1 0 16 0,1-2 0 15,1 1-304-15,0 1-64 0,-1-2-16 0,3 0 0 16,-5 2-640-16,0 0-128 0,19-3-32 0,-19 3 0 0,16-2-384 0,-16 2-96 15,22-2-16-15,-22 2 0 0,25-3-320 0,-25 3-64 16,28 0-16-16,-28 0 0 0,30 3-32 0,-30-3-16 16,0 0 0-16,38 15 0 0,-38-15-144 0,0 0 0 15,0 0 0-15,32 41 128 0,-32-41-128 16,0 0 0-16,4 41 0 0,-4-41 0 0,-9 31 0 0,2-17 0 16,-4 2 0-16,-1-1 0 0,-3 1 0 0,0-2 0 15,-1-2 0-15,-1 0 0 0,0-2 0 0,0-1 0 16,1 3 0-16,1-5 0 0,1 0 0 0,2-2 0 0,1 0 0 15,3-3 0-15,2 0 0 0,3-1 0 0,2 1 0 16,1-4 0-16,2 1 0 0,-2 1 0 0,0 0 0 0,17-2 0 16,-17 2 0-16,22-5 0 15,-22 5 0-15,29-5 0 0,-29 5 0 0,34-2 0 0,-34 2 0 0,40-2 128 16,-40 2-128-16,39-2 160 0,-17 0-160 0,0 1 160 16,-1-2-160-16,-1 0 0 0,-1 0 0 15,-2 0 0-15,-1-2 0 0,-1 1 0 0,-1-1-160 0,0-1-12256 31,0 0-2464-31</inkml:trace>
  <inkml:trace contextRef="#ctx0" brushRef="#br0" timeOffset="145148.99">20027 9457 20271 0,'0'-2'1792'0,"1"2"-1424"0,-1 0-368 0,0 0 0 0,0 0 912 0,0 0 112 16,0 0 32-16,0 0 0 15,-9 26 480-15,9-26 80 0,-15 29 32 0,4-12 0 0,-2 0-304 0,-2 3-48 0,-1-1-16 0,-2 3 0 32,0-1-448-32,0 2-112 0,-2 1-16 0,1 2 0 15,1 2-256-15,2-2-64 0,1 0-16 0,3-1 0 0,3-2 144 0,9-23 16 0,-6 40 16 16,6-40 0 0,0 0-320-16,17 41-64 0,-17-41-16 0,0 0 0 0,44 18-144 0,-44-18 0 0,42-2 0 0,-19-2 0 15,1-2 128-15,0-2-128 0,1 0 128 0,-1-2-128 16,0-1 0-16,-5 1 0 15,-1-2 0-15,-6 1 0 0,-3 1 0 0,-3 0-144 16,-5-1 144-16,-3 2 0 0,-6 1 0 0,-3 1 0 16,-4 1 0-16,-1 2 0 0,-4 2 0 0,-1 2-128 15,-3 2 128-15,0 2 0 0,0 2-160 0,2-1 160 16,3 4-128-16,0-3 128 0,3 2-704 0,2-1-48 0</inkml:trace>
  <inkml:trace contextRef="#ctx0" brushRef="#br1" timeOffset="151966.83">7545 10502 6447 0,'0'0'576'0,"0"-2"-576"0,0 2 0 0,0 0 0 16,0 0 896-16,-1 0 64 0,1 0 0 0,-1 0 16 15,0 0 32-15,0 0 0 16,-1 2 0-16,1-2 0 0,0 3-176 0,0-1-16 0,0 3-16 0,0-3 0 0,1 3-48 0,0-2-16 31,0-1 0-31,1 2 0 0,0-1-96 0,1-1-32 16,0 1 0-16,0-2 0 0,1 0-80 0,-1-1-16 15,3 0 0-15,0 2 0 0,0-2 64 0,2-2 16 16,0 2 0-16,0 0 0 0,1 2-32 0,-1-4-16 16,2 2 0-16,0 0 0 0,1 0-224 0,0 0-32 15,1-1-16-15,2 0 0 0,-1 1-128 0,1-3-16 0,-1 1-128 16,1 0 192-16,0-1-192 0,0 1 0 0,-2 0 128 0,0-1-128 16,0-1 0-16,1 1 0 0,0 1 0 0,-1-1 0 15,-1 1 128-15,2 0-128 0,0 1 0 0,0-1 0 16,0 1 0-16,-12 1 128 0,24-1-128 0,-24 1 0 15,0 0 0-15,38 2 144 0,-38-2-144 0,28 3 128 0,-28-3 0 16,0 0 0-16,42 7 0 0,-42-7 0 0,0 0 80 0,37 4 16 16,-37-4 0-16,27 1 0 0,-27-1 48 15,27 2 16-15,-27-2 0 0,26 2 0 16,-26-2-16-16,0 0 0 0,39 3 0 0,-39-3 0 0,0 0-64 0,41 4-16 16,-41-4 0-16,0 0 0 0,41 8 0 0,-41-8 0 15,0 0 0-15,44 6 0 0,-44-6 0 0,34 3-16 16,-34-3 0-16,34-2 0 0,-34 2-176 0,35-3 192 15,-17 2-192-15,-1-3 192 0,1 0-64 0,0 0-128 0,0-1 192 16,1-1-64-16,-3 4-128 0,0-5 0 0,3 2 0 16,-2 3 128-16,2-2-128 0,-1 1 0 15,0 2 0-15,0-1 0 0,-18 2 0 0,36 2 0 0,-36-2 0 0,36 4 0 16,-36-4 0-16,36 6 0 0,-36-6 0 0,35 10 128 16,-35-10-128-16,32 7 0 15,-32-7 144-15,33 7-144 0,-33-7 192 0,32 7-48 16,-32-7 0-16,36 3 0 0,-36-3 16 0,37 2 0 0,-37-2 0 0,39 0 0 0,-39 0 32 0,44-3 0 15,-20 1 0-15,0-3 0 16,-1 3-64-16,-1-3 0 0,2 0 0 0,1-1 0 0,0 0-128 0,1 0 128 16,-1-2-128-16,-1 1 128 0,0 0-128 0,-2 2 0 15,1-2 0-15,-1 5 0 0,-4-3 0 0,4 3 0 16,1 1 0 0,2 1 0-16,-2 0 0 0,-1 0 0 0,-22 0 0 15,44 3 0-15,-44-3 0 0,37 3 0 0,-37-3 0 0,36 4 0 16,-36-4 0-16,36 2 0 0,-36-2 0 0,37 3 0 0,-37-3 0 0,38 2 0 15,-38-2 144-15,39 1-144 0,-39-1 192 0,43 0-48 16,-21-1 0-16,-22 1 0 0,38 0-144 0,-38 0 192 0,43-2-192 0,-21 0 192 16,0 1-192-16,-22 1 0 15,41 1 144-15,-41-1-144 0,39 4 0 0,-39-4 128 0,36 5-128 0,-36-5 0 16,0 0 0-16,45 10 0 16,-45-10 0-16,39 12 128 0,-39-12-128 0,39 9 0 0,-39-9 0 0,46 7 128 15,-46-7-128 1,47 2 0-16,-23-4 0 0,-1 2 0 0,1-4 0 0,0 1 0 0,-1-2 0 0,2 1 128 15,1-4-128-15,1 2 0 0,0 0 0 0,-1 2 0 32,0-1 0-32,-1 2 0 0,0 0 0 0,-1 0 0 0,-2 0 0 15,1 0 0-15,-1 1 0 0,-1 0 0 16,1 2 0-16,-1 0 0 0,-21 0 0 0,39 2 0 0,-39-2 0 0,37 5 0 16,-37-5 0-16,36 7 0 0,-36-7 0 0,37 10 0 15,-37-10 0-15,40 7 0 0,-40-7 0 0,43 5 128 16,-43-5-128-16,42 3 0 0,-42-3 0 0,40-1 144 15,-16-1-144-15,-1 0 0 0,1-1 144 0,-1 1-144 16,-4 1 0-16,2-1 144 0,1 1-144 0,2 1 0 16,0 0 0-16,0 1 0 0,-24-1 0 0,45 2 0 15,-19-1 0-15,1 1 0 0,1 0 0 0,-3-2 0 16,1-2 128-16,-2 2-128 0,0-2 0 0,1 1 0 0,2-1 0 16,0 0 0-16,0-1 0 0,0-1 0 0,3 1 128 0,2-1-128 15,0 1 0-15,-1-2 0 0,-2 1 0 0,-1-4 0 16,0 2 0-16,-2 0 0 0,1 2 0 0,-1-1 0 15,-1 0 0-15,1 3 0 0,0 1 0 0,0 0 0 16,0 2 0-16,0 0 0 0,-1 2 0 0,-1-1 0 16,1 0 0-16,0 1 128 0,1-3-128 0,-2 0 0 15,0 2 144-15,2-2-144 0,2 0 160 0,3 0-160 16,0 0 192-16,2-2-64 0,4 0-128 0,0-1 192 16,0-2-48-16,1 0-16 0,0-3 0 0,-1-1 0 15,-2 1-128-15,0 0 0 0,-2 1 0 0,-2 2 128 16,-1 1-128-16,-2 1 0 0,-1 1 0 0,-4 0 0 0,-3 1 0 0,-20 1-192 15,29 3 64-15,-29-3-18384 16</inkml:trace>
  <inkml:trace contextRef="#ctx0" brushRef="#br1" timeOffset="153785.12">8297 10901 4607 0,'1'-2'400'0,"0"1"-400"0,-1 1 0 0,1 0 0 16,-1 0 864-16,0 0 96 0,1 0 0 0,-1 0 16 15,1 0 976-15,0 0 192 0,0 0 32 0,-1 0 16 16,0 0-432-16,0 0-96 0,-1 0 0 0,1 0-16 16,-1-2-288-16,1 2-48 0,0 0-16 0,-1 0 0 15,0-1-464-15,0 1-80 0,0-1-32 0,1 1 0 16,0 0-176-16,-1 0-32 0,0 0-16 0,-1 0 0 16,1 0-112-16,-1 0 0 0,0 1-16 0,-1 0 0 0,0 1-96 0,-2 1-16 15,0-1 0-15,-2 3 0 0,1-3-128 0,-2 1-128 16,0 2 144-16,-1 1-144 0,0-1 192 0,0-1-64 15,0 2-128-15,0-1 192 16,0-1-32-16,1 2-16 0,0-1 0 0,0-1 0 16,0 1 32-16,2-1 0 0,0 0 0 0,1 0 0 0,1 0 16 0,0-2 16 15,2 1 0-15,-1-1 0 0,1 1 16 0,0 0 0 16,2 0 0-16,-1 0 0 0,1 0-64 0,0 1-16 16,1-2 0-16,0 3 0 0,1-2-144 0,0 1 0 0,0-2 144 0,0 3-144 15,-2-5 0-15,0 0 144 0,0 0-144 0,0 0 0 16,0 0 128-16,0 0-128 0,0 0 0 0,38 10 0 15,-38-10 128-15,0 0-128 0,0 0 192 0,28 0-192 16,-28 0 144-16,0 0-144 0,0 0 0 0,29 0 144 16,-29 0-144-16,0 0 0 0,0 0 0 0,0 0 128 15,0 0-128-15,31 5 0 0,-29-3 0 0,-1-2 128 16,0 2-128-16,-1-2 0 16,0 0 0-16,-1 2 0 0,-1-2 0 0,0 1 0 0,-1 1 0 0,-1 0 128 0,0 1-128 0,0-1 0 15,-2 1 0-15,1 1 0 16,-2-1 0-16,0-1 128 0,-1 0-128 0,1 3 0 0,0-2 0 15,-2-1 128 1,2 0-128-16,-2 1 0 0,2 1 0 0,-2-1 0 0,-1-1 128 16,1 1-128-16,0 2 0 0,0-1 0 0,1-2 0 0,1 0 0 15,0-2 0-15,1 1 0 0,0 1-128 0,2-2 128 32,0 0-464-32,1-2-32 0,1 2 0 0,1-1 0 15,1-1-1840-15,2 2-368 0</inkml:trace>
  <inkml:trace contextRef="#ctx0" brushRef="#br1" timeOffset="154711.99">8426 10974 2751 0,'0'0'256'0,"0"-1"-256"0,0 0 0 0,0 1 0 16,0 0 960-16,0 0 160 0,0-2 32 0,0 2 0 16,0-2 768-16,0 1 176 0,0-1 16 0,0 2 16 15,-1-3-208-15,0 3-32 0,1 0-16 0,-1-2 0 16,1 2-320-16,-1 0-64 0,0 0-16 0,0 0 0 15,1 2-368-15,0-4-80 0,0 2 0 0,0 0-16 16,0 0-256-16,0 0-48 0,0 0-16 0,1 0 0 16,-1 0-256-16,1 0-48 0,-1 0-16 0,1 0 0 15,-1 0-80-15,1 0-16 0,-1 0 0 0,1 0 0 16,-1 0-112-16,1 0-32 0,-1 0 0 0,0 2 0 16,0-2-128-16,0 0 192 0,0 0-192 0,0 0 192 0,0 0-192 15,0 1 192-15,-1-1-192 0,0 0 192 0,1 0-64 0,-1 2-128 16,0-2 192-16,1 0-64 15,-1 0-128-15,1 0 160 0,-1 0-160 0,1 0 160 0,0 0-160 0,0 0 160 16,0 0-160-16,0 0 160 0,0 0-160 0,0 0 0 16,0 0 0-16,1 0 128 0,-1 0-128 0,1 0 0 15,-1 0 0-15,0 0 128 0,0 0-128 0,1 0 0 16,-1 0 0-16,0 0 0 0,0-2 0 0,0 2 0 16,0-1 128-16,0 1-128 0,0 0 0 0,0 0 160 15,0 0-160-15,0 0 160 0,0 0-160 0,0 0 192 16,0 0-192-16,0 0 192 0,0 0-192 0,0 0 0 15,0 0 0-15,1 0 128 0,-1 0-128 0,0 0 0 16,0 0 0-16,0 0 0 0,0 0 0 0,1 0 0 0,-1 0 0 0,0 1 0 16,0-1 0-16,0 0 0 0,0 0 128 0,1 0-128 15,-1 0 0-15,0 0 0 0,0 0 0 0,0 0 128 16,0 0-128-16,0 2 0 0,0-2 0 0,1 0 128 16,-1 2-128-16,1-2 128 0,-1 3-128 0,0-1 128 15,0-1-128-15,1 1 0 0,-1 2 0 0,1 1 128 16,0-3-128-16,0 3 160 0,0 0-160 0,1-1 160 15,-1 2-160-15,-1-6 128 0,0 0-128 0,0 0 128 16,0 0-128-16,0 0 0 0,13 38 144 0,-13-38-144 16,0 0 0-16,0 0 128 0,0 0-128 0,0 0 0 15,17 37 0-15,-17-37 0 0,0 0 0 0,0 0 128 16,0 0-128-16,0 0 0 0,0 0 0 0,0 0 0 16,0 0 0-16,0 0 0 0,0 0 0 0,0 0 0 15,0 0-384-15,0 0 16 0,0 0 0 0,0 0 0 16,0 0-2000-16,0 0-384 0,0 0-96 0,0 0-11344 15</inkml:trace>
  <inkml:trace contextRef="#ctx0" brushRef="#br1" timeOffset="154988.54">8516 10985 5583 0,'0'-3'0'0,"-1"0"224"0,1-1-64 0,-1 3 32 0,1 0-192 0,0 0 0 0,-1-1 0 0,0-1 0 16,0 1 1664-16,-1-3 320 15,0 1 48-15,0-1 16 0,1 2-192 0,0 2-48 0,0 0 0 0,0 1 0 16,1 1-176-16,-1 0-32 0,1 4-16 0,0 0 0 15,0 2-384-15,0 0-80 0,0-7-16 0,0 0 0 16,2 34-336-16,-2-34-64 0,1 30 0 0,-1-30-16 0,1 34-224 0,-1-34-32 16,0 33-16-16,0-33 0 0,-1 33-64 0,-1-17-16 15,-1 1 0-15,-1 0 0 0,0 1-48 0,0-1-16 16,-1 0 0-16,0-2 0 0,-1-2-80 0,1-1-32 16,-3 1 0-16,0 0 0 0,-1-3 16 0,0 1 0 15,0-2 0-15,-3 3 0 0,0-2-176 0,-1 0 0 16,0-1 144-16,-2 0-144 0,0-1 0 0,0-1 0 15,0 0 0-15,1-3 0 0,2 1 0 0,0-2-208 16,0-1 48-16,2-2 16 16,1 2-1760-16,1-4-336 0,0 1-80 0,3-3-11392 0</inkml:trace>
  <inkml:trace contextRef="#ctx0" brushRef="#br1" timeOffset="156367.33">8758 10991 7359 0,'0'0'656'16,"0"-2"-528"-16,0 1-128 0,-1 1 0 15,1-2 1152-15,0 2 192 0,-1-2 32 0,-1-2 16 0,1-1 432 16,-1 0 96-16,1 0 0 0,0 2 16 0,1 0-160 0,0 2-48 0,0-1 0 0,0 4 0 16,0 0-512-16,1 1-96 0,-1-3-32 0,0 0 0 15,0 28-272-15,0-28-64 0,-4 31-16 0,2-14 0 16,-1 4-288-16,-1-5-48 0,0 1-16 0,1-2 0 16,0-2-112-16,0-1-16 0,1-3-16 0,0-1 0 15,1-1 16-15,0-4 0 16,1 1 0-16,-1-4 0 0,1 2-16 0,1-4 0 0,-1 2 0 0,1-2 0 15,-1-1-80-15,1-2-16 0,0-1 0 0,2-3 0 16,1-2-144-16,0 0 192 0,0 1-192 0,0-2 192 16,1 1-192-16,-1-1 0 0,1-2 0 0,-1 0 0 15,1 2 0-15,-1 0 0 0,0 0 0 16,1 2 0-16,-1 0-128 0,0 2 128 0,-2 1 0 0,2 1 0 16,0-1 0-16,-1 5 0 0,1-1 0 0,0 3 0 15,0 3 0-15,-4-3 0 0,0 0 0 0,0 0 0 0,0 0 0 0,17 36 0 16,-17-36 0-16,0 0 0 0,9 46 0 0,-9-46 0 15,1 35 0-15,-1-35 0 0,-1 27 0 0,0-15 0 16,-1 0 0-16,0-2 0 0,-1-4 0 0,0 2 0 16,1-6 0-16,1 0 0 15,0 1 0-15,-1-5 128 0,2 1-128 0,-1-2 0 0,0 0 0 0,1-3 0 16,0 2 128-16,1-5-128 0,0 1 0 16,1-1 0-16,0-1 0 0,1 1 0 0,1-2 0 0,1-1 0 0,-1 0 0 0,1 0 0 31,0 0 0-31,-1 0 0 0,2 0 0 0,-1 2 0 0,0-1 0 15,0 4 0-15,0-1-144 0,0 4 144 0,-1-1 0 0,2 2 0 16,-1 3-128-16,-1 0 128 0,-4 0 0 0,0 0 0 0,0 0 0 0,0 0 0 16,0 0 0-16,19 43 0 0,-19-43 0 15,0 0 0-15,4 35 0 0,-4-35 0 0,1 25 0 0,-1-25 0 16,0 0 0-16,-1 30 0 0,0-20 0 0,0-3 0 16,-1 0 0-16,0 0 128 0,0-2-128 0,0 0 0 15,1-1 0-15,0-2 0 0,0-2 0 0,1 0 0 16,0 0 0-16,0 0 0 0,0-2 0 15,0 1 0 1,2-2-624-16,1 0-64 0,1-2-16 0,-1-1-14992 0</inkml:trace>
  <inkml:trace contextRef="#ctx0" brushRef="#br1" timeOffset="157698.64">9059 10975 4607 0,'0'-1'400'0,"-1"1"-400"16,1 0 0-16,0 0 0 0,0 0 1056 0,0 0 128 0,-1-1 32 0,1 0 0 0,-1 1 640 0,0-2 128 16,1 2 16-16,-1-2 16 0,1 2-48 0,-1 0-16 15,0 2 0-15,1 0 0 0,0-1-608 0,0 1-128 16,0 2-32-16,-1-1 0 16,1 1-288-16,0 3-64 0,-1-2-16 0,1 2 0 0,-1-1-288 0,1-6-48 15,0 0-16-15,0 0 0 0,-2 28-96 0,2-28-32 16,0 0 0-16,-4 22 0 0,3-16-16 0,-1 1 0 15,1 0 0-15,-2-2 0 0,0 2-96 0,0-2-32 16,0-1 0-16,1 1 0 16,-1 0-64-16,0-1-128 0,1-1 176 0,0 0-176 15,1 0 128-15,-1-2-128 0,1 1 0 0,0-2 0 0,1 1 0 16,0-2 0-16,0 1 0 0,0 0 0 0,0-2 0 16,1 0 0-16,1-1 0 0,-1-2 0 0,2 1 0 0,0-3 0 0,1 0 0 15,-1-1 0-15,1-1-192 0,0 0 192 0,1-1-208 0,0 0 80 16,1-2 0-16,-2 3 0 15,1-2 0-15,0 2 0 0,-1 1 128 16,1 1-128-16,-1 2 128 0,1 0-128 0,0 1 128 0,-1 1 0 0,0-1 0 16,0 3 0-16,-1 1 0 0,0 0 0 15,0 0 0-15,-3 0 128 0,0 0-128 0,0 0 0 0,0 0 128 0,0 0-128 16,0 0 192-16,11 40-16 0,-11-40-16 0,0 0 0 16,0 34-160-16,0-34 160 0,-2 24-160 0,2-24 160 0,-3 23-160 15,0-13 0-15,3-10 0 0,-5 17 0 16,3-10 0-16,0-2 0 0,2 0 144 0,0-2-144 0,-1-2 128 0,1 1-128 15,0-2 160-15,0 0-160 0,0-2 160 0,0 1-160 16,1-2 160-16,-1 0-160 0,3 0 144 0,0-2-144 16,0-2 128-16,1 0-128 0,0 0 0 0,1 0 0 15,0-3 0 1,2 1 0-16,-2 0 0 0,1-3-192 0,0 2 32 16,0-2 16-1,1 3-416-15,-3-3-80 0,2 1 0 0,-2 1-16 0,2 0 160 0,-1 1 48 0,-1 2 0 0,1-3 0 0,0 3 256 0,0-2 48 16,0 4 16-16,-1-1 0 0,0 2 128 0,0 2 0 0,-1 0 0 0,-2 2 0 31,1 2 0-31,0 0 176 0,-1 3-48 0,-1 2 0 0,0-7 320 0,0 0 64 0,2 29 16 0,-2-29 0 16,0 27-128-16,0-27-16 0,-2 32-16 15,2-32 0-15,-2 33-112 16,2-33-32-16,-2 31 0 0,2-31 0 16,0 26-64-16,0-26-16 0,0 0 0 0,2 31 0 15,-2-31-144-15,0 0 0 0,0 0 0 0,0 0 0 16,7 30-160-16,-5-27-112 0,0-1-32 0,0-4 0 15,1 2-2000-15,1-3-384 0</inkml:trace>
  <inkml:trace contextRef="#ctx0" brushRef="#br1" timeOffset="158077.63">9349 11060 9215 0,'-1'1'400'0,"1"-1"96"0,0 1-496 0,0-1 0 16,1 0 0-16,-1 0 0 0,1 2 1824 0,1-2 272 15,-2 0 48-15,0 0 16 0,0 0 144 0,0 0 16 16,32-2 16-16,-23-2 0 0,-9 4-912 0,20-8-176 0,-9 4-32 16,0-3-16-16,0 2-592 0,0-3-112 0,0 2-32 0,-1 0 0 15,-1 0-304-15,0-1-160 0,-2 2 160 0,0 0-160 16,-1-1 0-16,-1 1 0 0,-1 0 0 0,-2 0 0 16,0 0 0-16,-2 0 0 0,-1 3 0 0,-2-3 0 15,0 0 0-15,-2 3 0 16,-1-2-128-16,-1 3 128 0,-1-1-256 0,-1 0 16 0,0 4 0 0,0-2 0 15,0 3 96-15,-2 1 16 0,2 0 0 0,1 2 0 16,1 1 128-16,0 2 0 0,1 1 0 0,2-1 0 16,-1 0 160-16,1 2 64 0,4-11 16 0,-3 25 0 15,3-25 272-15,-2 22 48 0,2-22 16 0,0 0 0 16,0 0-160-16,8 33-32 0,-8-33 0 0,0 0 0 16,0 0-64-16,0 0 0 0,0 0-16 0,36 21 0 0,-36-21-160 15,0 0-16-15,0 0-128 0,34-2 192 0,-34 2-192 0,0 0 0 16,28-5 0-16,-28 5 0 15,20-7-816-15,-9 2-208 0,-2 0-32 0,2-2-8928 16,-2 2-1792-16</inkml:trace>
  <inkml:trace contextRef="#ctx0" brushRef="#br1" timeOffset="158409.23">9694 10920 1839 0,'1'-2'160'0,"0"-1"-160"0,0 3 0 0,0-2 0 15,-1 1 1216-15,0 1 192 0,2-2 64 0,0-2 0 16,0-1 736-16,0 0 160 0,0 3 16 0,0-1 16 16,-1 1-112-16,0 2-32 15,0 0 0-15,-1 2 0 0,0 1-624 0,-1-1-128 0,0 3-32 0,-1 2 0 16,1-3-480-16,-1 4-96 0,0 1-32 0,0 3 0 16,-1 1-288-16,0 3-48 0,0-1-16 0,1 0 0 15,-1 3-128-15,3-18-48 0,-3 32 0 0,3-32 0 16,-2 28-48-16,2-28-16 0,0 0 0 0,0 36 0 15,0-36-80-15,0 0-32 0,0 0 0 0,0 0 0 0,10 38-160 0,-10-38 0 16,0 0 0-16,0 0 0 0,0 0 0 0,0 0 0 16,0 0-128-16,0 0 128 15,0 0-464-15,0 0-32 0,34 2 0 0,-32-6 0 16,1 0-1152-16,0 0-224 0,1 0-48 0,-1-1-7264 16,0-2-1440-16</inkml:trace>
  <inkml:trace contextRef="#ctx0" brushRef="#br1" timeOffset="158661.52">9593 11048 1839 0,'-3'0'160'0,"2"0"-160"0,1 0 0 0,0 0 0 16,0 0 1728-16,1 0 320 15,0 0 64-15,0 0 16 0,2-2 1328 0,3 2 256 0,1-3 48 0,2-1 16 16,-9 4-720-16,25-5-144 0,-10 0-32 15,0 0 0-15,0 3-1408 0,0-3-304 0,0 2-48 0,2-1-16 16,-17 4-768-16,30-5-144 0,-30 5-48 0,27-5 0 16,-27 5-144-16,24-4 0 0,-24 4 0 0,22-3 0 15,-22 3-624-15,20-5-48 0,-20 5-16 0,20-3-15440 16</inkml:trace>
  <inkml:trace contextRef="#ctx0" brushRef="#br1" timeOffset="159031.58">9955 10991 8287 0,'-2'0'736'0,"1"0"-592"0,1 0-144 0,0 0 0 0,0 0 1184 0,0-2 208 16,0 1 32-16,0-1 16 0,1 0 640 0,0-2 128 16,3 0 32-16,0 0 0 0,1-1-336 0,1 0-64 0,1 2-16 0,-1-1 0 15,1 2-752-15,-1 0-160 16,-6 2-16-16,0 0-16 0,0 0-480 0,0 0-80 0,0 0-32 0,0 0 0 15,37 23-32 1,-37-23-16-16,0 0 0 0,0 0 0 0,14 36-240 0,-14-36 128 0,0 0-128 0,0 0 0 16,7 39 0-1,-7-39 0-15,0 0 0 0,-2 27 0 16,0-21 0-16,-1 0 0 0,1 1 0 0,-2-2 0 0,1 0 0 0,-1 0 0 0,1-3 0 0,-1 0 0 16,1-2 0-16,-1 2 0 0,3-2 0 0,-1-2 0 15,1 2 192-15,0-2-16 0,2-3 0 0,0 0 0 0,1-2 224 16,1-1 48-16,3-1 16 0,0-2 0 0,1-1 16 0,0-2 0 15,3-1 0-15,-1-1 0 0,1 0-224 0,-1 1-32 16,2 1-16-16,-2 0 0 0,0 4-208 0,-1 1 0 16,1 1 0-16,-2 2 0 31,0 0-1200-31,-1 3-128 0,0 2-16 0,-1 1-14144 0</inkml:trace>
  <inkml:trace contextRef="#ctx0" brushRef="#br1" timeOffset="159220.26">10206 10955 12895 0,'0'-2'576'0,"0"-1"112"0,1 1-560 0,-1 2-128 0,0-1 0 0,0 1 0 15,1 0 1472-15,-1 1 256 0,1-1 48 0,1 2 16 16,-2-2 464-16,0 0 112 0,0 0 0 0,0 0 16 0,6 38-624 0,-6-38-128 16,0 0-32-16,6 38 0 0,-6-38-1040 0,0 0-224 15,0 0-32-15,16 39-16 0,-16-39-288 0,0 0 0 16,0 0 0-16,0 0-144 15,0 0-480-15,36 2-80 0,-29-8-32 0,0-3 0 16,-1 1-1088-16,1-2-224 0,-1-1-32 0,1 0-6096 16,-2 0-1216-16</inkml:trace>
  <inkml:trace contextRef="#ctx0" brushRef="#br1" timeOffset="159504">10340 10946 10991 0,'2'-17'976'0,"-2"15"-784"16,0 2-192-16,0 0 0 0,0-2 0 0,0 1 0 16,-1-1-144-16,0 0 144 0,0-2 1552 0,-1 1 416 15,0 2 80-15,0-1 16 0,0 2-16 0,1 2 0 16,-1 1 0-16,0-2 16 0,0 3-384 0,1-2-80 0,-1 3 0 0,0 0 0 15,1-3-192-15,0 5-48 0,0-2 0 0,-1 0 32 16,2-5-544-16,0 0-96 0,0 0-32 0,-2 29 16 16,2-29-336-16,0 0-64 0,1 31-16 0,-1-31 16 15,0 0-64-15,5 46-16 0,-5-46 0 0,5 36 16 16,-5-36-96-16,3 35-32 0,-3-35 0 0,3 36 16 16,-3-36-160-16,-1 33 0 0,1-33 0 0,-2 31 0 15,2-31-224-15,-6 28 48 0,2-16 16 0,-3 0 16 16,1-1 16-16,-4 0 0 15,0-2 0-15,-2 1 128 0,-3-1-144 0,-1-2 144 0,-1 0 0 0,-3-4 0 0,2 1 0 0,-2-1 0 16,1-3 0-16,0-2 0 0,2-1 0 0,1-2-192 16,2 1 64-16,2-3-11744 15,1 0-2336-15</inkml:trace>
  <inkml:trace contextRef="#ctx0" brushRef="#br1" timeOffset="160007.13">10990 10912 1839 0,'-6'-2'0'16,"2"1"160"-16,0 0-160 0,1-1 0 15,1 2 0-15,0 0 0 0,1 0 1920 0,-3-2 368 0,-3 1 64 0,-2 1 16 16,-1 0 0-16,0 3 16 0,0 0 0 0,0 1 0 16,2 3-768-16,0-2-144 0,2 3-48 0,-1 1 0 0,2 4-80 0,-2 2-32 15,4 0 0-15,-1 0 0 0,4-15 320 0,-4 31 64 16,4-31 16-16,0 0 0 15,7 36-1856-15,-7-36-368 0,0 0-80 0,0 0-16 0,0 0 608 0,38 26 128 16,-38-26 32-16,21-5 0 0,-9 3 0 0,0-6 0 16,1-1 0-16,0-2 0 0,0 1 0 0,-1-2 0 15,-2-1 0-15,0 1 0 0,-3-1-160 0,-1 1 0 16,-2 1 0-16,-1 1 0 0,-1 1 0 0,-2 1 0 16,-3 1 0-16,0 0 0 0,-4 2 0 0,-1 0 0 15,-3 2 0-15,-2 2 0 0,1 1-160 0,-1 0-16 0,0 0 0 16,0 2 0-1,0 0-208-15,2 1-64 0,1 2 0 0,2-3 0 0,2 3 896 0,2-3 160 0,0 3 32 0,2-4 16 32,2 2-2448-32,1-3-512 0,3 1-80 0,-1-1-10560 0</inkml:trace>
  <inkml:trace contextRef="#ctx0" brushRef="#br1" timeOffset="160378.32">11301 10818 14735 0,'6'-5'640'0,"-3"0"160"0,0 1-640 0,-2 1-160 0,0 1 0 0,-1-1 0 0,0 1 1536 0,0 0 256 15,1-6 64-15,-1 0 16 0,-1 0-272 0,-1 1-64 16,0 1-16-16,-2 1 0 16,-1 2-288-16,1 2-48 0,-2 1-16 0,0 3 0 0,-1 0-480 0,1 1-112 15,-1 1 0-15,1 1-16 16,0 0-176-16,1 1-48 0,-1 0 0 0,0 0 0 0,3 0-16 0,0 0 0 15,0 1 0-15,0 1 0 16,3-9-144-16,0 0-48 0,-2 32 0 0,2-32 0 0,0 0 16 0,3 41 0 16,-3-41 0-16,7 36 0 15,-7-36-16-15,9 43-128 0,-9-43 192 0,10 47-64 0,-10-47-128 0,12 51 128 0,-12-51-128 16,10 47 128 0,-10-47-128-16,8 44 0 0,-8-44 0 0,6 40 0 0,-6-40 0 0,1 34 0 0,-1-34 0 0,-1 28 0 31,1-28 0-31,-5 23 0 0,1-14 0 0,0-3 0 15,-1-1 0-15,-2-2 0 0,1-1 0 0,-2-4 0 16,-1 0-128-16,0-2-64 0,-2-2-16 0,-2-1 0 16,-1 0-1776-1,-3-2-336-15</inkml:trace>
  <inkml:trace contextRef="#ctx0" brushRef="#br1" timeOffset="160513.03">11107 11069 9727 0,'7'-9'208'0,"-1"2"48"0,-1 2 16 0,0 1 0 0,-1 3-272 0,-1-1 0 16,2 0 0-16,3-1 0 0,6-2 3072 0,5-2 576 15,1 1 96-15,1 0 32 0,0 2-1680 0,-1-4-336 16,1 2-64-16,-1 0-16 0,0 0-1040 0,-1-2-192 16,3 1-64-16,1-2-9312 15,-2-1-1872-15</inkml:trace>
  <inkml:trace contextRef="#ctx0" brushRef="#br1" timeOffset="162050.93">11908 10924 8287 0,'0'-2'736'0,"0"0"-592"16,1 2-144-16,-1-2 0 0,0 2 1136 0,0 0 192 15,1-3 32-15,0 1 16 0,0-1 1008 0,0 2 208 16,0 0 32-16,-1 2 16 0,1 0-864 0,-1 4-176 15,0 1-48-15,0-6 0 0,0 0-528 0,1 37-96 16,-1-37-32-16,1 35 0 0,-1-35-448 0,-1 36-80 16,1-36-32-16,-2 35 0 0,2-35-208 0,-2 23-128 0,2-23 128 15,-3 18-128-15,3-13 0 0,0-3 0 0,1-1 0 0,0-2 0 16,1-3 0-16,-1-1 144 0,2 0-144 0,0-5 0 16,0 3 128-16,1-4-128 0,-2 1 0 0,2-2 0 15,0 0 0-15,0-2 0 0,0 0 0 0,0 2-144 16,0 0 144-16,0 0 0 0,1-1 0 0,-2 2 0 15,-1 4 0-15,1-2 0 0,1-1 0 0,0 3 128 16,-1 1 272-16,1 1 64 0,1 2 16 0,-1 1 0 16,1 1-80-16,0 2-16 0,-5-1 0 0,0 0 0 15,0 0-112-15,0 0-16 0,12 38-16 0,-12-38 0 16,0 28-80-16,0-28-16 0,-4 31 0 0,0-15 0 16,0-1-144-16,1-1 0 0,-2 0 0 0,1-4 0 15,1-1 0-15,-1-2 0 0,1-2 0 0,0-3 0 16,2 1 0-16,0-1 0 0,0-4 0 0,2 1 0 15,0-1 0-15,-1-2 0 0,2-1 0 0,1 0 0 0,0-2 0 16,1 0 0-16,1-3 0 0,1 1 0 0,-1 0 0 0,3-1-192 16,-1-2 32-16,1 0 16 15,1 0-432-15,0 0-96 0,1 0-16 0,0 0 0 16,-2 3 112-16,1-2 32 0,0 2 0 0,-1 0 0 0,0 3 352 0,-1-1 192 16,-2 3-192-16,1 1 192 0,-2 2 0 0,-1-1 0 15,-1 4 0-15,0-2 0 0,-1 3 128 0,0 1 48 16,-2 2 0-16,0 0 0 0,1-6 272 0,-4 20 64 15,1-8 16-15,1 1 0 0,-1 2-192 0,0-1-32 16,3-14-16-16,-3 28 0 0,3-28-128 0,-1 26-32 16,1-26 0-16,0 0 0 0,6 31-128 0,-6-31 0 15,0 0 0-15,0 0 0 0,0 0 0 0,0 0 0 16,0 0 0-16,0 0 0 0,35 6-144 0,-27-14-16 0,1-1 0 0,-1-1 0 31,2-2-848-31,0 0-160 0,0-2-48 0,0 1 0 16,0 0-992-16,-1 2-208 0,0 0-32 0,-2 2-16 15,1 0-112-15,-3 1-32 0,0 2 0 0,-1 1 0 16,-1 2 1424-16,-2 2 288 0,0 0 48 0,-1 1 16 0,-1 1 1088 0,0 0 208 0,0-1 48 0,-1 2 16 16,0 1 864-16,-1-1 160 0,1 1 48 0,-1-2 0 15,2 0-48-15,-2 1 0 0,2-2 0 0,-1 0 0 16,0 1-704-16,1-1-144 0,1 0-16 0,-1 0-16 16,0 0-528-16,0 0-144 0,1 0 0 0,0-1 0 15,0 1-448-15,0 0-144 0,-1 0-48 0,1 0 0 16,-1 0-400-16,1 1-96 0,-1-1-16 0,1 0 0 15,-1 0 320-15,1 0 48 0,0 0 16 0,0 0 0 0,0 0 576 0,0 0 192 16,0 0 0-16,0 0 0 0,1-1 352 16,-1 1 176-16,0 0 48 0,0 0 0 0,1-2 400 0,-1 2 96 15,0-1 16-15,1 0 0 0,-1 1-32 0,1-2 0 16,-1 1 0-16,0 1 0 0,0 0-192 0,0 0-32 16,0 0-16-16,0 0 0 0,1 0-256 0,-1 0-48 15,1 0-16-15,-1 0 0 0,0 0-128 0,0 0-32 16,0 0 0-16,0 0 0 0,0 0 0 0,0 0 0 15,-1 0 0-15,1 0 0 0,0 0 32 0,-1 0 0 16,1 0 0-16,0 0 0 0,0 0-112 0,0 0 0 0,0 0-16 0,-1 0 0 16,1 1-80-16,0-1-16 0,0 0 0 0,0 0 0 15,-1 0-144-15,1 2 0 0,0-2 144 0,0 0-144 16,-1 0 0-16,1 0 0 0,-1 0 0 0,1 0 0 16,-1 0 0-16,1 1 128 0,-1-1-128 0,1 0 0 0,-1 0 160 15,1 0-32-15,0 0-128 0,0 0 192 16,0 0-16-16,0 0-16 0,0 0 0 0,0 0 0 0,0 0-160 0,0 0 160 15,1 1-160-15,-1-1 160 0,0 0-160 0,0 0 0 16,-1 2 0-16,1-2 0 0,0 0 128 0,-1 1-128 16,1 1 0-16,0-2 128 0,-1 0-128 0,1 0 192 15,0 0-192-15,0 0 192 0,-1 0-64 0,1-2-128 16,0 1 192-16,1-1-64 0,-1 2 0 0,0-1-128 16,0 0 192-16,1-2-64 0,0-1-128 0,-1 1 192 15,1 2-192-15,-1-2 192 0,0 1-64 0,1-1 0 16,-1 2 0-16,1-1 0 0,-1 2-128 15,0-2 0-15,0 2 144 0,-1-2-144 0,0 2 0 0,1-2 128 0,-1 1-128 0,-1 1 0 16,1-2 0-16,-2-1 128 0,2 3-128 0,-2-2 0 16,0 0 0-16,-2 0 128 0,1 1-128 0,-1-1 0 15,0-1 128-15,-1 1-128 0,0 1 160 0,0 0-160 16,1-1 128-16,0 0-128 0,0 1 0 0,1 1 0 16,-1 0 0-16,0 1 0 0,2 1 0 0,0 0 0 15,-1 0 0-15,1 1 0 0,0 1-176 0,2-1-17936 16</inkml:trace>
  <inkml:trace contextRef="#ctx0" brushRef="#br1" timeOffset="162697.46">12361 10889 1839 0,'-2'-2'160'15,"1"1"-160"-15,0 1 0 0,0-2 0 16,1 2 1024-16,0 0 160 15,-1 0 32-15,-1-2 16 0,0 0 1072 0,0-1 192 0,1-1 64 0,-1 1 0 0,2 1-224 0,0-1-32 16,1 1-16-16,0-1 0 0,1 1-720 0,1 0-144 16,1 0-16-16,0-1-16 0,1 1-432 0,1 1-96 15,1 1-16-15,-7 0 0 0,0 0-256 0,0 0-48 16,0 0-16-16,0 0 0 0,40 34-320 0,-40-34-64 16,0 0-16-16,14 36 0 0,-14-36-128 0,0 0 0 15,3 40 0-15,-6-26 0 0,3-14 0 0,-8 25 0 16,3-14 0-16,-2-4 0 0,2 2 0 0,-2-2 0 0,1-2 0 0,0-2 0 15,1 1 192-15,0-4 16 0,1 1 0 0,2-2 0 16,-1-2 208-16,2-1 32 0,0 0 16 0,1-2 0 16,1 0 0-16,1-2 0 0,1-1 0 0,0 0 0 15,3-1-96-15,0-2-32 0,2-2 0 0,-1 2 0 32,2-2-208-32,1-2-128 0,1 3 160 0,-1 1-160 0,-2 3 0 0,3-3 0 0,2 3 0 0,-1 2 0 15,1-1-1136-15,-2 1-112 16,1 2-32-16,-1 1-14992 0</inkml:trace>
  <inkml:trace contextRef="#ctx0" brushRef="#br1" timeOffset="163278.5">12596 10851 5519 0,'0'0'240'0,"0"0"64"0,0 0-304 0,0 0 0 16,1 0 0-16,-1 0 0 0,0 0 2176 0,1 0 384 15,0 1 80-15,0 1 16 0,0 1 144 0,-1-3 16 16,0 0 16-16,0 0 0 0,0 29-848 0,0-29-160 15,-4 26-32-15,4-26-16 0,-5 27-848 0,2-12-160 16,3-15-48-16,-7 30 0 0,7-30-176 0,-7 26-32 16,7-26-16-16,-5 17 0 0,5-17-144 0,0 0-32 15,0 0 0-15,0 0 0 0,0 0-80 0,0 0-32 16,0 0 0-16,0 0 0 0,10-7-48 0,-6-1-16 16,1-1 0-16,0-3 0 0,0 3-144 0,0-1 0 0,2-3 0 0,-1 1 0 15,0 1 0-15,0-1 0 0,0 0 0 0,0 1 0 16,-1-1 0-16,1 1 0 0,-1 3 0 0,0 1 0 15,0 2 0-15,-1 1 0 0,2 1 0 0,-2 1 0 16,-1 2 0-16,0 0 0 0,0 3 0 0,-3-3 0 16,0 0 0-16,0 0 128 0,0 0-128 0,0 0 128 15,14 44-128-15,-14-44 0 0,0 28 0 0,0-28 128 16,-3 31-128-16,3-31 0 0,-7 30 0 0,3-17 128 16,0 1-128-16,0-3 0 0,1-3 0 0,-1-1 128 15,0-1-128-15,1-2 0 0,2-2 0 0,-1-2 0 16,1-1 0-16,1 0 128 0,1-4-128 0,1-2 0 15,0-2 0-15,2-1 0 0,2-2 0 0,0 0 0 0,0 1 0 16,1-4 0-16,1 1 0 0,0-2 0 16,-1 4-176-16,1-1-16 0,-2 0 0 0,1 1 0 0,-1 2-128 15,1 1-16-15,-1 1-16 0,0 2 0 0,-1 0 224 0,0 4 128 16,0 1-160-16,-2 1 160 0,-3 0 0 0,0 0 0 16,0 0 0-16,0 0 0 0,0 0 0 0,0 0 160 15,0 0-32-15,24 41 0 0,-24-41 32 0,0 0 0 16,0 0 0-16,6 38 0 0,-6-38 32 0,0 0 0 15,-2 34 0-15,2-34 0 0,-4 24 16 0,4-24 16 16,-7 23 0-16,3-13 0 0,2-1-224 0,-1-2 176 16,0-2-176-16,1-1 160 0,1-1-160 0,0 0 0 0,1-3 0 0,1-3 0 15,0 0 0-15,2-1 0 0,0-1-144 0,0-2 144 32,1 1-2048-32,2-1-288 0</inkml:trace>
  <inkml:trace contextRef="#ctx0" brushRef="#br1" timeOffset="163937.63">12927 10974 7359 0,'0'0'320'0,"0"-1"80"0,1 0-400 0,0 1 0 0,0-2 0 0,1 0 0 15,0 1 2400-15,0-4 400 0,4-1 80 0,1-2 0 16,3-1-368-16,-1-3-80 0,1 0 0 0,0-2-16 16,-1 2-1072-16,-3 1-192 0,-1 1-64 0,-1 0 0 0,-3 3 176 0,-1 1 16 15,-1 3 16-15,-2 0 0 16,-2 3-1520-16,-1 0-304 0,-2 5-64 0,-1-3-16 0,-1 6 864 0,-1-2 192 15,0 4 16-15,-1-3 16 0,2 3-224 0,0-1-32 16,0 3-16-16,1-2 0 0,2-1-16 0,1 0-16 16,0 1 0-16,2-2 0 0,4-8-32 0,-5 18 0 15,5-18 0-15,0 0 0 0,0 0 32 0,0 0 0 16,0 0 0-16,0 0 0 0,13 33 64 0,-13-33 16 16,0 0 0-16,0 0 0 0,26-4-96 0,-19 1-16 15,1 1 0-15,-1-1 0 0,-1-2-144 0,2 1 0 0,0-1 0 16,1-1 0-16,-1 0 0 0,0-2 0 0,1 0 0 15,0 1 0-15,-2-1 0 0,2-1 0 16,-2 2-160-16,1-4 160 0,0 1-144 0,-2 0 144 0,0 1-128 0,-3 1 128 16,-1 1 0-16,-1 0 0 0,-1 3 0 15,-1-1 0-15,0 4 0 0,0 1 0 0,-1 3 0 0,-2 2 0 16,0-1 0-16,2 4 0 0,-2-1 0 0,0 1 0 16,4-8 0-16,-4 20 0 15,4-20 0-15,0 0 128 0,-1 30-128 0,1-30 128 0,0 0-128 16,0 0 128-16,0 0-128 0,0 0 0 0,21 37 128 0,-21-37-128 0,0 0 0 15,0 0 128-15,29-2-128 0,-21-3 0 0,1 0 0 16,0-3 0-16,-1 2 0 0,1-4 128 0,1 0-128 0,1-2 0 16,-1-1 0-16,-2 3 0 15,0 3-592-15,-1-3-96 0,3-4-16 0,3 0 0 16,1-3-720-16,-1-1-160 0,0 2-16 0,-1-1-16 16,-1-1 416-16,0 2 96 0,-3-3 16 0,0 0 0 0,-1 0 848 0,-2 0 240 15,0 3 0-15,-1 4 0 0,-2 2 720 0,-1 6 240 16,-1 1 32-16,0 3 16 15,-1 0 112-15,0 1 32 0,-1 3 0 0,-1 0 0 0,-1 2-384 0,0 3-64 16,-1 2 0-16,-2 1-16 0,2 2-176 0,-3 3-16 16,1 1-16-16,0 0 0 0,-1 1-96 0,0 2 0 0,0 1-16 0,0 3 0 15,2-1-48-15,-1 0 0 16,2-5 0-16,0 2 0 0,0 3-128 16,2 0-48-16,3-24 0 0,-3 38 0 0,3-38-144 0,2 33 0 0,-2-33 0 0,0 0 0 15,0 0-192-15,17 33-112 0</inkml:trace>
  <inkml:trace contextRef="#ctx0" brushRef="#br1" timeOffset="164885.39">13815 10950 12895 0,'2'0'1152'16,"-1"0"-928"-16,-1 0-224 0,0 0 0 0,1 0 2064 0,-1 0 368 15,2 0 80-15,1 1 16 0,1 1 352 0,-1-2 64 16,2 0 0-16,-1 0 16 0,0 0-1152 0,1-2-224 16,-1-1-48-16,0 1-16 0,0-2-880 0,1 1-160 15,-2-2-32-15,1 0-16 0,-1 0-304 0,0 1-128 16,0-3 0-16,-3 2 128 15,2-2-128-15,-2 1 0 0,-1 0 0 0,0 1 0 0,-1 1 0 0,-1 1 0 16,-3-2 0-16,-2 3 0 0,0 0 0 0,-3 2-144 16,-2 2 144-16,-1 0 0 0,1 1-208 0,-1 2 64 15,0-1 16-15,1 3 0 0,0 0 128 0,2 3-208 16,1-3 80-16,0 2 128 0,3 1-144 0,-1 0 144 16,3 1 0-16,0 1 0 15,5-12 0-15,-4 24 0 0,4-24 0 0,0 0 0 0,0 35 0 0,0-35 0 0,0 0 0 0,0 0 0 16,13 41 0-16,-13-41 0 0,0 0 0 0,0 0 0 15,0 0 0-15,32 23 0 0,-32-23 128 0,0 0-128 16,0 0 0-16,29 0 128 0,-23-2-128 0,1-2 0 16,1-2 176-16,-1 0-176 0,1-2 192 0,0-1-192 15,1 0 160-15,0-1-160 0,0 0 128 0,-1-1-128 16,-1 2 0-16,0-1 0 16,3-4 0-16,-2-1 0 0,0-1-160 0,-1 1-16 0,-1 1 0 0,-1 0 0 15,-1-3-384-15,-2 1-80 16,-2 1 0-16,0-3-16 0,-1 1 48 0,-1 0 16 0,0-1 0 0,0-1 0 0,1 2 288 0,-1 0 64 15,0 0 16-15,2 0 0 0,0 0 224 16,0 2 0-16,1 1 0 0,1 2 0 0,1 3 0 0,-1 1 160 16,0 1-160-16,0 2 192 15,-1 1 192-15,1 1 64 0,-1 3 0 0,0 0 0 0,-1 0 80 16,0 3 32-16,0 1 0 0,-1 4 0 16,1-8-112-16,0 0-32 0,-3 29 0 0,3-29 0 0,-2 29-208 0,2-29-32 31,-4 36-16-31,4-36 0 0,-4 37-160 0,4-37 192 0,-3 39-192 0,3-39 192 0,-2 40-192 0,2-40 0 15,-1 43 0-15,1-43 128 0,1 44-128 0,-1-44 0 16,1 38 0-16,-1-38 0 16,1 34 0-16,-1-34 0 0,0 0 0 0,0 0 0 15,9 38-320-15,-9-38-32 0,0 0-16 0,0 0-11280 16,0 0-2272-16</inkml:trace>
  <inkml:trace contextRef="#ctx0" brushRef="#br1" timeOffset="165094.63">14036 10808 11967 0,'0'0'528'0,"1"-2"112"16,0 2-512-16,0-2-128 0,0 2 0 0,1 0 0 16,0 0 2720-16,2-2 512 0,1 1 96 0,3-1 32 0,3-3-112 0,0 1-32 15,0 1 0-15,-1 0 0 0,1 0-1728 0,-1 0-336 16,-2 1-80-16,0-1-16 0,-1 1-736 0,-1 1-160 15,-1 1-32-15,-1 0 0 0,-1 0-384 0,-1 1-64 0,-1 3-32 0,-2-1-11264 16,-2 3-2256 0</inkml:trace>
  <inkml:trace contextRef="#ctx0" brushRef="#br1" timeOffset="165269.41">14063 10908 13823 0,'0'0'608'0,"0"0"128"0,0 0-592 0,0 0-144 0,0 0 0 0,0 0 0 16,0 0 2016-16,0 0 368 0,0 0 80 15,0 0 16-15,10 38 144 0,-10-38 48 0,0 0 0 0,0 0 0 16,0 0-1376-16,14 36-272 0,-14-36-48 0,0 0-16 0,0 0-784 16,0 0-176-16,0 0 0 0,0 0 0 15,0 0-1456-15,25 0-240 0</inkml:trace>
  <inkml:trace contextRef="#ctx0" brushRef="#br1" timeOffset="165584.08">14263 10822 13823 0,'5'-4'608'0,"-1"0"128"0,-1 1-592 0,-1 3-144 15,-1-2 0-15,-1 2 0 0,0 0 2240 0,0-1 400 16,1 1 96-16,-1 0 16 16,0 0-96-16,-1 3-16 0,-3-1 0 0,0 3 0 0,-2-1-1232 0,-1 1-256 0,0 2-64 0,-1-1 0 15,1 0-624-15,0 0-128 0,2 0-16 16,-1-1-16-16,0 0-304 0,1-1 160 0,2 1-160 0,1 0 128 16,1-3-128-16,1 0 0 0,1 1 0 0,2-1 0 15,0-2 0-15,0 3 0 0,-3-3 0 0,0 0 0 16,0 0 0-16,31 7 0 0,-31-7 0 0,0 0 0 15,0 0 0-15,39 14 128 0,-39-14-128 0,0 0 0 16,0 0 0-16,0 0 0 0,0 0 0 0,30 33 0 16,-30-33 0-16,0 0 0 0,-7 17 0 0,2-10 0 15,-2-2 0-15,-2 2 128 0,0-2-128 0,-1 2 0 16,-1-2 0-16,1 0 0 0,0 0 128 0,0-1-128 16,-1 0 0-16,0 1 0 0,1-3 0 0,2 1 0 0,1-1 0 0,2-2 0 15,1 0 0-15,3-2-176 16,3-1-544-16,1-1-112 0,3-1-32 0,2-4-15424 15</inkml:trace>
  <inkml:trace contextRef="#ctx0" brushRef="#br1" timeOffset="165904.37">14473 10814 12895 0,'-1'-3'1152'0,"1"0"-928"15,0 3-224-15,0-2 0 0,0 2 2240 0,0 0 416 16,-1-2 80-16,1-3 16 0,-1 2 64 0,1-1 32 0,0 2 0 0,-1 2 0 15,0 0-1104-15,0 2-208 0,1-2-64 0,0 0 0 32,0 0-928-32,-4 26-192 0,4-26-32 0,0 0-16 0,-7 28-304 0,7-28 0 15,-10 29 128-15,10-29-128 0,-8 34 0 0,8-34 0 16,-7 32 0-16,7-32 0 0,0 0 128 0,-1 38-128 16,1-38 192-16,0 0-192 0,0 0 160 0,0 0-160 15,0 0 128-15,27 29-128 0,-27-29 0 16,17-5 0-16,-8 2 128 0,1-3-128 0,-1 0 0 0,0 0 0 0,1-2 0 0,-2 1 0 15,0 0 0-15,-1 0-144 0,-3 0 144 0,1 0-208 32,-2 1-480-32,-1 0-80 0,-1 1-32 0,-1-1 0 0,-2 2-992 0,-1 0-208 0,-2 2-48 0,0-1-7664 15,-3 1-1536-15</inkml:trace>
  <inkml:trace contextRef="#ctx0" brushRef="#br1" timeOffset="166074.66">14311 10891 10815 0,'-1'0'240'0,"1"0"48"0,0 1 16 0,1-1 0 0,0 0-304 0,1 0 0 16,0 2 0-16,1-2 0 0,-3 0 3712 0,0 0 704 15,26 0 128-15,-26 0 16 0,26-2-1776 0,-12 1-352 0,1-3-80 0,2 0-16 16,-1-1-1296-16,1-1-256 0,-1-1-48 0,0 0-16 16,-2 0-528-16,-1 0-192 0,-1 0 0 0,1 0 144 31,0-3-528-31,1 1-96 0,-1 0-32 0,-2 3 0 15,1 0-2336-15,-4 0-480 0</inkml:trace>
  <inkml:trace contextRef="#ctx0" brushRef="#br1" timeOffset="166423.03">14571 10820 5519 0,'-2'2'240'0,"1"-2"64"0,1 0-304 0,0 0 0 0,1 0 0 0,0-2 0 0,0 2 2144 0,0-2 368 16,3 0 80-16,2-1 16 0,0-2 224 0,1 1 48 15,-1 1 16-15,1 1 0 0,-1-1-336 0,1 0-64 16,-1 2 0-16,1-1-16 0,-1 2-1056 0,2 0-208 15,-8 0-32-15,0 0-16 0,0 0-720 0,0 0-160 16,35 11-32-16,-35-11 0 0,0 0-256 0,0 0 0 16,0 0 0-16,38 21 0 0,-38-21 0 0,0 0 0 15,0 0 0-15,0 0 0 0,27 38 0 0,-27-38 0 16,0 0 0-16,0 0 0 0,4 38 0 0,-4-38 0 0,0 0 0 16,-9 32 0-16,9-32 0 0,-8 18 0 0,3-11 0 0,5-7-144 15,-7 12 144-15,4-7 0 16,0-2 0-16,0 1 0 0,2-4 0 0,0 0 0 0,2-2 0 0,0-1 128 15,1 1 128-15,0-5 48 0,3 0 0 0,-1-1 0 16,2 0-96-16,-1 0-16 16,2-2 0-16,0-1 0 0,2 1-192 0,-4 1 144 15,0 2-144-15,0 2 128 0,1-7-128 0,2-1 0 0,2-2 0 0,0 0 0 16,-2 1-208-16,0 3-32 0,0 1 0 0,-1 2-17872 16</inkml:trace>
  <inkml:trace contextRef="#ctx0" brushRef="#br1" timeOffset="166597.43">14905 10752 23951 0,'3'0'1056'0,"0"-2"224"0,1 1-1024 0,-2 1-256 15,0 0 0-15,0-2 0 0,1 2 2032 0,2-1 336 16,-5 1 80-16,18-1 16 0,-18 1-416 0,23-1-64 16,-23 1-32-16,21 1 0 0,-21-1-1280 0,0 0-256 15,0 0-48-15,29 7-16 16,-29-7-352-16,0 0 0 0,0 0 0 0,0 0 0 15,0 0-1536-15,0 0-288 0</inkml:trace>
  <inkml:trace contextRef="#ctx0" brushRef="#br1" timeOffset="166758.83">14966 10858 7359 0,'-1'0'656'0,"0"2"-528"0,1-2-128 0,0 0 0 16,1 1 2432-16,-1 1 464 0,0 0 96 0,0-2 16 15,0 0 288-15,0 0 64 0,0 0 16 0,-4 29 0 16,4-29-880-16,0 0-160 0,0 0-32 0,-3 33-16 15,3-33-1344-15,0 0-272 0,0 0-48 0,0 0-16 16,4 36-480-16,-4-36-128 0,0 0 0 0,0 0 0 31,0 0-448-31,0 0-128 0,0 0 0 0,0 0-16960 0</inkml:trace>
  <inkml:trace contextRef="#ctx0" brushRef="#br1" timeOffset="167944.06">15186 10615 9215 0,'0'-8'400'0,"-1"3"96"0,2 0-496 0,0 1 0 16,0 3 0-16,0-1 0 0,0 2 2464 0,1-2 400 16,0 0 80-16,2-1 0 0,-2 1 208 0,-2 2 48 15,0 0 0-15,0 0 0 0,0 0-1040 0,0 0-208 16,7 49-32-16,-7-49-16 0,-5 43-1136 0,5-43-240 16,-6 47-32-16,6-47-16 0,-10 46-288 0,10-46-48 15,-8 40-16-15,8-40 0 0,-6 38-128 0,6-38 160 16,-5 26-160-16,5-26 160 0,0 0-160 0,-3 31 0 15,3-31 144-15,0 0-144 0,0 0 0 0,0 0 0 0,0 0 0 0,0 0 0 16,0 0 0-16,0 0 0 0,0 0 0 16,0 0 0-16,16-6 0 0,-14 0 0 0,1 0 0 0,0-2 0 15,2 1 0-15,-1-1 0 0,1-1 0 0,0 2 0 16,0-2 0-16,2 1 0 0,0 0 0 16,3 0 0-16,-1 1 0 0,0 2 0 0,-1 0 0 0,1 3 0 0,-9 2 0 0,0 0 0 15,21 0 0-15,-21 0 0 16,0 0 0-16,0 0 0 0,0 0 0 0,0 0 0 0,15 38 0 0,-15-38 0 15,0 0 0-15,-8 28 0 0,8-28 0 16,-12 22 0-16,3-11 0 0,0-1 0 16,-2-1 0-16,1-1 0 0,-1-1 0 0,1 0-128 0,2-3 128 0,0 1 0 0,3-2 0 0,-1-3-128 15,1 2 128-15,0-4 0 0,2-1-144 0,1-1 144 16,2 1 0-16,0-2-176 16,1-2 176-16,2 3-128 0,2-2-128 0,1 2 0 0,3-3-16 0,-4 4 0 31,1 0-112-31,1-1-32 0,4-1 0 0,1-1 0 15,3 1 224-15,-1-2 32 0,0-1 16 0,-1 2 0 0,-1 0 144 0,0 0 0 16,2-2 0-16,-1 2 0 0,0-2 0 0,-2 2 0 16,-1 0 0-16,-1 0 0 0,0-2 0 0,-1 2 0 0,0 0 0 0,-3 2 128 15,0-1-128-15,-2 2 0 16,0 3 0-16,-3 0 128 0,-1 1 0 0,-1 1 16 0,0 0 0 0,-2 3 0 0,0 0 128 0,0 3 32 16,-2 0 0-16,2 2 0 0,4-10-48 0,-8 23-16 15,8-23 0-15,-4 26 0 0,4-26-240 0,0 0 128 16,-1 35-128-16,1-35 0 15,0 0 128-15,0 0-128 16,0 0 0-16,16 34 0 0,-16-34 0 0,0 0 0 16,0 0 0-16,27 0 0 0,-18-4 0 0,2-1 128 15,-1-3-128-15,1-1 0 0,0 0 0 0,-1-1 0 0,1-1 0 0,-1 1 0 16,0 1-128-16,-1-3 128 0,1 2-192 0,-3 0 192 16,1 1-192-16,-1 0 192 0,-1-1-192 0,-1 3 192 15,0 0 0-15,-3 2-128 0,0 0 128 0,-1 3 0 16,0 2 0-16,-1 0 0 0,0 0 0 0,-1 2 0 15,1-2 0-15,0 0 0 0,0 0 0 0,0 0 0 16,-6 24 0-16,6-24 144 0,0 0-144 0,-5 25 128 16,5-25 0-16,0 0 0 0,-2 32 0 0,2-32 0 15,0 0-128-15,2 33 192 0,-2-33-192 0,0 0 192 16,0 0-192-16,15 36 0 0,-15-36 144 0,0 0-144 16,0 0 0-16,0 0 0 0,29 10 0 0,-20-13 0 15,-2-2 0-15,3-2 0 0,-1-2 0 0,1-2 0 0,0 0-128 16,1-1 0-16,1-2 0 0,0 1 0 0,-1-1-160 15,-1 1-32-15,0-1 0 0,-1 0 0 0,1-1 16 0,-2 1 0 16,0-1 0-16,0 1 0 0,-2 0 304 0,0 0 0 16,-1 0-128-16,-1 2 128 0,0 0 0 0,-1 2 0 15,-1 4 0-15,0-1 0 0,-1 4 176 0,0 2-16 16,-1 0 0-16,0 2 0 0,-1 0 160 0,0 1 48 16,-1 1 0-16,2-3 0 0,0 0-112 0,-7 14-32 15,7-14 0-15,-7 15 0 0,7-15-64 0,-6 23-16 0,6-23 0 16,-8 26 0-16,8-26-16 0,-7 31-128 0,7-31 192 0,-7 34-64 15,7-34-128-15,-6 37 160 0,6-37-160 0,-3 35 160 16,3-35-160-16,0 0 0 0,-1 41 0 0,1-41 128 16,0 0-128-16,5 40 0 0,-5-40 0 0,0 0 0 15,0 0 0-15,0 0 0 0,0 0-128 0,0 0 128 16,0 0-288-16,0 0 16 0,0 0 0 0,30 0 0 16,-28-8-1456-16,0 0-272 15,-1 1-64-15,-1-1-13952 0</inkml:trace>
  <inkml:trace contextRef="#ctx0" brushRef="#br1" timeOffset="168095.91">15658 10756 9215 0,'-3'2'816'0,"3"-2"-656"15,0 0-160-15,0 0 0 0,0 0 3424 16,0 0 656-16,0 0 128 0,0 0 16 0,0 0-288 0,38 26-64 16,-38-26-16-16,32 6 0 0,-32-6-2352 0,35 0-480 15,-17-3-80-15,0 0-32 0,0-1-592 0,-1-1-112 16,-1-2-16-16,-1 2-16 15,0-2-176-15,-2 1 0 0,-1 0 0 0,-1 0 0 0,0 0-304 0,-1 2-32 16,-1-1-16-16,0-1-18064 0</inkml:trace>
  <inkml:trace contextRef="#ctx0" brushRef="#br1" timeOffset="168254.81">16006 10682 7359 0,'2'-2'656'0,"-2"2"-528"15,0 0-128-15,6-2 0 0,-6 2 3040 0,0 0 576 0,0 0 112 0,12-5 32 16,-4 1-80-16,2 1-16 0,3-2 0 0,0 0 0 15,-2 3-1696-15,0 0-352 0,0-2-64 0,-11 4-16 16,18-3-1024-16,-18 3-224 0,0 0-32 0,22 0-16 16,-22 0-432-16,0 0-96 0,0 0-16 0,0 0-11504 31,0 0-2304-31</inkml:trace>
  <inkml:trace contextRef="#ctx0" brushRef="#br1" timeOffset="168419.03">16077 10750 2751 0,'0'0'128'0,"0"0"16"0,-9 13-144 0,9-13 0 15,0 0 0-15,0 0 0 0,0 0 2384 0,0 0 448 16,-7 24 96-16,7-24 16 0,-7 24 304 0,7-24 64 16,-8 28 16-16,8-28 0 0,0 0-512 0,-8 34-80 15,8-34-32-15,0 0 0 0,0 0-1392 0,-5 33-288 16,5-33-48-16,0 0-16 0,0 0-960 0,0 0-240 0,0 0-16 0,0 0-16608 16</inkml:trace>
  <inkml:trace contextRef="#ctx0" brushRef="#br1" timeOffset="169178.13">16194 10794 11055 0,'0'-1'976'15,"1"0"-784"-15,-1 1-192 16,0 0 0-16,0 1 2224 0,0-1 400 0,0 1 64 0,-1-1 32 16,1 2 320-16,0-2 64 0,0 0 16 0,-8 15 0 0,8-15-1104 0,0 0-224 31,-9 28-32-31,9-28-16 0,0 0-976 0,-5 33-208 0,5-33-48 0,0 0 0 0,0 0-352 0,9 36-160 15,-9-36 128-15,0 0-128 0,0 0 0 0,0 0 0 16,0 0 0-16,35 16 0 0,-35-16 0 0,17-6 0 31,-8 1 0-31,-1 0 0 0,1-2 0 0,0-2 0 0,-2 1 0 0,1-1 0 0,-2 2 0 0,0-3 0 16,-1 1 0-16,-2 2 0 0,1-3 0 0,-2 3 0 16,-2-2 0-16,-1 1 0 0,-1 1 0 0,-2 0 0 15,-1 0 0-15,0 2 0 0,-2 3 0 0,1-2 0 16,-2 3 0-1,0 1 0-15,1 1 0 0,-2 3 0 0,2-2 0 16,0 1 0-16,0 2 0 0,1-1 0 0,2 1 144 0,-1 2-144 16,1-2 208-16,0 0-16 0,4-5-16 0,0 0 0 15,0 0-32-15,0 0 0 0,0 0 0 0,0 0 0 16,0 0-144-16,0 0 0 0,0 0 0 0,0 0 128 16,0 0-128-16,0 0 0 0,34 3 0 0,-25-8 0 15,0-1 0-15,0 2 0 0,1-3 0 0,0 2 0 16,0-3 0-16,0 4 0 0,0-3 0 0,-1 2 0 15,-9 5 0-15,18-7 0 0,-11 2 0 0,1 3 0 16,-1-3 0-16,-7 5 0 0,15-4 0 0,-15 4 0 0,0 0 128 16,21-3-128-16,-21 3 128 0,0 0-128 0,0 0 144 0,0 0-144 15,0 0 160-15,0 0-160 0,30 13 0 0,-30-13 0 16,0 0 0-16,0 0 0 0,0 0 0 0,6 37 0 16,-6-37 0-16,0 0 0 0,-3 33 0 0,3-33 128 15,-6 24-128-15,6-24 0 0,-7 24 0 0,7-24 0 16,-9 25 0-16,9-25 0 0,-10 22 0 0,10-22 0 15,0 0 0-15,-9 21 0 0,9-21 0 0,0 0 0 16,0 0 128-16,0 0-128 0,0 0 0 0,0 0 176 0,0 0-176 16,0 0 160-16,2-5-160 0,1-1 0 0,0 0 0 0,1 0 128 15,1-2-128-15,0-1 0 0,1-1 0 0,0-1 0 16,2-1 0-16,-1-2 0 0,2 2 0 0,-2 0 0 16,0 0 0-16,2 2 0 0,0 1 0 0,-1 0 0 15,0 3 0-15,-1 0 0 0,1 1 0 0,-2 2 0 16,-6 3 0-16,11-3 0 0,-11 3 0 0,0 0 0 15,0 0 0-15,0 0 0 0,0 0 0 0,30 20 0 16,-30-20 0-16,0 0 0 0,0 0 0 0,0 0 0 0,19 44 0 0,-19-44 0 16,0 0 0-16,4 39 0 15,-4-39 0-15,0 0 0 0,1 42 128 0,-1-42-128 0,-4 29 0 16,4-29 0-16,-6 31 0 0,6-31 0 0,-11 26 0 16,11-26 0-16</inkml:trace>
  <inkml:trace contextRef="#ctx0" brushRef="#br0" timeOffset="204636.57">3290 11911 3679 0,'-8'2'320'0,"3"1"-320"0,2-1 0 0,1-2 0 16,1 0 2000-16,1 0 336 0,0 0 64 0,-1 2 16 0,1-2-592 0,1 0-112 15,1 0-32-15,2 0 0 16,2-2 112-16,2-3 0 0,4 1 16 0,0 1 0 0,1-1-144 0,2 2-48 31,-15 2 0-31,0 0 0 0,47-1-784 0,-47 1-176 0,35 1-16 0,-35-1-16 0,32-1-400 0,-32 1-80 16,30-3-16-16,-17 1 0 0,0 1-128 0,-2 0 0 0,0-3 0 16,-2 3 0-16,-1-1 0 0,-1-1 0 15,0 1 0-15,-1 0 0 16,-1 2 0-16,-2 0-144 0,0 0 144 0,-2 0 0 31,-1 0-688-31,0 2-16 0,-1 0-16 0,-1 1 0 16,-1-1-1104-16,0 1-224 0,-1 1-32 0,-2 1-16 0,-1 0-416 15,1-1-96-15,-2 1-16 0,1-2 0 0,3-1 400 0,-2 0 80 16,-1 0 16-16,2 1 0 0,-1-2 1168 0,1 1 256 0,0 0 32 0,0-2 16 16,2 1 1200-16,0 0 240 0,-1 1 48 0,1 1 16 15,-2-1 752-15,1 2 128 0,1 0 48 0,0 1 0 16,0 3 128-16,-1 0 16 0,2 1 16 0,-2 1 0 0,1 4-240 0,0 1-48 15,-1 3-16-15,2-1 0 0,0 2-496 0,-1-1-112 16,1 2 0-16,0-2-16 0,1 0-384 0,1-1-80 16,1-2-16-16,1-3 0 0,1-1-400 0,0-3-128 15,1-3 0-15,0-1 0 0,2-1 0 0,-1-3-144 16,2-2-16-16,1-1-13680 16</inkml:trace>
  <inkml:trace contextRef="#ctx0" brushRef="#br0" timeOffset="205045.02">3700 11778 18431 0,'2'-2'816'0,"-1"0"160"0,1 1-784 0,-1 1-192 0,-1 3 0 0,0-2 0 16,0 2 1536-16,1 3 256 0,0 5 48 0,1 3 16 16,0 5 16-16,-1 3 16 0,1 4 0 0,-1-2 0 15,1 4-736-15,-1 0-128 0,1 3-48 0,-1 0 0 16,0-2-448-16,0 4-80 0,1-3-32 0,-1 1 0 15,0-5-256-15,0-2-160 0,1-5 192 0,-1-5-192 16,-1-2 0-16,1 0 0 0,0-5 0 0,-1 0 0 0,-1-2 0 16,1-3 0-16,0 1 0 0,0-3 0 0,0-3 0 0,0-1 0 15,0-1-144-15,1-3 144 16,0 0-592-16,0-2-48 0,0-2 0 0,-1-2 0 16,2 2 320-16,0-2 48 0,2-1 16 0,1 1 0 0,-1 2 256 0,1 0 0 15,1 3 0-15,1 2 0 0,0 2 272 0,1 0-32 16,0 1-16-16,-1 3 0 0,1 1 320 15,-2 3 64-15,2-1 16 0,-2 3 0 0,-6-5-208 0,0 0-32 16,0 0-16-16,0 0 0 0,31 41-192 0,-31-41-48 0,0 0 0 16,15 35 0-16,-15-35-128 0,0 0 0 0,0 0 0 0,16 36 128 15,-12-30-128-15,0-1 0 0,-1-1 0 0,0-3 0 16,1 1 0-16,0-2 0 0,-1 0 0 16,2-3 0-1,0 0-1424-15,-1 0-224 0</inkml:trace>
  <inkml:trace contextRef="#ctx0" brushRef="#br0" timeOffset="205390.43">4032 12162 2751 0,'1'0'256'0,"0"0"-256"0,0 0 0 0,0 0 0 0,0 2 2320 15,1-2 432-15,1 3 64 16,1-1 32-16,-4-2 512 0,0 0 96 0,0 0 32 16,0 0 0-16,42 10-1152 0,-42-10-224 0,0 0-64 0,33-3 0 0,-21 0-1216 0,1-1-240 0,0-1-48 0,-1-1-16 15,-1-2-400-15,0 1-128 0,-1-1 0 0,-2 0 0 16,0 1 0-16,-4 2 0 15,1-2 0-15,-3 0 0 0,-1 0 0 0,-1-1 0 0,-3 2 0 0,-1 0 0 16,-2 0 0-16,-2 1 0 16,-1 1 0-16,-4 1 0 0,1 0 128 0,-3 3-128 0,-1 1 0 0,-1 1 0 15,-1 2 128-15,2 3-128 0,0 0 0 0,3 3 0 16,1 0 0-16,3 1 128 0,1 1-128 0,3 0 0 16,1 2 512-16,2 1 0 15,1-1 0-15,1 0 0 16,2-1 32-16,-2-13 0 0,0 0 0 0,10 34 0 15,-10-34-160-15,0 0-48 0,0 0 0 0,0 0 0 0,50 22-208 16,-50-22-128-16,0 0 128 0,51-1-128 0,-51 1 0 0,41-4 0 16,-41 4 0-16,44-5 0 15,-44 5-1264-15,47-7-272 0</inkml:trace>
  <inkml:trace contextRef="#ctx0" brushRef="#br0" timeOffset="209728.87">4675 11999 11055 0,'0'-3'976'0,"0"1"-784"0,0 0-192 0,0 0 0 16,0 2 1440-16,0-1 240 0,1-3 48 0,-2 1 16 16,0 1 560-16,1-1 128 0,0 4 0 0,1 3 16 15,-1 3-848-15,2 2-160 0,0 3-32 0,-2-12-16 16,7 34-560-16,-7-34-96 0,10 45-32 0,-10-45 0 16,11 54-448-16,-9-27-80 0,1 1-32 0,-1-2 0 15,-1 0-144-15,-1-4 0 0,0-1 0 0,-1 0 0 16,1-7 0-16,0 0 0 0,0-4 0 0,0-5 0 15,1-1-912-15,0-6-64 0,0-1-16 0,2-5-13152 0</inkml:trace>
  <inkml:trace contextRef="#ctx0" brushRef="#br0" timeOffset="210012.12">4647 12010 8287 0,'-8'-7'368'0,"2"3"80"0,2 1-448 0,0 1 0 0,2 0 0 0,1 2 0 15,0 0 1920-15,-1-3 320 0,1 1 48 0,-2 0 16 16,2-1 64-16,2 1 32 0,3-1 0 0,2-4 0 15,4 1-704 1,1-2-144-16,5-4-16 0,0 0-16 16,1-2-832-16,2 0-176 0,1-2-16 0,-1 1-16 15,0 1-336-15,-1 4-144 0,1 2 128 0,-3 4-128 16,-16 4 0-16,0 0 0 0,42 10 0 0,-42-10 0 16,0 0 0-16,21 40 0 0,-20-21 0 0,-3 3 0 15,-4 1 0-15,-2-1 0 0,-1 0 0 0,-2-2 0 16,-1 1 0-16,-1-1 0 0,-2-2 0 0,1-1 0 0,1-3 0 0,1-2 0 15,1-5 0-15,2-4 0 0,1 1 0 0,0-6 0 16,1-1 0-16,-1-3 0 0,4-1 0 0,0-1 0 16,2-1 0-16,1-3 0 0,2 0 0 0,2 0 0 15,2 0-224-15,1 0 80 16,1 0-1456-16,5-1-304 0</inkml:trace>
  <inkml:trace contextRef="#ctx0" brushRef="#br0" timeOffset="210375.52">5037 12034 5519 0,'-4'0'496'0,"2"-1"-496"0,-1 0 0 0,2 1 0 15,-1-2 1872-15,1 2 288 0,-1-2 48 0,-2 1 16 16,0-2 784-16,-2-1 176 0,0 0 16 0,2 1 16 16,1 0-1552-16,1-1-320 0,2 1-64 0,2-2-16 15,2 2-496-15,0-2-112 0,4-1-16 0,0 2 0 16,2-4-400-16,1 1-96 0,2 0-16 0,0 3 0 15,0 1 16-15,-13 3 0 0,0 0 0 0,38 3 0 16,-38-3-144-16,0 0 0 0,0 0 0 0,40 30 0 16,-40-30 128-16,0 0-128 0,22 43 0 0,-22-43 128 15,7 33-128-15,-6-16 0 0,-1 0 0 0,-1-1 0 0,-3-2 0 0,1-2 0 16,-2 2 0-16,0-4 0 0,1-3 192 0,-2-1-64 16,1-3 0-16,-1 0 0 0,1-5 352 0,-1-1 64 15,0-2 16-15,2-3 0 0,0-1-16 0,1-2 0 16,2-4 0-16,1 1 0 0,1-1-160 0,0-3-16 15,2-1-16-15,2 1 0 0,-1 0-224 0,2 0-128 16,2-1 160-16,0 0-160 0,3 3 0 0,0 3 0 16,0 2 0-16,0 1 0 15,0 5-1312-15,-1 0-160 0,2 1-16 0,0 1-14336 0</inkml:trace>
  <inkml:trace contextRef="#ctx0" brushRef="#br0" timeOffset="210660.05">5348 11996 2751 0,'-1'5'256'0,"0"-3"-256"0,1-1 0 0,0 1 0 16,0-1 1728-16,0 0 288 0,0-1 64 0,0 2 16 16,1-1 512-16,1 1 96 0,2 0 32 0,0-1 0 15,0 1-800-15,2 0-144 0,0 0-48 0,0 0 0 16,-6-2-624-16,0 0-128 0,0 0-32 0,0 0 0 16,41 20 368-16,-41-20 64 0,0 0 16 0,0 0 0 15,0 0-1008-15,45 7-192 0,-36-10-32 0,-1-3-16 16,-1 0-768-16,1 0-160 0,-3-3-16 0,2-1-16 0,-1 0 800 0,0 1 224 15,-1-3 16-15,-2 0 0 0,0 1-240 0,-2 0 128 16,-2 0-128-16,-2 2 0 0,0 1 0 0,-4 1 0 16,-2 2 0-16,-4 3 0 0,-3 2 0 0,-3 4 0 15,-4 2 0-15,1 2 0 0,-1 4 0 0,1 0-192 16,1 0 192-16,3 0-208 0,1 0-80 0,2 2-16 16,2 1 0-16,3-1-9344 15,3-2-1872-15</inkml:trace>
  <inkml:trace contextRef="#ctx0" brushRef="#br0" timeOffset="211021.49">5740 11890 8287 0,'-5'0'736'0,"3"0"-592"0,0 2-144 0,1-1 0 15,0 0 1232-15,1 1 224 0,-1 2 32 0,0 4 16 0,1 4 992 0,0 8 192 16,2 3 32-16,0 1 16 0,3 4-1168 0,1 1-224 15,0 1-64-15,1 2 0 0,-1 1-400 0,1-2-96 16,-1-2-16-16,-6-29 0 0,12 47-256 0,-12-47-64 16,10 32-16-16,-10-32 0 0,0 0-432 0,0 0 0 15,0 0 0-15,0 0 0 16,0 0-512-16,0 0-64 0,0 0-32 0,0 0-8608 0,0 0-1728 0</inkml:trace>
  <inkml:trace contextRef="#ctx0" brushRef="#br0" timeOffset="211302.58">5651 11984 6447 0,'-6'-15'272'0,"2"7"80"0,4 3-352 0,-1-2 0 0,1 4 0 0,1 1 0 16,1 0 1744-16,3-3 288 0,2-2 48 0,4-2 16 15,4 2 208-15,2 1 32 0,1 2 16 0,-1 0 0 16,-17 4-928-16,36-1-176 0,-36 1-32 0,0 0-16 16,51 7-608-16,-51-7-112 0,0 0-32 0,0 0 0 15,48 24-448-15,-48-24 0 0,0 0 0 0,0 0 0 16,0 0 0-16,0 0 0 0,14 38 0 0,-19-33 0 15,0 2 0-15,-3-3 0 0,-2 4 0 0,-3-4 0 16,0 3 0-16,0-4 0 0,-2 1-128 0,1-1 128 0,1 0-224 0,1 1 64 16,2-2 16-1,2 0 0-15,1 1 16 0,2 0 0 0,3-1 0 0,2-2 0 0,1 0-192 0,5 0-16 16,1-2-16 0,3-1 0-1,1 0-1296-15,2-1-256 0,3-3-48 0,-1 1-7552 0</inkml:trace>
  <inkml:trace contextRef="#ctx0" brushRef="#br0" timeOffset="211871.03">5963 11939 7359 0,'21'-9'320'0,"-16"7"80"0,-3 0-400 0,-1 2 0 0,-1 0 0 0,1 0 0 16,2-1 1568-16,0-1 224 0,0 2 64 0,-1-1 0 0,-1 4 864 0,-2 0 176 0,-1 1 48 0,-1 3 0 15,0 0-832-15,-1 3-144 0,0 2-48 0,1 2 0 16,-1 0-624-16,2 3-128 16,1-3-16-16,2 1-16 0,1-1-512 0,-2-14-112 0,0 0 0 0,0 0-16 15,0 0-288-15,30 29-48 0,-20-30-16 0,0-4 0 16,2-2-144-16,0-3 192 15,0-1-192-15,0-1 192 0,0-2-192 0,-2 0 128 0,0 1-128 0,-3-1 128 16,0 0-128-16,-4 1 0 0,-2 0 0 0,-2 3 0 16,-1 1 0-16,-2 2 0 0,-4 0 0 0,-1 1 0 15,-1 2-128-15,-3 0 128 0,-1 3 0 16,-1 1 0-16,1 0 0 0,0 3 0 0,0 0 0 0,1 3 0 16,1 0 0-16,0 1 0 0,2 2 0 15,1 0 0-15,1 1 0 0,0-1 0 0,3 1 0 0,1-3 0 0,1 0-128 16,1-2 128-16,2 2 0 0,1-5 0 0,1 0 0 0,2-1 0 15,1-2 0-15,2-2 0 0,1-2 0 0,2-1 0 32,2-3 0-32,2 0 0 0,-2 1 0 0,3-3 0 0,3-1 0 0,0 0 0 0,4 2-144 0,-2-2 144 15,2 1 0-15,-1 1 0 0,-2 1 0 0,1 4-128 16,-1 1 128-16,-19 4 0 0,37 0 0 16,-37 0 0-1,0 0 0-15,50 17 0 0,-50-17 0 0,0 0 0 0,44 34 0 0,-44-34 0 16,0 0 0-16,36 39 0 0,-36-39 128 0,0 0-128 0,23 42 0 0,-23-42 128 0,0 0-128 15,8 36 0 1,-8-25 128-16,-1-3-128 0,-1 2 0 0,-2-2 0 16,1-3 176-16,-1 0-176 0,-1 0 192 0,1-5-192 15,-1 0 320-15,-1-3-64 0,2-2 0 0,-2-2 0 16,3 0-64-16,0-2 0 0,1-1-16 0,1-1 0 16,0-3-176-16,1-3 0 0,2 0 144 0,0-5-144 15,1-1 0-15,3 2 0 0,0-1 0 0,2 4 0 16,0 3 0-16,2-1 0 0,2 4 0 0,0 2-128 15,1 1-736-15,0 2-144 0,2 3-16 0,-15 4-15872 16</inkml:trace>
  <inkml:trace contextRef="#ctx0" brushRef="#br0" timeOffset="212091.44">6632 11790 1839 0,'1'-9'160'0,"-1"5"-160"16,1 0 0-16,-1-1 0 0,0 3 1376 0,0 0 240 15,0 0 48-15,0-5 16 0,-1 2 1136 0,0-3 240 16,1 4 32-16,-2 2 16 0,1 2-368 0,-1 4-80 16,0 3-16-16,1 3 0 0,0 2-1248 0,0 4-256 15,1 1-48-15,0 2-16 0,0 2-624 0,1-1-128 0,0 3-32 0,0-2 0 16,1 3 32-16,-2-24 0 0,6 45 0 0,-6-45 0 16,8 41 224-16,-8-41 48 0,11 38 16 0,-11-38 0 15,0 0-256-15,18 42-48 0,-18-42-16 0,0 0 0 16,0 0-288-16,0 0 0 0,0 0 0 0,0 0 0 15,0 0 0-15,0 0 0 0,0 0-192 0,0 0 192 32,0 0-640-32,20-8-48 0,-23-1 0 0,-2 0-15296 0</inkml:trace>
  <inkml:trace contextRef="#ctx0" brushRef="#br0" timeOffset="212296.44">6500 11963 7359 0,'-9'-3'320'0,"4"1"80"0,1 1-400 0,1 0 0 0,1 1 0 0,2 0 0 0,0 0 1936 16,-1 0 304-16,2 0 64 0,2 0 16 0,1 0 608 0,4 0 112 15,2-2 32-15,3 0 0 0,1 1-704 0,3-4-128 16,1 1-16-16,3-4-16 0,0 2-992 0,1-2-192 16,0 1-32-16,-2-1-16 0,0 0-512 0,0 1-96 15,0-1-32-15,0 1 0 0,-1 0-336 0,3 0 0 16,0 1 0-16,0-2 0 16,-2 1-1104-16,1-1-240 0</inkml:trace>
  <inkml:trace contextRef="#ctx0" brushRef="#br0" timeOffset="212438.3">6932 11750 13823 0,'0'0'608'0,"0"2"128"0,0-2-592 0,0 0-144 0,1 0 0 0,0 0 0 15,1 2 1792-15,2-2 336 0,1 0 64 0,-5 0 16 16,0 0-320-16,0 0-64 0,43 1-16 0,-43-1 0 16,0 0-1264-16,30-1-256 0,-30 1-48 0,0 0-13040 15</inkml:trace>
  <inkml:trace contextRef="#ctx0" brushRef="#br0" timeOffset="212616.13">6992 11864 6447 0,'-2'2'576'0,"1"-1"-576"16,1 0 0-16,0 1 0 0,0 1 2288 0,-1-1 336 16,-1 5 80-16,0 4 16 0,0 4 528 0,-1 3 96 15,1 0 32-15,0 2 0 16,0 0-944-16,2-3-176 0,0 0-32 0,0-17-16 0,4 28-1408 0,-4-28-288 15,0 0-48-15,0 0-16 16,0 0-720-16,23 38-160 0,-15-38-16 0,0-4-15968 16</inkml:trace>
  <inkml:trace contextRef="#ctx0" brushRef="#br0" timeOffset="213172.38">7153 11894 7599 0,'-2'2'160'0,"1"-1"32"0,0 1 16 0,1 0 16 0,0 1-224 0,-1-1 0 15,0 3 0-15,0 2 0 0,-1 5 2688 0,0 4 512 0,0 3 80 0,0-2 32 16,2 2-672-16,0-19-128 0,3 29-16 0,-3-29-16 16,0 0-944-16,0 0-192 0,26 35-48 0,-26-35 0 15,0 0-832-15,32 2-160 0,-21-9-48 0,0 0 0 16,0-2-256-16,-1-3 128 0,-1 1-128 0,-1-2 0 16,-1 1 128-16,0-2-128 0,-2 0 0 0,-1 2 0 15,-1-1 0-15,-3 2 0 16,-2 2 0-16,-2 2 0 0,-2 0 0 0,-4 3 0 0,-2 0 0 0,-2 2 0 15,-1 2 0-15,-2 0-144 0,-1 2 144 0,0 2 0 0,0 2 0 0,2 1 0 16,2 0 0-16,1 2 0 0,2 1 0 0,0 2 0 16,3 0 0-16,1-2 176 15,1 1 64-15,2-1 16 0,2 1 0 0,2-3 0 0,0-4 64 0,2 1 0 16,2-2 16-16,2-3 0 0,0 0-144 0,2-3-16 16,3-2-16-16,0-2 0 15,2 0 0-15,2-3 0 0,-1-1 0 0,4-1 0 0,0 0-160 0,0 0 0 0,1-2 0 0,-1 2 0 31,1 0 0-31,-2-1 0 0,2 5 0 0,-1-2 0 0,-2 3 0 0,0 2 0 0,-16 5 0 0,28 0 0 16,-28 0 0-16,0 0 0 16,37 17 128-16,-37-17-128 0,0 0 0 15,24 34 0-15,-24-34 0 0,7 33 0 0,-7-33 0 0,1 30 128 16,-2-11-128-16,-2-2 0 0,0-1 0 0,-1-1 128 0,0-3-128 16,0-3 0-16,0-1 192 0,2-3-32 0,-1-4-16 0,2-1 0 15,0-1 192-15,0-5 48 16,2-2 0-16,1-3 0 0,1-3-240 0,0 0-144 15,4-3 192-15,0-4-192 0,2 0 0 0,2-1 0 16,0 2 0-16,-1 0 0 0,1 3 0 0,-2 2 0 16,3 4 0-16,-2 2 0 0,-1 6 0 0,-2 2 0 0,-7 1 0 15,0 0 0-15,0 0 0 0,26 35 0 0,-26-35 0 0,9 40 0 16,-9-40 0-16,5 47 0 0,-5-47 0 0,5 44 0 16,-5-44 0-16,5 46 0 0,-5-46 0 15,4 39 0-15,-4-39 0 0,0 0 0 0,9 33 0 16,-9-33-17824-16</inkml:trace>
  <inkml:trace contextRef="#ctx0" brushRef="#br0" timeOffset="213773.34">8186 11911 13823 0,'1'-2'1216'0,"-1"1"-960"16,0 1-256-16,1 0 0 0,-1 0 1536 0,0 0 272 16,0 1 48-16,0 1 16 0,0 0 784 0,-1 3 160 0,-1-3 16 0,0 3 16 15,0-2-1328-15,-1 1-272 0,-1 1-48 0,0 1-16 16,0 0-464-16,-2 1-80 0,2 0-32 0,-1 2 0 0,2-1-304 0,0-1-64 15,2 2-16-15,-1 1 0 0,2-1-80 0,0-9-16 16,0 0 0-16,4 33 0 0,-4-33 48 0,0 0 0 16,0 0 0-16,0 0 0 0,27 36-48 0,-27-36-128 15,0 0 192-15,29 0-64 0,-18-4-128 0,1-4 0 16,0-1 0-16,1-1 128 0,0-4-128 0,-1-1 0 16,0 1 0-16,-1-1 0 0,1-2 0 0,-2-1 0 15,-3 2 0-15,-1 2 0 16,-4 2 0-16,-2 0 0 0,-3 2 0 0,-4 2 0 0,-2 2-384 0,-3 2 64 15,-2 1 0-15,-2 3 0 16,0 3-192-16,-2 2-48 0,0 4 0 0,2-1 0 16,0 3 192-16,2-1 48 0,2 1 0 0,2 1 0 15,1 0 320-15,3-3 0 0,2-2 0 0,1 1 0 16,3-4-240-16,2 1 80 0,3-5 16 0,1 0-15344 16</inkml:trace>
  <inkml:trace contextRef="#ctx0" brushRef="#br0" timeOffset="214117.68">8799 11803 14735 0,'10'-11'640'0,"-6"4"160"0,0 2-640 0,-1 1-160 16,-1-1 0-16,-2 2 0 0,1-1 1408 0,0-3 256 16,-1-3 64-16,-1-1 0 0,-1-1 448 0,-3 2 112 15,-1 3 16-15,-2 1 0 0,-1 3-352 0,-1 0-64 16,-1 3-16-16,1 0 0 0,0 1-816 0,-1 3-160 15,0-2-48-15,0 1 0 0,1 2-448 0,1-1-80 0,1 3-32 0,0-1 0 16,2 1-128-16,0 1-32 16,2 2 0-16,-1 2 0 0,2-3-128 0,1 3 0 0,1 1 0 0,1-13 0 15,3 32 128-15,-3-32-128 16,9 40 128-16,-9-40-128 0,13 43 0 0,-13-43 128 0,15 51-128 0,-15-51 0 16,16 61 128-16,-9-27-128 0,-1 1 0 15,-1 2 128-15,-1-1-128 0,-2-1 0 0,-2-3 0 0,-1-7 0 16,0-3 0-16,-1-6 0 0,-1-3 0 0,0-2 0 15,-1-4 0-15,1-2 0 0,-1 0 0 0,-1-5 0 16,1 0 0-16,-1-5 0 0,-1 0 0 0,0-2 0 16,-2-4-448-16,-1 1-80 0,0-2-16 15,-2-2-17168-15</inkml:trace>
  <inkml:trace contextRef="#ctx0" brushRef="#br0" timeOffset="214250.7">8507 12027 12895 0,'3'-11'576'0,"0"5"112"0,0 2-560 0,2-1-128 16,0 2 0-16,-1 1 0 0,4 0 3232 0,6-5 608 15,8 0 128-15,8-5 32 0,9-2-1136 0,4-1-240 16,0 1-32-16,-2-2-16 0,-3 1-1488 0,-3 1-288 16,-2 2-64-16,-4 1-16 0,-3 3-720 0,-2-1 0 15</inkml:trace>
  <inkml:trace contextRef="#ctx0" brushRef="#br0" timeOffset="-211401.11">9393 11920 10127 0,'-2'-2'896'0,"1"2"-704"0,1-2-192 0,0 2 0 16,-1 0 1232-16,0 0 224 0,-1-2 32 0,0 1 16 16,-1-1 240-16,0 2 48 0,-1 2 16 0,2 1 0 15,-1 1-464-15,0 2-112 16,0 2-16-16,0 1 0 0,1 2-464 0,-1 3-112 0,1 0 0 0,-1 2-16 15,1 1-176-15,0 0-16 0,1 2-16 0,-1-2 0 16,1 1-64-16,1-3-16 0,0-1 0 0,2-2 0 16,-2-12 48-16,0 0 0 0,0 0 0 0,0 0 0 15,0 0-224-15,0 0-32 0,0 0-128 0,45 16 192 16,-35-25-192-16,1-3 0 0,1 0 128 0,0-2-128 0,0 0-176 0,-1-1-80 16,2-1 0-16,-2 2-16 15,-1 1-736-15,-1 2-144 0,-1 1-16 0,-2 1-16 16,1-3 288-16,-2 2 48 0,-1 1 16 0,-2 2 0 0,0 0 528 0,-2 2 112 15,0 1 32-15,-1 1 0 0,-1 1 160 0,0 2 0 16,1-1 160-16,-1 2-160 0,1 1 416 0,0-2-16 16,-1 2 0-16,0 1 0 0,0-2 208 0,0 0 32 15,0 4 16-15,0-3 0 0,2 1-80 0,-2 1 0 16,1 1-16-16,-1 0 0 0,1 0 96 0,0 4 32 16,1-1 0-16,0 3 0 0,0 1 0 0,0 0 0 15,1 4 0-15,0-3 0 0,1 3-256 0,0-4-48 0,-2-12-16 0,0 0 0 16,14 35-208-16,-14-35-32 0,0 0-128 0,0 0 192 15,0 0-192-15,0 0 0 0,41 22-192 16,-33-25-10816-16,1-1-2160 16</inkml:trace>
  <inkml:trace contextRef="#ctx0" brushRef="#br0" timeOffset="-210991.58">9715 11888 2751 0,'-1'-3'256'0,"1"3"-256"0,0-2 0 0,0 2 0 0,0 2 1904 15,-1-2 336-15,1 2 64 0,-1 3 0 0,0 2 768 0,-1 5 128 16,-1 3 48-16,1 3 0 0,-2 1-1072 0,0 0-192 16,0 3-64-16,1-1 0 0,0 0-832 0,0-2-192 15,0 0-16-15,2-5-16 0,0 0-512 0,1-4-96 16,0-1-32-16,0-4 0 0,0-2-224 0,1-1 0 16,1-2 0-16,-1-3 0 0,1 0 0 0,-1-1 0 15,1-3 0-15,0 0 0 0,0 0 0 0,-1-5 0 16,1 0 0-16,0-2 0 0,0 1-352 0,0 0-16 15,0-1 0-15,0 0 0 0,-1 2 48 0,2-2 0 16,0-1 0-16,0-1 0 16,0 2 320-16,1 1 0 0,2 1 0 0,-1 3 0 0,2 1 0 0,-1 2 0 0,1 1 192 15,0 3-64-15,1 0 480 0,-2-1 96 16,2 4 0-16,-8-1 16 0,0 0 0 0,0 0 0 0,0 0 0 16,38 30 0-16,-38-30-352 0,0 0-80 0,0 0-16 15,21 45 0-15,-21-45-112 0,0 0-32 0,5 38 0 0,-5-26 0 16,-1 2 0-16,0-2 0 0,-2 0 0 0,0-3 0 15,1-1-128-15,-1-2 0 0,1 0 144 0,0-2-144 16,1-2 0-16,1-2 0 0,0-1 0 0,2-2 0 16,1 0-368-16,0-4-80 0,4 0-32 0,1-2-16224 15</inkml:trace>
  <inkml:trace contextRef="#ctx0" brushRef="#br0" timeOffset="-210532.41">10061 11964 15663 0,'1'0'688'0,"-1"-1"144"0,1 1-656 0,0 0-176 0,-1-2 0 16,0 1 0-16,1 1 1904 0,-1-2 336 0,2-2 80 0,0-1 16 0,2-2 560 0,-2-1 112 15,2-1 32-15,-1 0 0 0,1-1-2656 0,-2 0-512 16,1 2-128-16,-1-1 0 16,-1 0 256-16,-1 3 256 0,0-2-64 0,-2 4 0 0,0 1-192 0,-1 1 0 15,-1 4 0-15,-2 1 0 0,2 1 144 0,-3 4-144 0,-1 1 128 0,-1 3-128 16,-1 2 192-16,-1 1-64 15,-1 1 0-15,1 0 0 0,2-1-128 0,0 1 128 0,2 1-128 0,0-1 128 16,2 1-128-16,1-3 0 0,1 1 0 0,2-3 128 16,1-1-128-16,2-2 160 0,-2-9-160 0,0 0 160 15,0 0 96 1,0 0 32-16,0 0 0 0,39 10 0 0,-29-14-64 0,0-2-16 0,1-3 0 0,0 0 0 16,1-2-208-16,-1 0 128 15,1-1-128-15,-2-2 0 0,2 3 0 0,-2-2 0 0,-1 2 0 0,-1-1-160 16,1 0-96-16,-4 3-32 0,0-1 0 15,-3 5 0-15,0 0 80 0,-2 2 16 0,-1 2 0 16,0 1 0-16,0 0 192 0,0 2 0 16,0 1 0-16,-1 2 0 0,1 1 0 0,0 0 0 0,1 2 0 0,1 0 0 0,0-1 192 0,-1-7-32 15,0 0 0 1,0 0 0-16,0 0 32 0,20 40 0 16,-20-40 0-16,0 0 0 0,0 0-64 0,0 0-128 0,40 9 192 0,-29-11-64 0,-1 0-128 0,0-5 0 31,1 1 0-31,0-2 0 15,-1 1-816-15,1-1-80 0,0-1-32 0,1-2-9696 0,-1 3-1920 16</inkml:trace>
  <inkml:trace contextRef="#ctx0" brushRef="#br0" timeOffset="-210322.4">10419 11864 11055 0,'4'-3'480'0,"-2"-1"112"0,0 2-464 0,0 1-128 0,-1-1 0 0,-1 0 0 16,1 1 2160-16,0-3 400 0,0 0 96 0,1-2 16 15,0-1 192-15,0 0 32 0,-1 0 16 0,-1 2 0 16,-1 0-1248-16,0 3-240 0,-1-2-48 0,-2 3-16 15,1 1-576-15,-2 1-112 0,0 4-32 0,-3 1 0 0,2 1-272 0,-3 5-64 16,1 0-16-16,-1 3 0 0,-1 0-96 0,0 3 0 16,1 2-16-16,0 0 0 0,1-2-176 0,3 0 160 15,1-4-160-15,1 0 160 0,3-3-160 0,2-3 0 16,-2-8 0-16,0 0 0 0,0 0 0 0,0 0 0 16,0 0 0-16,34 28 0 0,-34-28-208 0,0 0 16 15,30-5 16-15,-20-1 0 16,1 2-1840-16,0-2-368 0</inkml:trace>
  <inkml:trace contextRef="#ctx0" brushRef="#br0" timeOffset="-210054.03">10683 11842 5519 0,'3'-7'496'0,"-1"0"-496"0,-2 3 0 0,0 3 0 16,0-1 2080-16,0 0 320 0,1-3 64 0,0-6 16 15,-1 0 432-15,-1 2 96 0,0 3 0 0,-3 5 16 16,-1 1-1072-16,-1 4-224 0,-1 6-32 0,0 0-16 0,-3 4-880 0,2 0-176 15,0 2-48-15,-1-1 0 0,0 4-192 0,2-3-32 16,0 3-16-16,2-2 0 16,1-3-160-16,3 0-48 0,-1-2 0 0,3-2 0 0,-1-10 64 0,0 0 0 15,0 0 0-15,0 0 0 0,0 0-192 0,34 31 128 16,-34-31-128-16,0 0 128 0,31-1-128 0,-19-2 0 16,-1-1-160-16,1-1 160 15,0-1-1344-15,0-1-160 0,1 2-32 0,0-5-12816 0</inkml:trace>
  <inkml:trace contextRef="#ctx0" brushRef="#br0" timeOffset="-209603.17">10895 11785 863 0,'1'0'0'0,"0"0"0"0,0 0 0 0,-1 0 0 0,0 1 0 0,0 1 0 0,0-2 0 0,0 2 0 15,0 0 0-15,0 3 128 16,0 0-128-16,0-1 0 0,0 1 0 0,0 0 0 0,0-3 0 0,0-1-128 15,0 1 624-15,1 0 128 0,-1-1 16 0,0 1 16 16,2-2 1136-16,-2 0 208 16,1 2 48-16,-1-2 16 0,1 0 288 0,0 0 48 0,0 0 16 0,0 0 0 15,0-2-240-15,1 2-32 0,0 0-16 0,0 0 0 0,2-2-496 0,-2 1-96 16,3 1-32-16,0-2 0 16,-1-1-368-16,2 1-80 0,1 0-16 0,2-1 0 0,0-2-400 0,0-1-96 15,1 0-16-15,0 0 0 0,0-1-336 0,-2 2-192 16,1-3 192-16,-2 4-192 0,-1-3 0 0,0 0 0 15,0 2 0-15,-3-1 0 16,0 0 0-16,-1 1 0 0,-2 1 0 0,0-1 0 0,-2 0 0 0,-1 0 0 16,0 1 0-16,-3 1 0 0,0 1 0 0,-1 0 0 15,-1 2 0-15,-1 0 0 0,0 3 0 0,0 0 0 0,-2 2 0 0,0 0 0 16,1 2-128-16,1 0 128 0,0 4 0 0,0 0-144 16,2 1 144-16,0 0-192 0,2 4 192 0,-1-2-192 15,3 3 192-15,0 0 0 0,1 0 0 0,1-2 0 31,1-15 0-31,3 26 0 0,-3-26 0 0,0 0 0 0,0 0 0 0,26 38 0 16,-26-38 128-16,0 0-128 0,0 0 0 0,45 12 0 16,-45-12 0-16,29-4 0 15,-14 1 0-15,0-4-288 0,-1 0 48 0,1 0-10832 16,-1-2-2160-16</inkml:trace>
  <inkml:trace contextRef="#ctx0" brushRef="#br0" timeOffset="-209340.34">11233 11698 10127 0,'-1'-3'448'0,"0"3"96"0,1 0-544 0,0 0 0 16,-1 0 0-16,1 0 0 0,-1 0 1712 0,0 3 224 15,0-1 48-15,0 2 16 0,-1 4 560 0,2 1 96 16,-1 3 32-16,0 2 0 0,1-14-880 0,0 36-160 0,0-36-48 0,0 43 0 15,0-20-704-15,1 3-128 0,-1-2-48 0,0 2 0 16,0 1-144-16,1 1-48 0,-1-4 0 0,0 2 0 16,0-3-208-16,1-1-64 0,-1 1 0 0,0-23 0 15,2 34-256-15,-2-34 0 0,2 28 0 0,-2-28 0 16,0 0-256-16,1 24-48 0,0-20-16 0,-1-4 0 16,0 0-1856-1,1-4-368-15,0-1-80 0,1-4-11168 0</inkml:trace>
  <inkml:trace contextRef="#ctx0" brushRef="#br0" timeOffset="-209062.27">11191 11800 7359 0,'1'-3'320'0,"-1"1"80"16,1 1-400-16,1-1 0 0,-1 2 0 0,0-1 0 0,1 0 1536 0,2 1 240 15,3-4 32-15,2 1 16 0,3-2 384 0,0 1 80 16,-12 4 16-16,28-8 0 0,-28 8-1088 0,29-2-224 15,-29 2-32-15,0 0-16 0,42 4-464 0,-42-4-96 16,0 0 0-16,0 0-16 0,42 26-192 0,-42-26-48 16,0 0 0-16,0 0 0 0,11 34-128 0,-15-25 192 0,-1-1-192 0,-2 1 192 15,0-2 80-15,-3 2 32 0,-2 0 0 0,-1 0 0 16,0 0 0-16,-1-1 0 0,0 0 0 0,0-3 0 16,2 0-144-16,0-2-32 15,3 1 0-15,0-4 0 0,3 0-128 0,0-2 0 0,3 0 0 0,2-2-9056 16,1 0-1728-16</inkml:trace>
  <inkml:trace contextRef="#ctx0" brushRef="#br0" timeOffset="-208575.02">11569 11660 14735 0,'-1'0'1312'0,"0"-2"-1056"15,0 2-256-15,1 2 0 0,-1-2 1664 0,0 2 288 16,-1 0 48-16,-2 3 16 0,0 2 272 0,-2 5 48 15,1 4 16-15,0 6 0 0,0 0-1072 0,2 3-224 16,0 4-32-16,1-3-16 0,1 0-480 0,0-1-80 16,1-2-32-16,-1-4 0 0,1-19-32 0,2 35 0 15,-2-35 0-15,0 0 0 0,7 36-192 0,-7-36-64 16,0 0 0-16,0 0 0 0,0 0-304 0,0 0-64 0,0 0-16 0,0 0-10688 16,0 0-2128-16</inkml:trace>
  <inkml:trace contextRef="#ctx0" brushRef="#br0" timeOffset="-208402.3">11460 11859 1839 0,'-5'-1'160'0,"4"0"-160"0,-1 1 0 0,1 0 0 15,0 0 1568-15,1 0 288 0,0 1 48 0,0 2 16 16,0 0 896-16,2-1 192 0,0 2 48 0,1-1 0 16,-3-3-304-16,0 0-48 0,0 0-16 0,0 0 0 15,0 0-1168-15,45 9-240 0,-45-9-64 0,22-4 0 16,-10-1-800-16,1 0-160 0,2-2-48 0,-1 0 0 15,1-2-208-15,0 1 0 0,-1 0 0 0,1-3-160 16,0 2-1760-16,0 0-336 0</inkml:trace>
  <inkml:trace contextRef="#ctx0" brushRef="#br0" timeOffset="-207942.86">11786 11856 17503 0,'2'2'768'0,"-1"-1"176"0,1 1-752 0,0-2-192 15,-1 0 0-15,0 0 0 0,1-2 1552 0,0 1 288 16,4-1 48-16,1-2 16 0,1-3-16 0,-1-1 0 16,1 0 0-16,-1-2 0 0,0 0-1104 0,-2-1-208 15,1-1-64-15,-3 2 0 0,-2-2-272 0,-1 2-64 16,-2 1-16-16,-2 2 0 0,-3 2 96 0,0 0 32 16,-1 1 0-16,-3 4 0 0,2 0-64 0,-2 2-16 0,0 2 0 0,-1 5 0 15,0 2-80-15,-1 4-128 0,1 1 176 0,0 3-176 16,3-1 0-16,1 1 0 0,2-2 0 15,3-1 0-15,0-1 128 0,2 0-128 0,1-15 0 0,5 31 0 16,-5-31 144-16,0 0-144 0,0 0 0 0,25 33 144 16,-25-33-144-16,0 0 128 0,0 0-128 0,39-3 128 15,-27-2 128-15,0-5 0 0,1-2 16 0,-1-1 0 16,1-2-144-16,-1 1-128 0,-1-2 192 0,-2 1-192 16,0 1 0-16,-3 0 0 0,0 2 0 0,-3 0 0 15,0 3 0-15,-2 0 0 0,-1 1-144 0,0 3 144 0,1 3 0 16,-1 0 0-16,-1 4 0 0,1 0 0 15,0 5 0-15,0-7 0 0,-1 18 0 0,1-18 0 0,2 26 0 16,-2-26 176-16,4 29-48 0,-4-29 0 0,0 0 160 0,10 38 32 16,-10-38 0-16,0 0 0 0,0 0-144 0,22 36-32 15,-22-36 0-15,0 0 0 0,0 0-144 0,0 0 0 16,0 0 0-16,40 5 0 0,-33-12 0 0,1-3-144 16,0-4 144-16,2 0-208 15,-1-3-1248-15,0-2-240 0,1-2-48 0,0-2-13824 16</inkml:trace>
  <inkml:trace contextRef="#ctx0" brushRef="#br0" timeOffset="-207521.5">12106 11556 911 0,'-5'-17'0'0,"2"10"0"16,1 4 0-16,1 1 0 0,0 2 2304 0,0 0 368 15,0 0 80-15,-4 0 0 0,-2 0 832 0,0 5 144 0,0 1 48 0,0 3 0 16,1 4-1184-16,0 1-224 0,2 5-64 0,1 0 0 16,1 3-784-16,-1 1-176 0,2 3-16 0,1 0-16 15,1-1-528-15,0 0-96 0,1-1-32 0,-2-24 0 16,5 47-336-16,-5-47-80 0,5 40-16 0,-5-40 0 15,6 36-224-15,-6-36 0 0,3 31 0 0,-3-31 0 16,0 0 0-16,5 35 0 0,-5-35 0 0,0 0 0 31,0 0-816-31,0 0-96 0,0 0-32 0,3-2 0 16,-2-7-1296-16,0-3-256 0,0 0-48 0,-1-3-16 0,2 1-1312 0,-1-1-272 0,1 0-48 0,0 1-16 16,0 0 1120-16,-1 4 208 0,1-1 64 0,-2 3 0 0,2 1 2112 15,0 0 448-15,1 3 64 0,1 1 32 0,-1 1 1168 0,-3 2 224 16,0 0 48-16,0 0 16 0,0 0 816 0,0 0 144 0,0 0 48 15,37 8 0-15,-37-8 0 0,0 0 16 0,0 0 0 0,0 0 0 16,0 0-928-16,37 24-192 16,-37-24-48-16,0 0 0 0,0 0-512 0,0 0-96 15,0 0-32-15,0 0 0 0,13 37-224 0,-16-31-48 0,-2 1-16 0,0 0 0 16,-3 0-16-16,-1 0 0 0,1 0 0 0,-3-1 0 16,1 0-208-16,-1 2 0 0,2-4 128 0,0-1-128 15,1 1 0-15,2-1 144 16,1-2-144-16,2-2 128 0,1-1-128 0,2-1 0 0,2-2 0 0,0-2 128 15,3 0-576-15,-1-2-128 0,3-1-32 0,2-2-12736 16</inkml:trace>
  <inkml:trace contextRef="#ctx0" brushRef="#br0" timeOffset="-207285.31">12280 11565 7359 0,'1'-3'656'0,"-1"1"-528"15,1 2-128-15,-1 0 0 0,0 1 1856 0,0 0 320 16,1-1 80-16,-1 1 16 0,1 4 672 0,-1 1 144 16,0-6 32-16,-1 22 0 0,1-22-1168 0,-1 30-224 0,1-30-64 0,-1 36 0 15,1-36-704-15,1 38-160 0,-1-38-32 0,0 42 0 16,0-42-96-16,0 38-32 16,0-38 0-16,1 36 0 0,-1-36-80 0,0 0-32 15,6 38 0-15,-6-38 0 16,0 0-336-16,0 0-192 0,9 38 192 0,-9-38-192 0,0 0 0 0,0 0 0 0,0 0 0 0,0 0-144 15,0 0-960-15,0 0-192 0</inkml:trace>
  <inkml:trace contextRef="#ctx0" brushRef="#br0" timeOffset="-206937.55">12381 11795 11967 0,'-2'7'528'0,"1"-5"112"15,1 1-512-15,0 1-128 0,0-3 0 0,0 1 0 0,0 0 2032 0,0-2 368 16,0 0 80-16,0 0 16 16,0 0 336-16,0 0 80 0,23 31 16 0,-23-31 0 0,0 0-1136 0,0 0-240 15,45 2-32-15,-45-2-16 0,30-7-800 0,-13 2-144 16,-17 5-48-16,33-11 0 0,-18 3-176 0,-2 1-32 0,0-2-16 31,-1 1 0-31,-2 2-288 0,-3-4 128 0,1 3-128 0,-2 0 0 16,-1-2 0-16,-3 2 0 0,-1 1 0 0,-1 0 0 15,-2 0 0-15,-2 2 0 0,-2-1 0 0,-1 1 0 16,-1 1 0-16,-3 3 0 0,1 0 0 0,-1 0 0 16,-1 3 0-16,0 2 0 0,1 3 0 0,1 0 0 15,0 2 0-15,3 1 0 0,0 1 0 0,2 2 0 16,2 1 0-16,3-15 0 0,-1 30 208 0,1-30-64 16,5 28 80-16,-5-28 16 0,0 0 0 0,19 38 0 15,-19-38-64-15,0 0-16 0,0 0 0 0,42 29 0 16,-42-29-160-16,0 0 0 0,39 3 0 0,-39-3-18480 15</inkml:trace>
  <inkml:trace contextRef="#ctx0" brushRef="#br0" timeOffset="-203755.4">12986 11759 18431 0,'1'-4'1632'0,"1"3"-1312"15,0-1-320-15,0 2 0 0,-1 0 1744 0,1-2 288 16,2 0 48-16,1-1 16 0,2 0 272 0,1 1 64 16,0 2 16-16,1 0 0 15,-9 0-1088-15,0 0-208 0,0 0-64 0,0 0 0 0,38 14-768 0,-38-14-144 16,0 0-48-16,0 0 0 0,0 0-256 0,0 0-64 15,31 36-16-15,-29-28-11280 16,-1 0-2256-16</inkml:trace>
  <inkml:trace contextRef="#ctx0" brushRef="#br0" timeOffset="-203620.53">13015 11918 3679 0,'-4'2'320'0,"1"1"-320"15,1 0 0-15,0 1 0 0,1-3 1248 0,1 0 176 0,-1 2 48 0,0 2 0 16,0 4 1072-16,0 2 208 15,-1 6 64-15,0 0 0 0,1-1-560 0,1-2-96 16,0 1-32-16,0-15 0 0,0 0-912 0,6 38-176 0,-6-38-32 0,0 0-16 16,0 0-848-16,0 0-144 0,0 0 0 0,0 0-13488 15</inkml:trace>
  <inkml:trace contextRef="#ctx0" brushRef="#br0" timeOffset="-203114.93">13268 11804 1839 0,'1'-6'160'0,"-1"2"-160"16,2 1 0-16,-1 2 0 0,0-1 2272 0,-1 2 416 15,0 0 96-15,1 0 16 0,1 2 624 0,-1 0 128 16,1 3 32-16,-2 2 0 0,0-7-1152 0,0 0-240 16,-1 36-32-16,-1-20-16 0,0 1-1136 0,-1 3-240 15,1 0-32-15,-2-1-16 0,1 0-480 0,0-1-112 16,1-2 0-16,1 0-128 0,1-4 128 0,0-12-128 0,0 0 0 0,0 0 0 15,16 38 128-15,-16-38-128 0,0 0 0 0,0 0 0 16,0 0 0-16,0 0 0 0,42 9 0 0,-35-13 0 16,2-1 0-16,-1 0 0 15,-1-2 0-15,0 0 0 0,0 0 0 0,-1 0 0 0,0-1 0 16,-2 1-192-16,1 0-640 0,-2-2-112 16,-2 0-16-16,0 0-16 0,-1 0-1168 15,-1 1-224-15,-2 0-64 0,-2 1 0 0,0 1-352 0,-1 0-80 0,-1-1-16 0,-4 2 0 16,0-2 896-16,-1 5 192 15,-1-1 16-15,0 3 16 0,1 3 928 0,-3-1 176 0,-2 5 32 0,-1-2 16 0,1 5 608 0,1-3 256 16,2 2 0-16,2 1-16 16,2-3 1056-16,3 0 224 0,1 0 32 0,1 0 16 0,1-2 1152 0,1 0 224 15,3-2 64-15,0-2 0 16,1 1-448-16,2-2-64 0,2 0-32 0,0-3 0 0,3 0-608 0,-1-2-112 16,2 0-16-16,3 0-16 0,-1-2-768 0,0 1-160 15,2 0-16-15,1-1-16 0,1 0-432 0,-2 2-96 16,1-2-16-16,0 0 0 15,-1 0-208-15,-1 2 0 0,2-2 0 0,-1 1 0 0,-1 0 0 0,0-1-160 16,0 2 32-16,-1-2 0 16,-1 0-1472-16,-2 3-272 0,1 1-64 0,-1-2-13728 15</inkml:trace>
  <inkml:trace contextRef="#ctx0" brushRef="#br0" timeOffset="-202779.8">13442 11882 9839 0,'-1'3'208'0,"1"-1"48"0,0 1 16 0,0-3 16 0,0 2-288 15,1-2 0-15,0 2 0 0,1 0 0 0,0 1 3408 16,-2-3 624-16,0 0 128 0,0 0 32 0,0 0-1056 0,41 19-224 16,-41-19-32-16,0 0-16 0,42 3-1392 0,-42-3-256 0,34-1-64 15,-16-1-16-15,1 2-640 0,-3-5-128 0,0 1-32 0,-1-1 0 0,-1 0-176 0,-2-1-32 16,-1 0-128-16,-2-1 192 16,-1 2-192-16,-3-2 0 0,0 3 0 0,-2-3 0 0,-3 2 0 0,-1 0 0 15,-1 0 0-15,-2 3 0 16,-1-3 0-16,-3 2 0 0,0 1-128 0,-2 0 128 0,-3 2-240 0,-2 0 16 15,-2 1 0-15,-1 0 0 16,-2 4-304-16,1 0-64 0,-1 2-16 0,2 0 0 16,4 0-336-16,1 0-64 0,2 3-16 0,4-1 0 0,1 0 752 0,2 1 144 15,1 2 128-15,2 0-192 0,1 1 400 0,0-13 80 16,0 0 16-16,8 39 0 0,-8-39 512 0,0 0 96 16,22 38 32-16,-22-38 0 15,0 0-272-15,0 0-48 0,43 33-16 0,-43-33 0 0,0 0-416 0,39 12-64 0,-39-12-128 0,0 0 176 16,41 5-176-16,-41-5 0 0,27-5-160 0,-15 0-11872 15,0 1-2384-15</inkml:trace>
  <inkml:trace contextRef="#ctx0" brushRef="#br0" timeOffset="-202110.39">13783 11893 6447 0,'-3'0'576'0,"2"0"-576"16,0 1 0-16,0-1 0 0,1 0 2096 0,0 0 304 15,0 2 64-15,-1-1 16 0,1 3 992 0,-1 0 208 16,1 2 32-16,0 1 16 0,1 0-1168 0,0 0-256 16,1 1-32-16,-2-8-16 0,0 0-1168 0,0 0-224 15,9 42-48-15,-9-42-16 0,0 0-512 0,5 39-96 16,-5-39-32-16,0 0 0 0,5 37-160 0,-5-37 0 16,0 0 144-16,4 30-144 0,-4-21 0 0,0-1 128 15,-1-3-128-15,0 0 0 0,0-2 0 0,-1-1 144 16,-1 0-144-16,1-2 0 0,1 0 144 0,-2-2-144 15,1-1 0-15,0-2 144 0,0-1-144 0,1-2 0 16,1 1 144-16,0-2-144 0,1-3 0 0,1 0 0 0,1-2 0 0,1 0 128 16,0-3-128-16,2 0 0 0,0 1 0 0,1-1 128 15,0 3-128-15,0 2 0 16,-1 0 0-16,3 1 0 0,-1 3 0 0,0 1 0 16,1 2 0-16,-2 3 0 0,0 2 0 0,0 1 0 0,-7-1 0 0,0 0 0 15,0 0 0-15,0 0 144 0,31 32-144 0,-31-32 0 16,0 0 128-16,15 35-128 0,-15-35 0 0,0 0 0 15,9 43 0-15,-9-43 0 0,1 30 0 0,-1-30 0 16,-1 27 0-16,1-27 0 0,-3 22 0 0,1-13 0 0,0-2 128 0,0-2-128 0,0 0 0 0,2-3 0 16,-2 0 0-16,2-4 0 0,-1 2 0 0,0-2 0 15,1-1 128-15,0-2-128 0,0-1 0 0,1-2 0 16,1 1 128-16,0-2-128 0,2-1 0 0,0-1 0 31,0 1 0-31,0-1 0 0,2-1 0 0,-1 0 0 0,2 2 0 16,-1-4 0-16,2 2 0 0,0 1 0 0,0 0 0 0,0 2 0 15,-1 2 0-15,1-3 0 0,-1 3 0 0,0 0 0 16,0 1 0-16,-1 0 0 0,2 0 0 0,-2 1 0 16,1 2 0-16,0-1 0 0,0 1 0 0,-2 1 0 15,2 2 0-15,-1 2 0 0,-6-2 0 0,0 0 0 16,0 0 0-16,0 0 0 0,28 35 0 0,-28-35 0 16,0 0 0-16,11 43 0 0,-11-43 0 0,6 36 0 15,-6-36 0-15,4 35 0 0,-4-35 0 0,4 36 0 16,-4-36 0-16,4 30 0 0,-4-30 0 0,0 0 128 15,5 35-128-15,-5-35 0 0,0 0 128 0,0 0-128 16,0 0 0-16,0 0 0 0,0 0 0 0,0 0 0 16,0 0 0-16,0 0 0 15,22-3-400-15,-19-5-96 0,1 1-16 0,1-2-17712 0</inkml:trace>
  <inkml:trace contextRef="#ctx0" brushRef="#br0" timeOffset="-201731.92">14397 11956 6447 0,'2'-7'272'15,"-1"2"80"-15,0 3-352 0,0-1 0 0,-1-1 0 0,0 3 0 16,0-1 2752-16,-1-2 496 0,0-4 80 0,-1-1 32 0,0 2 352 0,-1-3 80 16,-1 6 16-16,-2-1 0 0,1 2-1680 0,-1 3-336 15,-1 0-64-15,-2 5 0 0,0 0-960 0,0-1-192 16,-1 5-48-16,-2 0 0 0,1 2-240 0,1-2-48 15,-1 3-16-15,2-2 0 0,1-1-32 0,0 1-16 16,2-1 0-16,1-1 0 0,2-1-48 0,1-2-128 16,2-1 192-16,1 1-64 0,2-3-128 0,2 1 0 15,-5-3 0-15,0 0 0 0,0 0 0 0,36 6 0 16,-36-6 0-16,0 0 0 0,43 10 0 0,-43-10 0 16,36 10 128-16,-36-10-128 0,37 15 0 0,-37-15 0 15,35 15 0-15,-35-15 0 0,0 0 0 0,43 20 0 16,-43-20 0-16,0 0 0 0,0 0 0 0,0 0 0 0,0 0 128 0,22 37-128 15,-29-30 0-15,-1 1 128 0,-2-1-128 0,-4 1 128 16,-1 0-128-16,-3-3 128 0,0 0-128 0,-1 0 128 16,1-2-128-16,-2-2 0 0,2 1 0 0,1-4 0 15,3 1 0-15,2-2-192 0,4-2 64 0,1 0 128 32,4 0-1328-32,3-3-144 0</inkml:trace>
  <inkml:trace contextRef="#ctx0" brushRef="#br0" timeOffset="-201337.02">14948 11809 16575 0,'0'-3'1472'0,"0"1"-1168"0,2 2-304 0,-1 0 0 16,0 0 2000-16,0 0 352 0,1-1 64 0,2 0 16 15,2 1 576-15,1 0 128 0,2 0 32 0,-9 0 0 16,0 0-1616-16,0 0-320 0,40 9-64 0,-40-9-16 16,0 0-832-16,34 8-160 0,-34-8-32 0,0 0-128 15,0 0 0-15,35 13 0 0,-35-13 0 16,0 0-12176-16,0 0-2480 0</inkml:trace>
  <inkml:trace contextRef="#ctx0" brushRef="#br0" timeOffset="-201178.99">14979 11960 14735 0,'-2'3'640'0,"1"-1"160"0,0 1-640 0,1-1-160 0,0 0 0 0,0-1 0 0,0 3 2192 0,0 1 416 15,0-5 80-15,0 0 0 0,2 34 64 0,-2-34 0 16,3 32 0-16,-3-32 0 0,2 29-1312 0,-2-29-256 16,0 0-48-16,6 35-16 0,-6-35-864 0,0 0-256 15,0 0 128-15,0 0-128 16,0 0-1120-16,0 0-288 0</inkml:trace>
  <inkml:trace contextRef="#ctx0" brushRef="#br0" timeOffset="-200783.53">15326 11887 7359 0,'7'-5'656'0,"-3"2"-528"0,0-1-128 0,-2 2 0 16,0 0 2112-16,-2 1 400 0,1 1 80 0,0-2 16 15,0 0 960-15,1-3 192 0,-1 1 32 0,-1 1 16 16,-1-1-1280-16,-1 1-256 0,-1 0-48 0,-1 1-16 0,0 1-1232 0,-2 0-240 31,0-1-48-31,-1 4-16 0,0-2-448 0,-1 2-96 0,0 3 0 0,0 0-128 0,0-1 192 0,1 4-64 16,-1-1 0-16,2 2-128 0,1-1 192 0,1 1-64 15,1 2 0-15,2-1-128 0,1-10 176 0,0 0-176 16,0 0 160-16,0 0-160 0,17 40 0 0,-17-40 128 16,0 0-128-16,0 0 0 0,37 22 0 0,-37-22 0 15,0 0 0-15,34 10 0 0,-34-10 0 0,0 0 0 16,39 14 0-16,-39-14 0 0,0 0 0 0,36 16 0 15,-36-16 0-15,0 0 0 16,0 0 0-16,36 19 0 0,-36-19 0 0,0 0 0 0,0 0 0 0,0 0 0 16,0 0 0-16,0 0 0 0,0 29 0 0,-5-25 128 15,-3 1-128-15,1-2 0 0,-2 1 0 16,-2 0 0-16,0-1 0 0,-1 0 0 0,1 0 128 0,-2-2-128 16,-2 2 0-16,-1-1 0 15,1 0 0-15,0-2 0 0,2 0 0 0,2 0 0 0,1-4 0 0,2 1 0 16,2-1 0-16,3-4 0 0,2 4-1024 15,4-4-80-15</inkml:trace>
  <inkml:trace contextRef="#ctx0" brushRef="#br0" timeOffset="-200512.5">15694 11845 16575 0,'-4'-1'736'0,"2"1"160"15,1 0-720 1,1 0-176-16,0 0 0 0,0 0 0 0,1 0 2480 0,1-2 464 16,2 2 80-16,0 0 32 0,3 0 16 0,0 0 16 0,-7 0 0 0,0 0 0 0,28 0-1872 0,-28 0-368 31,0 0-80-31,33 5 0 0,-33-5-560 0,0 0-208 0,0 0 176 0,39 11-176 15,-39-11 0-15,0 0 0 0,0 0 0 0,0 0 0 16,0 0-832-16,0 0-176 0</inkml:trace>
  <inkml:trace contextRef="#ctx0" brushRef="#br0" timeOffset="-200404.81">15747 11954 12895 0,'-2'2'1152'0,"1"0"-928"0,1 0-224 0,1-1 0 0,0 1 2704 16,0 0 496-16,-1 2 112 0,0-4 16 15,0 0-128-15,0 0-32 0,0 0 0 0,23 35 0 16,-23-35-1632-16,0 0-336 0,0 0-64 0,38 9-18384 16</inkml:trace>
  <inkml:trace contextRef="#ctx0" brushRef="#br0" timeOffset="-199126.05">16392 11870 1839 0,'2'-6'160'0,"0"-2"-160"0,-1 6 0 0,0-2 0 15,0 3 704-15,-1-4 96 0,3-2 32 0,1-6 0 16,1-4 880-16,0 0 176 0,0 1 32 0,-2 4 16 16,-1 2 432-16,0 3 96 0,-1 2 16 0,0 4 0 15,-1 0-112-15,0 3-32 0,0 1 0 0,-1 4 0 16,0 2-592-16,-1 1-112 0,0 4-32 0,0 3 0 16,-1-1-592-16,0 0-128 0,-1 6-32 0,1-1 0 0,-1 0-464 0,-1 1-80 31,1 2-32-31,-1-2 0 0,1-2-128 15,1 0-16-15,-1 0-128 0,2-3 192 0,2-17-192 0,-2 29 144 16,2-29-144-16,0 0 128 0,4 35-128 0,-4-35 0 16,0 0 0-16,0 0 0 15,0 0-912-15,0 0-112 0</inkml:trace>
  <inkml:trace contextRef="#ctx0" brushRef="#br0" timeOffset="-198825.7">16626 11980 7359 0,'-4'0'656'0,"0"2"-528"0,2-2-128 0,2 0 0 16,-1 0 1808-16,-1 2 336 0,-3-1 64 0,0 3 16 15,-3-1 688-15,1-1 144 0,1 0 16 0,2 1 16 16,2-1-976-16,-1 0-208 0,3-2-48 0,0 0 0 15,1 0-720-15,1 0-160 0,0 0-16 0,3-2-16 16,0 2-224-16,0-3-32 0,2 1-16 0,1 0 0 0,3 0-176 0,4-3-48 16,2 2 0-16,2 1 0 0,1-3-224 0,1 1-48 15,1 1-16-15,0-1 0 0,-2 1-160 0,0 0 0 16,-2 0 0-16,1 2 128 0,0-3-128 0,0 3 0 16,-2-1 0-16,-3 2 0 0,-14 0-160 0,25 0-16 15,-25 0 0-15,0 0-17984 16</inkml:trace>
  <inkml:trace contextRef="#ctx0" brushRef="#br0" timeOffset="-198298.31">17428 11837 14735 0,'1'-5'640'0,"0"1"160"15,0 2-640-15,-1-1-160 0,0 3 0 0,-1 0 0 16,1-2 1952-16,-1 2 352 0,-1 0 80 0,0 0 16 0,-1 0 304 0,-1 2 64 15,-1 3 16-15,0-1 0 16,-2 1-1168-16,0 2-224 0,-1 1-48 0,1 1-16 0,-2 3-688 0,0 0-128 16,1 0-16-16,-1 4-16 0,0-1-224 0,1 1-32 15,0 3-16-15,-1 0 0 0,2 2-80 0,-1-3 0 16,3 2-128-16,5-20 192 0,-5 30-192 0,5-30 176 16,0 0-176-16,0 0 160 0,0 0-160 0,20 37 0 0,-20-37 0 0,16 0 0 31,-5-5 0-31,1-4 0 0,1-1 0 0,2-3 0 0,2 0 0 0,0-3 0 15,0 1 0-15,-1-2 0 0,0 1 0 0,-2-1 0 0,-2 1 0 0,-2 1 0 0,-2 1 0 0,-2 0 0 16,-2 2-144-16,-4 2 144 0,-2 1 0 0,-2 2 0 31,-2 2 0-31,-3 0 0 0,-1 3 0 0,-1 0-128 0,-2 0 128 0,2 2 0 0,0-3 0 0,0 1 0 16,2 0 0-16,2 1 0 0,-1-1-128 16,4 2 128-16,0-2 0 0,2 0 0 31,1 2-736-31,3-1-32 0,2 1-16 0,1 0-16592 0</inkml:trace>
  <inkml:trace contextRef="#ctx0" brushRef="#br0" timeOffset="-197982.35">17631 11992 4607 0,'-2'-3'400'0,"0"3"-400"0,2 0 0 0,0 0 0 16,0 0 2880-16,0 0 480 0,1 0 96 0,-1 1 32 0,1 1 544 0,1 1 128 15,0 0 0-15,-2-3 16 0,0 0-1920 0,0 0-384 16,0 0-80-16,10 36 0 0,-10-36-1152 0,0 0-208 16,0 0-48-16,0 0-16 0,11 36-368 0,-11-36 0 15,0 0 0-15,0 0-11776 16,0 0-2400-16</inkml:trace>
  <inkml:trace contextRef="#ctx0" brushRef="#br0" timeOffset="-197560.43">18078 11622 8287 0,'0'-3'736'16,"0"3"-592"-16,1 0-144 0,-2 0 0 16,0 1 1408-16,0 1 240 0,-1-2 48 0,0 2 16 15,-2 0 1104-15,-2 1 208 0,0 2 48 0,-2 1 16 0,1 2-816 0,-1-1-160 16,0 2-48-16,0 1 0 0,-1 2-928 0,-2 4-192 15,0 3-48-15,-1 3 0 0,-1 1-272 0,0 2-64 16,1 0-16-16,0 1 0 0,0 0-32 0,1-1-16 16,0 0 0-16,2 0 0 0,3-3-240 0,0-3-32 15,6-19-16-15,-4 36 0 16,4-36-208-16,0 0 128 0,6 33-128 0,-6-33 0 16,0 0 0-16,0 0 0 0,0 0 0 0,32 17 0 15,-23-19 0-15,1-3 0 0,0 0 0 0,2-5 0 0,1-1 0 16,0-1 0-16,-2 2 0 0,0-2 0 0,-1 1-192 0,0-1 192 15,1-3-192-15,-1 1 192 0,-3 3-144 16,0 1 144-16,-3 0 0 0,-2 3-144 0,0 0 144 0,-3 2 0 16,-1 0 0-16,-2 2 0 0,-1 0 0 15,-3 1 0-15,0 2 0 0,-2 4-128 0,0-2 128 0,-1 4 0 16,-1 0 0-16,0 1 0 0,2 0 0 0,0 1-128 16,3-2 128-16,1-1 0 0,2 0-240 0,1-2 48 15,3-1 0-15,1-2 0 16,3 0-1344-16,2-5-272 0</inkml:trace>
  <inkml:trace contextRef="#ctx0" brushRef="#br0" timeOffset="-197039.24">18241 11750 14735 0,'7'-5'640'0,"-4"2"160"0,1 1-640 0,-1 0-160 16,-1 2 0-16,-1 0 0 0,-1 0 2096 0,1-2 384 0,1 2 80 0,0 0 0 15,-1 0 96-15,0 2 16 0,-2 0 0 0,-1 0 0 16,-1 3-1120-16,-1 0-208 0,0 2-64 0,1-1 0 15,-1 0-736-15,1 0-160 0,3-6-16 0,0 0-16 16,0 0-352-16,-4 29 144 0,4-29-144 0,0 0 0 16,0 0 128-16,0 0-128 0,24 34 0 0,-24-34 0 15,0 0 192-15,0 0-64 0,37 24 0 0,-37-24-128 16,0 0 192-16,33 21-64 0,-33-21 0 0,0 0-128 16,32 21 128-16,-32-21-128 0,0 0 0 0,0 0 0 15,29 29 0-15,-29-29 0 0,0 0 0 0,0 0 0 0,0 0 0 0,10 37 0 16,-11-31 0-16,-2 1 0 15,-1 2 0-15,-1-4 0 0,-1 3 0 0,-1 0 0 0,0-2 128 16,-2 1-128-16,0-1 0 0,-2 1 0 0,0 0 0 0,0-1 0 16,1-1 0-16,-1-2 0 0,0 0 0 0,1-1 0 15,2-2 0-15,0-2 0 0,1-1 0 0,2-1 0 16,-1-1 0-16,2-2 0 0,1 0 0 0,1-2 0 16,2 0 0-16,0-2 0 0,3 2 0 0,0-3 0 15,3 0 0-15,-1 1 0 0,2 2 0 0,0-2 0 16,4-1 0-16,1-2 0 0,1 2 0 0,1-2 0 15,-1 2 0-15,0 0 0 0,0 0 0 0,-1 3 0 16,0-3 0-16,0 1 0 0,-1 1 0 0,-2-2 0 16,0 0 0-16,0 0 0 0,-2 0 0 0,-1-1 0 15,-2 1 0-15,-1-1 0 0,-2 2 0 0,-2 1 0 0,-1 1 0 16,-2 0 0-16,1 4 0 0,-2 0 0 16,-1 0 0-16,0 4 0 0,-1 1 0 0,-1 1 0 0,-1 1 0 0,0 3 0 15,-1 0 0-15,1-2-144 0,2 2 144 0,0 0 0 16,2-2-320-16,0 0 32 0,1 0 0 0,2-1-11536 15,1-1-2304-15</inkml:trace>
  <inkml:trace contextRef="#ctx0" brushRef="#br0" timeOffset="-196637.61">18684 11652 5519 0,'-5'0'496'0,"1"1"-496"16,2 1 0-16,0-2 0 0,1 2 2912 0,-2-2 480 16,-2 3 112-16,-2-1 16 0,-1 2 128 15,-2 1 48-15,2 0 0 0,2-2 0 0,3 1-1616 0,3-1-320 16,1-1-64-16,-1-2-16 0,0 0-784 0,0 0-176 16,27 0-16-16,-15 0-16 0,1 0-368 0,0-2-80 15,-13 2-16-15,29 2 0 0,-29-2-224 0,28 2 144 16,-28-2-144-16,0 0 128 0,36 12-128 0,-36-12 0 15,0 0 0-15,0 0 0 0,32 32 0 0,-32-32 0 16,0 0 0-16,0 0 0 0,3 46 0 0,-3-46 0 16,-12 26 0-16,4-13 0 0,-2 1 0 0,-2 0 0 15,-3 3 0-15,-1-2 0 0,-1 2 0 0,0-2 0 0,0 2 0 0,0-1 0 16,1-2 0-16,1 3 0 0,1-3 0 0,2 0 0 16,3-2 176-16,1-3-48 0,8-9-128 0,-6 17 192 15,6-17-48-15,0 0-16 0,0 0 0 0,0 0 0 16,0 0-128-16,0 0 0 0,41 17 0 0,-28-22 0 15,1 0 0-15,2-2 0 0,1-1 128 0,0-1-128 16,0 1 0-16,0 0 0 0,-1-1 0 0,-2 2 0 16,0-1-224-16,-1 2-32 0,0 0 0 0,0 0-12032 15,-1 0-2432-15</inkml:trace>
  <inkml:trace contextRef="#ctx0" brushRef="#br0" timeOffset="-196254.54">19194 11568 15663 0,'2'-3'1392'0,"-1"1"-1120"16,-1 2-272-16,0 1 0 0,0 0 2256 0,0-1 400 15,0 2 80-15,-1-1 16 0,-1 3-176 0,-1 0-16 16,-2 4-16-16,0 2 0 0,5-10-1200 0,-14 26-256 16,6-10-32-16,-3 0-16 0,1 6-576 0,-1-1-112 15,-2 5-32-15,0 1 0 0,-1 2-112 0,1 0-16 16,0 0-16-16,-2 2 0 0,2-1 80 0,1 2 0 15,1-2 16-15,3 1 0 0,1-2-48 0,7-29-16 16,-5 49 0-16,5-49 0 0,4 38-208 0,-4-38 144 0,0 0-144 0,22 33 128 16,-22-33-128-16,0 0 0 0,38 5 0 0,-23-10 0 15,3-2 0-15,1-6 0 16,1 0 0-16,0-4 0 0,0 1 0 0,-2 2 0 0,2-3 128 0,-3 0-128 16,-3 1 0-16,-2 2 0 0,-3 0 0 0,-5 2 0 15,-3 0 0-15,-4 2 0 0,-4 1 0 0,-2 3 0 0,-3 0 0 0,-3 3 0 16,-4 2 0-16,-3 5 0 0,1 1-144 0,0 2 144 15,-1 0 0-15,3 3 0 0,0 0-160 0,3-1 160 16,2 0-128-16,3-2 128 16,1-2-592-16,4-3-48 0,2 0 0 0,2-2-17296 0</inkml:trace>
  <inkml:trace contextRef="#ctx0" brushRef="#br0" timeOffset="-195850.24">19514 11861 2751 0,'-12'1'256'0,"2"-1"-256"15,3 2 0-15,1-2 0 0,4 2 2736 0,-1-1 496 16,-1 0 96-16,-1 1 32 0,-5 1-304 0,-2 2-64 31,-1 0-16-31,1 0 0 0,3 1-432 0,2-3-96 0,4 1-16 0,1-1 0 0,2-3-880 0,0 0-176 0,0 0-32 0,0 0-16 31,34 2-688-31,-18-6-128 0,2-1-16 0,5 0-16 0,0-2-288 0,1 0-48 16,0 2-16-16,-1-1 0 0,1 0-128 0,-1 1 0 0,-4 4 0 0,-1 0 0 16,-18 1 0-16,26 0 0 0,-26 0 0 15,0 0-176 1,0 0-960-16,0 0-192 0,0 0-32 0,0 0-15520 0</inkml:trace>
  <inkml:trace contextRef="#ctx0" brushRef="#br0" timeOffset="-195682.45">19441 11999 6447 0,'-4'5'576'0,"1"-3"-576"16,0 0 0-16,2 0 0 0,1 1 2816 0,0-3 448 15,1 2 80-15,-1-2 32 0,0 0 416 0,0 0 96 0,0 0 16 16,0 0 0-16,42 24-1472 0,-42-24-272 16,34 2-64-16,-13-4-16 0,1-1-1376 0,0-1-288 0,1-1-48 0,0 0-16 15,-2-2-352-15,-2 0 0 0,2 2 0 0,-2-3-18400 16</inkml:trace>
  <inkml:trace contextRef="#ctx0" brushRef="#br0" timeOffset="-194145.5">20168 11832 6447 0,'-3'-2'576'0,"-1"2"-576"15,2 0 0-15,1-1 0 0,0 1 640 0,-1 0 0 0,-1-1 16 0,-4-1 0 16,0 0 256-16,-2 1 48 0,-2-1 16 0,2-1 0 15,1 3 688-15,-2-2 144 0,3 0 32 0,0 2 0 16,-1-2 144-16,1 2 16 0,0 2 16 0,0 0 0 0,0 0-352 0,0 1-80 16,0 2-16-16,1-1 0 0,0 3-416 0,-2 1-64 15,2 3-32-15,-2 3 0 0,2 1-352 0,-2 4-80 16,1 2-16-16,-1 0 0 16,1 3-272-16,1 0-48 0,0 2-16 0,6-26 0 15,-7 45 16-15,7-45 0 0,-2 41 0 0,2-41 0 0,0 0-96 0,11 49-32 0,-11-49 0 16,0 0 0-16,0 0-160 15,34 38 0-15,-34-38 144 0,0 0-144 0,39 0 0 0,-23-6 128 0,1-5-128 0,1-1 0 16,1-3 128 0,0-2-128-16,2-3 160 0,-2 2-160 0,0-4 0 0,-3 1 128 0,1 0-128 0,-2-2 0 15,-2 1 0-15,-3 1 0 0,-3 3 0 0,-3 2 0 16,-3-1 0-16,-5 0 0 16,-3 3 0-16,-1-1 0 0,-3 4 0 0,0 2 0 0,-2 2 0 15,0 2 0-15,-2 2-176 0,1 3 176 0,1 0-160 0,0 0 160 16,1 3-272-16,2-1 32 0,2 2 16 0,1 0 0 15,4 3-256-15,0-3-48 0,2 1-16 0,1-5-10912 16,0 0-2192-16</inkml:trace>
  <inkml:trace contextRef="#ctx0" brushRef="#br0" timeOffset="-193933.5">20389 12037 16575 0,'0'2'1472'0,"1"-2"-1168"16,0 2-304-16,0-1 0 0,0 1 2320 0,0 0 416 0,-1-2 80 0,0 0 0 15,0 0-480-15,0 0-96 0,0 0-32 0,21 39 0 16,-21-39-1392-16,0 0-288 0,0 0-48 0,0 0-16 16,21 37-464-16,-21-37 0 0,0 0-128 0</inkml:trace>
  <inkml:trace contextRef="#ctx0" brushRef="#br0" timeOffset="-193485.73">20584 11752 11967 0,'-2'-2'1072'0,"0"-1"-864"0,2 3-208 0,0-2 0 0,0 2 1456 0,1 0 240 16,0-2 48-16,1 1 16 0,2-1 880 0,2 0 176 15,2-3 48-15,3 0 0 0,1 1-752 0,0-1-128 16,2 0-48-16,1 3 0 0,0-1-1088 0,0 1-208 16,0 2-64-16,-15 0 0 0,26 5-400 0,-26-5-176 15,0 0 128-15,0 0-128 0,30 26 0 0,-30-26 0 16,0 0 0-16,0 0 0 0,-3 39 0 0,-3-28 0 16,-2 1-128-16,-2-3 128 0,-3 3 0 0,0-3 0 15,-2 2 0-15,-1-2 0 0,1 0 0 0,-1 0 0 16,-1 1 0-16,-1-1 0 0,3 1 0 0,0-1 240 0,2-2-64 0,2 0-16 0,1-1 160 0,5-1 48 15,1-2 0-15,3 0 0 0,2-1-96 0,3-1-16 16,1-2 0 0,5-1 0-16,2 0-256 0,0-1 160 0,2 1-160 0,1-2 128 15,4 0-128-15,1 2 128 0,3 0-128 0,-1 0 128 0,0 2-128 0,-1 0 0 16,-21 0 0-16,41 5 0 0,-41-5 0 0,36 11 0 0,-36-11 128 16,0 0-128-16,34 14 0 0,-34-14 0 0,0 0 0 0,0 0 0 15,0 0 0-15,0 43 0 0,-10-31 0 0,-5 0 0 16,-2-1 0-16,-1 1 0 15,-3 0 0-15,0-1 0 16,1 0 0-16,0-1 0 0,0 1 0 0,3-2 0 16,3-3 128-16,2-2-128 0,4 1 128 0,1-5-128 15,4 0 0-15,2-3 0 0,4 1 0 0,2-5 0 16,2 0-448-16,3-4-112 0</inkml:trace>
  <inkml:trace contextRef="#ctx0" brushRef="#br0" timeOffset="-193216.25">21054 11731 8287 0,'5'-9'736'0,"-2"1"-592"15,1 3-144-15,-1 0 0 0,-1 2 1056 0,-1 2 176 16,0-1 48-16,1-3 0 0,1 0 1280 0,2-2 256 16,0 0 48-16,-2 0 16 0,0 3-48 0,-1 1 0 0,-1 1 0 15,-1 1 0-15,-1 2-1232 0,0 1-240 0,-1 2-48 0,2-4-16 16,0 0-416-16,-7 22-96 0,7-22-16 0,-6 27 0 15,6-27-432-15,-6 37-80 0,6-37-32 0,-7 47 0 16,7-47-80-16,-7 52-16 0,2-23 0 0,0-1 0 16,1 5-128-16,-2-2 128 0,2 2-128 0,-1-4 128 15,0-1-128-15,2 0 0 0,3-28 0 0,-6 55 0 16,6-55 0-16,-6 45 0 0,6-45 0 0,-3 36 0 16,3-36-656-16,0 0-112 0</inkml:trace>
  <inkml:trace contextRef="#ctx0" brushRef="#br0" timeOffset="-192584.02">21331 11702 9215 0,'-4'-1'816'0,"0"0"-656"0,1-1-160 0,1 2 0 16,2 0 1440-16,0 0 256 15,0-2 48-15,-1 1 16 0,0 1 992 0,0-2 208 0,1-1 48 0,1 1 0 16,1 0-704-16,1-3-128 0,3 2-16 0,0-1-16 0,2-1-944 16,0 0-192-16,2-1-48 0,0 0 0 0,1 2-448 0,0-1-80 15,0 0-32-15,0 1 0 0,1-2-64 0,-1 2-16 16,0 2 0-16,0 0 0 0,-2-1-128 0,-2 3-16 16,1-2-16-16,-2 2 0 0,0 0-160 0,-2 2 0 15,0-2 0-15,-1 2 128 0,0-2-128 0,-2 3 0 16,0-3 0-16,0 2 0 15,-1-2 0-15,1 2 128 0,-1 1-128 0,0-1 0 16,0 1 160-16,0-1-160 0,1 0 192 0,-1 0-192 0,0-1 160 0,0 1-160 16,1 1 128-16,-1-1-128 0,1 0 128 15,-1 1-128-15,0-3 0 0,0 0 128 0,0 0-128 0,0 0 0 0,0 0 0 16,0 0 0 0,0 0 0-16,-5 40 0 0,5-40 128 0,0 0-128 0,-8 28 0 0,8-28 0 0,-8 26 0 0,8-26 0 15,-10 33 128-15,10-33-128 0,-10 36 0 0,10-36 128 16,-13 45-128-16,13-45 0 0,-13 47 0 0,7-23 128 15,-2 4-128-15,1 1 0 0,0 2 0 0,-2-2 128 16,2 1-128-16,0 1 0 0,2-2 0 0,-1-1 0 16,6-28 0-16,-8 49 0 0,8-49 0 15,-8 41 0-15,8-41-864 0,-6 31-48 0,6-31-16 0,0 0-16880 16</inkml:trace>
  <inkml:trace contextRef="#ctx0" brushRef="#br0" timeOffset="-192353.92">21291 12036 19343 0,'-5'-2'848'0,"1"2"192"0,2-1-832 0,1 0-208 15,1 1 0-15,0 0 0 0,0-2 2176 0,1 2 384 0,0-3 64 16,2-2 32-16,3 1-112 0,2-4-32 15,2 1 0-15,4-2 0 0,2-1-1408 0,2 1-272 0,3-2-64 0,1 1-16 32,0-1-512-32,3 2-112 0,-2 0 0 0,-1 2-128 0,-2 0 0 0,-2 2 0 15,-1 3 0-15,-3 0-18144 0</inkml:trace>
  <inkml:trace contextRef="#ctx0" brushRef="#br0" timeOffset="-191193.99">21799 11626 9215 0,'2'-2'816'0,"-1"0"-656"0,-1-1-160 0,0 1 0 16,1 2 1952-16,-1 0 352 16,0 0 80-16,-1 0 16 0,1 0 480 0,-2 2 80 0,0-1 32 0,-1 3 0 0,0 1-1008 0,-1 2-192 15,4-7-32-15,-11 21-16 0,2-8-912 16,0 3-192-16,0 2-48 0,-2 0 0 0,-1 2-288 0,0 2-64 16,-1-1-16-16,1 0 0 0,0 1-64 0,0-3-16 15,1 0 0-15,1-3 0 16,2 1 96-16,8-17 16 0,-10 23 0 0,10-23 0 0,0 0-96 15,0 0-16-15,0 0 0 0,0 0 0 0,0 0-144 0,0 0 0 16,37 29 144-16,-23-33-144 0,2 1 224 0,2-1-32 16,1-1 0-16,1 1 0 0,-3 1-192 0,2-2 0 15,0 2 128-15,0 1-128 0,0 0 0 0,0 0 0 16,-2 1 0-16,-1-1 0 0,-1 2-144 0,-1 0-32 16,-2-2 0-16,0 1 0 15,-2 1-1280-15,0-2-256 0,-2 1-48 0,-1 0-14288 0</inkml:trace>
  <inkml:trace contextRef="#ctx0" brushRef="#br0" timeOffset="-191004.68">21945 11752 911 0,'-5'-7'0'0,"2"2"0"16,0 3 0-16,1 0 0 0,1 2 1872 0,1 0 304 0,0 2 48 0,-1-2 16 16,-2 2 1328-16,0 3 272 0,3-5 48 0,-7 19 16 15,7-19-864-15,-10 30-160 0,10-30-48 0,-12 38 0 16,6-14-1168-16,-3 2-256 15,0 0-32-15,-2 3-16 0,1-2-624 0,-2 3-128 0,1-2-32 0,0 1 0 0,1-3-288 0,2-3-64 16,8-23-16-16,-10 43 0 16,10-43-208-16,-5 33 0 0,5-33 0 0,0 0-18176 15</inkml:trace>
  <inkml:trace contextRef="#ctx0" brushRef="#br0" timeOffset="-188204.97">22621 11771 8287 0,'0'-2'736'0,"0"1"-592"0,0 1-144 0,0 0 0 32,0 0 1344-32,0 0 224 0,0 0 48 0,0-2 16 0,0 2 672 0,0 0 128 0,-1 0 16 0,-1 2 16 15,0-1-640-15,-1 3-128 16,1-1-32-16,-1 2 0 0,-1 2-576 0,4-7-128 15,-9 18-32-15,3-8 0 0,6-10-224 0,-10 24-32 16,10-24-16-16,-9 24 0 0,4-13-112 0,5-11-32 16,0 0 0-16,-6 29 0 0,6-29-144 0,0 0-48 15,0 0 0-15,0 0 0 0,0 0-176 0,0 0-144 16,34 21 192-16,-23-25-192 0,1 1 144 0,0-4-144 16,2 0 0-16,0-3 144 0,1 1-144 0,-2 0 0 15,0-1 0-15,-2 0 0 0,-1 1-272 0,-2-1 16 16,0 1 0-16,-3-1 0 0,-1 1 128 0,-2 0 128 15,-2 0-192-15,-2 1 192 0,0 1 0 0,-3-1 0 0,-1 0 0 0,-1 2 0 0,-1 4 0 0,0-3 0 16,-1 3 0-16,-1 2 144 0,1 0 112 16,0 2 32-16,-1 3 0 0,2-3 0 0,1 3 32 0,-2 0 0 0,2-1 0 15,0 4 0 1,1-4-112-16,1 2-16 0,2 0 0 0,0-1 0 0,3-5-192 0,0 0 128 16,0 0-128-16,0 0 0 31,0 0-240-31,0 0-144 0</inkml:trace>
  <inkml:trace contextRef="#ctx0" brushRef="#br0" timeOffset="-187787.97">22862 11719 2751 0,'0'-3'256'0,"0"1"-256"0,0 1 0 0,1 0 0 0,0 1 4208 0,0-2 784 15,1 1 176-15,1-1 16 0,2-1-2528 0,1-1-512 16,2 0-96-16,3-1-32 0,-2 2-224 0,0-2-32 15,1 3-16-15,0-1 0 0,-1 1-672 0,-1 2-144 16,-8 0-32-16,0 0 0 0,24 7-400 0,-24-7-96 16,0 0-16-16,0 0 0 0,24 36-208 0,-24-36-48 15,0 0-128-15,8 41 192 0,-8-41-192 0,0 0 0 16,-1 47 128-16,1-47-128 0,-6 30 0 0,6-30 0 16,-8 27 0-16,8-27 0 0,-10 23 0 0,10-23 0 0,-11 19 0 15,5-9 0-15,2-4 0 0,-2 0 0 0,2-2 0 0,1-2 0 16,-1-1 224-16,1 1-48 0,1-2-16 0,0-2 0 15,1 1 16-15,1-3 0 0,0 0 0 0,0-1 0 16,2 0-176-16,1 0 192 0,0-2-192 0,2-1 192 16,-1-3-192-16,3 1 0 0,0-4 144 0,2 0-144 15,2-4 0-15,0-2 0 0,2-1 0 0,0-3 128 16,1 0-128-16,-1 3 0 0,2 0 0 0,-1 4 128 16,0 2-128-16,-2 2 0 0,-1 5 0 0,-1 0 0 15,-2 3 0-15,-2 2 0 0,1 1 0 0,-1 1 0 16,-6 1-288-16,0 0 32 0,0 0 0 0,0 0-18160 15</inkml:trace>
  <inkml:trace contextRef="#ctx0" brushRef="#br0" timeOffset="-186910.68">23473 11468 13823 0,'0'-3'1216'0,"1"3"-960"16,0 0-256-16,1-2 0 0,-2 2 1376 0,2 0 224 16,1-2 64-16,2-1 0 0,1 1 784 0,3-1 176 15,0-2 16-15,1 2 16 0,-1 0-736 0,1 0-160 16,-1 1-32-16,-1 1 0 0,1-1-928 0,-1 1-192 0,-1 0-32 0,1 1-16 15,-3-2-320-15,1 2-64 0,-1 0-16 0,-1-2 0 16,0 2 128-16,-4 0 32 0,0 0 0 0,0 0 0 16,0 0-80-16,0 0-16 0,0 0 0 0,0 0 0 15,0 0-96-15,0 0-128 0,0 0 176 0,0 0-176 16,5 44 144-16,-11-34-144 0,0-3 0 0,-2 2 144 16,-1 2-144-16,-2 0 0 0,-2 1 0 0,-1-2 0 15,-1 3 0-15,-1-1 0 0,-1 0 0 0,0 0 0 0,0-1 128 0,0-1-128 16,3 0 128-16,-1-1-128 0,3 0 160 0,0-1-160 15,2-1 192-15,1 0-192 0,3-2 240 16,0 0-64-16,2-1-16 0,2-2 0 16,1 1-160-16,1-3 128 0,1 0-128 0,1 0 128 0,2 0-128 0,2-3 0 15,1 1 0-15,1-2 0 16,3 1 0-16,1 0 0 0,2-1 0 0,-1 0 0 0,3 3 0 0,0-1 0 16,0 2 128-16,0 2-128 0,-16-2 0 0,30 7 0 15,-30-7 0-15,32 12 0 0,-32-12 0 0,0 0 0 16,38 28 0-16,-38-28 0 0,0 0 0 0,24 30 0 15,-24-30 0-15,0 0 0 0,0 0 0 0,9 39 0 0,-9-39 128 16,0 0-128-16,-13 25 0 0,5-17 0 16,-2 0 0-16,-2-1 0 0,0 0 144 0,-2 0-144 0,0-1 160 0,-2 0-160 15,0 1 128-15,0-2-128 0,1 2 0 0,0-3 144 16,3-1-144-16,1-1 0 0,2 1 0 0,2-3 0 16,1 1 0-16,2-2 0 0,2 1 0 0,0-2 0 15,2 1 0-15,2-3 0 0,0 0 0 0,3-1 0 16,2-1-736-1,0-1-32-15</inkml:trace>
  <inkml:trace contextRef="#ctx0" brushRef="#br0" timeOffset="-186642.91">23797 11513 10127 0,'5'-4'896'0,"1"-1"-704"31,-4 4-192-31,0-1 0 0,0 1 1120 0,3-1 192 0,3-4 32 0,4-2 16 0,3-4 560 0,1 0 128 15,-2 3 0-15,-3 2 16 0,-3-1 0 0,-1 5 0 16,-4 0 0-16,0 0 0 0,-2 3-880 0,-2 1-176 16,0 1-48-16,-2 1 0 0,3-3 112 0,-10 9 16 15,5-3 0-15,-1 2 0 16,0 1-112-16,-2 0-16 0,0 4 0 0,8-13 0 0,-17 33-512 0,17-33-128 16,-17 35 0-16,8-16-16 0,9-19-96 0,-18 45-16 0,18-45 0 0,-18 45 0 15,18-45-192-15,-16 46 176 16,16-46-176-16,-15 47 160 0,15-47-160 0,-11 38 0 0,11-38 0 0,-9 35 0 31,9-35 0-31,-7 26 0 0,7-26 0 0,0 0-12704 0,0 0-2496 0</inkml:trace>
  <inkml:trace contextRef="#ctx0" brushRef="#br0" timeOffset="-186368.58">23876 11854 23039 0,'0'-4'1024'0,"0"3"192"0,0 1-960 0,0-2-256 16,1 2 0-16,0 0 0 0,0 0 2144 0,0 0 384 15,2-2 80-15,-3 2 16 0,0 0-352 0,0 0-64 16,0 0-16-16,0 0 0 0,0 0-1568 0,0 0-320 0,0 0-64 0,0 0-16 16,26 26-432-16,-26-26-96 0</inkml:trace>
  <inkml:trace contextRef="#ctx0" brushRef="#br0" timeOffset="-185752.28">24124 11470 21183 0,'-1'0'1888'0,"0"0"-1504"16,1-2-384-16,0 2 0 0,1 0 1216 0,0-2 192 16,0 1 16-16,2-1 16 0,0-1 480 0,3 1 112 15,2-3 16-15,3-2 0 0,2 1-720 0,2 0-144 16,4-1-32-16,-1 0 0 0,2 0-704 16,-1-2-160-16,2 1-32 0,-2 1 0 0,1 0-256 0,-1 0 0 15,-2 1 128-15,-1 1-128 0,-1 2 0 0,-2 1 128 16,-3 1-128-16,0 1 0 0,-3 0 208 0,0 1-64 15,-2 1-16-15,-5-2 0 16,0 0-128-16,0 0 192 0,0 0-192 0,0 0 192 0,0 0-32 0,0 0 0 0,0 0 0 0,0 0 0 16,0 0-160-16,0 0 192 0,0 0-192 0,0 0 192 15,0 0-192-15,6 45 0 0,-6-45 144 0,0 0-144 16,-13 39 0 0,13-39 0-16,-17 44 0 0,5-16 128 0,0 5-128 0,-2 3 0 0,0 2 0 0,-1 1 0 15,0 0 0-15,2-1 0 16,-1 2 0-16,0-2 128 15,1-4-128-15,2-3 0 0,1-1 128 0,10-30-128 0,-14 48 0 16,14-48 0-16,-11 35 0 0,11-35 0 0,0 0 0 0,0 0-160 0,-6 34 16 0,6-34-18096 31</inkml:trace>
  <inkml:trace contextRef="#ctx0" brushRef="#br0" timeOffset="-185515.56">24167 11704 23039 0,'0'-2'1024'0,"1"0"192"0,0 2-960 0,0-2-256 15,0 2 0-15,0 0 0 0,0 0 1472 0,1-2 256 16,2 1 64-16,1-1 0 0,3-1 144 0,0 1 48 0,1 0 0 16,1-3 0-16,2 2-1072 0,1 0-208 15,0-2-32-15,1 1-16 0,1 0-336 0,2-3-64 0,0 2 0 0,-1-2-16 16,1 2-112-16,0-1-128 0,0 1 176 0,-1 0-176 15,-2 0 128-15,0 0-128 0,-2 1 0 0,0-1 0 32,-1 1-512-32,-1 1-176 0</inkml:trace>
  <inkml:trace contextRef="#ctx0" brushRef="#br0" timeOffset="-185136.28">24620 11453 20271 0,'1'-2'896'0,"-1"2"192"0,1-2-880 0,-1 2-208 0,0 0 0 0,0 0 0 15,0 0 1664-15,0 0 304 0,0 2 48 0,-1-2 16 16,0 2 336-16,-1 1 80 15,0-1 16-15,2-2 0 0,0 0-1200 0,0 0-240 0,-15 24-64 0,15-24 0 16,0 0-608-16,-18 28-128 0,18-28-32 0,-16 26 0 16,16-26-64-16,-15 26-128 0,15-26 176 0,-16 36-176 15,16-36 176-15,-16 33-176 0,16-33 160 0,-10 29-160 16,10-29 128-16,0 0-128 0,0 0 0 0,-3 40 0 16,3-40 128-16,0 0-128 0,0 0 0 0,0 0 144 15,31 10-144-15,-20-11 192 0,3-1-192 0,-1-3 192 16,4 3-192-16,-1-3 0 0,2 0 144 0,-2 1-144 0,0-1 0 0,0 0 0 15,0 1 0 1,-1-1 128-16,0 0-128 0,-1 0 0 0,-2 1 0 0,0 0 0 0,-2 1-320 0,-2 0 32 16,-3 0 0-16</inkml:trace>
  <inkml:trace contextRef="#ctx0" brushRef="#br0" timeOffset="-184928.65">24749 11487 10127 0,'0'-3'896'15,"0"2"-704"-15,0 1-192 0,0 0 0 0,0 0 1712 16,0 0 304-16,0 0 64 0,0 0 16 0,0 0 1264 0,0 0 256 0,-20 30 48 0,20-30 16 16,-17 30-1296-16,17-30-256 0,-20 38-48 15,20-38-16-15,-22 45-1136 0,22-45-224 0,-22 46-64 0,22-46 0 16,-21 44-368-16,21-44-80 0,-16 39 0 0,16-39-16 16,-13 35-176-16,13-35 128 0,0 0-128 0,-11 36 128 15,11-36-128-15,0 0 0 16,0 0-192-16</inkml:trace>
  <inkml:trace contextRef="#ctx0" brushRef="#br0" timeOffset="-184471.98">24905 11316 8287 0,'2'-12'736'0,"-1"7"-592"0,1-2-144 0,0 5 0 0,-1-1 3424 0,0 1 656 15,1-1 128-15,1-1 16 0,1-3-2336 0,2 0-480 0,-1-1-80 16,-1 1-32 0,0 2-64-16,-1 3-16 0,-2 2 0 0,-1 2 0 0,-2 1-400 0,2-3-96 0,0 0-16 0,-15 23 0 15,15-23-256-15,-15 22-48 0,15-22-16 0,-17 28 0 16,17-28 0-16,-16 29 0 0,16-29 0 0,-13 26 0 15,13-26-128-15,0 0-48 0,0 0 0 0,0 0 0 16,-7 38-208-16,11-36 128 0,0-2-128 0,2 0 0 16,2-5 128-16,1 1-128 0,1-1 0 0,1-2 144 15,0-3-144-15,1 1 0 16,0-2 0-16,0 1 0 0,0-2 0 0,-1 0 0 0,-1 2 0 0,-3-2 0 0,1 1-160 16,-2-1 160-16,-1 0 0 0,-1 0-144 0,-1 0 144 0,-1 1 0 15,-2 3 0-15,-1 1 0 0,0 2 0 16,-2 1 0-16,-1 0 0 0,-1 3 0 0,0 1 0 0,-3 0 128 15,1 3-128-15,-1-1 128 0,1 0 32 0,0 1 16 16,0 1 0-16,0-1 0 0,1 1-176 0,0-1 128 16,1 2-128-16,1-2 128 0,1 0-128 0,0 0 0 15,1 0 0-15</inkml:trace>
  <inkml:trace contextRef="#ctx0" brushRef="#br0" timeOffset="-184160.49">25122 11283 18431 0,'7'-4'816'0,"-1"1"160"16,-2 0-784-16,-1 3-192 0,-2-2 0 0,1 1 0 0,1-1 944 0,0 0 144 16,4-2 16-16,1 1 16 0,0-2 800 0,-4 3 144 15,1 2 48-15,-4 0 0 0,-1 1-768 0,-2 0-128 16,-2 4-48-16,0 0 0 0,-1 0-336 0,5-5-64 15,-13 18 0-15,13-18-16 0,-19 26-176 0,7-9-48 16,-1 2 0-16,-2 4 0 0,-1 4-144 0,-3 2-48 16,0 3 0-16,-2 0 0 0,-1 1-96 0,0 0-32 0,-1 0 0 15,2 0 0-15,-1 0-208 0,2 0 0 0,-1 5 128 0,3-2-128 16,2-6 0-16,1 0 0 0,1-2 0 0,1-2 0 16,13-26-128-16,-19 44-80 0,19-44-16 0,-15 35 0 31,15-35-1408-31,0 0-288 0,0 0-48 0</inkml:trace>
  <inkml:trace contextRef="#ctx0" brushRef="#br0" timeOffset="-183778.36">25003 11742 15551 0,'2'-2'336'0,"-1"1"80"0,0 0 16 0,0 1 0 0,-1 0-432 16,0 0 0-16,0 0 0 0,0 1 0 0,0 0 2176 0,-1 2 368 16,-1 2 64-16,-2 1 16 0,4-6-288 0,-12 17-48 15,12-17-16-15,-16 23 0 0,16-23-1120 0,-16 24-240 16,16-24-32-16,-18 27-16 0,18-27-320 0,-14 25-64 0,14-25-16 16,-13 26 0-16,13-26-128 0,0 0-16 15,-9 36-16-15,9-36 0 0,0 0-16 0,0 0 0 16,0 0 0-16,9 41 0 0,-9-41-160 0,0 0-128 15,0 0 192-15,28 9-192 16,-17-11 176-16,1-1-176 0,1-2 160 0,1-1-160 0,-1-2 128 0,0-1-128 0,1-1 0 0,-1-1 144 16,0-1-144-16,-1 0 0 15,-2-2 0-15,0 2 0 0,-2-2 0 16,-2 2 0-16,-1-3 0 0,-3 4 0 0,-2-1 0 0,-2 1 0 0,-3 2 0 0,-1 3 0 16,-3 1 0-16,-2 3 0 0,0 2 0 0,-1 4 0 0,0 1 0 0,0-1 0 15,1 4 0-15,-1 1 128 16,2-2-128-16,-1 3 0 0,3-3 0 0,2 0 0 0,0-2 0 0</inkml:trace>
  <inkml:trace contextRef="#ctx0" brushRef="#br0" timeOffset="-151802.22">3481 5554 10127 0,'-3'-4'896'0,"1"1"-704"0,1 1-192 0,0 2 0 15,1 0 192-15,0 0 0 0,1 0 0 0,-1 0 0 16,1-2 32-16,-1 2 16 16,1-1 0-16,0 1 0 0,0 0 192 0,0 0 32 0,0 0 16 0,0 3 0 15,-1 4 576-15,1 0 112 0,-1 2 32 0,0 6 0 0,1 6 112 0,-1 4 32 32,-2 1 0-32,2 4 0 0,-3 3-368 0,1 3-64 15,-1 4-16-15,1-2 0 0,1-2-512 0,1-6-96 0,2-2-32 0,-2-28 0 16,5 38-256-16,-5-38-304 0,0 0 64 0,0 0-11408 0</inkml:trace>
  <inkml:trace contextRef="#ctx0" brushRef="#br0" timeOffset="-151438.59">3356 5590 10127 0,'-9'4'448'0,"3"2"96"0,0 0-544 0,0 2 0 15,4-1 0-15,0 0 0 0,-1 2 848 0,-3 8 64 0,-1 9 16 0,-5 12 0 32,0 9-192-32,-1 6-32 0,2 0-16 0,2-4 0 0,3-5 128 0,2-3 16 15,4 0 16-15,3-4 0 0,2-4-16 0,-5-33 0 0,20 50 0 0,-20-50 0 16,0 0-144 0,55 28-48-16,-30-30 0 0,3-5 0 0,2-4 704 0,0-2 144 0,-3-1 32 0,0-3 0 15,1-3-384-15,5-7-80 16,5-6-16-16,4-5 0 0,2-4-592 0,-1 1-112 0,-1-2-16 0,-8 3-16 15,-4 0-304-15,-8 3 128 0,-5 2-128 0,-5 2 0 0,-4 2 128 0,-4 1-128 16,-4-4 0-16,-6-1 0 16,-5 2 0-16,-8-1 0 0,-5 2 128 0,-4 1-128 0,0 7 0 0,-6 1 128 15,-5 6-128-15,-3 7 0 16,0 7 0-16,-3 6 0 0,-1 6 0 0,-1 6 0 16,3 4 0-16,1 2 0 15,3 5 0-15,3 0 0 0,5 0-304 0,1 4-16 0,1 4 0 16,2 2-14896-16</inkml:trace>
</inkml:ink>
</file>

<file path=ppt/ink/ink1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0:49:18.670"/>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3267 2989 8287 0,'-1'-2'736'0,"1"1"-592"0,0 1-144 0,0 0 0 32,1 0 944-32,0-2 144 0,0 1 48 0,1-2 0 0,1-2 640 0,1 0 128 0,2 0 16 0,1-2 16 15,3 0-816-15,0 1-160 0,2-2-48 0,1 3 0 16,1 0-240-1,1 0-48-15,-1 5-16 0,0 0 0 0,-14 0-160 0,0 0-16 0,0 0-16 0,45 15 0 16,-45-15-144-16,0 0-16 16,0 0-16-16,0 0 0 0,20 40 32 0,-21-31 16 15,-1 3 0-15,-3 0 0 0,-2 0-80 0,-2 0-16 16,-2 2 0-16,1 0 0 0,-2-2-192 0,-1 2 0 16,1-1 128-16,-1 0-128 0,1 0 0 0,1 0 0 15,-1 0 128-15,3 1-128 0,2-3 0 0,1-1 0 16,2 0 0-16,1-3 0 0,3 1 0 0,2-4 144 0,0 0-144 0,3-1 128 15,1-1-128-15,1-2 192 0,1-1-192 0,3-2 192 16,0 0 64-16,1-3 0 0,0 0 16 0,2-1 0 16,0-2 112-16,1 1 32 0,-2 0 0 0,1 0 0 15,-3 1-272-15,2-1-144 0,-3 0 160 0,-1 2-160 16,-1-1 0-16,0 0 0 0,-2 1 0 0,-1 0-160 16,0 2-864-16,-3-3-160 15,0 2-32-15,0-2-11872 0</inkml:trace>
  <inkml:trace contextRef="#ctx0" brushRef="#br0" timeOffset="346.84">3236 2873 1839 0,'-8'-2'160'0,"2"2"-160"16,2 2 0-16,1 0 0 0,1 1 640 0,-1-1 80 16,-5 2 32-16,-4 4 0 0,-5 2 720 0,-3 6 160 15,2 0 32-15,-2 2 0 0,2 5-128 0,-1 0-32 16,2 1 0-16,2 2 0 0,0 3-288 0,3 4-48 15,2 3-16-15,2 2 0 0,3 2 176 0,5 0 16 16,3-4 16-16,3-5 0 0,-6-31-192 0,21 56-32 16,-21-56-16-16,32 43 0 0,-32-43-608 0,42 33-128 0,-42-33-32 0,52 18 0 15,-19-17 144-15,0-3 16 0,1-6 16 16,1-5 0-16,3-4 16 0,3-7 0 0,0-2 0 16,0-5 0-16,-1-2-224 0,-2-7-64 0,-3-2 0 0,-4 3 0 15,-7 6-256-15,-3-3 128 0,-1 1-128 16,-4-3 0-16,-3 2 128 0,-5 1-128 0,-3 1 0 0,-5 1 0 15,-5 2 160-15,-3-1-160 0,-5 0 128 0,-1 4-128 16,-2 2 0-16,-5 1 0 16,-2 2 0-16,-4 5 0 0,0 4 0 0,-2 4 0 0,-2 5-144 0,-1 5 144 15,-2 3-448-15,-1 3 0 0,-1 6 16 0,1 2 0 16,4 3-1440-16,0 4-304 0,0 3-48 0,0 3-10512 16</inkml:trace>
  <inkml:trace contextRef="#ctx0" brushRef="#br0" timeOffset="4527.64">4413 2750 5519 0,'0'0'496'0,"0"0"-496"16,1 0 0-16,-1 0 0 16,0 0 1184-16,0 0 144 15,0 0 16-15,0 0 16 0,1 0 176 0,0 0 16 0,1 0 16 0,0 0 0 0,0 0-480 0,1 0-80 32,-1 0-32-32,2 0 0 0,0 0-528 0,0 0-96 15,-1 0-32-15,0 0 0 0,2-2-160 0,-2 2-32 16,1 0-128-16,0 0 192 0,-1 2-192 0,0 0-128 0,1-1 128 0,-2 0-9392 15</inkml:trace>
  <inkml:trace contextRef="#ctx0" brushRef="#br0" timeOffset="4738.05">4405 2906 3679 0,'-3'0'160'0,"2"2"32"0,-1-2-192 0,1 1 0 0,1 1 0 0,0 0 0 15,-1-1 896-15,0 1 144 0,0 2 32 0,0 3 0 16,-1-2 576-16,1 3 112 0,-1 0 32 0,2 0 0 16,-1 1-64-16,-1-2 0 0,1 3 0 0,-1-1 0 0,1 1-640 0,1-1-128 15,-1 1-16-15,1-5-16 0,0 2-672 0,1-2-256 16,1 2 176-16,0-4-176 16,1 0-464-16,-1 0-192 0,3-3-48 0,0-2-9184 0</inkml:trace>
  <inkml:trace contextRef="#ctx0" brushRef="#br0" timeOffset="5170.22">4725 2782 4607 0,'6'-4'192'0,"-3"0"64"0,-1 1-256 0,0 0 0 0,-1 0 0 0,-1 2 0 16,1-1 1536-16,0-1 256 0,0-2 48 0,1-1 16 15,0-2-64-15,-1 1-16 0,-1 1 0 0,1 0 0 0,-2 1-560 0,1 1-96 16,0-1-32-16,-1 2 0 15,-1 0-400-15,-1 0-96 0,1 2-16 0,-2-1 0 0,1 2 32 0,-1 0 0 16,-2 2 0-16,2-1 0 0,-3 1-176 0,1 0-48 16,0 3 0-16,1-3 0 0,-1 3-64 0,0-3 0 15,0 0-16-15,0 2 0 0,0 0-112 16,1-2 0-16,0 1-16 0,1 1 0 0,0-1 112 0,1 1 32 16,1-1 0-16,-1 2 0 0,1-1-48 0,0 3 0 15,1 0 0-15,0 3 0 16,1 2 32-16,0 1 0 0,0 2 0 0,0 4 0 0,1 0-80 0,0 0-16 0,-1-19 0 15,6 41 0-15,-6-41 16 0,5 40 0 0,-5-40 0 0,7 36 0 16,-7-36-48-16,7 40-16 0,-7-40 0 0,8 38 0 16,-8-38-160-16,6 40 0 0,-6-40 144 0,5 40-144 15,-5-40 0-15,2 37 0 0,-2-17 0 0,-2-3 128 16,-1-1-128-16,-1-1 0 16,0-1 0-16,-1-3 0 0,0-1 0 0,-2 0 0 0,0-1 0 0,-1-3 0 15,1-2 0-15,-1 0 0 0,1-1 0 0,-1-3-128 16,0-3 0-16,0-1 0 0,0 0 0 15,2-4 0-15,-1-2-1568 16,2-2-304-16,0-2-64 0,1-3-10928 16</inkml:trace>
  <inkml:trace contextRef="#ctx0" brushRef="#br0" timeOffset="5354.49">4515 3001 4607 0,'-3'-7'192'0,"1"2"64"0,0 0-256 0,2 3 0 16,0 2 0-16,1-2 0 0,0 2 1856 0,1 0 320 15,2-3 64-15,0 1 0 0,3 0 512 0,2-1 112 16,2 3 16-16,1-2 0 0,3-1-1056 0,1-1-208 15,0 1-32-15,0-1-16 0,1-1-784 0,1 1-144 32,0-2-48-32,0 1 0 0,-2 1-416 0,1-1-176 0,-1 0 128 0,0 3-128 0,-1 0 720 0,0-1 64 0,0 3 16 15,0-2 0 1,-15 2-3280-16,30 2-656 0,-30-2-128 0,0 0-8528 0</inkml:trace>
  <inkml:trace contextRef="#ctx0" brushRef="#br0" timeOffset="5971.89">5374 2809 9215 0,'0'-7'400'0,"-1"4"96"0,2-2-496 0,0 3 0 15,-1 0 0-15,1 0 0 0,0 2 1328 0,0-3 160 16,1 0 48-16,0 0 0 0,1 0 128 0,0-2 16 0,1 3 16 0,-1 2 0 15,0 2-464-15,0 3-80 0,1-1-32 0,0 4 0 16,-4-8-416-16,0 0-96 16,0 0-16-16,19 47 0 0,-19-47-80 0,0 0-32 0,16 47 0 0,-16-47 0 15,0 0-32-15,11 49-16 0,-9-36 0 0,0 1 0 16,-2-14 656-16,3 29 144 0,-3-29 32 0,0 0 0 16,4 35-960-16,-4-28-304 0,0 0 160 0,0-2-160 31,0 0-640-31,-1-3-224 0,-1 0-32 0,1-2-16 0,-1 0 912 0,-2-2 320 0,0 1 0 0,1-2 0 0,-3-2 16 15,-1 0 0-15,1-4 0 0,-1 2 0 0,-1-1-192 16,1-3-144-16,-1 1 192 0,1-2-192 0,-1 0 160 0,2-1-160 16,0-2 128-16,1 0-128 0,-2-3 128 0,2-2-128 15,0-1 128-15,0 0-128 0,1 0 0 0,0 3 0 16,2 3 0-16,0 0 0 16,1 1 0-16,0 2 0 0,1 1 0 0,0 2 0 0,0 0 0 0,1 3 0 15,0-1-144-15,2 3 144 0,0 1 0 0,1 2 0 16,0-1 0-16,2 2 0 0,1 2 0 0,2 1 128 15,0-1-128-15,-9-2 144 0,0 0 16 0,40 7 0 16,-40-7 0-16,31 3 0 0,-31-3-160 0,32 0 0 16,-14 0 144-16,-1-3-144 0,0 1 0 0,-1-1 0 0,0 0 0 15,0 0 0-15,-1 2 0 0,-1-1 0 0,-1 0-144 0,-2 2-10416 16,-1 2-2064-16</inkml:trace>
  <inkml:trace contextRef="#ctx0" brushRef="#br0" timeOffset="7552.3">5923 2823 5519 0,'-1'0'496'0,"1"-2"-496"15,-1 2 0-15,1 0 0 0,-1 2 1072 0,1-2 112 0,-1 0 32 0,0 0 0 16,-1 1 416-16,1 0 96 0,1 2 0 0,0-2 16 16,2 0-288-16,1 1-64 0,0 1-16 0,2-3 0 15,1 0-432-15,1 2-96 0,1-4-16 0,2 2 0 16,-1-2 32-16,2 1 0 0,-1-1 0 0,1 1 0 16,0 0-272-16,1-2-48 0,-2 1-16 0,0-1 0 15,0 3-304-15,0-2-64 0,-1 0-16 0,-1 2 0 16,0-2-144-16,-1 0 0 0,-1 1-160 0,0-1 160 15,-1 2-1360-15,-2 0-176 0,0-2-48 0,0 1-9888 16</inkml:trace>
  <inkml:trace contextRef="#ctx0" brushRef="#br0" timeOffset="7773.97">5923 2925 6447 0,'-1'0'272'0,"1"0"80"0,0 0-352 0,0 0 0 0,0 0 0 0,0 0 0 16,1-2 1664-16,0 2 272 0,2-1 48 0,1-1 16 0,0 1 0 0,2 0 0 15,1-1 0-15,2-1 0 16,0-1-464-16,1 3-112 0,0-1-16 0,3 0 0 0,-1 0-832 0,2 1-192 16,1-1-16-16,0 0-16 0,1-1-352 0,-2 2 0 0,0-2 0 0,0 1 0 31,-1-1-1152-31,-1 0-160 0,1 1-32 0,0-3-9312 0</inkml:trace>
  <inkml:trace contextRef="#ctx0" brushRef="#br0" timeOffset="8344.36">6543 2692 7359 0,'2'-2'320'0,"-1"2"80"0,0-1-400 0,-1 0 0 0,0 1 0 0,0 0 0 16,0 0 1152-16,1-2 160 0,-1 2 32 0,0-3 0 16,1 1 720-16,-1 0 160 0,0 1 16 0,0-1 16 15,0 0-336-15,0 0-64 0,0 1 0 0,-1 1-16 16,0 0-816-16,0 0-176 16,-2 1-16-16,1 1-16 15,-1 0-448-15,0 1-96 0,-1 2-16 0,-1 1 0 16,1 4 16-16,-3-1 0 0,2 3 0 0,-3 3 0 15,2 1 48-15,-1 0 0 0,2 4 0 0,-1-2 0 16,3 2-144-16,0-2-32 0,2-1 0 0,1-2 0 16,1-3 32-16,-1-12 0 0,0 0 0 0,0 0 0 0,0 0-176 0,29 37 160 15,-21-35-160-15,-1-2 160 0,2 0-160 0,0-2 0 16,0-1 144-16,0-1-144 0,0-1 160 0,1-4-32 16,1 1-128-16,-1-1 192 0,1-2-192 0,-1-1 0 15,1 0 0-15,-2 0 0 0,-2-2 0 0,0 2 0 16,-2 1 0-16,0 0 0 0,-2 1 0 0,-2 1-128 15,-2 0 128-15,-2-2-160 0,-2 3 160 0,-1-1 0 16,-3 1 0-16,1 1 0 0,-2 1 0 0,-1 0 0 16,-3-1 0-16,0 2-128 0,3 0 128 0,-1 1-160 0,0 0 160 15,2 1-160-15,1 3-48 0,3-2-16 16,-1 2 0-16,4 0 0 16,1 2-544-16,1 0-128 0,2 1 0 0,1 1-13056 0</inkml:trace>
  <inkml:trace contextRef="#ctx0" brushRef="#br0" timeOffset="8547.48">6861 2873 11967 0,'2'2'1072'0,"-1"-4"-864"0,0 2-208 0,-1 0 0 0,0 0 1264 0,1 2 208 15,0-1 32-15,0 1 16 0,1 0 768 0,1 2 144 16,1 0 48-16,0 0 0 0,-4-4-1776 0,0 0-336 15,0 0-80-15,0 0-16 16,0 0-560-16,39 21-112 0,-31-21-32 0,1 0-11296 16</inkml:trace>
  <inkml:trace contextRef="#ctx0" brushRef="#br0" timeOffset="8873.84">7166 2686 8287 0,'2'0'368'0,"-2"-2"80"0,1 2-448 0,-1 0 0 16,-1 2 0-16,0 0 0 0,0-1 1840 0,-1 2 272 0,-1 3 64 0,-2 3 16 0,-2 2-160 0,0 6-48 31,-1 2 0-31,-1 1 0 0,3-2-560 0,0 1-112 0,3-2-32 0,2-3 0 16,1-14-320-16,0 0-80 0,0 0-16 0,0 0 0 16,0 0-480-16,37 33-80 0,-26-35-32 0,2-3 0 15,3 0-96-15,-2-4-32 0,1-1 0 0,-1-1 0 0,0 1-144 0,-2-1 0 16,-2 2 144-16,0-2-144 0,-1 2 0 0,-2 0 0 15,-1 0 0-15,-1 0 0 0,-3 1 0 16,-2 2 0-16,-2-1 0 0,0 2 0 0,-3 1 0 0,-1-1 0 16,-3 0 0-16,-2 1 0 0,-1 1 0 0,-1-2-128 15,-1 3 128-15,-1 2 0 16,3 0 0-16,-2 0-128 0,2 0 128 0,0 2 0 0,3 1-400 0,1-1 0 0,1 3 0 0,3-3 0 31,3 1-1760-31,0 0-336 0</inkml:trace>
  <inkml:trace contextRef="#ctx0" brushRef="#br0" timeOffset="9260.16">7488 2726 5583 0,'5'-2'0'0,"-3"-1"224"0,1 0-64 0,-1 1 32 0,0 1-192 0,-1 0 0 15,0 1 0-15,1-2 0 16,0-3 2112-16,3 0 400 15,1 0 80-15,2-2 16 0,0 3-640 0,0-3-128 16,1 4-32-16,0-2 0 0,0 3-464 0,1-1-80 16,0 1-32-16,-1 2 0 0,1 2-208 0,1-2-64 15,-3 3 0-15,-1 0 0 0,1 1-512 0,-1-1-128 16,-1 2 0-16,-1 0-16 0,-2-1-176 0,-1 3-128 16,-1-3 144-16,-2 1-144 0,-2 2 304 0,0-1-48 15,-4 0 0-15,1 2 0 0,-2-1-96 0,0 2-32 0,-2-2 0 0,-2 2 0 16,1 1-128-16,-2 0 0 0,-1 1 144 0,1-1-144 15,0 1 0-15,3-1 0 0,2-2 0 0,0-1 128 16,4 0-128-16,1-4 192 0,2 0-64 0,2 0 0 16,1-1 128-16,2-2 48 0,0 0 0 0,4-2 0 15,0-1-128-15,2-1-32 0,2-1 0 0,1-2 0 16,2 2 32-16,0-4 0 0,0 1 0 0,-1 2 0 16,-1-1-176-16,0 2 0 0,1-2 0 0,-1 2 0 15,0-2-512-15,-1 2-16 0,-1 0-16 0,1 0-14432 16</inkml:trace>
  <inkml:trace contextRef="#ctx0" brushRef="#br0" timeOffset="9675.37">7915 2607 1839 0,'0'-4'160'0,"0"3"-160"16,0-1 0-16,0 1 0 0,0 0 1664 0,-1 1 288 15,0 0 64-15,0 0 16 0,-1 0 1152 0,0-2 224 16,-1 2 48-16,0 2 16 0,-1-2-1392 0,-1 2-288 0,2 1-48 0,-2 1-16 16,1 1-384-16,0 0-64 0,0 3-32 0,0 0 0 15,0 2-320-15,1-1-64 0,0 2-16 0,0 0 0 16,0 1-336-16,2-1-64 0,0 1 0 0,1-2-16 16,0-10-112-16,0 0-32 0,0 0 0 0,10 42 0 15,-10-42-160-15,0 0-128 0,0 0 192 0,0 0-192 16,30 41 192-16,-30-41-192 0,0 0 192 0,0 0-192 15,0 0 224-15,44 24-64 0,-44-24-16 0,0 0 0 16,0 0-144-16,0 0 160 0,41 16-160 0,-36-13 160 16,0 1-160-16,0-1 0 0,-1 1 0 0,0-1 128 0,-2 1-128 15,-1 1 0-15,-1 0 0 0,-1 0 0 0,0-1 0 0,-2 1 0 16,0 0 128-16,0-1-128 0,-2 1 0 0,-2 0 0 16,1 0 0-16,-2 0 0 0,0-1 0 0,0 1 0 15,-2 1 0-15,-1-3 0 16,-1 2 0-16,-1-2 0 0,0 0 0 0,-2 0 0 0,-1-2 0 0,-1 1 0 15,1-1 0-15,0 1 0 0,1-2-368 0,0-2 0 16,0 1 0-16,1-4 0 16,3 1-2144-16,2-3-432 0</inkml:trace>
  <inkml:trace contextRef="#ctx0" brushRef="#br0" timeOffset="9849.62">7864 2600 16575 0,'7'-2'1472'16,"0"-1"-1168"-16,-1 1-304 0,-1 2 0 0,0 0 880 0,2-3 112 0,6 1 32 0,7-4 0 16,7 0 400-16,3-3 96 15,0 2 16-15,-2-1 0 0,0 2-1280 0,-3 1-256 0,0 0 0 0,-3 3-7616 16,-1-1-1520-16</inkml:trace>
  <inkml:trace contextRef="#ctx0" brushRef="#br0" timeOffset="15254.11">4413 3821 4607 0,'-1'0'400'0,"1"0"-400"0,0 0 0 0,0 0 0 16,0 0 1168-16,0 0 160 0,0 0 16 0,-1 1 16 15,1-1 304-15,0 2 64 0,0-2 16 0,0 0 0 16,0 0-144-16,1 0-16 0,1 0-16 0,-1 0 0 16,2 0-416-16,1-2-64 0,1 1-32 0,1-1 0 15,1-1-352-15,1 1-80 0,1 0-16 0,2 0 0 16,1-1-208-16,2 0-32 0,1 0-16 0,0 0 0 16,1 1-224-16,-2-1-128 0,0 0 160 0,-1 1-160 15,1 0 0-15,-1 0 0 0,-1-1 0 0,0 1 0 0,-1-1 128 16,-2 2-128-16,0 0 0 0,-2-1 144 15,-2 1-144-15,0 1 192 0,-2 1-192 0,-1 1 192 0,-1 0-192 0,0 0 0 16,-2 3 144-16,0 0-144 0,-2 3 128 0,-2 0-128 16,1 2 128-16,-1 0-128 0,-2 2 128 0,-1 2-128 15,0 0 160-15,-2 0-160 0,0 3 128 0,-2 4-128 16,0 0 0-16,-3 3 0 0,0 2 0 16,0-2 128-16,1-4-128 0,-1 1 0 0,0 2 0 0,1 0 0 15,3-3 0-15,3-2 0 0,2-3 0 0,4-1 0 0,2-2 0 0,2-1 0 16,1-3 0-16,2-1 0 0,-5-7 0 0,0 0 144 15,0 0-144-15,45 17 192 0,-45-17-192 16,33 2 192-16,-14-2 112 0,-2 0 16 0,1 0 16 16,-1-2 0-16,-17 2-176 0,32-2-32 0,-15 1-128 0,-1-4 192 15,-3 3-192-15,-1-2 0 0,0-1 0 0,-3 2 0 16,-1-1 0-16,-3 1 0 0,1-2 0 0,-4 1 0 16,0-1-896-1,-3 0-160-15,-1 3-32 0,-1-3-16 0,-1 2-2048 0,-2-1-416 0</inkml:trace>
  <inkml:trace contextRef="#ctx0" brushRef="#br0" timeOffset="15472.11">4325 4072 15663 0,'-4'-3'688'0,"3"0"144"16,1 1-656-16,2-1-176 0,0 2 0 0,0-1 0 0,2 1 1616 0,2 0 304 15,3-4 48-15,5 0 16 0,4-1 0 0,4 0 0 16,2 2 0-16,1-1 0 0,1 1-896 0,2 2-160 15,-1-1-32-15,2 0-16 0,0 1-592 0,-2-3-112 16,-1 0-32-16,-2 0 0 0,0 1-144 0,-3-3 0 0,0 4 0 0,-3-1 0 16,-1-1-192-16,-3 2 48 0,-2 3 0 0,-2 0-9712 15,-1 1-1920-15</inkml:trace>
  <inkml:trace contextRef="#ctx0" brushRef="#br0" timeOffset="16137.37">4921 4101 10127 0,'-2'0'896'0,"1"0"-704"15,0 0-192-15,0 0 0 0,1 0 1248 0,0 0 224 16,-1 0 32-16,-1 0 16 16,0 0-144-16,1 2-32 0,-1-1 0 0,1 1 0 0,1-2-704 0,1 0-128 0,1 0-48 0,1-2 0 15,0 1 128-15,2-1 32 0,-1 0 0 0,3-1 0 16,-1 1 96-16,2-3 32 0,0 0 0 0,2 1 0 0,-1 1-112 0,-1-2 0 15,0 1-16-15,-1 0 0 16,1 1-144-16,0 2-32 0,-1 2 0 0,-1 1 0 0,-1 1-240 0,-1 1-48 16,0 1-16-16,-2 0 0 0,-2-1-144 0,0 2 0 15,-1 2 0-15,-2 0 0 0,-1-1 0 0,-1 1 0 32,-1-1 0-32,0-1 0 0,1 1 0 0,-3 0 0 0,2-1 0 0,-1 0 0 0,-2 1 0 0,0-2 0 15,2 0 0-15,-1 0 0 0,2-2 0 0,0 0 0 16,1 0 0-16,3-2 0 15,0 1 0-15,1 0 0 16,2-1 0-16,1-1 0 0,1 1 0 0,3-2 0 0,-1 0 0 16,4 1 0-16,0-2 288 0,1-1 32 0,1-2 0 15,1 3 0-15,0-3 32 0,-1 0 16 0,1-1 0 16,0 0 0-16,1-2-240 0,0 0-128 0,0 1 160 0,-2 0-160 16,-1 0 0-16,1 0 0 0,-1-1 0 0,2 1 0 15,-3 0 160-15,1 0 96 0</inkml:trace>
  <inkml:trace contextRef="#ctx0" brushRef="#br0" timeOffset="16422.39">5279 3791 11055 0,'-10'0'480'0,"3"0"112"16,2 1-464-16,1 0-128 0,2-1 0 0,1 0 0 0,0 2 2032 0,0-2 384 16,-1 3 80-16,0-1 0 0,0-1-320 0,2 0-64 15,3 1 0-15,1-2-16 0,3-2-752 0,1 2-128 16,3-1-48-16,1 0 0 0,2-3-448 0,1 1-80 0,2 0-32 0,-2 1 0 16,-3 0-368-16,1 0-80 0,1 1-16 0,0-1 0 15,-4-1-144-15,-1 3 0 16,0-2 0-16,-2 2 0 0,0 2-240 0,-2-2 32 15,-3 1 0-15,-1 3 0 16,-1-1-1776-16,-2-1-368 0,0 1-64 0,-2 2-10128 0</inkml:trace>
  <inkml:trace contextRef="#ctx0" brushRef="#br0" timeOffset="16575.43">5314 3891 2751 0,'-1'1'256'0,"1"1"-256"0,1-2 0 0,1 0 0 15,-1 0 2016-15,1 0 352 0,0 0 80 0,3-2 16 16,3 2 576-16,2-1 112 0,0 0 32 0,2-4 0 15,0 0-1056-15,1 1-208 0,0-1-32 0,1 0-16 0,0 1-272 0,-1-3-48 16,1 4-16-16,-1-2 0 16,-1 1-1280-16,-3 3-256 0,1-1 0 0,-1 2-15680 15</inkml:trace>
  <inkml:trace contextRef="#ctx0" brushRef="#br0" timeOffset="17880.97">6274 3423 8287 0,'1'-3'736'0,"0"3"-592"0,-1-2-144 0,0 2 0 16,0 0 928-16,0 0 160 0,0-1 16 0,1 0 16 15,0-1 272-15,-1 1 48 0,1-1 16 0,-1 0 0 16,0 1-112-16,1 1 0 0,-1 0-16 0,0 0 0 0,-1 0-304 0,0 0-64 15,0 3-16-15,-1-1 0 16,0 1-176-16,0-1-48 0,0 1 0 0,0 1 0 0,0 1-240 0,-3 0-48 16,0 4-16-16,-2 3 0 0,0 2-64 15,-3 1-16-15,1 4 0 0,-2-1 0 0,0 2-64 0,-1 1-16 16,2-2 0-16,-2-1 0 16,4 2-48-16,1-6-16 0,1-1 0 0,2-2 0 0,2-4 0 0,1 1 0 15,0 0 0-15,3-3 0 0,0 2-64 0,2-4 0 16,0 0-128-16,1-2 192 0,2-1-64 0,0 0-128 15,1-2 176-15,0 0-176 0,2-3 336 0,1 0-32 0,0 1-16 0,2-2 0 16,-1 2-48-16,0-1-16 0,0-1 0 0,0 1 0 16,-1 0-224-16,0 2 0 0,-1-2 128 0,-1 1-128 15,1 1 0-15,-2 1 0 0,0 0 0 0,2-1 0 16,-4-1 0-16,2 3-128 16,-2-1 128-16,0 0-160 0,-2-1-896 0,0 1-176 15,0-1-48-15,-1 1 0 0,-1 0-1536 0,0 0-304 16</inkml:trace>
  <inkml:trace contextRef="#ctx0" brushRef="#br0" timeOffset="18133.88">6383 3458 2751 0,'-3'0'128'0,"-1"1"16"0,1 1-144 0,0-2 0 16,2 2 0-16,1-2 0 15,-2 1 1344-15,0 1 224 0,-3 2 48 0,0 1 16 16,-2 2 416-16,0 3 64 0,0 2 32 0,2 0 0 16,-1 4-576-16,1-2-112 0,0 5-32 0,1-2 0 0,0-1-640 0,1-2-128 0,1 1-16 0,-1-3-16 15,2-1-272 1,-1-1-48-16,1-2-16 0,1 0 0 0,-1 0-288 0,0-1 0 0,1-2 0 0,-1 1 0 16,1-3-208-16,-1 2-48 0,1-3-16 0,0 0-10448 15</inkml:trace>
  <inkml:trace contextRef="#ctx0" brushRef="#br0" timeOffset="18501.86">6624 3397 4607 0,'3'-6'192'0,"-2"2"64"0,0 2-256 0,-1 0 0 0,0 2 0 0,-1 2 0 16,-1-2 1600-16,0 2 288 0,-2 2 48 0,-1 2 16 0,-2 3-304 0,-3 3-64 15,-2 4-16-15,0 2 0 0,0 0-528 0,0 1-96 32,2 0-32-32,0 0 0 0,2-2-192 0,0-1-32 0,4-2-16 0,2-2 0 15,3-2-80-15,0-5-16 16,4 0 0-16,2-3 0 0,1 0-128 0,2-3-16 0,2 0-16 0,-1-3 0 0,0 3-160 0,1-2-16 16,1 1-16-16,0 0 0 15,0 2-80-15,-1 0-16 0,1 0 0 0,-13 0 0 16,0 0-128-16,0 0 0 0,36 12 144 0,-31-8-144 15,0 1 0-15,-1 0 0 0,-3 2 0 0,0-1 128 16,-2 0-128-16,-1 1 0 0,-2 0 128 0,-2-2-128 16,1 0 224-16,-3 2-32 0,1-2 0 0,-2 2 0 15,-1-3 192-15,-2 2 48 0,0 0 0 0,0-3 0 16,0 2-240-16,-1-1-64 0,-2 1 0 0,1-2 0 16,-1 1-128-16,1-3 0 0,1 0 0 0,2-2 0 15,1 0-736-15,2-4-128 0,2 0-32 0,1-2-11920 16</inkml:trace>
  <inkml:trace contextRef="#ctx0" brushRef="#br0" timeOffset="18677.05">6580 3387 15663 0,'3'-2'688'0,"-1"2"144"0,0 0-656 0,0 0-176 16,0 0 0-16,-1 0 0 0,1 0 1760 0,2 0 320 15,2 0 64-15,3 0 16 0,3 0-976 0,1-3-192 16,2 1-32-16,1 0-16 0,0-2-672 0,0 1-128 0,0 0-16 0,1 1-128 15,0-2 0-15,-2 3 0 0,1-1-192 0,-2 2-11808 16</inkml:trace>
  <inkml:trace contextRef="#ctx0" brushRef="#br0" timeOffset="19357.9">6880 3586 9215 0,'1'-4'816'0,"0"1"-656"0,1 1-160 0,-1-1 0 15,0 3 1136-15,-1 0 192 0,0 0 32 0,0 0 16 16,1 3 1552-16,0-1 304 0,0 2 64 0,0 2 16 0,0 1-1456 0,0 1-272 16,0 1-64-16,1 0-16 0,0-1-880 0,1 0-176 15,1-2-48-15,-1-2 0 0,1 1-400 0,1-3 0 16,0 1 0-16,1-5 0 16,1 1-976-16,0-4-288 0</inkml:trace>
  <inkml:trace contextRef="#ctx0" brushRef="#br0" timeOffset="19722.91">7099 3425 3679 0,'0'-2'320'0,"0"0"-320"16,0 1 0-16,-1 1 0 0,0 0 1472 0,1 0 208 0,-1 1 48 0,-1 1 16 15,-1 1 1104-15,-1 2 224 0,0 2 32 0,-2 2 16 16,1 2-1328-16,-2 1-272 0,1 2-48 0,0-1-16 15,1 3-464-15,2 1-96 0,1-3 0 0,1-2-16 16,2 0-368-16,-1-12-80 0,0 0-16 0,0 0 0 16,0 0-288-16,0 0-128 0,37 29 0 0,-27-32 128 0,2 0-128 15,0-4 128-15,-1 0-128 0,1-2 128 16,0-1-128-16,0 0 160 0,-1 1-160 0,-1 0 160 0,1-2-160 0,-2 0 0 16,0 1 0-16,-3 1 0 0,-1 1-192 0,-2-1 192 15,-2 1-160-15,-2 0 160 0,-2 1 0 0,-3 0-144 16,-1-1 144-16,-3 2 0 0,-2-2 0 0,-1 4-128 15,-1-1 128-15,-1 0 0 0,1 4 0 0,1 1-160 16,1 1 160-16,1 2 0 0,2 1-272 0,2 0 48 16,0 0 16-16,3 1 0 15,0 1-832-15,1 0-176 0,3 0-16 0,2-1-10928 0</inkml:trace>
  <inkml:trace contextRef="#ctx0" brushRef="#br0" timeOffset="20053.99">7392 3321 11967 0,'-1'0'528'0,"-1"0"112"0,1 0-512 0,-1 2-128 0,0-2 0 0,1 1 0 15,-1 1 2160-15,0 0 400 0,-3 3 64 0,-2 0 32 16,-1 1-560-16,1 2-112 0,-2-1-32 0,1 2 0 16,0-1-928-16,3-1-192 0,0 1-48 0,3-2 0 0,1 1-112 0,1-2-32 15,1 2 0-15,3-3 0 0,2 1-192 0,-2 0-64 16,2-2 0-16,0 1 0 0,2 1-128 0,-8-5-16 15,0 0-16-15,0 0 0 0,42 24-96 0,-42-24-128 16,0 0 176-16,0 0-176 16,42 30 128-16,-42-30-128 0,0 0 0 0,0 0 0 15,0 0 128-15,32 38-128 0,-30-32 0 0,-3 0 0 0,-1 1 0 0,-3-2 160 16,0 2-160-16,-2-2 128 0,0 0 96 0,-3 2 16 16,1-3 0-16,-1-1 0 0,0 2-240 0,-2-2 176 15,-1 0-176-15,-1 0 160 0,0-2-160 0,-1 3 0 16,0-3 0-16,0 0 0 0,2 1-288 0,0-1 16 15,3-1 0-15,1 0 0 16,0-1-1952-16,2-1-384 0</inkml:trace>
  <inkml:trace contextRef="#ctx0" brushRef="#br0" timeOffset="20218.16">7320 3366 6447 0,'3'-2'576'16,"-1"2"-576"-1,0 0 0-15,-2 0 0 0,1 2 1968 0,1-2 272 0,1 0 64 0,4 0 16 0,1 0-80 0,3-2-32 16,3 2 0-16,0-2 0 0,2 1-1184 0,-2-1-224 16,2-1-48-16,0 1-16 0,0 0-432 0,-1 0-96 15,-1 1-16-15,1 1-7824 16,0 0-1584-16</inkml:trace>
  <inkml:trace contextRef="#ctx0" brushRef="#br0" timeOffset="20465.54">7735 3423 12895 0,'-2'0'576'0,"1"0"112"0,1 0-560 0,0-2-128 0,1 2 0 0,0-1 0 0,1 1 2032 0,0 0 368 0,3 0 80 0,1-2 16 16,2 2-688-16,1-2-128 0,2 2-16 0,0-3-16 31,1 2-576-31,-1 0-112 0,-1 1-32 0,0-2 0 16,0 1-528-16,0 1-96 0,0 0-32 0,-1 1 0 15,-1-1-272-15,1 2 0 0,-1-2-176 0,-1 1-14032 16</inkml:trace>
  <inkml:trace contextRef="#ctx0" brushRef="#br0" timeOffset="20788.62">8243 3228 9215 0,'-1'-2'400'0,"0"1"96"0,-1 1-496 0,0 0 0 0,0 1 0 0,1-1 0 15,-1 3 2448-15,-2 1 400 0,-2 2 80 0,-3 3 16 16,-1 2-736-16,-1 1-144 0,-1 2-16 0,1 1-16 15,0 0-960-15,-1 0-192 0,1 4-48 0,1-2 0 0,0 0 0 0,0 2 0 16,1-3 0-16,1-1 0 0,1 1-128 0,0-2-16 16,2-2-16-16,4-3 0 0,0 1-288 0,2-3-64 15,2-2-16-15,1-1 0 0,1-1-304 0,1 0 0 16,2-1 128-16,3-2-128 16,1-3 0-16,0 1 160 0,2-1-160 0,0 3 128 0,-1-3-128 0,0 2 0 15,0-3 0-15,0 1 0 0,0 1 0 0,-1-1 0 16,0 1 0-16,-2-1 0 0,1-1-320 15,-3 1-32-15,2 1-16 0,-3 0-10352 16,1-1-2080-16</inkml:trace>
  <inkml:trace contextRef="#ctx0" brushRef="#br0" timeOffset="20990.35">8246 3344 5519 0,'-2'1'496'0,"0"1"-496"0,1-2 0 0,0 2 0 15,1-2 2176-15,-2 3 352 0,-1 1 64 0,0 2 16 16,-2 3 96-16,0 2 32 16,-3 4 0-16,0 2 0 0,0 1-1168 0,0 1-224 0,1 2-64 0,-2-1 0 15,2-1-368-15,-2 2-80 0,3-4 0 0,-1 0-16 16,3-1-272-16,0-4-48 0,2-3-16 0,1 0 0 0,2-3-480 0,0-2 128 16,2-2-128-16,2-1-10064 15,1-4-2048-15</inkml:trace>
  <inkml:trace contextRef="#ctx0" brushRef="#br0" timeOffset="21370.69">8510 3318 12895 0,'0'0'576'0,"-1"0"112"0,-1 0-560 0,0 0-128 15,0 0 0-15,1 1 0 16,-1 1 1824-16,-2 0 336 0,-2 3 64 0,-1-2 16 0,-3 4-640 0,-1 0-128 0,0 1-32 0,0 0 0 15,1 0-384-15,1 1-80 0,0 0-16 0,2-1 0 16,3 1-96-16,-1-2-32 16,1 0 0-16,2 1 0 15,1-1-240-15,1 0-48 0,1-1-16 0,2-1 0 0,1 0-224 0,1-2-48 0,3 1-16 0,0-3 0 16,0 1-112-16,2 0 0 16,2-2-128-16,0 1 192 0,-1 0-64 0,-11-1 0 0,0 0-128 0,34 10 192 15,-34-10-192-15,0 0 0 0,0 0 128 0,0 0-128 0,36 26 0 16,-36-26 128-1,0 0-128-15,0 0 0 0,0 0 128 0,9 36-128 16,-11-29 0-16,-1 0 0 0,-1 0 144 0,0 0-144 16,0-2 128-16,-1 2-128 0,-2-3 256 0,0 1-48 15,-2 1 0-15,0-2 0 0,0 1-208 0,-1-1 176 0,0 1-176 0,-2 0 160 0,-1-1-160 0,-2 1 0 16,-1 0 0-16,-1-3 0 0,0 3-240 0,2-3-16 16,0-2-16-16,1 0-10768 15,1-2-2144-15</inkml:trace>
  <inkml:trace contextRef="#ctx0" brushRef="#br0" timeOffset="21544.33">8345 3312 12895 0,'7'-3'576'0,"0"0"112"0,1 0-560 0,-1 0-128 0,-2 1 0 0,0 1 0 15,1-1 1216-15,5-1 192 0,8-1 64 0,7-4 0 16,3-1-944-16,0-2-176 0,0 3-32 0,-3-1-16 15,0 2-656-15,-3 2-128 0,-2-1-32 0,-5 3 0 16,-3 2-528 0,-2 1-112-16</inkml:trace>
  <inkml:trace contextRef="#ctx0" brushRef="#br0" timeOffset="29344.55">6002 3959 7359 0,'-4'-4'656'0,"0"1"-528"16,1 1-128-16,1 1 0 0,1 1 1040 0,0 0 176 0,0 0 48 0,-1 0 0 0,-2 1 560 0,-1 1 112 15,1 1 32-15,-1 0 0 16,0 3-624-16,3-3-112 16,0 1-16-16,1 1-16 0,2-1-480 0,0 1-80 15,2-3-32-15,1-2 0 0,3 0-144 0,1-2-16 0,1-1-16 0,3 1 0 0,2-2 512 0,2-1 96 32,0 2 32-32,0-1 0 0,2 1-320 0,0-2-64 0,1 4-16 0,0 0 0 15,-2 1-192-15,3-2-32 0,-20 2-16 0,42 2 0 16,-20-2-160-16,0 0-16 0,-22 0-16 0,48 0 0 15,-21 0 16-15,3-2 0 0,1 2 0 0,3-3 0 0,2-2-16 0,0 1 0 0,0-1 0 0,0 0 0 16,-1-1-16-16,2 0 0 0,3-1 0 0,1 0 0 16,1 1-32-16,2 0-16 15,3 0 0-15,-1 1 0 0,-1 1-32 16,-1 0 0-16,0 0 0 0,1 1 0 0,-1 1-16 0,2-2-128 0,-2 3 192 0,3-3-64 16,2 1-128-16,0 1 160 15,2-3-160-15,1 0 160 0,1 1-160 0,-1-2 0 0,-1 2 0 0,0-1 128 16,1-3-128-16,5-1 0 15,3 0 0-15,2 0 0 16,2-2 0-16,-1-1 0 0,-1-1 0 0,-4 3 0 0,-1-2 0 16,-3 4 0-16,1 0 0 0,-4 1 128 0,-3 0-128 0,-5 0 0 15,-9 1 144-15,-4 2-144 0,-4 4 0 16,-26 0 0-16,35 3 0 0,-35-3 0 0,0 0-160 0,0 0-48 16</inkml:trace>
  <inkml:trace contextRef="#ctx0" brushRef="#br0" timeOffset="30304.77">6992 4082 7359 0,'0'0'656'0,"0"-2"-528"15,0 2-128-15,0 0 0 0,-1 0 1216 0,1 0 192 0,-1 0 64 0,0 0 0 16,-1 0 192-16,0 0 64 0,-1 2 0 0,1-2 0 31,-2 2-496-31,1 1-80 0,0 2-32 0,-1-2 0 0,-1 3-288 0,1-1-64 0,-1 0-16 0,-1 4 0 16,1-2 80-16,-2 2 32 0,1 1 0 0,-1 2 0 16,1 0 32-16,0 2 0 0,2-2 0 0,-1 0 0 15,0 2-192-15,2 0-48 0,-1 2 0 0,3-3 0 16,1-13-272-16,0 0-48 15,0 0-16-15,15 42 0 0,-15-42-192 0,0 0-128 0,0 0 128 16,36 9-128-16,-25-11 0 0,1-2 0 0,-1-3 0 0,2-1 128 0,0-1-128 16,1-3 0-1,1-2 0-15,1-3 0 0,-1 0 0 0,-1 1 0 0,0 2 0 0,-1-3 0 16,-1 1 0-16,0 1 0 0,-4 0-128 0,-2 2 128 0,-3 1 0 16,-3 2-128-16,-3 1 128 0,-3 2 0 15,-2 2 0-15,-5 3 0 0,1-1 0 0,-2 3 0 0,-2 3 0 0,-1 2 0 16,0 1 0-16,1 2-128 15,0-3 128-15,2 2 0 0,3-2 0 0,2 2-128 16,0-3 128-16,4 1-160 0,1 0 160 0,4-3-15680 16</inkml:trace>
  <inkml:trace contextRef="#ctx0" brushRef="#br0" timeOffset="30477.63">7212 4174 17503 0,'1'0'768'0,"0"1"176"0,0 1-752 0,0 0-192 0,0-2 0 0,-1 1 0 16,0 1 1840-16,0 1 336 0,1 0 64 0,1 5 0 16,0-3-848-16,0 4-176 15,0-4-48-15,1 2 0 0,1-3-1168 0,0 1-256 0,0-2-32 0,2-2-12672 16</inkml:trace>
  <inkml:trace contextRef="#ctx0" brushRef="#br0" timeOffset="30805.28">7485 4077 9215 0,'-1'3'816'0,"-1"-3"-656"0,1 2-160 0,-1-2 0 0,1 2 1344 0,-1-1 224 16,-2 3 48-16,-1 2 16 16,-4 2 256-16,0 4 48 0,0 1 16 0,0 0 0 0,2 0-672 0,1 1-144 15,1 2-32-15,0 0 0 16,3-1-16-16,2-15 0 0,0 0 0 0,0 0 0 15,18 43-288-15,-18-43-64 0,0 0-16 0,34 4 0 16,-19-8-496-16,2-4-96 0,0-1-128 0,3-3 176 16,1-2-176-16,-1 0 0 0,-5 4 0 0,2-4 0 15,0-1 0-15,-2-1 0 0,-4 2 0 0,-3 2 0 0,-4 0 0 0,-4 2 0 16,-3 4 0-16,-4 1 0 0,-4 2 0 0,-5 1 128 16,-5 2-128-16,-2 2 0 0,0 1 0 0,1 2 0 15,1-1 0-15,1 1-176 0,0 2 176 0,2 3-128 16,3-4 128-16,3 2-128 0,1-3-80 0,3 2-16 15,2-3 0-15,1 1 0 16,4-2-1248-16,2-1-240 0</inkml:trace>
  <inkml:trace contextRef="#ctx0" brushRef="#br0" timeOffset="31133.4">7685 4092 21183 0,'0'2'944'0,"1"-1"192"0,0 0-912 0,0-1-224 0,0 2 0 0,0-4 0 15,1 2 1888-15,1 0 336 0,1 0 64 0,4-2 16 16,1 0-992-16,2-3-192 16,3 0-32-16,2 1-16 0,1-1-816 0,0 0-256 0,2 1 128 0,-1 0-128 15,2 2 0-15,-2 2 0 0,0 0 0 0,-18 0 0 0,0 0 0 0,41 14 0 32,-41-14 0-32,0 0 0 0,0 0 0 0,0 0 0 0,6 43 0 0,-12-34 0 0,-1 1 0 0,-2 2 0 31,-1-2-192-31,-2 1 192 0,0-1 0 0,-2 1 0 0,-1 2 0 0,-1-1 0 15,2 1 0-15,1-1 0 0,2-2 0 0,3-2 0 0,1 0 320 0,4 0 16 16,1-4 0-16,2-1 0 0,2 0 112 0,1-1 0 16,2-2 16-16,2-2 0 0,3-1-288 0,2-2-176 15,1-2 192 1,1 0-192-16,1-1 0 0,0 0 0 0,3 0 0 0,0-1 0 31,1 0-944-31,0 1-192 0,1-2-32 0,-2 2-13856 0</inkml:trace>
  <inkml:trace contextRef="#ctx0" brushRef="#br0" timeOffset="31464.54">8291 3916 2751 0,'-5'2'256'0,"1"-1"-256"16,0 1 0-16,1 0 0 0,1 1 3168 0,0-1 592 16,-1 0 112-16,-3 3 32 0,-2 4-528 0,-3 3-112 0,-2 0 0 15,1 2-16-15,1 0-1520 0,1-2-320 0,2 0-48 0,1 0-16 16,0 2-448-16,2-2-112 0,2-1-16 0,1 0 0 15,3-2-256-15,1-2-64 0,1 0-16 0,-3-7 0 0,0 0-160 0,0 0-16 16,0 0-16-16,36 31 0 16,-36-31-240-16,0 0 176 0,36 17-176 0,-36-17 160 15,0 0-160-15,40 17 0 16,-40-17 0-16,0 0 128 0,37 20-128 0,-37-20 0 0,0 0 0 0,0 0 0 16,0 0 0-16,31 36 0 0,-30-29 128 15,-3 0-128-15,0 1 128 0,-5-2-128 0,0 0 192 0,-3 0-64 0,-2 2 80 0,-1-1 16 16,0 0 0-16,-2-2 0 0,-1 3-224 0,0-2 128 15,-1 1-128-15,-1-3 0 0,1 2 0 0,1-2 0 0,1-2 0 16,-1 1 0-16,0-3 0 0,1 0-128 0,2-3-16 16,2-3-17696-1</inkml:trace>
  <inkml:trace contextRef="#ctx0" brushRef="#br0" timeOffset="31638.48">8188 3930 16575 0,'1'2'1472'16,"1"1"-1168"-16,0-1-304 0,1 1 0 0,-1-2 1488 0,1 0 240 16,4 4 64-16,-7-5 0 0,0 0 128 0,47 19 16 15,-47-19 16-15,49 9 0 0,-22-8-1344 0,1-2-272 16,-1-1-48-16,0-3-16 0,-1 1-272 0,-2-1 0 16,-2 1 0-16,-2-1-13824 15</inkml:trace>
  <inkml:trace contextRef="#ctx0" brushRef="#br0" timeOffset="32038.87">8841 3638 21183 0,'-2'0'944'0,"1"1"192"0,0 1-912 0,1-2-224 0,0 0 0 0,1 0 0 0,0 2 1264 0,1-2 208 16,1 3 32-16,1-2 16 0,4 0-416 0,2 1-80 16,1-2 0-16,2 1-16 15,2-1-480-15,0-1-80 0,2 1-32 0,0 0 0 16,1-2-208-16,0 1-32 0,2 0-16 0,-3-1 0 0,2 1-288 0,-2-1-64 16,-2-1-16-16,-1 0 0 15,-1 2-1776-15,-3 1-336 0</inkml:trace>
  <inkml:trace contextRef="#ctx0" brushRef="#br0" timeOffset="32159.61">8911 3753 11055 0,'-1'4'976'0,"1"-4"-784"0,2 1-192 0,-1 1 0 16,2-2 2048-16,-1-2 384 0,0 2 64 0,2-1 0 16,3 1 400-16,2-2 80 0,4-1 16 0,4 0 0 15,-1 0-1776-15,1 0-336 0,1 0-80 0,0-1-16 16,-2 2-576-16,1-1-208 0,2 0 144 0,0 0-144 15,0 0-336-15,-2 0-160 0</inkml:trace>
  <inkml:trace contextRef="#ctx0" brushRef="#br0" timeOffset="33271.39">9468 3618 11055 0,'-4'2'976'0,"1"-2"-784"0,1 0-192 0,1 0 0 16,0 0 1472-16,-1 0 256 0,-2 0 64 0,-2 2 0 15,-1-2 432-15,0 0 80 0,2 0 32 0,2 0 0 16,1 0-464-16,1 0-80 0,2-2-32 0,1 0 0 16,1-1-656-16,2 0-128 0,2 0-16 0,2 0-16 15,0-2-416-15,0 1-80 0,2-1 0 0,1-1-16 0,0 3-128 0,0-1-32 16,2 0 0-16,-2 3 0 0,1-1-64 0,-1 2-16 15,0 2 0-15,-12-2 0 0,0 0-192 0,0 0 176 16,40 17-176-16,-40-17 160 0,0 0-160 0,0 0 0 16,0 0 0-16,31 43 0 0,-31-43 0 15,0 0 0-15,0 0 0 0,7 39 0 0,-8-30 0 0,0 0 0 16,-2 0 0-16,0-1 0 16,0-1 0-16,0 0 0 0,-2 0 0 0,-2 1 0 0,1 0 0 0,-2-1 0 15,-1 1 0-15,-1-2 0 0,2 2 0 0,-2-1 0 0,-2 0 0 16,0 1 0-16,0 0 0 0,1 0 0 15,2-3 0-15,0 2 0 0,0-1 0 0,4 0 0 0,0 0 0 0,3-3 0 16,0 2 0-16,3-3 0 0,1 0 0 0,3-1 0 16,0 1 0-16,4-2 0 15,0-2 0-15,3-1 0 0,1 1 272 0,3-3-16 0,0-1-16 0,3 0 0 16,0 0-64-16,2 0-16 0,-4-1 0 16,0 3 0-16,3-1-160 0,1 1 0 15,1 1 0-15,1-2 0 0,1 2 0 0,-1 1 0 0,2 0 0 0,0 0-12096 16,-2 1-2320-16</inkml:trace>
  <inkml:trace contextRef="#ctx0" brushRef="#br0" timeOffset="34505.48">12089 3532 4607 0,'2'0'400'0,"-2"0"-400"0,0 0 0 0,0 0 0 15,0 1 896-15,1-1 80 0,0 1 32 0,-1-1 0 16,0 2-64-16,1-1-16 0,1 1 0 0,-1-2 0 16,1 3-144-16,-1-3-16 0,0 0-16 0,0 0 0 15,1 0 208-15,-1 0 64 0,1-2 0 0,0 1 0 16,0-2 208-16,0 1 48 0,1 0 16 0,0-3 0 15,-1 0-288-15,1 1-64 0,-1-1-16 0,1 0 0 16,-1-1-240-16,-1 1-48 0,1 0-16 0,-1-2 0 0,0 2-96 0,-3 0-16 16,-1 0 0-16,0 1 0 0,-2 1-64 0,-2-1 0 15,-3 3-16-15,0 1 0 0,0 0-96 16,-1 3-16-16,-1 0 0 0,0 2 0 0,1 1-112 0,-1 1-16 16,0 3-16-16,1-1 0 0,2 1-176 0,1 4 192 15,0 0-192-15,1 1 192 0,0 3-192 0,2-1 160 16,0 2-160-16,2-5 160 0,1 0-16 15,0-2 0-15,2-12 0 0,0 0 0 0,0 0 64 0,8 41 16 16,-8-41 0-16,0 0 0 0,0 0-224 0,0 0 144 0,42 10-144 0,-30-13 128 16,1-2-128-16,0-2 128 15,0-1-128-15,1-1 128 0,2 0-128 0,-1-2 0 0,1-1 0 0,-1-1 128 16,-2 1-128-16,-3-1 0 16,-1 2-192-16,-1 0 192 0,-3 4 0 0,-1-1 0 0,0 1 0 0,-2 0 0 15,0 5 0-15,-2 0 0 0,0 2 0 0,0 0 0 16,-1 3 0-16,-1 3 0 0,-1 1 0 0,0 5 0 15,-1 0 0-15,4-12 0 0,-3 30 0 0,3-30 128 16,0 0 176-16,1 38 16 0,-1-38 16 0,0 0 0 16,0 0-32-16,19 44-16 0,-19-44 0 0,0 0 0 15,0 0-288-15,35 20 0 0,-25-19 0 0,0-2 0 16,2-3-448-16,1-3-80 0,3 0-32 0,-1-4 0 16,1 0-1936-16,-1-1-400 0,0 0-80 0,3-4-5920 15,-2-1-1168-15</inkml:trace>
  <inkml:trace contextRef="#ctx0" brushRef="#br0" timeOffset="34840.25">12452 3498 1839 0,'1'-1'160'0,"-1"1"-160"16,-1 1 0-16,2-2 0 0,0 1 1856 0,0-1 320 16,0 2 80-16,0 3 16 15,-1 1 928-15,0-5 192 0,0 0 48 0,-4 33 0 16,4-33-1328-16,-8 33-272 0,1-13-48 0,0-2-16 0,0 1-784 0,0-2-160 16,1-3-16-16,1-1-16 0,1-2-240 0,2-4-48 15,0 0-16-15,0-3 0 16,2-1-496-16,0-3 0 0,1 0 0 0,1-3 0 15,0-1 0-15,2-1 0 0,1-2 0 0,-1-3 0 0,3 1 0 0,-2 0-256 0,2-2 48 16,-1 0 16-16,1-1-128 0,0-2 0 0,0 1-16 0,-1 0 0 16,2-1 192-16,-2 0 144 0,2 0-192 0,-2 2 192 0,2 0 0 0,-1 2-128 15,-1 3 128-15,1 0 0 0,0 5 0 0,-1-1 0 16,-1 3 0-16,1 3 144 0,-6-3 256 0,0 0 48 16,0 0 16-1,0 0 0-15,21 42 144 0,-21-42 32 0,0 0 0 0,6 50 0 0,-6-50-416 0,1 38-80 31,-1-38-16-31,0 0 0 0,0 42-128 0,0-42 128 0,0 0-128 16,2 36 128-16,-2-36-128 0,0 0 0 16,0 0 0-16,0 0 128 0,0 0-128 0,0 0-176 15,0 0 48-15,34 22-15808 0</inkml:trace>
  <inkml:trace contextRef="#ctx0" brushRef="#br0" timeOffset="35338.81">12819 3597 19343 0,'0'1'848'0,"0"-1"192"0,0 2-832 0,0-2-208 0,1 0 0 0,0-2 0 15,-1 2 1504-15,2 0 256 0,1-2 48 0,2 0 16 16,-1-3-880-16,3 0-176 0,-1 0-48 0,2-2 0 16,-1 0-560-16,0-2-160 0,0 1 0 0,-2 0 0 0,-1 0 0 0,0-1 128 15,-2-1-128-15,-2 1 0 0,-2 1 192 0,-2-1-48 16,0 2 0-16,-3-1 0 0,1 4-144 0,-2-3 128 15,-2 4-128-15,0 1 128 0,0 2-128 0,-1 2 160 16,1 1-160-16,1 4 160 16,1 0 1056-16,-1 0 192 0,1 5 64 0,1 0 0 15,0 0-1472-15,1 2-400 0,1 0-32 0,5-14 0 0,-4 29 656 0,4-29 128 16,0 0 32-16,0 0 0 0,13 40-112 0,-13-40-16 16,0 0 0-16,0 0 0 0,37 10-128 0,-24-13-128 15,0 1 192-15,1-6-192 0,2 0 192 0,1-2-192 16,0-2 192-16,0 0-192 0,-1-2 0 0,0 0 0 15,-1-1 0-15,-2 1 0 0,-1 0-256 0,-1 0-48 0,0-1-16 16,-2 1 0 0,-3 0-432-16,1 0-80 0,-1-5-32 0,-3 2 0 15,0 1-16-15,-1-3 0 0,-1 0 0 0,-2-1 0 0,0-1 544 0,0 0 96 0,-2-1 32 0,1-1 0 16,1 0 528-16,-1 3 96 0,0 4 32 0,1 4 0 16,0 4 720-16,1 4 160 0,0 2 16 0,-1 2 16 15,1 4-528-15,0 4-96 0,0-8-32 0,0 30 0 16,0-30-208-16,-2 50-48 0,0-22-16 0,0 8 0 15,-2 2-112-15,-1 2 0 0,1 1-16 0,0 2 0 16,3 0-32-16,3-4 0 0,1-1 0 0,-3-38 0 0,14 60-272 0,-14-60 0 16,22 49 128-16,-22-49-128 31,0 0-608-31,33 47-176 0</inkml:trace>
  <inkml:trace contextRef="#ctx0" brushRef="#br0" timeOffset="35901.18">14136 3167 11055 0,'-3'0'976'0,"0"-2"-784"16,2 2-192-16,1 0 0 0,1 0 1536 0,-1 0 272 16,0 0 48-16,-1-1 16 0,2 1 800 0,1-2 144 15,3 2 48-15,1-1 0 16,2 0-1264-16,3 1-256 0,3-3-64 0,-1 1 0 15,3-1-720-15,2 1-160 0,0 0-16 0,1-3-16 0,-1 3-192 0,1-1-48 16,1-1 0-16,-1 1 0 16,0-1 32-16,-3 3 0 0,0-1 0 0,-3 1 0 0,-2 1-160 0,-3 1 192 15,-2-1-192-15,-6 0 192 0,0 0-192 0,0 0 0 0,0 0 0 0,0 0 0 16,-7 40 0-16,-2-26 0 16,-1 1 0-16,-2 2 0 15,0 1 0-15,-2-1 0 0,2 0 0 0,0-1 0 0,-1 3 0 0,0 0 0 0,0 0 0 0,2-2 0 16,1-2 0-16,0 1 0 0,2 3 0 0,0-1 0 15,1-3 0-15,2 1 0 0,5-16 0 0,-5 27 0 16,5-27 0-16,0 0 0 0,0 0 0 0,0 0 0 16,18 40 0-16,-18-40 0 0,0 0 0 0,34 4 0 15,-20-6 0 1,1 0 0-16,2-1 0 0,1-2 0 0,1-1 0 0,0 1 0 16,0 0 0-16,-1 1 0 0,-2 1 0 0,0-2 0 0,-2 0 0 0,0 0 0 15,-3 2-384-15,1 0-64 0,-2-2-16 0,-2 2-9744 16,0-1-1952-1</inkml:trace>
  <inkml:trace contextRef="#ctx0" brushRef="#br0" timeOffset="36122.33">14098 3416 3679 0,'-10'2'320'0,"5"-2"-320"0,1 2 0 0,3-1 0 16,2-1 2240-16,0 0 384 0,2 0 80 0,0 0 16 15,3-1 544-15,4 1 128 0,5-2 0 0,5-3 16 16,6-2-1312-16,2 1-272 0,3 0-48 0,2-1-16 16,3 0-608-16,0 0-112 0,0 1-16 0,-1-2-16 15,2 2-672-15,-2 0-128 0,-3-1-16 0,-2 2-16 16,-3 0-432-16,-3 3-64 0,-2 0-32 0,-2-1-15456 16</inkml:trace>
  <inkml:trace contextRef="#ctx0" brushRef="#br0" timeOffset="36421.56">14899 3421 6447 0,'1'0'576'0,"-1"0"-576"15,1 0 0-15,-1 0 0 0,0 0 2064 0,1 0 304 16,-1 2 64-16,1-2 16 0,0 2 672 0,-1 3 128 16,0-5 16-16,0 0 16 0,0 0-1152 0,1 36-224 15,-1-36-48-15,0 0-16 0,-1 49-928 0,1-49-176 0,-1 41-32 16,1-41-16-16,0 0-448 0,2 45-96 0,-2-45-16 0,0 0 0 31,10 42-784-31,-10-42-176 0</inkml:trace>
  <inkml:trace contextRef="#ctx0" brushRef="#br0" timeOffset="36696.24">15093 3254 18431 0,'-5'0'816'0,"1"0"160"0,2 1-784 0,1-1-192 16,1 0 0-16,0 0 0 0,0 2 1552 0,1-2 272 16,1 0 48-16,2 0 16 0,2 0-256 0,3 0-48 15,4-2-16-15,1 1 0 0,3 2-640 0,-1-2-128 0,4 1-32 0,-1-2 0 16,2 1-448-16,-2 0-112 0,1-1-16 0,-2 0 0 15,0 1-192-15,-2 1 0 0,-2-2 0 0,-1 2 0 16,-2 0-704-16,-1 0-96 0,-3 0-16 0,-3 2-13584 16</inkml:trace>
  <inkml:trace contextRef="#ctx0" brushRef="#br0" timeOffset="36837.22">15094 3376 6447 0,'-3'4'576'0,"1"-2"-576"16,2 1 0-16,2-3 0 0,0 0 2800 0,1 0 448 15,1 2 80-15,-4-2 32 0,0 0-416 0,35 5-96 16,-15-6-16-16,2-2 0 0,1 0-1808 0,2-3-384 16,1 0-64-16,1-1 0 15,-2 0-832-15,-1 1-176 0</inkml:trace>
  <inkml:trace contextRef="#ctx0" brushRef="#br0" timeOffset="38163.25">15830 3328 11055 0,'-2'0'976'0,"1"0"-784"16,1 0-192-16,0 0 0 0,1 0 1472 0,0 0 240 16,0 0 48-16,1-2 16 0,1 2 816 0,1-3 160 15,2 1 48-15,0 0 0 0,2 1-656 0,0-1-128 16,2 0-32-16,1 0 0 0,1-1-704 0,-1 0-160 0,2 1-32 0,0 1 0 31,1 0-608-31,-1-1-128 0,0 0-32 0,0 1 0 16,0-1-320-16,0 0 0 0,0 1 0 0,-1-1 0 15,-1 0-320-15,1-1-64 0,1 1-32 0,0-1-16800 0</inkml:trace>
  <inkml:trace contextRef="#ctx0" brushRef="#br0" timeOffset="38603.39">16346 3172 7359 0,'3'-2'320'0,"1"1"80"0,0-1-400 0,-1 2 0 16,-1 0 0-16,0 0 0 0,1-2 2688 0,2 2 448 15,3-1 80-15,4 1 32 0,2 0 272 0,1-2 48 16,1 2 16-16,1 0 0 0,0 2-1728 0,-1-2-320 16,0 0-80-16,1 0-16 0,-1 0-608 0,-2 1-128 15,0-1-32-15,-2 2 0 0,0 0-368 0,-1 1-80 0,-11-3-16 0,0 0 0 16,0 0-208-16,31 14 144 0,-31-14-144 0,0 0 128 15,0 0-128-15,0 0 0 0,0 0 0 0,0 0 128 16,6 40-128-16,-11-32 0 0,-1 0 0 0,-3 2 0 16,0-3 0-16,0 1 0 0,0 1 128 0,-3-2-128 15,0 2 0-15,-2 1 0 0,1-2 0 0,1 0 0 16,0 0 0-16,1-1 0 0,0 2 0 0,1-2 0 16,2 1 0-16,2 1 0 0,2-4 0 0,3 2 0 15,1-2 0-15,0-5 0 0,0 0 128 0,0 0-128 16,0 0 0-16,30 21 0 0,-16-20 0 0,6 0 0 15,4-1 0-15,3-2 0 0,6 0 144 0,1-1-144 16,2-2 160-16,1-1-32 16,2 0-128-16,-1-2 192 0,-2 1-192 0,-2 1 0 0,-2-1 0 0,-1 2 0 0,1 1 0 0,-2 1 0 15,0 1 0-15,0-2-18464 16</inkml:trace>
  <inkml:trace contextRef="#ctx0" brushRef="#br0" timeOffset="43224.86">3865 5604 16575 0,'-1'0'1472'0,"-1"-2"-1168"15,2 2-304-15,0 0 0 0,-1 0 1088 0,1 0 144 0,-1-2 48 0,-1 1 0 16,1 1 320-16,-1 0 80 0,0 1 16 0,1 1 0 0,1 0-352 15,-1 3-80 1,2 2-16-16,-1 0 0 0,0 0-336 0,2 0-64 0,-1 0-16 16,1 3 0-16,1-3-528 0,0-1-112 15,0 0-32-15,2-1 0 0,2-1-160 0,-2-1-192 0,2-1 32 0,0-1-15424 16</inkml:trace>
  <inkml:trace contextRef="#ctx0" brushRef="#br0" timeOffset="43387.34">4266 5597 16575 0,'2'1'1472'0,"0"1"-1168"0,0 0-304 0,-2 0 0 0,0-2 1136 0,0 3 160 0,1 2 48 0,0-1 0 31,0 6 304-31,1-1 64 0,0 0 16 0,-1-1 0 16,0-1-1200-16,1-2-224 0,-1-1-48 0,2-1-16 31,-1-1-1120-31,2-2-208 0</inkml:trace>
  <inkml:trace contextRef="#ctx0" brushRef="#br0" timeOffset="43561.58">4088 5227 17503 0,'-4'-5'768'0,"2"2"176"0,1 2-752 0,0 1-192 16,0 0 0-16,1 1 0 0,-1 2 1392 0,1 0 240 15,0 4 48-15,0 1 16 0,1 5-432 0,1 0-96 16,-2-13-16-16,9 32 0 0,-9-32-1008 0,0 0-144 16,29 43-144-16,-29-43 144 0</inkml:trace>
  <inkml:trace contextRef="#ctx0" brushRef="#br0" timeOffset="48939.25">5692 5246 10127 0,'-1'-4'896'0,"0"1"-704"0,1 0-192 0,0 3 0 16,0 0 896-16,-1-2 160 0,0 0 32 0,0-2 0 15,-2-2 608-15,1 2 128 0,-1 1 32 0,1-2 0 16,-1 5-336-16,0-2-64 0,2 2-16 0,-1 0 0 16,0 2-416-16,1-2-64 0,-1 3-32 0,-1 2 0 15,1-3-288-15,0 5-48 0,0 0-16 0,2-1 0 16,-1 0-64-16,0 6-32 0,-1 1 0 0,0 5 0 0,1 6-128 0,0 4-32 16,0 3 0-16,-1 2 0 0,0 2-64 15,1 0 0-15,-1-1-16 0,0-3 0 0,-1 0-48 0,1-3-16 16,0 1 0-16,1-3 0 0,1-2-176 0,0-3 0 15,1-2 0-15,-1-19 0 0,0 0 0 0,10 34 0 16,-6-28 0-16,1-4 0 16,1-4-480-16,0 0-80 0,0-5-16 0,2 2-14688 0</inkml:trace>
  <inkml:trace contextRef="#ctx0" brushRef="#br0" timeOffset="49270.67">5630 5246 12895 0,'2'-6'576'0,"-1"2"112"0,1 2-560 0,-1 0-128 0,0 2 0 0,1 0 0 15,0 0 896-15,0 0 160 0,4-2 32 0,2 0 0 16,3 1 32-16,3-1 16 0,1 2 0 0,0-3 0 16,2 3-400-16,-1-2-80 0,2 1-16 0,-1 1 0 0,1 0 128 0,-18 0 32 15,34 3 0-15,-34-3 0 16,0 0 0-16,52 20 0 0,-52-20 0 0,0 0 0 0,39 37-288 0,-39-37-48 15,0 0-16-15,25 53 0 16,-25-53-176-16,4 40-32 0,-7-21-16 0,-2 0 0 0,-4-3-96 0,-3 1-128 16,-2 0 176-16,-1-3-176 0,0 0 192 0,-2-2-192 15,0-2 192-15,0-1-192 0,1 0 224 0,1-3-64 16,-1 0-16-16,1-1 0 0,0 0-144 0,-1-3 0 16,2 0 0-16,0-1 0 0,3 0 0 0,0-1 0 15,1-1 0-15,1 0 0 16,1 1-736-16,2-2-128 0,0 2-32 0,2 0-12672 0</inkml:trace>
  <inkml:trace contextRef="#ctx0" brushRef="#br0" timeOffset="50564.02">6369 5184 7359 0,'1'-3'656'0,"0"0"-528"0,-1 2-128 0,0-1 0 0,1 2 1088 0,0-3 176 15,1 1 32-15,0-4 16 0,1 0 784 0,-1-1 144 16,1 0 48-16,-1 3 0 0,-1-1-208 0,-1 2-32 15,-1 3-16-15,-2-1 0 0,1 2-624 0,-3 1-112 16,0 4-16-16,-2-2-16 0,-1 3-688 0,-3 0-128 16,0 3-16-16,-1 0-16 0,1 1-192 0,0-1-32 15,-1 4-16-15,1-2 0 0,0 2 32 0,1 0 16 16,-2 7 0-16,-1 2 0 0,2 2-32 0,1 1-16 16,2 0 0-16,1 2 0 0,2-2 192 0,4 1 32 0,1-4 16 15,1-1 0-15,-1-22-96 0,10 34-32 0,-10-34 0 16,0 0 0-16,29 44-288 0,-29-44 0 0,0 0 0 0,41 31 0 15,-41-31 0-15,0 0 0 0,51 20 0 0,-51-20 0 16,44 8 0-16,-44-8 0 0,45 1 0 0,-24-2-11344 16,-3-1-2256-16</inkml:trace>
  <inkml:trace contextRef="#ctx0" brushRef="#br0" timeOffset="50805.64">6492 5443 11967 0,'-3'-2'528'0,"1"1"112"0,2 1-512 0,0 0-128 0,0 0 0 0,0 0 0 0,1 0 1888 0,1 0 352 0,2 0 64 15,0-2 0-15,4 2-368 0,1-2-80 0,1 0 0 0,2-1-16 32,1 1-960-32,-1-1-192 0,1 2-48 0,-1 0 0 15,1 1-448-15,-1 0-192 0,-12 0 128 0,0 0-128 0,0 0 0 0,0 0-320 16,40 10 48-16,-35-6-12592 0</inkml:trace>
  <inkml:trace contextRef="#ctx0" brushRef="#br0" timeOffset="51154.47">6716 5312 6447 0,'-1'1'576'0,"0"-1"-576"15,1 0 0-15,0 2 0 0,1-2 1872 0,0 0 272 31,1 0 48-31,-1 0 16 0,3 0 288 0,0 0 64 0,3 0 16 0,1-2 0 0,2 1-864 0,2-1-176 16,1 0-48-16,-1 0 0 16,0 1-624-16,0 1-128 0,-1 0-32 0,0 1 0 15,-1 2-320-15,-10-3-80 0,0 0-16 0,0 0 0 16,0 0-288-16,0 0 0 16,31 44 0-16,-33-33 0 0,-1 2 0 0,-3 1 0 0,-2 0 0 15,-1 0 0-15,-2-1 0 0,0 0 0 0,0-1 0 0,-2 0 0 0,1-3 0 0,-1 1 0 16,2-3 0-1,2-1 0-15,1-2 0 0,1 0 0 0,2 0 0 0,0-3 0 16,2 1 0-16,2-1 0 0,0 1 0 0,2-2 0 16,1 0 0-16,1 0 128 0,2 0-128 0,0 2 160 15,4-4 400-15,-1 2 80 0,1 0 0 0,2 0 16 16,1-2-128-16,2 1-16 0,2-1-16 0,-1 0 0 16,1-1-240-16,-1-1-64 0,-1 1 0 0,0 1 0 15,1-3-192-15,-1 1 0 0,-1 2 0 0,1-1 0 16,1-2 0-16,0 0 0 0,2 0-144 0,0 0-10992 15,0 1-2176-15</inkml:trace>
  <inkml:trace contextRef="#ctx0" brushRef="#br0" timeOffset="51549.46">7590 5187 9215 0,'3'-5'816'0,"-2"3"-656"16,0-1-160-16,-1 1 0 0,0 2 1984 0,-1 0 352 15,0 0 80-15,0 0 16 0,-1-2 256 0,-1 1 48 0,-1 1 16 0,-2 0 0 16,0 3-1408-16,-2-1-256 16,1 1-64-16,-3 1-16 0,-1 1-512 0,-1 1-112 0,-1 1 0 0,-2 1-16 15,1 1-208-15,-3 0-32 0,-1 2-128 0,1 1 192 16,1-2-192-16,-1 3 128 0,-2-1-128 0,-2 3 0 15,2-1 0-15,0 0 128 0,3-4-128 0,3 1 0 0,2-3 0 16,3-2 0-16,2 2 0 0,0-4 0 0,2-1 272 16,2 2-32-16,1-3-16 0,1 0 0 0,2-1 48 0,2 1 16 15,0-2 0-15,0 2 0 0,3-1 192 0,-1 1 32 16,1-2 16-16,1 2 0 0,1 0-32 0,1 1-16 16,-10-3 0-16,0 0 0 0,0 0-192 0,44 14-32 15,-44-14-16-15,0 0 0 16,0 0-240-16,40 17 176 0,-40-17-176 0,0 0 160 0,0 0-160 0,40 12 0 15,-40-12 0-15,0 0 0 0,0 0 0 0,36 6 0 16,-27-6 0-16,-2 0-11904 16,1 3-2352-16</inkml:trace>
  <inkml:trace contextRef="#ctx0" brushRef="#br0" timeOffset="52488.97">7405 5414 7359 0,'-1'0'656'0,"-1"0"-528"16,0 0-128-16,1 0 0 0,1 0 784 0,-1 0 128 0,-1 0 32 0,-2 0 0 16,0 0 448-16,-2 0 80 0,1 0 32 0,0 0 0 15,1 1-32-15,2-1 0 0,0 2 0 0,1-2 0 16,1 0-128-16,2 0-48 0,0 2 0 0,2-2 0 16,2-2 96-16,0 2 16 0,1 0 0 0,1 0 0 15,1 0-304-15,1 0-48 16,3 0-16-16,-2 0 0 0,-11 0-336 0,0 0-64 15,35 5 0-15,-35-5-16 0,0 0-288 0,0 0-48 16,43 9-16-16,-43-9 0 0,0 0-272 0,0 0 128 16,0 0-128-16,44 19 0 0,-44-19 128 0,0 0-128 15,0 0 0-15,0 0 0 0,0 0 0 0,36 26 0 16,-32-21 0-16,0-2 0 16,-2 1-384-16,0-2-48 0,0 0 0 0,0 1-16160 0</inkml:trace>
  <inkml:trace contextRef="#ctx0" brushRef="#br0" timeOffset="53149.19">7962 5130 9215 0,'-4'0'400'0,"1"0"96"0,1 0-496 0,0 0 0 0,0 0 0 0,1 0 0 15,-1 0 1344-15,-1 0 192 16,0 0 16-16,-2 1 16 0,0 0 416 0,1 1 64 0,0-2 32 0,1 1 0 15,2 1-256-15,-1-2-48 0,2 0-16 0,1 0 0 16,0 0-512-16,1 1-96 0,1 1-32 0,1-2 0 16,0 2-256-16,1-1-48 0,1-1-16 0,1 1 0 15,0-1-240-15,1 0-48 0,2 2-16 0,-1-2 0 16,2 1-160-16,0 1-16 0,0-2-16 0,2 0 0 16,0 0-128-16,0 0-32 0,0-2 0 0,-1 1 0 0,1 1-144 0,-2-2 0 15,-1 2 144-15,0-1-144 16,1 0 0-16,-1 1 0 0,-1 0 0 0,-2-2 128 0,0 4-128 0,-2-2 0 15,-2 2 0-15,0 0 0 0,-2 1 0 0,-1-1 0 16,0 3 0-16,-2-3 128 0,-1 3-128 0,-1 0 0 16,0 2 0-16,-3-1 0 0,2 2 0 0,-1-1 0 15,0 1 0-15,-2 1 0 0,0 3 0 0,-2 2 0 16,-1 0 0-16,-1 3 0 0,0-1 0 0,0 1 0 16,2-2 0-16,-1 1 0 0,-1 1 0 0,1 0 0 15,2 1 0-15,0-4 0 0,5 0 0 0,2-3 0 16,2-2 0-16,3-2 0 0,1 0 0 0,3-5 0 0,2 0 0 0,2-1 0 15,0-2 0-15,3-1 0 0,2 0 0 0,1-1 0 16,-1 1 208-16,1-1 80 0,1 1 16 0,1 0 0 16,0 0-144-16,-1 0-32 0,-18 2 0 0,37 0 0 15,-37 0-128-15,34 2 0 0,-34-2 0 0,30 3 128 16,-30-3-128-16,0 0 0 0,39 6 0 0,-39-6 0 16,0 0 0-16,31 2 0 0,-23-2 0 0,-1-2 0 15,-2-1-288-15,0 1-96 0,-1 0 0 0,-3-3-17424 16</inkml:trace>
  <inkml:trace contextRef="#ctx0" brushRef="#br0" timeOffset="53355.03">7946 5325 16575 0,'-4'0'736'0,"3"-1"160"16,0 1-720-16,1-2-176 15,1 2 0-15,-1 0 0 0,2 0 1728 0,1-2 320 0,2 0 64 0,2-1 16 0,3-2 240 0,3 1 32 0,3-2 16 0,2 2 0 16,0-1-960-16,2 0-192 0,1 1-48 0,1-1 0 16,2 0-832-1,0 3-160-15,2 0-32 0,-1 0-16 0,-25 2-416 0,37 2-80 0,-37-2 0 0,41 6-16224 16</inkml:trace>
  <inkml:trace contextRef="#ctx0" brushRef="#br0" timeOffset="54603.67">8870 5163 8287 0,'3'-2'736'0,"-2"-1"-592"0,0 3-144 0,0-2 0 16,-1 2 1392-16,1 0 240 0,1-2 48 0,1-1 16 0,1 1 400 0,-1-3 80 15,2 3 0-15,-3 0 16 0,-1-1-464 0,-2 3-80 16,0 0-32-16,-2 0 0 0,0 1-352 0,-1 1-80 15,-1 0-16-15,-1 0 0 0,0 1-464 0,-1 1-112 0,-1 1-16 0,0 0 0 16,-2 0-288-16,0 1-64 16,0 0-16-16,-1 0 0 0,0 2-208 0,-2-3 128 0,0 2-128 0,0-1 0 15,0-1 0-15,-1-1 0 0,2 0 0 0,-1 1 0 16,3-1 128-16,-1-2-128 0,-1 3 0 0,0-3 0 16,2 2 192-16,1-1-64 0,1 0-128 0,0 0 192 15,1 1 32-15,0-2 0 16,2 1 0-16,0-1 0 0,1 1 0 0,2-1 0 0,-1 0 0 0,1-2 0 15,1 2 32-15,0-1 0 0,0 1 0 16,1 0 0-16,0-2-32 0,0 1 0 0,1-1 0 0,1 2 0 0,-1-2-64 16,1 0-16-16,0 0 0 0,0 1 0 0,0-1-144 0,-1 1 192 15,1-1-192-15,-1 0 192 16,1 2-192-16,-1-2 160 0,0 0-160 0,0 0 160 0,-1 1-160 0,1-1 0 16,0 0 144-16,0 2-144 0,-1-2 128 0,1 0-128 15,-1 0 128-15,1 0-128 0,-1 0 0 0,0 0 144 16,1 2-144-16,-1-2 0 15,0 0 128-15,0 0-128 0,0 0 0 0,0 0 0 0,0 1 128 0,0-1-128 16,0 2 0-16,0-2 0 0,0 0 128 0,0 0-128 16,0 0 0-16,0 2 0 0,0-2 0 0,0 0 0 0,0 0 0 15,0 0 0-15,0 0 0 0,0 1 0 0,0-1 0 16,0 0 0-16,1 1 0 16,-1-1 0-16,1 0 0 0,-1 0 0 0,1 0 0 15,-1 0 0-15,1-1 0 0,0 1 0 0,-1-1 128 0,1 1-128 0,0 0 0 0,-1 0 0 16,0 0 0-16,0 0 0 0,0 0 0 0,1 0 0 15,-1 0 128-15,0 0-128 0,0 0 0 0,0-2 0 16,0 2 0-16,0 0 0 0,0 2 0 0,0-2 0 16,0 0 0-16,0 0 0 0,1 0 0 15,-1 0 0-15,1 0 0 0,-1 0 0 0,1 1 0 0,0-1 0 16,0-1 0-16,0 1 0 0,-1 0 0 0,1 0 0 0,0 0 0 0,-1 0 0 31,1 0 0-31,-1 0 0 0,0-2 128 0,1 2-128 0,-1 0 0 0,0 0 0 16,0 0 0-16,0 0 0 0,0-2 0 0,1 2 0 0,-1 0 128 0,1 0-128 15,-1 0 0-15,1-1 0 0,-1 2 0 16,1-1 0-16,0 0 0 0,0 0 0 0,1 2 0 0,-1-2 0 16,1 0 0-16,-1 0 0 0,1 2 0 0,-2-2 0 15,2 1 0-15,1 0 0 0,-1-1 0 16,1 2 0-16,0 1 0 0,2-2 0 16,1 1 0-16,0 1 0 0,1 0 0 0,0 0 0 0,-7-3 0 0,0 0 0 0,0 0 0 15,45 11 0-15,-45-11 0 0,0 0 0 16,38 9 0-16,-28-8 0 0,-10-1 0 0,0 0 0 15,38 8 0-15,-38-8 0 0,0 0 0 0,40 11 0 16,-40-11 0-16,0 0 0 0,0 0 0 0,41 15 0 16,-41-15 0-16,0 0 0 0,0 0 0 0,0 0 0 0,0 0 0 0,0 0 0 15,0 0-128-15,31 37 128 16,-31-33-208-16,0 0-12048 16,0 3-2400-16</inkml:trace>
  <inkml:trace contextRef="#ctx0" brushRef="#br0" timeOffset="55320.92">9179 5189 11055 0,'-2'0'976'0,"0"0"-784"16,1 1-192-16,1-1 0 15,0 0 1408-15,-1 0 256 0,0 2 32 0,-1-2 16 16,0 0 720-16,1 0 128 0,1 2 48 0,1-4 0 0,2 2-736 0,1-3-144 0,1 1-16 0,2-1-16 15,0 1-528-15,3 0-96 0,1-1-32 0,-1-1 0 16,0 3-464-16,1-1-80 0,0 1-32 0,0 2 0 16,-1-1-192-16,-1 3-32 15,0 1-16-15,-1 0 0 0,-8-4-224 0,0 0 144 16,0 0-144-16,0 0 128 0,0 0-128 0,34 39 0 0,-31-32 0 0,0 0 0 16,-2 3 0-16,0-3 0 0,-1 0 0 0,-2 0 0 15,1 0 0-15,-3 0 0 0,1 0 0 0,-1 1 0 0,-1-2 0 16,-1 0 0-16,-2 0 0 0,-1 0 0 0,0 0 0 15,0 2 0-15,-2-2 0 0,0 2 0 0,0-3 0 0,0 2 0 16,0-1 0-16,3 0 0 0,1-2 0 0,1 1 0 16,1-2 0-16,2 1 0 0,1-2 0 0,1-1 0 15,2 1 0-15,0 0 0 0,3-2 0 0,0 0 0 16,0 0 0-16,1 0 0 0,3 0 0 0,1-2 0 16,1 2 0-16,3-3 0 0,0 1 0 0,2-2 128 15,2 1-128-15,-1-2 128 0,1 1 48 0,0 1 0 16,0-2 0-16,-2 3 0 0,0 0-176 0,0-1 0 15,1-1 0-15,-1 3 0 0,0 1 0 0,-2-2 0 0,0 2 0 0,0 0 0 16,-1-1 0-16,1 1-192 0,-2-1 0 0,-2 1-17456 31</inkml:trace>
  <inkml:trace contextRef="#ctx0" brushRef="#br0" timeOffset="55620.88">9736 5078 18431 0,'4'0'816'0,"-1"0"160"0,1 1-784 0,-1 0-192 0,0 1 0 0,-1-1 0 0,0 1 1616 0,4 3 288 31,-6-5 48-31,0 0 16 0,40 23 80 0,-40-23 32 0,36 21 0 0,-36-21 0 0,0 0-544 0,49 32-96 16,-49-32-32-16,0 0 0 0,48 36-672 0,-48-36-144 15,0 0-16-15,37 42-16 0,-37-42-336 0,0 0-64 16,26 54-16-16,-26-54 0 0,9 40-144 0,-9-40 0 16,-4 43 0-16,-2-24 0 0,-3 3 0 0,-3-1 0 15,-1 0 0-15,-2-1 0 16,0 0 0-16,-1-2 0 0,-1 0 0 16,2-3 0-1,1-2-864-15,-1-3-208 0</inkml:trace>
  <inkml:trace contextRef="#ctx0" brushRef="#br0" timeOffset="56078.66">10269 5237 9215 0,'-1'-1'816'0,"1"1"-656"15,0 0-160-15,0-2 0 0,1 2 1568 0,0 0 288 0,1-2 48 0,1 0 16 16,1-1 368-16,2-2 80 0,2 1 0 0,2-3 16 16,0 2-288-16,2-2-64 0,1 3-16 0,1-1 0 15,1 2-704-15,1 0-144 0,1 0-16 0,0 2-16 16,-2-1-496-16,0 1-112 0,-1 1-16 0,-1 1 0 15,0 1-320-15,-13-2-64 0,0 0 0 0,34 4-128 16,-24-4 0-16,-2 1 0 0,0 1 0 0,-2 0 0 16,1-1-320-1,-4-1-112-15,0 2-16 0,-1-2-16 0,-1 2-2480 0,-2-2-512 0</inkml:trace>
  <inkml:trace contextRef="#ctx0" brushRef="#br0" timeOffset="56268.45">10266 5353 12895 0,'0'0'576'0,"-1"0"112"16,2 0-560-16,-1 0-128 0,2-2 0 0,1 1 0 0,0 1 2496 0,2-2 448 15,2 0 112-15,4-1 16 0,4-2-304 0,1 1-48 0,1-1-16 0,1 0 0 16,0 1-1216-16,0-3-240 0,1 4-48 0,-1-2-16 16,1 1-800-16,-1 1-176 15,0-1-16-15,-1 1-16 0,-3 1-176 0,0-1-256 0,1 1 64 0,-3 0-16784 16</inkml:trace>
  <inkml:trace contextRef="#ctx0" brushRef="#br0" timeOffset="56796.48">11000 5146 16575 0,'0'-2'1472'0,"1"0"-1168"0,0 0-304 0,1 2 0 15,0 0 1344-15,0-2 224 0,3-1 32 0,2-1 16 16,5-2 128-16,1-1 32 16,2 0 0-16,1 1 0 0,0 1-560 0,0 2-96 0,-1 0-32 0,1 3 0 15,1 0-288-15,-17 0-64 16,29 6-16-16,-29-6 0 0,0 0-256 0,0 0-48 0,40 23-16 0,-40-23 0 16,0 0-272-16,0 0-128 0,0 0 128 0,0 0-128 0,19 45 0 0,-22-38 0 15,0 0 0-15,-2 3 0 16,-1-3 0-16,-2 2 0 15,0 1 0-15,-3-1 0 0,1 0 0 0,0-1-144 16,0 1 144-16,-2-1-160 16,-3 3-272-16,0 1-48 0,0 0-16 0,2-3 0 15,1 1-144-15,1-1-48 0,1 1 0 0,2-3 0 0,3 0 560 0,1 0 128 0,1-2 0 0,2-1 0 16,2-1 0-16,1 0 0 0,3-1 0 0,1-2 128 16,4 0 128-16,1 0 48 0,2-2 0 0,0-1 0 15,-1 0 256-15,4-1 48 0,2-1 16 0,2-2 0 16,-3 3-240-16,1-1-64 0,-1 1 0 0,1-1 0 15,-1 1-192-15,-1 0-128 0,1 2 128 0,1-1-128 16,-2-2-320-16,-1 3-128 16,0-2-16-16,-2 1-15600 0</inkml:trace>
  <inkml:trace contextRef="#ctx0" brushRef="#br0" timeOffset="57032.68">11512 5079 7359 0,'2'-1'656'0,"0"1"-528"16,0 0-128-16,-1 0 0 0,0 1 2304 0,1 0 448 16,3 1 64-16,0 3 32 0,-5-5 16 0,0 0 0 15,0 0 0-15,41 31 0 0,-41-31-1008 0,0 0-192 16,36 38-32-16,-36-38-16 0,0 0-464 0,45 40-112 16,-45-40-16-16,35 31 0 0,-35-31-464 0,34 33-112 0,-34-33 0 0,33 27-16 15,-33-27-432-15,0 0 0 0,43 31 0 0,-43-31 0 31,0 0-656-31,0 0-224 0,39 16-32 0,-31-16-15488 0</inkml:trace>
  <inkml:trace contextRef="#ctx0" brushRef="#br0" timeOffset="57220.61">11788 5080 6447 0,'-9'3'576'0,"2"1"-576"0,0 1 0 0,2 0 0 15,0-2 1824-15,1 1 256 0,-1 0 48 0,-6 6 16 0,-3 4 224 16,-8 3 32-16,-1 4 16 0,-1 3 0 16,0 0-944-16,2-2-192 0,1 3-48 0,3-4 0 0,2 1-912 0,3-5-192 15,3 1-128-15,2-3-12160 16</inkml:trace>
  <inkml:trace contextRef="#ctx0" brushRef="#br0" timeOffset="57694.8">12141 5014 5519 0,'0'-8'496'0,"0"2"-496"16,1 1 0-16,0 2 0 0,0 1 1984 0,-1 1 320 16,0 0 48-16,0-2 16 0,1-2 624 0,1 1 128 15,-1-1 16-15,1 1 16 16,-1 3-1296-16,0-1-272 0,-1 4-48 0,1 1-16 0,0 4-624 0,-1 0-128 16,0-7-32-16,0 28 0 0,0-28-128 0,1 45-32 0,-1-45 0 0,2 57 0 15,-2-26-112-15,1 0-16 0,0 1-16 16,-1-32 0-16,2 51-112 0,-2-51-32 0,5 54 0 0,-5-54 0 15,8 52-288-15,-8-52 0 0,9 46 128 16,-9-46-128-16,7 38-144 0,-7-38-96 0,4 31-16 0,-4-31 0 31,0 0-1872-31,-2 30-384 0,0-26-80 0,0-3-11424 0</inkml:trace>
  <inkml:trace contextRef="#ctx0" brushRef="#br0" timeOffset="58010.56">12151 4989 5519 0,'-2'-3'496'0,"1"2"-496"15,0 1 0-15,1 0 0 0,1 0 2112 0,0-2 336 16,-1 2 64-16,1-3 16 16,2 0 0-16,1-2 0 0,2-1 0 0,2 2 0 0,4-4-736 15,0 0-160-15,2 1-32 0,1-1 0 0,2 1-384 0,1-3-64 16,1 4-32-16,0 0 0 0,0 4-256 0,0 2-48 15,-19 0-16-15,33 5 0 0,-33-5-320 0,0 0-64 16,35 28-16-16,-35-28 0 0,0 0-400 0,14 43 0 0,-14-43 128 0,-8 33-128 16,-2-14 0-16,-4-2 0 0,-3 2 0 15,-2-5 0-15,0 0 0 0,-1-4 0 0,0 1 0 0,1-4 0 16,0 1 0-16,1-4 0 0,2 1 0 16,1-5 0-1,3 0-592-15,1-3-112 0,1 0 0 0,2-2-15408 0</inkml:trace>
  <inkml:trace contextRef="#ctx0" brushRef="#br0" timeOffset="59155.09">12843 4801 1839 0,'0'-3'160'0,"0"1"-160"16,0 0 0-16,0 1 0 0,0 1 1072 0,0 0 176 0,0-2 32 0,0 2 16 0,0-3 704 0,0 1 144 16,0 0 32-16,-1-2 0 0,1 1-288 0,-1 0-48 15,0 1-16-15,0-2 0 0,0 1-320 0,0 0-64 16,-1 1-16-16,1 1 0 0,-2 0-272 0,0-1-48 31,-1 2-16-31,1 2 0 0,-2 0-256 0,-1 0-48 16,1 3-16-16,-1 0 0 0,1 0-272 0,-2 4-64 15,1 1-16-15,-2 2 0 0,1 4 80 0,-1 1 16 16,0 4 0-16,1-1 0 0,1-1-96 0,0 4-16 0,0 3 0 0,0 0 0 16,2 2-16-16,0-2-16 0,4-26 0 0,-1 48 0 15,1-48-144-15,0 0-32 0,13 47 0 16,-13-47 0-16,0 0-192 0,0 0 0 0,38 39 0 0,-38-39 0 16,0 0 0-16,0 0 0 0,49 30 0 0,-49-30 0 15,0 0 0-15,50 17 0 0,-50-17-160 0,34 8 160 16,-34-8-992-16,34 1-112 0,-17-1-32 0,0-1-15168 15</inkml:trace>
  <inkml:trace contextRef="#ctx0" brushRef="#br0" timeOffset="59502.06">13202 4838 11967 0,'-1'-4'528'0,"0"2"112"0,0 1-512 0,-1 1-128 15,0 1 0-15,0 1 0 0,0 1 1568 0,-2 1 288 16,-3 4 48-16,-1 3 16 0,-2 3-16 0,-3 3 0 16,1 4 0-16,1 0 0 0,1 0-480 0,3 1-80 0,1-3-32 0,4 0 0 15,2-19-400-15,0 30-80 0,0-30 0 0,0 0-16 16,0 0-240-16,29 35-32 0,-29-35-16 0,27 1 0 16,-11-2-336-16,3-5-192 0,-1-1 192 0,2-3-192 15,1-2 192-15,-2 1-192 0,-1-1 192 0,1-3-192 16,2-1 0-16,-3 0 0 0,0 1 0 0,-2-1 0 15,-1 1-128-15,-1-3 128 0,1-4-208 0,-2 1 80 16,-2 0-128-16,-4-1-32 0,-4 3 0 0,-5 0 0 16,-4 5-288-16,-5 1-48 0,-5 2-16 15,-3 5 0-15,-3 3 352 0,-2 3 64 0,-2 2 16 0,1 3 0 16,-1 2 336-16,1 2 64 0,1 2 0 0,3 0 16 0,3-2-208 16,2-1 144-16,2 2-144 0,3 1 128 15,1-2-320-15,6-2-64 0</inkml:trace>
  <inkml:trace contextRef="#ctx0" brushRef="#br0" timeOffset="60117.83">14073 4805 6447 0,'-7'0'272'0,"2"0"80"16,1 0-352-16,1 0 0 0,2 0 0 0,0 0 0 0,-1 0 1328 0,0-2 192 0,0 2 32 0,-3 0 16 15,0-2 640-15,1 1 128 0,0 1 32 0,0-2 0 16,1 2 320-16,0 0 80 0,-1 0 16 0,0 0 0 0,1 2-752 0,-2-2-160 15,-1 3-16-15,-2-3-16 16,0 2-992-16,-2 1-192 0,-2 1-32 0,0-1-16 0,-1 2-352 0,-2 1-80 16,-2-1-16-16,-2 4 0 0,-2 0-160 0,-3 2 0 15,-1 3 144-15,-1-1-144 0,1 0 0 0,2-1 0 16,1 0 0-16,4-3 0 0,1 0 0 0,3-1 0 16,2-1 0-16,2-2 0 0,3-1 0 0,1-1 0 15,1-1 0-15,3-2 0 0,0 0 0 0,0 0 0 16,2 0 0-16,0-2 0 0,2 1 0 0,-1 0 0 15,1 0 0-15,-1 1 0 0,1-2 0 0,0 2 0 0,-1 0 0 0,0 0 0 16,0 0 0-16,0 2 144 0,-1-2-144 0,0 2 0 16,0 1 128-16,-1-2-128 0,-1 1 0 15,1 0 0-15,0 0 128 0,0 0-128 0,0-2 0 0,0 1 0 16,1-1 0-16,1 2 0 0,0-2 128 16,1 0-128-16,-1 0 0 0,2 0 128 15,0 0-128-15,1 0 0 0,2 0 176 0,0 2-176 0,2-1 160 0,0 1-160 16,-8-2 144-16,0 0-144 0,0 0 128 0,39 22-128 15,-39-22 0-15,0 0 0 0,34 26 0 0,-34-26 0 16,0 0 0-16,40 30 0 0,-40-30 0 0,0 0 0 16,42 21 0-16,-42-21 0 0,0 0 0 0,42 15 0 15,-42-15 0-15,26 3 0 0,-12-2 0 0,-1-2 0 16,0 1-160-16,-1-1-64 0,-1-3-16 0,-3 3-11856 16,-1-1-2368-16</inkml:trace>
  <inkml:trace contextRef="#ctx0" brushRef="#br0" timeOffset="60898.59">14219 4776 10127 0,'-1'-2'896'0,"0"1"-704"16,1 1-192-16,0 0 0 0,0-1 1536 0,0 1 288 15,0 0 48-15,1-2 16 0,-1-1 576 0,2-1 112 0,1 1 32 0,1 1 0 16,1-1-816-16,3 1-176 0,1-1-16 0,2 1-16 15,2 0-496-15,2 0-80 0,0 2-32 0,2 0 0 16,1-2-368-16,-1 1-80 0,3-1-16 0,-3 2 0 16,-1-2-192-16,-1 1-32 15,0-1-16-15,-3 2 0 0,-1 0-80 0,-2-2 0 0,1 2-16 0,-2-2 0 16,-1 1-48-16,-2 1-128 0,0 0 192 0,-2 1-64 16,-2 1 16-16,1 0 0 0,-2 0 0 0,-1 3 0 15,0 0-144-15,0 0 0 0,-2 2 144 0,-1 0-144 16,0 2 0-16,0-1 0 0,0-1 0 0,0 2 0 0,0 1 0 15,0-1 0-15,0 0 0 0,1-1 0 0,0-1 0 0,-1 0 0 16,1-2 0-16,0 2 0 0,0 0 0 0,0 0 0 16,-1 0 0-16,1-1 0 15,-1 0 0-15,0 1 0 0,0 0 0 0,0 0 0 0,-2 3 0 0,0-1 0 0,0 0 0 16,1-1 0-16,-1 1 0 16,1 0 0-16,1 0 0 0,0-1 0 0,-1 0 0 0,2 1 0 0,0-1 0 0,1 0 0 15,1 0 0-15,2-3 0 0,-1-5 0 0,0 0 0 16,0 0 0-16,0 0 0 0,0 0 0 0,0 0 0 15,40 23 0-15,-30-23 0 0,-10 0 0 16,0 0 0-16,33 5 0 0,-33-5 0 0,23 3 0 0,-11-1 0 16,0-2 0-16,0 2 0 0,1-2 0 0,1 0 0 15,0-2 0-15,0-1 0 0,1 1 0 0,-2-1 0 16,2 0 0-16,-1-1 0 0,1-1 0 0,0 1 0 16,-1 0 0-16,-1-2 0 15,-1 2 0-15,0-1 0 0,-1-1-304 0,-2 1 32 0,-2 1 0 0,-4 1 0 16,0 2-1872-16,-4-1-368 0</inkml:trace>
  <inkml:trace contextRef="#ctx0" brushRef="#br0" timeOffset="61167.04">14380 4912 11055 0,'-5'-5'480'0,"0"1"112"0,1 2-464 0,1 1-128 0,1-1 0 0,1 2 0 31,-1-2 1216-31,-1 1 240 0,-1-3 32 0,-3 1 16 0,2 1-352 0,-1 0-80 0,2 0-16 0,0 1 0 31,2 1-112-31,2 0-32 0,2 0 0 0,2 0 0 0,1 0 416 0,3-2 80 0,3 1 0 0,1 1 16 16,3-2-144-16,2 0-48 0,-2 0 0 0,2-1 0 16,1-2-624-16,4 3-128 0,2-5-32 0,1 1 0 15,3 0-256-15,-1 0-48 0,0 1-16 0,-2 2 0 16,-3-2-256-16,-2 3-64 0,0 0-16 0,-1 1 0 15,-3 1-1456-15,-4 1-304 0</inkml:trace>
  <inkml:trace contextRef="#ctx0" brushRef="#br0" timeOffset="61688.21">15106 4741 911 0,'4'-4'0'0,"0"3"0"0,0-1 0 0,-2 2 0 15,-1 0 2192-15,-1 0 368 0,1 0 64 0,0 0 0 16,1 0 640-16,-1 0 128 0,1 0 32 0,-3 2 0 15,-1-2-1264-15,-1 3-256 0,0-1-48 0,-2 1-16 16,-1-1-624-16,0 0-112 0,-2 3-16 0,-2-2-16 16,0 1-272-16,-2 1-48 0,0 0-16 0,-1-1 0 15,-2 4-416-15,-1-2-64 0,0 2-32 0,-1-1 0 16,0 2-48-16,1-1-16 0,-2 1 0 0,0-1 0 16,3 1-32-16,0 0-128 0,2-2 192 0,2 1-64 0,2-2-128 15,3-1 0-15,1 0 0 0,3-3 0 0,1 1 0 0,1-1 0 16,2 0 0-16,1-2 0 0,2 0 0 15,-1-2 0-15,3 2 0 0,-2-2 0 0,2 1 272 0,1-1-16 16,1 1-16-16,0 0 0 0,0-1-32 0,0 0 0 16,-1 1 0-16,1 1 0 0,0-2-16 0,1 1-16 15,-2 1 0-15,0 0 0 0,1 0-176 0,-1 0 160 16,0 0-160-16,-1 0 160 0,0 0-32 0,1 1 0 16,0 1 0-16,0-2 0 0,0 2-128 0,1-1 128 15,-9-1-128-15,0 0 128 0,0 0-128 0,35 11 0 0,-35-11 0 16,0 0 128-16,0 0-128 0,37 10 0 15,-37-10 0-15,0 0 0 0,0 0 0 0,29 7 0 0,-21-7 0 0,-1 0 0 16,0 0-176-16,-1 0-64 0,1-2-16 0,2 2-17728 16</inkml:trace>
  <inkml:trace contextRef="#ctx0" brushRef="#br0" timeOffset="62860.48">15416 4746 11055 0,'1'0'976'0,"0"0"-784"16,-1 0-192-16,0-2 0 0,0 2 1184 0,1 0 192 0,0 0 32 0,1-3 16 31,0 3 528-31,1-2 96 0,-1-1 32 0,2 1 0 0,0 2-208 0,0-2-32 0,2 2-16 0,0-3 0 16,0 1-560-16,1 0-112 0,3 1-32 0,-1-1 0 31,1 2-352-31,0-1-64 0,2 0 0 0,-2-1-16 16,1 1-256-16,-1 0-48 0,0 2-16 0,0-1 0 0,-1 3-112 0,-1-2-32 0,-8-1 0 0,0 0 0 31,0 0-224-31,0 0 176 0,0 0-176 0,34 30 160 0,-34-30-160 0,0 0 0 16,0 0 0-16,0 0 0 0,0 43 0 0,-3-32 0 15,-1-2 0-15,-1 1 0 0,-2 0 0 0,0-1 0 16,-2 1 0-16,1-1 0 0,0-2 0 0,1-1 0 16,-3 1 0-16,0-1 0 0,-2 1 0 0,0-1 0 15,2 0-128-15,0-1 128 0,0-1 0 0,1 1 0 16,0 0 0-16,4-2 0 0,0 1 0 0,2-1 0 15,2 0 0-15,1-2 0 0,2 1 0 0,2-2 0 0,1 1 0 16,0-1 0-16,3-1 0 0,2 1 0 0,2-2 0 16,1 0 0-16,2 0 0 0,-1-3 0 0,1 2 192 15,0 0-64-15,-1 0-128 0,1 0 0 0,-1 0 144 16,1 1-144 0,-1 1-320-16,-1 0-144 0,1-1-32 0,-2 2-10912 0,-1-2-2192 0</inkml:trace>
  <inkml:trace contextRef="#ctx0" brushRef="#br0" timeOffset="63129.1">15921 4589 10127 0,'2'1'896'0,"0"1"-704"15,-1-2-192-15,0 1 0 0,1 0 2176 0,0 1 416 16,-2-2 80-16,0 0 16 15,0 0 176-15,29 31 32 0,-29-31 16 0,0 0 0 0,35 43-1088 0,-35-43-224 16,0 0-32-16,37 46-16 0,-37-46-496 0,0 0-96 16,33 49-32-16,-33-49 0 0,0 0-464 0,25 52-80 15,-25-52-32-15,0 0 0 0,10 48-352 0,-10-48 128 0,-2 37-128 0,2-37 0 16,-12 38 0-16,3-16 0 0,-4-1 0 0,-3 0 0 16,-2 1 0-16,-2-1 0 0,0 2 0 15,-3-1 0 1,2-3-640-16,0-2-64 0</inkml:trace>
  <inkml:trace contextRef="#ctx0" brushRef="#br0" timeOffset="64237.94">16342 4817 5519 0,'0'0'496'0,"0"0"-496"0,0 0 0 0,0-2 0 0,0 2 1344 0,1 0 192 16,0-1 16-16,1 1 16 0,0-2 272 0,1 1 48 15,3-2 16-15,0 1 0 0,3-1-48 0,1 0-16 16,2 1 0-16,1 0 0 0,2-1-176 0,0-1-48 15,3 1 0-15,1 1 0 0,0-2-528 0,1 1-96 16,0 0-32-16,-1 1 0 0,1 0-512 0,-3 2-96 16,-3 0-32-16,-1-2 0 15,-4 4-576-15,-2-2-128 0,0 2-32 0,-4 0 0 16,0 0-1776-16,-2-1-368 0,-3 4-64 0,-1-1-9664 0</inkml:trace>
  <inkml:trace contextRef="#ctx0" brushRef="#br0" timeOffset="64447.78">16440 4901 6447 0,'-3'1'272'0,"1"0"80"0,0 0-352 0,1 0 0 0,1 1 0 16,0-2 0-16,1 1 1952 0,0-1 320 0,0 2 64 0,1 0 16 16,0 0 80-16,2 0 0 0,1 1 16 0,0-1 0 15,0-1-432-15,0 1-96 0,2-2 0 0,-1 0-16 0,2 0-864 0,-1 0-160 31,2-2-48-31,-1 1 0 0,0-1-432 0,1-1-80 0,-2 3-32 0,2-2 0 0,2 0-288 0,0 0 0 16,1-1 128-16,0-2-128 16,2 3-416-16,1-2-144 0,0 1-16 0,1-2-14272 15</inkml:trace>
  <inkml:trace contextRef="#ctx0" brushRef="#br0" timeOffset="64953.79">16951 4722 3679 0,'1'-2'320'0,"0"2"-320"0,0-2 0 0,0 2 0 15,0 0 1456-15,0-1 208 16,1 0 64-16,2 0 0 0,3-4 800 0,0 3 160 0,3 0 48 0,-1-3 0 15,1 3-704-15,1-1-144 16,1 2-32-16,-1 0 0 0,1-1-320 0,-1 1-64 16,2-1 0-16,-2 0-16 0,0 1-496 0,-1 2-112 15,1 1-16-15,-11-2 0 0,0 0-432 0,0 0-80 16,34 12-32-16,-34-12 0 0,0 0-288 0,0 0 160 16,0 0-160-16,0 0 128 0,15 45-128 0,-17-38 0 15,0 2 0-15,-4 2 0 0,0 0 0 0,-2-1 0 0,-1 1 0 0,-1-1 0 16,-1 1-192-16,-1 1 16 0,-1 0 16 15,0-2 0-15,0 0-96 0,1-1 0 0,0 0-16 16,2-2 0-16,1-2 64 0,1-1 16 0,-1 2 0 0,1-3 0 16,1 0 192-16,2 0 0 0,1-1 0 0,0 1-144 15,3-3 144-15,0 2 0 0,1-2 0 0,0 2 0 16,1-2 0-16,1 1 0 0,3 1 0 0,0-2 0 16,0 2 0-16,3-2 0 0,-8 0 0 0,0 0 0 15,25 3 0-15,-15-1 0 0,2-2 0 0,1 0 128 16,0 0-128-16,2-2 0 0,0 2 128 0,1-3-128 15,-1 1 0-15,3-1 128 0,1-1-128 0,2-1 0 0,0 0 0 0,-2 1 0 16,-1-2 0-16,0 2 0 0,-1-1-272 0,-2 0-32 16,0 1 0-16,-2 0 0 15,-1 1-1168-15,-1 0-256 0</inkml:trace>
  <inkml:trace contextRef="#ctx0" brushRef="#br0" timeOffset="65238.67">17556 4660 19343 0,'0'-2'848'0,"1"1"192"0,1 0-832 0,0 1-208 0,-1-2 0 0,0 2 0 15,2 0 1488-15,2 0 256 16,2 0 48-16,4 0 16 0,2 2 208 0,-13-2 32 0,30 9 16 0,-30-9 0 15,32 15-656-15,-32-15-144 0,33 19-32 0,-33-19 0 16,36 25-576-16,-36-25-112 0,34 24-32 0,-34-24 0 0,32 24-336 0,-32-24-176 16,0 0 160-16,41 28-160 15,-41-28 0-15,0 0 0 0,33 19 0 0,-33-19 0 32,0 0-960-32,25 7-192 0,-17-7-48 0,-3-2-15264 0</inkml:trace>
  <inkml:trace contextRef="#ctx0" brushRef="#br0" timeOffset="65445">17829 4618 11055 0,'-2'-2'976'0,"1"0"-784"0,0 1-192 0,0 1 0 0,-1 1 2096 16,1 1 368-16,-1 0 80 0,0 0 16 15,-4 5 368-15,-3 5 80 0,-2 2 0 0,-4 3 16 0,-2 4-1184 0,-2-2-240 0,-2 5-64 0,-1-3 0 16,-1 3-560-16,0-3-112 15,1 1-32-15,0-1 0 0,0 1-544 0,2-1-112 0,5-4-32 0,4-3-11984 32,4-3-2416-32</inkml:trace>
  <inkml:trace contextRef="#ctx0" brushRef="#br0" timeOffset="66617.06">18388 4546 9215 0,'-1'0'816'0,"0"-2"-656"0,0 2-160 0,0 0 0 15,-1 0 976-15,0 2 176 0,0-2 16 0,-3 0 16 0,-1 0 384 16,-1 1 80-16,0 1 16 0,0 1 0 15,1 0-272-15,0 0-48 0,0 3-16 0,1 1 0 0,0 3-144 16,-1 1-32-16,0 3 0 0,0 2 0 16,0 1-112-16,1 1-16 0,-1 2-16 0,6-20 0 0,-6 38-208 0,6-38-32 15,0 0-16-15,4 47 0 0,-4-47-304 0,0 0-48 16,0 0-16-16,34 34 0 0,-21-32-128 16,1-2-48-16,3-2 0 0,0-3 0 0,1-1 48 0,0-3 16 0,0 0 0 0,0-3 0 15,-1-1-272-15,-2 0 0 0,-1-1 0 0,-4-2 0 31,-1 1-480-31,-4-1 0 0,-3 0 0 0,-2 3 0 0,-3 1 176 0,-3-1 48 0,-4 0 0 0,-2 1 0 16,3 3 0-16,-2-1 16 0,-2 1 0 0,0 2 0 16,2 0 240-16,0 3 0 15,0 3 0-15,1 1-144 0,1 0 144 0,0 2 0 0,2 3 0 0,1 1 0 16,3 0 0-16,0 1 0 16,2 0 0-16,2 0 128 0,-1-7-704 0,0 0-144 0</inkml:trace>
  <inkml:trace contextRef="#ctx0" brushRef="#br0" timeOffset="66781.25">18642 4696 10127 0,'3'0'896'0,"-1"0"-704"0,-1 2-192 0,0-1 0 16,0 1 2704-16,0 0 512 0,0-1 112 0,1 3 0 15,1 1-1200-15,-3-5-240 0,0 0-48 0,0 0-16 16,0 0-1392-16,22 40-288 0,-22-40-144 0,0 0-8480 15,0 0-1792-15</inkml:trace>
  <inkml:trace contextRef="#ctx0" brushRef="#br0" timeOffset="67064.25">18929 4500 10127 0,'1'-3'448'0,"-1"3"96"15,1-2-544-15,-1 1 0 0,0 1 0 0,-1 1 0 0,0 1 1808 0,0 0 256 16,-3 3 48-16,-2 3 16 0,-2 3-160 0,-3 3-48 16,-2 3 0-16,-1-1 0 0,0 6-624 0,-1-3-128 15,0 4-16-15,1-1-16 0,1 0-160 0,4-2-16 16,4-2-16-16,5-18 0 0,0 0-496 0,1 37-80 16,-1-37-32-16,0 0 0 0,0 0-336 0,46 20 0 0,-28-19 0 0,1-2 0 15,2-2 128-15,1 0 48 0,1-4 16 0,-2 3 0 16,1-2 80-16,-3 2 32 0,1-3 0 0,0 2 0 15,-3 0-304-15,-1 0 0 0,-1 1 0 0,-3-1-144 16,0 2 144-16,-2 1 0 0,-1 0 0 0,-2-2-15552 16</inkml:trace>
  <inkml:trace contextRef="#ctx0" brushRef="#br0" timeOffset="67253.97">19051 4588 11967 0,'0'1'1072'0,"-1"2"-864"15,1-2-208-15,-2 0 0 0,1 1 1552 0,0 1 272 16,-1 2 48-16,-2 1 16 0,-2 6 128 0,-1 3 32 16,-2 0 0-16,-2 3 0 0,0-2-320 15,-1 4-64-15,1-4-16 0,-1 3 0 0,1-1-368 0,1-1-64 16,1-2 0-16,1-1-16 0,1 1-848 0,2-3-160 16,2-1-48-16,3-11 0 15,0 0-1184-15,0 0-240 0</inkml:trace>
  <inkml:trace contextRef="#ctx0" brushRef="#br0" timeOffset="67855.75">19331 4490 9215 0,'-1'-2'400'0,"1"0"96"0,0 1-496 0,0 1 0 15,0-2 0-15,0 1 0 16,0 1 1728-16,0-2 256 0,0 1 64 0,0 0 0 0,0-3 320 16,0 3 64-16,1-1 0 0,0-1 16 0,1 3-624 0,0-3-128 15,0 2-32-15,2 1 0 0,0-3-544 0,1 1-112 16,2 0-32-16,0-1 0 16,1 1-432-16,1-2-96 0,1 1 0 0,1-2-16 0,0 3-240 0,2-3-64 0,-1 0 0 0,1-1 0 15,0 2 64-15,0-2 16 0,-1 1 0 0,0 0 0 16,1 0 80-1,-2 0 16-15,-1 1 0 0,-1 0 0 0,0 1-112 0,-2 0-32 0,-1 1 0 16,0 0 0-16,-2 2-160 0,-1-2 160 0,-2 2-160 0,0 2 160 16,-1-2-160-16,0 0 128 0,-1 2-128 0,0-2 128 15,0 2-128-15,-1-1 0 0,0 1 144 0,0 0-144 0,0 1 0 0,-1 0 144 16,2 0-144-16,-2 2 0 0,1-1 160 0,-1 2-160 16,1 1 128-16,0-2-128 0,-1 3 0 15,0 0 0-15,-1 0 128 0,1 2-128 16,-1 1 0-16,4-11 0 0,-10 28 0 0,10-28 0 0,-14 38 0 0,5-14 0 15,9-24 0-15,-17 52 0 0,7-26 0 0,-1 3 0 16,2-1 0-16,-1-2 0 0,2-2 0 16,0-1 0-1,8-23 0-15,-13 38 0 0,13-38 0 0,-9 34 0 0,9-34 0 0,0 0 0 32,-10 38-704-32,10-38-64 0,0 0 0 0,0 0-16 15,-11 28-1520-15,9-25-320 0</inkml:trace>
  <inkml:trace contextRef="#ctx0" brushRef="#br0" timeOffset="68109.69">19310 4712 2751 0,'-4'-2'256'0,"2"2"-256"0,0 0 0 0,0 0 0 15,1 0 1328-15,1-1 208 0,0 1 64 0,0 1 0 16,-1-1 800-16,2 0 160 0,-1 0 48 0,3-1 0 0,1 0-496 0,1-3-112 15,2 1-16-15,1-2 0 16,2 0-352-16,1-2-80 0,2 0-16 0,2 0 0 0,0-2-560 0,2 1-112 16,2 0-32-16,-3 0 0 0,2 1-288 0,0-1-64 15,0-1-16-15,0 3 0 0,-2 0-272 0,-1 1-48 16,-2 1-16-16,0-1 0 0,-2 2-128 0,0 0-224 16,-1 0 48-16,-3 1 16 15,0 1-1648-15,-1-1-336 0</inkml:trace>
  <inkml:trace contextRef="#ctx0" brushRef="#br0" timeOffset="68462.67">19699 4456 11967 0,'-4'-2'528'0,"4"1"112"0,-1 0-512 0,0 1-128 0,1 0 0 0,0-2 0 16,1 2 1536-16,0 0 256 0,3-2 64 0,2 1 16 15,2-1 272-15,2-3 48 0,1 3 16 0,2-3 0 16,1 0-736-16,1 1-160 0,1-2-32 0,2 0 0 15,-1-2-192-15,3 2-32 0,-2 0-16 0,-1 0 0 16,0 0-272-16,-3 2-64 0,0 0-16 0,-2 1 0 16,0 0-288-16,-3 3-48 0,-2-2-16 0,-1 2 0 0,-2 2-192 0,0-2-144 15,-1 3 192-15,-2-3-192 0,0 3 176 0,-1-1-176 16,-1 0 160-16,-1 1-160 0,0 1 176 0,-2 1-176 16,1-1 192-16,-1 4-192 0,-1-1 144 0,1 2-144 15,4-9 0-15,-11 26 144 0,11-26-144 0,-12 34 0 16,12-34 0-16,-13 40 128 0,5-13-128 0,0 3 0 15,-2 5 0-15,-2-1 0 0,1 1 0 0,-1-2 0 16,0-2 0-16,0-2 0 0,2-1 0 0,0-6 0 0,0-2 0 16,2-2 0-1,8-18-720-15,-14 29-80 0,14-29-16 0,0 0-16080 0</inkml:trace>
  <inkml:trace contextRef="#ctx0" brushRef="#br0" timeOffset="68683.47">19673 4715 5519 0,'2'-2'496'0,"0"1"-496"0,0 1 0 0,0-2 0 16,0 2 2272-16,0-1 352 0,2 0 80 0,3-1 16 16,5-1 800-16,3-2 144 0,5-2 48 0,-1 0 0 0,2 0-1616 0,-2 0-320 15,1 0-64-15,-3 0-16 0,1-1-720 0,-1 2-144 16,-2-2-16-16,0 2-16 0,-1 0-608 0,-1 0-192 15,-1-1 128-15,1 2-128 32,-1-3-960-32,1 0-240 0,0 1-48 0,0-1-14304 0</inkml:trace>
  <inkml:trace contextRef="#ctx0" brushRef="#br0" timeOffset="69158.82">20177 4473 6447 0,'-2'0'576'0,"0"0"-576"16,0 1 0-16,1-1 0 16,0 0 2032-16,0 0 288 0,0 2 64 0,-2-2 16 0,0 2 544 0,1-2 128 15,2 0 0-15,2 0 16 0,2 0-960 0,0 0-192 16,3-2-32-16,1-1-16 0,1-1-768 0,0 1-160 16,1 1-16-16,1-1-16 0,2-2-352 0,-1 3-80 15,1-2-16-15,-1 1 0 0,0 1-64 0,-1-1-16 16,0 3 0-16,-2 0 0 0,0 0-112 0,0 1-32 15,-1 1 0-15,-1 0 0 0,1 1-256 0,-2 0 128 16,1 0-128-16,-7-3 0 0,0 0 0 0,0 0 0 0,0 0 0 0,28 24 0 16,-28-24 0-16,0 0 0 0,0 0 0 0,0 0 0 15,0 0 0-15,0 0 0 0,10 43 0 0,-10-43 0 16,0 0 0-16,-10 24 0 0,4-13 0 0,-1-1 0 16,1-2 0-16,-2 3 0 0,-1-2 0 0,-1 2 0 15,0 0 0-15,-1-2 0 0,-1 3 0 0,0-2-144 16,1 1 144-16,0-1-208 0,1 0 80 0,1-1 128 15,1 0 0-15,3-1 0 0,-1-2 0 0,2-2 0 16,1 2 0-16,0-3 0 0,2 1 0 0,1-1 0 16,1-1 0-16,1 0 0 0,1-1 0 0,0 1 0 0,2-2 0 15,1-2 0-15,1 1 0 0,1-1 0 0,3 0 0 0,-1-1 0 16,2-1 0-16,0 1 0 16,2 1 128-16,-1-1-128 0,3-1 128 0,-2 1-128 0,2 1 160 0,1 0-160 15,-1-1 192-15,0-2-192 16,-1 3 0-16,0-2 0 0,0 1 0 0,-1 0 0 0,0 0 0 0,-1 0 0 15,1 0-240-15,-1-2-11760 16,1 3-2352-16</inkml:trace>
  <inkml:trace contextRef="#ctx0" brushRef="#br0" timeOffset="69444.96">20759 4578 8287 0,'-3'-2'368'0,"3"2"80"0,-1 0-448 0,0 0 0 0,0 0 0 0,1 0 0 15,0 0 2400-15,0 2 400 0,1-2 80 0,1 0 0 16,2 0 192-16,2 0 48 0,2-2 0 16,2 1 0-16,1-1-1280 0,2-1-256 0,1 1-48 0,1 0-16 0,1-1-752 0,-1 1-160 31,0-1-32-31,-1 0 0 0,-1 2-384 0,0-1-64 0,-1-1-128 0,-1 3 176 0,-3-2-176 0,0 2-272 15,-1 0 64-15,-3 0 16 32,0 2-1264-32,-1-2-240 0,-1 0-48 0,-2 1-13008 0</inkml:trace>
  <inkml:trace contextRef="#ctx0" brushRef="#br0" timeOffset="69638.61">20729 4668 15663 0,'-4'4'688'0,"3"-3"144"0,0 3-656 0,1-3-176 0,1 1 0 0,1-2 0 16,2-2 2256-16,1 4 432 0,5-2 64 0,4-2 32 0,6 1-112 15,2-3-32-15,0 1 0 0,0 1 0 0,1-1-1424 0,-2-2-304 0,-1 3-48 16,-1 0-16-16,-2 0-576 0,-2 1-112 16,-2 1-32-16,-1 0 0 15,-2 1-832-15,-2 1-160 0,-1-2-32 0,-3 1-15408 0</inkml:trace>
  <inkml:trace contextRef="#ctx0" brushRef="#br0" timeOffset="70319.37">21558 4433 2751 0,'2'-3'256'0,"0"0"-256"15,2 2 0-15,-2-1 0 0,-3 0 688 0,0 1 80 0,1 1 32 0,0-3 0 16,0 1 1216-16,-1 0 240 0,-1-2 48 0,0 3 16 16,-1-1 48-16,-1 0 0 0,0 2 0 15,0 2 0-15,-1-2-768 0,0 2-160 0,0 3-32 0,-2-1 0 16,1 2-256-16,-2 0-48 0,-1 4-16 0,-1 2 0 16,-1 2-288-16,-1 2-64 0,0 4-16 0,0 1 0 15,1 0-16-15,0 3-16 0,1 0 0 0,1-3 0 16,9-21-192-16,-10 39-48 0,10-39 0 0,-4 35 0 15,4-35-240-15,0 0-48 0,0 0-16 0,21 40 0 16,-11-35-144-16,1-3 0 0,1-2 0 0,1-4 0 16,0 1 224-16,2-2-32 0,1-2-16 0,2 0 0 15,-1-3-176-15,1 1 128 0,-1-2-128 0,-2 1 128 0,-1-1-128 0,-1-1 0 16,-1-1 0-16,-2 1 0 0,-2 0 0 0,-1 0 0 16,-1-2 0-16,-1-2 0 0,-2 2 0 0,0-3-176 15,-2-1 176-15,-2 0-192 16,-1 4-448-16,-1-2-80 0,-3 6-32 0,0-1 0 15,-4 3-16-15,1 4-16 0,-2 3 0 0,-1 1 0 16,0 1 256-16,-1 3 48 0,1-1 16 0,0 2 0 16,2 0-208-16,0 1-32 0,2 0-16 0,0 0-12800 0</inkml:trace>
  <inkml:trace contextRef="#ctx0" brushRef="#br0" timeOffset="70538.63">21758 4627 16575 0,'3'0'736'0,"-1"0"160"0,0 1-720 0,1 1-176 0,-1-2 0 0,-1 1 0 16,0 0 1856-16,2 1 320 0,0 1 80 0,-3-3 16 0,0 0-608 0,0 0-128 16,0 0-32-16,0 0 0 15,25 35-928-15,-25-35-176 16,0 0-32-16,0 0-16 0,0 0-480 0,0 0-112 15,0 0-16-15,0 0-13456 0</inkml:trace>
  <inkml:trace contextRef="#ctx0" brushRef="#br0" timeOffset="71023.25">22038 4504 17503 0,'3'-2'768'0,"-1"2"176"0,1 0-752 0,-1 0-192 0,0 0 0 0,0-2 0 16,1 1 1664-16,2 1 288 0,5-2 64 0,3-3 16 0,3 1-656 0,2-4-128 15,1 1-32-15,-1-1 0 0,0-1-320 0,-2 0-64 16,2-2 0-16,-2 1-16 0,1-2-208 0,-2-1-32 16,-2 1-16-16,-3-1 0 15,-1-1-240-15,-6 0-32 0,-2-1-16 0,-2-1 0 0,-4 2-48 0,-3 1-16 16,-3 2 0-16,-1 1 0 0,-1 1-16 0,0 2-16 15,-2 3 0-15,1 3 0 0,1-1-176 0,-2 4 192 16,-1 2-192-16,-1 2 192 0,3 0 16 0,-1 4 16 16,3 0 0-16,0 1 0 0,1 2 32 0,2-1 0 0,9-12 0 0,0 0 0 15,-13 37-64-15,13-37 0 0,0 0 0 0,0 0 0 16,16 40-192-16,-16-40 128 0,0 0-128 0,32 18 0 16,-18-14 0-16,0-1 128 0,2-1-128 0,0 0 0 15,-1-2 0-15,1-2 0 0,-1 2 0 0,-2-2 0 16,1 1 0-16,-4-1 0 0,-1 1 0 0,-3 1 0 15,-1-2 0-15,-3 2 0 0,-2 2 0 0,-2-2 0 16,-2 3 0-16,-2 2 0 0,0-3 0 0,-3 5 0 16,-2 0 0-16,-1 4 0 0,-1 1 128 0,-1 2-128 15,14-14 0-15,-22 30 144 0,8-11-144 0,0 5 128 16,0-1 64-16,14-23 16 0,-22 50 0 0,22-50 0 16,-14 43-80-16,14-43 0 0,0 0-128 0,-3 50 192 15,3-50-192-15,0 0 0 0,0 0 0 0,0 0 0 16,18 40 0-16,-12-39 0 0,1-1 0 0,1-1-12176 15,1-4-2384-15</inkml:trace>
  <inkml:trace contextRef="#ctx0" brushRef="#br0" timeOffset="71413.16">22576 4333 14735 0,'2'-2'640'0,"-2"0"160"0,0 2-640 0,0 0-160 0,0 0 0 0,-1 0 0 15,-1 2 2000-15,-1 0 368 16,-1 1 80-16,-3 1 16 0,-2 4-368 0,-1-1-80 16,0 2-16-16,-2 1 0 0,2 2-544 0,0-3-112 0,10-9-32 0,-17 23 0 15,17-23-416-15,0 0-64 0,-15 30-32 0,15-30 0 16,0 0-416-16,0 0-96 0,0 0-16 0,0 0 0 16,14 42-48-16,-14-42-16 15,19 7 0-15,-7-2 0 0,-12-5-32 0,22 7-16 0,-22-7 0 0,29 14 0 16,-13-7-160-16,-16-7 0 0,28 16 0 0,-28-16 128 15,25 18-128-15,-25-18 0 0,0 0 0 16,26 28 0-16,-26-28 0 0,0 0 0 0,0 0 0 16,0 0 0-16,9 40 0 0,-9-40 0 0,0 0 0 15,0 0 0-15,-14 26 0 0,7-21 0 0,0-2 0 0,-2 1 0 0,-1-1 0 0,-1 1 0 16,0-3 0-16,-2 3 0 0,1-3 0 0,0 0 0 16,-1 1 0-16,0 1 0 0,2-3 0 0,0 0 0 15,1 2 0-15,-1-4 0 0,3 2 0 0,0-3 0 16,1 1 0-16,1 0 0 15,1-3-1024-15,1-2-192 0,-1 2-48 0,1-3-15600 0</inkml:trace>
  <inkml:trace contextRef="#ctx0" brushRef="#br0" timeOffset="71617.72">22520 4407 10127 0,'4'-3'448'0,"-1"1"96"0,0 0-544 0,-1 2 0 16,1-2 0-16,-1 1 0 0,2 1 1056 0,1-4 96 0,6 1 32 0,2-1 0 15,5-2-528-15,1 2-96 0,-1-3-32 0,1 2 0 16,-2 0 384-16,1 0 80 0,-2 2 16 0,-1 0 0 16,-2 0 592-16,-2 1 128 0,-1-1 32 0,-1 3 0 15,0 0-672-15,-3-2-128 0,0 2-16 0,0 0-16 16,0 0-1088-16,-1 0-224 0,0 0-32 0,-1 0-12320 16</inkml:trace>
  <inkml:trace contextRef="#ctx0" brushRef="#br0" timeOffset="72000.03">23063 4274 4607 0,'2'0'400'0,"0"-2"-400"16,-1 2 0-16,-1 0 0 0,0-2 2112 0,1 2 320 0,1-1 80 0,0 1 16 15,1-2 800-15,-2 4 176 0,-2-1 16 0,-1 3 16 16,-2 1-928-16,0 2-192 16,-2 1-48-16,0 1 0 0,6-9-1248 0,-16 25-256 0,16-25-48 0,-21 34-16 15,21-34-416-15,-23 35-96 16,23-35-16-16,-24 38 0 0,24-38-32 0,-20 33-16 16,20-33 0-16,-16 36 0 0,16-36-32 0,0 0-16 15,-14 40 0-15,14-40 0 0,0 0-176 0,0 0 0 16,-1 43 0-16,1-43 0 0,0 0 0 0,0 0 128 15,23 20-128-15,-12-19 0 0,0-1 144 16,1 0-144-16,1-1 160 0,1 0-160 0,1-3 128 0,0 3-128 16,1-3 0-16,-1 1 144 0,0 1-144 0,-1-2 0 15,0 1 0-15,-3 2 0 0,-1-2 0 0,-1 0 0 16,1 1 0-16,1-1 0 16,-2 0-416-16,0 1-64 0,0-3-16 0,-1 1 0 15,-3 1-1296-15,2-1-272 0,-1-2-48 0,0 0-13120 0</inkml:trace>
  <inkml:trace contextRef="#ctx0" brushRef="#br0" timeOffset="72218.91">23155 4376 9215 0,'0'0'816'0,"-1"0"-656"0,0 0-160 0,0 0 0 16,1 2 1856-16,-1-2 352 0,0 1 64 0,-1 3 16 16,-1-1 752-16,0 3 3376 0,3-6-3184 15,-13 29-800-15,13-29-176 0,0 0-16 0,-17 47-16 16,17-47-1104-16,-18 41-224 0,18-41-32 0,-24 47-16 15,10-23-528-15,1-2-96 0,0-1-32 0,13-21 0 16,-24 38-192-16,24-38 128 0,-14 33-128 0,14-33 0 16,0 0 0-16,0 0 0 0,-6 42 0 0,6-42 0 15,0 0-576-15,0 0-144 0,0 0-48 0,30 14-16656 16</inkml:trace>
  <inkml:trace contextRef="#ctx0" brushRef="#br0" timeOffset="72534.1">23388 4378 16575 0,'0'0'1472'0,"0"0"-1168"0,0 0-304 16,0 0 0-16,0 0 1664 0,0 1 288 0,0 0 48 0,-3 2 16 16,0 0-304-16,-2 0-64 0,2 3-16 0,-1 0 0 15,4-6-416-15,0 0-96 0,-15 34-16 0,15-34 0 16,-15 31-80-16,15-31-32 0,-17 38 0 0,17-38 0 15,-20 38-432-15,20-38-96 0,-19 36-16 0,19-36 0 16,-14 33-224-16,14-33-48 0,0 0-16 0,0 0 0 16,-7 45-160-16,7-45 0 0,0 0 144 0,0 0-144 15,0 0 224-15,0 0-32 16,0 0 0-16,26 14 0 0,-12-14-64 0,4-4-128 0,1 1 176 0,3 0-176 16,4-1 128-16,-1-1-128 0,1 2 0 0,-2 0 0 0,0 0 0 15,-2 0 0-15,-1-1 0 0,0 1 0 16,-3 1 0-16,-3 0-176 0,-2-1 0 0,-3 0 0 15,-1 1-1440-15,-5-2-304 0,-1 1-48 0,-2-2-13888 16</inkml:trace>
  <inkml:trace contextRef="#ctx0" brushRef="#br0" timeOffset="72729.03">23552 4418 15663 0,'-4'-2'688'0,"2"2"144"15,1 0-656-15,0 2-176 0,-1-2 0 0,1 1 0 0,0 2 2256 0,-2 1 432 0,3-4 64 16,0 0 32-16,-19 33-240 0,19-33-48 0,-18 38-16 0,18-38 0 15,-19 47-1072-15,19-47-224 0,-18 50-32 0,18-50-16 16,-18 50-608-16,18-50-112 0,-21 43-32 0,21-43 0 16,-11 40-256-16,11-40-128 15,-11 33 0-15,11-33 128 0,0 0-272 0,-14 43-64 16,14-43-16-16,0 0-11568 0,-5 38-2320 0</inkml:trace>
  <inkml:trace contextRef="#ctx0" brushRef="#br0" timeOffset="73202.89">22475 4350 15663 0,'-2'-2'1392'0,"1"2"-1120"16,1-2-272-16,0 1 0 0,0 1 1408 0,0 0 240 15,0-2 32-15,0-1 16 0,0 1 80 0,1 0 16 16,2-3 0-16,2 2 0 0,1 1-192 0,-1 1-48 15,-2 0 0-15,1 1 0 0,3-2-96 0,3 2-32 0,4-2 0 0,4 1 0 16,5-2-784-16,4 1-176 0,4 1-16 0,-1 0-16 16,0 1-432-16,-2 0-256 0</inkml:trace>
  <inkml:trace contextRef="#ctx0" brushRef="#br0" timeOffset="76473.48">4031 7358 11055 0,'-1'-2'976'0,"0"0"-784"0,0 2-192 15,0-2 0-15,1 2 640 0,0 0 64 0,1 0 32 0,-1 0 0 0,1 0 960 0,-1 0 192 16,1 0 32-16,0 0 16 0,0 2-352 0,1-1-80 15,1 2-16-15,0-2 0 0,1 3-208 16,-1 0-32-16,2 0-16 0,-1 1 0 0,0 1-448 0,0 0-80 16,1 0-32-16,-1 1 0 15,-4-7-480-15,0 0-192 0,0 0 128 0,0 0-128 16,0 0-704-16,35 36-208 0</inkml:trace>
  <inkml:trace contextRef="#ctx0" brushRef="#br0" timeOffset="76631.92">4398 7278 11967 0,'5'0'1072'0,"-1"2"-864"16,2 1-208-16,-3-1 0 0,1 3 1472 0,-2-3 240 0,2 4 48 15,-4-6 16-15,0 0 256 0,24 46 48 0,-24-46 16 0,19 49 0 16,-19-49-752-16,13 44-160 16,-13-44-32-16,9 35 0 0,-9-35-704 0,0 0-128 15,13 36-48-15,-8-31-9344 16,0 0-1872-16</inkml:trace>
  <inkml:trace contextRef="#ctx0" brushRef="#br0" timeOffset="76857.61">4139 7072 18431 0,'-9'-11'1632'0,"3"5"-1312"0,3-1-320 0,2 6 0 15,1 0 1360-15,0 1 208 0,0 1 32 0,1 0 16 16,1 2 384-16,2 2 80 0,1 3 16 0,-5-8 0 16,0 0-1264-16,0 0-240 0,31 43-48 0,-31-43-16 15,0 0-1520-15,0 0-304 0</inkml:trace>
  <inkml:trace contextRef="#ctx0" brushRef="#br0" timeOffset="77771.91">4763 7148 12895 0,'2'0'1152'0,"0"0"-928"16,1-2-224-16,-1 1 0 0,0-1 1280 0,2-1 192 15,3 1 64-15,2-2 0 0,6-2 176 0,2 0 32 16,4-2 16-16,-1 4 0 0,0-1-864 0,-3 0-192 16,3 4-16-16,-2 0-16 0,1-1-320 0,-19 2-64 0,30-2-16 0,-17 2 0 15,-2 0-272-15,-2 0 0 0,-3 2 0 0,-1 0 0 32,-2-2-704-32,-2 2-80 0,-2-2-32 0,-1 2 0 15,0 1-1936-15,-2-1-384 0,0 1-64 0,-3-3-32 16,1 2 640-16,-3-2 128 0,1 2 32 0,-1-2 0 0,-1 0 1632 0,1 0 336 15,1-2 64-15,0 2 16 0,0 0 640 0,2 0 128 0,-1 0 16 16,2 2 16-16,1 1 704 0,0-1 144 0,0 3 16 0,2-1 16 16,-2 4 304-16,1 2 48 0,-1 1 16 0,1 4 0 15,0 3 0-15,-2 2 16 0,2 5 0 0,-2 2 0 16,0 1-560-16,0-1-112 0,-1-2-32 0,2-1 0 0,-1-3-528 16,2-2-96-16,0 0-32 0,1 0 0 15,3-5-320-15,-1-14 0 0,0 0-160 0,0 0-11408 16</inkml:trace>
  <inkml:trace contextRef="#ctx0" brushRef="#br0" timeOffset="78154.7">5169 6994 10127 0,'-1'-5'896'0,"1"3"-704"0,-1 2-192 0,1 0 0 0,0 2 2336 0,-1 0 432 0,0 3 96 0,0 2 16 31,-2 5-480-31,-1 9-96 0,0 4 0 0,-2 3-16 0,-1 7-1136 0,-1-1-240 15,1 3-32-15,0 1-16 16,1-3-288-16,0 0-48 0,3-6-16 0,1-3 0 16,1-2-80-16,1-5-32 0,1-4 0 0,0-1 0 15,-1-14-400-15,0 0 0 0,0 0 128 0,0 0-128 16,0 0 0-16,0 0 0 0,0 0 0 0,0 0 0 16,0 0 0-16,0 0 128 0,0 0-128 0,0 0 0 15,23-5 0-15,-21-7 0 0,1 1 128 0,-1-1-128 0,2-2 0 0,1 0 0 16,-1 1 0-16,2 1 0 15,-1-1 0-15,2 3 0 0,-1 0 0 0,2 1 128 0,0 4 0 0,1 0-128 16,-1 0 192-16,0 5-64 0,0 1 32 0,-8-1 0 16,0 0 0-16,0 0 0 0,0 0 0 0,33 45 0 15,-33-45 0-15,0 0 0 0,9 40-160 0,-9-40 0 16,1 28 0-16,-3-14 128 0,1-2-128 0,-2 2 0 16,1-2 0-16,-1-2 0 0,1-3 0 0,0 0 0 15,1-4 0-15,1 1 0 0,0-4 0 0,0 0 0 16,2-4 0-16,3 0 0 15,1-2-1408-15,2-3-224 0</inkml:trace>
  <inkml:trace contextRef="#ctx0" brushRef="#br0" timeOffset="78475.05">5455 7271 10127 0,'-1'2'896'0,"1"-1"-704"15,1 1-192-15,-1 0 0 0,1-2 2000 0,0 2 368 0,1 1 80 0,1 2 16 16,1-1-128-16,-4-4-32 0,0 0 0 0,0 0 0 15,41 3-1360-15,-27-6-288 0,1-3-48 0,0-2-16 16,2 1-368-16,0 0-80 0,1-4-16 0,0 0 0 16,0-1 64-16,-2 1 0 0,0 1 0 0,-2 1 0 15,-1-2 16-15,-2 1 16 0,-3 2 0 0,-3-1 0 0,-2 2-224 0,-2 0 144 16,-3-1-144-16,-4 0 128 0,-3 0-128 16,-3 1 0-16,-2 0 0 0,-2 2 0 0,-2 0 0 0,-2 5 0 15,5 0 0-15,-1 2 0 16,-2 4 0-16,2 3 0 0,2 2 0 0,-2 2 128 0,1 4 176 0,0 3 16 15,3 0 16-15,3 3 0 0,1 1 240 0,2-1 32 16,2 0 16-16,5-2 0 0,-1-21-64 0,0 0-16 0,21 42 0 16,-21-42 0-16,0 0-368 0,44 10-176 0,-44-10 160 15,41-3-160-15,-19-2 0 0,3-2 0 0,2 0 0 16,1-2-160 0,1 0-1536-16,0-1-304 0</inkml:trace>
  <inkml:trace contextRef="#ctx0" brushRef="#br0" timeOffset="78784.98">6375 6992 11055 0,'-3'-1'976'0,"1"1"-784"15,2 1-192-15,0 1 0 16,-1 0 2176-16,1 0 384 0,-1 1 64 0,-2 5 32 16,-1 3 160-16,0 5 16 0,1 3 16 0,0 3 0 15,0 1-1472-15,2 2-288 0,-1 0-64 0,1 1-16 16,1 2-368-16,-1 1-64 0,1 0 0 0,0 0-16 16,1 0-224-16,0-2-32 0,-1-27-16 0,7 43 0 0,-7-43-288 15,0 0 0-15,11 40 0 0,-11-40 0 16,0 0-640-16,0 0-128 0,0 0-16 0,0 0-16 15,0 0-1696-15,0 0-320 0</inkml:trace>
  <inkml:trace contextRef="#ctx0" brushRef="#br0" timeOffset="79318.48">6297 7072 6447 0,'-8'-2'576'0,"2"2"-576"15,3 0 0-15,0 0 0 0,3 0 2032 0,0 0 288 16,0 2 64-16,1-2 16 0,0 0 80 0,0 0 16 0,3-2 0 0,3-1 0 15,3-2-1120-15,2 1-224 0,3-3-32 0,1 0-16 16,4 1-432-16,1-3-96 0,2 2 0 0,1 0-16 16,0 0-208-16,-2 0-32 15,-3 4-16-15,-4 1 0 0,-4 2-304 0,-11 0 128 0,0 0-128 0,0 0 0 16,0 0 128-16,0 0-128 16,25 40 0-16,-32-28 0 0,1 0 0 0,-4-3 0 0,-2 3 128 0,-1 0-128 15,-2-3 144-15,0 1-16 0,-1 0-128 0,1-3 192 16,3 0 0-16,1-5-16 0,1 1 0 0,0-1 0 15,3-2 16-15,1-3 0 0,3 0 0 0,1-3 0 16,3 0-192-16,2-2 128 0,0 1-128 0,4-1 128 16,1-1-128-16,4 0 0 0,4-3-160 0,2 0 160 0,3-1-368 0,-1 1 32 15,1 0 0-15,-1-1 0 16,0 3-144-16,-1 1-32 0,-1 0 0 0,-2 1 0 0,0 2 512 0,-1 0-144 16,1 3 144-16,-1 0 0 0,-2 1 0 0,-13 2 128 15,0 0 0-15,38 5 0 0,-38-5 528 16,0 0 112-16,0 0 32 0,0 0 0 0,40 35-128 0,-40-35-32 15,0 0 0-15,0 0 0 0,16 44-304 0,-16-44-64 16,0 0-16-16,4 32 0 0,-4-21-256 0,-1-2 160 16,-1 1-160-16,0-3 128 0,0 0 0 0,0-1 0 15,-1-1 0-15,1-2 0 0,0-2 160 0,0-1 32 0,1 0 0 0,0-3 0 16,1-1 0-16,0-1 16 0,0-2 0 0,2-1 0 16,1-1-160-16,1-2-48 0,1-1 0 0,2-2 0 15,1-1-128-15,2-2 0 0,1-1 0 16,1 1 0-16,1-2 0 0,0 0 0 0,0 4 0 15,-1 1 0-15,1 3 0 0,-2 4 0 0,0 4 0 0,-2 0-176 16,0 1-352-16,1 2-80 0,-2 2-16 0,-8-2-16464 16</inkml:trace>
  <inkml:trace contextRef="#ctx0" brushRef="#br0" timeOffset="79624.06">7049 6972 11967 0,'0'0'528'0,"-1"-1"112"0,0 0-512 0,0 1-128 15,1 0 0-15,0 0 0 0,-1 0 1632 0,-1 1 288 16,-2 0 64-16,-1 2 16 0,0 2-272 0,-1 2-64 16,3 2-16-16,-1-1 0 0,1 3-240 0,1-2-32 15,2 1-16-15,1-1 0 0,-1-9-448 0,0 0-80 0,0 0-32 0,0 0 0 16,34 29-400-16,-23-29-80 0,2 0 0 16,1-5-16-16,0 0-304 0,1-1 160 0,0 0-160 0,-1-3 128 15,0 0-128-15,-3-1 160 16,0 0-160-16,-2-1 160 15,0 1-160-15,-4 1 0 0,-2-2 0 0,-2 0 128 0,-3 2-128 0,-2 0 0 0,-4 3 0 0,-2 0 0 16,0 3 0-16,-3-1 0 0,-2 3 0 0,-3 1 0 16,1 1 0-1,-3 3-144-15,1 1 144 0,-1 2 0 0,4 0-176 0,1 3 176 0,3-3-160 0,2 2 160 16,2 1-416-16,3-1 16 16,3-2 0-16,1 0 0 15,3-3-960-15,1-1-192 0,4 0-48 0,-7-3-11280 16</inkml:trace>
  <inkml:trace contextRef="#ctx0" brushRef="#br0" timeOffset="79904.92">7490 6866 10127 0,'1'0'448'0,"-1"-2"96"0,0 1-544 0,0 1 0 15,-1-2 0-15,0 2 0 0,0 0 1920 0,-1-2 256 16,-1 1 64-16,0-1 16 0,-1 0-352 0,0 0-80 0,0 2-16 0,2 0 0 15,-1 2-80-15,1 0-32 0,0 1 0 0,1 4 0 16,1 0-656-16,0-7-128 0,1 26-16 0,-1-26-16 16,3 37-432-16,-3-37-64 0,3 48-32 0,-3-48 0 15,3 52-224-15,-2-24-128 0,0-4 128 0,-1 2-128 16,1-2 128-16,-1 1-128 0,0-25 128 0,4 47-128 16,-4-47 0-16,6 44 0 0,-6-44 0 0,3 43 0 15,-3-43-384-15,3 31-128 0,-3-31-48 0,0 0 0 16,0 0-1776-16,0 0-352 0,0 0-80 0,0 0-9456 15</inkml:trace>
  <inkml:trace contextRef="#ctx0" brushRef="#br0" timeOffset="80173.1">7392 6887 11967 0,'3'-5'528'0,"-1"1"112"0,1 1-512 0,0 1-128 16,-1 1 0-16,0 1 0 0,2-2 1280 0,1 1 208 15,4 0 48-15,3-3 16 0,3 1-448 0,1 0-80 0,0 1-32 16,-16 2 0-16,34-2-480 0,-34 2-80 0,32 2-32 0,-32-2 0 16,0 0-144-16,37 10-48 0,-37-10 0 0,0 0 0 15,0 0-208-15,0 0 0 0,0 0 0 0,22 38 0 16,-26-29 0-16,-4 0 0 0,-1 2 0 0,-4 0 0 16,-2 3 0-16,0-2 0 0,-2 2-160 0,0-2 160 15,0 1-208-15,0 0 32 0,3-5 16 0,2 0 0 16,2 0 160-16,3-4-192 0,2-1 192 0,2-3-192 15,2 2-416 1,2-4-96-16,3-1 0 0,3-1-5424 0,2-1-1072 0</inkml:trace>
  <inkml:trace contextRef="#ctx0" brushRef="#br0" timeOffset="80739.03">7689 6930 8287 0,'12'-8'368'0,"-5"6"80"0,-2 0-448 0,-1-1 0 0,-2 3 0 0,-2-2 0 0,0 2 1920 0,0 2 320 15,-1-2 48-15,0 3 16 0,-3-1 128 0,0 1 16 16,-4 4 16-16,0 0 0 0,0 2-976 0,-1 3-192 15,2-2-32-15,-1 2-16 0,2 2-400 0,2 0-80 16,2-5 0-16,2 0-16 0,0-9-304 0,0 0-64 16,0 0-16-16,0 0 0 0,0 0-240 0,47 24-128 15,-32-27 128-15,1-1-128 0,1-3 0 0,1 1 0 16,-3 0 0-16,1-3 128 0,0-3-128 0,-1-2 0 16,-1 0 0-16,-2 1 128 0,-1 0-128 0,-3 1 0 0,-2 0 128 15,-3 0-128-15,-2 0 0 0,-3 3 0 0,0-1 0 0,-4 3 128 16,-1 0-128-16,-4 2 0 0,-1 0 0 0,-2 3 0 15,-2 0 0-15,-1 0 0 16,-1 4 0-16,0 0 0 0,2 3 0 0,0 0-128 0,0 1 128 16,1 3 0-16,2 2 0 0,2-2 0 15,2 0 0-15,4 1 0 0,0-3 0 0,4 0 0 0,1 1 0 0,3-2 0 16,-3-6 0-16,0 0 0 0,0 0-144 0,0 0 144 16,44 8 0-16,-31-13 0 15,1 0 0-15,2 0 0 0,1-2-128 0,0-2 128 0,0 0 0 0,1-1 0 16,-1 2 0-16,-1-1 0 0,3-2 0 0,0 2 0 15,1-1 0-15,-1 2 0 0,1 3 0 0,-3 1 0 0,2 0 0 0,-19 4 0 16,32 2 128-16,-32-2-128 16,0 0 0-16,39 16 0 0,-39-16 144 0,0 0-144 0,32 34 0 0,-32-34 128 15,0 0-128-15,21 46 0 0,-21-46 0 0,0 0 144 16,11 48-144-16,-11-48 0 0,2 26 0 0,-3-14 0 16,1-5 0-16,-2 0 0 0,0 1 0 0,-1-2 0 15,1-1 0-15,0-4 0 0,0 1 0 0,0-4 128 16,1-1-128-16,1-2 0 0,0-2 288 0,0-2-48 15,0-1-16-15,0-2 0 0,1-2 416 16,2 0 64-16,0-3 32 0,2 0 0 0,1-1-416 0,0-1-96 0,2 2-16 0,0-2 0 16,2 0-208-16,1 1 0 0,1 0 0 0,0 4 0 15,-2 2 0-15,2 3-128 0,0 0 128 0,0 3-160 32,0 2-608-32,-2 2-112 0,1 0-16 0,-11 2-15456 15</inkml:trace>
  <inkml:trace contextRef="#ctx0" brushRef="#br0" timeOffset="80984.2">8468 6712 9215 0,'1'-3'816'0,"0"0"-656"16,-1 1-160-16,0 2 0 0,0 0 1952 0,-1 0 352 15,1 0 80-15,-2 0 16 0,0 2 32 0,0 1 0 16,-3 3 0-16,-1 3 0 0,0 2-912 0,-1 3-176 15,1 3-48-15,-1 0 0 0,0 5-464 0,-1 3-112 16,-1 1-16-16,2 0 0 0,0 0-96 0,5 0-32 0,0-2 0 0,2-24 0 16,4 38-256-16,-4-38-48 0,0 0-16 0,18 36 0 15,-18-36-256-15,0 0 0 0,0 0-128 0,0 0 128 16,36 21-1056-16,-30-21-112 0,0-3-32 0,0 0 0 16,-1-1-1008-1,-1-3-208-15,0 1-32 0,-1-1-9392 0</inkml:trace>
  <inkml:trace contextRef="#ctx0" brushRef="#br0" timeOffset="81205.85">8243 6882 10127 0,'-7'0'448'0,"4"2"96"0,0-1-544 0,2 1 0 16,1-2 0-16,1 0 0 0,1 2 2240 0,0-2 352 16,2 3 64-16,-4-3 16 0,0 0 304 0,30 3 64 15,-14-4 16-15,1-3 0 0,2-1-1264 0,0 1-256 16,2 0-64-16,-1-3 0 0,1 0-896 0,1 0-192 0,-3 0-48 0,-1 1 0 15,-1 0-336-15,-1-1 0 0,2 0 0 0,-2 0 0 32,-3 2-768-32,0-1-128 0,0 0-32 0,-2 1-14656 0</inkml:trace>
  <inkml:trace contextRef="#ctx0" brushRef="#br0" timeOffset="81347.91">8666 6716 3679 0,'3'0'320'0,"-2"-1"-320"0,1 1 0 0,-1 0 0 16,1 0 2560-16,0 0 432 15,1 0 80-15,2 0 32 0,3 0 224 0,1 0 32 0,0 1 16 0,1-1 0 0,1 0-1520 0,-11 0-320 16,0 0-48-16,27 0-16 16,-17 0-1088-16,-3 0-240 0,1 0-144 0,-1 0 192 15,-1 0-688-15,-1 0-128 0,0 0-16 0,-2 0-13232 16</inkml:trace>
  <inkml:trace contextRef="#ctx0" brushRef="#br0" timeOffset="81521.2">8711 6814 7359 0,'-2'3'656'0,"1"-2"-528"16,1 1-128-16,0-2 0 0,1 0 2384 0,-1 0 448 16,-1 3 96-16,1 0 16 0,-1 2-160 0,1 1-32 15,-1 1 0-15,1 0 0 0,-1 1-896 0,0 1-176 16,0 0-32-16,1-9-16 0,0 0-800 0,-2 31-144 16,2-31-48-16,0 0 0 0,-2 33-640 0,2-33 0 0,0 0 0 0,0 0 0 31,0 0-848-31,0 0-208 0,0 0-32 0,0 0-13792 0</inkml:trace>
  <inkml:trace contextRef="#ctx0" brushRef="#br0" timeOffset="82169.27">8869 6837 4607 0,'0'0'400'0,"0"1"-400"0,0 1 0 16,0-2 0-16,-1 2 1904 0,0-1 288 0,0 2 64 0,0 2 16 0,-1 2 80 0,-1 3 16 15,-1 2 0-15,0-2 0 0,0 2-608 0,2-1-112 16,-1 3-32-16,1-2 0 0,2-12-240 0,0 0-48 15,0 0-16-15,0 0 0 0,14 38-720 0,-14-38-144 16,0 0-16-16,0 0-16 16,0 0-240-16,33 5-48 0,-24-10-128 0,-1-1 192 0,0 0-48 0,0-1-16 15,-1 0 0-15,-1-2 0 0,-2 1-128 0,0 1 0 16,0-2 0-16,-2-2 0 16,0 0 0-16,-2 2-176 0,-1-1 48 0,-2 2 0 15,-1 2-400-15,-1-1-80 0,-2-2-16 0,-2 2 0 0,0 1 240 0,-3 2 32 16,1-1 16-16,-1 0 0 0,0 2 192 0,1 2 144 0,0 1-192 0,0 0 192 15,1 2 0-15,0 1-128 0,2 2 128 16,1 0 0-16,1 1 144 0,1-1 96 0,3-1 16 0,0 1 0 16,2 0 112-16,1 0 16 15,1-3 16-15,3 1 0 0,2-1-80 16,1-2-32-16,2-2 0 0,1-1 0 0,1 1-160 0,1-1-128 0,1-1 192 0,0-3-192 16,1 2 128-16,2-3-128 0,-1 2 0 0,0-2 0 15,-1 2 0-15,0 0 0 0,0 3 0 0,-1 0 0 16,-1 1 0-16,-13 2 0 0,0 0 0 0,0 0 0 0,39 11 128 0,-39-11-128 31,0 0 0-31,0 0 0 0,0 0 144 0,17 45-144 16,-17-45 0-16,-2 28 144 0,-1-11 0 0,1-2 0 15,-2 2 0-15,-1-2 0 0,2 2 176 0,-1-5 48 16,1 0 0-16,0-4 0 0,2-2-48 0,0-1 0 16,0-3 0-16,1-2 0 0,1 0-48 0,0-2-16 15,2-1 0-15,0-2 0 0,1 1-80 0,0-6-32 16,3 1 0-16,0-3 0 0,2-2-144 0,0-1 0 15,1-1 0-15,0 0 128 0,0 1-128 0,0 1 0 16,0 0 0-16,0-1 0 0,1 1 0 0,-2 0 0 16,1 2 0-16,-2 2 0 0,0 4 0 0,0-2 0 0,-1 4 0 0,-1 2 0 15,-2 1 0-15,1 2 0 0,-1 3 0 0,-1 1 0 16,-1 2 0-16,-2-7 288 0,0 0-48 0,5 38-16 16,-5-38 16-16,1 33 0 0,-1-33 0 0,1 35 0 15,-1-35-240-15,3 34 128 0,-3-34-128 0,0 0 0 16,10 40 0-16,-10-40 0 0,0 0 0 0,0 0 0 15,0 0 0-15,32 31 0 0,-32-31 0 0,0 0 0 16,24-2-1152 0,-15-1-240-16</inkml:trace>
  <inkml:trace contextRef="#ctx0" brushRef="#br0" timeOffset="82579.16">9780 6826 3679 0,'4'-3'160'0,"-1"0"32"15,1 0-192-15,-2 2 0 0,-2-2 0 0,0 3 0 0,0-2 2816 0,1-1 512 16,0 0 96-16,-1 0 32 0,0-3-96 0,-2 4-16 16,-1 0 0-16,-1 2 0 0,-1 3-1232 0,-3 4-240 15,1-1-48-15,-2 4-16 0,0 3-656 0,-1 2-128 0,0 3-16 0,-1 2-16 16,2 2-352-16,3-3-80 0,1 0-16 0,5-19 0 15,0 28-288-15,0-28-64 0,0 0-16 0,0 0 0 16,0 0-176-16,33 36 0 16,-33-36 0-16,0 0 0 0,35 1 0 0,-23-5 0 0,3-3 0 0,-1 0 0 15,1-5 0-15,0-2 0 0,0-2 0 0,-1 0 0 16,-1-2 0-16,-4 4 0 0,-1-2 0 0,-2 3 0 16,-2-3 0-16,-2 2 0 0,-2 2-128 0,-3 0 128 15,-2 2 0-15,-1 1 0 0,-4 0-144 0,-2 2 144 16,0 2 0-16,-2 2 0 0,0 1 0 0,-2 3 0 15,1 1 0-15,0 2 0 0,2 3 0 0,-2 1 0 0,1 3 0 16,1 1 0-16,0 2 0 0,2 0 0 0,2 1 0 0,2-3-128 16,2 0 128-16,2-2 0 0,2-1-128 15,3-5 128-15,-2-4-192 0,0 0-11728 16,0 0-2352-16</inkml:trace>
  <inkml:trace contextRef="#ctx0" brushRef="#br0" timeOffset="82920">10261 6588 16575 0,'5'-12'736'0,"-3"3"160"0,0 2-720 0,-2-1-176 0,-1 4 0 0,0 2 0 15,-1-3 1600-15,-2-2 304 0,-3-5 48 0,-2-5 16 16,-3 0-656-16,0 1-128 0,0 4-32 0,1 3 0 16,1 5-64-16,2 3 0 0,1 2-16 0,0 5 0 0,1 1-352 0,1 5-64 15,0 1-16-15,2 3 0 16,3-16-272-16,-4 45-64 15,3-19-16-15,1 2 0 0,0 0-160 0,1 1-128 0,1 4 144 0,-2-33-144 0,4 52 224 0,-4-52-48 16,6 63-16 0,-2-30 0-16,2 2 64 0,1 0 16 0,1 1 0 15,0-1 0-15,0 1-240 0,-2-1 0 0,-6-35 0 0,11 57 0 0,-11-57-224 0,4 45-96 16,-4-45 0-16,-3 46-16 16,3-46-352-16,-8 35-64 0,1-20-16 0,-1-3 0 0,0-4 624 0,-2 0 144 15,0-6 0 1,-3 0 0-16,1-4-880 15,-1-2-144-15,0-1-16 0,0-2-16 0,-1-2-1104 0,1-1-208 0,1 0-64 0,-1-2-8000 0</inkml:trace>
  <inkml:trace contextRef="#ctx0" brushRef="#br0" timeOffset="83058.97">9956 6946 6911 0,'1'-19'144'0,"0"10"48"0,0 4 0 0,-1 2 0 0,1 3-192 0,1-2 0 0,1 1 0 0,3-4 0 16,3-1 2768-16,4-1 528 0,4 0 96 0,1 2 32 15,3-2-32-15,2 1-16 0,2-2 0 0,3-1 0 16,0 2-1872-16,3-1-368 15,1-3-80-15,3 1-16 0,-3-1-768 0,1 1-144 0,-3 0-128 0,0 0-10384 16,0 1-2160-16</inkml:trace>
  <inkml:trace contextRef="#ctx0" brushRef="#br0" timeOffset="83608.71">11225 6664 15663 0,'-5'0'688'0,"2"-2"144"0,0 2-656 0,1-2-176 0,2 1 0 0,0 1 0 16,0-2 1728-16,0 2 320 0,0-3 64 0,0 1 16 16,0 2 288-16,-1 2 48 0,0 1 16 0,0 2 0 0,-1 4-704 15,-1 5-144-15,0 3-32 0,-1 2 0 0,-1 2-896 16,0 4-176-16,0 3-32 0,0 0-16 0,1 0 480 0,4-2 80 15,0-26 32-15,3 43 0 16,-3-43-1680-16,0 0-336 0,26 38-64 0,-26-38-16 0,0 0 768 0,38 7 256 16,-23-12-192-16,3-6 192 15,-2-2-576-15,2-3-32 0,1 0 0 0,-2-1 0 16,2-1-864-16,-2 0-192 0,-1 1-16 0,0-1-16 16,-1-1-32-16,-1 0 0 0,-1 0 0 0,-3 0 0 0,-1 2 1088 0,-2 0 192 15,-3 1 64-15,-1 4 0 0,-1 3 384 0,-1 4 176 16,-2 1-16-16,-1 4 0 0,0 4 848 0,-2 0 160 15,2 2 48-15,-2 1 0 0,-1 4 128 0,2 1 48 0,-1 3 0 16,0 1 0-16,2-2-336 0,2-14-64 0,-1 33-16 0,1-33 0 16,6 36-416-16,-6-36-96 0,0 0-16 0,20 46 0 15,-20-46-240-15,0 0-48 0,30 32-16 16,-30-32 0-16,0 0-144 0,37 14 0 0,-37-14 0 0,25 0-11712 16,-12-4-2240-16</inkml:trace>
  <inkml:trace contextRef="#ctx0" brushRef="#br0" timeOffset="84303.65">11727 6697 8287 0,'-1'0'736'16,"0"0"-592"-16,1-2-144 0,0 2 0 15,-1-2 1744-15,1 1 320 0,-1 1 64 0,1-2 16 0,-2-3 960 0,0 3 192 16,0-1 32-16,0 1 16 0,0 1-976 0,0 2-192 15,0 1-32-15,0 3-16 0,-1 0-1008 0,0 5-208 16,0 1-32-16,0 2-16 0,0-1-464 0,-1 2-80 16,0 3-32-16,0 1 0 0,-2 3-288 0,1-2 128 15,0-1-128-15,0 0 0 0,3-2 0 0,-1-4 0 16,3-12 0-16,0 0 0 0,-1 26 0 0,2-23 0 16,0-1 0-16,1-4 0 0,0-3 0 15,2 0 0-15,1-4 0 0,0 0 0 16,2-1-240-16,-1-2 0 0,1-2 0 0,-1 0 0 15,2 0-384-15,-1-1-80 0,1 0 0 0,-1-1-16 0,1 2 400 0,1-3 96 0,0 0 16 16,-1 1 0-16,1 2 208 0,-1-2 0 0,2 2 0 0,-1 2-144 16,1 3 144-16,-2 0 0 0,0 5 0 0,0 0 0 15,-1 3 144-15,0 2 16 0,-7-1 0 16,0 0 0-16,0 0 256 0,0 0 48 0,19 38 16 16,-19-38 0-16,0 31-240 0,-2-16-48 0,1 3-16 15,-3 2 0-15,0-1-176 0,0 0 128 0,1 0-128 0,0-2 128 16,0-1-128-16,3-16 0 0,-3 24 0 0,3-24 0 15,0 0 0-15,0 0-144 16,0 0 0-16,0 0-11280 0,0 0-2256 0</inkml:trace>
  <inkml:trace contextRef="#ctx0" brushRef="#br0" timeOffset="84922.44">12253 6650 4191 0,'1'-3'192'0,"-1"-1"32"0,0 1-224 0,0 2 0 0,0 0 0 0,0 1 0 15,0-2 2224-15,-1 0 400 16,1-1 64-16,-1-2 32 0,0 3-160 0,0-3-16 0,0 2-16 0,0 1 0 16,0 0-448-16,0 0-96 0,0 2 0 0,0-2-16 15,-1 2-720-15,0-1-144 0,0 1-16 0,0-2-16 0,0 1-512 0,-1-1-112 32,0 1 0-32,0 0-16 0,0-3-48 0,0 1-16 0,-2 0 0 0,0 1 0 0,-1 1-128 0,-1 0-32 31,1-2 0-31,-2 3 0 0,-2 0-208 0,0 3 0 15,-2 2 0-15,-1 2 0 0,0 0 0 0,-2 2 0 0,0 3 0 0,1-2 0 16,0-1-144-16,1 5 144 0,1 1 0 16,0 3-144-16,1 0 144 0,2 1 0 0,3-3 0 0,0 0 0 15,2 1 0-15,4-17 0 0,2 30 0 0,-2-30 0 16,0 0 0-16,0 0 0 0,35 36 0 0,-35-36 0 16,30-1 0-16,-12-4 0 0,2-3 0 0,1-2 0 15,0-2 0-15,-2-1 0 0,3-3 0 0,-3-2 0 16,-1 1-352-16,-2 1-96 15,-3-2 0-15,-1 1-16 0,-2 2-192 0,-3 2-48 16,-1 0 0-16,-3 0 0 0,-1 2 448 0,-2-1 64 0,-2 3 32 0,1 2 0 16,-1 2 160-16,-2 1-128 0,0 3 128 0,0 4-128 15,-1 0 128-15,0 3 224 0,1 2-48 0,-1 3-16 0,0-1 480 0,1 4 80 16,0 1 32-16,1-1 0 0,2 2-32 0,1-16 0 16,0 28 0-16,0-28 0 15,0 0-272-15,8 39-48 0,-8-39-16 0,0 0 0 0,0 0-208 16,31 31-48-16,-31-31-128 0,0 0 192 0,34 6-192 15,-22-8 0-15,2-3 0 0,2-2-11904 0,0-3-2304 16</inkml:trace>
  <inkml:trace contextRef="#ctx0" brushRef="#br0" timeOffset="85149.85">12644 6505 13823 0,'-2'-3'1216'0,"1"2"-960"0,0 1-256 0,0 0 0 16,0 1 1872-16,-2 0 336 0,-1-1 64 0,-3 2 16 15,-2 1-544-15,-2 1-96 0,-2 1-32 0,-2 2 0 16,1 5-320-16,-3 1-64 0,0 2-16 0,0 4 0 0,-1 2 64 0,1 1 0 16,0-3 0-16,2 1 0 0,3 0-560 0,2-3-96 15,3-3-32-15,3 0 0 0,4-14-272 0,0 0-64 16,2 34-16-16,-2-34 0 16,0 0-240-16,0 0 0 0,0 0 0 0,48 23 0 15,-48-23-256-15,32-2 0 16,-14-3 0-16,1-1 0 0,3-1-1472 0,-1-3-304 0,2 0-48 0,-2-2-13088 0</inkml:trace>
  <inkml:trace contextRef="#ctx0" brushRef="#br0" timeOffset="85386.6">12889 6501 9215 0,'3'-10'400'0,"-2"5"96"0,0 0-496 0,-1 1 0 16,0 3 0-16,-1-1 0 0,0 2 1920 0,0-1 272 15,-2 0 64-15,0-1 16 16,-3 0 80-16,-1 4 16 0,1 0 0 0,-1 2 0 0,-1 1-400 0,-1 2-80 15,0 1-16-15,-2 1 0 0,0 3-816 0,-1 2-160 0,-1 1-48 0,0 1 0 32,-1 0-304-32,1 1-64 0,1 0-16 0,1-1 0 0,1-2 48 15,2 1 0-15,0-3 0 0,3 2 0 0,0 0-256 16,2-2-64-16,3-12 0 0,0 0 0 0,0 0-192 0,10 38 0 16,-10-38 0-16,0 0 0 15,0 0-336-15,41 19-64 0,-41-19-16 0,32 2-11152 16,-32-2-2224-16</inkml:trace>
  <inkml:trace contextRef="#ctx0" brushRef="#br0" timeOffset="85765.01">12974 6659 4607 0,'-3'1'400'0,"1"1"-400"0,1-2 0 15,1 2 0-15,0-2 2304 0,1 0 368 0,1 1 80 0,0-1 0 16,2 1 128-16,2-1 32 0,2 0 0 0,2 0 0 16,2-2-1472-16,1 0-288 0,1-3-64 0,2 0-16 15,-1 1-608-15,0-2-112 0,1 0-32 0,-1-1 0 16,-1 0-320-16,0 1 0 0,-3 0 0 0,-1-2 0 16,-2 1 0-16,-2 0 0 0,0 2 0 0,-4-2-192 15,-1 1 0-15,-2 0-16 0,-1 2 0 0,-1-1 0 16,-1 0-96-16,-1 1-16 0,-3-2 0 0,-2 2 0 15,-2 2 32-15,0 0 0 0,-1 2 0 0,0 2 0 0,2 1 288 0,0 1-128 16,-1 4 128-16,0 1 0 16,1 2 128-16,1 1 144 0,0 0 32 0,3 0 0 0,-1 2 1440 0,2 1 304 15,0 1 48-15,1 0 16 0,1-2-1840 0,4-14-272 16,0 0-224-16,2 36 32 0,-2-36 464 0,0 0 96 16,0 0 16-16,0 0 0 0,39 33-384 0,-39-33 0 15,0 0 0-15,39 5 128 16,-39-5-512-16,30-2-112 0,-13-3-16 0,1-1-15040 0</inkml:trace>
  <inkml:trace contextRef="#ctx0" brushRef="#br0" timeOffset="86034.45">13427 6479 11967 0,'-5'-2'528'0,"2"1"112"0,0 1-512 0,0 1-128 15,1 1 0-15,1-1 0 0,0 1 1568 0,-2 2 288 0,-1 1 48 0,-2 4 16 16,-1 5-48-16,2 1 0 0,-1 4 0 0,1 2 0 16,3 1-144-16,-1 1-16 0,0 2-16 0,1 1 0 15,1-1-368-15,-2 0-80 0,2 2-16 0,-3 4 0 0,1 7-400 0,-2 0-64 16,4 2-32-16,-1-6 0 0,2-1-544 0,1-5-192 16,-1-28 144-16,3 45-144 15,-3-45-320-15,4 32-128 0,-4-32-48 0,0 0-10768 16,0 0-2176-16</inkml:trace>
  <inkml:trace contextRef="#ctx0" brushRef="#br0" timeOffset="86271.92">13334 6578 13823 0,'3'-2'608'0,"-1"1"128"0,1 0-592 0,0-1-144 15,0-1 0-15,0 1 0 0,1 0 1776 0,3-1 320 0,4-4 64 0,4 0 16 16,4-4-592-16,0 0-112 16,1 2-32-16,-2 2 0 0,1 0-176 0,-3 4-48 0,-16 3 0 0,29 1 0 15,-29-1-528-15,0 0-112 0,0 0-32 0,28 45 0 16,-28-45-544-16,-6 38 0 0,-1-18 0 0,-3 0 0 16,-2-2 0-16,-2-1 0 15,0-2 0-15,-1-1 0 0,-2 0-256 0,-2-2 64 16,0-2 0-16,2-2 0 0,0 0-592 0,2-7-112 0</inkml:trace>
  <inkml:trace contextRef="#ctx0" brushRef="#br0" timeOffset="88068.77">13798 6420 11967 0,'2'-4'1072'0,"0"0"-864"0,1 2-208 0,-2 2 0 15,0-1 1344-15,1 0 208 0,1-3 48 0,2 1 16 16,1-2 720-16,1 3 144 0,-2-1 16 0,1 6 16 16,-3-1-1040-16,-3-2-224 0,0 0-32 0,0 0-16 15,8 38-496-15,-8-38-80 0,-3 31-32 0,-1-11 0 0,0 1-272 0,-3 2-48 16,1 0-16-16,-2 1 0 0,0 1-80 0,-1-2-32 16,1-2 0-16,1 0 0 0,1-4-144 0,3-2 128 15,3-15-128-15,0 30 128 0,0-30-128 0,0 0 0 16,0 0 0-16,0 0 128 0,34 33 0 0,-34-33-128 15,24-2 192-15,-8-3-64 0,1 0 80 0,1-4 16 16,1 0 0-16,-3 1 0 0,0-3-224 0,-1 1-128 16,-1 0 128-16,-2 1-208 15,-3-2-1648-15,-1 1-320 0</inkml:trace>
  <inkml:trace contextRef="#ctx0" brushRef="#br0" timeOffset="88251.97">13668 6588 22111 0,'2'0'976'0,"1"0"208"0,1 0-944 0,0 0-240 0,0-1 0 0,1 0 0 16,1-2 1424-16,5-1 240 0,7-1 64 0,5-4 0 15,7-1-192-15,1-1-48 0,2 1 0 0,-3-2 0 16,3 2-448-16,-4 0-80 0,-1 4-32 0,-1-2 0 16,-2 4-608-16,-3-1-128 0,-1 2-32 0,-4 1 0 15,-17 2-1120 1,29 0-240-16</inkml:trace>
  <inkml:trace contextRef="#ctx0" brushRef="#br0" timeOffset="89127.36">14147 6572 11967 0,'2'2'528'0,"-1"-4"112"0,2 2-512 0,0-2-128 0,-1 1 0 0,1-1 0 0,0-1 1456 0,2 1 256 15,4-5 48-15,2-2 16 0,3-3-368 16,-2 1-64-16,-1 0 0 0,-3 2-16 0,-2 2-176 0,-1-1-16 0,-2-1-16 0,-1 2 0 15,-3 0 96-15,-3 0 32 0,-1 2 0 0,-2 0 0 16,-1 3-608-16,-3 2-112 0,-1 1-16 0,-1 2-16 16,0 2-176-16,-1 3-16 15,-1 2-16-15,1 2 0 0,0 1-144 0,2 1-16 0,1 3-128 0,1 0 192 16,3 1-192-16,1 1 0 0,1-2 128 0,5-17-128 16,-1 28 0-16,1-28 0 15,0 0 128-15,0 0-128 0,0 0 0 0,28 36 0 0,-28-36 0 0,0 0 0 16,33-2 0-16,-21-3 0 15,1 0 0-15,0 0 0 0,1-3 0 0,0-2 0 0,-2 2 0 0,-2-1 0 0,0-1 0 16,-2 1 0-16,-2-1 0 0,-1 1-160 0,0-1 16 0,-3 1 0 16,-1 2 0-16,0-1 0 0,-1 0 144 0,-2 2-128 15,1 0 128-15,-1 3-128 0,-1 0 128 0,0 3 0 16,1 3 0-16,0-1 0 0,1 3 0 0,0 2 144 16,1 0-144-16,0 1 160 0,0-8 256 0,0 0 48 15,0 0 16-15,0 0 0 16,15 38-32-16,-15-38 0 0,0 0 0 0,0 0 0 0,40 16-256 0,-40-16-64 15,26-2-128-15,-12-1 192 16,1-2-192-16,-1-2 0 0,2-4 0 0,0 1 0 31,-1-3-496-31,0 1-32 0,-1-1-16 0,-2 1 0 0,0 0-1728 16,-2 1-352-16,1-1-64 0,-1 0 0 0,-2-2-288 0,0 1-48 0,-2-1-16 16,1 0 0-16,-2 0 1616 0,1 0 320 0,-2-2 64 0,0-1 16 15,0 0 736-15,-2-1 160 0,-2 0 128 0,1 2-192 16,-1-5 1056-16,-1 4 208 0,1-2 32 0,-1 5 16 0,1 2 976 15,-1 5 192-15,1 2 32 0,0 2 16 0,0 3 560 16,0 4 112-16,0 2 32 0,-1 2 0 0,-1 3-2320 0,0 3-464 16,2-14-80-16,-4 30-32 0,2-10 528 0,-1 6 96 15,-1 3 32-15,0 1 0 0,0 1-256 0,0 0-48 16,0 5-16-16,0-1 0 0,0 1-160 0,2-3-16 16,1-4-16-16,1-29 0 0,2 48-160 0,-2-48-128 15,7 37 144-15,-7-37-144 0,0 0 0 0,0 0 0 16,15 38 0-16,-11-37 0 0,1-2 0 0,-2-2 0 15,2-2 0-15,0-3 0 0,-1 0-224 0,0-2 16 0,1-2 0 16,-1 1 0 0,0-1-576-16,0-2-112 0,-1 2-32 0,-1-3 0 15,0 1-96-15,-1-2-32 0,1-1 0 0,1 0 0 0,-1 3 640 0,1 0 128 0,1 2 32 16,0 1 0-16,0 4 256 0,1 1 0 0,0 2 128 0,1-1-128 16,0 3 400-16,-1 2-16 0,1 2 0 0,-6-2 0 15,0 0 256-15,0 0 64 0,0 0 0 0,0 0 0 16,26 39-272-16,-26-39-48 0,0 0-16 0,4 40 0 15,-4-40-240-15,-2 28-128 0,-1-15 128 0,-2 0-128 16,0-1 0-16,-3-3 0 0,0 1 0 0,-1-2 0 0,1-2 0 0,0 0 0 16,0-3 0-16,1 0 0 0,0-1 0 0,-1-1 0 15,3-2 0-15,0-4 0 0,0 1 0 0,2-1 0 16,0 0-144-16,2-1 144 0,0 0-272 0,3 0 16 16,1 0 0-16,3 0 0 15,0 0-1664-15,1-2-336 0,2 0-64 16,2-4-11728-16</inkml:trace>
  <inkml:trace contextRef="#ctx0" brushRef="#br0" timeOffset="89333.09">14877 6232 3679 0,'-1'-4'320'0,"0"1"-320"0,0 1 0 16,0 2 0-16,1 0 2816 0,-1 0 480 0,-2-2 96 0,0 1 32 16,-1 1 32-16,-2 3 0 0,1 3 0 0,0 3 0 15,-1 2-1312-15,6-11-256 0,-9 35-48 0,5-12-16 16,-1 2-736-16,1 3-160 0,1 1-32 0,3-29 0 15,-2 55-448-15,2-55-80 0,2 52-32 0,-2-52 0 16,7 47-208-16,-7-47-128 0,9 40 160 0,-9-40-160 16,0 0 0-16,17 39 0 0,-17-39 0 0,0 0 0 15,0 0 0-15,0 0-256 0,34 25 16 0,-27-27-11408 16,0-1-2272-16</inkml:trace>
  <inkml:trace contextRef="#ctx0" brushRef="#br0" timeOffset="89684.91">15004 6482 3679 0,'-1'4'320'0,"1"-2"-320"0,0-1 0 0,1 1 0 0,-1 0 2496 0,1-1 416 15,0 1 96-15,-1-2 0 0,0 0 192 0,0 0 16 16,0 0 16-16,37 18 0 0,-37-18-1536 0,0 0-304 16,41 5-64-16,-41-5-16 0,31-5-368 0,-16 2-80 15,0 0-16-15,-1-3 0 0,-1 2-432 0,-1-3-96 0,-2 2 0 16,0-1-16-16,-3 0-304 0,0 2 0 15,-2-4 0-15,-1 1 0 16,-1 0 0-16,-1 0 0 0,-2 0 0 0,-2-3 0 16,-1 3 0-16,-1 0 0 0,-5 0 0 0,0-1 0 0,-2 2-192 0,-4 1 16 0,-2 1 0 0,-1 2 0 31,0 4-464-31,2 1-112 0,2 3-16 0,1 0 0 0,0 2 144 0,1 1 32 0,2 4 0 0,0 3 0 16,2-1 1168-16,1 2 224 0,2-1 48 0,5-16 16 15,-5 33 384-15,5-33 80 0,0 0 16 0,17 35 0 16,-17-35-560-16,0 0-96 0,40 19-32 0,-40-19 0 0,31 2-416 0,-31-2-96 15,33-2-16-15,-17-2 0 0,-1-1-352 0,-1 0-80 16</inkml:trace>
  <inkml:trace contextRef="#ctx0" brushRef="#br0" timeOffset="91066.51">15791 6310 11055 0,'-2'-4'976'0,"2"-1"-784"0,1 3-192 0,0 0 0 16,1 2 1360-16,-1 0 240 0,1 0 32 0,0 0 16 0,3 2 480 0,1 0 112 15,1 1 0-15,-7-3 16 0,0 0-496 0,0 0-96 16,33 28-32-16,-33-28 0 0,0 0-640 0,0 0-128 15,32 39-32-15,-32-39 0 16,0 0-672-16,0 0-160 0,0 0 0 0,24 37-10048 16,-24-37-2032-16</inkml:trace>
  <inkml:trace contextRef="#ctx0" brushRef="#br0" timeOffset="91221.59">15781 6480 14735 0,'2'2'640'0,"-1"0"160"0,1 0-640 0,-2 0-160 0,1-1 0 0,-1 1 0 15,2 3 1680-15,-1-1 304 0,-1-4 64 0,0 0 16 16,7 36-224-16,-7-36-48 0,0 0-16 0,4 45 0 16,-4-45-912-16,0 0-176 0,0 38-48 0,0-38 0 31,0 0-832-31,-2 26-192 0,2-21-16 0,2-1-12912 0</inkml:trace>
  <inkml:trace contextRef="#ctx0" brushRef="#br0" timeOffset="91474.92">16138 6356 14735 0,'4'-5'640'0,"-3"2"160"0,1 1-640 0,-1 0-160 0,0 2 0 0,0 0 0 0,-1 0 1712 0,0 2 304 16,0 3 64-16,-1 2 16 0,1-7 80 0,-5 28 0 16,-1-10 16-16,0 3 0 15,-2 4-1024-15,1 1-208 0,0-1-32 0,1 3-16 0,0-2-304 16,2-2-64-16,4-24-16 0,-1 43 0 0,1-43-224 0,0 0-48 15,8 46-16-15,-8-46 0 0,0 0-240 0,0 0 0 0,37 29 0 0,-25-29 0 16,2-2 0-16,1-1 0 0,0-3 0 16,0-2 0-1,-2 1-352-15,1-2-64 0,0-2-16 0,-2-1 0 16,0 1-1936-16,-1-1-384 0,-2 0-64 0,-1-2-9728 0</inkml:trace>
  <inkml:trace contextRef="#ctx0" brushRef="#br0" timeOffset="91648.72">15992 6505 18431 0,'-6'6'816'0,"2"-2"160"16,2 1-784-16,1-2-192 0,2-2 0 0,1-1 0 15,2 0 1648-15,1 2 272 0,-5-2 64 0,25 3 16 0,-5-3-32 0,3-2-16 16,1-1 0 0,1-2 0-16,2-3-912 0,2-1-176 0,0 0-32 0,-1 1-16 0,3-1-368 0,-3 1-64 31,-2 2 0-31,-4 0-16 0,-2 3-368 0,-3-2 0 0,-2 1-160 0,-2 1-10736 15,-3 1-2160-15</inkml:trace>
  <inkml:trace contextRef="#ctx0" brushRef="#br0" timeOffset="92020.12">16339 6522 13823 0,'3'1'1216'0,"0"0"-960"15,0-1-256-15,0 0 0 0,0 0 1696 0,2 0 288 0,-5 0 64 0,23 2 16 16,-4-4 96-16,5 2 16 0,1-2 0 0,-1-3 0 15,-1 0-800-15,0-1-160 16,0-2-16-16,-1 1-16 0,0 0-528 0,-4-1-96 0,0 0-32 0,-2 0 0 16,-2 3-400-16,-3-2-128 0,-1 1 0 0,-2 0 0 15,-1 0 0-15,-3 0 0 16,0-1 0-16,-3 0 0 16,0 1 0-16,-3 0 0 0,-1-1 0 0,-3-1 0 0,-2 0-688 0,-2 1-32 0,-1-1-16 0,-2 4 0 31,1-1-736-31,-1 0-160 0,-1 3-32 0,0 2 0 15,1 2 832-15,1 1 144 0,1 2 48 0,0 1 0 0,0 2 640 0,1 2 320 0,-1 3-16 0,1 0-16 0,3 3 720 0,-1 2 144 32,2 3 16-32,0 0 16 0,6-21 16 0,-4 42 0 0,4-42 0 0,3 40 0 0,-3-40-112 0,0 0 0 15,21 40-16-15,-21-40 0 0,0 0-464 0,44 19-96 16,-44-19 0-16,41 5-16 0,-19-7-304 0,3-3-48 16,-1 0-16-1,0-4 0-15,-1 2-128 0,-2-4 0 0,1 0-192 0,-3-1-11600 16,0 3-2320-16</inkml:trace>
  <inkml:trace contextRef="#ctx0" brushRef="#br0" timeOffset="92609.47">16906 6365 13823 0,'-3'0'608'0,"2"0"128"0,0 0-592 0,0 0-144 0,0 0 0 0,1 1 0 16,-1 1 1888-16,0 2 352 0,1 1 64 0,-3 4 0 15,3-9 208-15,-6 27 48 0,6-27 0 0,-5 35 0 16,5-35-912-16,-7 36-176 0,7-36-48 0,-5 33 0 16,5-33-672-16,-4 27-144 0,4-27-32 0,0 0 0 0,0 0-352 15,-1 34-80-15,1-29-16 0,-1-2 0 0,1-3-128 0,0 0 0 16,0-2 0-16,0-1 0 0,0-2 0 0,1 1 0 16,2-4 0-16,-1-1 0 0,1 0 0 0,2-3 0 15,0 0 0-15,0 0 0 0,2 0 0 0,-1-4-176 16,2 2 176-16,1-1-128 0,-2 3 128 0,2-2-192 15,1-1 192-15,0 1-192 0,0 2 192 0,0 3 0 16,0 2 0-16,-2 2 0 0,0 3 0 0,0 2 0 16,-8 0 0-16,0 0 0 0,0 0 0 0,0 0 128 15,0 0-128-15,25 38 128 0,-25-38 64 0,0 0 0 16,0 47 16-16,0-47 0 0,-6 40-64 0,6-40-16 16,-6 43 0-16,6-43 0 0,-8 39 16 0,8-39 0 15,-4 32 0-15,4-32 0 0,0 0-144 0,-4 27 128 0,4-22-128 16,0-3 128-16,1-2-128 0,0 0 0 0,1-3 0 0,0-4 0 15,1 2 0-15,2-4 0 0,1-2 0 0,3-3 0 16,0-1 0-16,0 0 0 0,1-2 0 0,2-1 0 16,-2 1 0-16,1-2 0 0,-1 5 0 0,0-5 0 15,2 0-160-15,0-3 160 0,1 4 0 0,-1 1-144 16,1 1 144-16,-2 6 0 0,-1 3-144 0,-1 3 144 16,-2 3 0-16,-1 2 0 0,-6-1 0 0,0 0 0 15,0 0 0-15,0 0 0 0,8 51 144 0,-8-51-144 16,-6 41 128-16,6-41-128 0,-9 44 160 0,3-20-160 15,1 2 160-15,-2-2-160 0,7-24 160 0,-8 40-160 0,8-40 160 16,0 0-160-16,-3 41 160 0,3-41-160 0,0 0 0 0,0 0 0 16,0 0 0-16,0 0 0 0,0 0 0 15,0 0 0-15,31 2 0 0,-24-9 0 0,0-3 0 0,2-1 0 16,0 1-208-16,0-4 64 16,2 0-1872-16,-1-1-368 0</inkml:trace>
  <inkml:trace contextRef="#ctx0" brushRef="#br0" timeOffset="92947.09">17536 6304 7359 0,'2'-3'656'0,"-1"1"-528"0,1 0-128 0,-1 1 0 15,0 1 2608-15,0-2 480 0,1 0 112 0,1-1 0 16,0-2 256-16,0 1 32 0,-1-1 16 0,-2 3 0 16,-2 0-1424-16,-1 1-288 15,0 2-48-15,-3 1-16 0,-2 1-768 0,-2 2-176 0,0 1-16 0,-2 0-16 16,-3 2-448-16,-1 4-96 0,-4 0-16 0,1 0 0 0,0 2-64 0,3-2-128 31,3-3 176-31,4 1-176 0,3-1 144 0,2-2-144 0,4-7 0 16,0 0 144-16,0 0-144 0,0 0 0 0,0 0 0 0,27 32 0 0,-27-32 0 0,25 6 0 15,-25-6 0-15,34 5 0 16,-34-5 0-16,35 9 0 0,-35-9 0 0,34 10 0 0,-34-10 0 0,0 0 0 16,36 20 0-16,-36-20 0 15,0 0 0-15,0 0 0 0,0 0 0 0,0 0 0 0,17 42 0 0,-22-37 0 0,-2 2 0 16,-2-3 0-16,-1 4 0 0,-2-4 0 0,0 1 0 0,-1-2 0 15,-1 1 0-15,-1-4 0 0,0 0 0 16,0-4 0-16,1-1-208 0,0 1-32 16,2-2 0-16,1-1-18032 0</inkml:trace>
  <inkml:trace contextRef="#ctx0" brushRef="#br0" timeOffset="93551.09">18164 6169 15663 0,'-1'-1'1392'0,"1"-1"-1120"0,1 1-272 15,0 1 0-15,1-1 1504 0,0 1 240 0,2-3 48 0,0-2 16 16,5 1 928-16,1-1 176 0,1 0 32 0,2 3 16 16,1-3-1120-16,0 1-240 0,0 1-32 0,0 2-16 15,-4 0-816-15,1-1-160 0,-1 1-48 16,-1 0 0-16,0 1-400 0,-2 0-128 0,0 0 0 0,-3 1 0 31,-1 0-512-31,-1 1-144 0,-1 0-48 0,-2 0-16528 0</inkml:trace>
  <inkml:trace contextRef="#ctx0" brushRef="#br0" timeOffset="93738.84">18201 6255 10703 0,'-2'4'224'0,"0"-2"48"0,0 0 16 0,1 1 32 16,1-1-320-16,0-2 0 0,0 2 0 0,0 3 0 0,0-5 2240 0,0 0 384 15,0 0 80-15,-1 39 16 0,1-39-496 0,0 0-112 16,-3 35 0-16,3-35-16 0,0 0-720 0,-7 31-144 16,7-31-16-16,-8 21-16 0,3-10-800 0,-1 1-144 15,1-1-48-15,0-2 0 0,1-2-416 0,3 0-96 16,1-5-16-16,2 0-14080 0</inkml:trace>
  <inkml:trace contextRef="#ctx0" brushRef="#br0" timeOffset="94070.57">18526 6256 11055 0,'5'-1'480'0,"-3"0"112"0,-1 1-464 0,0-2-128 0,-1 2 0 0,0 0 0 16,0 0 1168-16,-1-2 224 0,0 2 32 0,-3 0 16 16,-2 2 288-16,0-2 48 0,-3 2 16 0,0 0 0 15,-2 0 224-15,1 3 48 0,-1 0 16 0,0 2 0 16,-1 0-448-16,1 0-96 0,2 0 0 0,1-1-16 15,1 0-752-15,2-1-160 0,0 1-32 0,2 0 0 0,2-1-368 0,2-3-80 16,2 1 0-16,1 1-128 0,2-3 128 0,3 1-128 31,1 0 0-31,3-1 0 0,-13-1 0 0,31 6 0 0,-31-6 0 0,35 7 0 0,-35-7 128 0,34 13-128 16,-34-13 0-16,31 15 0 0,-31-15 0 0,0 0 0 16,40 23 0-16,-40-23 0 0,0 0 128 0,0 0-128 15,29 32 0-15,-29-32 0 0,0 0 128 0,0 0-128 16,-11 21 0-16,1-16 0 15,-3 1 240-15,-4-2-16 0,-2 3 0 0,-4-3 0 16,-1 4-16-16,-4-4 0 0,1 1 0 0,0 0 0 0,-2-1-208 0,0-1 0 0,-1-3 0 0,2 0-17856 16</inkml:trace>
  <inkml:trace contextRef="#ctx0" brushRef="#br0" timeOffset="101355.14">19742 6140 12895 0,'3'-5'1152'0,"-2"1"-928"0,1 3-224 0,-1 1 0 0,-1 0 816 16,1-2 112-16,0 1 32 0,2-2 0 0,0 0 1072 0,-1 1 208 16,-2 2 64-16,0 3 0 0,0-3-640 0,0 0-128 15,-8 30-32-15,8-30 0 16,-11 38-336-16,11-38-64 0,-13 47-16 0,6-21 0 0,-2 3-448 0,1-3-80 0,0-2-32 0,0 0 0 31,-1 2-16-31,0 2-16 0,-1-2 0 0,1 0 0 0,0 0-272 0,0-1-48 16,1 0-16-16,1 1 0 0,-1-2-160 0,1-3 0 0,7-21 0 0,-11 40 0 15,11-40 0-15,-6 29-192 0,6-29 64 0,0 0-16752 32</inkml:trace>
  <inkml:trace contextRef="#ctx0" brushRef="#br0" timeOffset="101653.93">19812 6496 13823 0,'-4'-2'608'0,"1"1"128"0,0-1-592 0,1 2-144 16,1 0 0-16,1 0 0 0,0 0 1392 0,-1-2 240 15,0 2 48-15,1-1 16 0,-1 1 608 0,0-2 112 16,2 2 16-16,0 0 16 0,1 0-720 0,2 0-160 16,2 0-32-16,-6 0 0 0,0 0-240 0,28 2-48 15,-14-2-16-15,2-2 0 0,4 1-544 0,3-3-112 16,3-1-32-16,1 1 0 0,-1-1-304 0,1 0-64 16,0 1-16-16,-4-1 0 0,-2 2-160 0,-3 1 0 15,-1 0 0-15,-2 0 0 0,-3-1 0 0,-2 3 0 16,-2-2 0-16,-4 1 0 0,0 1-224 0,-2-1-80 0,-2 1-16 0,0-1-17680 15</inkml:trace>
  <inkml:trace contextRef="#ctx0" brushRef="#br0" timeOffset="102637.51">20673 6228 3679 0,'1'-2'320'0,"0"1"-320"16,0 1 0-16,0 0 0 0,-1 0 912 0,1-2 112 0,0 2 32 0,1-3 0 16,1 1 560-16,1-2 112 15,-1 1 32-15,-1 0 0 0,1 1-64 0,-1 0-16 0,0 0 0 0,-1-1 0 16,0 1-176-16,0 2-32 0,-1-2-16 0,-1 1 0 15,1 1-384-15,-1 0-80 0,0 0-16 0,-1 1 0 16,1 1-304-16,-1-2-64 0,1 2-16 0,-1-2 0 0,2 1-64 0,-2 1-16 16,0 0 0-16,0-2 0 0,0 2-48 0,0-2-16 15,0 2 0-15,1 1 0 0,-1 0-32 0,-1-1-16 16,1-1 0 0,0 0 0-16,0 1-96 0,0-1-32 0,2 1 0 0,-1 0 0 15,0-1-32-15,0 1-16 0,1-2 0 0,-1 1 0 0,1 0-96 0,0-1-128 16,-1 2 176-16,1-1-176 0,-1 1 192 0,-1 1-192 15,0 1 192-15,-1 1-192 0,0 3 192 0,-3 1-192 16,6-9 192-16,-12 26-192 16,12-26 176-16,-12 26-176 0,4-8 160 0,-2 4-160 0,2 0 128 0,0 1-128 0,8-23 0 15,-14 45 0 1,14-45 128-16,-8 38-128 0,8-38 0 0,0 0 144 0,0 36-144 0,0-36 0 0,0 0 0 0,0 0 128 16,0 0-128-16,30 18 128 0,-20-22-128 0,1-1 128 15,0 0 64-15,2-4 0 16,2-1 0-16,4-6 0 0,2 1-192 0,1-4 0 0,-1 1 0 0,-1 1 128 15,-2 0-128-15,-2 0 0 0,-1-1 0 0,-3-2 0 16,-3 2-208-16,-4-2 80 0,-1 0 128 16,-3-2-208-1,-3 3 16-15,-1-2 16 0,-5 0 0 0,0 4 0 16,-2 3-16-16,-2 3-16 0,-1 2 0 0,1 3 0 16,-1 3-16-16,0 3 0 0,0 1 0 0,1 3 0 0,1-2 64 15,2 5 16-15,2 0 0 0,1 1 0 16,6-8-272-16,0 0-48 0,0 0-16 0,0 0-10176 15,0 0-2032-15</inkml:trace>
  <inkml:trace contextRef="#ctx0" brushRef="#br0" timeOffset="102832.19">20985 6360 15663 0,'0'0'688'0,"0"0"144"0,0 0-656 0,0 0-176 0,0 0 0 0,0 0 0 15,0 0 1408-15,0 0 240 0,0 0 48 0,-3 38 16 16,3-38-384-16,0 0-80 0,-4 37-16 0,4-37 0 0,0 0-624 16,0 0-128-16,8 37-32 0,-8-37-8496 15,0 0-1696-15</inkml:trace>
  <inkml:trace contextRef="#ctx0" brushRef="#br0" timeOffset="103371.86">21281 6275 8287 0,'0'0'736'0,"0"0"-592"15,1 1-144-15,-1-1 0 0,0 0 1376 0,1 0 240 16,0 2 48-16,2-2 16 0,1 0 1440 0,1 0 272 16,4 0 64-16,0-3 16 0,2 1-1312 0,2-3-272 0,0 3-48 0,2-5-16 15,-1 2-800-15,1-2-176 0,-1 0-16 0,1-3-16 16,0 3-384-16,-2-2-80 15,-1-3-16-15,0 1 0 0,-3-1-208 0,0-1-128 0,-3 1 128 0,-1-1-128 16,-1-1 0-16,-3 1 128 0,-3-1-128 0,-2 2 0 16,-2 1 0-16,0 0 0 15,-3 4 0-15,-1-1 0 0,-1 2 0 0,-2 2 144 0,0 1-144 0,0 3 160 0,-1 0 32 16,0 2 0-16,1 1 0 16,1 4 0-16,1-2-192 0,1 3 128 15,1 0-128-15,9-8 128 0,-15 21-128 0,15-21 128 0,-10 22-128 16,10-22 128-16,0 0-128 0,0 0 128 0,-3 40-128 15,3-40 128-15,0 0-128 0,0 0 0 0,23 33 144 0,-23-33-144 16,0 0 144-16,29 17-144 0,-29-17 192 0,0 0-192 0,31 14 176 0,-31-14-176 16,0 0 160-16,30 8-160 0,-30-8 0 0,0 0 0 15,25 7 0-15,-17-5 0 16,-2 0 0-16,-1-2 128 0,-1 1-128 0,0 1 0 16,-2-2 0-16,0 2 0 0,0-1 0 0,-2 0 0 0,0 1 0 15,-2-1 0-15,0 2 0 0,-1 1 0 0,-1 0 0 0,-1 1 0 16,-2 3 0-16,0 2 0 0,0 1 0 0,-1-1 128 15,8-10-128-15,-19 32 0 16,8-15 176-16,-1 3-176 0,-1 3 192 0,-1 1-192 0,1 0 160 0,-1 1-160 16,0-1 128-16,0 0-128 0,3-1 0 0,0 1 0 0,11-24 128 0,-17 36-128 15,17-36 0-15,-10 28 0 16,10-28 0-16,0 0 0 16,0 0-592-16,0 0-48 0,0 0-16 0,0 0-16944 15</inkml:trace>
  <inkml:trace contextRef="#ctx0" brushRef="#br0" timeOffset="104033.34">21831 6171 3967 0,'2'-5'0'0,"-1"4"176"0,1 0-48 0,-1-2-128 0,0 3 0 0,0-2 0 0,0 2 0 0,1-3 0 0,-1 1 1376 0,3 0 160 15,0-2 48-15,-1 0 0 16,1 2 400-16,-1 0 96 0,1 0 16 0,-2-1 0 0,0 1 208 0,0 0 64 16,1 1 0-16,-2-1 0 0,1 2-320 0,0-1-64 15,-1 1-16-15,1-1 0 0,-1 1-560 0,0 0-96 16,0 0-32-16,0 0 0 0,-1 0-496 0,0 0-96 16,0 0-32-16,-1 0 0 0,0 0-352 0,-1 1-80 15,0 0-16-15,-2 1 0 0,0 1-208 0,-1 2 0 16,-2-1 128-16,-1 2-128 0,-2 2 0 0,0 2 0 15,-2 2 128-15,1 0-128 0,-1 2 0 0,0-2 128 16,-1 2-128-16,1 0 0 0,1 0 0 0,1-2 0 16,3 0 0-16,7-12 0 0,-9 22 0 0,9-22 128 0,0 0-128 15,0 0 0-15,0 0 0 0,0 0 0 0,0 0 0 0,0 0 0 16,29 35 128-16,-19-35-128 0,1 0 0 16,2-2 0-16,0 0 128 0,1 1-128 15,-1-1 0-15,-1 2 144 0,1 2-144 0,-2-1 0 0,-11-1 0 0,22 7 0 16,-22-7 0-16,0 0 128 0,26 12-128 15,-26-12 0-15,0 0 0 0,0 0 0 0,0 0 0 0,0 0 0 16,22 37 0-16,-22-37 128 0,0 0-128 0,0 0 0 16,0 0 0-16,-4 33 128 0,4-33-128 0,0 0 0 15,-13 17 0-15,7-12 0 0,0-1 0 0,-2 1 0 16,0-2 0-16,-2 1 0 0,0-1 0 0,-2 0 0 16,1 1 0-16,-2-2 0 0,-1 3 128 0,-2-3-128 15,-2 1 0-15,0-2 0 0,-1 0 0 0,1 1 0 0,1-4 0 0,1 1 0 16,2-2 0-16,2-2 0 15,3 1-464-15,1-4 16 0,4 1 16 0,1-4-17648 16</inkml:trace>
  <inkml:trace contextRef="#ctx0" brushRef="#br0" timeOffset="104238.04">21778 6164 5519 0,'1'0'496'0,"0"-2"-496"15,1 1 0-15,0 1 0 0,-1 0 2048 0,2-2 304 16,1 2 64-16,4-3 16 0,3-1 896 0,4-1 176 15,2 0 32-15,3-1 16 0,1 0-1248 0,2 2-240 16,2-4-48-16,0 4-16 0,0-3-864 0,1 2-176 16,-1 0-48-16,-2 0 0 0,-1 2-656 0,-3 0-128 0,-2 0-128 0,-2 0 192 15,-2 0-320-15,-2 2-64 0,-2-1-16 0,0-1 0 32,-2 3-1776-32,1-2-368 0,-2 0-64 0,1 1-11664 0</inkml:trace>
  <inkml:trace contextRef="#ctx0" brushRef="#br0" timeOffset="104521.98">22357 6038 11055 0,'3'0'480'16,"-2"0"112"-16,0 0-464 0,0 0-128 0,-1 0 0 0,0 2 0 0,0-2 1760 0,-1 0 336 15,0 3 64-15,-2-1 16 0,-1 3 528 0,0-1 112 16,-1 1 32-16,-1-1 0 0,-1 2-944 0,0 1-192 16,-2-2-48-16,0 4 0 15,1-1-832-15,-3 3-160 0,0 1-32 0,-1 0-16 0,0 5-352 0,1-2-64 16,0 2-16-16,0-2 0 0,11-15-32 0,-15 31-16 15,15-31 0-15,-9 28 0 0,9-28-16 0,0 0 0 16,0 0 0-16,7 41 0 0,-7-41-128 0,0 0 0 16,28 19 0-16,-28-19 128 0,28 4-128 0,-11-2 160 15,1-2-160-15,1-2 160 0,0 1-160 0,0-2 160 16,-1-2-160-16,0 2 160 0,-1-1-160 0,0-1 0 0,0-1 0 0,-1 2 0 16,-2-3 0-16,-1 3 0 15,0-1-192-15,-1 0 192 16,-2 0-1904-16,-1 0-256 0</inkml:trace>
  <inkml:trace contextRef="#ctx0" brushRef="#br0" timeOffset="104699.47">22497 6104 10127 0,'-1'0'448'0,"0"-2"96"0,0 2-544 0,0 0 0 0,1 0 0 0,0 0 0 16,0 2 1840-16,-1-2 256 0,-1 5 48 0,2-5 16 15,0 0 304-15,-13 26 64 0,13-26 16 0,-16 31 0 0,16-31-816 0,-22 40-144 16,9-18-48-16,-2 0 0 0,0 1-592 0,-2 0-128 31,2 0-32-31,-1-2 0 0,3-3-416 0,13-18-96 16,-21 33-16-16,21-33 0 0,0 0-256 0,-12 33 0 0,12-33 0 0,0 0-10736 15,0 0-2160 1</inkml:trace>
  <inkml:trace contextRef="#ctx0" brushRef="#br0" timeOffset="105000.38">22698 6104 13823 0,'1'-2'608'0,"0"2"128"0,0 2-592 0,0-2-144 0,-1 1 0 0,-1 1 0 16,-1 0 1632-16,0 1 288 0,2-3 64 0,-12 16 16 16,12-16 304-16,-18 28 64 0,7-13 16 0,-1 2 0 0,-1-1-768 0,0 3-144 15,1-2-48-15,0-1 0 16,1 1-608-16,11-17-128 0,-17 31-32 0,17-31 0 0,0 0-400 0,-9 35-64 15,9-35-32-15,0 0 0 0,0 0-160 0,0 0 0 16,34 29 144-16,-18-27-144 0,1-2 320 0,3 1-16 16,0-2 0-16,2 1 0 0,1-2-304 0,0-1 160 15,0 1-160-15,0-1 128 0,0 1-128 0,0 0 128 16,-4-1-128-16,0-1 128 0,-3 1-128 0,-1 1 0 16,-1 0 0-16,-3-1 0 0,0 1-272 0,-2-1-48 15,-1 1 0-15,-1 0-11136 0,-1-1-2240 16</inkml:trace>
  <inkml:trace contextRef="#ctx0" brushRef="#br0" timeOffset="105175.16">22940 6138 10591 0,'-2'-5'224'0,"1"3"48"0,0 1 16 0,0-1 32 0,1 4-320 0,-1-2 0 0,0 1 0 0,1-1 0 16,0 0 2896-16,0 0 528 0,-15 30 96 0,15-30 32 15,-18 33-624-15,18-33-128 0,-24 39-32 0,10-16 0 0,-1 3-1168 0,0-1-256 16,-1 0-32-16,1 0-16 0,1 0-816 0,14-25-160 15,-23 43-48-15,23-43 0 16,-15 40-272-16,15-40-304 0</inkml:trace>
  <inkml:trace contextRef="#ctx0" brushRef="#br0" timeOffset="105933.44">23145 6282 9215 0,'-1'0'816'16,"0"0"-656"-16,0 0-160 0,0 0 0 0,1-1 1392 0,-1 0 240 15,0 1 48-15,1-2 16 0,2-3 912 0,2 2 176 16,3-1 32-16,2-1 16 0,4 0-560 0,2 1-112 16,3-1-32-16,1 0 0 15,2 0-1008-15,1 0-208 0,0-1-32 0,0 1-16 16,1 1-608-16,-2-1-128 0,-3 2-128 0,-2 0 176 0,-3 3-176 0,-4 0 0 15,-4 1 0-15,-5-1 0 32,0 0-1424-32,0 0-176 0</inkml:trace>
  <inkml:trace contextRef="#ctx0" brushRef="#br0" timeOffset="106076.46">23118 6399 16575 0,'2'0'736'0,"0"-1"160"0,2 1-720 0,-1 0-176 0,0-2 0 0,0 2 0 0,2 0 1920 0,3-1 368 15,5-2 64-15,6 0 16 0,4-2 0 0,1 1 16 16,0-2 0-16,-1 2 0 0,-1-1-1168 0,-3 0-256 16,0 2-32-16,-4 2-16 15,-1-2-1056-15,-2 1-224 0</inkml:trace>
  <inkml:trace contextRef="#ctx0" brushRef="#br0" timeOffset="107835.53">23665 6067 14735 0,'-1'-1'1312'0,"-1"1"-1056"15,1-2-256-15,0 2 0 0,1 0 320 0,-1 0 16 0,-2 0 0 0,0-1 0 16,-2 0 1264-16,0 1 256 0,0 0 64 0,-1 1 0 16,2 2-432-16,-2 0-80 0,1 4 0 0,5-7-16 15,-14 21-384-15,14-21-80 0,-20 33-16 0,8-10 0 16,-1 4-272-16,-1 1-48 0,-2 4-16 0,2-2 0 15,-2 1-128-15,2-2-48 0,3-1 0 0,11-28 0 16,-15 46-160-16,15-46-48 16,0 0 0-16,0 49 0 0,0-49-192 0,0 0 0 0,26 21 0 0,-14-19 0 15,3-4 160-15,1-2-160 16,2-4 160-16,2-1-160 0,-1-3 0 0,0-2 0 0,-1 0 0 0,-3-1 0 16,-3 3-512-16,-2-2-128 0,0-2-48 0,-4-1 0 15,0 0 432-15,-4 1 96 0,0-3 16 0,-2 0 0 16,0 1 144-16,-2 0 0 0,1 2 0 0,-3-3 0 15,-1 1 0-15,0 0 0 0,-1 1 0 0,0 3 0 0,0 5 0 0,0 0 256 16,-1 4-64-16,1 2-16 16,0 3 48-16,0 0 16 0,2 3 0 0,-2 2 0 15,3 1-704-15,0 0-144 0</inkml:trace>
  <inkml:trace contextRef="#ctx0" brushRef="#br0" timeOffset="108063.2">23765 6467 21183 0,'-4'3'944'0,"2"-1"192"15,1 0-912-15,0 0-224 16,0 1 0-16,1-1 0 0,-1 1 1472 0,1-1 240 0,0-2 48 15,0 0 16-15,0 0-880 0,0 0-160 0,0 0-32 0,13 43-16 16,-13-43-1312-16,0 0-256 0,0 0-48 0,0 0-16 0</inkml:trace>
  <inkml:trace contextRef="#ctx0" brushRef="#br0" timeOffset="108872.63">24097 6197 9215 0,'0'0'816'16,"-1"0"-656"-16,1 0-160 0,0 0 0 15,0 0 1264-15,0-2 208 0,-1 2 64 0,1 0 0 0,-1-1 496 0,1 1 96 16,-1-2 32-16,1 2 0 0,0-1-592 0,0 0-112 16,1 1-32-16,-1-2 0 0,0 1-528 0,0 1-128 15,0 0 0-15,-1 0-16 0,0 3-352 0,-1-2-64 16,0 2-16-16,-2 2 0 0,-1 0-80 0,0 2-32 15,5-7 0-15,-16 22 0 0,16-22 176 0,-19 30 48 0,19-30 0 0,-19 31 0 32,19-31-144-32,-18 36-32 0,18-36 0 0,-13 31 0 0,13-31-64 0,0 0-32 15,-8 40 0-15,8-40 0 0,0 0-160 0,0 0 0 16,0 0 0-16,0 0 128 0,31 24-128 0,-21-27 0 0,0 1 144 0,1-3-144 16,1-2 0-16,1-2 128 0,0 1-128 0,1-3 0 15,-1 1-160-15,-1-3-96 0,0 1-32 0,-2-1 0 31,-2 1-272-31,-2-2-48 0,0 0-16 0,-3 0 0 0,-1 0 320 0,-2-1 64 16,-2-2 16-16,-2 2 0 0,-1 0 224 0,0 0 0 0,-2 1 0 0,0 2 0 16,0 1 0-16,1 3 0 0,-1 2 0 0,1 1 0 15,0 4 384-15,1 1 0 0,-1 3 16 0,1 0 0 16,0 1-400-16,0 0 0 0,5-4 0 0,0 0-9824 31,0 0-1936-31</inkml:trace>
  <inkml:trace contextRef="#ctx0" brushRef="#br0" timeOffset="109567.15">24495 6088 11055 0,'1'-2'480'0,"-1"2"112"0,1 0-464 0,-1 0-128 16,0 0 0-16,0 0 0 0,0 0 320 0,0 0 64 15,-1 0 0-15,0 2 0 0,0-2-384 0,0 0 0 16,0 1 0-16,-1 0 0 0,1 1 0 0,0-2-208 0,0 0 48 0,0 0 16 16,1 1 144-16,0-1 0 0,0-1 0 0,0 1-128 15,0 0 576-15,0 0 128 0,0-2 32 0,1 2 0 16,-1-1 512-16,1 0 96 0,-1 1 32 0,0-2 0 15,0 2 144-15,1 0 16 16,-1-2 16-16,0 1 0 0,0 1-96 0,-1-3-32 0,1 3 0 0,0-2 0 16,0 2-320-16,0 0-64 0,0-1-16 0,0 1 0 15,0-1-176-15,-1 1-32 0,1 0-16 0,-1 1 0 16,1 0-288-16,-2 1-64 0,-1 1-16 0,0 0 0 16,3-3-96-16,0 0-16 0,0 0 0 0,-19 28 0 0,19-28-16 0,0 0-16 15,-24 34 0-15,24-34 0 0,-22 40-160 0,22-40 160 16,-22 40-160-16,22-40 160 0,-20 33-160 0,20-33 0 15,-18 26 0-15,18-26 128 0,0 0-128 0,-19 31 192 16,19-31-192-16,0 0 192 0,0 0 32 0,-14 30 16 16,14-30 0-16,0 0 0 0,0 0-48 0,0 0-16 15,0 0 0-15,0 0 0 0,19 32 16 0,-9-30 0 16,2-2 0-16,-2 0 0 0,-2 0 64 0,1 0 32 16,3-2 0-16,3-1 0 0,2 0-288 0,1-1 0 15,2 0 0-15,-3 1 0 0,1 0 128 0,-2 0-128 16,-2 0 0-16,-2 0 0 0,-2 0 0 0,-1 1 0 15,0 0 0-15,-3 0 0 0,0-1 0 0,-2 1 0 0,1-1 0 0,-1 1-144 32,-2-2-560-32,2 1-128 0,-1 0 0 0</inkml:trace>
  <inkml:trace contextRef="#ctx0" brushRef="#br0" timeOffset="109817.54">24590 6147 9215 0,'-1'-3'400'15,"1"3"96"-15,0 0-496 0,0 0 0 0,-1 1 0 0,0 1 0 16,0-1 1568-16,-1 4 224 0,-2 1 32 0,4-6 16 0,0 0 48 0,-21 41 16 16,21-41 0-16,-22 37 0 0,22-37-432 0,-26 41-64 15,26-41-32-15,-25 40 0 0,25-40-272 0,-25 42-48 16,10-16-16-16,0 0 0 0,15-26-336 0,-25 48-80 15,25-48-16-15,-16 40 0 0,16-40-480 0,0 0-128 16,-13 46 0-16,13-46-14912 0</inkml:trace>
  <inkml:trace contextRef="#ctx0" brushRef="#br0" timeOffset="110183.65">24751 6204 8287 0,'0'-5'736'0,"0"3"-592"0,0-1-144 0,0 3 0 0,0-2 912 0,0 2 160 16,0 0 16-16,0-1 16 0,-1 1 1152 0,0 0 240 0,-1 1 32 0,-2 1 16 15,0 3-208-15,-2 0-32 16,6-5-16-16,0 0 0 0,-20 26-704 0,20-26-144 0,0 0-32 15,-21 33 0-15,21-33-640 0,0 0-128 0,-14 33-16 0,14-33-16 0,0 0-256 0,0 0-48 16,0 0-16 0,10 48 0-16,-10-48-32 0,0 0-16 0,22 21 0 0,-22-21 0 0,19 10-112 0,-19-10-128 15,0 0 176-15,27 19-176 0,-27-19 144 0,0 0-144 16,24 18 0-16,-24-18 144 0,0 0-144 0,0 0 0 16,0 0 0-16,0 0 128 0,0 0-128 0,0 0 0 15,0 0 0-15,0 0 0 0,0 0 0 0,5 46 128 16,-11-41-128-16,-3 2 0 0,-1-3 0 15,-1 1 0-15,-2-2 0 0,0 1 0 0,-2-2 0 0,0-2 0 0,-1 1 0 0,-3-4 0 32,1 1-400-17,0-5-64-15,1 2-16 0</inkml:trace>
  <inkml:trace contextRef="#ctx0" brushRef="#br0" timeOffset="110370.56">24665 6161 11967 0,'7'-2'1072'16,"-1"0"-864"-16,-2 1-208 0,1-1 0 0,-1 2 1040 0,2-2 176 15,2 0 16-15,4-1 16 0,5-2 0 0,6-1 0 0,6-2 0 0,4 1 0 16,0 0-192-16,-2 0-32 0,-3 1-16 0</inkml:trace>
  <inkml:trace contextRef="#ctx0" brushRef="#br0" timeOffset="110921.84">25175 6022 11055 0,'2'-3'976'16,"1"3"-784"-16,-1-2-192 0,1 1 0 0,-2 1 1312 0,0 0 224 15,1-2 32-15,1 1 16 0,2 0 656 0,-2-1 128 16,-2 2 16-16,-2 0 16 0,-2 2-592 0,-3 0-112 16,0 3-32-16,-3 2 0 0,-3 3-800 0,-1 2-160 0,-3 2-48 15,-2 1 0-15,-1 3-224 0,-3 3-48 16,1 4-16-16,0 2 0 0,-1 4 16 0,4-2 16 0,2-3 0 0,2-2 0 16,14-24-32-16,-22 42-16 0,22-42 0 0,-20 43 0 15,20-43-192-15,-15 40-32 0,15-40-128 0,-11 39 192 16,11-39-192-16,0 0 0 0,-5 54 0 0,5-54 0 15,0 0 0-15,7 45 0 0,-7-45 0 0,0 0 0 0,23 31 0 16,-23-31 0-16,22 9 0 0,-10-9 0 0,2-3 0 0,0-1 144 16,0-1-144-1,-1-2 128-15,-1-3-128 0,-2-1 160 0,-1 1-160 0,-1-2 160 0,0-1-160 0,-4 1 0 16,-1 0 0-16,-2 0 128 16,-2 0-128-16,-2 0 0 0,-2 0 0 0,-2 0 0 0,-3 2 0 0,0 2 0 15,-2 2 0-15,0 4 0 0,1 0 0 0,-1 2 0 16,0 2 0-16,0 0 0 15,0 1-432 1,0 2-16-16</inkml:trace>
  <inkml:trace contextRef="#ctx0" brushRef="#br0" timeOffset="113741.12">19450 7418 12895 0,'-1'0'1152'0,"-1"1"-928"0,0 0-224 0,1-1 0 0,-1 2 976 0,0-2 160 15,0 3 16-15,-4 2 16 0,-1-1 624 0,-3 6 112 16,1-2 16-16,-1 3 16 0,1-1-304 0,0 3-64 15,1-1-16-15,0 0 0 0,8-12-560 0,-12 22-112 16,12-22-32-16,0 0 0 0,-11 31-192 0,11-31-32 16,0 0-16-16,0 0 0 0,0 0-176 0,0 0-48 15,0 0 0-15,0 0 0 16,27 28-208-16,-17-31-48 0,2-1-128 0,1-3 192 0,1 0-192 0,2-1 144 16,1-4-144-16,-1 1 128 0,-2 1-128 0,0-3-192 15,0 0 32-15,-1-1 16 0,-3 2-96 0,-1-2-16 0,-4 3 0 16,-1 1 0-1,-3-1 256-15,-3 2 0 0,-2 0 0 0,-2 2 0 0,-1 2 0 0,-2 0-144 0,-1 3 144 16,-2 1 0-16,-1 2 0 0,-1 1-160 16,1 3 160-16,-1 0 0 0,-1 5 0 0,1-3 0 15,1 4 0-15,1-1 0 16,1 0 0-16,1-1 0 0,3 0 0 0,7-9 0 0,0 0-144 0,0 0-128 0,0 0-32 0,0 0-15120 16</inkml:trace>
  <inkml:trace contextRef="#ctx0" brushRef="#br0" timeOffset="114097.56">19684 7396 14735 0,'2'-2'1312'0,"1"0"-1056"16,-1 0-256-16,0 2 0 0,0-3 960 0,0 1 128 31,4-1 16-31,4-4 16 0,3-1 480 0,2-1 112 0,1 3 16 0,-1-2 0 16,0 5-288-16,-1 2-48 15,0-1-16-15,-14 2 0 0,0 0-368 0,34 14-80 16,-34-14-16-16,0 0 0 0,0 0-400 0,26 38-96 0,-26-38-16 0,0 0 0 16,9 40-80-16,-9-40 0 0,0 0-16 0,-2 43 0 15,2-43-48-15,0 0-16 0,-8 45 0 0,8-45 0 16,-10 28 80-16,10-28 32 0,0 0 0 0,-13 28 0 16,13-28 128-16,0 0 32 0,-10 14 0 0,7-13 0 15,1-1-144-15,1-1-32 0,-1-1 0 0,1-2 0 16,1-3-64-16,1 0-16 0,2-2 0 0,1-2 0 15,2-1-96-15,1 0-32 0,2-4 0 0,3 0 0 16,1-1-128-16,2-2 0 0,1 2 0 0,1 0 128 16,0 0-128-16,1 4 0 0,-1 1 0 0,-2 2 0 0,-1 2 0 15,-3 2 0-15,0 2 0 0,-5 1 0 16,1 3-320-16,-3 0 64 0,0 0 16 0,-1 3-18320 16</inkml:trace>
  <inkml:trace contextRef="#ctx0" brushRef="#br0" timeOffset="115503.04">20900 7212 10127 0,'1'-3'896'15,"0"1"-704"-15,0-1-192 0,0 1 0 0,-1 2 1152 0,1-2 208 16,1-2 48-16,0-2 0 0,2 0 880 16,1-2 176-16,-1 1 32 0,0 1 16 0,1 0-272 0,-1 1-64 15,0 3-16-15,-1 0 0 0,1-1-640 0,-3-1-128 16,1 3-32-16,0 1 0 0,-1 0-464 0,-1 0-112 15,-1 3-16-15,-1 2 0 0,0-3-384 0,2-2-96 16,-12 19-16-16,12-19 0 0,-20 29-144 0,7-11-128 16,-2 4 192-16,-2 2-192 0,-1 4 128 0,-2 0-128 15,1-1 0-15,0-2 0 0,1-1 128 0,1-4-128 0,1 0 0 0,2-2 0 16,1-1 160-16,2-2-160 0,11-15 128 0,-14 26-128 16,14-26 128-16,0 0-128 0,-11 31 128 0,11-31-128 15,0 0 0-15,0 0 0 0,0 0 0 0,0 0 0 16,0 0 0-16,0 0 0 0,0 0 128 0,29 31-128 15,-19-33 0-15,2-1 160 0,2-2-160 0,3 1 160 16,0-1-160-16,1-2 0 0,3 0 144 0,-1 0-144 16,1-1 0-16,0 2 0 0,0-2 0 0,0 1 0 15,-2 0 0-15,-1 0 0 0,-2 0 0 0,-2 2 0 16,-3 0-224-16,0 2-16 0,-2-1 0 0,-2 2 0 16,-1-1-1328-16,-3 1-272 0,-2 0-48 0,-3 2-14544 15</inkml:trace>
  <inkml:trace contextRef="#ctx0" brushRef="#br0" timeOffset="115661.16">20954 7367 5519 0,'2'-12'240'0,"-1"6"64"16,1-1-304-16,-1 3 0 0,-1 3 0 0,1-1 0 0,0 0 1792 0,0 1 320 15,1-2 48-15,0 2 16 16,0 1 592-16,-2 0 128 0,0 0 32 0,0 0 0 0,-9 36-288 0,9-36-48 16,-13 35-16-16,3-16 0 0,-1 2-1040 15,-1 1-192-15,0 0-64 0,-1-1 0 0,0 0-608 0,0 0-128 0,1-2-32 0,2-2 0 16,10-17-352-16,-14 28-160 15,14-28 128-15,0 0-128 0,0 0 0 0,0 0-224 0</inkml:trace>
  <inkml:trace contextRef="#ctx0" brushRef="#br0" timeOffset="115962.1">21203 7529 12895 0,'-2'1'576'0,"1"-1"112"0,0 2-560 0,1-2-128 15,0 1 0-15,0 0 0 16,0-1 2432-16,0 0 464 0,0 0 96 0,0 0 16 0,0 0 176 0,0 0 32 15,5 38 16-15,-5-38 0 0,0 0-1568 0,0 0-320 0,0 0-64 0,2 39-16 16,-2-39-848-16,0 0-160 16,0 0-48-16,0 0 0 15,0 0-208-15,0 0-192 0,0 0 48 0,0 0-17792 0</inkml:trace>
  <inkml:trace contextRef="#ctx0" brushRef="#br0" timeOffset="116311.57">21493 7265 15663 0,'-2'1'688'0,"0"1"144"15,2-1-656-15,-2 1-176 16,0 0 0-16,1 1 0 0,-2-1 2144 0,-2 3 400 16,-2 4 80-16,-4 3 0 0,-1 2-512 0,-1 0-96 15,0 1-32-15,1-1 0 0,2 0-640 0,1-2-128 16,9-12-16-16,-11 21-16 0,11-21-480 0,0 0-80 15,0 0-32-15,0 0 0 0,0 0-272 0,0 0-64 16,29 36-16-16,-18-36 0 0,-11 0-112 0,28 3-128 16,-28-3 176-16,32 7-176 0,-32-7 128 0,32 9-128 15,-32-9 0-15,31 12 0 0,-31-12 0 0,0 0 0 0,37 24 0 16,-37-24 0-16,0 0 0 0,0 0 0 0,27 35 0 16,-27-35 0-16,0 0 128 0,0 0-128 0,-3 34 0 0,3-34 0 15,-11 14 0-15,4-8 0 0,-3-1 0 0,0 0 0 16,0 0 224-16,-2 0-64 0,-1-2-16 0,-1 1 0 15,-1 1-144-15,-1-3 160 0,-1 0-160 0,0 0 160 16,1-2-160-16,0 0 0 0,-1-2 0 0,0 0 0 16,2-3-816-1,2-1-144-15</inkml:trace>
  <inkml:trace contextRef="#ctx0" brushRef="#br0" timeOffset="116484.89">21447 7252 12895 0,'1'0'576'0,"0"0"112"0,1 1-560 0,0 0-128 16,0-1 0-16,0 0 0 0,-1 2 1808 0,-1-2 336 16,0 0 64-16,27 6 16 0,-8-3 336 0,3-2 80 15,2 1 16-15,1-2 0 0,0-2-1472 0,0 1-288 16,0 0-64-16,-1-4-16 0,-1 2-816 0,-2-1 0 16,0-1 0-16,-1 0-9840 15,-1 1-1968-15</inkml:trace>
  <inkml:trace contextRef="#ctx0" brushRef="#br0" timeOffset="116884.08">22177 7098 10127 0,'-3'0'448'0,"0"0"96"16,0 0-544-16,1 1 0 0,0-1 0 0,0 0 0 15,0 1 2048-15,-3 1 320 0,-2 1 48 0,-3 3 16 0,-1 2 48 0,-3 2 16 16,0 6 0-16,-1-3 0 0,0 4-1008 0,-2 3-192 16,0 2-32-16,0 4-16 0,-1 4-224 0,0 1-32 15,0 0-16-15,1 1 0 0,2-3-256 0,1 0-48 16,14-29-16-16,-18 48 0 16,18-48-336-16,-7 40-80 0,7-40-16 0,0 0 0 0,9 45-224 0,-9-45 0 0,0 0 0 0,25 16 0 31,-14-16-464-31,2-2 16 0,0 0 0 0,0-5 0 0,-1 2 32 0,0-3 16 0,0 0 0 0,-3-1 0 31,1 0-256-31,-3-2-48 0,0 1-16 0,-4-1 0 16,-1 1 464-16,-3-2 80 0,-3 2 32 0,-1-1 0 0,-3 2 144 0,-4 1 0 0,-1 2 0 0,-1 2 0 15,-3 1 0-15,0 2 0 0,1 2 0 0,2 0 0 16,-1 2 0-16,3 2 128 16,1-1-128-16,2 3 128 0,2-2-288 0,1-2-48 0,3 2-16 0,3-5-9424 31,0 0-1872-31</inkml:trace>
  <inkml:trace contextRef="#ctx0" brushRef="#br0" timeOffset="117312.55">22647 7018 4607 0,'-1'-1'400'0,"0"1"-400"0,0 0 0 0,0 0 0 16,0-2 1344-16,0 2 192 15,-1-3 48-15,-1 1 0 16,1-2 1440-16,-2 1 304 0,0-2 48 0,0 3 16 16,2 0-864-16,-1 2-160 0,0 0-48 0,-1 0 0 15,1 3-1264-15,-3 3-256 0,6-6-48 0,-12 17-16 16,12-17-208-16,-15 26-32 0,15-26-16 0,-14 33 0 0,14-33-224 15,0 0-32-15,-11 43-16 0,11-43 0 0,0 0-208 16,0 0 0-16,0 0 0 0,19 38 0 0,-19-38 0 0,20 2 0 16,-8-4 0-16,2-3 0 15,1 0-704-15,0 0-16 0,0-3-16 0,0-1 0 16,-1 0-480-16,-1 0-80 0,-1-2-32 0,-2 0 0 0,-1 2 816 0,-4-1 144 16,-1 1 48-16,-3-1 0 0,-1 3 320 0,-3-2 0 15,-2-1 0-15,-2 3 0 0,-1-1 0 0,-2 0 0 16,0 3 0-16,0 0 0 0,-1 0 192 0,0 3 48 15,-1-2 16-15,1 3 0 0,0-1-64 0,1 2 0 16,2 2 0-16,1-2 0 0,2 3-416 0,1-1-96 0,1-2 0 0,2 2-12208 16</inkml:trace>
  <inkml:trace contextRef="#ctx0" brushRef="#br0" timeOffset="117693.46">23055 6951 14735 0,'-1'-5'640'0,"-1"4"160"0,1 0-640 0,-1 1-160 0,0 0 0 15,0 0 0-15,-1 1 1344 0,-3 0 224 16,-3 4 48-16,-4 3 16 0,-5 3 384 0,-2 3 80 16,-3 5 16-16,-4 5 0 0,-3 7-592 0,-2 5-112 0,-6 7-32 0,-3 6 0 15,-3 1-544-15,-2 2-96 0,0 0-32 0,0-4 0 16,1 1-256-16,1-4-64 0,2-2-16 0,3-1 0 15,4-6-240-15,3-3-128 0,4 0 128 0,4-3-128 16,5-5-192-16,4-7-96 0,15-18-32 0,-17 27 0 16,17-27-2000-1,0 0-416-15</inkml:trace>
  <inkml:trace contextRef="#ctx0" brushRef="#br0" timeOffset="118025.65">22611 7484 11967 0,'-1'0'1072'0,"0"2"-864"0,0-2-208 0,1 3 0 0,-1-2 1264 0,-1 3 208 15,2-4 32-15,0 0 16 0,-17 27 976 0,17-27 192 16,-20 38 32-16,20-38 16 0,-19 46-960 0,19-46-192 16,-14 45-48-16,14-45 0 0,-6 43-720 0,6-43-160 15,0 0-16-15,9 45-16 16,-9-45-432-16,0 0-64 0,0 0-128 0,39 21 176 0,-24-21-176 0,2-4 0 0,2 0 144 0,1-5-144 15,2 0 0-15,-1-2-208 16,-1-1 16-16,-2-3 16 0,-1 2-496 16,-3-2-96-16,-3 0-32 0,-3-1 0 0,-3 0 208 0,-4-1 32 15,-5 2 16-15,-3-1 0 0,-5 3 64 0,-4 2 16 16,-4 2 0-16,-2 6 0 0,1 1 256 0,-2 4 48 0,1 4 16 0,1 2 0 16,1 1 592-16,2 2 112 0,2 3 16 0,2-1 16 0,3 1-464 0,11-14-128 15,-10 24 0 1,10-24-13344-16</inkml:trace>
  <inkml:trace contextRef="#ctx0" brushRef="#br0" timeOffset="162259.29">6420 10493 911 0,'5'0'0'0,"0"-2"0"15,-2 2 0-15,2-1 0 16,-1 1 688-16,0-2 48 0,6 2 16 0,-10 0 0 0,36-4 400 0,-12 1 64 0,1-1 32 0,-25 4 0 15,45-3-48-15,-45 3-16 16,45 0 0-16,-45 0 0 0,45 2-368 0,-45-2-80 16,47 5-16-16,-47-5 0 0,47 5-208 0,-47-5-64 15,56 2 0-15,-25-2 0 0,3 0 48 0,-2-1 0 16,-1 0 0-16,-31 1 0 0,51-5 224 0,-22 1 48 16,4 1 16-16,5 1 0 0,2-1 16 0,1 1 0 0,0-1 0 0,-1 1 0 0,0 1-80 0,-1 0-16 31,-2-1 0-31,-3 2 0 0,-1 0-64 0,5 2 0 15,6 0-16-15,5 0 0 0,1 1-288 0,0-1-48 0,-1-2-16 0,1 0 0 16,-1 1-16-16,4 1-16 0,3 0 0 0,0-2 0 0,-1-2 96 0,-5-1 32 31,-3 1 0-31,-5-1 0 0,-3 1 272 0,7 0 64 16,17-2 16-16,7-1 0 0,1 0-96 0,-3-3-32 16,1 4 0-16,-2-1 0 0,-2 2-224 0,-1-3-48 0,-3-1-16 0,0 2 0 15,1 0-96-15,3 0-16 0,3 3 0 16,-2-3 0-16,-1-1 16 0,2 0 0 15,2 2 0-15,0 1 0 0,4 1 48 0,-4-3 0 0,0 0 0 0,0 3 0 0,-1 0-80 0,3 0-16 0,2 1 0 0,-2-1 0 32,-4 2-160-32,4 0 160 0,5 5-160 0,-2-3 160 15,-2-2-160-15,0 1 160 0,-1 2-160 0,1 1 160 0,2 1-160 0,-2-2 0 16,1 2 144-16,1 0-144 16,3 3 128-16,-1-2-128 0,-3-1 128 0,-1 0-128 15,3 0 0-15,0 2 0 0,2-1 0 0,-4-2 0 16,-5 0 0-16,7-2 0 0,7 5 0 0,-1-2 128 15,-3-5-128-15,2 0 0 0,2 2 0 0,1-2 0 16,2-2 0-16,-2 2 144 0,0-2-144 0,-4 0 0 0,-6 1 176 16,7-1-176-16,5-3 160 0,3 1-160 15,2 2 128-15,-2-2-128 0,-3 0 0 0,2 2 144 0,0-1-144 0,-2 1 0 16,0-1 0-16,-3 1 128 0,2 1-128 0,-1 1 0 16,1-1 0-16,-1 1 0 0,-2-2 0 0,0 4 0 15,3 0 0-15,-5-2 0 0,-5-1 0 0,0 1 0 16,3 1 0-16,4 1 0 0,4-2 0 0,-1 0 0 15,0 0 0-15,-2 0 0 0,1 0 0 0,-2-2 0 16,-3 0 0-16,-3 0 0 0,-1 4 0 0,0-4 0 16,0 1 0-16,-2-1 0 0,-3 2 0 0,-1 2 0 15,-2-2 0-15,-5 0 0 0,-3 0 0 0,-2 0 0 0,-2 3 0 16,-5-1 0-16,1 3 0 0,-6-2 0 0,-6-1 0 16,-4 0 0-16,-4-2 0 0,-30 0 0 0,47 4 0 0,-47-4-12672 31,0 0-2464-31</inkml:trace>
  <inkml:trace contextRef="#ctx0" brushRef="#br0" timeOffset="163035.97">15791 10211 5519 0,'-1'0'496'0,"0"0"-496"0,1 2 0 0,0-2 0 16,0-2 1312-16,0 2 160 0,-1 0 48 0,0 0 0 16,0-2 976-16,0 1 208 0,-1-1 48 0,0 0 0 15,0 0-416-15,0-1-80 0,1 3-16 0,0-2 0 16,-1 1-688-16,2 1-144 0,-2 0-16 0,1 0-16 0,-1 0-672 0,1 0-128 15,-1 1-16-15,1 1-16 0,-1-1-192 0,1 1-32 16,0 0-16-16,1-2 0 16,0 1 16-16,0 0 0 0,0-1 0 0,0 2 0 0,0-2-64 0,0 0-16 15,2 0 0-15,0 1 0 0,0 1-16 0,0-2 0 16,1 0 0-16,-1 2 0 16,3 1-32-16,-5-3-16 0,0 0 0 0,0 0 0 0,35 16-176 0,-35-16 160 15,0 0-160-15,43 20 160 0,-43-20-160 0,41 17 128 16,-41-17-128-16,44 18 128 0,-44-18-128 0,48 17 0 0,-48-17 0 15,50 14 0-15,-50-14 144 0,48 10-144 0,-48-10 160 0,48 8-160 16,-48-8 192-16,48 10-64 0,-48-10-128 0,44 12 192 16,-44-12-192-16,38 12 144 0,-38-12-144 0,0 0 128 15,40 26-128-15,-40-26 0 0,0 0 0 0,0 0 128 16,5 42-128-16,-14-28 0 0,-3 1 0 0,-3-1 0 16,-1-1 0-16,-3 3 0 0,-6 2 0 0,-2-1 0 15,-1 1 0-15,-2 0 0 0,-4 2 0 0,-1-2 0 16,-2 2 0-16,-1 0 0 0,-2-1 0 0,-3 0-18736 15</inkml:trace>
  <inkml:trace contextRef="#ctx0" brushRef="#br0" timeOffset="174729.37">7905 10135 5519 0,'0'-3'496'0,"0"3"-496"16,0-2 0-16,0 2 0 15,0 0 1152-15,1-2 144 0,-1 0 32 0,0-1 0 16,1 1-48-16,-1-3-16 0,1 3 0 0,1 0 0 0,0 2-176 16,0 0-48-16,0 2 0 0,1-1 0 15,1 2-48-15,1 0-16 0,-1 0 0 0,2 1 0 0,0 0-288 0,1-1-64 16,1 0-16-16,-1-1 0 0,1 0-224 0,-1 0-64 16,3-2 0-16,-2 0 0 0,0-2 144 0,2 1 32 15,-1-2 0-15,0 0 0 0,-1 0 80 0,2 1 0 16,-2-2 16-16,3 1 0 0,2-2-16 0,2-1-16 15,2 0 0-15,0 2 0 0,-1-1-160 0,1 0-16 16,-1 3-16-16,0 0 0 0,1-1-192 0,-1 1-48 16,-1 0 0-16,0 2 0 0,0-1-128 0,0 1 0 15,1 0 0-15,0 0 128 0,-3 0 0 0,2 0 0 16,1-2 0-16,0 1 0 0,0-2 48 0,-2 1 0 0,0-1 0 0,-1 0 0 16,-1 2 16-16,1 0 16 0,1-3 0 0,-1 1 0 15,1 1-208-15,0 1 128 0,1-1-128 0,-1 0 0 16,0 0 128-16,1 1-128 0,-1-1 0 0,0-1 0 15,1 1 128-15,-1 2-128 0,0-2 0 0,0 0 144 16,0 0-16-16,1 1 0 0,-1-1 0 0,-1 0 0 16,0 1 16-16,0-1 0 0,0-3 0 0,-1 0 0 15,1-1 48-15,-2 0 0 0,0 2 0 0,0-3 0 16,0 0-192-16,0 0 160 0,0 2-160 0,1-3 160 16,0 0-160-16,1 0 0 0,-1 3 0 0,-1-2 0 0,0 1 0 15,0 0 0-15,1-1 0 0,0-1 0 16,-1 0 0-16,1 1 0 0,-1 0 0 0,0 0 0 0,2 1 0 0,-3 0 0 15,0-2 0-15,0 2 0 0,0 0 0 0,1-3 0 16,2 2 0-16,-1-2 0 0,-1 2 0 0,0-1 0 16,-1 1 0-16,0-2 0 0,0-1 0 0,1 1 0 15,-1 0 0-15,0-1 0 0,0 0 0 0,1 0 0 16,0 1 0-16,-1 0 0 0,-1-1 0 0,1 3 0 16,0-2 0-16,-1 1 0 0,1 0 0 15,0 1 0-15,-1 1 0 0,1-3 0 0,-1 1 0 0,1 0 0 0,0 0 0 0,0-1 0 16,0 2 0-16,0-3 0 0,1 0 0 15,0-2 0-15,0 1 0 0,2-3 0 0,-1 1 0 0,-1 0 0 16,0-2 0-16,0 1 0 0,0 0 0 0,0-2 0 16,-1 6 0-16,0-2 0 0,-1 0 0 0,-1 0 0 15,0 3 0-15,-1 0 0 0,0 1 0 0,0-1 0 16,0 2 0-16,-1-1 0 0,2-3 0 0,-1 1 0 16,0 1 0-16,1-3 0 0,-1 1 0 0,2-1 0 15,-2-1 0-15,0 0 0 0,2 0 0 16,0-1 0-16,-1 0 0 0,2-1 0 0,-2 2 0 15,0 0 0-15,-1 1 0 0,-1 1 0 0,1 0 0 0,0-1 0 16,0 1 0-16,-1 0 0 0,0 1 0 0,0-1 0 16,-1 3 0-16,0-2 0 0,1 1 0 0,0 0 0 15,-1-1 0-15,2-2 0 0,-2 1 0 0,2 1 0 0,0-2 0 0,0 0 0 0,0 0 0 0,1-2 0 16,1 2 0-16,-2 1 0 0,1-1 0 0,0 1 0 16,0 0 0-16,0 1 0 0,-1 1 0 0,1-2 0 31,0 2 0-31,-2-2 0 0,1 2 0 0,-1 2 0 0,0-3 0 15,-1 3 0-15,-1 0 0 0,1 0 0 16,-1 0 0-16,1-2 0 0,0 4 0 0,-1-3 0 0,2 2-128 0,-1-2 128 0,-1 1 0 0,1 0 0 31,0 2 0-31,1-3 0 0,0 2 0 0,-1-1 0 16,1 2 0-16,-1-2 0 0,1 0 0 0,0 1 0 16,0 0 0-16,-1-2 0 0,0 2 0 0,0-1 0 0,-2 2 0 0,1-2 0 0,1 2 0 0,-1-2 0 0,0 0 0 0,1 1 0 31,-1 0 0-31,0 1 0 0,0 1 0 0,-1-1 0 15,3 0 0-15,0-1 0 0,-2 0 0 0,2 0 0 16,0 0 0-16,1 2 0 0,0-4 0 0,0 4 0 16,0-3 0-16,0 1 0 0,0 0 0 0,0 1 0 15,1 1 0-15,-1-3 0 0,0 4 0 0,-1-2 0 16,1 0 0-16,-2 1 0 0,1 1 0 0,-1-2 0 16,2 2 0-16,0-2 0 0,0 0 0 0,-1 0 0 15,2 2 0-15,-2-2 0 0,1 1 0 0,-1-1 0 0,1 0 0 16,-1 1 0-16,1 1 0 0,0-2 0 0,0 2 0 15,-1-1 0-15,1 0 0 0,-1 1 0 0,1 1 0 0,-1-3 0 16,1 3 0-16,-1-3 0 0,1 3 0 0,0-1 0 16,-2-1 0-16,1 3 0 0,1-2 0 0,-1 0 0 15,2 1 0-15,-2-1 0 0,2 0 0 0,0 2 0 16,-2-2 192-16,2 0-64 0,0 1 0 0,0-1 0 16,1 1 16-16,-1 0 0 0,1 0 0 0,1-1 0 15,-2 1 0-15,1 1 0 0,1-1 0 0,1 0 0 16,-1 0-144-16,0-1 192 0,1 1-192 0,0 0 192 15,0 1-192-15,0-1 160 0,0 0-160 0,-1 2 160 16,0-3-160-16,0 3 0 0,1 0 144 0,-1-2-144 0,0 0 0 16,0 1 144-16,-1 1-144 0,0 0 0 0,0-2 144 0,0 2-144 15,1 0 0-15,-1-1 144 0,-1 1-144 0,2-1 0 16,-1 1 0-16,0-2 128 0,-1 2-128 0,2 0 0 16,0-3 0-16,-1 3 0 0,0-2 0 0,0 1 0 15,1-1 128-15,0 1-128 0,0 0 0 0,0-1 0 16,-1 2 0-16,0-2 128 0,0 1-128 0,-1 1 0 15,0 0 0-15,0 0 128 0,0 0-128 0,0 0 0 0,0 0 0 16,0 1 128-16,0 1-128 0,0-2 0 0,-1 2 0 0,1-1 0 16,-1 0 0-16,1-1 0 15,0 2 0-15,-1-1 0 0,2 1 0 0,-2 1 0 0,1-3 0 0,1 2 0 16,-1-1 0-16,0 0 0 0,1 1 0 0,-2-2 0 16,2 3 0-16,-1-3 0 15,-1 2 0-15,2-1 0 0,-2 1 0 0,1 0 0 16,-1-2 0-16,0 2 0 0,1-1 0 0,0 1 0 0,0 0 128 0,0-2-128 15,-1 3 0-15,2-1 0 0,-2-1 0 16,1 0 0-16,0 1 0 0,0 1 0 0,1-1 0 0,1-1 0 0,-3 1 0 16,2 0 0-16,-1 0 0 0,1 1 0 0,0-1 0 0,-1 1 0 15,0-1 128-15,1-1-128 16,0 2 0-16,0-2 0 0,0 2 0 0,1 1 0 0,-2-2 0 0,0 0 0 16,0 3 0-16,0-2 0 0,0-1 0 0,-1 1 0 15,0 1 0-15,0 1 0 0,0-1 0 0,0-1 0 16,0 2 0-16,1-1 0 0,-3 1 0 0,2-2 0 15,-1 0 0-15,0 0 0 0,0 3 0 0,1-2 0 16,-1-2 0-16,0 1 0 0,0 0 0 0,0 1 0 16,0-1 0-16,1 1 0 0,-1 1 0 0,1-3 0 15,-1 1 0-15,1 1 0 0,-1 0 0 0,0-1 0 16,0 0 0-16,0 2 0 0,-1-3 0 0,1 1 0 16,0 1 0-16,1 1 0 0,0-1 0 0,1 1 0 0,0 0 0 0,0 0 0 15,-2 0 0-15,1-1 0 0,1 1 0 0,-2 0 0 16,1 0 0-16,-1 0 0 0,1 1 0 15,0-1 0-15,-7-5 0 0,0 0 0 0,0 0 0 0,0 0 0 16,42 33 0-16,-42-33 0 0,0 0 128 16,0 0-128-16,0 0 0 0,43 36 0 0,-43-36 0 0,0 0 0 15,0 0 0-15,0 0 0 0,44 34 0 0,-44-34 0 16,0 0 0-16,0 0 0 0,0 0 0 0,44 37 0 16,-44-37 0-16,0 0 0 0,0 0 0 15,0 0 0-15,42 40 0 0,-42-40 0 0,0 0 0 0,0 0 0 0,0 0 0 16,40 39 0-16,-32-32 0 0,-1 0 0 0,1 0 0 0,-1 1 0 15,-7-8 128-15,0 0-128 0,0 0 0 0,0 0 0 16,38 41 0-16,-31-33 0 0,-7-8 0 0,0 0 0 16,0 0 0-16,0 0 0 0,40 38 0 0,-40-38 0 15,0 0 0-15,0 0 0 0,0 0 0 0,37 33 0 16,-37-33 0-16,0 0 0 16,0 0 0-16,0 0 0 0,41 38 128 0,-41-38-128 15,0 0 0-15,0 0 0 0,0 0 0 0,41 42 0 16,-41-42 0-16,0 0 0 0,0 0 0 0,34 31 0 0,-34-31 0 0,0 0 0 0,0 0 0 0,0 0 0 15,38 41 0-15,-38-41 0 16,0 0 0-16,0 0 0 0,0 0 0 0,38 44 0 0,-38-44 128 0,0 0-128 16,0 0 0-16,0 0 0 0,44 39 0 0,-36-33 0 15,1 2 0-15,-1-4 0 16,-8-4 0-16,0 0 0 0,0 0 0 0,37 32 0 0,-37-32 0 16,0 0 0-16,0 0 0 0,35 32 0 0,-35-32 0 0,0 0 0 15,0 0 0-15,37 36 0 0,-37-36 0 0,0 0 0 16,0 0 0-16,37 39 0 0,-37-39 0 0,0 0 0 15,0 0 0-15,38 41 0 16,-38-41 0-16,0 0 0 0,0 0 0 0,33 38 0 0,-33-38 0 0,0 0 0 0,0 0 0 0,34 39 0 16,-34-39 128-16,0 0-128 0,0 0 0 0,35 43 0 31,-35-43 0-31,0 0 0 0,0 0 0 0,33 39 0 16,-33-39 0-16,0 0 0 0,0 0 0 0,34 31 0 0,-34-31 0 0,0 0 0 0,0 0 0 0,0 0 0 31,45 36 0-31,-45-36 0 0,0 0 0 0,0 0 0 0,38 30 128 0,-38-30-128 15,0 0 0-15,0 0 0 16,35 29 0-16,-35-29 0 0,0 0 0 0,0 0 0 0,0 0 0 0,42 35 0 16,-42-35 0-16,0 0 0 0,0 0 128 0,42 32-128 15,-42-32 0-15,0 0 0 0,0 0 0 0,43 28 0 16,-43-28 0-16,0 0 0 0,0 0 0 0,41 26 0 16,-41-26 0-16,0 0 0 0,0 0 128 0,41 24-128 15,-41-24 0-15,0 0 0 0,0 0 0 0,43 26 0 16,-43-26 0-16,0 0 0 0,0 0 0 0,46 24 0 15,-46-24 0-15,0 0 0 0,0 0 128 0,46 21-128 16,-46-21 0-16,0 0 0 0,0 0 0 0,47 20 0 0,-47-20 0 0,0 0 0 16,39 15 0-16,-39-15 0 0,0 0 0 0,39 17 0 15,-39-17 0-15,0 0 0 0,40 14 0 0,-40-14 0 16,0 0 128-16,39 10-128 16,-27-6 0-16,-12-4 0 0,0 0 0 0,38 10 0 0,-25-7 0 0,0-1 0 15,1 1 0-15,1-2 0 0,-15-1 0 0,0 0 0 16,44 8 128-16,-44-8-128 0,0 0 0 0,41 6 0 15,-41-6 0-15,0 0 0 0,47 10 0 0,-47-10 0 16,0 0 0-16,47 13 0 0,-47-13 0 0,0 0 0 16,47 11 0-16,-47-11 0 0,0 0 0 0,44 9 0 15,-44-9 0-15,0 0 0 0,41 5 0 0,-27-3 0 0,1-2 0 0,-1 2 0 16,1-2 0-16,0 1 0 0,1 1 128 0,0-1-128 16,-2 1 0-16,1 0 0 0,1-2 0 0,0 2 0 15,-16-2 0-15,31 3 0 0,-31-3 0 0,0 0 0 16,44 8 0-16,-44-8 0 0,0 0 0 0,45 9 0 15,-45-9 0-15,0 0 0 0,44 8 0 16,-44-8 0-16,0 0 0 0,44 9 0 0,-44-9 0 0,32 4 0 16,-16-2 0-16,-1 0 0 0,-15-2 128 0,35 3-128 15,-20-3 0-15,1 2 0 0,4-2 0 16,-1 0 0-16,1 0 0 0,-2 2 0 0,3-2 0 0,-1 0 0 0,1 1 0 0,1 0 0 16,-1 0 0-16,0 1 0 15,-2-2 0-15,0 1 0 0,1 1 0 0,-2-2 0 0,-2 2 0 0,2 0 0 16,-18-2 0-16,41 3 0 0,-41-3 0 0,42 7 0 15,-42-7 0-15,44 4 0 0,-44-4 0 0,44 8 0 16,-44-8 0-16,42 6 0 0,-42-6 0 0,41 8 0 16,-41-8 0-16,39 7 0 0,-39-7 0 0,37 7 0 0,-37-7 0 0,38 7 0 15,-38-7 0-15,40 3 0 0,-18-1-192 0,0-2-18608 16</inkml:trace>
  <inkml:trace contextRef="#ctx0" brushRef="#br0" timeOffset="176019.17">10752 7468 6447 0,'-1'0'576'16,"0"0"-576"-16,0 0 0 0,1 0 0 0,-1 1 560 0,0 0 0 15,-1 1 0-15,0-1 0 16,-2 3 144-16,1 2 16 0,0 0 16 0,1 1 0 0,0 3-48 0,0-1-16 15,1 0 0-15,1 3 0 16,1-1-160-16,0 1-16 0,0 1-16 0,0-1 0 16,0 0-80-16,0-2-16 0,1 2 0 0,-1-1 0 15,0 1-16-15,-1-1-16 0,1 1 0 0,-1 0 0 0,0 2 208 0,0-2 32 16,0 2 16-16,0 1 0 0,-1-1-144 0,1 0-16 16,-1 4-16-16,1-2 0 0,-1 0-256 0,1 1-48 15,0 1-128-15,0-1 192 0,0 0-192 0,1-1 0 0,0 4 0 16,-1-20 0-16,4 40 0 0,-3-19 0 0,1-2 0 0,-1 2 0 15,0-1 0-15,0 1 0 16,0-2 0-16,0 0 0 0,-1-1 0 0,0-1 0 0,0 0 0 16,-1-1 144-16,1 1 160 0,-1 2 16 15,0 0 16-15,1 2 0 0,0-2-64 0,0 2-16 16,0-1 0-16,1-1 0 0,1 2-96 0,0 0-32 0,-2-21 0 0,4 43 0 16,-4-43-128-16,7 45 160 0,-7-45-160 15,5 43 160-15,-5-43-32 0,6 45 0 0,-4-24 0 16,-1-5 0-16,0-4 96 0,0 2 16 0,-1 8 0 15,1 6 0-15,-1 8-80 0,0 2-16 0,0 1 0 0,-1-2 0 0,0-1 16 0,-1-3 0 16,0 0 0-16,-1-3 0 16,1 2 0-16,-1-2 0 0,3-1 0 15,-1 0 0-15,1 1-16 0,-1-2 0 0,2 1 0 16,0-1 0-16,-1-2-144 0,2 1 192 0,-1-1-192 0,1-2 192 0,-1-1 32 0,1 0 16 16,0 4 0-16,0-3 0 0,-1-1 32 0,0 3 16 15,2 8 0-15,-1 1 0 16,1 3-112-16,0-3-32 0,-2-1 0 0,-1 1 0 0,2 1 752 0,-2 2 160 15,1 2 32-15,-1-4 0 0,0-1-800 0,0-1-160 16,1 1-128-16,1-2 192 16,-1-2-848-16,1 1-176 0,-1 0-16 0,1-1-16 0,-1-1 864 0,0-1 384 15,1 2-16-15,-1 0-16 0,2 2 16 16,0 0 0-16,-1 0 0 0,-1 1 0 0,0-1-32 0,0 1 0 0,0 1 0 0,-1-3 0 16,0 0 16-16,0 3 0 0,1 3 0 0,-1 2 0 15,2 1-64-15,-1-1-16 16,0-1 0-16,-1 0 0 0,-1-1-96 0,1 2-32 0,0 1 0 0,-2 5 0 15,2 3-144-15,0 0 192 0,0-2-192 0,-1 0 192 16,1-1-192 0,-1 1 192-16,1 3-192 0,-1 2 192 0,1 1-192 0,0-1 160 0,0-5-160 0,-1-1 160 0,1-2-160 0,0-1 0 15,0-3 0-15,0 5 0 0,1 5 0 0,0-2 0 16,0 2 0-16,0-6 0 16,0-3 0-16,0-4 0 15,0-1 0-15,0 1 0 16,1 0-944-16,-1-4-64 0,0-4-16 0,0-3-10176 15,-1-26-2032-15</inkml:trace>
  <inkml:trace contextRef="#ctx0" brushRef="#br0" timeOffset="177172.89">10737 7492 6447 0,'-2'-2'576'15,"1"1"-576"-15,0 1 0 0,0 0 0 0,1-2 704 0,0 1 48 0,-1-1 0 0,0 0 0 16,-1-2 176-16,2-1 32 16,0 0 16-16,2-2 0 0,1 0-592 0,0 0-128 15,0 2-32-15,1-3 0 0,1 2-224 0,-2 0 0 16,-1 2 128-16,1-1-128 0,-1 3 352 0,-1-3 32 16,0 4 0-16,-1 0 0 0,-1-1 272 0,-1 1 64 15,1 1 16-15,-2-2 0 0,2 2-64 0,-2 0-16 16,0-2 0-16,0 1 0 0,0-1-128 0,1 1-16 15,0-2-16-15,0 0 0 0,1-1 64 0,1 1 16 16,-1-2 0-16,2 0 0 0,0 1-208 0,0-3-48 16,0 2 0-16,0 0 0 0,0-2-192 0,0 3-128 15,-1-2 128-15,0 2-128 0,0-1 0 0,0 0 0 0,0 3 0 0,0 0 0 16,-1-1 0-16,0 1 128 0,0 0-128 0,0 1 0 16,0-1 256-16,0 2 0 0,1-1-16 15,-1 1 0-15,0-1-16 0,1 1 0 0,0 0 0 0,-1 1 0 16,1 0-224-16,0 1 0 0,-1-1 128 0,1 1-128 15,0 1 0-15,0 1 0 0,-1-3 0 0,0 1 0 16,0 0 0-16,1 1 0 0,-1-1 0 0,0 0 0 16,0 0 0-16,-1 0 0 0,1-1 0 0,0 1 0 15,0 0 0-15,0 1 0 0,0-2 0 0,0 0 0 16,0-1 0-16,0 2 0 0,1-2 0 0,0 0 0 0,-1 0 0 16,1 0 0-16,0-2 0 0,0 2 0 0,0 0 0 0,0-1 0 15,1 0 0-15,-1-1 144 0,0 2 48 0,0-1 0 16,0 1 0-16,0-2 0 0,0 2-32 0,0 0 0 15,0 0 0-15,0 0 0 0,-1 0-160 0,0 0 160 16,0 0-160-16,0 0 160 0,-1 2 32 0,0-1 0 16,1 1 0-16,-1-2 0 0,0 2 96 0,0 3 32 15,-1-2 0-15,-1 3 0 0,1 1-96 0,-1 1-16 16,-1 1 0-16,1 3 0 0,-3 2-48 0,0 2-16 16,-1 4 0-16,0-2 0 0,1-3-144 0,-1 4 0 15,-2 0 144-15,-1 4-144 0,-1 0 0 0,0 0 0 0,0-5 0 16,3-1 0-16,2-3 0 0,1-2-128 0,3-5 128 0,2-1-192 31,0-2-1536-31,2-4-304 0,2-2-64 0,1-1-9872 0</inkml:trace>
  <inkml:trace contextRef="#ctx0" brushRef="#br0" timeOffset="177330.99">10649 7454 6559 0,'4'-19'128'0,"-1"6"48"0,-1 2 0 0,0 4 16 0,0 0-192 0,-1 4 0 16,1-3 0-16,2-2 0 0,2-6 2208 0,1-3 400 0,2 0 80 0,0 3 0 15,2 2-176-15,-2 5-32 0,1 2-16 0,1 5 0 16,1 3-1024-16,-12-3-208 0,0 0-32 0,0 0-16 0,53 40 32 0,-53-40 0 16,0 0 0-16,36 53 0 0,-36-53-944 0,20 41-272 15,-20-41 128-15,22 53-10160 16,-22-53-2032-16</inkml:trace>
  <inkml:trace contextRef="#ctx0" brushRef="#br0" timeOffset="178672.01">8246 10076 911 0,'-4'1'0'0,"1"-1"0"0,1 0 0 0,0 0 0 16,2 0 688-16,-1 0 48 0,0-1 16 0,-1 1 0 15,-2 0 64-15,-1 0 16 0,1 0 0 0,-1-2 0 16,1 2-64-16,0 0-16 0,-1 2 0 0,1-2 0 16,0 1 80-16,0 0 0 0,0 1 16 0,0-1 0 15,-1 3-80-15,0-3-32 0,-2 1 0 0,2 0 0 16,-1 0 96-16,-1 1 32 0,0 0 0 0,0 1 0 0,-1-2-224 15,1 0-32 1,0-1-16-16,2 1 0 0,-2 0-80 0,2-1 0 16,-3 1-16-16,2-2 0 0,-2 0-32 0,2 0 0 0,-1 0 0 0,1 0 0 0,-2 0-64 0,0 0-16 15,0 0 0-15,-1 0 0 0,-1 1-16 0,-1 0-16 16,0 1 0-16,-1 1 0 0,-1-1-32 0,-2 3 0 16,-1-1 0-16,0 1 0 0,2 0-80 0,-1 2-32 15,-2 0 0-15,0 1 0 0,0-2-64 0,0 2-16 16,0-1 0-16,1 0 0 0,2-3 0 0,-1 2 0 15,1-2 0-15,0 1 0 0,0-3 64 0,1 1 0 0,0-3 0 16,-1 2 0-16,1-2 160 0,0-2 32 0,0 2 16 0,0 0 0 16,1 0-32-16,-1 0-16 0,0 0 0 0,-1 0 0 15,-1 2-80-15,1-2-16 0,2 2 0 0,0 1 0 16,0-1-256-16,0 3 128 0,-1-3-128 0,1 0 0 31,0 3 128-31,1-2-128 0,1-1 0 0,1 0 0 0,1-2 0 0,-2 3 0 0,2-3 0 0,-2 0 0 16,0-2 0-16,-1 1 0 0,0-1 0 0,-1-2 0 15,0 1 144-15,-2-2-144 0,-1 1 0 0,0-3 144 16,0 4 48-16,-2-2 0 0,1 0 0 0,-1 1 0 16,-1 0 0-16,-1 0 0 0,-1 1 0 0,0 2 0 15,1-1-192-15,0 2 0 16,-3 0 144-16,1 0-144 0,1 0 0 16,1 2 0-16,0 0 0 0,0 0 0 0,0 2 0 15,3 0 0-15,-2 0 0 0,3-1 0 0,2 0 0 0,2-1-160 16,2 0 160-16,1 3-15744 15</inkml:trace>
  <inkml:trace contextRef="#ctx0" brushRef="#br0" timeOffset="180445.59">9183 9699 2751 0,'1'-3'256'0,"0"1"-256"0,0 2 0 0,0 0 0 16,-1 2 256-16,0-2 16 0,0 0 0 16,0 0 0-16,1 1 80 0,-1 1 16 0,0 1 0 0,-1 1 0 15,1-2 32-15,0 1 16 0,-1-1 0 0,1 0 0 16,0-1 256-16,1-1 48 0,-1 0 16 0,0 2 0 15,0-2-64-15,0 0-16 16,0 0 0-16,0 1 0 0,-1 0-192 0,1 1-32 0,-1 3-16 0,0-2 0 16,1 1-112-16,-1 1-32 0,1 2 0 0,-1 3 0 15,1 2 32-15,1 2 0 0,-1 2 0 0,0 3 0 16,1 2-16-16,-1 3 0 0,1 2 0 16,0 3 0-16,0 0-160 0,0-3-128 0,-1 0 192 0,1-2-192 15,0-3 128-15,-1 0-128 0,0-2 0 0,0-4 0 16,0-1 0-16,0-2 0 0,0 0 0 0,-1-3 0 0,0 0 0 15,0-2 0-15,0 0 0 0,0-2 0 0,-1 0 0 16,0-1 0-16,0 1-160 0,-1 0 160 0,1-3-128 0,0 3 128 16,0-2-160-16,1 0-4640 15,0 0-912-15</inkml:trace>
  <inkml:trace contextRef="#ctx0" brushRef="#br0" timeOffset="181076.95">9214 9966 2751 0,'-1'1'256'0,"0"1"-256"15,1-2 0-15,0 1 0 0,0 1 512 0,-1 0 48 16,2 0 16-16,-2 5 0 0,-1 0 64 0,1 3 0 16,1 0 16-16,-1 1 0 0,2 1-128 0,-1 0-16 15,2 0-16-15,-1-1 0 0,1 2 16 0,0 0 16 16,0 2 0-16,-1-1 0 0,1 3-64 0,0-3-16 16,-1 5 0-16,0-2 0 0,-1 1-176 0,0-1-32 15,0 0-16-15,-1-1 0 0,0-1-224 0,0 1 0 16,-1-2 128-16,1-2-128 0,0-2 0 0,-1-1 0 0,1-1 0 15,1-2 0-15,0-1 128 0,0-2-128 0,1-1 0 0,1-1 0 16,-1-1 0-16,0 0 0 0,0 0 0 0,1-1 0 16,1 1-160-16,0-2-32 0,-1 0 0 0,0 1-3680 15,0 1-736-15</inkml:trace>
  <inkml:trace contextRef="#ctx0" brushRef="#br0" timeOffset="182325.94">12696 9697 1839 0,'1'-3'160'0,"2"1"-160"0,-2-1 0 0,-1 1 0 16,1 0 384-16,-1-1 32 0,2 1 16 0,-1-6 0 15,0-1 336-15,2 0 80 0,-1 1 16 0,-1 2 0 16,0-1 16-16,-1 4 0 0,-1 3 0 0,0 0 0 0,-1 0-96 0,0 2-16 15,0 3 0-15,0 0 0 0,-3-1-48 0,2 2-16 16,0 1 0 0,0 2 0-16,0 1-32 0,0-1-16 0,1 1 0 0,2 1 0 15,-1 0-288-15,1 2-64 0,0-1-16 0,0 0 0 16,0 3-288-16,0 0 160 0,0 2-160 0,1 0 128 0,-1 1-128 0,0 2 160 16,0 3-160-16,0-2 160 15,1 1-160-15,0 0 0 0,0 1 0 16,-1-2 0-16,1-1 0 0,-1-1 0 0,1 2 0 0,0 0 0 0,0 1 0 0,0 0 0 15,1-2 0-15,-1-1 0 0,1 0-128 0,-2-2 128 16,2 1 0-16,0-3 0 0,0 2-128 0,-2-1 128 0,1-3-160 16,0 0 160-1,-1 1-784 1,1-2-64-16</inkml:trace>
  <inkml:trace contextRef="#ctx0" brushRef="#br0" timeOffset="189086.89">9161 9789 3679 0,'0'0'320'0,"-1"0"-320"16,1 0 0-16,0-2 0 0,0 2 848 0,0-1 112 16,-1 1 0-16,0-2 16 0,0 0 240 0,0-1 64 15,0-1 0-15,0 1 0 16,1-1 128-16,0 1 16 0,-1-2 16 0,1 1 0 0,0 1-48 0,0-1-16 0,-1 1 0 0,1 2 0 15,0 0-160-15,0 1-16 0,-1 0-16 0,1 2 0 16,0 0-304-16,-1 4-64 0,0 3-16 0,1 0 0 16,1 3-480-16,-1 2-112 0,1 1-16 0,-1 4 0 15,1 2-192-15,0 2 0 16,0 1 0-16,-1 3 0 0,0 1 0 0,0-2 0 0,0-2 0 0,1 1 0 16,0-1 0-16,0 0 0 0,0-4 0 0,0 1 0 15,-1-21 0-15,5 45 0 0,-5-45 0 16,5 44 0-16,-5-44 0 0,8 41 0 0,-8-41 0 0,9 45 0 15,-9-45 0-15,9 43 0 16,-9-43 0-16,9 37 0 0,-9-37-160 0,8 38 160 0,-8-38-128 0,5 38-12992 31</inkml:trace>
  <inkml:trace contextRef="#ctx0" brushRef="#br0" timeOffset="189569.05">8992 10704 3679 0,'-4'2'320'0,"2"1"-320"16,0-3 0-16,1 2 0 0,0-2 864 0,-2 1 96 15,0 3 32-15,-5-2 0 0,1 3 576 0,-1 0 112 0,3-3 32 16,0 3 0-16,2-3 448 0,1-1 80 0,1 1 32 0,1 0 0 16,0 0-288-16,2-2-48 0,0 1-16 0,2 0 0 15,0 0-624-15,0-1-128 0,3 0-16 0,0 0-16 16,2 0-432-16,1 0-96 15,0-1-16-15,1 0 0 0,-11 1-272 0,0 0-48 0,36-1-16 16,-36 1 0-16,0 0-256 0,33-2 0 0,-22 2 0 0,-2-2 0 16,-1-1 0-16,0 1-224 0,-2 2 32 0,1-2-15488 15</inkml:trace>
  <inkml:trace contextRef="#ctx0" brushRef="#br0" timeOffset="189934.2">9211 10628 3679 0,'-4'3'320'0,"3"-1"-320"16,-1 0 0-16,1 1 0 0,0-3 1728 0,1 1 288 15,1 0 48-15,0 1 16 0,1 1 496 0,2-1 112 16,3 1 0-16,1-3 16 0,2-3-864 0,1 1-176 16,0 0-48-16,1 1 0 0,0 1-480 0,-2 0-112 0,-10 0 0 0,0 0-16 15,0 0-576-15,0 0-112 0,0 0-32 0,41 29 0 16,-39-20-288-16,-3 1 0 0,0-1 128 0,-3 3-128 15,-1-3 0-15,-1 3 0 16,-3 0 0-16,-1 2 0 0,1-2 128 0,-2 0-128 0,0 0 0 0,0 0 0 16,0 0 0-16,2-3 0 0,2-1 0 0,0 1 0 15,3-2 192-15,2-1-32 0,0 0 0 0,3-1 0 16,2-3 416-16,0 3 64 0,1-3 32 16,2 1 0-16,-6-3-32 0,0 0-16 0,0 0 0 0,39 2 0 0,-30-2-192 15,1-2-48-15,-10 2 0 0,28-3 0 0,-28 3-256 0,33-5-128 16,-17 3 0-16,1 0 128 0,-1-1-128 0,3-2 0 15,2 1 0-15,1-1-17088 16</inkml:trace>
  <inkml:trace contextRef="#ctx0" brushRef="#br0" timeOffset="190788.33">12565 10770 9215 0,'-1'-2'816'0,"0"1"-656"16,0 0-160-16,0 1 0 0,1-2 1472 0,-1 1 272 15,-1-3 48-15,0 0 16 0,-1-2 560 0,1 1 96 16,0-1 32-16,0 3 0 0,2 0-448 0,1 1-96 15,0 1-16-15,0 1 0 0,1 1-576 0,0-1-112 16,1 2-32-16,2-1 0 0,-1 1-448 0,3-2-112 16,-1 0-16-16,2 0 0 0,-2 0-320 0,4-2-64 15,-10 2 0-15,0 0-16 0,36 0-96 0,-36 0-16 16,0 0 0-16,37 5 0 0,-37-5-128 0,0 0 0 16,0 0 0-16,0 0 0 0,34 32 0 0,-34-32 0 0,0 0 0 15,3 31 0-15,-5-19 0 0,-2 0 0 0,1 0 0 0,-4 0 0 16,0 0 0-16,-1 2 0 0,0-2 0 0,0 2 0 15,-1-3 0-15,1-1 0 16,0 2 0-16,0-2 0 0,1-1 0 0,1-2 0 0,3 0 0 0,0-2 0 0,1-1 0 16,2-1 0-16,1 2 0 0,3-4 0 0,0 2 0 15,3-3 0-15,1 0 0 0,-8 0 0 16,0 0 0-16,37-4 0 0,-37 4 0 0,30-7 0 0,-30 7 0 0,34-7 0 16,-34 7 0-16,39-8 0 15,-39 8 0-15,38-7 0 0,-20 2 0 0,-3 1 0 0,-15 4-160 16,28-7-16-16,-17 2 0 0,0 1-17264 0</inkml:trace>
  <inkml:trace contextRef="#ctx0" brushRef="#br0" timeOffset="191204.34">12708 9715 7359 0,'-4'-2'320'0,"2"0"80"0,0 1-400 0,-1-1 0 15,2 1 0-15,0 0 0 0,1 1 1024 0,0-4 112 32,-1 1 16-32,1-2 16 0,-1 0 496 0,1 0 80 15,-1 1 32-15,1-1 0 0,1 2-32 0,-1 1 0 0,1 0 0 0,-1 2 0 0,0 2-352 0,0 1-80 16,1 5-16-16,-2 3 0 0,1 5-512 0,0 4-96 16,1 5-32-16,-1 4 0 0,0 6-304 15,0 4-64-15,-1 4-16 0,1-4 0 0,0-2-144 0,0-2-128 0,-1 2 192 16,1-4-192-16,0-4 128 0,1-2-128 0,1 1 0 15,-2-28 0-15,6 45 0 0,-6-45 0 0,4 37 0 0,-4-37 0 16,5 31-272 0,-5-31-16-16,4 27 0 0,-4-27-9184 0,2 26-1824 0</inkml:trace>
  <inkml:trace contextRef="#ctx0" brushRef="#br0" timeOffset="192307.72">11677 10446 911 0,'2'-3'0'0,"-1"1"0"16,0-1 0-16,0 1 0 0,-1 2 880 0,1-1 80 15,-1 0 32-15,1-1 0 0,0-1 432 0,2-2 96 0,0 3 16 0,0-3 0 16,0 0-704-16,-2 3-144 0,2 0-32 0,-1 2 0 0,-1 0-368 0,1-2-80 15,-1 2-16-15,0 0 0 0,0 2-192 0,0-2 0 16,-1 0 128-16,2 0-128 0,-1 0 0 0,1 0 0 16,-1 0 0-16,0 0 0 15,0 0 0-15,1-2 0 0,-1 1 0 0,0-1 144 16,-1 2 112-16,0-3 0 0,0 3 16 0,0-2 0 0,0 2 128 0,-1 0 32 0,0 0 0 16,0 2 0-16,1-2 32 0,-1 3 16 0,0 0 0 0,0 0 0 15,0 1 32-15,0 1 16 0,0 1 0 16,0 1 0-16,1 0-16 0,-1-2-16 0,1 2 0 0,0 1 0 15,0-2-160-15,0 0-16 0,1 0-16 0,0-3 0 16,0 2-304-16,0-3 0 0</inkml:trace>
  <inkml:trace contextRef="#ctx0" brushRef="#br0" timeOffset="193819.16">11678 10426 3679 0,'-1'-2'320'16,"0"1"-320"-16,0 0 0 0,0 1 0 16,1-2 688-16,-1 0 64 0,-1-1 16 0,-1-2 0 0,-1 0 240 0,0-2 48 15,2 3 16-15,-1-2 0 0,3 4-48 0,-1 0 0 16,0 0 0-16,1 0 0 0,1 4-48 0,0 0-16 15,0-1 0-15,0 1 0 0,1 2-112 0,-2 2-16 16,2 2-16-16,-1-1 0 0,1 1-288 0,-1 1-48 16,0 0-16-16,1-1 0 0,-1 1-224 0,0-2-48 15,-1 0-16-15,1-2 0 0,-1 2-176 0,0-4 0 0,0 1 0 0,0-2 0 16,0-1 0-16,0 1 0 0,0-2 0 0,0-2 128 16,0 2-128-16,0-1 0 15,0-1 0-15,0 0 0 0,1-2 0 0,-1 1 0 0,1 0 0 0,-1-1 0 16,1-1 0-16,0 0 0 0,0 1 0 0,0-2 0 15,0 2 0-15,0-5 0 0,0 4 0 16,1-3 0-16,-1 2-320 0,0-2 64 16,1 1 16-16,0-2 0 0,0 1 112 0,1 2 128 0,-1-2-208 0,0 4 80 15,0 0 128-15,0 0 0 0,-1 4 0 0,0 0 0 16,0 0 0-16,-1 3 144 0,1-1-144 0,-1 3 160 16,-1 2 304-16,0 0 64 0,0 3 16 0,0 0 0 15,0-1-112-15,-1 0-32 0,1 2 0 0,0 0 0 0,-1-2-208 0,0 0-32 16,0 0-16-16,1-3 0 0,-1 1-144 15,0 0 0-15,1-2 0 0,0-1 0 0,1-1 0 0,0-1 0 16,0-2 0-16,1 0-7632 16,-1 0-1456-16</inkml:trace>
  <inkml:trace contextRef="#ctx0" brushRef="#br0" timeOffset="194197.91">11723 10740 11967 0,'-2'-5'528'0,"1"2"112"0,1 1-512 0,0 2-128 31,0-1 0-31,0 1 0 0,1 1 1328 0,0 1 224 0,0 1 48 0,0 2 16 0,2 1 336 0,-1 4 64 31,0 4 16-31,0 1 0 0,-1 2-880 0,0 1-160 0,-1 2-32 0,-1-2-16 16,0-1-672-16,0-1-128 0,0 3-16 0,0-2-128 0,2 0 0 0,0-3 0 0,-1-14 0 0,0 0-12800 16</inkml:trace>
  <inkml:trace contextRef="#ctx0" brushRef="#br0" timeOffset="195010.56">9998 10700 5519 0,'-5'0'496'0,"2"0"-496"0,1 0 0 0,0 0 0 0,1 2 912 0,1-2 96 15,-2 0 16-15,0 0 0 0,0 0 960 0,-2 1 208 16,1 0 48-16,0 1 0 0,0-2-320 0,0 3-64 15,2-1-16-15,-1-1 0 0,1 1-448 0,1 0-96 16,0 0-16-16,1 0 0 0,0 1-432 0,2 0-80 16,0 0-32-16,1-2 0 0,-1 1-304 0,4-2-64 15,0 0-16-15,3 0 0 0,0-2-80 0,0 0-16 16,1-1 0-16,-1-1 0 0,0 3-256 0,1-2 0 0,-1 0 128 16,0 0-128-1,-2-1 0-15,1 1 0 0,-2 1-128 0,0 0-9760 0,-2 1-1952 0</inkml:trace>
  <inkml:trace contextRef="#ctx0" brushRef="#br0" timeOffset="195246.84">10205 10595 7359 0,'-3'-2'656'0,"3"1"-528"0,-1 1-128 0,0-2 0 0,0 2 1408 0,1 0 256 0,0 0 64 0,-1 0 0 0,0 2 304 0,0-1 64 16,-1 3 16-16,0 3 0 0,0 1-640 0,1 4-128 31,1 2-32-31,-2 2 0 0,1 4-448 0,-1 0-96 0,1 2 0 0,1-3-16 0,0 1-592 0,1-2-160 16,0-3 0-16,-1-15-12688 15</inkml:trace>
  <inkml:trace contextRef="#ctx0" brushRef="#br0" timeOffset="196000.89">10022 10362 7359 0,'0'-6'320'0,"0"3"80"0,0-2-400 0,-1 3 0 16,1 0 0-16,0 0 0 0,0 1 1184 0,-1-4 160 15,0 1 16-15,0-4 16 0,1 2 560 0,-1 1 112 16,0 0 32-16,0 4 0 0,1 0-208 0,-1 2-32 16,1 2-16-16,1 2 0 0,-1 0-720 0,1 2-144 15,0 0-16-15,1 1-16 0,-1 1-640 0,0-1-128 16,0-2-32-16,0 1 0 0,-1-2-128 0,1 2 0 16,-1-3 0-16,0 2 0 0,0-2 160 0,-1 1-160 15,0-2 192-15,0 1-192 0,0-1 240 0,-1 1-64 16,1 1-16-16,0-3 0 0,0 0-160 0,1-1 0 0,0-1 144 0,0-1-144 15,1-1 0-15,0 0 0 0,1-2 0 0,0 1 0 16,0-3 0-16,0 0 0 0,1 0 0 0,-1 0 0 16,1-1 0-16,-1 0-128 0,-1-2 128 0,0 1 0 15,-1 1-128-15,1 0 128 0,-1 2-128 0,0-2 128 16,-1 3 0-16,1-1-128 0,-1 2 128 0,-1 1 0 16,-1-2 0-16,1 3 0 0,0-1 0 0,1 2 0 15,-1 0 0-15,1 0 0 0,1 0 0 0,-2 2 0 16,1-1 0-16,1 3 0 0,0-2 0 0,-1 0 0 15,1 4 0-15,0-2 0 0,0 3 0 0,1 0 128 16,-1 1-128-16,0-1 0 0,1 2 0 0,0 3 128 0,0-2-128 0,-1-3 176 16,0 2-176-16,1-2 192 0,-1-1-192 0,1-2 0 15,0 1 0-15,0-2 0 0,0-2 0 0,0-1 0 16,0 0 0-16,1-1 0 0,-1-2 720 0,0 0 224 16,0 0 32-16,-1-1 16 0,1-3-816 0,0 0-176 15,1-1 0-15,0 0 0 16,0 0-1216-16,-1-2-208 0,0 2-48 0,0 0 0 15,-1-2 832-15,0 1 176 0,-1 2 16 0,-1-3 16 0,0 4 432 0,0-2-160 16,0 3 160-16,0 0 0 0,-2-1 0 0,0 3 0 16,0 1 128-16,0 0-128 0,1 2 304 0,0 2-48 0,0 3 0 15,0 1 0-15,1 2 208 0,-1 1 48 0,2 3 0 0,0-2 0 16,1 2-288-16,0-1-48 0,1 0-16 0,1-3 0 16,1-1-160-16,1-2 0 0,1 0 0 0,1-3-13984 15</inkml:trace>
  <inkml:trace contextRef="#ctx0" brushRef="#br0" timeOffset="196844.35">9889 8954 2751 0,'-2'0'256'0,"2"0"-256"15,-1 0 0-15,0 0 0 0,1 0 640 0,-1 0 64 0,1 0 32 0,-1 0 0 16,1 0 512-16,-2-1 96 0,0 1 32 0,0-1 0 15,0 1 16-15,1 0 0 0,2-2 0 0,-2 2 0 16,1 0-144-16,0 0-32 0,0 0 0 0,1 2 0 16,1 2-448-16,-1 2-80 0,0 0-32 0,1 2 0 15,-1 1-352-15,0 3-80 0,1 7-16 0,1 0 0 16,-1 4-208-16,1 3 0 0,0 3 0 0,0 2-10144 16</inkml:trace>
  <inkml:trace contextRef="#ctx0" brushRef="#br0" timeOffset="197113.75">9937 9405 1839 0,'0'8'0'0,"0"-4"160"16,0 1-160-16,0-1 0 0,0 1 0 0,0-3 0 0,0 3 640 0,-1 3 80 16,0 5 32-16,0 5 0 0,1 0 240 15,-1-1 48-15,-1-2 16 0,1 0 0 16,0-3 160-16,0 0 48 0,0 0 0 0,0-3 0 0,-1-2-48 0,1 3-16 15,-1 0 0-15,2-1 0 0,-2-2-64 0,0 3-16 0,1 2 0 0,-1 0 0 16,1 2-544-16,0-2-128 0,0 2 0 16,0-2-16-16,1 2-432 0,0-2 0 0,1 0 128 0,0 2-128 15,2 0 0-15,-1 0-192 0,-2-14 32 0,6 28 16 32,-3-14-1376-32,-3-14-272 0,7 27-48 0,-5-15-6224 0</inkml:trace>
  <inkml:trace contextRef="#ctx0" brushRef="#br0" timeOffset="197320.07">9959 9986 1839 0,'3'4'0'0,"-2"-1"160"0,0-1-160 0,0 1 0 0,-1-1 0 0,0 0 0 16,0 0 704-16,1 4 96 0,-1 1 32 0,0 4 0 0,1 1 192 0,-2 2 64 31,0-2 0-31,0 0 0 0,0 0-128 0,0-2 0 0,-1-1-16 0,1 1 0 16,0 0-112-16,-1 1-32 0,1-2 0 0,0-1 0 0,0 3 208 0,0-1 32 15,0-1 16-15,1 0 0 0,-1 1-16 0,1 0 0 16,0-1 0-16,-1 3 0 15,1 0-256-15,0-1-48 0,-1 2-16 0,0 1 0 16,1-2-496-16,-1 0-96 0,0 1-128 0,0-3 176 0,0 1-176 0,0-3 0 16,1-1 0-16,0-1-7632 15,0 0-1408-15</inkml:trace>
  <inkml:trace contextRef="#ctx0" brushRef="#br0" timeOffset="197589.11">10061 10225 6015 0,'2'0'528'0,"-1"-2"-528"31,0 2 0-31,0 0 0 0,0 0 0 0,-1 0 0 0,0 0 0 0,1 2 0 0,-1-2 0 0,0 3 0 16,0-3 0-16,-1 3 0 0,0-2 144 0,0 2-16 16,0 1-128-1,0-3 192-15,1 1-192 0,-1-2 0 0,0 0-144 0,0-5 144 16</inkml:trace>
  <inkml:trace contextRef="#ctx0" brushRef="#br0" timeOffset="197730.1">10035 10256 5519 0,'-2'4'496'0,"1"-1"-496"0,0 0 0 0,1-1 0 16,0-2 1008-16,-1 2 96 0,0 5 32 0,-1 0 0 15,0 4 16 1,1-2 16-16,1-3 0 0,1-1 0 16,1-2-1472-16,0-3-288 0,1 2-64 15,0-6-16-15,-2 1 496 0</inkml:trace>
  <inkml:trace contextRef="#ctx0" brushRef="#br0" timeOffset="198652.01">9946 8910 2751 0,'-3'-3'256'0,"1"0"-256"0,1 1 0 0,0 1 0 0,0 0 1232 0,1 1 208 16,-1-2 32-16,0 0 16 0,-1 1 416 0,1-2 80 16,-1 0 0-16,-1 2 16 15,1-1-576-15,0 2-112 0,1 2-32 0,1 0 0 16,0 3-720-16,0 0-160 0,0 2-16 0,1 0-16 0,0 3-176 0,0 1-48 15,1-1 0-15,-1 2 0 0,1-1 16 0,0 1 0 16,-1-2 0-16,0-1 0 0,1 3 32 0,0 0 0 16,-1 0 0-16,1 2 0 0,-1 1 192 0,0 1 64 15,0 0 0-15,0 2 0 0,0 2-48 0,-1 0 0 16,1-1 0-16,0 3 0 0,0-2-192 0,0-1-32 16,1 3-16-16,0-1 0 0,-1-2-160 0,1 2 0 0,-1 3 0 0,1 2 0 15,0-2 0-15,1 1 0 0,0 1 0 0,0-1 0 16,-2 3 0-16,2-4 0 0,-1-1 0 0,-1-1 0 15,0-1 0-15,-1-1 0 0,0-2 0 0,-1-1 0 16,1-1 0-16,-1-2 0 0,0 0 0 0,1-1 0 16,0-2 0-16,0 1 0 0,0 2 0 0,0-2 0 15,0 0 0-15,1 0 0 0,0 1 0 0,0 0 0 16,1 0 0-16,-1 0 0 0,1 1 0 0,-2 1 0 16,1 1 0-16,0-2 0 0,0 1 0 0,-1 0 0 15,0 0 0-15,0 2 0 0,-1-3 0 0,0 1 0 16,0-1 0-16,1-2-144 0,-1-1 144 0,1-1-208 15,-1-1-704-15,0 1-144 0,0-3-32 0,0 0 0 16,1 0-240-16,0-2-48 0,0-3-16 0,1 3 0 16,0-3-848-16,0 1-160 0,1 1-32 0,-2-1-16 15,1 2 752-15,0-3 160 0,0 5 16 0,1-2 16 0,-1-1 1088 0,0 4 224 16,1-1 32-16,-1 2 16 0,1 2 512 16,-1 0 96-16,0-1 32 0,1 1 0 0,-1-2 144 15,0 2 16-15,-1 0 16 0,1 1 0 0,-1 0 112 0,-1-1 32 16,1-1 0-16,0-1 0 0,-1-1 208 0,0-1 32 15,0 0 16-15,0-2 0 0,0 2 112 0,1-3 32 16,-1-1 0-16,0 1 0 0,0 1 128 0,0-2 48 0,1 2 0 0,-1 1 0 16,1 0-192-16,0 0-48 0,0 1 0 0,0 1 0 15,0 2-256-15,0-1-64 16,0 2-16-16,0 1 0 0,0 2-432 0,0-2-96 0,-1 2-16 0,1-1 0 16,-1-2-144-16,1-1-128 0,0 1 144 0,1-3-144 15,0-4 0-15,0-2 0 0,1-1 0 0,0-2 0 16,1-3-560-16,1-3-144 0</inkml:trace>
  <inkml:trace contextRef="#ctx0" brushRef="#br0" timeOffset="199491.69">11758 8656 2751 0,'-1'-3'256'0,"0"1"-256"16,0 2 0-16,0 0 0 0,0 0 864 0,0 0 128 0,-1 0 32 16,-1 0 0-16,-1 0-96 15,-1 0-16-15,0 2 0 0,0 1 0 0,1 0-272 0,1 0-48 16,-1 3-16-16,1-4 0 0,1 2-208 0,0-1-48 16,1-1-16-16,0-1 0 0,0 1 352 0,1 0 80 0,0 0 16 0,-1-1 0 15,3 3 320-15,-2-1 64 16,0 1 16-16,1 1 0 0,0 2-288 0,0 5-48 0,1 0-16 0,0 2 0 15,0 0-432-15,0 3-96 16,1 2-16-16,-1-2 0 0,1 4-256 0,0-3 128 16,0 2-128-16,-1-1 0 0,1 2 0 0,-1 0 0 0,0-4 0 0,0-1 0 15,0 4-688 1,0-2-80-16,-1 2-32 0,2-2 0 0,-1 1-1072 0,0 0-224 0,0-2-32 0,-1 2-16 16,1-3 448-16,-2 1 96 0,2 0 0 0,-1-1-2576 15</inkml:trace>
  <inkml:trace contextRef="#ctx0" brushRef="#br0" timeOffset="199988.61">11763 9372 2751 0,'0'12'128'0,"0"-8"16"16,0 3-144-16,-1-2 0 0,1 0 0 0,0-3 0 0,0 3 608 0,-1 2 96 0,1 5 0 0,-1 5 16 15,0 2 208-15,-1 0 32 0,1-3 16 0,0 1 0 16,1 2-144-16,-1-1-48 0,1-1 0 0,1 2 0 16,-1-2-176-16,1-1-32 15,0-1-16-15,0-1 0 0,0 1-48 0,-1-2-16 0,1 1 0 0,0-2 0 16,-1 0-208-16,0 0-32 0,0 0-16 0,-1-2 0 15,1 1-80-15,-2-2-16 16,1 3 0-16,-1 0 0 16,1 0-144-16,-1-1 0 0,0 0 0 0,1 0 0 0,0 1-304 0,0-2 16 0,0-1 0 0,0 1 0 31,1-1-1184-31,-1 0-256 0,1 1-32 0,0 0-16 16,0 0 160-16,0-1 16 0,0 0 16 0,0-1 0 0,0 0 896 0,0 0 176 0,-1-3 48 0,0 2 0 0,0 0 592 15,1-2 112-15,-1 1 16 0,0 0 16 0,0 0 240 0,0 2 32 31,0-2 16-31,0 2 0 0,1-1 128 0,0 0 16 0,0 3 16 0,-1 0 0 0,1 1 192 0,0 0 48 16,1-1 0-16,-1 1 0 0,2 2-144 0,-1-1-32 16,1-2 0-16,0 1 0 0,0-1-80 0,0 1-32 15,-1-1 0-15,0 0 0 0,1-1 320 0,0 1 64 16,0 1 16 0,0 0 0-16,0 0-144 0,-1-2-32 0,0 3 0 0,0 0 0 0,-1-1-496 0,0-1-96 31,0 3-32-31,0-2 0 0,0-1-272 0,0 1 160 15,0-4-160-15,-1 1 128 0,0-1-128 0,0 0 0 0,0 0 0 16,0 0 0-16,0-3 0 0,0 1 0 0,0 0 0 0,0 0 0 16,0-2-128-16,0 1 128 0,0 0-160 0,0 0 160 15,1 0 0-15,0-2 0 0,-1 3-128 0,1-3 128 16,0 1-256-16,0-1-16 0,0 0 0 0,0 1 0 16,0-1-1232-1,1-1-240-15</inkml:trace>
  <inkml:trace contextRef="#ctx0" brushRef="#br0" timeOffset="200156.36">11773 10438 11055 0,'-5'1'976'0,"2"1"-784"0,1 0-192 0,0-1 0 0,2 1 1680 0,-1-2 304 16,0 2 48-16,0 0 16 0,-2 3-112 0,1 1-16 15,0-2 0-15,2 1 0 0,0-2-1792 0,2 0-352 16,1-2-80-16,2-1-16 0</inkml:trace>
  <inkml:trace contextRef="#ctx0" brushRef="#br0" timeOffset="200664.46">9158 9891 3679 0,'0'0'320'0,"-1"2"-320"16,1-1 0-16,-1 1 0 0,1 1 304 0,0 1-16 0,0 4 0 0,-1 10-1120 15,0 8-208-15,3 2-48 0</inkml:trace>
  <inkml:trace contextRef="#ctx0" brushRef="#br0" timeOffset="206015.19">12726 9906 2751 0,'0'-3'256'0,"0"0"-256"16,0 2 0-16,-1 0 0 0,1-1 848 0,-1 0 128 15,0-1 32-15,-1-3 0 0,0-2 400 16,0 1 64-16,-2 0 32 0,1 4 0 16,0-2-192-16,2 1-32 0,-1 3-16 0,0 1 0 0,0 0-176 0,-1 0-48 15,3 0 0-15,-1 3 0 16,0-1-320-16,1 1-64 0,1 1-16 0,0 1 0 0,2 2-208 0,-1 1-48 0,0 1-16 0,-1 2 0 16,0 1-144-16,1 1-32 0,0 0 0 0,1 2 0 15,-1 0-64-15,0 3 0 0,-1-2-128 0,-1 1 192 16,1 0-16-16,-2-1-16 0,1 1 0 0,-2 0 0 15,1-3 160-15,0 0 16 0,-1 0 16 0,0 0 0 16,1-1 32-16,-1 0 0 16,2-1 0-16,-1-1 0 0,1 0-96 0,0-2-16 0,1 1 0 0,0-1 0 15,0 1-272-15,0-3 128 0,1 2-128 0,0 1 0 16,1-3 176-16,-1 0-176 0,1-2 160 0,0 2-160 16,1 0 0-16,-2-2 0 0,0 0 0 0,-1 2 0 0,0-3 0 15,0 1 0 1,0 1 0-16,-1-3 0 0,0 2 0 0,-1-2 0 0,1-1 0 0,-1 0 0 0,0 1 192 0,0-1-64 31,0-1-128-31,0 1 192 0,0-2 64 0,0 2 0 0,0-2 0 0,-1 0 0 0,1 2-32 0,0-2 0 16,0 2 0-16,1-2 0 0,-1 0-224 0,1 3 0 15,0-2 0-15,0 3 0 0,0-3 0 0,1 2 128 16,0 2-128-16,-1-2 0 0,1 1 0 0,-1 1 0 16,0 1 0-16,0-2 0 0,1 0 0 0,-1-1 0 15,0 1 0-15,1-3 0 16,-1 3 0-16,0-3 0 0,0 1 0 0,1-4 0 0,-1 1 192 0,0-1 32 15,1-3 16-15,0-2 0 16,1 0 128-16,-2-3 16 0,2-1 16 0,0-1 0 16,0 0-208-16,0 0-64 0,0 0 0 0,-1 0 0 15,0 1-128-15,0 1 0 0,-1 0 0 0,1 3 0 16,-1 0 0-16,0 3 0 0,0 1 0 0,-1 1 0 16,1 1 0-16,0 1 0 0,-1-2 0 0,-1 2 0 15,1 2 0-15,0 1 0 0,0 0 0 0,0 1 0 16,0 1 0-16,0 0 0 0,1-1 0 0,-1 2 0 15,0 2 0-15,1 0 0 0,0-1 0 0,0 2 0 16,0-3 0-16,0 2 0 0,1 2 0 0,-1 0 0 16,1 0 0-16,-1 1 0 0,0-2 0 0,0 1 0 0,-1-1 0 15,1-2 0-15,0 1 0 0,-1-4 0 0,1-1 0 0,-1 0 0 16,1-2 0-16,0-1 0 0,0-1 0 0,0-2 0 16,0 0 0-16,1-1 0 0,0-1 0 0,0-1 0 15,1-2-144-15,-1 1 144 0,1-3-288 0,0 0 0 16,0 1 0-16,-2 0 0 0,2-1 720 0,-2 0 144 15,0 1 16-15,0 2 16 0,0 0-608 0,0 1 0 16,-1 2 0-16,0-1 0 16,1 5-896-16,0 0-80 0,0 0-32 0,-1 3 0 0,0 2 816 0,0 0 192 15,0 4 0-15,0 1 0 0,0-3 0 0,0 4 0 0,0 1 0 16,1-2 0-16,-1 0 192 0,1 1-64 0,0-1 0 0,0-1-128 16,1-2 128-16,0-2-128 0,2-4 0 0,0 0 0 15,-2-2 0-15,2 0 0 0,1-3 0 16,0-1-14240-16</inkml:trace>
  <inkml:trace contextRef="#ctx0" brushRef="#br1" timeOffset="214267.52">10279 8476 2751 0,'0'-1'256'0,"0"1"-256"0,0 0 0 0,0 0 0 15,0 0 320-15,-1 0 0 0,-1 1 16 0,0 2 0 16,-2 1-48-16,-1 3-16 0,-2 2 0 0,0 3 0 15,-3 5-48-15,-1-1-16 0,0 4 0 0,-2 0 0 16,1 2 80-16,-4 4 16 0,0 4 0 0,-4 6 0 16,1 4-144-16,-1 1-32 0,2 2 0 0,0-2 0 15,0 0 112-15,4-5 16 0,1-3 0 0,0 0 0 0,2-1 64 0,0-3 32 16,4-2 0-16,1-5 0 0,4-4-352 0,0-6 0 16,1-2 0-16,2-5 0 0,1-3-336 0,1-4 16 15,2-3 0-15,1-4 0 16,1-1-1152-16,1-2-208 0,2-2-48 0,1-1-16 0</inkml:trace>
  <inkml:trace contextRef="#ctx0" brushRef="#br1" timeOffset="214568.52">10496 8521 2815 0,'5'-10'0'0,"-1"3"128"0,-1-1-128 0,-2 5 144 0,0 2-144 0,-1 1 0 0,0 0 0 16,-1 0 0-16,0 1 1040 0,-2 2 176 0,-3 3 48 0,-1 1 0 16,-2 5-432-16,-3 2-64 0,0 3-32 0,0 0 0 15,1-1-272-15,-4 5-48 16,-2 5-16-16,-2 1 0 0,1 5-96 0,-3 1-32 0,0 5 0 0,-1 2 0 16,0-1-16-16,-1 3-16 0,-1 1 0 0,2-3 0 0,1-2-112 15,-2 3-128-15,-1 8 176 0,-1 3-176 0,2 0 144 0,1-4-144 16,4-5 0-16,2-8 144 0,4-6-144 0,1 0 0 15,1-1 0-15,2-4-176 0,4-4 32 0,1-3 0 16,2-2 0-16,1-4 0 16,2-3-816-16,2-4-176 0</inkml:trace>
  <inkml:trace contextRef="#ctx0" brushRef="#br1" timeOffset="-214608.76">10628 8622 1839 0,'8'-14'0'0,"-4"4"160"16,0 1-160-16,-1 2 0 0,-2 5 0 0,-1 2 0 0,0-3 496 0,0 1 64 16,0-1 16-16,0-1 0 0,-2 2-48 0,-1 2 0 15,0 2 0-15,0 0 0 0,-1 3-336 0,-1 1-64 16,1 0 0-16,-1 1-128 0,0 0 176 0,0 0-176 15,-2 5 160-15,0-2-160 0,-2 4 288 0,0 2-32 16,-4 6-16-16,-1 4 0 0,-2 5 112 0,-3 6 32 16,-2 4 0-16,-2 4 0 0,3-5-112 0,-1 1-16 15,-2 1 0-15,-3 5 0 0,-2 5-112 0,-4 6-16 16,1 1-128-16,-1-2 192 0,1-3-192 0,1-5 0 16,1-3 0-16,4-2 0 0,2-2-224 0,3 0-96 0,1-1 0 15,2-6-16 1,4-6-240-16,1-1-64 0,3-7 0 0,1-2 0 15,1-2-144-15,3-6-48 0</inkml:trace>
  <inkml:trace contextRef="#ctx0" brushRef="#br1" timeOffset="-214198.2">10855 8671 1951 0,'3'-1'0'0,"-2"1"0"0,-1 0 0 0,0 0 176 0,-1 0-176 0,0 0 0 16,0 1 0-16,0 0 0 0,-1 1 704 0,-2-1 96 16,1 1 32-16,-2 0 0 0,3-1-208 0,-1 1-48 15,0-2 0-15,0 0 0 0,1 2-288 0,0-2-64 16,-1 5-16-16,-2 0 0 0,0 1-16 0,-2 4-16 15,-1 3 0-15,-2 5 0 0,-4 5 112 0,-1 3 32 0,-3 6 0 16,-1 0 0-16,-1 2-48 0,-1-1 0 0,0 0 0 0,-5 3 0 16,-3 4-48-16,-3 3-16 0,-1 6 0 0,0 2 0 15,1 1-16-15,2 0-16 0,-1-3 0 16,2-3 0-16,3-2-32 0,-2 2 0 0,1-1 0 0,-3 2 0 16,0 1 0-16,0-4 0 15,1-3 0-15,5-8 0 0,4-4-144 0,2 1 160 0,0 0-160 0,2-3 160 16,4-3-160-16,3-3 0 0,3-4 0 0,2-7 0 15,3-6-288-15,1-2 64 0,3-4 16 0,0-5 0 16,3 0-1280-16,2-3-256 0,2-6-48 0,3-3-16 16,1-5 1552-16</inkml:trace>
  <inkml:trace contextRef="#ctx0" brushRef="#br1" timeOffset="-213898.18">11125 8645 4607 0,'-2'3'192'0,"0"0"64"0,-2 4-256 0,-1-2 0 16,1 3 0-16,-2 0 0 0,-2 4 736 0,-7 7 96 16,-10 17 32-16,-9 9 0 0,-8 10-64 0,-1 3-16 15,1 0 0-15,1 0 0 0,-1 0-144 0,1 1-16 0,2 0-16 0,0-4 0 16,0 0-160-16,0-6-48 0,1-2 0 0,1 1 0 15,2 2-256-15,2-1-144 0,2-1 160 0,0-1-160 16,1 3 128-16,-3-2-128 16,1 2 0-16,0-1 0 0,3-4 0 0,2-2 0 0,2-2-176 0,3-4 176 15,7-5-192-15,2-3 192 0,2-5-192 0,3-1-3968 16,3-3-800 0</inkml:trace>
  <inkml:trace contextRef="#ctx0" brushRef="#br1" timeOffset="-213503.84">11243 8850 911 0,'-5'2'0'0,"2"0"0"0,-1 1 0 0,0 0 0 0,1 0 416 0,1 0 0 0,-2 0 0 0,-3 4 0 16,-4 5 480-16,-3 2 112 0,-4 5 16 0,0-2 0 16,3-1 64-16,-1-2 0 15,2 1 16-15,1-3 0 0,1 0-48 0,-1 1-16 0,0 0 0 0,-1 3 0 16,-1 1-592-16,-2 4-112 0,-1 3-16 0,-3 5-16 16,-1 6-304-16,-2 2 0 0,1 4 0 0,-1-1 0 15,2-2 0-15,-4 7 0 16,-3 10 0-16,-5 4-144 0,-1 5 0 0,-2-2 0 0,-1-5 0 0,0-3 0 31,2-7-320-31,0 1-64 0,2-2-16 0,3 0 0 0,3-2 336 0,2-2 64 0,0-4 16 0,4-3 0 16,2-4 128-16,1 1-208 0,0 0 80 15,2-3 128 1,3-1-480-16,1-6 32 0,3-1 0 0,1-5 0 0,3-2-192 0,1-4-48 0,3-3 0 0,4-4-992 16,3-8-208-16,4-5-32 0</inkml:trace>
  <inkml:trace contextRef="#ctx0" brushRef="#br1" timeOffset="-213136.56">11482 8950 4607 0,'1'-7'192'0,"-2"4"64"15,0 1-256-15,0 2 0 0,-1 0 0 0,0 0 0 16,-1 1 848-16,-3 0 128 0,-2 1 32 0,-3 3 0 0,-4 0-112 0,1-1-32 16,0 4 0-16,2-3 0 0,-1 2-288 0,2 2-48 15,-1 0-16-15,-1 1 0 0,0 3-192 0,-1 3-32 16,0 5-16-16,-2 3 0 0,-1 6-80 0,-3 6-32 16,1 4 0-16,-2 5 0 0,-1 1-160 0,-2 1 0 15,-2 3 0-15,-1-2 128 0,0 4-128 0,-1 2-176 16,1-2 48-16,-1-5 0 0,1-4-128 0,2-4-32 15,4-6 0-15,0 1 0 0,0 2 288 0,2 0 0 16,0-5 0-16,3 0 0 0,2-2-128 0,2-6-32 0,3-2 0 16,1-4 0-1,1-3-352-15,2-5-64 0,3-2 0 0,0-1-16 16,2-2-624-16,1-2-112 0,1-2-16 0,0 0-16 0,3-2 1184 0,1-2 176 16,-2 0 176-16</inkml:trace>
  <inkml:trace contextRef="#ctx0" brushRef="#br1" timeOffset="-212814.93">11476 9250 5519 0,'6'-8'240'0,"-2"2"64"15,1 2-304-15,-3 1 0 0,-1 3 0 0,-1-2 0 0,1 2 656 0,1 0 80 16,0-3 16-16,0 3 0 0,0 0-112 0,-2 1 0 15,0 3-16-15,-2-1 0 0,-1 4-240 0,-1 1-64 16,-1 3 0-16,-3 3 0 0,0 0-128 0,-2 5-48 16,-3 2 0-16,1 1 0 0,2-5-144 0,-4 6 0 15,-3 5 144-15,-3 4-144 0,-4 1 0 0,0 5 144 16,0 4-144-16,0-1 0 0,-1-3 0 0,3-3 0 16,0-3 0-16,-2 3 0 0,-2 3-208 0,-1 3 0 0,-2 0 0 0,2 0 0 15,2-1 208-15,2-5-192 0,2-4 192 0,3-4-192 16,2-3 192-16,2-4 0 0,3-5 0 0,3-1 0 15,3-5-384-15,2-1-48 0,2-2 0 0,2-3 0 0,2-3 432 0,2-2 0 16,2-2 192-16,1-4-48 0</inkml:trace>
  <inkml:trace contextRef="#ctx0" brushRef="#br1" timeOffset="-212491.15">11583 9512 4639 0,'1'0'0'0,"-1"0"0"16,0 2 0-16,-1-1 0 0,1 0 0 0,-1 1 0 15,1 1 0-15,-2 3 0 0,-2 3 0 0,-1 2 0 16,0 3 640-16,-3 3 144 0,0-1 48 0,-3 4 0 15,0-1-32-15,-2 4 0 0,-2 1 0 0,-1 0 0 16,-1 0-240-16,-1 4-48 0,-3 2-16 0,-4 4 0 16,0-1-320-16,-1 3-176 0,1 2 192 0,-1-1-192 0,2-3 128 0,2-4-128 15,2 1 0-15,2-4 0 0,3-1 192 16,1-1-192-16,2-1 192 0,4-5-64 0,1-3-128 0,4-4 0 16,2-2-128-16,2-8 128 15,2-2-1008-15,4-6-112 0,4-4-32 0,-1-4 0 0</inkml:trace>
  <inkml:trace contextRef="#ctx0" brushRef="#br1" timeOffset="-212260.75">11594 9824 2751 0,'0'0'256'0,"-1"1"-256"0,1 1 0 0,-1 0 0 15,0 1 416-15,0-1 32 16,-1 0 16-16,-1 4 0 0,0 2 480 0,-4 7 80 15,-2 4 32-15,-2 2 0 0,-1 1-32 0,0 3 0 0,-1-1 0 0,-1 1 0 16,0 1-320-16,0-1-64 0,1-1 0 0,0-2-16 16,1-2-128-16,0-1-32 0,2 0 0 0,-1-2 0 15,2-2-48-15,1-1-16 0,0-3 0 0,3-1 0 16,1-1-272-16,0-2-128 0,2-2 128 0,2 0-128 16,0 0-512-16,0-2-192 0</inkml:trace>
  <inkml:trace contextRef="#ctx0" brushRef="#br1" timeOffset="-211990.39">11802 9900 2751 0,'3'0'128'0,"-2"2"16"0,0-1-144 0,-1 1 0 0,0-1 0 0,-1 3 0 16,-1-2 1008-16,-2 5 160 0,-2 5 48 0,-4 3 0 15,-3 5 32-15,-3 0 16 16,-1 1 0-16,0 0 0 0,-1 3-288 0,-1 0-48 16,2-2-16-16,-2 3 0 0,1 1-384 0,0 3-80 15,1-2 0-15,1 0-16 0,3-1-288 0,0 0-144 16,1 0 160-16,1-2-160 0,1-4-128 0,3-2-128 16,0-2-32-16,3-3 0 0,1-2-592 0,2-5-112 15,1-1-32-15,2-4-4960 0</inkml:trace>
  <inkml:trace contextRef="#ctx0" brushRef="#br1" timeOffset="-211816.5">11622 10254 1839 0,'-4'2'160'0,"1"-2"-160"0,0 2 0 0,1 0 0 0,0-1 704 0,1 2 96 16,-1 1 32-16,-3 1 0 0,-2 4 416 0,-3 4 96 15,-1 2 0-15,0-3 16 0,1 0-336 0,1 0-80 0,0-2-16 16,2-3 0-16,1 0-464 0,2-3-80 0,1-1-32 0,2-3 0 15,1-3-352-15,-6-6 0 0</inkml:trace>
  <inkml:trace contextRef="#ctx0" brushRef="#br1" timeOffset="-211516.22">10971 10054 4607 0,'-2'0'192'0,"-2"0"64"0,1 0-256 0,0 0 0 16,1 1 0-16,0 1 0 0,-1 0 1152 0,-3 1 192 15,-2 0 48-15,-4 4 0 0,-3 4 80 0,-1 1 0 16,0 2 16-16,2 3 0 0,0 1-464 0,0 4-80 16,1-1-32-16,0 3 0 0,0 0-336 0,1 1-80 15,2-1-16-15,1-2 0 0,4-4-480 0,0-5 128 0,3-2-128 0,2-3 0 32,1-5-480-32,1-3-144 0,2-3-16 0,0-5-7616 0</inkml:trace>
  <inkml:trace contextRef="#ctx0" brushRef="#br1" timeOffset="-211342.22">10878 10004 2751 0,'-6'0'0'0,"1"0"128"0,-1 1-128 0,0 3 144 16,3-3-144-16,-1 2 0 0,-1 1 0 0,-4 5 0 16,-5 1 752-16,-3 6 112 0,-7 3 32 0,1 2 0 15,0 1 336-15,2-4 80 0,1 2 16 0,5-6 0 16,3-2-528-16,4-5-96 0,4-2-32 0,5-7-4256 15,5-6-864-15</inkml:trace>
  <inkml:trace contextRef="#ctx0" brushRef="#br1" timeOffset="-210993.68">11323 8779 2751 0,'0'-3'256'0,"0"0"-256"0,1 2 0 0,-1 1 0 16,1-2 432-16,0 1 32 0,-1-3 16 0,1-1 0 16,0-2 512-16,0 0 96 0,0-1 32 0,0-1 0 15,0 0-128-15,-1-1-32 0,0 1 0 0,0 0 0 0,0 1-112 0,-1-2-16 16,0 1-16-16,1 2 0 0,-1 2-336 0,0-2-64 15,0 5-16-15,-1-1 0 0,-1 3-48 0,-2 3-16 16,-1 2 0-16,-3 6 0 0,-2 6 0 0,-4 7 0 16,-3 9 0-16,-3 5 0 0,0 2-144 0,-3 8-16 15,-3 2-16-15,-2 2 0 0,1 0-160 0,0-3-272 16,2-4 64-16,4-2 16 16,3-10-208-16,5-6-48 0,4-6 0 0,3-7 0 15,4-6-352-15,2-3-80 0,3-4-16 0,4-7-5776 0</inkml:trace>
  <inkml:trace contextRef="#ctx0" brushRef="#br1" timeOffset="-210799.25">11399 8523 1839 0,'-12'9'0'0,"1"-2"160"0,0 1-160 0,1 1 0 0,4-4 0 0,-2 3 0 15,-1 3 512-15,-8 7 80 0,-10 14 16 0,-11 15 0 16,-8 12 224-16,-1 3 32 15,0 0 16-15,6-8 0 0,2-4-240 0,4-10-32 16,6-4-16-16,6-8 0 0,6-4-592 0,6-10 0 0,5-2 0 0,5-7 0 0,4-3 144 16,4-8 16-16</inkml:trace>
  <inkml:trace contextRef="#ctx0" brushRef="#br1" timeOffset="-210641.47">11103 8788 1439 0,'-10'14'0'0,"1"1"0"0,2-4 0 0,1-3 128 0,1 2-128 0,-5 6 0 0,-9 14 0 0,-10 20 0 0,-7 17 0 0,-1 8 128 0,5-1-128 0,5-7 128 32</inkml:trace>
  <inkml:trace contextRef="#ctx0" brushRef="#br1" timeOffset="-210370.7">10848 9972 8287 0,'-7'-3'368'0,"2"3"80"0,-1-2-448 0,3 2 0 0,0 2 0 0,0-2 0 15,0 3 768-15,-3 1 64 0,-4 3 0 0,-5 5 16 16,-1 2-416-16,-1 4-96 0,2 0-16 0,0 3 0 16,1-1-320-16,0 0 0 0,1 3 0 0,1-2 0 15,1-1 0-15,1 0 0 0,2-2 0 0,2-3 0 16,2-4 0-16,3-3-240 0,2-6 64 16,5-3-3408-1,2-5-704-15</inkml:trace>
  <inkml:trace contextRef="#ctx0" brushRef="#br1" timeOffset="-210208.45">10772 10016 911 0,'-6'3'0'0,"2"2"0"0,-2-1 0 0,2 2 0 16,1-1 640-16,-1-1 32 0,-1 4 16 0,-1 1 0 0,-7 11 48 0,-5 6 16 16,-3 5 0-16,0 0 0 0,1 0-224 0,3-4-32 15,1-1-16-15,2-3 0 0,4-4-128 0,2-5-32 16,4-1 0-16,3-6 0 0,2-2-448 0</inkml:trace>
  <inkml:trace contextRef="#ctx0" brushRef="#br1" timeOffset="-210021.56">10720 9966 2927 0,'-11'12'0'0,"2"-2"128"16,1 3-128-16,1-2 160 0,1-2-160 0,4-6 0 0,-4 6 0 0,-7 12 0 0,-8 15 576 0,-5 10 64 16,0 5 32-16,4-6 0 0,5-4-256 0,3-6-48 15,4-9-16-15,4-4 0 16</inkml:trace>
  <inkml:trace contextRef="#ctx0" brushRef="#br0" timeOffset="-202692.23">9631 9355 3775 0,'-7'12'0'16,"1"-3"0"-1,2-4 0-15,2 0 0 0,0-3 0 0,-3 6 0 0,-3 6 0 0,-7 10 0 16,-5 9 0-16,-4 5 0 0,-1 1 0 0,2-3 0 0,1 0 0 0,0-5 0 15,0 0 144-15,2 1 128 0,0-3 32 0,1 3 32 16,0 3-112-16,-1-3-32 0,0 4 0 0,0 0 32 16,3-3-224-16,-1-2 0 0,2 0 128 0,0-3-128 15,3-2 0-15,0-4 0 0,2-1 0 0,1-5 0 16,0 1 0-16,2-3 0 0,0-4 0 0,2-1 0 16,0-1-240-16,1-1 32 15,1 0 0-15,0-1 32 0,2-2 176 0,-1 0 0 0,3 0-144 0,-1-3 144 0,1 3 0 0,0-3 0 16,1 1-128-16,1-2 128 15,3-3 0-15,0-4 0 0,1 0-128 0</inkml:trace>
  <inkml:trace contextRef="#ctx0" brushRef="#br0" timeOffset="-202041.45">10445 8556 3391 0,'0'-12'304'0,"0"7"-304"0,0 0 0 15,0 3 0-15,0 2 0 0,-1 0 0 0,0 0 0 0,-1 0 0 0,-2 0 0 0,-1 2 0 16,0 1 0-16,-3 2 0 0,1-1 0 0,-1 4 0 16,-2 1 0-16,-2 0 0 0,0 4 0 0,-2 3 0 15,-1 3 0-15,-3 0 0 0,0 4 0 0,-3 2 0 16,-2 8 0-16,-3 3 0 0,-2 6 0 0,-2 0 0 16,0 4 0-16,0-2 0 0,2-1 0 0,-2 5 0 15,-2 6 0-15,1 2 0 0,-1 2 0 0,2-3 0 16,2-3 224-16,1-5 32 0,2-6 16 0,-1 3 32 15,-1 2-128-15,0-2-32 0,1 2 0 0,1-2 48 0,3-6-192 0,-1 5 0 16,-3 1 0-16,1 0 0 0,2-3 0 0,1 1 0 16,1-2 0-16,-1 0 0 0,2-2 0 0,0 0 0 15,1-3 224-15,0-3-32 0,3-3-64 0,-3 1-128 16,2 1 192-16,-2 0-16 0,2-3-176 0,1 0 0 16,-1-1 0-16,0-3 0 0,2-1 0 0,0-1 0 15,0-4 0-15,1 0 0 0,0-1 0 0,1 0 0 16,1 0 0-16,1-4 160 0,2 0-32 0,-1 0 0 15,1 1 0-15,1-2 32 0,2-1-32 0,1-4-128 0,3 0 192 0,1-3-16 16,2-1-176-16,1-3 0 16,2-4 0-16,0 1 0 0,0-2 0 0,2-1 0 0,6-9 0 0,7-11 0 15,5-9 0-15</inkml:trace>
  <inkml:trace contextRef="#ctx0" brushRef="#br0" timeOffset="-201217.91">10628 8684 2639 0,'2'0'0'0,"-1"-2"0"0,0 2 144 0,-1 0-16 0,0 0-128 0,0 0 0 16,0 0 0-16,1-2 0 15,0 1 448-15,0-1 64 0,0-1 0 0,0 0 16 0,1 0-672 0,0 0-144 16,0 0-32-16,0 0 0 0,1-2 320 0,-1 2 0 0,1-2 0 16,0 3 0-16,0-3 0 0,-1 2 0 15,0 0 0-15,1 0 0 0,-1 0-128 16,0 0 128-16,0 1 0 0,0 0 0 0,-1 2 0 0,0-2 0 0,1 0 0 0,-1 1 0 16,0-1-128-16,0 0 128 0,-1 1 0 0,0 1 0 15,0-2 0-15,-1 2 0 0,1-1 0 0,-1 0 0 16,0 1-144-16,0-3 144 0,0 1 0 0,1-1 0 15,0 1 0-15,0 0 0 0,1-2 0 0,-1 1 0 16,1 0 0-16,-1 1 0 0,1 0 0 0,-1-1 0 16,1 1 0-16,0-1-176 0,0 1 176 0,0 0-128 0,0 0 128 0,0 0 0 15,0-1-144 1,0 0 144-16,0 2 0 0,0-2 0 16,1 0-128-16,0 1 128 0,0-3 192 0,1 3 96 0,0-3 16 0,0 0 16 0,1 1 32 15,1-3 0-15,0 2 0 0,2-3 16 0,-1-1-368 0,1 2 0 16,0-3 0-16,0 1 0 15,1 0-304-15,-1 1-80 0,1-1-32 0,-1 2 16 0,-1 2 64 0,-1-1 16 16,1 1 0-16,-1-1 16 16,0 3 304-16,-1 0 0 0,-2 0 0 0,-1 3 0 0,1 0 496 15,-2 0-16-15,-1 0 0 0,-1 2 16 16,-1 2 16-16,-1 0 0 0,-1 3 0 0,-4 2 32 16,-1 3-256-16,-2 0-48 0,0 5-16 0,-4 3 0 0,-1 2 0 0,-1 4 0 0,-2 0 0 0,0 5 0 15,0 1-224-15,-5 6 0 0,-2 6 128 0,-3 3-128 16,-1 2 176-16,1 0-16 0,1-2 0 0,0 0 0 31,0 1-160-31,-1 4 128 0,-4 5-128 0,2 0 128 0,1-1-128 0,-1-6 192 0,3-2-192 0,0-6 192 16,3-1-192-16,-2 0 0 0,1 1 0 0,0-2 0 15,3-2 0-15,-2 1 0 0,-2 2 0 0,0 0 128 32,4-6-128-32,-1 4 0 0,-1 3 0 0,-1-1 128 0,1 0-128 0,1 0 128 0,0-3-128 0,-1 0 128 0,2-1-128 15,2-3 0 1,1-1 0-16,0 2 0 0,1 0 0 0,0-2 0 15,3 0 0-15,1-7 0 0,2-4 0 0,0-2 0 16,2-2 0-16,2-1 0 0,0-3 0 0,1-2 0 16,2-3 0-16,0-2 0 0,3 0 0 0,-1-3 0 15,1 1 0-15,0 0 0 0,1-1 0 0,-1 1 0 16,2-2 0-16,0 1 0 0,1 1-320 0,-1 0 48 16,1-1 16-16,-1 1 0 15,2 0-192-15,0 2-16 0,0-2-16 0,0 2 0 16,1-2-80-16,-1-3-16 0,2 3 0 0,2-5 0 0,3-3 448 0,5-4 128 0,4-6 0 0,-5-12 0 15</inkml:trace>
  <inkml:trace contextRef="#ctx0" brushRef="#br0" timeOffset="-200691.13">11232 8563 1839 0,'1'0'160'0,"-1"0"-160"16,0 0 0-16,-1 0 0 0,0 1 816 0,0-1 128 15,0 2 16-15,-1-2 16 0,-1 3 64 0,0-2 16 0,-2 2 0 0,1 1 0 16,1-1-288-16,-2-1-64 0,0 3-16 0,1-2 0 16,-2 2-176-16,2 1-48 0,-2-1 0 0,0 2 0 15,-2 2-272-15,-1 3-64 0,-1 3-128 0,-3 4 192 16,-1 4-192-16,-4 4 0 0,0 5 0 0,-4 2 0 15,-1 4 0-15,-1 2 0 0,0-4 128 0,0 1-128 0,0 2 0 0,-7 7 0 16,-3 7 128-16,-4 4-128 16,0 0 0-16,-1 2 0 0,0-2 0 15,3-3 0-15,5-9 0 0,-2 3 0 0,-2 0 0 0,3-1 0 16,1-1 0-16,2-2 128 0,-1-1-128 0,2-1 0 16,1-1 0-16,0 2 0 0,2 1 0 0,1-3 0 15,2-1 0-15,1-3 128 0,2-1-128 0,-1-4 0 16,4-2 0-16,-1-4 0 0,1 3 0 0,0 1 0 15,0 0 0-15,1-1-128 0,1-3 128 0,3 0-160 16,1-4-496-16,2-1-112 0,3-4 0 16,-1-5-4608-16</inkml:trace>
  <inkml:trace contextRef="#ctx0" brushRef="#br0" timeOffset="-200087.77">11712 8772 2175 0,'2'-3'0'0,"-2"-1"192"0,0 3-192 0,0 1 0 0,0 0 0 0,-1 0 0 15,0 0 0-15,0 0 0 0,0 1 0 0,-2 1 0 0,0 0 432 0,-2 1 64 16,2-1 16-16,-2 3 0 16,0 0 320-16,1-1 48 0,-2 2 16 0,0 0 0 0,-2 1-240 0,1 0-48 15,-2 3-16-15,-2 2 16 0,-1 2-176 0,-2 2-48 16,0 2 0-16,-3 5 16 16,-5 5-160-16,0 3-48 0,2 2 0 0,-5 5 16 0,-4 5-48 0,-3 5-16 15,-3 4 0-15,-1-2 16 0,0 0 0 0,-1-3 0 16,4-2 0-16,1 0 0 0,-1 2-160 0,0-1 0 15,1 0 0-15,0 0-160 0,3-4 160 0,1-2 0 16,1-2 0-16,0-3 0 0,1-1-192 0,0-1 192 0,1-1-160 16,2-2 160-16,2-2-128 0,4-2 128 0,1 0-128 0,1-4 128 15,1 2 0-15,1-5 0 0,0 1 0 0,2-2 0 16,1-1 0-16,1 0 0 0,-1-2 0 0,2 0 0 16,0 1 0-16,2-1 0 0,0-4 0 0,3 1 0 31,0-3-848-31,0-1-48 0,3-4-16 0,0 1 0 0,1-2 704 0,2-1 208 0,1-2 0 0,2-2 0 15,1-3-128-15</inkml:trace>
  <inkml:trace contextRef="#ctx0" brushRef="#br0" timeOffset="-199553.57">11991 8983 1839 0,'0'-2'0'0,"-1"1"160"0,-1 1-160 0,1 0 0 0,0 1 0 0,-1 1 0 16,0 0 448-16,-1 1 64 0,-1 1 16 0,-4 4 0 16,-1 3 256-16,-2 2 48 0,-2 3 16 0,-2 2 0 15,0 4-304-15,-1-1-64 0,-4 5-16 0,0 3 0 16,-2 1-256-16,0-1-48 0,1 4-16 0,-2-1 0 15,-2 0-144-15,0 4 0 0,1-2 144 0,-3 5-144 16,0 4 0-16,-1-1 144 0,1 2-144 0,0-2 0 0,1-2 144 16,1 0-144-16,2-2 0 0,0-2 144 0,3-2-144 0,0-2 0 15,1 0 0-15,1-2 0 0,0-1 0 0,0 0 0 16,1-1 0-16,2-4 0 0,2-3 0 0,-1 3 0 16,-1 4 0-16,-1 0 0 0,3-2 0 0,-2 0 0 15,2 1-176-15,-1-1 176 16,2-3 0-16,0 1 0 0,1-1 0 0,0-1 0 0,2 0 0 0,1-4 0 15,1-3 0-15,2-4 0 0,2-3-224 0,1-4 32 16,1-4 16-16,2 0 0 16,3-6-832-16,1-4-160 0,3-2-48 0,2-7 0 0,2-4 960 0,-1-3 256 15</inkml:trace>
  <inkml:trace contextRef="#ctx0" brushRef="#br0" timeOffset="-198979.95">12144 9308 2751 0,'-2'0'128'0,"1"-2"16"0,0 1-144 0,0 1 0 0,1-2 0 0,0 2 0 16,0 0 464-16,-1-2 64 0,0 1 16 0,-1-1 0 0,1 0-224 0,-2 0-64 15,2 1 0-15,-2 1 0 0,0 1 256 0,-1 2 64 16,1 0 0-16,-3 3 0 15,1 2 16-15,-4 2 16 0,1 2 0 0,-3 4 0 0,-2 1-336 0,-2 4-64 16,3-3-16-16,-4 3 0 0,-2 4 0 0,-3 2 0 16,1 2 0-16,-3 2 0 0,-2 4-192 0,-1-2 0 0,1 2 128 0,0-1-128 15,-1 1 0-15,1 0 128 16,3-6-128-16,-2 2 0 0,-1 3 128 0,0 0-128 0,2 1 0 0,0-3 144 16,3-3-144-16,1-1 0 15,0 0 0-15,1-1 0 16,2 1 0-16,0-2 0 0,3-5 0 0,2-1 0 15,2 0 0-15,1-5 0 0,2-3 0 0,0-1 0 16,1-1-448-16,2-5-32 0,-1 2 0 0,2-2 0 16,0 2-128-16,0-3-32 0,1 1 0 0,-1 0 0 15,1-1 64-15,0 2 16 0,1-2 0 0,-1 1 0 16,0 0 96-16,1 0 16 0,-1 2 0 0,1-1 0 0,-1 0 288 0,-1 0 160 16,1 2-160-16,0-2 160 0,1 0-240 0,0-2 48 15,1-2 16-15,1-2 0 0,3 0 176 0,2-4 0 16,3-6 0-16,1-5 144 0</inkml:trace>
  <inkml:trace contextRef="#ctx0" brushRef="#br0" timeOffset="-198486.86">12334 9460 2639 0,'2'-1'0'16,"-2"1"0"-16,1 0 0 0,-1 0 0 15,0 0 0-15,0 0 0 0,1 0 320 0,-1 0 128 0,1 1 0 0,-1 1 16 16,1-1 272-16,-2 0 48 15,0-1 16-15,0-1 0 0,0 1 16 0,1 0 0 0,-1 1 0 0,-1-1 0 16,1 0-208-16,0 0-32 16,0 0-16-16,-1 2 0 0,1-2-352 0,-2 3-64 0,2-1-16 0,-3 3 0 15,0-1 80-15,-1 4 16 16,-1 1 0-16,-2 3 0 0,-3 3 96 0,-2 3 0 0,0 4 16 0,-4 1 0 16,-1 4-336-16,-2 2 128 0,-2 1-128 0,-2 1 0 15,4-3 0-15,-3 1 0 16,-2 6 0-16,-1-2 0 0,1 0-144 0,1-1 144 15,1 0-160-15,2-3 160 0,2-3 0 0,-2 2 240 0,1 1-32 0,0-3 0 0,3-2 48 0,1-3 16 16,1 2 0-16,1-3 0 0,2-2 32 16,2 2 0-16,0-4 0 0,1 3 16 0,1-1-320 0,1-3 0 31,0 0 0-31,0-1 128 0,0 0-128 0,2-2 0 0,0-1-176 0,0-1 176 0,3-2-176 16,0-2 176-16,1-1-192 0,2-2 192 15,1-1-1120-15,1-4-112 0,2 2-32 0,1-5-4688 16</inkml:trace>
  <inkml:trace contextRef="#ctx0" brushRef="#br0" timeOffset="-198060.53">12532 9655 4831 0,'0'-1'0'0,"0"-1"192"0,-1 2-48 0,0 0 16 0,1 0-160 0,-1 0 0 31,0 0 0-31,-2 0 0 0,0 2 1376 0,-2-2 240 16,2 2 48-16,-2 1 16 0,0 2-608 0,1-1-128 15,-1 0-32-15,0 0 0 0,0 2-400 0,-2 1-96 16,0-2-16-16,0 3 0 0,-1 0-32 0,1 2-16 16,-2-2 0-16,-1 4 0 0,-1 2-176 0,-4 3-48 15,0 3 0-15,-1-1 0 0,-1 5-128 0,-2 0 0 16,1 2 0-16,-2 0 0 0,0 2 0 0,0-2 0 0,-1 0-160 16,3 0 160-16,-1 0 0 0,1-2 0 0,1 0 0 15,0-2 0-15,2-1 0 0,0 0 0 0,2-2 0 0,0 0 0 16,0-3 128-16,4-1-128 0,1-1 0 0,0-2 0 15,4-3 0-15,0-1 0 0,2-4 0 0,2 1 0 16,0-3-1152 0,1 1-144-16,1-3-32 0,1-2-2960 0,1 1-576 0</inkml:trace>
  <inkml:trace contextRef="#ctx0" brushRef="#br0" timeOffset="-197633.06">12698 9768 911 0,'-2'0'0'0,"0"0"0"0,2 2 0 0,-2-2 0 16,1 1 736-16,0 0 64 0,0-1 16 0,-2 3 0 15,0 0-112-15,-1 2-32 0,-3 1 0 0,0 3 0 16,0-1-240-16,0 1-48 0,-2 1-16 0,1 3 0 16,0-1-112-16,-1 3-32 15,-3 1 0-15,1 3 0 0,-2 1-224 0,-1 3 0 0,0 0 0 0,-2 1 0 16,-3 2 0-16,-1 0 0 0,-2 0 0 0,-1 0 0 0,1 1-160 0,-2 2 160 15,-1 3-128-15,-1-1 128 16,2-1 0-16,0-1 0 0,1 0 144 0,0-2-144 0,3 1 528 16,2-2 0-16,2-3 0 0,3-4 0 0,3-2-320 0,3-6-64 15,3-1-16-15,2-5 0 16,3 0-1056-16,1-5-224 0,2 0-32 0,0-3-16 0,2 1 1008 0,1-3 192 16,4-1 0-16,-1-2 160 0</inkml:trace>
  <inkml:trace contextRef="#ctx0" brushRef="#br0" timeOffset="-197348.69">12581 10111 1839 0,'3'-2'0'0,"-1"0"160"16,0 1-160-16,-2 1 0 0,0 0 0 0,0 0 0 16,0 0 944-16,-1 3 144 0,-1-1 48 0,-1 2 0 0,0 2 256 0,-3 1 48 31,-1 3 16-31,-3 1 0 0,-1 4-112 0,-2 0-32 0,-3 3 0 0,-1 3 0 0,-2 0-192 0,-1 3-32 31,-1 2-16-31,1-2 0 0,1-1-448 0,0 1-96 0,2 0-16 0,2-3 0 0,3-2-512 0,0 3-192 16,0-1 0-16,2 2-9216 15</inkml:trace>
  <inkml:trace contextRef="#ctx0" brushRef="#br1" timeOffset="-176075.1">16947 9343 5151 0,'0'-5'448'0,"0"-1"-448"0,1 3 0 0,-1 0 0 0,0 1 1248 0,0-2 160 0,2-4 16 0,0-4 48 31,1-4 400-31,1-1 96 0,-1 0 16 0,0 3 0 16,1 3-304-16,-1 4-48 0,0-1-16 0,-1 4 0 16,0 2-240-16,0 1-48 0,-1 2-16 0,0 3 0 15,-1 0-288-15,0-4-64 0,0 0-16 0,-2 30 0 16,0-14-96-16,0 3-16 0,-1 2 0 0,1 5 0 16,-1 3-272-16,-1 2-64 0,1 1-16 0,0 2 0 15,-1 0-192-15,-1 3-32 0,2 1-16 0,-2 0 0 16,2-5-240-16,2-4 176 0,0-1-176 0,1-28 160 0,4 41-160 15,-4-41 0-15,0 0 0 0,12 35 0 16,-12-35-336-16,0 0 0 0,0 0 0 0,0 0-10480 16,36-2-2112-16</inkml:trace>
  <inkml:trace contextRef="#ctx0" brushRef="#br1" timeOffset="-175601.87">17085 9538 2751 0,'-5'2'128'0,"1"-2"16"0,2 0-144 0,0 1 0 0,1-1 0 0,1 0 0 15,-1-1 576-15,0 2 96 16,-1 0 16-16,0-1 0 0,0 2 416 0,1-2 96 0,0 1 16 0,0 1 0 16,1-2 304-16,0 2 64 0,1-1 16 0,0 1 0 15,-1-2 0-15,0 0 0 0,0 0 0 0,0 0 0 16,0 0-144-16,0 0-32 0,0 0 0 0,0 0 0 15,0 0-464-15,0 0-80 0,36 24-32 0,-36-24 0 16,0 0-304-16,0 0-64 0,34-3-16 0,-34 3 0 0,21-7-272 16,-10 3-48-16,0-2-16 0,0-1 0 0,0 0-128 15,-1-2 0-15,0 2 0 0,-1-1 0 16,-2 2-560-16,0-2-32 0,-2 1-16 0,0 0 0 16,-2 0-256-16,-1 1-48 0,-2 0-16 0,-3 1 0 0,-1 1 544 15,-2-1 96-15,-2 3 32 0,-2 2 0 0,-1 0 256 16,-1 2 0-16,-1 0-128 0,-1 1 128 0,0-1 224 0,1 3 96 15,0 0 32-15,0-1 0 0,2 2 224 0,1 0 64 16,1 2 0-16,3-1 0 16,0 2 192-16,2-2 64 0,0 2 0 0,4-9 0 0,-2 22-224 0,2-22-32 0,0 0-16 15,7 30 0-15,-7-30-256 0,0 0-48 0,0 0-16 0,33 34 0 16,-33-34-160-16,0 0-16 0,42 9-128 0,-42-9 192 16,33-4-192-16,-33 4-240 0,33-4 48 15,-16 1 16 1,0-3-1616-16,0-2-320 0,2 0-64 0,0-1-11040 15</inkml:trace>
  <inkml:trace contextRef="#ctx0" brushRef="#br1" timeOffset="-175271.01">17527 9440 4607 0,'10'-9'192'0,"-4"2"64"15,0-1-256-15,-3 4 0 0,-1 2 0 0,-1 2 0 16,0-3 1680-16,1 1 304 0,1-3 48 0,-1-2 16 16,0 2 688-16,-1 1 144 15,-2 2 16-15,-2 2 16 0,-1 2-656 0,-3 2-128 0,-1 3-16 0,-3 0-16 16,-1 1-976-16,-2 2-192 0,0 1-32 0,-2 1-16 15,0 2-416-15,1-2-80 0,0 0 0 0,2 0-16 0,1-1-240 0,2-1-128 16,3-1 160-16,3-4-160 0,4-5 0 0,0 0 0 16,0 0 0-16,0 0 0 15,0 0 0-15,0 0 0 0,31 31 0 0,-31-31 0 0,0 0-256 0,37 5 48 16,-37-5 16-16,31 4 0 0,-31-4-64 0,0 0-16 16,42 8 0-16,-42-8 0 0,0 0 32 0,37 9 16 0,-37-9 0 15,0 0 0 1,0 0 224-16,0 0-144 0,0 0 144 0,0 0-128 0,18 35 128 0,-24-29 0 0,-3 0 0 15,-2 2 128-15,-2 1-128 0,-3-2 0 0,1 1 0 0,-2 0 0 16,1 0 128-16,0-4 0 16,2 1 0-16,1-2 0 0,0-1-128 0,4-2 192 0,2-2-64 0,3-1 0 15,2 1-320-15,4-3-64 0,3-2-16 0,3-2-14080 16</inkml:trace>
  <inkml:trace contextRef="#ctx0" brushRef="#br1" timeOffset="-174969.86">17868 9398 15663 0,'-2'0'1392'0,"0"0"-1120"0,1 2-272 15,-1-2 0-15,0 0 1648 0,-2 2 272 0,-1-1 48 0,-5 3 16 0,-4-1-176 0,-4 3-16 16,-1-1-16-16,-1 2 0 0,2-1-800 0,0 0-144 16,1 2-48-16,2-1 0 0,0 1-160 0,2 0-48 31,3-1 0-31,2 0 0 0,3 0-448 0,3-1-128 0,2-6 0 0,0 0 0 0,0 0 0 0,0 0 0 15,0 0 0-15,41 30 0 0,-41-30 0 0,35 10 0 16,-35-10 0-16,42 9 0 16,-42-9 0-16,42 7 176 0,-42-7-48 0,37 10 0 0,-37-10-128 0,0 0 160 0,36 16-160 0,-36-16 160 15,0 0 96 1,0 0 32-16,0 0 0 0,0 0 0 0,-4 36 192 0,-9-31 32 0,-2 4 16 0,-4-4 0 16,-2 3-144-16,-2-2-16 0,-1 0-16 0,-1 0 0 15,2-3-176-15,-1 1-48 0,0 0 0 0,4 0 0 31,3 0-528-31,1-2-112 0,3 0-32 0,2-2-16448 0</inkml:trace>
  <inkml:trace contextRef="#ctx0" brushRef="#br1" timeOffset="-174363.24">18496 9521 12895 0,'1'-2'1152'0,"1"1"-928"16,-1-1-224-16,0 2 0 16,0-1 1536-16,0 0 272 0,2-3 48 0,0-1 16 0,3 0-208 0,1-5-32 15,0 3-16-15,-1-2 0 0,-1-1-1056 0,-1 3-224 16,-1 0-32-16,-2 0-16 0,-1 2-288 0,-2-2 128 16,1 1-128-16,-3 2 0 0,0 2 0 0,0 0 0 15,-5 1 0-15,-3 1 0 16,-1 3 256-16,-1-2-16 0,-1 5 0 0,0 1 0 0,0 0 80 0,1 4 32 15,0 1 0-15,2 2 0 16,2-1 64-16,0 3 16 0,2 1 0 0,1 1 0 0,2 0-96 0,2-1-16 16,3-17 0-16,-1 30 0 15,1-30-160-15,0 0-32 0,0 0-128 0,20 36 192 0,-20-36-192 0,0 0 0 0,0 0 0 0,37 10 0 16,-37-10 0-16,24-6 0 0,-11 2 0 16,0-3 0-16,1 0 0 0,-1-3-256 0,0 0 16 0,-2-1 16 31,0-3-352-31,-3 2-80 0,1 0-16 0,-5 0 0 0,-1 0 288 0,-2 0 64 0,-2 5 16 0,-2 1 0 15,1 0 304-15,-2 2 0 0,0 1 128 0,0 3-128 16,-1 0 560-16,1 3 16 0,1 1 0 0,0 4 0 16,3-8 240-16,-6 18 48 0,6-18 16 0,-3 24 0 15,3-24-160-15,2 29-16 0,-2-29-16 0,0 0 0 0,13 40-240 16,-13-40-64-16,0 0 0 0,0 0 0 0,36 28-48 0,-36-28-16 16,0 0 0-16,36 7 0 0,-36-7-320 0,24-3 0 31,-24 3 0-31,22-9-11232 0,-11 5-2320 0</inkml:trace>
  <inkml:trace contextRef="#ctx0" brushRef="#br1" timeOffset="-173047.39">18713 9459 13823 0,'-5'3'608'0,"1"-2"128"0,1 0-592 0,1-1-144 0,2 0 0 0,0 0 0 15,0 0 1184-15,0 0 208 0,0 0 32 0,1 0 16 16,0-2-496-16,2 0-112 16,2-1 0-16,0 0-16 15,1 0-416-15,0 0-80 0,1 0 0 0,-1-2-16 0,3 1 16 0,-2 1 16 16,1-1 0-16,0 1 0 16,-1 2 176-16,1 0 48 0,-8 1 0 0,0 0 0 15,0 0 128-15,0 0 16 0,0 0 16 0,38 16 0 0,-38-16-272 0,0 0-64 16,0 0-16-16,0 0 0 0,17 36-160 0,-17-36-16 15,0 0-16-15,0 0 0 0,3 30 144 0,-3-30 48 16,0 0 0-16,0 0 0 0,-5 22 32 0,5-19 16 16,-2 2 0-16,-1-1 0 0,1-2-32 0,0 1 0 15,-1 1 0-15,2 0 0 0,-2 0-48 0,1 0-16 16,-1 1 0-16,1-3 0 0,0 1-128 0,1 0-16 16,-1 1-16-16,0-2 0 0,1 1-160 0,-1-1 192 0,0 0-192 0,0 1 192 15,1-3-192-15,0 1 192 0,0 0-192 16,-1-1 192-16,1 0-48 0,0 0 0 0,0 0 0 0,0 0 0 15,-1 0 80-15,1-1 16 0,0 1 0 0,0 0 0 16,1-1-64-16,0 1-16 0,-1 0 0 0,1 0 0 16,-1-2-32-16,1 2 0 0,-1-1 0 0,1 1 0 15,-1 0-128-15,1 0 160 0,-1 1-160 16,1 1 160-16,-1-2-160 0,1 0 0 0,-1 1 144 0,0 0-144 16,1-1 0-16,-1 0 0 0,1 2 0 0,-1-2 128 15,1 1-128-15,-1-1 0 0,1 0 0 0,0 0 0 16,0 2 0-16,0-2 0 0,0 0 0 0,0 0 0 15,0 0 0-15,0 0 0 0,0 0 0 0,0 0 128 0,0 2-128 0,0-4 0 16,0 4 0-16,1-4 0 16,-1 2 0-16,0 0 0 0,0 0 0 0,0 2 128 0,1-2-128 0,-1 0 0 15,1 0 0-15,0 1 0 0,0 1 0 0,-1-2 0 16,1 0 0-16,-1 2 0 0,1-2 0 0,-1 0 0 16,1 1 0-16,-1-1 0 0,0 0 0 0,0 0 0 15,0 0 0-15,1 0 128 0,-1 0-128 0,0 1 0 16,0-1 0-16,0 0 0 0,0 2 0 0,0-2 0 0,0 0 0 0,0 0 0 15,0 1 0-15,-1-1 144 16,1 2-144-16,0-2 0 0,0-2 128 0,0 2-128 0,-1 0 0 0,1 0 0 16,0 0 128-16,0 2-128 0,0-2 0 15,0 0 0-15,0-2 0 0,0 2 0 16,0 0 0-16,0 0 0 0,0 0 0 0,0 0 0 0,0 0 0 0,1 0 0 16,-1 0 0-16,0 0 0 0,0 0 0 0,0 0 0 15,1 0 0-15,-1 0 0 16,0 0 0-16,0 0 0 0,0 2 0 0,0-2 0 15,0 0 0-15,0 0 0 0,0 0 0 0,-1 1 0 16,1 1 0-16,0-2 0 0,0 0 0 0,0 0 0 0,0 2 0 0,0-2 0 16,0 0 0-16,0 1 0 0,-1-1 0 0,1 0 0 0,0 1 0 0,1-1 0 15,-1 0 0-15,0 0 0 0,0 0 0 0,0 0 0 16,0 0 0-16,0 0 0 0,0 2 0 0,0-2 0 16,0 0 0-16,0 0 0 0,0 0 0 0,0 0 0 15,0 0 0-15,0 0 0 0,0 0 0 0,0 1 0 16,0-1 0-16,0-1 0 0,0 2 0 0,0-1 0 15,1 0 0-15,-1 0 0 0,0 2 0 0,0-2 0 16,0 0 0-16,0 0 0 0,0 0 0 0,0 0 0 16,0 0 0-16,0 0 0 0,0 0 0 15,-1 0 0-15,1 0 0 0,0 0 0 0,0 0 0 16,0 0 0-16,0 2 0 0,0-2 0 0,0 0 0 16,0 0 0-16,0 0 0 0,0 0 0 0,1 0 0 0,-1 0 0 0,0 0 0 0,0 0 0 15,0 0 0-15,0 0 0 16,0 1 0-16,0-1 0 0,0 0 0 0,0 0 0 0,0 0 0 0,0 0 0 15,0 2 0-15,0-2 0 0,0 0 0 16,0 0 0-16,0 0 0 0,0 0 0 0,1 0 0 0,-1 0 0 0,0 2 0 0,0-2 0 16,1-2 0-16,-1 2 0 0,0 0 0 0,0 0 0 15,0 0 0-15,0-2 0 0,0 2 0 0,0 2 0 32,0-2 0-32,0 0 0 0,0 0 0 0,-1 0 0 0,1-2 0 0,-1 2 0 0,1 0 0 0,-1 2 0 15,1-2 0-15,-1 0 0 0,1 0 0 0,0 0 0 16,0 0 0-16,0 0 0 0,0-2 128 0,0 1-128 15,0-1 0-15,0-1 0 0,0 3 128 0,1-3-128 16,0 0 144-16,1 0-144 0,-1-2 160 0,1 1-160 16,2-4 160-16,-1 2-160 0,0-2 128 0,1-1-128 0,1-1 0 15,-1-1 144 1,0 1-144-16,1-4 0 0,0 2 0 0,0-2 0 0,1 0 0 0,0 0 0 16,0 1 128-16,1-1-128 0,0 2 0 0,1-1 0 0,-2 3 0 0,4-2 0 15,0 1 0 1,0 0 0-16,1 2 0 0,-1 2 0 0,1-1 0 0,-2 2 0 15,1-2 0-15,-2 4 0 0,1-1 0 0,-2 0 0 16,0 3-144-16,-2-2 144 16,1 3-432-16,-2-1-16 15,0 1-16-15,0 1 0 0,-1-2-1760 0,-1 4-336 0</inkml:trace>
  <inkml:trace contextRef="#ctx0" brushRef="#br1" timeOffset="-172713.05">19050 9369 3679 0,'1'3'320'0,"0"0"-320"15,0-2 0-15,0 1 0 0,-1-2 2752 0,1 3 496 16,-1-3 80-16,0 0 32 0,0 0 128 0,0 0 32 16,0 0 0-16,37 31 0 0,-37-31-1392 0,0 0-272 15,0 0-48-15,42 5-16 0,-42-5-1056 0,25-3-224 16,-13-1-32-16,1 1-16 0,0-2-464 0,-1 1 128 16,0-1-128-16,-1-1 0 0,-1 0 0 0,-1 0 0 15,-1 0 0-15,-3-1 0 0,0 0 0 0,-3 1-128 16,-2-2 128-16,-2 1 0 0,-2-1-160 0,-1 2 160 0,-2-2-128 0,0 2 128 15,-2 0-224-15,0 2 32 16,-1 1 16-16,-1 1 0 0,1 2-64 0,-1 2-16 0,2 1 0 0,-1 2 0 16,2 4 48-16,-1-2 0 0,2 3 0 0,-1 1 0 15,1 4 208-15,-1 4 0 0,3 0 0 16,0 2 0-16,2 0 320 0,3-21-64 0,-3 43 0 0,3-43 0 16,3 36 144-16,-3-36 32 0,0 0 0 0,14 35 0 15,-14-35-208-15,0 0-32 0,0 0-16 0,41 19 0 0,-41-19-176 0,28-2 0 16,-28 2 0-16,31-10 0 15,-14 4-736-15,2-4-128 0,0 0-32 0,2-2-14656 16</inkml:trace>
  <inkml:trace contextRef="#ctx0" brushRef="#br1" timeOffset="-172271.46">19606 9374 14735 0,'0'0'640'0,"0"0"160"0,0 0-640 0,0 0-160 16,0 0 0-16,0 0 0 0,0 0 1984 0,0 0 384 0,0 0 64 0,0 0 0 15,0 0-320-15,0 0-80 0,27 0-16 0,-26-2 0 16,1-3-784-16,-1 2-144 16,0-1-48-16,-1-1 0 0,0-1-544 0,-2 0-112 0,0-1-32 0,-1 0 0 15,-1 1-352-15,-2 0 144 0,1 1-144 0,-2 1 0 16,0 1 240-16,-2 1-64 16,1 2-16-16,-2 0 0 0,0 3 112 0,-1 1 32 15,-2 3 0-15,1 0 0 0,-1 3-128 0,0 0-32 0,0 3 0 16,0 2 0-16,1 0-144 0,2 0 0 0,3 2 0 0,0-3 0 15,4 1 0-15,3-15 0 0,-3 26 0 16,3-26 0-16,0 0 0 0,0 0 0 0,0 0 0 0,23 33 0 0,-23-33 0 0,0 0 0 16,27 0 0-16,-17-3 0 0,1-1 0 0,0-1 0 15,0-2 0-15,1-1 0 0,0-1 0 0,1 0 0 16,-1-1 0-16,-1 0 0 16,-1 1 0-16,-1 0 0 0,-1 1-176 0,-2-1 176 0,-1 2 0 0,-2 2 0 15,-1-2 0-15,-2 5-128 16,0-2 128-16,-2 3 0 0,1 1 0 0,-1 1 0 15,-1 3 0-15,1 0 0 0,0 1 0 0,0 3 0 0,2-8 0 0,0 0 0 16,-2 31 160-16,2-31-160 0,0 0 288 0,6 35-32 0,-6-35-16 0,0 0 0 16,0 0-240-16,26 38 176 15,-26-38-176-15,0 0 160 0,34 14-384 0,-34-14-80 0</inkml:trace>
  <inkml:trace contextRef="#ctx0" brushRef="#br1" timeOffset="-170016.47">20269 9208 12895 0,'0'0'1152'16,"0"0"-928"-16,-1 0-224 0,1 0 0 0,-1 0 1248 0,0 0 208 0,0 2 32 0,-1-2 16 16,-2 3 192-16,1 2 32 0,-2 1 16 0,-1 2 0 15,1 1-560-15,-2 1-112 16,1 4-32-16,0-2 0 0,0 2-416 0,-1 0-96 0,2-1-16 0,-2 1 0 16,3 0 128-16,-1-2 32 0,1 0 0 0,4-12 0 15,0 0-80-15,-2 28-16 0,2-28 0 0,0 0 0 16,0 0-400-16,0 0-176 0,0 0 128 0,0 0-128 0,0 0 0 15,0 0 0-15,0 0 0 0,0 0 0 16,38 14-224-16,-33-16-32 0,2-3 0 0,-1 0 0 16,0 0-512-1,1-2-128-15,0 3 0 0,2-5-16 16,0 1-736-16,1-2-144 0,1 1-16 0,-1-3-16 16,1-1 112-16,0 0 32 0,0 0 0 0,-1 0 0 0,1-1 1104 0,-2 0 208 0,-1 2 48 0,-1 2 16 0,-1 3 608 0,-1 0 112 15,-2 2 32-15,-1 0 0 16,-1 5 752-16,-2 0 144 0,0 2 48 0,-1 2 0 0,-1 2 208 0,-2 1 32 15,1 1 16-15,-2 3 0 0,-1 3-368 0,1-2-64 16,-1 5 0-16,-1-2-16 0,2 2-448 0,-1-1-96 16,1 2-16-16,0-1 0 0,1-3-288 15,3 0-64-15,2-14-16 0,0 0 0 0,0 32-272 0,0-32 0 0,0 0 0 0,0 0 0 47,0 0-1216-47,0 0-288 0</inkml:trace>
  <inkml:trace contextRef="#ctx0" brushRef="#br1" timeOffset="-169622.61">20621 9208 12895 0,'4'-10'576'0,"-2"6"112"0,-1 0-560 0,0 1-128 0,-1 2 0 0,0 1 0 0,-1 0 1856 0,1 3 320 16,-2 0 80-16,-2 3 16 0,-1 6 560 0,-3 2 112 16,-1 6 32-16,-1 1 0 0,-3 5-1168 0,1 0-224 15,-1 0-48-15,1 1-16 0,2-1-928 0,1-2-176 16,1-1-32-16,3-2-16 0,5-21-368 0,-7 36 0 15,7-36 0-15,0 0 128 16,0 30-480-16,0-30-96 0,0 0 0 0,0 0-16 16,0 0-816-16,21-4-176 0,-15-6-16 0,1 0-16 15,-1-1 128-15,3-3 16 0,0-1 16 0,0-1 0 16,1-3 560-16,1 1 96 0,-1 0 32 0,0-1 0 0,-1 4 512 0,1-3 128 0,0-1 0 0,-1 0 0 16,1-1 320-16,0 2 112 0,1-1 16 0,-2 5 0 15,0 2 800-15,0 5 160 0,-2 0 48 0,0 3 0 16,-7 4 16-16,0 0 16 0,0 0 0 15,0 0 0-15,0 0-640 0,0 0-128 0,21 37-16 0,-21-37-16 16,-3 31-304-16,3-31-64 0,-7 38-16 0,2-19 0 16,0 0-176-16,0 0-128 0,-3 2 144 0,2-1-144 15,-1 0 128-15,3-3-128 0,4-17 0 0,-5 24 144 16,5-24-144-16,0 0 0 0,0 0 0 0,0 0 0 16,0 0-224-16,0 0-32 0,0 0 0 0,30-6-17584 15</inkml:trace>
  <inkml:trace contextRef="#ctx0" brushRef="#br1" timeOffset="-169115.14">20944 9288 3679 0,'0'0'320'0,"0"0"-320"16,0 0 0-16,0 0 0 0,0 0 2944 0,0 0 528 16,0 0 112-16,0 0 0 0,0 0-496 0,0 0-96 15,0 0-32-15,34 0 0 0,-24-4-1552 0,0-1-320 16,1-2-64-16,0 0-16 0,-1 0 128 0,-1-3 16 15,1 1 16-15,-1-3 0 0,-1 1-928 0,0-2-240 16,-2 1 0-16,-1-1 0 16,-2 0-736-16,-1 0-192 0,-1 3-32 0,-3-1-16 0,0 2 1104 0,-2 5 240 0,-2-1 32 0,-1 3 16 15,-1 4 32-15,0 1 16 0,0 3 0 0,-2 4 0 16,-2 3-80-16,-1 2 0 0,0 5-16 0,-1 1 0 16,-1 2-112-16,0 1 0 0,1 2-16 0,0-2 0 15,2 1-16-15,1-2 0 0,3-2 0 0,1-2 0 16,7-19 96-16,-3 26 32 0,3-26 0 0,0 0 0 15,0 0-352-15,0 0 0 0,0 0 0 0,44 13 128 16,-32-21-128-16,3-2-128 0,0-4 128 0,0-1-192 16,2-1-400-16,2-3-96 0,-1-2-16 0,1-3 0 15,-1 3-720-15,0-3-160 0,-1 0-16 0,-3-2-16 16,0-2 896-16,0-3 176 0,0-4 32 0,-1 1 16 0,0-4 720 0,0-2 144 16,-1-1 16-16,-1-1 16 15,0-1 752-15,-1-2 128 0,-1 0 48 0,-1 5 0 0,0 5-320 16,-1 6-64-16,-2 6-16 0,0 5 0 0,0 4-416 0,0 7-64 15,-3 2-32-15,0 3 0 16,-1 5-144-16,-2 4-16 0,1-7-16 0,-4 28 0 0,-1-6-48 0,-1 6-16 16,-1 6 0-16,-3 8 0 0,-1 3-176 0,-3 7 160 0,-2 1-160 0,-2 3 160 31,-1 1-160-31,0-2 0 0,3 0 0 0,1-8 128 0,4-5-128 0,2-4 0 0,5-10 0 0,4-28 0 16,-3 43 0-16,3-43-224 0,0 0 48 0,0 0 16 31,12 36-1456-31,-12-36-304 0</inkml:trace>
  <inkml:trace contextRef="#ctx0" brushRef="#br1" timeOffset="-168766.92">21280 9251 20271 0,'0'0'896'0,"0"0"192"0,0 0-880 0,0 0-208 0,0 0 0 0,0 0 0 0,0 0 1824 0,0 0 320 15,0 0 64-15,26-3 16 0,-26 3-304 0,25-9-64 16,-11 3-16-16,0 0 0 0,-1 1-1136 0,0-1-240 15,-1 0-32-15,0 2-16 16,-1-3-288-16,0 2-128 0,-1-2 0 0,-1 2 128 0,-1-2-128 0,0 0 0 16,-3-1 0-16,0 2 0 0,-2-2 0 0,-1-1 0 15,-2 2 0-15,-3-3 0 0,0 3 0 0,-1 0 0 16,-3 5 0-16,-2-1 0 0,0 3 0 0,-1 3 240 0,-1 1-64 0,-2 2-16 16,0 3 96-16,0 3 32 0,0 4 0 15,0 1 0 1,1 1-32-16,1 4 0 0,0 2 0 0,0 0 0 15,1 0-16-15,2-1-16 0,3-2 0 0,5-21 0 16,-4 36-32-16,4-36 0 0,0 0 0 0,14 35 0 0,-14-35-192 16,0 0 0-16,32 17 0 0,-32-17 0 0,27-2 0 15,-11-3 0-15,2 0 0 0,1-5 0 16,1 1-1120-16,2-3-112 0,1-2-32 0,-1 0-9936 16,1 2-2000-16</inkml:trace>
  <inkml:trace contextRef="#ctx0" brushRef="#br1" timeOffset="-168447.96">21712 9154 10127 0,'-1'0'448'0,"0"0"96"0,0 0-544 0,0 0 0 16,0 2 0-16,0-2 0 0,1 0 2448 0,-1 0 384 15,1 0 80-15,0 0 16 0,0 0 16 0,0 0 16 0,0 0 0 0,0 0 0 16,14-5-1440-16,-14 5-304 0,14-5-48 0,-8 3-16 16,-6 2-720-16,0 0-160 0,23-5-16 0,-23 5-16 15,0 0-240-15,0 0 144 0,0 0-144 0,0 0 128 16,31 29-128-16,-31-29 0 0,0 0 0 15,4 35 128-15,-4-35-128 0,-3 26 0 0,3-26 0 0,-3 25 0 16,3-25 0-16,-8 25 0 0,8-25 0 0,-7 19 0 16,7-19 0-16,-10 16 0 0,7-10 0 0,-1-3 0 15,1-2 192-15,0 1 16 0,2-2 0 0,1-3 0 16,0 0 288-16,1-2 48 0,2 0 16 0,2-2 0 16,0-2-160-16,3-1-16 0,1-2-16 0,1-4 0 0,1 2-368 15,2-3 144-15,2 0-144 0,1-4 0 0,2 0 0 16,1-3 0-16,2-2 0 0,1 0 0 15,1 0-960-15,-1 2-240 16,1 2-48-16,0 3-15664 0</inkml:trace>
  <inkml:trace contextRef="#ctx0" brushRef="#br1" timeOffset="-168163.71">22615 8922 9215 0,'0'-4'816'0,"0"2"-656"0,1 0-160 0,-1 0 0 15,0 2 1328-15,-1-3 224 0,0-2 48 0,0-1 16 16,-2-2 832-16,1 2 176 0,-2 0 16 0,-1 4 16 16,0 2-656-16,-1 2-128 15,-1 6-16-15,-1 1-16 0,0 3-848 0,-1 7-160 0,-2 2-48 0,1 3 0 16,-2 4-352-16,0 2-80 0,1 2-16 0,0-1 0 15,3 2 96-15,0-2 16 0,3-3 0 0,2-2 0 16,3-26-256-16,0 41-64 16,0-41 0-16,0 0 0 0,11 37-832 0,-11-37-160 0,0 0-32 0,0 0-9616 15,0 0-1920-15</inkml:trace>
  <inkml:trace contextRef="#ctx0" brushRef="#br1" timeOffset="-167483">22414 9073 11055 0,'-4'-5'480'0,"2"3"112"0,1 0-464 0,0 1-128 16,1 1 0-16,1 0 0 0,-1 0 1808 0,0 0 352 16,0 0 64-16,0 0 16 0,0 0 640 0,0 0 128 15,40 29 16-15,-40-29 16 0,34 9-944 0,-34-9-192 0,39 5-48 0,-16-5 0 16,-1 0-1120-16,1-2-224 0,2-3-64 0,0 0 0 31,1-2-448-31,-1 0 128 0,0-2-128 0,-3 1 0 0,0-1 0 0,-3-1-208 0,1-1 32 0,-3 1 16 16,1-2-1088-1,-1 0-224-15,-2-2-32 0,1 0-16 16,-2-1-800-16,-1-2-176 0,-1-1-16 0,-2-2-16 0,1-2-560 0,-2-3-112 0,-1-4-32 16,1-3 0-16,-3 1 752 0,1-1 160 0,-1 2 16 0,-2 1 16 15,-1 4 1568-15,-1 3 304 0,0 6 64 0,-2 4 16 0,0 5 2800 16,-1 5 560-16,-1 0 112 0,0 6 32 0,-3 2 256 0,-1 5 48 16,0 5 16-16,-3 4 0 15,-2 8-1104-15,-1 2-208 0,-1 5-64 0,-1 3 0 0,-3 3-992 0,0 2-208 16,0 0-32-16,0-3-16 0,2 0-208 0,0-4-32 15,2-2-16-15,2-2 0 16,2-1-224-16,1-5-64 0,4-2 0 16,4-24 0-16,-4 36-320 0,4-36 0 0,0 0 0 0,0 0 128 0,12 35-128 0,-12-35 0 15,0 0 0-15,26-5 0 0,-13-2-320 16,0-2 0-16,2-3 16 0,0-2 0 31,1-1-528-31,0 1-96 0,-1 0-32 0,-1 0 0 0,-1 2 368 0,-1 0 64 0,-1 5 16 0,-1 0 0 0,-10 7 512 0,15-4 0 0,-15 4 0 0,0 0 0 16,0 0 352-16,0 0 80 0,0 0 16 0,18 40 0 15,-18-40 160-15,0 0 32 0,2 42 16 0,-2-42 0 16,0 0-208-16,11 45-64 0,-11-45 0 0,0 0 0 16,27 35-256-16,-27-35-128 0,0 0 0 0,42 22 128 31,-42-22-128-31,34 2 0 0,-34-2 0 0,37-6 0 0,-18 0 0 0,1-2 0 0,0 0 0 0,0-4 0 31,1-1 0-31,-3 0 0 0,-1 0-128 0,-3 0 128 0,-1 0-128 0,-1 0 128 16,-3-3-160-16,1-1 160 0,-3 0-144 15,-2 1 144-15,-3-1-128 0,0 0 128 0,-2 1-192 0,-1 2 32 16,0 0 16-16,-2 4 0 0,0 2 144 0,-1 2 0 16,0 3 0-16,-1 3 0 0,0 3 0 0,0 1 256 15,-1 3-64-15,6-7-16 0,-9 18 144 0,9-18 48 16,-7 27 0-16,7-27 0 0,-8 37-160 0,8-37-16 16,-4 41-16-16,4-41 0 0,-1 41-176 0,1-41 128 15,5 35-128-15,-5-35 128 0,0 0-128 0,25 36 0 16,-25-36 0-16,0 0 0 0,45 24-208 0,-45-24-128 0</inkml:trace>
  <inkml:trace contextRef="#ctx0" brushRef="#br1" timeOffset="-164671.84">17399 10417 11055 0,'4'-4'976'0,"-1"1"-784"16,-1 2-192-16,-1 0 0 0,0 1 1312 0,1-3 224 15,2 1 32-15,1-4 16 0,2-2 736 0,0 1 160 16,0-1 16-16,-2 4 16 0,-2-3-512 0,0 2-96 0,-2 0-32 0,-1 1 0 16,-1 0-800-16,-2 0-176 0,0 0-16 0,-3 1-16 15,-1 2-400-15,-1 0-80 0,-2 1 0 0,0 1-16 16,-1 2-32-16,-2 2 0 0,1 2 0 0,-1 3 0 16,0-1-112-16,2 3-32 0,1 1 0 0,0 3 0 15,1 0-192-15,0 3 128 0,0 5-128 0,3-1 0 16,0-1 0-16,3-1 0 0,1 0 0 0,2-21 0 15,3 34 0-15,-3-34 0 0,0 0 0 0,18 33 0 16,-18-33 0-16,0 0 0 0,0 0 0 0,44 12 0 16,-44-12 0-16,33-9 0 0,-13 0-144 0,1-2 144 15,1-3-1472-15,-1 2-192 0,0-3-32 0,1 2-16 16,-2-1-1952-16,0-2-400 0,0 1-80 0,-1 0-16 16,-2 2 688-16,0 0 128 0,0 0 16 0,-3 0 16 15,1 1 1664-15,-2 1 336 0,0 1 64 0,-3 1 16 0,-1-1 976 0,-3 3 256 16,0-1 0-16,-2 0 0 0,-3 3 1024 0,-1-2 288 15,0 1 64-15,-3 0 16 0,0 1 848 0,-2 1 192 16,1 1 16-16,-2 0 16 0,1 1 128 0,0 1 32 16,-1 2 0-16,2 1 0 15,-1 1-640-15,0 3-128 0,0 0-32 0,-1 3 0 0,2 2-560 0,-1 2-112 16,1 1-32-16,1 1 0 0,0 2-512 0,1 1-96 0,0 2-32 0,2-20 0 16,1 35-320-16,-1-35-160 0,5 29 160 0,-5-29-160 15,0 0 0-15,0 0 0 0,25 32 0 0,-25-32 0 31,0 0-528-31,30-2-48 0,-18-3-16 0,1-4 0 16,0-1-1104-16,2-4-224 0,1 2-32 0,0-2-16 16,0 0-848-16,-2-3-160 0,1 1-32 0,-1 1-16 15,-3 1 272-15,-2 1 64 0,-2 0 16 0,-1 1 0 0,-2 2 2080 0,-2-1 400 0,-1 2 192 0,-2 1-160 16,0 2 1232-16,-2 2 240 16,1 2 48-16,-2 2 16 0,1 2 832 0,-1 2 160 0,1 2 48 0,-1 4 0 15,0-1-432-15,1 3-96 0,-1 2-16 0,0 1 0 0,4-15-640 0,-4 32-128 16,4-32-16-1,0 29-16-15,0-29-336 0,0 0-64 0,0 0-16 0,20 39 0 0,-20-39-272 0,0 0-48 0,0 0-16 16,36 11 0-16,-36-11-448 0,0 0-112 0,33-9-16 16,-21 3-14896-16</inkml:trace>
  <inkml:trace contextRef="#ctx0" brushRef="#br1" timeOffset="-164279.83">18005 10324 4607 0,'-3'-3'400'0,"2"0"-400"0,1 1 0 0,0 1 0 0,1-1 1552 0,-1 0 240 0,1 1 32 0,1-1 16 0,1-2 144 0,1-2 16 16,2 0 16-16,1-1 0 16,1 2-288-16,-1 0-48 15,-7 5-16-15,19-5 0 0,-19 5-320 0,0 0-64 16,0 0 0-16,39 5-16 0,-39-5-272 0,0 0-48 15,30 23-16-15,-30-23 0 0,0 0-544 0,23 43-96 16,-23-43-32-16,12 31 0 0,-12-31-96 0,7 33-32 16,-7-33 0-16,2 33 0 0,-2-33-128 0,-3 32 128 15,0-18-128-15,0-4 128 0,0 1-128 0,-1-4 0 16,0 1 0-16,1-2 0 0,1-1 0 0,-1-3 128 16,1-1-128-16,1-2 128 0,1-1 208 0,0-3 48 15,1 1 0-15,1-4 0 0,2-1 240 0,0-2 48 0,2-2 16 0,1-3 0 16,2-1-176-16,1-1-16 0,1-3-16 15,2-2 0-15,0-3-240 0,0 0-48 0,1 0-16 0,0 2 0 16,1 0-176-16,-2 3 0 0,0 2 0 0,-1 4 0 16,-1 4 0-16,-2 2 0 0,-1 3 0 0,0 2 0 15,-3 2-624 1,0 0-48-16,-5 2-16 0,0 0-16544 0</inkml:trace>
  <inkml:trace contextRef="#ctx0" brushRef="#br1" timeOffset="-163902.77">18559 10249 9087 0,'-4'-5'192'0,"0"3"64"0,2 0 0 0,0 1 0 0,1 1-256 0,1-2 0 15,-1 2 0-15,1 0 0 0,-1 0 2800 0,-1 0 512 16,1 2 96-16,1-2 32 0,0 0-400 0,-3 21-80 16,3-21-16-16,0 27 0 0,0-27-1216 0,4 35-240 15,-4-35-48-15,3 38-16 0,-3-38-880 0,6 38-176 0,-6-38-48 0,7 36 0 16,-7-36-192-16,0 0-128 0,11 40 160 0,-11-40-160 16,0 0 0-16,0 0 0 0,14 38 0 0,-14-38 0 15,0 0 0-15,0 0 0 0,0 0 0 0,0 0 0 16,0 0 0-16,0 0 0 0,0 0 0 0,0 0 0 15,26-10 144-15,-21 2-16 0,2-2 0 0,-1-2 0 16,1-2 32-16,0-3 0 0,2-1 0 0,0-2 0 16,0-3-160-16,1 1 160 0,0-3-160 0,1-1 160 15,-1 1-160-15,-1-1 0 0,0 2 0 0,1 5 0 16,-2 5-368-16,0 2-48 0,-1 3-16 0,-2 1-11120 16,0 6-2224-16</inkml:trace>
  <inkml:trace contextRef="#ctx0" brushRef="#br1" timeOffset="-163559.05">18751 10394 10127 0,'0'0'448'0,"0"0"96"0,0 0-544 0,0 0 0 15,0 0 0-15,0 0 0 0,0 0 1840 0,0 0 256 16,0 0 48-16,0 0 16 0,37 2 464 0,-37-2 112 16,25-7 16-16,-25 7 0 0,26-7-976 0,-26 7-192 15,27-10-48-15,-12 4 0 0,0 0-768 0,0-1-176 0,-1 0-16 0,0-2-16 16,-2-1-368-16,-2 1-192 0,-1-2 192 0,-2 0-192 15,-2 0 144-15,-1 1-144 0,-2-2 0 0,-3 0 144 16,-1 0 160-16,-3 3 16 0,-2 0 16 0,-1 6 0 16,-2 1-32-16,-1 2-16 0,-2 4 0 0,-2 2 0 15,2 3 0-15,-3 2 0 0,0 4 0 16,0 2 0-16,1 1-144 0,1 1-16 0,0 3-128 0,2 0 192 16,2-1-192-16,3-1 176 0,2 0-176 0,5-20 160 15,-2 31-16-15,2-31 0 16,0 0 0-16,18 35 0 0,-18-35-144 0,0 0 160 0,44 12-160 0,-44-12 160 15,40-5-160-15,-17-1 0 0,0-2 144 0,2-1-144 0,0-1 0 16,0-2-240-16,1-2 48 0,0-2-17776 16</inkml:trace>
  <inkml:trace contextRef="#ctx0" brushRef="#br1" timeOffset="-161031.77">19471 10282 9215 0,'0'0'816'0,"0"0"-656"16,0 0-160-16,0 0 0 0,0 0 1152 0,0 0 208 16,0 0 48-16,0-2 0 0,0 2 800 0,1 0 160 15,0 0 48-15,-1-2 0 0,1 2-512 0,0-1-112 16,0 1 0-16,0 0-16 16,-1-2-512-16,1 2-112 0,-1 0 0 0,0 0-16 0,-1 2-272 0,1-2-48 0,-1 1-16 0,-1 1 0 15,1 0-224-15,1-2-64 0,0 0 0 0,-5 14 0 16,2-7-144-16,3-7-48 0,-4 18 0 0,4-18 0 15,-7 24-128-15,4-10-48 16,-1 1 0-16,0-2 0 0,4-13-144 0,-6 25 0 0,1-8 144 16,0 2-144-16,0-2 0 0,-1 0 0 0,3-3 0 0,-1-2 128 15,4-12-128-15,-5 18 0 0,5-18 0 0,0 0 0 0,0 0 0 0,0 0 0 16,0 0 0-16,0 0 0 0,0 0 0 0,0 0 0 16,0 0 0-16,4-6 128 0,-2 0-128 15,1-1 0-15,0 0 0 16,0-2 128-16,0 2-128 0,1-4 0 0,-2 2 0 0,2 0 128 0,-1 0-128 0,1-2 0 15,-1 0 0-15,0 0 128 0,0 1-128 0,0-2 0 16,-1 3 128-16,0-2-128 0,1 2 0 0,0 1 144 16,-1 0-144-16,0 3 0 15,0-2 128-15,1 3-128 0,-1-1 0 0,1 2 0 0,0 1 128 0,-1-2-128 16,2 1 0-16,-1 1 0 0,0 1 128 0,-1-1-128 0,1 1 0 16,-3 1 0-16,0 0 0 0,0 0 128 0,0 0-128 0,0 0 0 15,22-4 144-15,-19 2-144 0,-3 2 0 16,0 0 144-1,0 0-144-15,0 0 0 0,0 0 0 0,0 0 0 16,0 0 0-16,0 0 128 0,0 0-128 0,0 0 0 16,0 0 0-16,0 0 0 0,0 0 128 0,0 0-128 15,0 0 0-15,0 0 0 0,0 0 0 0,0 0 0 16,0 0 0-16,0 0 0 0,18-5 128 0,-17 4-128 0,0 0 0 16,0 1 0-16,0-2 0 0,-1 2 0 0,1 0 0 0,0-2 0 15,0 1 0-15,-1 1 0 0,0 0 0 0,1 0 0 16,-1 0 0-16,0 0 0 0,0 0 0 15,0 0 0-15,-1-2 0 0,1 2 0 0,0 0 0 0,-1 0 0 16,1 0 0-16,0 0 0 0,0 0 0 0,-1 0 0 16,1 0 128-16,0-2-128 0,0 2 0 0,0 0 0 15,0 0 0-15,0 0 0 0,1 0 0 0,-1 0 0 16,0 0 0-16,0 0 0 0,0 0 0 0,0 0 0 16,0 0 0-16,-1 0 0 0,1 2 0 0,0-2 0 15,0 0 0-15,-1 0 0 0,1 0 0 0,1 0 0 0,-1 0 0 0,0 0 0 16,0 0 0-16,0 0 0 0,0 0 0 15,0-2 0-15,1 2 0 0,-1-1 0 0,1 1 0 0,0 0 0 16,0 0 0-16,-1-2 0 0,0 2 0 16,1 0 0-16,-1 0 0 0,1 0 0 0,-1 0 0 0,0 0 0 15,0-2 0-15,0 2 0 0,0 0 0 0,0 0 0 16,0 0 0-16,0 0 0 0,0-2 0 0,1 2 0 16,-1 0 0-16,0 0 0 0,0 0 0 0,0 0 0 15,0 2 0-15,1-2 0 0,-1 0 0 0,0 0 0 0,1 0 0 16,-1 0 0-16,1 0 0 0,-1 0 0 0,0 0 0 15,0 0 0-15,0 2 0 0,1-2 0 0,-1 0 0 0,0 0 0 16,0 0 0-16,0 0 0 0,0 0 0 0,0 0 0 16,0 0 0-16,0-2 0 0,0 2 0 0,0 0 0 15,0 0 0-15,0 0 0 0,0 0 0 0,1 0 0 16,-1 0 0-16,0 0 0 0,0 0 0 0,0 0 0 16,0 0 0-16,0-2 0 0,0 2 0 0,0 0 0 15,1 0 0-15,-1 0 0 0,0 0 0 16,1 0 0-16,-1 0 0 0,0 0 0 0,1-1 0 0,-1 1 0 15,1 0 0-15,-1 0 0 0,1 0 0 0,0-2 0 0,0 2 0 16,-1 0 0-16,1 0 0 0,-1-2 0 0,1 2 0 0,-1-1 0 16,1 1 0-16,-1 0 0 0,0 0 0 0,0 0 0 15,0 0 0-15,0 0 0 0,0 1 0 0,0-2 0 16,0 1 0-16,-1 0 0 0,1 0 0 0,0 1 0 16,0-1 0-16,0 0 0 0,0 0 0 0,0 0 0 15,0 0 0-15,0 0 0 0,0 0 0 0,0 0 0 16,0 0 0-16,1 0 0 15,-1 0 0-15,0 0 0 0,0 0 0 0,0 2 0 0,0-2 0 0,0 0 0 16,0 0 0-16,0 0 0 0,0 0 0 0,0 0 0 0,0 0 0 16,0 0 0-16,0 0 0 0,0 0 0 0,0 0 0 15,1 0 0-15,-1 0 0 0,0 0 0 0,0 0 0 0,0 0 0 16,0 0 0 0,0 0 0-16,0 0 0 0,0-2 0 0,0 2 0 0,0-1 0 0,0 1 0 0,1 0 0 15,-1 0 0-15,0 0 0 0,0 0 0 0,0 0 0 16,0 0 0-16,0 0 0 0,1 0 0 0,-1 0 0 15,0-2 0-15,1 2 0 0,-1 0 0 0,0 2 0 16,0-2 0-16,0 0 0 16,0 0 0-16,1 0 0 0,-1 0 0 0,0 0 0 0,0 0 0 0,0 0 0 15,0 0 0-15,1 0 0 0,-1 0 0 0,0 0 0 16,0 0 0-16,0 0 0 0,0 0 0 0,0 0 0 16,0 0 0-16,0 0 0 0,0 0 0 0,0 0 0 0,0 0 0 0,-1 0 0 15,0 0 0 1,1 0 0-16,-1 0 0 0,0 0 0 0,0 0 0 0,0 0 0 0,0 0 0 0,0 0 0 15,0 1 0-15,0-1 0 0,1 2 0 16,-1-2 0-16,1 0 0 0,0 0 0 0,0 0 0 16,0 0 0-16,1 2 0 0,-1-2 0 0,1 0 0 0,-1 0 0 15,0 0 0-15,1 1 0 0,-1-1 0 16,0 0 0-16,1 2 0 0,-1-2 0 0,1 0 0 0,-1 0 0 0,1 0 0 16,-1 0 0-16,-1 0 0 0,1 0 0 15,0 0 0-15,0 0 0 0,0 0 0 0,-1 0 0 0,1 0 0 0,0 0 0 31,0-2 0-31,0 2 0 0,0 0 0 0,0 2 0 0,0-2 0 16,0 0 0-16,0 0 0 0,0 0 0 0,0 0 0 0,0 0 0 0,0 2 0 0,0-2 0 16,0 0 0-16,0 0 0 0,0 0 0 0,0 2 0 15,0-2 0-15,1 0 0 0,-1 1 0 0,0-1 0 16,0 2 0-16,0-2 0 16,-1 2 0-16,1-2 0 0,0 1 0 0,-1 1 0 0,1 0 0 0,-1-1 0 15,0 0 0-15,1 1 0 0,-1-1 0 0,0 1 0 16,1 0 0-1,-1-2 0-15,1 3 0 0,0-3 0 0,-1 1 0 0,1 0 0 0,0-1 0 0,0 2 0 16,1-1 0-16,-1 1 0 0,0-2 0 0,1 2 0 0,-1-1 0 0,0 1 0 16,1 0 0-16,-1 0 0 15,0-2 0-15,0 0 0 16,0 0 0-16,0 0 0 0,0 0 0 0,1 26 0 0,-1-26 0 16,0 0 0-16,0 24 0 0,0-24 0 15,0 0 0-15,0 29 0 0,0-29 0 0,0 0 0 16,2 28 0-16,-2-28 0 0,0 0 0 0,-2 26 0 0,2-26 0 15,0 0 0-15,-3 21 0 0,3-21 0 0,0 0 0 0,-3 14 0 0,3-14 0 0,0 0 0 0,0 0 0 0,0 0 0 16,0 0 0-16,0 0 0 0,0 0-256 0,0 0 80 31,0 0 16-31,0 0 0 16,0 0-720-16,0 0-144 0,0 0-16 0,15-6-16240 16</inkml:trace>
  <inkml:trace contextRef="#ctx0" brushRef="#br1" timeOffset="-160098.75">19737 10334 4607 0,'0'-2'192'0,"0"0"64"0,1 0-256 0,-1 2 0 0,1-1 0 0,-1-1 0 16,0 2 1248-16,0 0 208 0,1-3 32 0,-1 3 16 15,0-2 864-15,-1 2 192 0,1 0 16 0,-3 4 16 16,1-1-496-16,-1 2-112 0,3-5 0 0,-9 12-16 0,4-3-592 0,0 0-112 16,0 1-32-16,-2 2 0 0,2 0-448 0,0 0-80 15,5-12-32-15,-8 19 0 0,8-19-160 0,0 0-16 16,-2 23-16-16,2-23 0 16,0 0-160-16,0 0-48 0,0 0 0 0,0 0 0 0,0 0-128 0,38 14-16 15,-38-14-128-15,18-6 192 0,-18 6-32 0,23-10-16 16,-11 3 0-16,-1 0 0 0,2-1-144 15,-1-1 0-15,0 0 0 0,-1-1 0 0,0 1 0 0,-1 0 0 16,0 0 0-16,-2 0 0 0,-2 1-256 0,-1 0 80 16,-2-1 16-16,-1 0 0 15,-1 1-240-15,-3-2-48 0,-2 1-16 0,-2 0 0 0,0-1 64 0,-2 0 16 16,-2 1 0-16,-1 3 0 0,1 0 384 0,-1 2 0 16,0 1 0-16,0 3-128 0,0 0 128 0,0 3 0 15,2 2 128-15,0 1-128 0,1 2 208 0,2-2-16 16,0 2-16-16,2-1 0 0,4-7 160 0,-7 19 48 15,7-19 0-15,0 0 0 0,0 0-112 0,4 28-16 16,-4-28 0-16,0 0 0 0,0 0-96 0,0 0-32 16,37 7 0-16,-37-7 0 0,26-5-128 0,-26 5 0 0,28-9 0 0,-13 3 0 15,-1 0 0-15,0-2-144 16,-1 2 144-16,-1-1-208 16,0 0-240-16,1 0-32 0,2-3-16 0,-1 3 0 0,0-2 176 0,0 1 48 0,-1-1 0 0,0 0 0 15,-1 1 272-15,-2 1 0 0,-1 0 0 0,-2 0 0 16,-1 4 0-16,-1-1 0 0,-1 2 0 0,-2 0 0 0,-2 2 0 0,0 0 0 15,0 0 176-15,0 0-176 0,0 0 384 0,0 0-48 16,-5 14 0-16,2-8 0 16,3-6 320-16,-6 17 64 0,2-7 16 0,0 4 0 0,4-14-240 0,-3 28-48 15,3-28-16-15,-4 31 0 0,4-31-240 0,-1 26-32 16,1-26-16-16,0 0 0 0,3 32-144 0,-3-32 0 16,0 0 0-16,0 0 128 0,0 0-128 0,0 0 0 15,0 0 0-15,35 20 0 0,-35-20 0 16,15-9 0-16,-15 9 0 0,17-12 0 0,-8 5 0 0,1-3 0 15,0 1 0-15,0-2 0 16,-1 1 0-16,0-2-144 0,0 0 144 0,0 0 0 0,-1-1-160 0,-1 1 160 16,0-1-128-16,-1 1 128 0,1 0 0 0,-2 0-128 15,-1 1 128-15,0 1 0 0,-1 2 0 0,-1 0 0 0,1 3 0 0,-2 0 0 16,1 1 0-16,-1 3 0 0,1 1 0 0,-2 1 0 16,0-1 0-16,0 0 0 0,0 0 0 0,0 0 0 15,1 28 144-15,-1-28-144 0,-1 26 192 0,1-26-192 16,0 31 208-16,0-31-64 0,-2 35-16 0,2-35 0 15,1 36-128-15,-1-36 192 0,3 32-192 0,-3-32 192 16,0 0-192-16,11 35 0 16,-11-35 144-16,0 0-144 0,0 0 0 0,0 0 0 15,0 0 0-15,33 25 0 0,-33-25 0 0,0 0 128 0,21-11-128 16,-14 3 0-16,1 1 144 0,0-2-144 0,-1-1 192 0,2-2-192 16,-2-2 144-16,1 0-144 15,-1-2 0-15,-1-1 144 0,1 0-144 0,-3-1 0 0,1 0 0 0,-2-2 128 0,0 2-128 0,-2 0 0 16,0 1 0-16,-1-2-18496 0</inkml:trace>
  <inkml:trace contextRef="#ctx0" brushRef="#br1" timeOffset="-159381.04">20805 10047 9215 0,'0'-2'816'16,"0"2"-656"-16,1-2-160 0,-1 2 0 0,0-1 720 0,1 1 112 15,0-2 32-15,0 1 0 0,0-2 1280 0,0 1 256 16,1 1 48-16,-1-2 16 0,0 2-96 0,-1 1 0 0,1 0-16 0,-1 2 0 0,-1 0-848 0,0 3-160 16,-1-1-48-16,-1 4 0 0,3-8-416 0,-6 21-96 15,1-7-16-15,-1 3 0 0,-1 0-384 16,0 5-96-16,-2 3-16 0,1 1 0 0,0 2-144 0,-1 3-128 31,1 0 144-31,1 0-144 0,-1-2 128 0,3-1-128 16,-1-2 0-16,2-4 144 0,4-22-144 0,-2 37 0 15,2-37 0-15,0 0 0 0,4 36 0 0,-4-36 0 0,0 0 0 16,0 0 0-16,0 0 0 0,0 0 0 0,0 0 0 0,0 0 0 0,35 9-240 0,-27-16-16 31,0 0-16-31,1-2-10976 0,3-1-2192 0</inkml:trace>
  <inkml:trace contextRef="#ctx0" brushRef="#br1" timeOffset="-159172.68">20992 10168 16575 0,'6'-2'1472'0,"-2"0"-1168"16,0 0-304-16,0 1 0 0,-2 1 1888 0,0 0 320 0,1 0 64 0,2 0 16 16,-5 0 592-16,0 0 112 0,32 0 16 0,-32 0 16 15,30 0-1552-15,-30 0-304 0,28-2-64 0,-28 2-16 16,26-2-768-16,-26 2-176 0,22-3-16 0,-22 3-128 31,18-5-256-31,-18 5-176 0,13-4-16 0,-9 3-11136 0,-4 1-2240 0</inkml:trace>
  <inkml:trace contextRef="#ctx0" brushRef="#br1" timeOffset="-159033.08">21075 10244 4607 0,'-4'3'400'0,"2"-1"-400"0,0 0 0 16,0-1 0-16,1 1 1680 0,0 0 256 0,0 0 48 0,0 3 16 0,-2 2 816 0,-1 3 144 15,4-10 48-15,-9 30 0 0,4-13-672 0,0-2-128 16,-2 3-32-16,2-1 0 0,-1-2-1344 0,0 1-288 16,3-2-48-16,-1-2-16 0,4-12-704 0,-4 17-144 15,4-17-16-15,0 0-13536 0</inkml:trace>
  <inkml:trace contextRef="#ctx0" brushRef="#br1" timeOffset="-158680.95">21199 10304 19343 0,'0'0'848'0,"0"0"192"0,0 0-832 0,0 0-208 0,0 0 0 0,0 0 0 16,0 0 1568-16,0 0 272 0,11 37 48 0,-11-37 16 16,0 0 16-16,30 22 0 0,-30-22 0 0,0 0 0 15,40 7-1136-15,-40-7-208 0,28-8-64 0,-14 4 0 16,1-3-512-16,-1 0 0 0,-1-3 0 0,-1 3-192 15,-1-2-208-15,-2 1-48 0,1-3 0 0,-2 1 0 0,-2 1 256 0,0-2 32 16,-2 2 16-16,-2 0 0 0,-1 0 144 0,-2-1 0 16,-1 3 0-16,-3 0 0 0,0 0 240 0,-2 2-32 15,-2 3 0-15,-1 0 0 0,-2 4 368 0,-1 0 80 16,-1 5 16-16,-1 3 0 0,0 1-384 0,1 1-80 16,0 5-16-16,0 0 0 0,2 4 224 0,0 0 32 0,3 2 16 15,0-1 0-15,4-3 32 0,5-19 0 0,-2 34 0 16,2-34 0-16,0 0-176 0,0 0-48 0,26 38 0 0,-26-38 0 15,0 0-272-15,37 6 0 0,-37-6 0 0,28-6 0 32,-13 0-1088-32,-1 0-160 0,-1-1-32 0,1 0-15552 0</inkml:trace>
  <inkml:trace contextRef="#ctx0" brushRef="#br1" timeOffset="-158206.54">21830 10168 2751 0,'-1'-2'256'0,"0"2"-256"0,0 0 0 15,0 0 0-15,0 0 2944 0,0 0 528 0,-1 0 112 0,-1 1 32 16,-2 2-592-16,-3 0-112 16,-1 4-32-16,-4 0 0 0,-1 2-320 0,-2 1-64 0,1 2 0 0,-2 0-16 15,1-2-1008-15,1 1-208 0,1 1-48 0,2-3 0 16,3 1-640-16,3-3-128 0,6-7-16 0,0 0-16 16,0 0-240-16,0 0-48 0,0 0-128 0,0 0 192 15,0 0-192-15,0 0 0 0,37 7 0 0,-37-7 0 16,26-6 128-16,-26 6-128 0,27-3 0 0,-27 3 0 15,26 0 0-15,-26 0 128 0,0 0-128 0,35 8 0 0,-35-8 0 16,0 0 0-16,0 0 0 0,33 27 0 0,-33-27 0 16,0 0 0-16,0 0 0 0,6 36 0 0,-6-36 0 0,-13 19 128 15,3-8-128-15,-2 1 0 0,-1-2 0 0,-2 0 128 16,-4 2-128-16,-1-1 0 0,-2-1 160 0,0-1-160 16,1 1 160-16,-1-6-160 0,2 1 128 0,1-4-128 31,1 1 0-31,3-5 0 0,2 1 0 0,3-3 0 0,2 1 0 0,2-2 0 0,3 0 0 0,3-4-288 15,4 1 64-15,2-1-18336 0</inkml:trace>
  <inkml:trace contextRef="#ctx0" brushRef="#br1" timeOffset="-156780.41">22457 10263 911 0,'4'-3'0'0,"-2"1"0"0,1 0 0 0,-1 0 0 16,-2 2 2288-16,1 0 368 0,0-2 80 0,0 1 16 0,1-1-1280 0,0-1-240 15,-1 1-48-15,-1 2-16 16,-1 0 320-16,-1 0 64 0,-2 2 16 0,0-2 0 16,-2 3-416-16,-1 0-96 0,-1 1-16 0,-1 0 0 0,0 2-80 0,-1 0-32 15,-1 2 0-15,0-1 0 0,1 2 160 0,1 1 48 16,0 0 0-16,1 1 0 0,2 1-48 0,6-12-16 15,-10 21 0-15,10-21 0 0,0 0-464 0,-3 31-96 16,3-31 0-16,0 0-16 0,0 0-176 0,0 0-48 16,27 27 0-16,-27-27 0 0,0 0-144 0,29-3-128 15,-29 3 192-15,26-12-192 0,-11 5 128 0,0-5-128 16,1 0 0-16,-2 0 0 16,-1 0-448-16,-1 0-160 0,0 0-32 0,-4 1 0 15,0-1-224-15,-2 1-48 0,-1 1-16 0,-2-2 0 0,-1 2 640 0,-2 1 128 0,-2-1 32 0,-2 3 0 16,0 0 128-16,-3 0 0 0,0 2 0 0,-2 0 0 15,-2 1 0-15,1 2 176 0,0 2-176 16,1 0 192-16,0 2 64 0,-1 0 0 0,2 3 16 0,0 2 0 16,1 0 48-16,1 0 16 0,6-7 0 0,-10 15 0 15,10-15-64-15,0 0-16 0,-3 25 0 0,3-25 0 16,0 0-48-16,0 0-16 0,0 0 0 0,33 17 0 0,-33-17-192 16,27-5 0-16,-27 5 0 0,31-7 0 0,-17 2 0 0,1-1-208 15,1-2 32-15,1-1 16 16,-2 2-288-16,2-3-48 0,0 1-16 0,-1 0 0 0,0 0 176 0,0 0 16 15,-2 1 16-15,-1 0 0 0,0 1 304 0,-3 1 0 16,-2 0 0-16,0 1 0 0,-3 1 128 0,0-1-128 16,-1 2 176-16,-1 0-176 0,-2 0 400 0,-1 2-16 15,0 0-16-15,0 1 0 0,-1 0-96 0,-1 2-16 16,-1 0 0-16,-1 2 0 16,0 1-16-16,-1 0-16 0,-1 2 0 0,0 3 0 0,-1 2 96 0,1 1 32 15,-2 2 0-15,2 2 0 0,-1-1-160 0,7-16-48 16,-11 36 0-16,11-36 0 0,-6 30 64 0,6-30 16 0,0 0 0 0,0 34 0 15,0-34-224-15,0 0 128 0,0 0-128 0,0 0 0 16,0 0 0-16,35 19 0 0,-35-19 0 0,20-7 0 16,-8-1 0-16,0 1 0 0,-1-2 0 0,1-2 0 15,0-2 0-15,0 1 0 0,-1 0 0 0,0 0 0 16,-1 1 0-16,1 1-240 0,-2-2 80 0,0 1 16 16,-1 1 144-16,-2 0-128 0,1-1 128 0,-3 2-128 15,1 1 128-15,-1 1 0 0,-2 0 0 0,0 2 0 16,-1 1 0-16,-1 3 0 0,0-1 0 0,-1 4 0 15,-1 0 0-15,2-2 144 0,0 0-144 0,-7 17 0 0,7-17 256 0,-7 19-64 16,7-19-16-16,-9 24 0 0,9-24-16 0,-6 28 0 16,6-28 0-16,-4 26 0 0,4-26-160 15,0 0 192-15,0 34-192 0,0-34 192 0,0 0-192 0,0 0 0 16,0 0 0-16,0 0 128 0,0 0-128 0,28 26 0 16,-28-26 0-16,0 0 0 0,21-10 0 0,-21 10 0 15,20-12 0-15,-11 5 0 0,2-2-336 0,0-1-48 16,1-2-16-16,0 0 0 15,0-1-1824-15,0 0-352 0,0-1-80 0,-1 0-16 16,-1 1-928-16,1-2-192 0,0-4-48 0,0 1 0 16,-1 0 1264-16,2-2 240 0,-2 0 48 0,0-1 16 15,-1-1 1696-15,0 1 352 0,-1 2 64 0,-1 0 16 0,0 0 1648 0,-2 3 336 0,0 1 64 0,0 4 16 16,-2 3 832-16,-1 4 160 0,-2 4 32 0,0 0 16 16,0 0-592-16,0 0-112 0,-4 30-16 0,4-30-16 15,-11 34-752-15,4-11-128 0,-2 1-48 0,-2 2 0 16,-1 2-656-16,0 1-128 0,0-3-16 0,-1 2-16 15,1-1-112 1,0 1-32-16,1-2 0 0,1-2 0 0,2-1-160 0,3-4-48 16,5-19 0-16,-7 31 0 0,7-31-128 0,0 0 0 15,0 28 0-15,0-28 0 16,0 0-592-16,0 0-48 0,0 0-16 0,0 0-16800 0</inkml:trace>
  <inkml:trace contextRef="#ctx0" brushRef="#br1" timeOffset="-156589.72">22976 10103 12895 0,'-3'1'1152'0,"0"1"-928"15,2 1-224-15,1-3 0 0,0 0 1568 0,0 0 272 0,0 0 48 0,0 0 16 16,0 0 1168-16,-1 29 224 0,1-29 48 0,0 0 16 16,0 0-1120-16,33 20-240 0,-33-20-32 0,28 0-16 15,-28 0-1312-15,30-6-272 0,-14 1-48 0,-2-1-16 16,-2 0-304-16,-1 1-256 0,-1-1 64 0,-1 0-11536 15,-2 0-2304-15</inkml:trace>
  <inkml:trace contextRef="#ctx0" brushRef="#br1" timeOffset="-155957.08">23498 10042 22111 0,'0'0'1968'0,"-4"0"-1584"15,4 0-384-15,0 0 0 16,-4 3 1280-16,4-3 192 0,-4 2 16 0,-2-1 16 0,-2 1 400 0,-1 0 80 15,-2 3 0-15,-2-3 16 0,1 3-784 0,-1-3-176 16,0 3-16-16,0-2-16 0,-2 3-528 0,0-1-96 16,-1 2-32-16,1 1 0 0,0-1-48 0,2 2-16 15,1 1 0-15,2-1 0 0,2 0-160 0,8-9-128 16,-11 20 192-16,11-20-192 0,0 0 128 0,0 0-128 0,0 0 0 0,0 0 0 16,12 35 0-16,-12-35 0 15,0 0 0-15,0 0 0 0,36 9 0 0,-36-9 0 0,0 0 0 0,33 3 0 16,-33-3 0-16,0 0 0 0,32 5 0 0,-32-5 0 15,0 0 0-15,0 0 0 0,0 0 0 16,29 12 0-16,-29-12 0 0,0 0 0 16,0 0 0-16,0 0 0 0,0 0 0 0,-13 18 0 0,4-13 0 0,0-2 0 15,-1 1 0-15,0 1 0 16,-2 2 0-16,-1 0 0 0,2-2 0 0,0 0 0 0,0 2 0 0,2-3 0 0,0 1 0 0,2-2 0 31,3-3 0-31,4 0 0 0,-1 0-736 0,3-5-96 0,2 0-32 0,3-2-16480 16</inkml:trace>
  <inkml:trace contextRef="#ctx0" brushRef="#br1" timeOffset="-155830.68">23594 10028 19343 0,'0'0'1728'0,"0"0"-1392"16,0 0-336-16,0 0 0 16,0 0 1728-16,0 0 288 0,0 0 48 0,21 0 16 15,-21 0 432-15,0 0 96 0,27 2 16 0,-27-2 0 0,0 0-1408 0,26 4-256 0,-26-4-64 0,0 0-16 31,0 0-1136-31,26 4-240 0</inkml:trace>
  <inkml:trace contextRef="#ctx0" brushRef="#br1" timeOffset="-155675.9">23600 10152 14735 0,'0'0'1312'0,"0"0"-1056"0,0 0-256 0,0 0 0 15,0 0 1824-15,0 0 304 16,0 0 64-16,-3 30 16 15,3-30 432-15,0 0 96 0,-1 36 16 0,1-36 0 0,-3 34-640 16,3-34-112-16,-3 30-16 0,3-30-16 0,0 0-1376 0,-4 33-272 16,4-33-48-16,0 0-12176 15,0 0-2448-15</inkml:trace>
  <inkml:trace contextRef="#ctx0" brushRef="#br1" timeOffset="-155134.99">23836 10179 14735 0,'0'0'640'0,"0"0"160"0,0 0-640 0,0 0-160 0,0 0 0 16,0 0 0-16,0 0 1664 0,25 1 320 0,-25-1 48 0,0 0 16 15,29-2-192-15,-29 2-48 0,22-5 0 0,-22 5 0 16,19-9-736-16,-10 3-160 0,-1 0-16 0,-1-2-16 16,0 0-672-16,-2 0-208 0,-1-2 128 0,-1 1-128 15,-1 0 288-15,-1-1 0 0,-2 1 0 0,0 0 0 16,-2 1 384-16,-2-2 80 0,0 3 16 0,-2-1 0 15,2 2 48-15,-2 1 16 0,1 1 0 0,-2 2 0 16,2 2-224-16,-1 2-32 0,7-2-16 0,-12 7 0 16,12-7-304-16,-13 14-64 0,13-14-16 0,-16 21 0 15,8-7-176-15,-2 3 128 0,1 0-128 0,-3 2 128 0,2 2-128 16,0 1 160-16,2-1-160 0,8-21 160 0,-13 40-160 0,13-40 128 16,-7 36-128-16,7-36 128 0,-1 30-128 15,1-30 0-15,0 0 0 0,0 0 0 0,0 0 0 0,0 0-144 16,30 22 144-16,-22-27-160 0,2-4-96 0,2 1 0 15,0-5-16-15,1 0 0 16,0 0-384-16,0 0-80 0,0-3-16 0,0 1 0 16,2-1 224-16,0-3 32 0,0-2 16 0,0-1 0 15,-1-2-240-15,0-2-48 0,-2 2-16 0,0-4 0 0,0 0 464 0,-1-5 80 16,0 0 32-16,-2-1 0 0,0 3 208 0,-2-2 0 0,0 0 0 16,-2 0 0-16,0 4 512 0,-2 4 160 0,-1 5 32 0,-1 4 0 15,-1 4 128-15,0 4 48 0,-1 4 0 16,0 2 0-16,0 0-304 0,-1 6-48 0,2-4-16 0,0 0 0 15,-10 29-256-15,10-29-64 0,-9 40-16 0,3-11 0 16,-1 3-176-16,-1 6 128 0,0 0-128 0,-2 3 128 16,1 1 0-16,0 1-128 0,-1-5 192 0,2 0-64 15,2-5-128-15,0-1 128 0,1-3-128 0,5-29 128 16,-5 50-128-16,5-50 0 0,-3 38 0 0,3-38 0 16,0 0-1232-16,0 38-128 0</inkml:trace>
  <inkml:trace contextRef="#ctx0" brushRef="#br1" timeOffset="-154814.25">24131 10192 17503 0,'0'0'1552'0,"0"0"-1232"16,0 0-320-16,0 0 0 0,0 0 1472 0,0 0 224 16,0 0 48-16,0 0 16 0,28 19 0 0,-28-19 0 15,0 0 0-15,38 9 0 0,-38-9-576 0,29 0-112 16,-29 0-32-16,30-7 0 0,-30 7-672 0,31-11-144 15,-15 3-32-15,-1-1 0 0,0 2-192 0,-2-3 0 16,0-1 0-16,-3 1-160 0,0-1 160 0,-2 1-128 0,-2-1 128 0,-2 0-128 16,-3 2 128-16,-2 2 0 0,-2-1 0 0,-4 4 0 15,0 0 0-15,-3 3 144 0,-1 3-16 0,-2 1-128 16,-1 2 352-16,-2 4-32 0,-1-1-16 0,0 3 0 16,2 3-32-16,-1 0 0 15,2 1 0-15,0 3 0 0,4-1 304 0,10-17 64 0,-15 33 16 0,15-33 0 16,-2 29-80-16,2-29 0 0,0 0-16 0,23 31 0 15,-23-31-368-15,0 0-64 16,41 16 0-16,-41-16-128 0,36 2 0 0,-13-2 0 0,0-3-160 0,2-2-18144 0</inkml:trace>
  <inkml:trace contextRef="#ctx0" brushRef="#br1" timeOffset="-149732.17">17165 11031 11055 0,'-1'-7'976'0,"0"3"-784"0,1-1-192 0,0 2 0 16,1 2 1168-16,-1 0 192 16,0-1 48-16,1-3 0 0,-1 0 912 0,1-2 192 15,0 0 48-15,0-1 0 0,-1 4-368 0,0-1-64 16,0 0-16-16,0 3 0 0,-1 1-704 0,0 1-128 16,0 1-48-16,0 1 0 0,-1 1-640 0,0 4-128 15,-1 0-16-15,0 2-16 0,0 3-256 0,-1 3-48 0,-2 4-128 0,1 2 192 16,-1 3-192-16,0 4 0 15,-1-1 0-15,0 1 0 0,-1 2 0 0,0-1 0 16,1-1 0-16,0-1 0 0,3-4 0 0,0-4 0 0,4-19 0 0,-2 33 0 0,2-33 0 0,0 0 0 16,0 0 0-1,11 34 0-15,-11-34 0 0,0 0 128 0,0 0-128 0,0 0 0 0,0 0 0 0,0 0 0 16,38 2 0 0,-30-7 0-16,1-2 0 0,-1 1 0 0,1-2 0 0,0 1 0 15,-2-1-784-15,1 2-160 0,-2-2-16 0,0 1-16 31,-2 0-2288-31,-1 0-448 0</inkml:trace>
  <inkml:trace contextRef="#ctx0" brushRef="#br1" timeOffset="-149067.23">17089 11262 7359 0,'-36'-6'320'0,"21"4"80"15,6 2-400-15,4 0 0 0,1 0 0 0,-2 0 0 16,-6 0 1536-16,-7 0 208 0,-9 2 48 0,-2 3 16 0,2-2 816 0,4 2 176 16,6 2 16-16,5-3 16 0,7 3-720 0,4-2-128 15,2-5-48-15,0 0 0 0,0 0-432 0,37 16-96 16,-37-16 0-16,39 4-16 0,-39-4-688 0,56 0-144 15,-22-3-32-15,3-1 0 0,-2-1-336 0,1-1-64 16,0 0 0-16,-1 0-128 0,-1-2 0 0,-1 1 0 16,1-1 0-16,-1-1 0 15,-1 0-400-15,1-2-144 0,-2 2-32 0,0-3 0 16,-4 0-1168-16,-1-2-240 0,-2-2-64 0,-2 1 0 16,-2-1-512-16,-4-1-128 0,-1 0 0 0,-4 2-16 15,-3 0 464-15,-3 0 80 0,-1-1 32 0,-3 1 0 0,-2 1 1632 0,-2 0 336 0,0 4 160 0,-3 1-160 16,1 2 1664-16,-1 3 336 0,0 3 64 0,-1 4 16 15,-1 1 192-15,1 6 64 0,-1-1 0 0,-1 4 0 16,2 3-560-16,-1 1-96 0,-1 4-32 0,2 1 0 16,-1 1-400-16,2 0-96 15,0 0-16-15,2 0 0 0,-1-2-432 0,1 0-96 0,3-2 0 0,1-19-16 16,-1 31-224-16,1-31-32 0,0 0-16 0,8 36 0 16,-8-36-160-16,0 0 128 0,0 0-128 0,0 0 128 0,0 0-128 15,41 18 0-15,-31-21 0 0,1-3 0 0,1-1 0 0,-1 0 0 16,1-2 0-16,-1 3 0 15,0 0-464-15,-2-1-80 0,1 2-16 0,-1 0 0 16,1 2 48-16,-3 0 0 0,1 2 0 0,-8 1 0 0,0 0 368 0,0 0 144 16,0 0 0-16,0 0-144 0,0 0 144 0,38 19 0 15,-38-19 0-15,0 0 0 0,0 0 0 0,0 0 0 16,28 34 128-16,-28-34-128 0,0 0 0 0,0 0 128 16,38 12-128-16,-38-12 0 0,27-3 128 0,-27 3-128 15,28-8 160-15,-13 4-160 0,-1-3 128 0,2 0-128 16,-1-2 0-16,0-1 0 0,2 0 144 0,-1-1-144 0,-1 1 128 15,-1 0-128 1,-2-2 0-16,-1 2 0 0,0-1 0 0,-3 1 0 0,-3-1 0 0,-2 3-144 0,-2-1 144 0,-1 2-208 16,-2-1 208-16,-3 4-176 0,0 0 176 0,-1 3-160 15,-3 1 160-15,-1 3 0 0,1 3 160 0,0 0-160 16,1 3 256-16,-1 0-32 0,0 5-16 0,-1 1 0 16,3 0 304-16,0 3 48 15,2 1 16-15,1 0 0 0,2-2-128 0,2-17-32 16,2 34 0-16,-2-34 0 0,0 0-208 0,14 38-32 0,-14-38-16 0,0 0 0 15,0 0-160-15,37 21 0 0,-37-21 0 0,0 0 0 32,30-1-848-32,-30 1-208 0</inkml:trace>
  <inkml:trace contextRef="#ctx0" brushRef="#br1" timeOffset="-147564.18">18551 11095 10127 0,'4'-2'896'0,"-1"-1"-704"0,2 1-192 0,-2 2 0 15,-3 0 1840-15,0 0 336 0,0 0 64 16,0 0 0-16,0 0 240 0,30-6 32 0,-30 6 16 0,0 0 0 16,35-1-416-16,-35 1-96 0,0 0-16 0,31 0 0 15,-31 0-912-15,0 0-192 16,0 0-48-16,37 1 0 0,-37-1-672 0,0 0-176 15,0 0 0-15,0 0 0 0,0 0-704 0,0 0-160 16,31 5-32-16,-30-4-14912 0</inkml:trace>
  <inkml:trace contextRef="#ctx0" brushRef="#br1" timeOffset="-147422.02">18590 11188 6447 0,'-6'7'272'0,"1"-4"80"0,1 2-352 0,2-2 0 31,1 0 0-31,1-3 0 0,-1 3 1504 0,0 1 224 15,-2 4 64-15,3-8 0 0,-7 21 656 0,7-21 144 0,-3 21 32 0,3-21 0 16,0 0-640-16,0 0-128 0,0 28-32 0,0-28 0 16,0 0-1440-16,0 0-384 0,0 0 0 0,0 0-12784 15</inkml:trace>
  <inkml:trace contextRef="#ctx0" brushRef="#br1" timeOffset="-147058.46">18804 11128 17503 0,'1'3'768'0,"-1"-1"176"16,0 3-752-16,0-3-192 0,0 0 0 0,-1 1 0 0,0 0 1696 0,-1 3 304 15,0 4 64-15,-2 4 16 0,-1 5-96 0,0-1 0 16,-1 2-16-16,0-3 0 0,0 0-816 0,2-1-176 16,-1-4-16-16,1-1-16 0,1-3-544 0,2-4-96 15,1 1-32-15,-1-5 0 0,2 0-272 0,0-2 0 16,2-1 0-16,1-3 0 0,0 0 0 0,1-3 0 15,2-3-128-15,-1-1 128 0,2-2-352 0,2 0 32 16,0-1 0-16,0 0 0 16,1 1-224-16,0 1-32 0,1 0-16 0,-1 0 0 0,0 4 400 0,-1-1 192 15,1 3-192-15,-1 3 192 0,-10 5 0 0,19-7 0 16,-19 7 144-16,0 0-16 0,0 0 464 0,0 0 112 0,0 0 0 0,27 28 16 16,-27-28 96-16,0 0 16 0,1 34 0 15,-1-34 0-15,-5 28-464 0,1-14-96 0,0 1-16 16,-1-1 0-16,0 0-96 0,5-14-32 0,-4 21 0 0,4-21 0 15,0 0-128-15,0 0 0 0,0 0 144 16,0 0-144-16,0 0 0 0,0 0 0 0,0 0 0 0,0 0-11936 16,39 1-2272-16</inkml:trace>
  <inkml:trace contextRef="#ctx0" brushRef="#br1" timeOffset="-146593.59">19299 10937 17503 0,'3'-1'768'0,"-1"-1"176"0,0 2-752 0,-1 0-192 16,-1 2 0-16,-1-2 0 0,1 0 2112 16,0 0 384-16,0 0 64 0,-9 26 32 15,3-11-224-15,-1 4-64 0,-2 2 0 0,0 0 0 16,-1 1-1216-16,0-1-240 0,0 0-48 0,0-1-16 0,1 0-496 0,1 0-96 16,-1-2-32-16,3 0 0 0,1-2-160 0,5-16 0 15,-5 28 0-15,5-28 0 0,0 0 0 0,6 31 0 0,-6-31 128 0,0 0-128 16,0 0 0-16,0 0 0 0,0 0 0 0,42 19 0 15,-31-23 0-15,2-2 0 16,2 0 144-16,0-3-144 0,-1-1-144 0,1 0-112 16,0-1 0-16,-1-1-16 0,-2 0-1200 0,-1 0-224 0,-1-2-48 0,-1 2-16 31,-3-2-1072-31,-2 2-224 0,-3-3-32 0,-2 1-16 0,-3 2 432 0,-2 0 96 0,-3 1 16 0,-1 2 0 16,-3 1 752-16,-1 5 144 0,-1 1 48 0,-4 4 0 0,0 1 1616 0,-1 4 192 15,0 0 96 1,-1 0 32-16,2 3 416 0,-3 2 96 0,2-1 0 0,1 1 16 15,2 0 160-15,1-3 16 0,4 1 16 0,2-2 0 0,3-2 1664 0,3-3 336 16,4 1 64-16,2-4 16 0,-2 0-848 0,15-5-160 16,-4 1-48-16,4-3 0 0,3-2-112 0,2-1-32 0,4-1 0 15,1-2 0-15,4 1-1168 0,2 0-240 0,0 0-64 0,-1 0 0 16,-3 1-288 0,-1-1-160-16,-1 3 160 0,-2-1-160 0,-3 1 0 0,-2 2 0 15,-2 1 0-15,-2 2 0 16,-14 4-1024-1,22-9-192-15</inkml:trace>
  <inkml:trace contextRef="#ctx0" brushRef="#br1" timeOffset="-141034.92">19588 11128 9215 0,'-1'0'816'0,"0"0"-656"16,1 0-160-16,-1 0 0 0,0 0 1152 0,0 1 208 16,-1 1 48-16,0 0 0 0,-1-1 1088 0,-1 3 208 15,-1 0 48-15,3-1 16 0,-1 2-672 0,1-3-144 16,0 3-32-16,2 0 0 0,0-3-736 0,0-2-160 16,0 0-16-16,0 0-16 0,0 0-352 0,0 0-64 15,0 0 0-15,34 12-16 0,-34-12-176 0,22-10-16 16,-8 4-16-16,0-2 0 0,1-1-160 0,-2 0-16 15,0-1-16-15,-1 0 0 0,-1-1-160 0,-1 1 0 0,-2 1 0 0,-1-1 0 16,-4 0 0-16,0 1-224 0,-3 0 80 0,-1-1 16 16,-1 1-160-16,-2 2-32 0,-2 1 0 0,-1 0 0 15,-2 3 96-15,-1 1 16 0,-1 2 0 0,0 3 0 16,-1 2 208-16,0 1 0 0,0 3 0 0,0 1 0 16,1 2 128-16,0 0 64 0,1 0 0 0,1 0 16 15,2 2 80-15,0 1 16 16,1-2 0-16,4 1 0 0,2-14-112 0,-2 26-32 0,2-26 0 0,0 0 0 15,11 37 32-15,-11-37 0 0,0 0 0 0,0 0 0 16,36 30 48-16,-36-30 16 0,0 0 0 0,39 9 0 0,-39-9-256 16,28 0 0-16,-28 0 128 0,25-4-128 0,-25 4 0 0,23-8 0 15,-12 4-192-15,-1-3-11712 16,2 0-2336-16</inkml:trace>
  <inkml:trace contextRef="#ctx0" brushRef="#br1" timeOffset="-140697.89">19843 11076 17503 0,'-5'-2'768'0,"3"-2"176"0,1 3-752 0,0-1-192 15,0 2 0-15,1 0 0 16,0-2 1280-16,0 1 208 0,0 1 48 0,1-2 16 0,0 0 448 0,0-1 96 0,3 1 16 0,2-1 0 16,-6 3-640-16,0 0-128 0,22-4-32 0,-22 4 0 15,0 0-912-15,0 0-176 0,35 7-32 0,-35-7-16 31,0 0-176-31,0 0 0 0,29 33 0 0,-29-33 0 0,0 0 0 16,12 33 0-16,-12-33 0 0,0 0 0 0,2 36 0 0,-2-36 0 16,-6 21 0-16,3-11 0 0,0-1 0 0,-1-3 0 15,0 0 128-15,2-3-128 0,-1 0 512 0,1-2 0 16,0-3 16-16,0 0 0 0,1-4 0 0,1 0 0 16,0-2 0-16,1-1 0 0,1-2-208 0,2 1-32 15,0-4-16-15,2 2 0 0,1-3-144 0,0 1-128 16,2-3 144-16,1 1-144 0,1 0 0 0,0-1 0 15,1 0 0-15,0 4 0 0,-2 2 0 0,2-1 0 0,3 1 0 16,0 1-160 0,0 3-1376-16,-1 1-288 0</inkml:trace>
  <inkml:trace contextRef="#ctx0" brushRef="#br1" timeOffset="-140366.81">20269 10946 9215 0,'-2'-2'816'0,"1"2"-656"16,0 0-160-16,1 0 0 0,-1 0 1856 0,1 2 320 0,-2-2 80 0,0 2 16 15,-1 0 1056-15,0 2 192 0,0 2 64 0,3-6 0 16,-6 20-1264-16,6-20-240 0,-3 28-48 0,3-28-16 0,-1 33-1152 0,1-33-224 16,2 40-64-16,-2-40 0 0,3 36-304 0,-3-36-64 15,8 35-16-15,-8-35 0 0,0 0 0 0,22 41 0 16,-22-41 0-16,0 0 0 0,0 0-192 0,40 30 128 15,-40-30-128-15,0 0 0 0,31 0 144 0,-20-5-144 16,0-1 128-16,-1-4-128 0,1 0 144 0,-1-2-144 16,1-2 160-16,-1-2-160 0,1-3 0 0,0 2 128 15,0-2-128-15,-2 2 0 16,0-1 0-16,-3-2 0 0,0 2 0 0,-2-1 0 0,-1 2 0 0,-1 1 0 0,0 2 0 16,-1 2 0-1,1 1-832-15,-1 2-64 0,0 3-16 0,-1 0-16672 0</inkml:trace>
  <inkml:trace contextRef="#ctx0" brushRef="#br1" timeOffset="-139371.53">20626 11072 6447 0,'0'0'576'0,"0"0"-576"16,0 0 0-16,0 0 0 0,0 0 864 0,0 0 64 0,0 0 16 0,0 0 0 0,0 0 1104 0,0 0 208 16,0 0 48-16,0 0 16 0,0 0 496 0,23-5 80 31,-23 5 32-31,8-6 0 0,-4 2-880 0,0-1-160 0,0-1-32 0,0-1-16 0,1 2-752 0,-2-3-160 16,1-1-32-16,-1 2 0 0,0-2-528 0,-2 2-112 15,-1-1-32-15,0 2 0 16,-2 0-224-16,-2 2 0 15,-1 1 0-15,0 1 0 0,-2 2 0 0,0 2 0 0,-1 3 0 0,-1 0 0 0,0 3 0 0,-1 1 0 16,-1 3 0-16,1 0 0 16,1 2 0-16,0 0 0 0,1 0 0 0,1 0 0 0,0 0 0 0,2-2 0 15,5-12 0-15,-9 22 0 0,9-22 0 0,0 0 128 0,0 0-128 0,-2 26 0 16,2-26 0-16,0 0 0 0,0 0 128 0,0 0-128 31,30-3 0-31,-19-2 0 0,0-2 128 0,1 0-128 16,-1 2 0-16,0-2 0 0,2-2 128 0,0 2-128 15,0-3 0-15,-1 1 0 0,0 2 0 0,-2-3 0 16,-1 3 0-16,-3 0-160 0,-1-1 160 0,-2 2-128 16,-2 1 128-16,-1 2 0 0,-1 1 0 0,-1 0 0 15,-2 2 0-15,-1 1 0 0,0 2 0 0,0 0 0 16,0 0 0-16,1 3 0 0,-1-1 128 0,5-5-128 16,-6 17 192-16,6-17-16 0,0 0-16 0,-3 26 0 0,3-26-32 0,0 0 0 15,0 0 0-15,0 0 0 0,19 38-128 16,-19-38 160-16,0 0-160 0,0 0 160 0,38 12-160 0,-38-12 0 15,26-5 0-15,-26 5 128 0,31-10-128 0,-13 1 0 16,-3-1 0-16,2-1 0 0,0-1-192 0,-1-3-32 16,3-1 0-16,0-1 0 15,0-2-1376-15,0 0-256 0,1 0-64 0,-2 3-16 16,-1-3-1488-16,0 2-288 0,0-2-64 0,-2 0-16 16,-1 1 976-16,0 0 208 0,-2 0 48 0,-1-3 0 0,0 2 1920 0,-2 0 400 15,-1 0 80-15,-2-1 16 0,-1 0 2128 0,-1 0 416 0,0 1 96 16,-1 0 0-16,0 3 816 0,-1 4 144 0,-1 1 48 0,0 5 0 15,0 1-1408-15,-2 5-288 0,0 0-48 0,-2 5-16 16,3-5-784-16,-7 18-176 0,1-3-16 0,0 2-16 16,-2 4-432-16,-1 2-64 0,0 4-32 0,-1 2 0 15,0 0-224-15,0 2 176 0,-1 4-176 0,0 0 160 16,0 3-32-16,1-3 0 0,1 0 0 0,4-5 0 16,1-5-128-16,4-25 160 0,0 41-160 0,0-41 160 15,0 0-160-15,16 35 0 0,-16-35 0 0,0 0-12576 16,0 0-2512-16</inkml:trace>
  <inkml:trace contextRef="#ctx0" brushRef="#br1" timeOffset="-135270.85">17980 11640 7359 0,'3'-2'656'0,"-2"0"-528"0,0 2-128 0,0-2 0 15,-1 2 1088-15,0 0 176 0,2-3 32 0,0 0 16 16,0-1 896-16,1 0 176 0,-1 1 48 0,0-2 0 0,-1 3-48 0,0-2 0 15,0 1 0-15,-1 0 0 0,0 2-768 0,-1 0-144 16,1-1-48-16,-1 0 0 0,0 1-400 0,0 1-96 16,-1 0-16-16,1 0 0 15,-2 1-368-15,-1 1-80 0,0 2-16 0,-1 1 0 0,-2 0-256 0,0 2-64 16,-1 0-128-16,-3 3 192 0,1 1-192 0,-2 2 0 16,0 1 0-16,-1 0 0 15,0 2 0-15,1 1 0 0,0 2 0 0,0 0 0 0,1 4 176 0,1 0-176 0,0 2 192 16,1-1-192-16,2-1 256 0,1-2-64 0,2 1-16 0,4-22 0 15,-1 38-176-15,1-38 192 0,5 29-192 16,-5-29 192-16,0 0-192 0,0 0 0 0,33 37 0 0,-33-37 128 16,0 0-128-16,38 15 0 15,-38-15 0-15,0 0 0 0,45 5 0 0,-45-5 0 0,34 0-176 0,-34 0 176 16,36-3-1072 0,-36 3-128-16,37-6-16 0,-18 0-15808 0</inkml:trace>
  <inkml:trace contextRef="#ctx0" brushRef="#br1" timeOffset="-134955.16">18380 11678 17503 0,'-1'-2'768'0,"0"2"176"0,0 2-752 0,0-2-192 16,0 1 0-16,-1 1 0 0,0 1 1840 0,-1 1 336 15,-2 3 64-15,-4 5 0 0,1 2 112 0,-4 1 16 16,-1 3 0-16,-2 1 0 15,0 2-976-15,0 1-192 0,-1-3-48 0,1 1 0 0,0-2-656 0,2 1-144 16,2-5-32-16,1 0 0 0,2-2-96 0,3-2-32 16,5-10 0-16,-5 16 0 0,5-16-64 0,0 0-128 0,0 0 176 0,0 0-176 15,0 0 128-15,28 26-128 0,-28-26 0 0,0 0 0 16,33 5 0-16,-33-5 0 0,26-4 0 0,-26 4 0 16,28-5 0-16,-28 5 0 15,30-8 0-15,-15 2-144 16,-15 6-592-16,27-10-112 0,-13 3-32 0,0 1 0 0,0-2-1616 15,0 3-320-15,-1-3-64 0,0 2-10736 0</inkml:trace>
  <inkml:trace contextRef="#ctx0" brushRef="#br1" timeOffset="-134761.06">18431 11721 11967 0,'-3'0'528'0,"0"0"112"0,1 0-512 0,1 1-128 15,0 1 0-15,0 0 0 0,0 0 1808 0,-1 4 336 31,2-6 64-31,-9 21 16 0,2-3 480 0,-2 1 112 16,-1 3 0-16,0 1 16 0,-1-1-896 0,-1 2-176 16,0 1-32-16,0-2-16 0,1 2-848 0,0-4-160 0,1-2-48 15,3-2 0-15,2-3-464 0,1-4-192 0,4-10 176 0,0 0-176 32,0 0-656-32,0 0-240 0</inkml:trace>
  <inkml:trace contextRef="#ctx0" brushRef="#br1" timeOffset="-134495.6">18714 11667 3679 0,'-2'4'320'0,"1"-1"-320"0,-1 1 0 0,0-1 0 0,2-3 2928 0,-5 7 512 16,5-7 96-16,-8 14 32 16,-1 1-1072-16,-5 6-192 0,-2 5-64 0,-3 2 0 15,0 3-128-15,-1 0-16 0,1-3-16 0,1-1 0 0,4-4-512 0,3-4-96 16,1 0-32-16,5-5 0 0,5-14-944 0,-3 22-192 15,3-22-48-15,0 0 0 0,0 0-256 0,31 7 0 16,-31-7-176-16,30-10 176 0,-13 2-336 0,1-2 32 16,4-2 16-16,0 0 0 0,1 0 96 0,-1 0 32 15,0 1 0-15,-1 1 0 0,0 0 160 0,-2 3-160 16,-1 1 160-16,-18 6-160 0,31-8-80 0,-31 8-16 0,23-6 0 16,-23 6 0-1,0 0-1408-15,21-6-272 0</inkml:trace>
  <inkml:trace contextRef="#ctx0" brushRef="#br1" timeOffset="-134308.43">18813 11678 14735 0,'-3'3'640'0,"1"-1"160"16,0 1-640-16,0-1-160 0,1 1 0 0,-1 1 0 16,2-4 2144-16,-4 17 400 0,-2-1 80 0,-2 6 0 0,-3 4-192 0,-1 4-64 15,-3 4 0-15,0-1 0 0,1-2-832 0,0-1-160 16,-2 2-32-16,1 0-16 0,0-2-576 15,1-2-112-15,4-5-32 0,1-2 0 0,4-4-608 0,5-17 0 16,-4 21 0-16,4-21-17616 16</inkml:trace>
  <inkml:trace contextRef="#ctx0" brushRef="#br1" timeOffset="-134108.54">18967 11951 24879 0,'0'0'2208'0,"0"0"-1760"0,-5 12-448 0,5-12 0 15,0 0 2224-15,0 0 352 16,0 0 80-16,0 0 16 0,-3 27-1152 0,3-27-240 0,0 0-32 0,2 31-16 16,-2-31-1024-16,0 0-208 0,0 0 0 0,0 0-17280 15</inkml:trace>
  <inkml:trace contextRef="#ctx0" brushRef="#br1" timeOffset="-133594.2">19276 11800 13823 0,'0'0'1216'0,"0"0"-960"15,0 0-256-15,0 0 0 0,0 0 2896 0,0 0 544 0,0 0 96 0,17-9 32 16,-17 9-816-16,15-10-144 0,-6 2-48 0,1-1 0 16,1-1-1360-16,0-1-288 0,-1 1-48 0,-1-4-16 15,0 0-448-15,-1-1-80 0,-1 1-32 0,-2 1 0 31,-1 0-160-31,-4 0-128 0,0 0 192 0,-4 3-192 0,-1 1 128 0,-2 0-128 16,-2 4 0-16,-3 0 0 0,0 4 128 0,-3 1-128 0,-1 1 0 0,-2 4 0 16,1 2 0-16,-1 1 128 15,1 1-128-15,0 2 0 0,0 1 0 0,1 0 0 0,2 1 0 0,2 0 0 16,2 1 0-16,1 0 0 0,2-2 0 0,3 0 0 16,4-12 0-16,-4 20 0 0,4-20 0 0,0 0 0 15,0 0 0-15,0 0 0 0,31 30 0 0,-31-30 0 0,0 0 0 0,45-1 0 16,-45 1 0-16,38-6 0 0,-38 6 0 0,39-5 0 15,-39 5 0-15,34-2-144 0,-34 2 144 0,0 0-160 16,34 9 160-16,-34-9-160 0,0 0 160 0,0 0 0 16,11 31 0-16,-11-31 0 0,-9 26 0 0,2-9 0 15,-2-2 0-15,-3 2 128 0,-1-2-128 0,-1 2 176 16,-2 2-176-16,1-3 192 0,2 1-64 0,0-2-128 16,1-1 192-16,2-2-64 0,3-1-128 0,2-4 0 15,1-1 0-15,4-6 128 0,0 0-128 0,0 0-224 16,0 0 48-16,24-13-17936 15</inkml:trace>
  <inkml:trace contextRef="#ctx0" brushRef="#br1" timeOffset="-133281.98">19605 11714 16575 0,'2'-2'1472'0,"0"-1"-1168"16,-2 3-304-16,0 0 0 0,0 0 2256 15,0-2 400-15,0 0 80 0,-1 1 16 16,0-1-128-16,0 1 0 0,-3 1-16 0,-1 1 0 15,0 4-1200-15,-3 0-224 0,1 2-48 0,-2 1-16 0,2 1-704 0,-2 2-144 0,0 4-16 0,1-1-16 16,2-2-240-16,0 2 176 0,6-14-176 0,-7 24 160 0,7-24-160 0,0 0 0 16,0 0 0-16,9 35 128 0,-9-35-128 0,0 0 0 31,0 0 0-31,34 17 0 0,-34-17 0 0,0 0 0 0,37 7 0 0,-37-7 0 0,0 0 0 0,41 12 0 16,-41-12 128-16,0 0-128 0,36 12 0 0,-36-12 0 15,0 0 0-15,0 0 0 0,0 0 0 0,30 19 0 31,-30-19 0-31,0 0 0 0,-9 11 0 0,0-7 0 16,-1 2 0-16,-2-1 0 0,-1-1 0 0,-3 1 0 0,-1 0 0 0,-2-1 0 0,0 1 0 0,-1 0 0 16,0-5 0-16,-1 2 0 15,3-2 0-15,0-2-224 16,4 0 80-16,2-5-12016 16,4-1-2384-16</inkml:trace>
  <inkml:trace contextRef="#ctx0" brushRef="#br1" timeOffset="-133123.72">19619 11612 6447 0,'0'0'576'0,"0"0"-576"0,0 0 0 0,0 0 0 16,0 0 4368-16,0 0 768 0,0 0 160 0,0 0 16 15,39 20-1808-15,-39-20-368 0,0 0-80 0,44 14-16 16,-44-14-1568-16,32 4-304 0,-32-4-64 0,31-2-16 16,-31 2-816-16,32-8-272 0,-14 2 160 0,-1-2-12176 15,-1 1-2432-15</inkml:trace>
  <inkml:trace contextRef="#ctx0" brushRef="#br1" timeOffset="-132105.62">20135 11913 23951 0,'0'0'2128'0,"0"0"-1696"15,0 0-432-15,0 0 0 0,0 0 720 0,0 0 64 0,0 0 16 0,0 0 0 16,0 0 1024-16,0 0 208 16,0 0 32-16,17 38 16 0,-17-38-896 0,-7 24-176 15,7-24-48-15,-10 23 0 0,5-13-960 0,-1 0-192 16,6-10-32-16</inkml:trace>
  <inkml:trace contextRef="#ctx0" brushRef="#br1" timeOffset="-131727.05">20721 11611 9215 0,'0'0'816'0,"10"-8"-656"0,-10 8-160 0,0 0 0 0,0 0 1536 15,0 0 288-15,11-5 48 0,-11 5 16 0,10-7 672 0,-10 7 128 16,6-5 16-16,-6 5 16 0,-2 2-1024 0,-4 3-208 16,-1 2-32-16,-2 3-16 0,-1 2-720 0,-2 2-144 0,-1 0-16 0,-1 5-16 15,0 0-256-15,1 0-48 0,-1 4-16 0,2-1 0 16,0 0 304-16,2-1 64 0,3-2 16 15,7-19 0-15,-5 28 32 0,5-28 16 0,0 0 0 0,0 0 0 16,22 33-464-16,-22-33-192 0,0 0 176 0,37 7-176 16,-37-7 144-16,34-2-144 0,-34 2 128 0,43-2-128 15,-43 2 128-15,47-5-128 0,-23 2 128 0,-24 3-128 16,41-6 0-16,-41 6 0 0,35-8 0 0,-35 8 0 16,28-7-384-16,-28 7-144 0,23-9-48 0,-23 9 0 15,17-10-1792-15,-17 10-384 0,11-9-64 0,-11 9-10784 16</inkml:trace>
  <inkml:trace contextRef="#ctx0" brushRef="#br1" timeOffset="-131568.22">20900 11719 1839 0,'-4'-3'160'0,"4"3"-160"16,0 0 0-16,0 0 0 0,-1-2 1792 0,-3 0 320 15,-2-3 64-15,-1 0 0 0,-1 3 1024 0,-1 0 192 16,1 4 32-16,0 0 16 0,-1 6-640 0,-1 3-128 16,0 1-32-16,-3 5 0 15,1 1-848-15,-2 4-160 0,-1-1-32 0,0 1-16 0,0 1-736 0,0-1-144 16,0 0-16-16,1-1-16 0,3 0-304 0,0-3-64 15,3-1-16-15,2 0 0 0,6-17-288 0,-6 22 0 16,6-22 0-16,0 0-18096 0</inkml:trace>
  <inkml:trace contextRef="#ctx0" brushRef="#br1" timeOffset="-130562.36">21190 11586 21183 0,'0'0'1888'16,"0"0"-1504"-16,0 0-384 0,-1-1 0 0,1 1 1584 0,0 0 240 16,-4 1 48-16,4-1 16 0,-7 2 112 0,3 1 32 0,-3 2 0 0,1-1 0 15,-1 2-864-15,1 2-160 16,-3 2-48-16,2 0 0 0,0 1-432 0,-2 1-80 0,2 2-32 0,-1 1 0 16,1-1-112-16,1-1-32 0,6-13 0 15,-11 27 0-15,11-27-64 0,-3 25-16 0,3-25 0 0,0 0 0 16,0 0-192-16,13 33 144 0,-13-33-144 0,0 0 128 15,0 0-128-15,34 20 0 16,-34-20 0-16,0 0 0 0,38 10 0 16,-38-10 0-16,0 0 128 0,40 12-128 0,-40-12 0 0,0 0 0 0,33 14 0 15,-33-14 128-15,0 0-128 0,0 0 0 16,27 19 0-16,-27-19 0 0,0 0 0 0,0 0 0 16,0 0 0-16,4 31 0 0,-4-31 0 0,-9 14 0 15,9-14 0-15,-17 16 0 0,7-8 0 0,-2-3 0 16,0 2 0-16,-1-3 0 0,-1 1 0 0,0-3 0 15,1 1 0-15,0-3 0 0,0-3 0 0,1-1 0 0,1-1 0 16,1-4 0 0,3 1-448-16,0-3-32 0,4-1 0 0,0-5-17824 0</inkml:trace>
  <inkml:trace contextRef="#ctx0" brushRef="#br1" timeOffset="-130419.56">21182 11629 7359 0,'0'0'656'0,"0"0"-528"0,0 0-128 0,13-5 0 16,-13 5 2176-16,0 0 384 0,0 0 96 0,0 0 16 15,20-7 400-15,-20 7 64 0,25-9 32 0,-25 9 0 0,32-12-1312 0,-32 12-272 16,33-12-48-16,-16 4-16 0,-17 8-1072 0,33-13-224 16,-33 13-32-16,32-10-16 15,-32 10-1216-15,32-7-240 0</inkml:trace>
  <inkml:trace contextRef="#ctx0" brushRef="#br1" timeOffset="-130197.92">21458 11828 6447 0,'0'0'576'0,"0"0"-576"0,-5 24 0 0,5-24 0 16,0 0 2560-16,0 0 416 16,0 0 80-16,0 0 16 0,0 0 864 0,2 30 176 0,-2-30 48 0,0 0 0 15,0 0-1760-15,12 34-352 0,-12-34-64 0,0 0 0 16,0 0-1424-16,0 0-288 0,0 0-48 0,0 0-16 15,23 27-384-15,-23-27-80 0</inkml:trace>
  <inkml:trace contextRef="#ctx0" brushRef="#br1" timeOffset="-129827.77">21784 11674 16575 0,'0'0'1472'0,"0"0"-1168"16,0 0-304-16,0 0 0 0,0 0 800 0,0 0 96 15,0 0 32-15,0 0 0 0,-10 14 592 0,10-14 112 16,0 0 32-16,-13 19 0 0,13-19-864 0,-10 17-160 16,10-17-48-16,0 0 0 0,-11 28-64 0,11-28-16 0,0 0 0 0,-1 29 0 15,1-29 416-15,0 0 80 0,0 0 16 0,13 30 0 16,-13-30-416-16,0 0-80 0,0 0-16 0,0 0 0 15,35 8-304-15,-35-8-64 0,18-8-16 0,-18 8 0 16,20-14-128-16,-11 5 0 0,1-1 0 0,-1-2 0 16,-2 3 0-16,0-3-176 0,-2 0 176 0,0 1-192 15,-2-1-48-15,-2 0-16 0,0 0 0 16,-2 1 0-16,0 2 256 0,-2 1 0 0,-2 2 0 16,-1 2 0-16,-2-1-144 0,1 3 144 15,-1 1-128-15,1 1 128 0,0 1-176 0,1 1 176 0,0 0-208 0,6-2 80 0,-7 4 128 0,7-4 0 16,0 0 0-16,0 0 0 15,0 0-640-15,0 0-64 0,0 0 0 0,0 0-13616 16</inkml:trace>
  <inkml:trace contextRef="#ctx0" brushRef="#br1" timeOffset="-129438.99">22064 11605 11967 0,'0'0'1072'0,"6"-7"-864"0,-6 7-208 0,0 0 0 0,6-7 2032 0,-6 7 352 0,0 0 80 0,0 0 16 32,8-9 208-32,-8 9 64 0,11-9 0 0,-11 9 0 0,0 0-912 0,0 0-176 0,0 0-48 0,0 0 0 15,0 0-1040-15,0 0-224 0,0 0-32 0,-11 25-16 16,11-25-80-16,-18 22-16 0,18-22 0 0,-18 28 0 16,18-28 112-16,-15 30 0 0,15-30 16 0,-14 29 0 15,14-29 64-15,-8 23 16 0,8-23 0 0,0 0 0 16,0 0-192-16,6 34-32 15,-6-34-16-15,0 0 0 0,0 0-176 0,30 16 0 0,-30-16 144 0,0 0-144 0,37 10 0 16,-37-10 0-16,0 0 0 0,39 19 0 0,-39-19 0 0,0 0 0 16,38 26 0-16,-38-26 0 0,25 20 0 15,-25-20 0-15,0 0 0 0,28 33 0 0,-28-33 0 0,0 0 0 32,15 32 0-32,-15-32 128 0,0 0-128 0,-6 29 0 0,6-29 0 0,-13 12 0 0,13-12 0 0,-17 11 0 15,5-8 0-15,-1-1 128 0,-2-1-128 0,-1-2 128 16,1-1-128-16,-1-1 128 0,1 1-128 0,0-4 0 15,1 0 0-15,0-1 0 16,0 0-416-16,1-2-48 16,0 2-16-16</inkml:trace>
  <inkml:trace contextRef="#ctx0" brushRef="#br1" timeOffset="-129202.27">22044 11657 9215 0,'0'0'816'16,"0"0"-656"-16,6-7-160 0,-6 7 0 0,0 0 176 0,0 0 0 0,12-7 0 0,-12 7 0 16,22-12 976-16,-7 5 208 0,1-2 48 0,-1 4 0 15,-15 5 1024-15,30-10 224 0,-30 10 32 0,29-7 16 16,-29 7-912-16,29-5-176 0,-29 5-32 0,30-3-16 16,-30 3-352-16,29-1-64 0,-29 1 0 0,27-3-16 0,-27 3-496 0,26-4-112 15,-26 4-16-15,24-5-16304 16</inkml:trace>
  <inkml:trace contextRef="#ctx0" brushRef="#br1" timeOffset="-128964.96">22535 11512 21183 0,'0'0'1888'0,"0"0"-1504"0,0 0-384 0,0 0 0 16,0 0 2688-16,0 0 448 0,0 0 112 0,0 0 16 16,29 27-896-16,-29-27-160 0,21 26-32 0,-21-26-16 15,23 34-1392-15,-23-34-256 0,21 39-64 0,-21-39-16 16,20 46-176-16,-20-46-48 0,18 56 0 0,-13-25 0 16,0 0-16-16,-3 2 0 0,-2 2 0 0,-4 1 0 15,-1-2-32-15,-5 1-16 0,-2 0 0 0,-2-1 0 16,-3-1-16-16,-1-4-128 0,-1-1 192 0,0-6-64 15,0-1-128-15,-1-3-144 0</inkml:trace>
</inkml:ink>
</file>

<file path=ppt/ink/ink1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0:56:57.799"/>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
  </inkml:definitions>
  <inkml:trace contextRef="#ctx0" brushRef="#br0">4263 5536 11967 0,'-2'2'1072'0,"0"-2"-864"16,1 0-208-16,0-2 0 0,0 2 576 0,-2-1 80 15,-1 1 16-15,-2-2 0 0,-3 0 160 0,-2-1 16 16,-2-1 16-16,2-1 0 0,1 0 272 0,-1 0 48 15,1 0 16-15,0-1 0 0,-2-1-16 0,1 2 0 16,0-3 0-16,-1 4 0 0,1 1-96 0,-1-1-32 16,-2 3 0-16,-2-1 0 0,0 1-288 0,-2 1-64 15,-2 0-16-15,0 1 0 0,0 1-224 0,-3-2-32 16,-1 3-16-16,-2-1 0 0,1-1-96 0,-1 1 0 16,-1 0-16-16,1-2 0 0,-1 0-64 0,0 2-16 15,0-1 0-15,-1 3 0 0,5-1-96 0,0 0 0 0,-2 3-128 16,0 0 192-16,0 2-192 0,2 0 0 0,1 3 128 0,1 0-128 15,1 0 0-15,2 3 0 0,-2 2 0 16,2 2 0-16,0 2 192 0,3 3 0 0,2-2 0 0,3 2 0 16,0 0 64-16,1 3 16 0,2 1 0 0,1 1 0 15,3 1-144-15,3-29-128 0,-2 49 144 16,2-49-144-16,5 38 0 0,-5-38 0 0,0 0 0 0,22 53 0 16,-22-53 0-16,0 0 0 0,40 47 128 0,-40-47-128 15,36 29 176-15,-36-29-16 0,44 32 0 0,-44-32 0 0,51 32 32 0,-51-32 0 16,59 33 0-16,-59-33 0 0,67 37-64 0,-30-18 0 15,3 0 0-15,2 1 0 0,3 0-128 0,-1-3 128 16,1-2-128-16,-3-3 128 0,-2-1-128 0,8-1 0 16,6 2 144-16,4-1-144 0,-3-1 128 0,1-6-128 15,-1-1 128-15,0-5-128 0,2 1 128 0,2-1-128 16,4 2 160-16,-2-4-160 0,-3-1 128 0,2 0-128 16,4 3 0-16,0-1 0 15,0 3 0-15,-1-2 128 0,-5-1-128 0,0 1 0 0,4 0 0 0,0 2 0 16,3 1 0-16,-2 0 0 0,1-2 0 0,0 0 0 0,2 1 0 15,-1 0 0 1,4 2 0-16,-3 0 0 0,-6-4 0 0,1 1 0 0,5 0 0 0,1 1 0 16,2-2 0-16,-3 0 0 0,-2-2 0 0,1 0 0 15,3-1 0-15,-1 0 0 0,-1 1 0 0,-2-1 0 16,-4-2 0-16,1 0 0 0,1 2 0 0,0 3 144 0,1-1-144 16,-2-2 128-16,-3-1-128 0,0-2 160 0,0 1-160 15,1 2 160-15,1 1-160 0,-3-1 0 0,1-2 0 16,-3-1 0-16,0 4 0 0,1-5 0 0,1 2 0 0,-2 1 0 15,-2 0 0-15,-5-1 0 0,-2 3 0 0,1-2 0 16,0 1 0-16,0 1 0 0,0-3 0 0,-5 2 0 16,-3-3 0-16,-1 2 0 0,-2-2 0 0,-2 1 0 15,-2-1 0-15,-2-1 0 0,-1 0 0 0,-2-2 0 16,0 1 0-16,-4-2 0 0,-1-2 0 0,-4-2 0 16,-2 1 0-16,-4-2 0 0,-4 1 0 0,-4-4 0 15,-3 2 0-15,-6-2 0 0,-2 2 0 0,-5-4 0 16,-2 1 0-16,-2-2 0 0,-2 0 0 0,0 2 0 0,0 4 0 0,-3-3 0 15,-5 1 0-15,-1-2 0 0,4 5 0 0,-6-1 0 16,-5-1 0-16,-1 0 0 0,-1 1 0 0,-1 0 0 16,-4-1 0-16,-2-2 0 0,3 4-144 0,-6-3 144 15,-7 2 0-15,-4-1 0 16,-3-2-160-16,-3 2 160 0,-3-4-128 0,-3 4 128 0,0 0 0 0,-2 4-160 16,1 0 160-16,-3 1 0 0,-1 2-160 0,-6-1 160 15,-4 3-128-15,1-3 128 0,5 4-160 0,-5-1 160 16,-6 0-192-16,-6 0 192 0,-2-3-144 0,-3 2 144 15,1 1 0-15,2 2-144 0,12-1 144 0,-8 2 0 16,-8 3 0-16,-1-2-128 0,7 1 128 0,-5 1 0 0,-5 6 0 16,-2-1-128-16,6 0 128 0,-7 1 0 0,-5 2 0 0,-3 1 0 15,1 3 0-15,3 2 0 16,2 1 0-16,-3 6 0 0,-3 4 0 0,-1 2 0 0,2 4 0 0,4 1 0 31,5 6-384-31,4-1-64 0,4 3 0 0,4 1 0 16,2 5-1312-16,2-1-272 0</inkml:trace>
  <inkml:trace contextRef="#ctx0" brushRef="#br0" timeOffset="6600.05">11771 5479 14735 0,'0'-3'1312'0,"1"-1"-1056"0,-1 3-256 0,0-1 0 15,-1 2 720-15,0-3 96 0,-1 0 16 0,-2-3 0 16,-1-1 0-16,-4 2 0 0,-1-2 0 15,-2 3 0-15,-3 1-208 0,-1 1-48 16,-1 1 0-16,-2 1 0 0,-1 0 128 0,-3 3 0 0,-2 0 16 0,0 0 0 16,-1 0 400-16,0 3 80 0,-1 0 16 0,-2 2 0 0,0 1-368 0,1 0-64 15,-2 1-16-15,0-2 0 0,2 1-240 0,1 0-48 32,2 1-16-32,-1-1 0 0,-2 5-272 0,0 1-64 0,0 1-128 0,1 0 192 15,3 1-192-15,1 1 128 0,1 0-128 0,0-1 0 0,5-1 0 0,1 3 128 16,2-2-128-16,2-2 0 0,2 3 128 0,1 1-128 15,9-19 176-15,-11 35-176 0,11-35 160 0,-3 38-160 16,3-38 128-16,0 0-128 0,14 50 0 0,-14-50 128 16,0 0-128-16,35 52 0 0,-35-52 208 0,29 31-32 15,-29-31-16-15,32 29 0 0,-32-29 96 0,39 31 0 16,-39-31 16-16,55 37 0 16,-22-16-64-16,4-1-16 0,4-1 0 0,3 2 0 0,5-5 0 0,2-1-16 0,4-1 0 0,5-5 0 31,2-1 80-31,5-2 32 0,2 2 0 0,2-4 0 0,1-3 16 0,2 1 0 0,4 0 0 0,2-1 0 15,1-1-128-15,3-1-32 0,3-3 0 0,2 1 0 16,0 1-144-16,-1-6 160 0,1 2-160 0,-1-4 160 16,1 3-160-16,-3-2 0 15,-6-1 144-15,1-2-144 0,1 0 0 0,-4-1 0 0,-2-2 0 0,-7 1 128 16,-3-1-128-16,-2-1 0 0,0-1 0 16,0-1 0-16,1-2 0 0,-4-1 0 15,-5 2 0-15,-6 2 0 0,-7 0 0 0,-5 3 0 0,-6-1 0 16,-6-2 0-16,-7 0 0 0,-6 0 0 0,-5-2 0 0,-8-1 0 0,-6-2 0 0,-9-2 0 15,-7-2 0-15,-6 2 0 16,-2 3 0-16,-17-3 0 0,-17-2 0 0,-9 0-128 0,10 6-112 0,-15 0-16 16,-16-3 0-16,-12 3 0 0,-7 5 64 0,-6 1 0 15,-3 2 0-15,-2 1 0 16,-1 6-288-16,-5 1-48 0,-3 6-16 0,-5 0-10912 16,1 0-2192-16</inkml:trace>
  <inkml:trace contextRef="#ctx0" brushRef="#br1" timeOffset="23180.79">3369 6920 10127 0,'-2'0'896'0,"0"0"-704"16,-1 0-192-16,1 0 0 0,1 0 1168 0,-1 0 208 0,-2 0 32 0,-3 0 16 0,1 0 592 0,-2 0 112 31,1 2 32-31,2-2 0 0,2 1-416 0,2 1-80 0,3 0 0 0,1 1-16 0,3-1-976 0,1 0-192 16,4 0-32-16,1 1-16 15,-12-3 80-15,32 5 0 0,-32-5 16 0,37 4 0 0,-18-4-208 0,-1 0-32 16,0-2-16-16,-3 0 0 16,1-1-272-16,-2-2 128 0,0 1-128 0,-2-1 0 0,-1 0 0 0,-3 1 0 31,1-3 0-31,-4 4 0 0,0 1 0 0,-2 0 0 0,-1 0-208 15,-1 2 80 1,-1 0-1536-16,-2 2-320 0,1 0-48 0,-2 0-16 0,0 0-992 16,0 3-208-16,-2-2-32 0,-1 1-4864 0</inkml:trace>
  <inkml:trace contextRef="#ctx0" brushRef="#br1" timeOffset="23337.42">3526 6942 911 0,'0'0'0'0,"0"0"0"0,-1 0 0 0,1 0 0 16,-2 2 1200-16,-1-2 144 0,-1 2 48 0,-2 0 0 15,0 3 576-15,-2 0 112 0,3 0 32 0,-2 2 0 16,3 2-208-16,-1-1-48 0,0 5 0 0,1-1 0 15,0 2-640-15,-1 3-144 0,2 0-32 0,-2-3 0 16,2 0-576-16,0 5-112 0,0 2-32 0,-1 3 0 0,0-1-64 0,1 0-32 16,0 3 0-16,0-3 0 0,1-1-224 0,1-1 144 15,0-2-144-15,2-5 128 16,1-5-560-16,1-1-112 0,3-4-32 0,-1-4-10464 16</inkml:trace>
  <inkml:trace contextRef="#ctx0" brushRef="#br1" timeOffset="23742.45">3763 6870 13823 0,'1'2'1216'0,"-1"-2"-960"16,0 3-256-16,0-1 0 0,0 1 1040 0,-1-1 176 16,1 5 16-16,-2 5 16 0,-1 5 352 0,-1 6 80 0,0 1 16 0,-2 2 0 15,1-2-1024-15,0 0-208 0,0 1-32 0,-1 2-16 16,0 1-80-16,0-1-16 0,0 1 0 0,1-4 0 15,0-1-128-15,1-6-48 0,2-3 0 0,0-2 0 16,2-5-144-16,0-2 0 0,2-3 0 0,0-2 0 0,2-2 0 0,0-3 0 16,-1 0 0-16,1-2 0 15,2-2-496-15,-1-2-16 0,1 0-16 0,-1 0 0 16,0 1-288 0,0-1-48-16,0 1-16 0,1 0 0 0,-2 1 560 0,1 2 128 0,0-1 0 0,-1 4 16 0,1-3 176 0,-1 4 256 15,0 1-64-15,1 2-16 0,-2 0 592 0,1 2 112 16,-1 0 16-16,0 3 16 0,0 0 160 0,0 2 16 15,0 2 16-15,0-1 0 0,0 1-464 0,-1-2-112 16,1 3-16-16,0-1 0 0,0-2-144 0,0-1-48 16,2 0 0-16,-1-1 0 15,-1 0-112-15,2-1-16 0,-1-1-16 0,0-1 0 0,0-1-176 0,0-1 0 16,0 2 0-16,-1-4 0 0,1 1 0 0,0 1 0 0,-1-2 0 0,1 0-176 31,1 1-1584-31,0-1-320 0</inkml:trace>
  <inkml:trace contextRef="#ctx0" brushRef="#br1" timeOffset="24103.41">4009 7122 3679 0,'-3'2'320'0,"2"-2"-320"16,0 1 0-16,1 0 0 0,1-1 1776 0,-1 2 272 0,0-1 64 0,1 1 16 16,1 0 240-16,2 2 64 15,1 0 0-15,2 1 0 0,-7-5-1088 0,0 0-192 0,0 0-64 0,39 7 0 16,-29-8-288-16,1-1-64 0,0 0-16 0,1-1 0 15,-1-4-80-15,0 1-32 0,-1 0 0 0,0-1 0 0,-1 0-352 0,-2 0-64 16,-1 0 0-16,-3 0-16 0,-1 2-176 0,-2-2 0 16,-3 2 0-16,-1-1 0 0,-2 2 0 0,-1 2 0 15,-3 0 0-15,-1 0 0 0,-1 2 0 0,-1 2 0 16,0 0 0-16,-1 1 0 16,0 2 0-16,2 1 0 0,-1 2-128 0,2-2 128 15,3 2 0-15,0-1 0 0,-2 2 128 0,2 1-128 16,2 2 480-16,0 0 16 0,0 0 0 0,4 2 0 0,-1-2 160 0,1 2 48 0,2 0 0 0,2-2 0 15,-2-12-64 1,0 0 0-16,0 0 0 0,21 40 0 0,-21-40-320 0,0 0-64 16,0 0 0-16,41 19-16 15,-41-19-240-15,27 3 128 0,-12-6-128 0,0 1 0 0,1 0 0 16,-1-1 0-16,2-2 0 0,0-2 0 16,1 0-336-16,1 0-112 0,0-2-32 0,0 1-15520 15</inkml:trace>
  <inkml:trace contextRef="#ctx0" brushRef="#br1" timeOffset="25316.87">4599 7035 7359 0,'-2'-3'320'0,"0"1"80"0,0 1-400 0,2 1 0 0,-1 0 0 15,1 0 0-15,-1 0 2224 0,-1 0 352 16,-1 0 80-16,0 1 16 0,-1 1 512 0,0 2 96 15,0 1 32-15,0 0 0 0,0 2-1328 0,1 1-256 0,-1 3-48 0,2-2-16 16,-1 3-976-16,0-2-208 0,0 1-32 0,0 1-16 16,-1 2-240-16,0-1-32 0,0 3-16 0,0-2 0 15,0-2-144-15,0 0 128 0,3-2-128 0,-2-1 128 16,2-2-128-16,0-1 192 0,0-2-192 0,1 0 192 16,0-4-192-16,1 0 0 0,1 0 0 0,0-5 0 15,1 2 0-15,1-3 0 0,1 0 0 0,-1-2 0 0,2 1 0 0,0-3 0 16,2 0 0-16,0-3 0 0,0 3 0 0,1-2 0 15,1-2-144-15,2 0 144 0,-1 2 0 0,0 0 0 16,0 5-128-16,-2-2 128 0,-1 4 0 16,0 2 0-16,1-1-128 0,-2 3 128 0,0 1 0 0,-3 3 0 15,2 0 0-15,-2 3 0 0,-1-1 0 16,0 2 0-16,-1 1 0 0,-2 1 0 0,0 2 0 0,-1-1 0 16,0 2 0-16,-1 0 0 0,-1 0 0 0,-1 0 0 15,0 0 0-15,0-1 0 0,-1 1 192 0,0-3-48 16,2 1-16-16,-2-2 0 0,2 0 80 0,0-2 16 15,1-3 0-15,2 0 0 0,0-3-224 0,1 0 176 0,1 0-176 0,1-2 160 16,2-2-160-16,-1-2 0 16,3 0 0-16,-1-2 0 0,3-1 0 0,-1-3 0 0,3 0 0 15,1-5 0-15,0 1-144 0,1 0-16 0,0-1 0 0,0 0 0 16,-3 3-96-16,1 2 0 0,1-2-16 0,-2 2 0 16,0 3 272-16,-2 4 0 0,0 0 0 0,-3 1 0 15,0 3 0-15,-2 2 0 0,-1 1 0 0,-2 3 0 16,-1-2 0-16,-2 1 0 0,0 1 0 0,0 1 0 15,-1 2 0-15,-1-2 128 0,1 2-128 0,0-3 144 16,-2 3-144-16,2-2 0 0,2 1 144 0,-2-3-144 0,0 2 0 16,1-2 128-16,1 1-128 0,0 0 0 0,0-3 0 0,1 0 0 15,1-1 0 1,-1 1 0-16,1 0 0 0,1 1 0 0,-1-1 0 0,1-1 0 0,0 0 0 0,0-1 0 16,0 0 0-16,0 0 0 0,0 2 0 15,0-4 0-15,0 2 0 0,0-1 0 0,1 0 0 0,-1 1 0 16,1-4 0-16,-1 1 0 15,0 0 0-15,1 1 0 0,-1 0 0 0,0-5 0 0,0 3 0 0,0-2 128 16,1 1-128-16,-1 1 0 0,0 1 0 0,1-2 0 16,-1 2 0-16,1-1 0 0,0 2 0 0,-1-1 128 15,1 0-128-15,0 0 0 0,0 0 0 0,0 1 0 0,0-1 0 16,0 1 128-16,-1-2-128 0,0 3 0 16,1-3 128-16,-2 3-128 0,1-1 192 0,0 0-48 0,0 0 0 0,-1 0 0 15,0 1 48-15,0-1 0 0,-1 1 0 0,1-1 0 16,0 2-64-16,-1 0 0 0,0 0 0 0,1 0 0 15,-1 2-128-15,0-1 160 0,-1 2-160 0,2 1 160 16,-2-2-160-16,0 1 0 0,1 1 0 0,-1 1 0 16,1-2 0-16,-1 1 0 15,0 1 128-15,1-3-128 0,1 3 0 0,-1-2 0 0,0 1 0 0,0 1 0 0,0 0 0 16,0-1 0 0,0 3 0-16,1 0 128 0,0 3-128 0,0 0 0 0,0 1 144 0,0-1-144 15,0 4 0-15,1-2 0 16,-1-12 0-16,0 0 128 0,5 33-128 0,-2-25 0 0,1 0 0 0,1-2 0 0,-1-3 0 0,3-2 0 15,0-1 0-15,1-2 0 0,1-3 0 0,1-2 0 16,2-2 0-16,1-1 0 0,0-1 0 0,0 1 0 16,0-2 0-16,-1 0 0 15,0 0-784-15,0-1-80 0,1 0-16 0,-1 0 0 16,0 0-544-16,-1-1-112 0,-1 2-32 0,-1 0 0 16,-2-1 672-16,-1 1 144 0,-1 1 32 0,-4 2 0 0,1 0 448 0,-2 0 80 0,0 1 32 0,-2 2 0 15,1 1 1184-15,-2 1 256 0,0 1 32 0,-1 2 16 31,1-1-1008-31,0 4-320 0,-1 0 160 0,0 1-160 0,1 4 656 0,-2-3 48 0,1 4 16 0,0-1 0 16,-1 2-224-16,1 3-48 0,1 0-16 0,-1 0 0 31,1 0-208-31,0 0-32 0,2 2-16 0,-1-2 0 16,1 0-176-16,1 2 160 0,0 0-160 0,2-2 160 16,0 0-160-16,-2-12 0 0,0 0 0 0,0 0 128 15,0 0-128-15,0 0 0 0,36 31 0 0,-29-32 0 0,2-1 0 0,1 0 0 16,-2-3 0-16,1 0 0 15,0-1-912-15,0 0-112 0,1 0-32 0,0-2-15088 16</inkml:trace>
  <inkml:trace contextRef="#ctx0" brushRef="#br1" timeOffset="25913.75">5238 7047 11055 0,'0'-3'480'0,"-1"0"112"0,0 1-464 0,0 1-128 0,0 1 0 0,1-2 0 16,-1 2 1664-16,0 0 320 0,0-2 64 0,-1 0 16 15,-1 2 208-15,-1 0 32 0,1 0 16 0,0 2 0 16,1 0-464-16,-1 3-80 0,0 2-32 0,1 1 0 16,1 3-736-16,-1 1-160 0,1 2-16 0,-1 3-16 15,1-3-432-15,1 0-96 0,-1 1-16 0,1 3 0 16,0-1-128-16,0-1-16 0,0-16-128 0,0 0 192 16,5 36-192-16,-3-29 0 0,1-2 128 0,0-4-128 15,1-2 0-15,0-1 0 0,-1-3 0 0,1-1 0 16,1-3 0-16,-1 0 0 0,1-2 128 0,0-1-128 15,1-3 0-15,0-1 0 0,-2 2 0 0,1 1 0 0,-1-2 0 0,-1 1 0 16,2 1 0-16,-1-1 0 0,-1-1 0 0,0 4 0 0,0 0 0 16,1 2 0-16,-2 1 0 0,1 2 0 15,0 4 0-15,0 0 0 0,0 2 0 0,-2 0 0 0,2 4 0 0,-2 4 0 16,1 1 208-16,-2 3 0 0,1-1 0 0,-1-3 0 16,0-1-16-16,0 0 0 0,-1 5 0 0,0 2 0 15,0 0-192-15,-1 1 144 0,1 1-144 0,-1-2 128 16,2-4-128-16,-1-1 0 0,0-1 144 0,0-4-144 15,0-2 0-15,0-1 0 0,1-2 0 0,0 1 128 16,0-2-128 0,0-2 128-16,2-2-128 0,0 0 128 0,-1-2-128 0,2-1 0 0,1 0 0 0,1-1 0 15,0-2 0-15,1 0 0 0,0-2 0 0,1 2 0 16,-1 0 0-16,2 0-208 0,-2 1 80 0,2 1 128 0,-1 1-320 16,-1-1 48-16,2 3 16 0,-2 1 0 0,1 1 256 15,-2 4 0-15,1-1-128 0,-2 2 128 0,-1 2 0 0,0-2 0 16,0 3 0-16,0 0 0 15,-1 0 0-15,-2 1 0 0,2 1 0 0,-2 1 0 16,1 1 176-16,-1 3-176 0,1 1 192 0,-2 1-192 0,0 1 288 0,0-2-48 16,0 3-16-16,-1-1 0 15,0 5-48-15,-1 1-16 0,0 0 0 0,1 2 0 0,-1-4-160 0,2-1 0 16,-1-2 144-16,2-2-144 16,1-2 0-16,0-3 0 0,1-1 0 0,0-3 0 0,1 0 0 0,0-3 0 0,1-2 0 0,-1-1-128 31,2-1-1136-16,1-3-208-15,-1 2-64 0,2-3-14768 0</inkml:trace>
  <inkml:trace contextRef="#ctx0" brushRef="#br1" timeOffset="26737.53">5590 6882 911 0,'1'-7'0'0,"0"1"0"0,1 3 0 0,-1 0 0 15,-1 3 2608-15,0 0 432 0,0 0 96 0,0 1 0 0,-1 3-96 0,1 0-32 16,-1 4 0-16,-1 1 0 0,1 4-1088 0,-1 3-208 15,0 0-48-15,0 1-16 0,0 2-656 0,1-2-128 16,-1 2-32-16,0-1 0 0,2 1-176 0,0-1-32 16,-1 2-16-16,1-1 0 0,0-5-256 0,0 0-48 15,0-14-16-15,0 0 0 0,2 32-288 0,-1-23 0 16,0-2 0-16,0-2 0 0,0 0 128 0,-1-3-128 16,1-1 0-16,-1-1 0 0,0-1 128 0,-1-1-128 0,1-1 0 0,-1-1 0 15,0 1 0-15,-1 1 0 0,1-3 0 0,0 0 0 16,-1 3 0-16,1-2 0 0,-1 1 0 0,1 1 0 15,0-1 0-15,1 1 0 0,-1 0 0 0,2-1 0 16,0 0 0-16,1-1 0 0,1-1 0 0,0-2 0 16,2 0 0-16,0 1 0 0,1-2 0 0,2 1 0 15,-1-3 208-15,2 1-16 0,2 0 0 0,1 1 0 16,-1 1 160-16,-1 0 32 0,0 4 0 0,0 1 0 16,0 2-208-16,-2 2-48 0,-1 3 0 0,-7-5 0 15,0 0-128-15,0 0 0 0,0 0 144 0,14 48-144 16,-16-39 0-16,-1 5 0 0,-5 1 0 0,-2 3 0 0,-1-1 0 0,-3-2 128 15,0 1-128-15,0-2 0 16,0-2 0-16,0-3 144 0,2-2-144 0,1-1 0 0,2-2 144 0,1-3-144 16,-1-1 0-16,3-1 144 0,1-3-144 0,0 1 0 15,3-3 0-15,1 0 0 0,0 0 0 0,3-2 0 16,0 1 0-16,2-3 0 0,2 3-256 0,2-2-48 16,1-1 0-16,2 0 0 15,0 4-1552-15,0-2-320 0,2 1-64 0,1 0-16 16,1 1-480-16,0 2-80 0,0 0-32 0,-1 0 0 15,-1 1 1072-15,-2 0 224 0,-1 1 32 0,0 1 16 16,-3 0 848-16,0-2 160 0,-2 1 48 0,-1 2 0 0,-1-3 448 0,-2 1 0 0,0 2 176 0,0 0-48 16,-1-1 1472-16,0 1 288 15,-1 1 64-15,0-1 16 0,1 2 160 0,-2-1 48 0,1 1 0 16,0 0 0-16,1 1-656 0,1-1-128 0,1 1-32 0,0-1 0 16,2 1-208-16,2-1-64 0,0-2 0 0,2 0 0 15,3-2-272-15,0-1-64 0,-2 1-16 0,1-1 0 16,3-2-288-16,1-2-48 0,3 0-16 0,-1 0 0 15,0-3-192-15,-1-1-32 0,0 4-16 0,-3-3 0 16,-1 0-144-16,-1 2 0 0,-1 0 0 0,-3 1 128 16,-3 1-128-16,-1 0 0 0,-2 1 0 15,-3 1 0-15,-2-1 0 0,-1 2 0 0,-1 1 128 0,-3 0-128 0,0 0 0 0,-2 2 0 16,0 4 0-16,0-2 0 0,-1 1 0 0,2 2 0 16,0-1 0-16,0 1 0 0,0 2 0 0,1 3 0 15,1-1 0-15,1 3 0 0,0 0 0 0,3-1 0 16,0-1 0-16,2 2 0 15,1 0 0-15,2 0 0 0,1-2 0 0,-1-10 0 0,0 0 0 16,0 0 0-16,0 0 0 0,34 42 0 16,-34-42 0-16,0 0 0 0,38 7 0 0,-38-7 0 0,27 2 0 0,-11-4 0 15,1-1 0-15,0 0 0 0,-1-3-272 0,1 1-48 0,-1 1 0 16,0-3 0 0,3 0-2432-16,0-1-480 0</inkml:trace>
  <inkml:trace contextRef="#ctx0" brushRef="#br1" timeOffset="27054.5">6200 7022 10127 0,'-1'-4'448'0,"0"3"96"0,0-1-544 0,-1 2 0 16,1 0 0-16,0 0 0 0,0 0 2128 0,0-2 320 0,-1 2 64 0,-2-1 16 15,1 2-224-15,-1-1-64 0,2 0 0 0,1 0 0 16,0 0-848-16,2 0-176 0,1 0-48 0,-1-1 0 0,3 1-640 0,-1 0-128 16,2 0-16-16,-1 0-16 15,3 3-128-15,-2 2-32 0,1-1 0 0,-6-4 0 0,0 0-16 0,0 0 0 16,19 38 0-16,-19-38 0 15,0 0-192-15,10 45 0 0,-10-45 0 0,0 31 0 0,0-31 0 0,0 33 128 32,-2-18-128-32,0-3 0 0,0 0 0 0,-1-3 0 0,1-2 128 0,0-5-128 0,0 1 416 0,0-3 32 15,0-1 16 1,0-3 0-16,0-1 288 0,1-2 48 0,0-3 16 0,1-2 0 16,0 3-400-16,1-5-80 0,2 0-16 0,1-3 0 0,1-1-176 0,2-2-144 15,1 1 192-15,2-2-192 0,0 2 0 0,0 2 0 16,1 1 0-16,-1 2 0 0,1 4 0 0,0 0 0 0,-1 4 0 0,0 1 0 31,-1 4-448-31,1 1-32 0,0 3-16 0,-2-2-16976 0</inkml:trace>
  <inkml:trace contextRef="#ctx0" brushRef="#br1" timeOffset="27450.43">6943 6994 9215 0,'1'-3'400'0,"-1"1"96"0,0 2-496 0,-1-2 0 16,0 2 0-16,-1 0 0 0,0 2 2112 0,-3-2 336 16,-1 2 64-16,-2 1 16 0,-4 1-288 0,0 1-48 15,-1 2-16-15,0 1 0 0,1 1-528 0,1 2-112 16,0 2-32-16,1 0 0 0,2-1-576 0,1 0-112 15,1 0-32-15,2 0 0 0,2-2-272 0,1-1-48 16,3-2-16-16,-2-7 0 0,0 0-256 0,0 0-48 16,0 0-16-16,0 0 0 0,44 12-128 0,-32-17 0 15,1-2 0-15,1-2 0 0,0 0 0 0,0-1 0 0,-1-1 144 0,-2 0-144 16,0 0 0-16,-2 1 0 0,-2 1 0 0,-3-2 0 16,-1 2 0-16,-3 3 0 0,-1 0 0 0,-4 2 0 15,0-1 0-15,-5 3 0 0,-1-1 0 0,-3 0 128 16,1 2-128-16,-1-3 0 0,-1 3 0 0,-1-2 0 15,1 3 0-15,1-2 144 0,0 4-144 0,2-2 0 16,1 4 160-16,3 0-160 0,1-2 128 0,1 0-128 0,1 1 0 16,2 2 0-16,1 0 0 0,1 0 0 0,1-1 0 0,2 0 0 15,2 1-192-15,-4-5-16224 16</inkml:trace>
  <inkml:trace contextRef="#ctx0" brushRef="#br1" timeOffset="27803.86">7458 6866 13823 0,'12'-10'608'0,"-4"0"128"0,-1 4-592 0,-3 0-144 15,-2 2 0-15,-2 2 0 0,0-1 2304 0,0-2 448 0,0-4 64 16,-1 0 32-16,-3-5-640 0,-2 0-128 0,-4 1-32 0,-2 2 0 16,-1 2-832-16,-2 3-160 0,0 0-32 0,-2 5-16 15,1-1-112-15,0 4-32 16,-1 2 0-16,2 2 0 0,1 1-480 0,1 2-80 0,-1 4-32 0,2 0 0 0,0 3-272 0,3 2 0 15,0 2 0-15,2 4 0 16,2 2 0-16,2 5 0 0,2 2 0 0,1-2 0 16,0-31 0-16,5 55 0 0,-5-55 0 0,11 62 0 15,-11-62 0-15,13 52 0 0,-13-52 0 16,17 59 0-16,-17-59 0 0,16 59 0 0,-16-59 0 0,13 54 0 16,-13-54 0-16,6 44 0 0,-6-44 0 0,2 35 0 0,-3-21 128 0,-1-2-128 15,-2-2 0-15,-1 1 0 16,0-3 0-16,-2-4 0 0,1 1 0 0,-2-5 0 0,2 0 0 0,-3-3 0 15,1-1 0-15,-1-1 0 16,-1-2-416-16,-2-3-192 0,2-1-32 0,-2-3-10624 0,-1-1-2128 0</inkml:trace>
  <inkml:trace contextRef="#ctx0" brushRef="#br1" timeOffset="27959.74">7105 7110 6447 0,'3'-8'272'0,"-1"4"80"0,-1 2-352 0,1 0 0 0,-1 1 0 0,1 1 0 16,1 0 2288-16,1 0 384 0,3 1 80 0,3-1 0 15,4 2 752-15,2-2 144 0,2 0 16 0,1 0 16 16,0-2-1728-16,0 1-352 0,1-1-64 0,2-1 0 0,0-1-848 0,-1 1-176 16,-1-2-16-16,-2 3-16 0,0-2-480 0,2 1 0 15,1 0 0-15,1 1-10848 16,1 0-2224-16</inkml:trace>
  <inkml:trace contextRef="#ctx0" brushRef="#br1" timeOffset="29529.84">8022 7046 11967 0,'2'0'1072'0,"0"-2"-864"0,-1 2-208 0,-1-1 0 15,1 1 1248-15,0-2 208 0,0 0 32 0,2-1 16 16,1 1 304-16,1-5 64 16,-1 2 16-16,1 0 0 0,-1-2-544 0,-2 0-128 15,1 1 0-15,-2 0-16 0,0 1-112 0,-1-1 0 0,-1 0-16 16,-2 2 0-16,1-1-176 0,-2 0-48 0,-1 1 0 0,0-1 0 0,-2 0-336 0,1 1-80 15,-2 1-16 1,0-2 0-16,0 3-160 0,0-2-48 0,1 3 0 0,-2-1 0 16,2 2-80-16,-1 0 0 0,2 2-128 0,-1 1 192 0,2 1-192 0,-1 1 0 15,2 2 0-15,0 3 0 16,0-1 0-16,1 0 0 0,0 1 0 0,0 3 0 16,1 0 0-16,0 2 0 0,1 1 0 0,0-4 0 0,1-4 0 0,0 3 0 31,0-11 0-31,0 0 0 0,6 40 0 0,-6-40 0 0,0 0 0 0,0 0 0 0,0 0 0 15,28 40 0-15,-22-37 0 0,0-3 0 0,-1 0 0 0,1-3 0 0,1-1 0 0,0-1 0 16,1-2 0-16,2-3 0 0,0-2 0 0,1-2 0 31,0 0 0-31,0 1 0 0,0-2 0 0,0 0 0 16,1-1 0-16,-1-1 0 0,1 1 0 0,0-1 0 16,-1-1 0-16,-1 1-192 0,-2 0 192 0,-2 0-160 15,1-1 160-15,-4 0-128 0,1 2 128 0,-1 0-128 16,-2-3 128-16,-1 0 0 0,0-1 0 0,-2 2 0 15,0 1 0-15,-1 0 0 0,1 3 128 0,0 4-128 16,0 1 352-16,-1 2 0 0,1 5 0 0,1 0 0 0,0 2-32 0,0 4-16 16,0-2 0-16,-1 6 0 0,1 1-304 0,-1 0 160 15,0 3-160-15,1 2 128 0,0 4-128 0,0 5 0 16,1-23 0-16,0 52 128 0,1-23-128 16,-1-1 0-16,0 1 0 0,-1 1 0 0,1-4 0 0,-1 0 0 15,1-26 0-15,2 45 0 0,-2-45 0 0,0 0 0 16,8 41 0-16,-8-41 0 0,0 0-240 0,0 0-80 15,0 0 0-15,0 0-11456 0,44 24-2272 16</inkml:trace>
  <inkml:trace contextRef="#ctx0" brushRef="#br1" timeOffset="29868.26">8298 6963 9215 0,'0'-4'400'0,"0"3"96"0,1-1-496 0,-1 0 0 0,0 2 0 0,0 0 0 15,0 2 2288-15,0 0 352 16,0 0 80-16,1 3 16 0,1 0-112 0,1-1 0 0,0 2-16 0,1-2 0 15,2 1-1040-15,0-3-208 0,2 1-32 0,1-1-16 0,1-2-736 0,1-2-128 16,0-1-48-16,0-2 0 16,-1 1-272-16,0-3-128 0,1 0 0 0,-1-2 128 0,-1 1-128 0,-2-2 0 15,1 1 0-15,-3-1 0 0,-1 3-176 16,-2-1 176-16,-1 0-128 0,-3 3 128 0,-1-2-128 0,-2 0 128 16,-3 0-128-16,-2 2 128 0,0 0 0 0,-3 1-128 15,0 3 128-15,-2 1 0 0,0 3 0 0,-1 4 0 16,1 3 0-16,-1 1 0 15,1 2 176-15,1 3-48 0,1 2 0 0,0 0 0 0,3 0 192 0,0 1 16 16,2-2 16-16,4-1 0 0,1-2 64 0,3-14 16 0,0 0 0 16,0 0 0-16,17 41-96 0,-17-41-16 0,0 0 0 0,38 11 0 15,-23-10-128-15,2-3-16 0,2-1-16 0,-2-2 0 16,0-2-160-16,1 0 0 0,-1 0 0 0,2-2 0 31,-1 1-1424-31,1-1-224 0,-1-2-32 0,0 3-14000 16</inkml:trace>
  <inkml:trace contextRef="#ctx0" brushRef="#br1" timeOffset="30159.85">8817 6700 9215 0,'-1'-10'816'0,"0"5"-656"0,0 0-160 0,0 2 0 16,0 3 2560-16,0 0 464 0,0 1 112 0,-2-1 0 0,-3 2-384 0,-1-1-96 15,-3 3-16-15,-1 1 0 0,1 5-1296 0,-1-1-256 16,1 3-48-16,0 0-16 0,0 2-192 0,1 3-64 15,2 4 0-15,-3 2 0 0,3 4-224 0,0 6-48 16,-1 3-16-16,3 1 0 0,0-1-208 0,1-3-32 16,1 0-16-16,2-3 0 0,1-30-224 0,0 55 144 15,0-55-144-15,7 64 128 0,-7-64-128 0,8 55 0 16,-8-55 0-16,9 51 0 0,-9-51 0 0,6 39 0 16,-6-39 0-16,0 0 0 0,3 33 0 0,-5-25 0 15,-1-6 0-15,-1 1 0 0,-1-3-240 0,-1-1 32 16,-1-1 0-16,-1-2 0 15,-1-2-1520-15,-1 0-320 0,0-2-48 0,-1-1-8016 0,-1-1-1600 16</inkml:trace>
  <inkml:trace contextRef="#ctx0" brushRef="#br1" timeOffset="30338.84">8490 7024 9839 0,'2'-6'208'0,"0"1"48"15,0 2 16-15,0 3 16 0,-1 0-288 0,2-2 0 0,1-2 0 0,4-2 0 0,3-3 3344 0,3 2 624 0,2-1 112 16,2 2 16-16,1 1-1152 0,2 1-256 0,0 1-32 0,2-2-16 15,2 0-1440-15,-2 0-304 0,0 0-48 0,-1 1-16 0,-1-3-528 0,0 2-112 16,-2-2-32-16,-1 2 0 0,-2 1-160 0,0-2-176 16,0 2 48-16,0-1 0 15,-1 0-1520-15,-2 3-288 0,-2 0-64 16,-1 2-12544-16</inkml:trace>
  <inkml:trace contextRef="#ctx0" brushRef="#br1" timeOffset="30741.77">8924 6911 10991 0,'0'-3'240'0,"0"3"48"0,1-1 16 0,0 0 16 0,0 1-320 0,0 0 0 0,0 1 0 0,1 0 0 0,2 1 3392 0,0 3 640 0,-4-5 112 15,0 0 16-15,0 0-1792 0,0 0-384 0,41 24-64 0,-41-24 0 16,0 0-1024-16,32 7-208 16,-20-5-48-16,-1-4 0 0,1 0-224 0,-1-1-48 0,0-4-16 0,0 0 0 15,0 0-144-15,-3-3-16 0,0-1-16 0,-1-1 0 16,-2 2-176-16,-2-1 0 0,-1 3 0 0,-3 1 0 15,-1-2 0-15,-2 1 0 0,-1 2 0 0,-2-1 0 16,-1 3 0-16,-1 0-176 0,-2 0 176 0,-1 3-192 16,0-1-272-1,1 4-64-15,0-2-16 0,-1 3 0 0,0 2 288 0,1 0 64 0,0 4 16 0,1-2 0 16,0 2 176-16,2 1 0 0,1-2 0 0,0 3 0 16,1-1 144-16,0 1 64 0,0 1 16 0,2 0 0 15,0-2 224-15,1 2 64 0,2-1 0 0,1-2 0 16,1 0-32-16,1-1 0 0,1-1 0 0,-3-7 0 0,0 0-96 0,0 0-32 15,0 0 0-15,0 0 0 0,36 40-176 32,-36-40-48-32,0 0 0 0,0 0 0 0,46 21-128 0,-46-21 0 15,0 0 0-15,47 11 0 0,-47-11 0 0,27 3 0 0,-11-3 128 0,0-1-128 0,1-1 0 0,-1-1-176 16,-1-1 48-16,1-1-17664 31</inkml:trace>
  <inkml:trace contextRef="#ctx0" brushRef="#br1" timeOffset="31270.55">9421 6856 11967 0,'0'0'1072'0,"0"0"-864"16,0 0-208-16,0 0 0 0,0 0 2176 0,-1 0 384 15,0 2 64-15,0-2 32 0,-1 3 304 0,-2-1 64 16,2 1 16-16,-2-1 0 0,-1 0-1264 0,1 0-256 0,1-1-48 0,-1 1-16 16,0-2-768-16,1 2-160 0,-2-2-16 0,-1 0-16 15,1 0-240-15,-2 0-64 0,1 0 0 0,-2 0 0 16,0 0-192-16,0 0 0 0,-1 0 128 0,-2 1-128 15,1 1 0-15,0 0 0 0,1 3 0 0,-1 0 0 16,1 1 0-16,1 2 0 16,-1-1 0-16,2 2 0 0,0 1 0 0,2 2 0 0,0 0 0 0,2 0 0 15,1-1 0-15,1 1 0 0,1-12 128 0,0 0-128 16,0 0 0-16,15 45 144 0,-15-45-144 0,0 0 128 0,0 0-128 16,41 28 0-16,-41-28 0 0,31 4 0 0,-15-4 0 0,1-1 0 15,4-4-192-15,-1-1 192 16,0 0-1920-16,2-6-256 0,3-1-48 15,2-3-13456-15</inkml:trace>
  <inkml:trace contextRef="#ctx0" brushRef="#br1" timeOffset="31501.87">9668 6768 11055 0,'1'-12'480'0,"-1"5"112"0,-1 0-464 0,1 3-128 16,-1 2 0-16,1 2 0 0,-1 0 3264 0,1-1 624 16,-3 1 128-16,-1 0 16 0,-1 3-1184 0,-1 0-240 15,0 3-48-15,0 3-16 0,-1 2-1152 0,1 2-240 16,-1 2-32-16,-1 4-16 0,1 1-608 0,-2 2-128 0,2 0-32 0,-1 1 0 15,3 1-144-15,1-4-48 0,4-20 0 0,-3 34 0 16,3-34-144-16,0 0 128 0,3 38-128 0,-3-38 128 16,0 0-128-16,0 0 0 0,0 0 0 0,0 0 0 15,0 0 0-15,0 0 0 16,0 0 0-16,36 19 0 0,-31-21-192 0,0-3 0 0,-1 0-16 0,2-1 0 16,-2 0-1968-16,1 0-400 0,-1 0-80 0,-1 0-12416 15</inkml:trace>
  <inkml:trace contextRef="#ctx0" brushRef="#br1" timeOffset="31695.83">9467 6877 13823 0,'-7'5'608'0,"1"0"128"0,1-2-592 0,3 1-144 0,1-3 0 16,1 0 0-16,1 1 2144 0,-1 2 400 0,1 2 80 0,-1-6 0 0,0 0 432 0,0 0 80 0,0 0 0 0,38 31 16 16,-24-31-1280-16,3-2-256 0,3-1-48 0,-1-1-16 15,2-1-1056-15,1-2-224 0,-3-1-32 0,0 0-16 16,0 1-224-16,0-3 0 0,0 2 0 0,0 0 0 15,-3 0 0-15,0 1 0 0,1-1 0 0,-2 2 0 47,-1-2-1408-47,-2 4-288 0</inkml:trace>
  <inkml:trace contextRef="#ctx0" brushRef="#br1" timeOffset="31853.68">9894 6797 11055 0,'3'-2'976'15,"0"1"-784"-15,0-1-192 0,-2 2 0 0,0 0 2368 0,1 0 416 16,1-2 96-16,3 0 0 0,1-1-368 0,3 0-80 16,-1 0 0-16,0 2-16 0,-1-2-1584 0,-1 2-304 15,0 0-64-15,0 1-16 0,-2 0-672 0,1-2-144 16,0 2-16-16,-1 0-13360 0</inkml:trace>
  <inkml:trace contextRef="#ctx0" brushRef="#br1" timeOffset="32011.83">9934 6859 9215 0,'-3'2'400'0,"0"0"96"0,1 1-496 0,0 0 0 0,1-2 0 0,0 1 0 15,0 1 2048-15,0 2 320 0,-3 4 64 0,-2 1 16 16,1 4-160-16,-2 0-48 0,1 3 0 16,0-1 0-16,0-1-992 0,0 1-208 0,2-3-32 0,-1-2-16 15,2-1-640-15,2-1-128 0,1-2-32 0,1-2 0 16,1-1-192-16,2-1-160 0,0-3 32 0,2-3-13248 15</inkml:trace>
  <inkml:trace contextRef="#ctx0" brushRef="#br1" timeOffset="32328.02">10063 6870 911 0,'1'2'0'0,"-1"-2"0"16,1 0 0-16,-1 0 0 0,0 1 2816 0,0 1 496 15,0 0 80-15,-1 1 32 0,1-1 64 16,0 5 16-16,-1 2 0 0,1-9 0 0,0 0-640 0,0 36-128 15,0-36-32-15,0 0 0 0,-1 38-2272 0,1-38-432 16,0 0-144-16,0 43 0 0,0-43 496 0,0 0 96 16,3 41 32-16,-3-41 0 0,0 0-240 0,0 0-48 15,0 0-16-15,0 0 0 0,0 0 144 0,0 0 16 16,0 0 16-16,42 20 0 0,-33-28 160 0,1-2 48 16,2-2 0-16,1-2 0 0,0-3-320 0,0 0-64 0,0 1-16 0,0-1 0 15,-1-2-160-15,0 3 160 0,-1-1-160 0,-1 0 160 16,-2 5-160-16,1-2 0 0,-2 5 0 0,0 2 0 15,-2 2 0-15,-1 0 0 0,0 4 0 0,-2 1 0 16,1 1-832-16,-1 1-80 0,-1 1-32 16,0 2-16544-16</inkml:trace>
  <inkml:trace contextRef="#ctx0" brushRef="#br1" timeOffset="32597.55">10300 6970 13823 0,'0'2'608'0,"0"0"128"16,1 1-592-16,-1-1-144 0,1-1 0 0,0-1 0 0,0 2 2592 0,2 0 480 15,2-2 112-15,1 3 16 0,2-1-496 0,2 0-80 16,1-2-32-16,1-4 0 0,1 1-1440 0,2-2-304 16,1-2-48-16,0 0-16 0,0 0-384 0,0-3-80 15,0 1 0-15,-1-2-16 0,-1 3-176 0,-3-4-128 16,-2 3 144-16,-3 0-144 16,0 0 0-16,-5 0 0 0,-1 0 0 0,-4 2 0 15,0 0 0-15,-6 2-240 0,-2 1 32 0,-4 1 0 16,0 4-416-16,-3 3-80 0,-1 0 0 0,-1 6-16 0,-1 2 352 0,2 0 80 15,0 3 16-15,3 0 0 0,0 5 400 0,2-2 96 0,1 4 16 0,2-5 0 16,2 0 592-16,2-3 112 0,3-3 16 16,3-2 16-16,2-9-304 0,0 0-64 15,0 0-16-15,0 0 0 0,34 24-368 0,-21-25-80 16,4 0-16-16,0-3 0 0,-3 3-128 0,4-4 0 0,7 1 0 0,5-6-12272 16,1 3-2480-16</inkml:trace>
  <inkml:trace contextRef="#ctx0" brushRef="#br1" timeOffset="34476.87">11055 6842 19343 0,'-1'0'1728'0,"1"0"-1392"0,0-2-336 0,0 2 0 16,0 0 1344-16,0-2 192 0,0 1 32 0,-1 1 16 31,0-3 224-31,0 1 48 0,-1 1 16 0,1 1 0 0,-1 1-576 0,0 1-112 0,-1 4-32 0,-1 1 0 16,-1 5-384-16,-2 4-96 0,0 3-16 0,-4 5 0 15,-1 0-272-15,-1 2-64 16,0 0-16-16,-2-3 0 0,1-1-176 0,1-1-128 0,1-4 192 0,2-3-192 31,4-3 176-31,0-2-176 0,4-3 160 0,-1-3-160 0,2 1 0 0,1-6 128 16,1 2-128-16,2-5 0 0,0-1 0 0,2-3 0 0,1 0 0 16,0 0 0-16,2-3 0 0,2-2 0 0,0-1 0 0,-1 1 0 15,-1 2 0-15,2-2 0 16,1-2 0-16,1 1 0 0,-1-1 0 15,0-1-128-15,0 1 128 0,0 3 0 0,-1 2 0 0,-1 2 0 16,-1 1 0-16,1 4 0 0,-2 3 0 0,0-1 0 16,-1 2 0-16,0 2 0 0,-2 1 0 0,-4-3 0 15,0 0 0-15,0 0 0 0,0 0 0 0,0 0 0 16,15 47 0-16,-18-33 0 0,0-2 0 0,-3 3 0 0,0-1 0 0,-2 1 0 16,1-2 0-16,-3 0 0 0,2 0 0 15,0-3 0-15,2-3 0 0,0 1 0 0,0-2 0 16,1-1 0-16,0-3 0 0,2 0 0 0,1-1 0 0,2-2 144 15,0-1-144-15,2 0 0 0,1-3 144 0,3-4-144 16,0-1 0-16,2 0 0 0,3-3 0 0,0 0 0 16,1-3 0-16,2-1 0 0,0 0 0 0,-1 1 0 15,0 0-224-15,1 2 32 0,-1 2 16 0,0 0 0 16,0 0 32-16,-1 2 0 0,0 3 0 0,-2 0 0 16,-2 3 144-16,0 1 0 0,-2 3 0 0,-1 0 0 15,-5 0 0-15,0 0 0 0,0 0 0 0,0 0 0 16,3 33 0-16,-6-21 0 0,-2 1 128 0,-1 0-128 0,1 1 128 15,-2-2-128-15,1 2 160 0,-1-2-160 0,2 0 128 0,-1 0-128 16,1-2 0-16,0-1 144 0,0 0-144 16,2-1 192-16,0-2-192 0,1-1 192 0,1 0-192 0,0-2 160 15,2 1-160-15,1-4 160 0,1 0-160 0,0-2 0 16,4-1 0-16,0 0 0 16,3-3-592-16,0-1-112 0</inkml:trace>
  <inkml:trace contextRef="#ctx0" brushRef="#br1" timeOffset="34958.97">11426 6898 10127 0,'0'-3'896'0,"0"2"-704"0,0 1-192 0,0 0 0 15,0 0 1920-15,0 0 336 0,1 0 80 0,0 0 16 16,0 0 144-16,3-2 48 0,0 0 0 0,1-1 0 16,2 0-1088-16,0-1-224 0,2-3-32 0,0 2-16 15,1-4-416-15,-1 2-64 0,2-1-32 0,-2 1 0 16,-1-2-368-16,1-1-80 0,-1 1-16 0,-2 2 0 15,0-3-208-15,-3 3 176 0,-1 0-176 0,-2 0 160 0,-2 4 96 0,-2 1 0 16,-2 2 16-16,-3 1 0 0,0 2-144 0,-2 5-128 16,-2 1 192-16,-2 3-192 0,0 0 160 0,-1 2-160 15,1 3 128-15,-1-1-128 0,1 3 0 0,1-2 0 16,0 2 0-16,3-4 0 16,4-2 0-16,0 0 0 0,2 1 0 0,5-14 0 15,-4 23 0-15,4-23 0 0,0 0 0 0,0 0 128 16,0 0-128-16,0 0 0 0,0 0 0 0,37 17 0 0,-25-22 0 0,1-2 0 15,1-2 0-15,0 1 0 0,0-1 0 0,0-1-144 16,-1 1 144-16,-1 2-160 0,-1-1-96 16,-2-1-32-16,0 0 0 0,-1 1 0 15,-3 2 112-15,-1 3 32 0,-1-2 0 0,-1 3 0 0,-1 0 144 0,-2-1 0 16,-1 3 0-16,-1 0 0 0,0 0 128 0,1 3-128 0,-2-1 128 16,-1 0-128-16,1 1 224 0,1 2-32 0,-1 1 0 0,1 0 0 15,1 0 144-15,1 2 32 0,1-8 0 0,0 0 0 16,0 0-96-16,0 0-16 0,5 36 0 0,-5-36 0 15,0 0-16-15,0 0-16 0,0 0 0 0,0 0 0 16,37 18-16-16,-37-18 0 16,0 0 0-16,29-2 0 0,-19 0-208 0,1-1 0 0,0 0 0 0,1-1 0 15,1-1-448-15,0-1-144 0</inkml:trace>
  <inkml:trace contextRef="#ctx0" brushRef="#br1" timeOffset="35447.5">11827 6869 13823 0,'0'-1'1216'0,"0"-1"-960"0,1 0-256 0,-1 1 0 15,1-1 1584-15,-1 0 272 0,1-1 48 0,0-2 16 0,1-2 400 16,0-2 96-16,1-1 16 0,-1-1 0 0,0 2-848 0,0-2-176 0,0 2-16 0,-2 2-16 16,0-1-672-16,-1 0-144 0,-2 2-32 0,-1 2 0 15,0 1-128-15,-1 4-16 0,-1 2-16 0,-2 1 0 16,2 3-176-16,-3-1-16 0,-1 3-16 0,-1 2 0 15,-3 3-160-15,1 0 0 0,0 3 0 0,0-1 128 32,3 1-128-32,1-1 0 0,2 1 0 0,2-3 0 0,5-14 0 0,-5 26 0 0,5-26 0 0,0 0 0 15,0 0 0-15,0 0 0 0,0 0 0 0,33 22 0 16,-21-25 0-16,0-1 0 0,0-4 0 0,0 2 0 16,0-2 0-16,0 1 0 0,0-2 0 0,-1-1 0 0,-2 4 0 15,0-1 0-15,-2 1 0 0,-1 1 0 0,-2-1 0 0,-1 1 0 31,-1 2 0-31,-1 1 0 0,0 2 0 0,-2 1 0 16,-1 0 0-16,-1 4 0 0,0 0 0 0,0 2 0 16,-1 2 0-16,-1 3 0 0,5-12 160 0,-8 33 0 15,3-15 0-15,5-18 0 0,-7 37 48 0,3-21 16 16,4-16 0-16,-6 38 0 0,2-18-224 0,0-1 0 16,0-1 128-16,-1 1-128 0,0 1 128 0,-1-2-128 15,-1 1 176-15,-2-4-176 0,0-1 240 0,-1-2-64 16,-3-1-16-16,-1-1 0 0,-3 1 16 0,-1-2 0 0,-1-1 0 15,-1-3 0-15,-3 2-176 0,1-4 0 0,0-1 144 0,0-2-144 16,2 0 0-16,2 0 0 0,1-4 0 0,2 1 0 16,3-2 0-16,2-2 0 0,2 0-176 0,3-3-12096 15,2 1-2416-15</inkml:trace>
  <inkml:trace contextRef="#ctx0" brushRef="#br1" timeOffset="35895.67">12072 6806 16575 0,'0'0'1472'0,"0"0"-1168"16,0 0-304-16,0 0 0 0,0 0 1536 0,0 0 256 15,0 0 64-15,0 0 0 0,0 0 0 0,14 45 0 16,-18-33 0-16,-1 0 0 0,-2 0-608 0,1 0-112 0,-1 2-32 16,1 0 0-16,0 0-144 0,1-2-48 0,0 0 0 0,0 0 0 15,2 0-240-15,-1-1-48 0,0 1-16 0,0 0 0 16,-1-1-352-16,1 0-80 0,1-1-16 0,-1-1 0 15,1-1-160-15,0-2 128 0,1 1-128 0,2-4 128 16,0 1-128-16,0-3 0 0,1-2 0 0,1 1 0 16,1-4 0-16,1 1 0 15,0-4 0-15,3-2 0 0,1 0-320 0,1-4-64 0,1 1 0 0,0-2 0 16,1 0-1504-16,0 0-304 0,1-1-64 0,0-4-16 31,-1 0 432-31,-2 0 96 0,-2 1 16 0,0 3 0 0,-2-2 1184 0,1 1 240 0,-2 2 48 16,1 2 16-16,-1 0 672 0,-1 5 128 15,0 2 16-15,0 3 16 0,0 0 1136 0,0 2 208 0,-3 0 48 0,0 0 16 16,0 0-464-16,0 0-80 0,0 0-32 0,0 0 0 16,14 44-720-16,-14-44-160 0,0 0-32 0,1 43 0 15,-1-43-336-15,-1 33-176 0,1-33 160 0,-4 31-160 16,4-31 128-16,-6 31-128 0,2-17 0 0,-1-3 144 0,0-2-144 16,1-1 0-16,-1 1 0 0,1-3 0 0,2-1 0 0,0-1 0 15,1-1 128-15,0-3-128 0,2 0 0 0,1-3 0 16,1 1 0-16,2-3 0 15,0 0-576-15,0-1-112 0,3-2-16 0,0-3-16512 0</inkml:trace>
  <inkml:trace contextRef="#ctx0" brushRef="#br1" timeOffset="36242.6">12296 6906 7359 0,'-1'2'656'0,"0"-2"-528"0,1 2-128 0,0-2 0 0,0 1 2560 0,0 1 464 16,1-2 112-16,0 2 0 0,-1-2 96 0,0 0 16 0,0 0 0 0,0 0 0 0,0 0-1456 15,0 0-272-15,42 13-64 0,-42-13-16 0,22-1-720 0,-22 1-144 16,22-4-16-16,-10 1-16 16,-1 1-400-16,1-3-144 15,-1 0 0-15,0 1 144 0,0 1-144 0,-2-3 0 0,0 0 0 0,-1-1 0 16,-2 2 0-16,0-3 0 0,-3 0 0 0,0-1 0 0,-1 1 0 0,-3 1 0 31,-3 0 0-31,0-2 0 0,-2 4 0 0,-2-2 0 0,-1 3 0 0,-3 1 0 16,2 3 0-16,-2 0 0 0,-2 4 0 0,-1 3 0 15,0 1-128-15,-1 5-16 16,1-1 0-16,1 3 0 0,1 1-32 0,2 2 0 16,2 2 0-16,0-3 0 0,4-1 176 0,5-16 0 0,-4 29 128 15,4-29-128-15,0 0 320 0,0 0-16 0,0 0 0 0,36 35 0 16,-36-35-176-16,27 1-128 0,-27-1 144 0,31-3-144 16,-15 1 0-16,-1-2-320 0,2-2 64 0,0 2 0 31,-1-4-1728-31,1 1-320 0</inkml:trace>
  <inkml:trace contextRef="#ctx0" brushRef="#br1" timeOffset="36717.47">12686 6707 15663 0,'4'-7'688'0,"-2"2"144"0,0 2-656 0,-2 1-176 16,1 0 0-16,-1 2 0 0,0 0 1936 0,0 2 368 15,1-2 64-15,-1 5 0 0,-2 2-144 0,1 2-48 16,-2 3 0-16,3-12 0 0,-7 31-976 0,3-12-208 15,-2 0-32-15,1 2-16 0,-1 0-496 0,0 1-112 16,2-3-16-16,4-19 0 0,-8 40 16 0,8-40 0 16,-3 33 0-16,3-33 0 0,0 0 16 0,1 36 0 15,-1-36 0-15,0 0 0 0,0 0-352 0,0 0 144 16,0 0-144-16,0 0 0 0,19 38 0 0,-14-38 0 16,0 0 0-16,2-2 0 0,0-1 0 0,0-1-224 0,1 0 32 15,-2-2 16 1,0-1-1040-16,0 0-192 0,-2 0-64 0,-1-3 0 15,0 1-1232-15,-2-1-256 0,0 1-48 0,-2-3-16 16,-1 0 32-16,-2-2 16 0,1 0 0 0,-1 2 0 16,-2 0 1168-16,0 0 224 0,-2 0 48 0,-1 3 16 15,0 4 688-15,-2 0 144 0,-1 3 32 0,0 2 0 0,0 2 208 0,-1 3 32 0,1-3 16 0,1 4 0 16,1-1 1008-16,2 1 208 0,1 1 32 0,2-4 16 16,1 4 1280-16,1-3 256 0,3-1 48 0,1 1 16 15,-1-4 592-15,0 0 112 0,0 0 32 0,27 1 0 16,-15-4-256-16,1 0-64 0,2-1 0 0,1-1 0 0,3-2-1344 15,1 2-256-15,3-2-64 0,-2 0-16 0,0 0-784 0,0 2-160 16,0-2-16-16,-1 2-16 16,-1 0-224-16,-1 2 0 0,-2 0 0 0,-1 0 0 15,-3-1 0-15,-1 3 0 0,0-1 0 0,-11 2 0 16,15-2-1200-16,-9 2-176 0</inkml:trace>
  <inkml:trace contextRef="#ctx0" brushRef="#br1" timeOffset="37080.71">13067 6742 16527 0,'1'0'352'0,"-1"-1"80"0,1 0 16 0,0 1 32 0,-1 0-480 0,0 0 0 0,-1 0 0 0,0 0 0 15,0 0 3968-15,-1 1 704 0,-1 0 144 0,-3 1 32 16,0-1-3520-16,-3 3-704 0,1-1-144 0,-1 1-32 16,-1 2 432-16,0 0 80 0,0-1 0 0,-1 1 16 15,1 2-464-15,-1-1-80 0,-1 1-32 0,2-1 0 16,1 2-192-16,1 1-32 15,2-1-16-15,2-2 0 0,4-7-32 0,0 0 0 0,0 0 0 0,0 0 0 16,0 0-128-16,0 0 0 0,25 40 0 0,-25-40 0 16,0 0 0-16,31 8 0 0,-31-8 0 0,0 0 0 15,38 14 0-15,-38-14 0 0,0 0 0 0,32 12 0 0,-32-12 0 0,0 0 0 16,0 0 0-16,0 0 0 0,0 0 0 0,0 0 0 16,0 0 0-16,16 36 0 15,-22-31 0-15,-4 1 0 0,-1 1 128 0,-3 0-128 0,-1 0 0 0,-1-2 0 16,-1 0 0-16,0-1 128 0,2-1-128 0,-1-3 0 15,-1 2 0-15,1-3 0 16,2 0-256-16,1-2-64 0,2 1-32 0,2 1-17888 0</inkml:trace>
  <inkml:trace contextRef="#ctx0" brushRef="#br1" timeOffset="39305.23">13526 6792 2751 0,'1'-2'256'0,"0"2"-256"16,0 0 0-16,0 0 0 0,1 0 3680 0,-1 0 688 31,1 0 144-31,0 0 32 0,2 0-1408 0,2 0-256 0,-6 0-64 0,0 0-16 16,26 2-1184-16,-26-2-224 0,0 0-48 0,28 0-16 0,-28 0-784 0,0 0-160 0,0 0-16 0,27 3-16 47,-22-2-672-47,-2 2-128 0,0-2-16 0,-3 1-9696 0,0 2-1936 0</inkml:trace>
  <inkml:trace contextRef="#ctx0" brushRef="#br1" timeOffset="39447.58">13528 6907 11967 0,'0'1'528'0,"0"-1"112"0,1 2-512 0,0-1-128 0,0 1 0 0,1-2 0 15,0 0 1840-15,0 2 336 0,-2-2 64 0,0 0 0 0,0 0 0 16,0 0 0-16,39 13 0 0,-39-13 0 16,0 0-976-16,0 0-208 0,35 9-32 0,-35-9-16 0,0 0-1008 15,0 0 0-15,29 0-144 0,-21-3-13856 16</inkml:trace>
  <inkml:trace contextRef="#ctx0" brushRef="#br1" timeOffset="39784.12">13995 6721 7359 0,'2'0'656'0,"1"-3"-528"0,-1 3-128 0,0 0 0 15,-1-2 1920-15,1 2 336 0,1-1 80 0,3-2 16 16,3 0 784-16,1 0 176 0,1 0 16 0,-1 0 16 0,1 1-976 0,-1-1-208 15,2 1-48-15,0 1 0 16,1-1-880-16,1 2-176 0,0-2-32 0,1 0-16 0,-1 1-496 0,4-3-112 16,6 1-16-16,2-1 0 15,0 1-128-15,0 0-16 0,2 0-16 0,2 0 0 16,-1-2-224-16,-1-1 128 0,-1-2-128 0,-1 1 0 16,-2-1 0-16,0 4 128 0,-4-4-128 0,-2 4 0 15,-2-1 0-15,-3 2 0 0,-2 0 0 0,-2 2 0 16,-3-1 0-16,-2 2 0 0,-2 0 0 0,-2 0 0 15,-1 0-1088-15,-1 2-96 0,-1-1-32 0,-2 2-10304 16,-2 0-2048-16</inkml:trace>
  <inkml:trace contextRef="#ctx0" brushRef="#br1" timeOffset="40007.11">14510 6633 8287 0,'-1'-2'368'0,"1"0"80"0,0 1-448 0,-1 1 0 0,1 0 0 0,0 0 0 16,0 0 2080-16,0 0 336 0,0 1 64 0,-2 1 16 15,0 1 256-15,-2 1 48 0,0 0 16 0,0 1 0 16,-2 2-976-16,0-1-192 15,-2 2-48-15,0 0 0 0,-1 2-640 0,-2 1-128 0,2-2-16 0,-2 3-16 16,-1 2-272-16,-2 3-48 16,0 0-16-16,0-1 0 0,-1 2-128 0,1 2-16 0,0 0-16 0,-1-1 0 0,-1 2 0 0,1 0 0 15,1-2 0-15,2-2 0 0,2-1-304 0,2-3 0 16,1-2 0-16,2-1 0 0,5-10 0 0,-8 17-192 16,5-11 0-16,1-4 0 15,0 1-960-15,1-1-176 0,0-2-32 0,1 0-14720 0</inkml:trace>
  <inkml:trace contextRef="#ctx0" brushRef="#br1" timeOffset="40257.36">14249 6712 8287 0,'0'-5'736'0,"1"2"-592"0,-1 2-144 0,0 2 0 15,0-1 1888-15,1 2 352 0,-1-2 64 0,1 0 0 0,0 3 624 0,1 0 112 0,-2-3 32 0,0 0 0 31,0 0-848-31,17 41-176 0,-17-41-16 0,0 0-16 16,25 46-704-16,-25-46-144 0,21 33-16 0,-21-33-16 0,25 32-496 0,-25-32-80 0,0 0-32 0,37 43 0 16,-37-43-272-16,26 29-64 15,-26-29-16-15,23 34 0 0,-23-34-176 0,21 36 0 16,-21-36 0-16,0 0 128 0,29 45-128 0,-29-45 0 0,0 0 0 16,20 40 0-16,-20-40-240 15,0 0-16-15,0 0-16 0,22 40-11904 0,-22-40-2384 0</inkml:trace>
  <inkml:trace contextRef="#ctx0" brushRef="#br1" timeOffset="40525.14">14090 7125 14735 0,'-4'1'640'0,"2"1"160"0,0-2-640 0,2 1-160 0,0-1 0 0,1 0 0 16,1 2 1872-16,-1-2 352 0,-1 0 64 0,0 0 16 15,0 0 96-15,38 0 32 0,-38 0 0 0,38-3 0 16,-12 0-384-16,3-2-80 0,5 2-16 0,1-2 0 16,1 3-1120-16,1 0-208 0,3-1-48 0,-1 0-16 15,0 0-416-15,-2 0-144 0,-1 0 0 0,2 0 144 16,1 1-144-16,1 2 0 0,-1 0 0 0,-1 0-18192 15</inkml:trace>
  <inkml:trace contextRef="#ctx0" brushRef="#br1" timeOffset="43477.66">15066 6890 9215 0,'-4'2'816'0,"1"-2"-656"16,1 0-160-16,2 0 0 0,0 2 816 0,0-2 128 15,-3 0 16-15,-1 1 16 0,-1 0 752 0,1-1 128 16,0 2 48-16,1-2 0 0,2 0-48 0,2 0-16 0,1-2 0 0,3 1 0 16,1-2-176-16,4 0-16 0,2 1-16 0,2-3 0 15,5 0-496-15,2-2-112 0,6 0 0 0,3 0-16 16,-1-2-208-16,2 2-32 0,5-1-16 0,2 2 0 15,2 0-304-15,2 0-64 0,1 1-16 0,-3 2 0 16,1 1-240-16,-5 0-128 0,-1 0 160 0,-4 1-160 16,-2 1 0-16,-1-2 0 0,0 1 0 0,-3 0 0 15,-3 1 0-15,-3-1 0 0,-1 1 0 0,-5 0 0 16,-13 0-320-16,18 0-128 16,-14 0 0-16,-2-2-11120 0,-2 2-2208 0</inkml:trace>
  <inkml:trace contextRef="#ctx0" brushRef="#br1" timeOffset="43790.25">15645 6647 8287 0,'-2'-2'736'0,"0"-1"-592"16,2 1-144-16,0 0 0 0,0 2 1536 0,0-2 288 16,0-1 48-16,-1-1 16 0,0 1 656 0,1-2 128 15,2 0 16-15,2 2 16 0,0 0-480 0,2 3-112 16,1 0 0-16,2 2-16 0,3-1-656 0,1 0-128 15,-13-1-32-15,32 8 0 16,-32-8-432-16,37 9-80 0,-37-9-32 0,42 9 0 0,-42-9-384 0,43 14-80 0,-43-14-16 16,45 11 0-16,-45-11-96 0,39 11-32 15,-39-11 0-15,36 9 0 0,-36-9 0 0,0 0 0 0,43 17 0 16,-43-17 0-16,0 0-128 0,0 0 0 0,0 0 0 0,0 0 128 16,15 40-128-16,-23-30 0 0,-4 0 0 0,-5 4 0 15,-2 2 0-15,-3-2 0 0,-3 3 128 0,-3 2-128 16,-1 0 0-16,1 0 0 0,-1-1 0 15,2-1 0-15,2 0 0 0,0-3 0 0,1 0 0 0,3-2-18496 16</inkml:trace>
  <inkml:trace contextRef="#ctx0" brushRef="#br1" timeOffset="44726.01">16831 6648 10127 0,'-3'0'896'0,"1"0"-704"0,1 0-192 0,0 0 0 15,1-1 1312-15,0 1 224 0,0-2 64 0,-1 2 0 16,1-3 320-16,0 0 80 0,2 0 16 0,1 0 0 0,2 1-160 0,2-1-16 15,1 1-16-15,2 0 0 0,2-1-368 0,2 3-80 16,2 0-16-16,2-2 0 0,2 2-464 0,3 0-80 16,2 0-32-16,-1 0 0 0,1 0-400 0,0-3-96 15,0 0-16-15,0-2 0 0,0-1-272 0,-1 0 0 16,-3 0 128-16,0-1-128 0,-2-1 0 0,-1 2 0 16,-3-1 0-16,-4 3 0 0,-3 1 0 0,-2 1 0 15,-3 1 0-15,-2-1 0 0,-2 1 0 0,-2 1 0 16,-2 1 0-16,-1 1 0 15,-2 1-544-15,1 0-16 0,-1 1 0 0,1-2 0 16,0-1 48-16,1 1 16 0,1 0 0 0,1-2 0 0,0 0 496 0,0 0 0 0,2-2 0 16,1 0 0-16,-1 1 0 0,0-1 0 0,1 0 0 0,0-1 0 15,1 3 0-15,-1-2 0 0,1 4 160 0,-2-2-160 16,1 3 384-16,-1-1-16 0,1 0 0 0,-1 3 0 16,-1 1 48-16,-1 0 16 0,1 1 0 0,-1 3 0 15,-1-3-160-15,0 4-16 0,-3-1-16 0,1 2 0 16,-2 2-240-16,0 0 144 0,0 3-144 0,-1 0 128 15,-1-1-128-15,1 1 128 0,1 2-128 0,0-1 128 16,-1-1-128-16,-1 2 0 0,0 3 144 0,0 1-144 16,0-2 0-16,0 1 0 0,3-3 0 0,1 0 0 0,1-2 0 15,3-4-160-15,0-3 16 0,1-5 0 16,2 0-1648-16,1-3-336 0,0-2-64 0,1-2-7968 16,1-1-1584-16</inkml:trace>
  <inkml:trace contextRef="#ctx0" brushRef="#br1" timeOffset="44991.51">17001 6792 5407 0,'-7'-19'0'0,"2"5"224"0,1 2-64 0,1 5 16 0,1 3-176 16,0 1 0-16,0 0 0 0,0-1 0 0,-2-6 1920 0,-1 0 368 0,0 1 64 0,2 0 16 15,1 2-16-15,2 4 0 16,2 1 0-16,2 0 0 0,1 0-64 0,2 2-16 0,1 2 0 16,1 0 0-16,-9-2-544 0,0 0-96 0,38 7-32 0,-38-7 0 15,0 0-720-15,44 9-160 0,-44-9-16 0,0 0-16 16,46 17-304-16,-46-17-64 0,0 0-16 0,38 31 0 15,-38-31-176-15,0 0-128 0,34 47 192 0,-34-47-192 16,21 38 128-16,-21-38-128 0,20 41 0 0,-20-41 0 16,19 36 0-16,-19-36 0 0,0 0 0 15,28 42 0-15,-28-42 0 0,0 0 0 0,0 0 0 0,42 21 0 16,-42-21-176-16,0 0-80 0,28-2-32 0,-21-1-11488 16,-4 1-2288-16</inkml:trace>
  <inkml:trace contextRef="#ctx0" brushRef="#br1" timeOffset="45274.65">16932 7039 1839 0,'-9'2'160'0,"3"-2"-160"0,1 2 0 0,2-2 0 0,1 1 1200 0,1-1 208 15,1 0 32-15,-2 0 16 0,-1 2 720 0,-1-2 160 16,2 1 32-16,-1 0 0 0,1-1-544 0,3 0-96 15,0-1-32-15,2 0 0 0,1-1-144 0,1 1-16 16,2-3-16-16,1 3 0 16,-2-1 96-16,4 1 32 0,3-2 0 0,4-2 0 0,4 2-176 0,1 1-16 15,0-3-16-15,1 1 0 0,1 3-672 0,1-2-144 16,0 2-32-16,1-3 0 0,1 3-336 0,0-1-80 16,0 1-16-16,-2 1 0 0,-1 0-160 0,1 0 160 0,-1 1-160 0,-24-1 160 15,40 7-160-15,-40-7 0 0,0 0 0 0,36 9 0 16,-31-9 0-16,-3 3-176 0,-2-1 48 0,-3 0-18112 15</inkml:trace>
  <inkml:trace contextRef="#ctx0" brushRef="#br1" timeOffset="47734.53">17636 6889 4607 0,'-1'0'400'0,"0"0"-400"0,1 0 0 0,0 0 0 16,-1 0 928-16,1-2 96 0,0 2 32 0,-1-2 0 15,1 1 224-15,-1-2 64 0,0-1 0 0,2 0 0 16,0 0 160-16,0 1 32 0,1-2 16 0,0 0 0 15,-1 0-176-15,0 0-32 16,1 1-16-16,0-1 0 16,-1 0-352-16,1-1-64 0,-1 0-16 0,1 2 0 0,0-4-304 0,-1 2-64 0,1-2-16 0,1 2 0 15,0 0-160-15,1-2-32 0,1 0-16 0,1-2 0 16,1 1-96-16,0 2-16 16,1-2 0-16,-1 2 0 15,3 1-32-15,-2 2-16 0,1-3 0 0,0 3 0 16,1-1 176-16,-2 2 48 0,1 0 0 0,0 1 0 0,-1 0 192 15,0-1 32-15,-1 1 16 0,-1 2 0 0,1 0-160 0,-2-2-16 16,1 2-16-16,0-1 0 0,-2 1-96 0,1 0-32 16,0 0 0-16,-1 0 0 0,1 1-48 0,-2-1-16 0,2 2 0 15,0 0 0-15,-2-2-16 0,2 3 0 0,-1 1 0 0,0-1 0 16,-4-3-48-16,0 0-16 0,0 0 0 0,0 0 0 16,18 40-16-16,-18-40-128 0,0 0 192 0,0 0-64 15,17 41-128-15,-17-41 160 16,0 0-160-16,0 0 160 0,29 40-160 0,-29-40 128 0,0 0-128 0,36 12 128 15,-36-12 64-15,29 0 16 0,-13-3 0 0,1-2 0 16,0-2-32-16,2-2-16 0,0-1 0 0,1-2 0 16,-2 3-160-16,-2-3 0 0,0 0 0 0,-2 1 128 15,-1 1-128-15,-1 0 0 0,-2-1 0 0,-1 2 0 16,-1 1-384-16,-2-2 0 0,-1 1 0 0,0 2 0 16,-3 0-1920-16,2 0-384 0</inkml:trace>
  <inkml:trace contextRef="#ctx0" brushRef="#br1" timeOffset="48558.89">18579 6567 6447 0,'-1'-3'576'0,"0"1"-576"15,1 2 0-15,0-2 0 0,0 2 1216 0,0 0 128 16,-1-3 16-16,0-1 16 0,0 0 496 0,0 1 112 15,0-3 0-15,0 3 16 0,1 2-192 0,0-1-32 0,0 0-16 16,0 2 0-16,0 0-288 0,0 0-64 0,1 2-16 16,-1 2 0-16,0-1-368 0,0-3-80 15,0 0-16-15,0 0 0 0,-2 37-320 0,2-37-64 0,-2 29-16 0,2-29 0 16,-2 33-160-16,2-33-48 0,-3 38 0 0,3-38 0 16,-5 43 16-16,5-43 0 0,-5 41 0 0,5-41 0 15,-6 35-192-15,6-35-144 0,-3 34 192 0,3-34-192 16,-2 27 0-16,2-27 0 0,0 0 0 0,-3 27 0 15,3-22 0-15,-1 0 0 0,1-2-208 0,-1 0 80 16,2-3-1168-16,-1 0-240 0,0-2-32 0,1-1-13488 16</inkml:trace>
  <inkml:trace contextRef="#ctx0" brushRef="#br1" timeOffset="49081.79">18518 6581 911 0,'-5'-3'0'0,"1"1"0"16,1 1 0-16,1 0 0 0,1 1 1344 0,0 0 176 16,0-2 32-16,0 2 16 0,-2-2 320 0,1-1 64 0,0 0 16 0,1 1 0 15,2-3-48-15,1 0-16 16,2 1 0-16,3-3 0 0,1 2-464 0,2-2-96 0,2 1 0 0,1-2-16 16,2 3-320-16,1-2-64 0,-1 2-16 0,-1 1 0 15,3 1 96-15,-1 3 32 0,-16 0 0 0,33 2 0 16,-33-2-320-16,0 0-64 0,40 17-16 0,-40-17 0 15,0 0-464-15,0 0-192 0,31 36 176 0,-31-36-176 16,0 0 0-16,0 0 128 0,-1 38-128 16,-5-29 0-16,0 0 0 0,-3-1 128 15,-1 1-128-15,-1-2 0 0,-1-2 128 0,-2 3-128 0,1-2 0 0,-2 0 0 16,1 0 128-16,-2-1-128 0,0-1 0 0,-2 1 0 16,2 0 0-16,-1-3 0 0,1 1 0 0,1-1 0 0,2 0 0 0,2 1 128 15,2-3-128-15,2 2 0 0,0-2 0 0,2 2 0 16,3-2 128-16,1 0-128 0,2 0 0 0,2 0 0 15,3 0 0-15,1-2 0 16,3 0 0-16,2-1 0 0,1 1-128 0,2-1 128 0,0 1 0 16,2 2 0-16,0 0 0 0,-17 0 0 0,36 2 0 15,-36-2 0-15,39 8 0 0,-39-8 0 0,38 10 0 0,-38-10 0 16,33 16-128-16,-33-16 128 16,0 0 0-16,36 26 0 0,-36-26 0 0,0 0 0 15,0 0 128-15,15 38-128 0,-17-31 0 0,-2 2 144 16,-4-1 112-16,-2 1 32 0,-4 0 0 0,-3 1 0 0,-1 0 32 15,-2-1 0-15,-1 0 0 0,-1 1 0 0,1-3-320 0,-1 0 0 0,1 0 0 16,1-2 0-16,4-1 0 0,0 0 0 0,4 0 0 0,2-4 0 16,1 0 0-16,3-2 0 15,1-1 0-15,1 0 0 0,3-1-352 0,1-3-80 0,1 0-16 16,3-1-15920-16</inkml:trace>
  <inkml:trace contextRef="#ctx0" brushRef="#br1" timeOffset="49476.24">19021 6578 1839 0,'12'-6'0'0,"-4"-2"160"0,-1 2-160 0,0 3 0 16,-5 1 0-16,0 1 0 0,1-1 1360 0,2 0 240 15,2-6 64-15,1 2 0 0,2-2 576 0,-2-1 128 16,-2 4 32-16,-2-2 0 0,-1 2 16 0,-2 3 0 16,-2-3 0-16,0 3 0 0,-2 2-688 0,0 0-144 0,-3 0-32 0,0 2 0 15,-1 3-368-15,-2-2-80 0,0 4-16 0,-2-1 0 16,-2 2-272-16,0 2-64 0,0 4-16 0,-2 2 0 16,0 1-176-16,-2 4-48 0,2-2 0 0,0 2 0 31,4-1-128-31,1 1-48 0,1 2 0 0,3-1 0 0,6-22-128 0,-1 36-16 15,1-36-16-15,0 0 0 0,24 49-176 0,-24-49 0 0,0 0 0 0,44 32 128 16,-44-32-128-16,39 13 0 0,-39-13 0 0,46 8 0 0,-22-6 0 16,1-2 0-16,-1-3 0 0,-1-1 0 15,0 1-688-15,1-2-112 0,1-2-32 0,-1 0-16576 16</inkml:trace>
  <inkml:trace contextRef="#ctx0" brushRef="#br1" timeOffset="49981.04">19368 6570 11055 0,'-5'-1'480'0,"1"1"112"0,1 0-464 0,1 0-128 15,1 0 0-15,0 0 0 16,1 0 2000-16,-1 0 384 0,0-2 80 0,1 2 16 0,1 0 240 0,2-2 48 16,2 1 16-16,0-1 0 0,4 2-896 15,0-2-176-15,2-1-48 0,1 1 0 16,2 0-736-16,1 1-160 0,0 1-16 0,0 0-16 0,-15 0-352 0,26 3-64 0,-26-3 0 0,0 0-16 15,0 0-304-15,33 20 0 0,-33-20 128 0,0 0-128 16,0 0 0-16,-2 35 0 16,-5-23 0-16,-3 0 0 0,-3 2 0 0,0 0 0 0,-3 0 0 15,-1 0 0-15,-1-2 0 0,1 0 0 0,-1 0 0 16,1-2 0-16,0 1 0 0,1-4 0 0,0 1-128 16,3-2 128-16,2-1 0 0,2-2 0 0,0-1 0 0,2 0 0 15,3 0 0-15,0-2 0 0,3 0 0 0,2-2 0 0,1 1 0 16,2 0 0-16,3-2 0 0,1 1 0 0,2-1 0 0,2 0 0 31,1 0 0-31,1-2 0 0,2 0 0 0,0 1 0 0,1-1 0 0,0 0 0 16,1 0 0-16,0 0 0 0,1 1 0 0,-1-1 0 0,-2 2-160 0,0-1 160 15,-1 1-160-15,0-1 160 16,-1 1-1664-16,-1 1-224 0,0-2-48 0,-2 1-13568 0</inkml:trace>
  <inkml:trace contextRef="#ctx0" brushRef="#br1" timeOffset="50692.53">19734 6576 7359 0,'1'-2'656'15,"0"0"-528"-15,0 2-128 0,-1 0 0 16,0 0 1856-16,-1 0 320 0,1 0 80 0,-1 0 16 16,0 2 496-16,-2 0 112 0,-2 1 0 0,0 5 16 15,-3 1-976-15,0 2-208 0,-2 1-48 0,0 2 0 16,0 1-528-16,1 1-112 0,0 0-32 0,2-1 0 15,7-15-368-15,-10 26-80 0,10-26-16 0,0 0 0 16,1 35-64-16,-1-35-16 0,0 0 0 0,0 0 0 0,0 0-288 0,37 26-160 16,-25-26 160-16,0 0-160 0,0-4 128 0,3-1-128 15,2-4 0-15,2-1 0 0,0-2 0 16,-2 0 0-16,0-2 0 0,-1 2 0 0,-2 0-336 0,-2-2 32 16,-3 4 16-16,-3-1 0 0,-2 1 80 0,-4-1 16 15,-2 1 0-15,-2 0 0 16,-5-1-416-16,-1 2-80 0,-2 1-16 0,-1 1 0 15,-1 2-192-15,0 3-64 0,0-2 0 0,0 3 0 0,1 4 704 0,1-1 256 16,1 0-176-16,1 3 176 0,1 0 0 0,0 2 0 16,3-2 0-16,1 1 0 0,2 0 304 0,0 0-48 0,3-6-16 15,0 0 0-15,0 0 208 0,0 0 32 0,0 0 16 0,0 0 0 16,28 29-160-16,-28-29-16 0,21 2-16 0,-21-2 0 16,28 0-112-16,-12-2-32 0,1 0 0 0,2-1 0 15,0-1-160-15,1 1 0 0,-1-2 144 0,0 1-144 16,0 1 192-16,1-2-16 0,0 2-16 0,0 0 0 15,0 0 96-15,-2-2 32 0,0 3 0 0,-2-3 0 16,-2 0-32-16,-2 1-16 0,-2 2 0 0,-3-1 0 16,0 1-16-16,-2-1 0 0,-1 2 0 0,-2 0 0 0,1-1-32 15,-3 2 0-15,1 0 0 0,-2 0 0 0,-1 0-16 0,0 0-16 16,-1 3 0-16,0 0 0 0,-1 0-32 0,-1 3 0 16,1 2 0-16,-3-1 0 0,1 4-128 0,-2 0 128 15,2 1-128-15,-2 2 128 16,2 0-128-16,6-14 0 0,-11 28 0 0,11-28 0 0,-8 26 0 0,8-26 0 15,0 0 128-15,-1 32-128 0,1-32 0 0,0 0 0 16,0 0 0-16,0 0 0 0,0 0 0 0,29 32 0 16,-29-32 0-16,22-2 0 0,-11 0 0 0,2-5 0 15,2 0 0-15,0-3 0 0,1 0 0 0,0-2 0 16,1-2 0-16,-1 0 0 0,0 0 0 0,-2 0 0 0,-2 0 0 0,-4-1 0 16,-2 4 0-16,-4-3 0 0,-2 4 0 0,-4-1 0 15,-4 0 0-15,-1 2 0 0,-3 2 0 16,-2 2 0-16,0 0 0 0,-1 3 0 0,-2 2 0 0,1 2 0 15,-1 1 0-15,2 2 0 0,0-2 0 0,2 0-176 16,1 2-80-16,2-1-32 0,2 0 0 0,3 0 0 31,2 1-1280-31,1-3-256 0</inkml:trace>
  <inkml:trace contextRef="#ctx0" brushRef="#br1" timeOffset="50943.73">20460 6728 14735 0,'2'0'1312'0,"-2"1"-1056"0,1 0-256 0,-1 0 0 0,-1 1 2208 0,1 0 384 15,0-2 80-15,0 0 16 0,0 0-272 0,-9 36-48 0,9-36-16 0,-15 33 0 16,5-17-816-16,0-1-176 15,-1 1-16-15,0-3-16 0,0 0-784 16,2-3-160-16,2-2-16 0,-1-2-11744 0,3-1-2336 0</inkml:trace>
  <inkml:trace contextRef="#ctx0" brushRef="#br1" timeOffset="51605.62">20890 6614 15087 0,'0'-4'320'0,"0"2"80"0,0 1 16 0,0-1 16 0,0 2-432 0,-1 0 0 16,1 0 0-16,-1-1 0 0,0 1 2256 0,0 0 368 15,-2 0 80-15,0 0 16 0,0 1-992 0,-2 1-208 16,0 1-48-16,-1 1 0 0,0 1-480 0,-2 2-96 0,0 0-32 0,0 2 0 15,-2 1-128-15,1 0-32 16,1 2 0-16,-1-1 0 0,4-1-256 0,0-1-64 0,5-9-16 0,0 0 0 16,-5 26-16-16,5-26 0 15,0 0 0-15,0 0 0 0,0 0-192 0,29 26-32 0,-29-26-128 0,23 0 192 16,-11-2-192-16,1-2 144 0,1-1-144 16,-2 0 128-16,2-2-128 0,-1 0 160 0,1-3-160 0,-2 1 160 15,-1 0-160-15,-2 1 0 16,-1-2 0-16,-2 1 0 0,-3 0 0 0,-1 1 0 15,-2 1 0-15,-2-1 0 0,0 2 0 0,-4-1 0 0,-2 2 0 0,-2-2 0 16,-1 1 0-16,-1 2 0 0,-1 2 0 0,-1 0 0 16,2 2-192-16,0 0 192 0,0 2-160 0,1 0 160 31,1 4-448-31,1-2 0 0,1 1 0 0,2 0 0 0,2-1-1088 0,1 1-192 0,2-2-64 16,1-3-12976-16</inkml:trace>
  <inkml:trace contextRef="#ctx0" brushRef="#br1" timeOffset="51963.15">21120 6672 14735 0,'1'-1'1312'0,"0"1"-1056"16,0 0-256-16,-1 0 0 0,0 0 1216 0,0 0 176 15,1 0 32-15,1 0 16 0,-2 0 1616 0,0 3 320 16,1 0 64-16,-1 0 16 0,0-3-1216 0,0 0-256 0,0 0-32 0,-5 26-16 16,5-26-1168-16,0 0-256 0,0 0-32 0,-7 32-16 15,7-32-336-15,0 0-128 0,0 0 0 0,0 0 0 16,-3 29-144-16,4-28-128 0</inkml:trace>
  <inkml:trace contextRef="#ctx0" brushRef="#br1" timeOffset="52606.88">21429 6511 11055 0,'0'-3'976'0,"0"3"-784"0,1-2-192 0,-1 1 0 0,0 1 848 15,0 0 128-15,0 0 32 0,0 0 0 0,0 0 2016 0,0 1 416 16,-1 1 80-16,-1 0 0 0,0 0-1024 0,0 3-224 0,2-5-32 0,0 0-16 15,-10 23-880-15,10-23-192 0,-10 24-16 16,10-24-16-16,-11 27-672 0,11-27-144 0,-11 30-32 0,11-30 0 16,-11 29-272-16,11-29 0 15,-7 26 0-15,7-26 0 0,0 0 0 0,-6 28 0 0,6-28 0 16,0 0 0-16,0 0-800 0,0 0-160 0,-3 37-48 16,3-37-10352-1,0 0-2080-15</inkml:trace>
  <inkml:trace contextRef="#ctx0" brushRef="#br1" timeOffset="53281.26">21709 6446 7359 0,'2'-4'656'0,"0"3"-528"0,-1-2-128 0,1 2 0 0,-1 0 1600 16,1 1 304-16,0-1 48 0,2 0 16 0,1-1 1232 0,3 0 256 15,1 1 64-15,0 1 0 0,-9 0-704 0,21 5-128 16,-21-5-16-16,0 0-16 0,27 28-1216 0,-27-28-240 16,0 0-48-16,27 52-16 0,-27-52-704 0,18 43-144 15,-18-43-32-15,16 43 0 0,-16-43-112 0,15 39-16 16,-15-39-128-16,12 39 192 0,-12-39-192 0,6 38 176 16,-6-38-176-16,0 36 160 0,0-36-160 0,-7 33 0 15,7-33 0-15,-18 29 0 0,5-15 0 0,-4-2 0 16,-2 2 0-16,-4 0 0 0,-2-1-256 0,-4 2-64 15,-2-1-32-15,-3 3-18144 0</inkml:trace>
  <inkml:trace contextRef="#ctx0" brushRef="#br1" timeOffset="59725.85">4107 7818 9215 0,'-3'-4'816'0,"1"2"-656"0,1 0-160 0,1 2 0 15,0 0 864-15,-1 0 144 0,-1-1 16 0,-1-1 16 16,0 0 896-16,-2 1 176 0,0 2 48 0,1 1 0 16,0 1-736-16,1 1-144 0,1 0-16 0,-1 2-16 15,1 3-416-15,0 0-96 0,0 3-16 0,1 2 0 16,0 3-16-16,0 3-16 0,1 3 0 0,0 3 0 15,0 2-192-15,-1 3-48 0,1 2 0 0,-2 3 0 0,1-3-176 16,-1-1-32-16,-1 0-16 0,1-1 0 0,0 0-224 0,-1 2 128 16,1-3-128-16,1-3 0 0,2-3 0 0,-1-24 0 15,4 35 0-15,-4-35 0 16,0 0-512-16,0 0-80 0,0 0-32 0,0 0-8720 16,0 0-1728-16</inkml:trace>
  <inkml:trace contextRef="#ctx0" brushRef="#br1" timeOffset="60067.05">4003 7878 11967 0,'-4'0'528'0,"2"0"112"0,0 0-512 0,1 0-128 0,0 0 0 0,1 0 0 15,0 0 1392-15,0 1 240 0,0 0 48 0,0-1 16 16,4-1 480-16,2-2 112 0,2-2 16 0,2 0 0 15,2-2-752-15,3-2-144 0,2 0-16 0,2-1-16 16,3 2-688-16,1 1-144 0,1 5-32 0,-24 2 0 16,50 2-96-16,-50-2-32 0,45 15 0 0,-45-15 0 0,0 0-176 0,52 40-32 15,-52-40-16-15,32 41 0 16,-32-41-160-16,22 44 0 0,-22-44 144 0,9 43-144 0,-10-24 0 0,-4-3 0 16,-3 3 0-16,-4-4 0 0,-1-1 0 0,-3-2 0 15,-2 0 128-15,-1-3-128 0,0-2 0 16,-1 0 0-16,-2-4 0 0,-1 0 0 0,0-2 0 0,1 1 0 15,0-2 0-15,2 0 0 16,3-2 0-16,2 2 0 0,3-1 0 0,0 0-128 16,3 1-1296-16,3-2-256 0,2 2-48 0,4 2-12176 0</inkml:trace>
  <inkml:trace contextRef="#ctx0" brushRef="#br1" timeOffset="60556.04">4737 7935 17503 0,'4'-3'768'0,"-2"1"176"0,0 1-752 0,-1 0-192 0,0-1 0 0,-1 2 0 16,0-1 1344-16,0-1 224 0,0-1 48 0,0 0 16 15,0-2 1136-15,0 0 240 0,-1 2 32 0,0-2 16 16,-2 1-2240-16,0 0-448 0,-1 0-96 0,0 0-16 16,-2 1 432-16,0 2 80 0,-1 0 0 0,-1 1 16 15,0 0-272-15,0 2-64 0,-2 5-16 0,-1 0 0 16,-1 3-208-16,-1 3-32 0,0 3-16 0,-1 5 0 16,0 5-176-16,1 2 128 0,1 8-128 0,3-2 128 15,1 3-128-15,3-2 0 0,1-1 0 0,3-6 128 16,2-2-128-16,2-2 0 0,-3-24 0 0,16 40 128 15,-16-40-128-15,0 0 0 0,40 43 0 0,-40-43 0 0,0 0 0 16,48 14 0-16,-48-14 0 0,31-4-12096 16,-14 0-2384-16</inkml:trace>
  <inkml:trace contextRef="#ctx0" brushRef="#br1" timeOffset="66672.1">4773 7942 16575 0,'-1'0'1472'0,"-1"0"-1168"0,1 0-304 15,0 0 0-15,0 1 1216 0,-3 0 192 0,1 2 48 0,-1 0 0 16,-3 2 480-16,0-1 112 0,1 3 0 0,2-3 16 16,1 1-640-16,2-2-128 0,2 0-16 0,1-2-16 15,2-1-624-15,2 2-128 0,1-4-32 0,2 2 0 16,0-2-32-16,1 2 0 0,1-2 0 0,2 2 0 15,-13 0-80-15,0 0-32 0,41 7 0 0,-41-7 0 0,0 0-112 0,37 25-32 16,-37-25 0-16,0 0 0 16,24 38-192-16,-24-38 0 15,0 0 0-15,10 41 0 0,-9-29 0 0,-3 0 0 0,-1 0 0 0,-2-1 0 0,-1 0 0 0,-3 0 0 16,0-2 0 0,-2 0 0-16,0 1 0 0,-1-2 128 0,1-2-128 0,-3 2 0 0,-1-1 0 0,-3 1 0 15,1 0 0-15,-1-1 0 0,4-1 0 0,-2 0 0 16,1 1 0-16,-2-1 0 0,3 0 0 0,1 1 0 15,2-2 0-15,2 0 0 16,2-1 0-16,3-1 0 0,0-1 0 0,3-1 0 0,1 1 0 0,3-2 0 0,0-2 0 0,3 1 0 16,2-4 0-16,2 2 0 0,0-1 0 15,2-3 0-15,3 1 0 0,2-1 144 0,4-1-144 0,0-1 192 16,1 3 48-16,1 0 16 0,0 1 0 0,-2 2 0 16,-1 1-80-16,-20 2-16 15,36 2 0-15,-36-2 0 0,31 3-160 0,-31-3 0 0,0 0 0 0,38 2 0 16,-27-4 0-16,0 0 0 0,-1 1 0 0,0-3 0 15,1-3 0 1,-1 0 0-16,0 1 0 0,1-3-12096 16,-1 0-2448-16</inkml:trace>
  <inkml:trace contextRef="#ctx0" brushRef="#br1" timeOffset="67012.42">5210 7920 9215 0,'-2'-6'400'0,"0"1"96"0,2 2-496 0,0 2 0 16,-1 0 0-16,0 1 0 0,0 0 2176 0,-1 1 320 16,0 0 80-16,-2-1 16 0,-1 5-80 0,-2-2-16 15,0 3 0-15,-1 3 0 0,-1 0-864 0,1 2-176 16,-1 3-48-16,-1 1 0 0,2 1-528 0,0 1-112 16,-1 2-32-16,2-1 0 0,0 2-192 0,1-2-32 0,1-1-16 0,1-2 0 15,-1 1-80-15,2-3-16 0,0 0 0 0,2-3 0 16,1 1-80-16,2-4 0 0,1 1-16 0,1-4 0 15,0 1-96-15,3-2-16 0,0 0 0 0,4-2 0 16,-11-1 736-16,0 0 144 0,39-2 16 0,-24 0 16 31,3-3-1664-31,0 2-336 0,1 1-64 0,0 0 0 0,0 2 800 0,-19 0 160 0,36 0 0 0,-36 0 0 16,34 2 0-16,-34-2 0 0,0 0 128 0,41 2-128 0,-30 0 0 16,0-2 0-16,-2 0 0 0,-1-2 0 0,0 2-256 15,-2 0-16-15,1-2-16 0,-2 0 0 16,0-1-3072-16,-1-2-608 0</inkml:trace>
  <inkml:trace contextRef="#ctx0" brushRef="#br1" timeOffset="67201.17">5356 7954 10127 0,'-6'-7'448'0,"2"4"96"0,0 1-544 0,1 0 0 16,2 0 0-16,0 2 0 0,0 0 1888 0,-1 0 272 15,-2 2 48-15,-2 0 16 0,0 3 384 0,-2 4 80 16,0 3 0-16,-1 4 16 0,-1 4-768 0,1 1-144 15,-2 7-48-15,-1 1 0 0,-1 1-656 0,0 0-144 0,-1 0-32 0,2-3 0 16,1-3-448-16,0 2-80 0,1 0-32 0,1-1 0 16,4-3-352-16,1-2 0 0,3-3 0 0,1-5-11376 15,0-12-2384 1</inkml:trace>
  <inkml:trace contextRef="#ctx0" brushRef="#br1" timeOffset="68296.89">6024 7958 12895 0,'0'0'1152'0,"0"0"-928"15,0 0-224-15,0 0 0 0,0 0 1216 0,0 0 208 0,-1 0 48 0,1 0 0 16,-1 0-192-16,0 0-16 0,0 0-16 0,-1 0 0 16,0 0-16-16,-1 0 0 0,1 0 0 0,-1 0 0 15,-1 0-48-15,0 1-16 0,-1 1 0 0,-1 1 0 16,-1 1-464-16,-2-1-80 0,0 4-32 0,-1-3 0 15,-2 3-336-15,0 0-64 0,-1 1 0 0,-1 1-16 16,-1-2-176-16,0 3 160 0,0-1-160 0,0-2 160 16,0 1-160-16,1-1 128 0,2 0-128 0,1-3 128 15,1 1-128-15,3 0 192 0,0-1-192 0,-1-1 192 16,3 0 16-16,-1 1 16 0,1-2 0 0,1 1 0 0,-1-1-96 16,2 1 0-16,1-1-128 0,0 0 192 0,0 0-64 0,1-2-128 15,0 1 176-15,1-1-176 0,1 2 288 0,-1-2-48 16,2 2-16-16,-1-2 0 15,1 1 80-15,-1 1 16 0,2-2 0 0,-1 2 0 0,2 0-64 0,0-1 0 16,0 3 0-16,2-4 0 0,-1 3-48 0,3 0-16 16,0 0 0-16,-8-3 0 0,0 0 32 0,0 0 0 15,44 15 0-15,-44-15 0 0,0 0-96 0,41 14-128 16,-41-14 176-16,0 0-176 0,41 17 160 0,-41-17-160 16,0 0 128-16,44 21-128 0,-44-21 0 0,0 0 0 0,42 19 128 0,-42-19-128 15,0 0 0-15,39 14 0 0,-39-14 0 0,0 0 0 16,36 8 0-16,-36-8 0 0,0 0 0 0,0 0 0 15,31 3-240-15,-25-3-16 0,-2 0-16 0,-1 1-17904 16</inkml:trace>
  <inkml:trace contextRef="#ctx0" brushRef="#br1" timeOffset="69266.07">6379 7970 10127 0,'-7'-2'896'0,"4"2"-704"0,-1 0-192 0,2-2 0 0,1 2 1248 0,0-2 224 0,1 2 32 0,-1-1 16 16,0-1 896-16,1 0 176 0,0-1 32 0,2 1 16 15,1-2-656-15,1 1-128 0,2 0-16 0,1 1-16 16,2 0-576-16,1 0-112 0,3 1-32 0,0 1 0 16,2 0-384-16,0 0-80 15,0 0 0-15,2 0-16 0,-17 0-256 0,33 1-48 0,-33-1-16 0,33 2 0 16,-33-2-144-16,35 3-32 0,-35-3 0 0,33 1 0 16,-33-1-128-16,30 2 0 0,-30-2 0 0,31 0 0 15,-16-2 0-15,-1 2 0 0,-2-2 0 0,-1 0 0 0,0 0 0 16,-3 1 0-16,1-3 0 0,-2 1 0 0,-1 1 0 0,-3-1 0 31,0 1 0-31,-2-1 0 0,-1 1-256 0,-3 1-96 16,0 0-16-16,-3 1 0 15,0 1-1680-15,-1 0-352 0,-1 1-64 0,-2 1-16 16,1-1-592-16,0 1-112 0,1-2-16 0,1 0-16 16,1 1 1696-16,1-1 352 0,0 1 64 0,1 0 16 0,0-2 912 0,1 0 176 15,0 1 0-15,2-1 128 0,-1 2 656 0,0-2 144 16,1 0 32-16,-1 2 0 0,1-2 752 0,0 2 144 15,0 0 48-15,-1-1 0 0,1 3-16 0,-1 1 0 0,0 0 0 16,-2 2 0-16,-1 1-672 0,1 1-128 0,-2 2-16 0,-1 0-16 16,-1 1-592-16,0 1-112 0,0 1-32 0,-2 0 0 15,1 1-112-15,0-1-16 0,1 3-16 0,-2-3 0 16,2 0-48-16,-1 0 0 0,0 3 0 0,1-3 0 16,1 1-128-16,-1-1 0 0,2-3 0 0,0 1 0 15,2-3 0-15,1 0 0 0,1-3-176 0,0 1 176 16,1-4-2000-16,1 1-320 15</inkml:trace>
  <inkml:trace contextRef="#ctx0" brushRef="#br1" timeOffset="69536.42">6487 8025 11055 0,'-2'-7'480'0,"1"2"112"0,0 0-464 0,0 3-128 15,1 0 0-15,0-1 0 0,0 1 1904 0,0-1 352 16,1-1 80-16,0-1 16 0,-1-2 272 0,2 0 64 15,1 2 16-15,1 1 0 0,0 1-672 0,0 0-144 16,1 3-32-16,0 1 0 0,3 3-880 0,-2 1-176 16,-6-5-32-16,0 0-16 0,0 0-432 0,34 43-64 0,-34-43-32 0,0 0 0 15,26 49-32-15,-26-49-16 0,0 0 0 0,23 50 0 16,-23-50-32-16,0 0 0 0,23 46 0 0,-23-46 0 16,0 0-144-16,24 42 0 0,-24-42 0 0,0 0 128 15,26 34-128-15,-26-34 0 0,0 0 0 16,0 0 0-16,33 30 0 0,-26-28 0 0,-1 0 0 15,0 1 0-15,-2-3-1728 16,-1 0-208-16,1 0-48 0,-3-2-14048 0</inkml:trace>
  <inkml:trace contextRef="#ctx0" brushRef="#br1" timeOffset="69826.21">6336 8296 7359 0,'-3'0'320'0,"1"0"80"0,2 2-400 0,-1-2 0 15,1 0 0-15,0 2 0 0,0-2 1568 0,1 2 224 16,0 0 64-16,2 1 0 0,-3-3 416 0,0 0 96 0,0 0 0 0,0 0 16 16,42 12-64-16,-42-12-16 0,29 0 0 0,-13 0 0 15,3-3-512-15,0 1-128 0,3 1 0 0,-1 0-16 16,-2-1-768-16,2 1-160 15,-21 1-16-15,46 0-16 0,-46 0-368 0,48 4-64 16,-48-4 0-16,51 6-16 0,-51-6-240 0,46 5 128 0,-46-5-128 0,42 7 0 0,-42-7 0 0,37 7 0 31,-37-7-128-31,34 4-17728 0</inkml:trace>
  <inkml:trace contextRef="#ctx0" brushRef="#br1" timeOffset="70786.53">7283 7984 8287 0,'2'-3'736'0,"-1"2"-592"16,0-1-144-16,-1 2 0 0,1 0 1168 0,-1 0 208 15,1-2 32-15,0 1 16 0,1-3 752 0,1 1 160 16,-1 3 32-16,0-2 0 0,-1-1-384 0,0 3-80 16,0-2-16-16,-1 2 0 0,0-2-464 0,0 2-80 15,0 0-32-15,-1 0 0 0,0 0-416 0,-1 0-96 16,0 2-16-16,-1 0 0 0,-1-1-304 0,0 1-64 15,-2 0-16-15,-1 1 0 0,-1 2-144 0,-1 0-48 0,-1 3 0 0,-2-3 0 16,-1 3-80-16,-2 0 0 16,0 1-128-16,-2 0 192 0,-2 2-192 0,0-2 128 0,-1 3-128 0,2-2 0 15,1 0 0-15,3-4 0 0,1 2 0 0,3-4 0 16,1 2 0-16,1-2 0 0,2 0 0 0,0-1 0 16,3-1 0-16,1-2 0 0,1 1 0 0,0-2 0 15,1 1 0-15,1 0 0 0,-1 0 0 16,1 0 0-16,1 0 0 0,1 0 0 0,-1 0 0 0,0-2 0 15,1 4 0-15,-1-2 176 0,2 0-176 16,1 1 160-16,-1 1 80 0,1 0 16 0,1 1 0 0,1 1 0 16,-7-4-112-16,0 0-16 0,0 0 0 0,0 0 0 0,46 27 0 0,-46-27-128 15,0 0 192-15,38 21-64 0,-38-21-128 16,0 0 192-16,37 21-192 0,-37-21 192 0,0 0-192 0,0 0 128 16,48 19-128-16,-48-19 128 0,0 0-128 0,0 0 0 15,37 17 0-15,-31-15 0 0,2 0 0 0,-2 0 0 16,1-1 0-16,-2-1 0 0,0 2 0 0,0-2-144 15,0 0 144-15,0 2-18496 16</inkml:trace>
  <inkml:trace contextRef="#ctx0" brushRef="#br1" timeOffset="71517.89">7563 7938 11967 0,'-3'2'1072'0,"0"0"-864"0,3-2-208 15,0 0 0-15,0 0 1536 0,0 0 272 0,-1 0 48 0,-1 1 16 16,1-1 672-16,0 0 128 0,3-1 16 0,1 1 16 16,1-2-800-16,2-1-176 0,1 1-16 0,2-1-16 15,1 1-720-15,1 1-144 0,0 0-16 0,0 1-16 16,-2 1-400-16,-9-1-80 0,0 0 0 0,0 0-16 16,37 17-304-16,-37-17 160 0,0 0-160 0,0 0 128 15,0 0-128-15,0 0 0 0,20 41 0 0,-23-34 0 16,-1 0 0-16,0 0 0 0,-4 0 0 0,0 0 0 15,0 1 0-15,-2-2 0 0,-1 2 0 0,-1-1 0 0,1-2 0 0,0 0-176 16,-1 2 176-16,0-3-128 0,1 1 128 0,1 1-192 16,0-2 192-16,3 0-192 0,0 1 192 0,3-3-208 15,0 1 80-15,2-1 128 0,2-2 0 0,1 1 0 16,1-1 0-16,1 0 0 0,1 0-128 0,2-1 128 16,1-1 0-16,3 0 0 0,-1 1 0 0,1-1 0 15,2 0 0-15,1-1 0 0,2 1 0 0,-1 2 0 16,0 0 0-16,-14 0 0 0,28 2 128 0,-28-2-128 0,0 0 0 0,42 7 128 15,-42-7-128-15,0 0 128 0,41 12-128 0,-41-12 128 16,0 0 0-16,0 0-128 0,0 0 192 0,38 31-64 16,-37-25-128-16,-2 0 0 0,-3 1 0 0,-1 0 128 15,-3 0-128-15,-4 0 0 0,-1 3 0 0,-1-2 128 16,-2 3 0-16,-2-2 0 0,0 1 0 0,-2-1 0 16,4 1-128-16,1-3 0 15,-1 0 0-15,2-3 128 0,1 0-128 0,2 0 0 0,2-4 0 0,1 0 0 16,3 0-256-16,2-4-16 0,2 1-16 0,3 0-11200 15,1-1-2240-15</inkml:trace>
  <inkml:trace contextRef="#ctx0" brushRef="#br1" timeOffset="71865.23">7966 8058 8287 0,'5'-2'368'0,"-3"2"80"0,0-2-448 0,-1 2 0 0,0 0 0 16,-1 0 0-16,-1 2 2032 0,0-2 320 15,-1 2 64-15,-2 0 16 0,0 3-128 0,-3 2 0 0,0 1-16 0,-1 1 0 16,0 1-896-16,1 1-176 0,0 1-48 0,1 1 0 16,1 0-464-16,1-1-80 0,1-2-32 0,3-1 0 15,1 0-304-15,-1-9-64 0,0 0-16 0,0 0 0 16,0 0 144-16,0 0 32 0,46 26 0 0,-33-28 0 16,2 0 64-16,-1-5 32 0,-1 2 0 0,3-5 0 15,2-1-48-15,-1-1-16 0,1 0 0 0,0-2 0 0,-2 2-208 16,0 0-32-16,-2 0-16 15,-3 0 0-15,-2 1-160 0,-3 1 0 0,-3 0 0 0,-3 3 0 0,-2 0 0 0,-5 0 0 16,-1 2 0-16,-4 3 0 0,-2 2 0 0,-3 0-256 16,-1 2 48-16,-3 1 0 15,2 2-336-15,-1 1-64 0,0 2-16 0,2-1 0 16,2 0-16 0,1-2 0-16,3 0 0 0,2-1 0 0,2-2-960 0,3 1-208 0,2-1-48 0,2-2-10640 15</inkml:trace>
  <inkml:trace contextRef="#ctx0" brushRef="#br1" timeOffset="72218.53">8310 7859 911 0,'1'-3'0'0,"0"1"0"0,1 2 0 0,-1 0 0 15,0 0 2208-15,1 0 352 0,2-1 80 0,1 0 16 0,3-1 704 0,0 2 144 16,1 0 16-16,-9 0 16 0,0 0-736 0,0 0-160 16,42 23-16-16,-42-23-16 0,0 0-1056 0,31 34-208 15,-31-34-32-15,0 0-16 0,29 51-528 0,-29-51-128 16,20 39 0-16,-20-39-16 0,16 42-272 0,-16-42-48 15,10 38-16-15,-10-38 0 0,3 33-144 0,-4-19-16 16,-3 1-128-16,-1-1 192 0,-1 0-192 0,-3 0 176 16,-3 1-176-16,-1 1 160 0,-1-2-160 0,0 1 0 15,-2 1 0-15,-1-1 0 0,0-1 0 0,-3-2 0 0,0-1 0 0,-3 1-18304 16</inkml:trace>
  <inkml:trace contextRef="#ctx0" brushRef="#br1" timeOffset="73670.62">8789 7997 15663 0,'-2'-1'1392'0,"1"1"-1120"0,1 0-272 0,-1 0 0 0,1 0 1136 16,0 0 160-16,0 0 48 0,1-2 0 0,-1 2 320 0,0 0 80 16,0 0 16-16,0 0 0 0,0 0-224 0,28 5-32 15,-28-5-16-15,0 0 0 0,38 0-400 0,-38 0-96 16,34 0-16-16,-34 0 0 0,34-3-208 0,-34 3-32 16,33-2-16-16,-33 2 0 0,33-1-384 0,-33 1-80 15,28 0 0-15,-28 0-16 0,0 0-240 0,33 3 0 16,-33-3 0-16,0 0 0 15,0 0-576-15,0 0-128 0,0 0 0 0,0 0-15968 0</inkml:trace>
  <inkml:trace contextRef="#ctx0" brushRef="#br1" timeOffset="73877.73">8852 8138 12895 0,'-3'-2'576'0,"2"0"112"0,1 0-560 0,0 2-128 0,0 0 0 0,0-2 0 15,0 1 1616-15,2 1 304 0,1-2 48 0,1-1 16 0,0 1 640 0,-4 2 128 16,14-5 16-16,-6 1 16 0,-8 4-1040 16,0 0-208-16,27-3-32 0,-27 3-16 0,0 0-704 0,29 2-144 15,-29-2-16-15,0 0-16 0,35 3-432 0,-35-3-176 16,27 0 128-16,-27 0-128 0,29 0 0 0,-29 0 0 16,34-3 0-16,-34 3-176 31,34-4-1136-31,-34 4-224 0,33-2-64 0,-33 2-13488 0</inkml:trace>
  <inkml:trace contextRef="#ctx0" brushRef="#br1" timeOffset="74365.83">9573 7764 21183 0,'-1'-1'1888'0,"0"1"-1504"16,1 1-384-16,-1-1 0 0,1 0 1408 0,-1 2 192 16,0-2 64-16,-1 3 0 0,-1 0 80 0,1 3 32 0,2-6 0 0,0 0 0 31,-5 24-752-31,5-24-128 0,0 0-48 0,0 38 0 0,0-38-384 0,2 33-80 0,-2-33 0 0,2 41-16 15,-2-41-176-15,1 47-16 0,-1-47-16 0,-1 53 0 16,0-23-160-16,1-30 128 0,-3 52-128 0,3-52 128 16,-2 42-128-16,2-42 0 0,-1 34 0 0,1-34 0 31,0 0 0-31,0 0 0 0,4 33 0 0,-4-33 0 16,0 0-640-16,0 0-48 0,7-6-16 0,-4 0-10320 0,-1-2-2080 0</inkml:trace>
  <inkml:trace contextRef="#ctx0" brushRef="#br1" timeOffset="74659.39">9413 7828 8287 0,'1'-4'736'0,"1"1"-592"16,1 1-144-16,0 1 0 0,-1-1 1280 0,1 2 240 0,2-1 32 0,2 0 16 0,4-4 1024 0,5 0 208 15,5 1 32-15,-1-3 16 0,2 2-1184 0,0-2-256 16,-1 3-32-16,1-1-16 15,0 2-736-15,1 1-160 16,-23 2-16-16,41 2-16 0,-41-2-288 0,37 9-144 16,-37-9 160-16,0 0-160 0,38 24 0 0,-38-24 0 0,0 0 0 0,0 0 0 15,18 39 0-15,-21-28 128 0,-1-2-128 0,-4 1 192 16,1-2 288-16,-3 0 48 0,-3 2 16 0,-2 0 0 16,-3 0-224-16,0-1-64 0,-1 0 0 0,-1-1 0 15,0-1-256-15,2-1 0 0,0-1 0 0,2-2 0 16,3 1 0-16,2-2 0 0,2-1-192 0,1-1 192 15,2 0-1552-15,3 0-224 0</inkml:trace>
  <inkml:trace contextRef="#ctx0" brushRef="#br1" timeOffset="74991.59">10097 7780 9215 0,'2'-4'400'0,"-1"0"96"0,0 1-496 0,0 1 0 0,0 1 0 16,0 1 0-16,0-2 2432 0,0 1 400 0,1-2 80 16,0 0 16-16,0 0-64 0,-1 1-16 0,-1 1 0 0,-2 0 0 15,-1 1-832-15,-2 0-160 0,1 0-48 0,-3 2 0 16,0 1-880-16,-2 2-176 0,1-1-48 0,-1 3 0 15,-1 0-320-15,-2 3-80 0,2-1-16 0,-1 3 0 16,-1 3-160-16,0 3-128 0,0 2 192 0,0 3-192 16,3-1 128-16,0 3-128 0,2 2 0 15,2-1 0-15,3 0 0 0,2-26 0 0,3 49 0 0,-3-49 0 16,12 38 0-16,-12-38 0 0,0 0 0 0,33 34 0 16,-33-34 0-16,0 0 0 0,38 16-176 0,-38-16-17744 15</inkml:trace>
  <inkml:trace contextRef="#ctx0" brushRef="#br1" timeOffset="75939.06">10271 7888 5519 0,'-3'-1'496'0,"1"1"-496"0,0 0 0 0,1 0 0 0,0 0 432 0,0 0-16 16,1 0 0-16,-2 0 0 0,0 1 528 0,-1-1 96 15,1 2 32-15,-2-2 0 0,1 0 592 0,0 0 128 16,1 0 32-16,0-2 0 0,0 2 288 0,0-1 64 0,0 1 16 0,0 0 0 16,1-2-288-16,0 2-64 0,1 0-16 0,0-2 0 15,0 1-272-15,0 1-48 0,1-2-16 16,2 2 0-16,0-2-640 0,1 0-128 0,1 0-16 0,1-1-16 15,1 0-320-15,1 1-64 0,0 0-16 0,0 0 0 16,2 1-160-16,0-1-128 0,-10 2 192 0,24-3-192 16,-24 3 144-16,21 0-144 0,-21 0 0 0,0 0 144 15,30 5-144-15,-30-5 0 0,0 0 0 0,0 0 0 16,0 0 0-16,0 0 0 0,28 30 0 0,-28-30 0 16,0 0 0-16,-10 29 0 0,10-29 0 15,-13 24 0-15,5-13 0 0,-2 0 0 0,0 1 0 0,-1-3 0 16,0 3 0-16,0-3 0 0,0-1 0 0,0-1 0 15,0 2 0-15,0-2 0 0,-1-1 0 0,1 0 0 0,-1-1 0 0,2-3-144 16,0 3 144-16,2-3 0 0,0 1-160 0,2-1 160 16,0 0-128-16,2 0 128 0,0-1 0 0,3 1 0 15,0-1 0-15,2-1-128 0,0 2 128 16,1-2 0-16,-2 0 0 0,0 0 0 0,0 0 0 16,0 0 0-16,29-2 0 0,-29 2 0 0,0 0 0 0,29-1 0 15,-29 1 0-15,23-2 0 0,-23 2 0 0,25-3 0 0,-25 3 0 16,26-4 0-16,-26 4 0 0,25-5 0 0,-11 0 0 0,-14 5 0 15,23-5 0-15,-11 0 0 0,-1 1 0 0,-1-1 0 32,-1 0-768-32,0 1-112 0,-2-1-16 0,0 0-16304 0</inkml:trace>
  <inkml:trace contextRef="#ctx0" brushRef="#br1" timeOffset="76288.62">10601 7864 16575 0,'2'-3'736'0,"-1"1"160"0,0 2-720 0,-1-2-176 0,0 2 0 0,0 0 0 16,-1 2 1776-16,0-2 320 0,-1 2 64 0,-1 1 16 0,-1-1 96 0,-1 3 32 15,-1 2 0-15,-1 0 0 0,1 0-848 0,-1 3-176 16,-1 2-16-16,0-1-16 16,2 1-688-16,-1 0-144 0,7-12-32 0,-8 22 0 0,8-22-80 0,0 0-32 15,0 0 0-15,3 37 0 0,-3-37-144 0,0 0-128 16,0 0 192-16,0 0-192 0,34 24 176 0,-34-24-176 15,0 0 160-15,0 0-160 0,41 17 128 0,-41-17-128 16,0 0 0-16,32 16 0 0,-32-16 0 0,0 0 128 0,0 0-128 16,33 21 0-1,-33-21 0-15,0 0 0 0,0 0 0 0,0 0 0 16,0 0 0-16,0 0 0 0,0 0 0 0,19 32 0 0,-19-32 144 0,-7 6-144 0,1-1 128 0,-2-2-128 16,-1 1 128-16,-2-1-128 0,0 2 0 0,-2-2 128 15,1-2-128-15,-2 2 0 16,-2-1 0-16,-1 1 0 0,0-1 0 0,0 0 0 0,2-2 0 0,0 0 0 15,2 2-992-15,2-4-176 0,2 0-48 0,2-1-15680 16</inkml:trace>
  <inkml:trace contextRef="#ctx0" brushRef="#br1" timeOffset="76508.03">10570 7848 15663 0,'3'2'688'0,"-2"-2"144"0,2 2-656 0,0-2-176 15,-3 0 0-15,0 0 0 16,0 0 1632-16,0 0 288 16,28 1 64-16,-12-2 16 0,2-1 192 0,3-1 48 15,0-2 0-15,-1 1 0 0,0-1-1088 0,-1-1-192 16,0 2-64-16,-2-1 0 0,-1 2-512 0,-1 0-128 16,-1 1 0-16,-14 2-16 15,23-1-736-15,-23 1-144 0,0 0-16 0,0 0-14240 0</inkml:trace>
  <inkml:trace contextRef="#ctx0" brushRef="#br1" timeOffset="77014.32">11387 7774 12895 0,'2'0'1152'0,"-1"-2"-928"16,0 2-224-16,-1 0 0 0,0 0 1728 0,0 2 288 15,1-2 64-15,-1 0 16 0,0 0-160 0,0 2-16 16,-2 0-16-16,-1 0 0 0,-1 1-816 0,-1-2-176 0,-1 3-16 15,-1-2-16-15,-2 1-208 0,1 1-32 16,-1-1-16-16,-3 1 0 0,2-1-64 0,-2 2-16 0,-1-1 0 0,-1 1 0 16,-2 1-96-16,-4 2-32 0,0 1 0 0,-1 0 0 15,3-1-256-15,-4 2-160 0,-3 4 192 16,-2-2-192-16,2 2 0 0,-1-2 0 0,5-2 0 16,3 1 0-16,3-4 0 0,4-2 0 0,2 0 0 0,4 0 0 15,0-3 0-15,3 0 0 0,1 0 0 0,3-2 0 16,-2 0 272-16,0 0 0 0,0 0 0 0,0 0 0 15,0 0 336-15,33 4 64 0,-33-4 16 0,0 0 0 0,0 0-368 0,34 9-64 16,-34-9 0-16,0 0-16 0,31 11-240 0,-31-11 144 16,0 0-144-16,0 0 128 0,38 17-128 15,-38-17 0-15,0 0 0 0,33 12 0 16,-33-12 0-16,0 0 0 0,31 10 0 0,-31-10 0 0,0 0 0 0,32 5 0 16,-32-5 0-16,0 0 0 0,29 2 0 0,-29-2 0 15,0 0 0-15,25 2-176 16,-25-2-1520-16,0 0-304 0,0 0-64 0,0 0-13984 0</inkml:trace>
  <inkml:trace contextRef="#ctx0" brushRef="#br1" timeOffset="77361.89">10991 8080 1839 0,'-4'0'160'0,"1"-2"-160"16,1 2 0-16,0 0 0 0,0 0 1440 0,1 0 256 0,0 2 48 0,-2-2 16 15,-1 2 928-15,1 0 176 0,0 1 32 0,1-1 16 16,2-2-16-16,0 0 0 0,0 0 0 0,0 0 0 0,0 0-624 0,0 0-128 15,40 9-32-15,-40-9 0 16,28 1-832-16,-28-1-192 0,31 2-16 0,-31-2-16 0,36 2-592 0,-36-2-112 16,38 5-32-16,-38-5 0 0,36 5-160 0,-36-5-32 15,36 9-128-15,-36-9 192 0,35 12-192 0,-35-12 0 16,34 12 0-16,-34-12 0 0,0 0 0 16,40 12 0-16,-40-12 0 0,0 0-18688 0</inkml:trace>
  <inkml:trace contextRef="#ctx0" brushRef="#br1" timeOffset="78480.55">11413 7933 6447 0,'-6'0'576'15,"2"0"-576"-15,2 2 0 0,1-2 0 0,0 0 2000 0,1 0 304 16,0 0 48-16,-1 0 16 0,0 0-480 0,0 0-96 15,1-2 0-15,0 2-16 16,0-1-304-16,2 1-64 0,0-2-16 0,-2 2 0 0,0 0 80 0,0 0 32 16,18-2 0-16,-18 2 0 0,0 0-160 0,24-3-16 15,-24 3-16-15,22-2 0 0,-22 2-368 0,25 0-80 0,-9-3-16 16,0 1 0-16,1 1-416 0,0 0-96 0,-1-1-16 0,1-1 0 16,1-1-192-16,-2 1-128 0,2 1 128 0,-3-3-128 15,0 2 0-15,-2 1 0 16,-3 0 0-16,-2-1 0 0,-1 1 0 0,-2 0 0 0,-1 1 0 0,-2 1 0 15,-1 0 0-15,-1 0 0 0,-2 0 0 0,-1 1 0 16,0 1-560-16,0-2-16 16,-2 2-16-16,0 1 0 0,0-3-656 0,-1 2-128 0,1 0-32 15,-2-2 0 1,2 3 368-16,-1-3 64 0,1 0 16 0,1 0 0 0,1 0 496 0,0 0 96 0,1 0 32 0,0-2 0 16,2 1 336-16,-1 1 0 0,0 0 0 0,1-2 0 0,-1 2 624 15,0 0 32-15,0 2 16 0,-1-2 0 0,0 3 400 16,0-1 80-16,-1 3 0 15,-1-2 16-15,-1 4-288 0,0-1-64 0,-2 3-16 0,1 2 0 0,-2 1-304 0,1 2-64 16,-2 2-16-16,-1-1 0 0,0 2-224 0,0 1-32 16,0-1-16-16,0 2 0 0,0-3-144 15,2-2 0-15,8-14 0 0,-13 24 128 16,13-24-128-16,-7 20 0 0,7-20 0 0,0 0 0 16,-8 21-1408-16,8-21-224 15</inkml:trace>
  <inkml:trace contextRef="#ctx0" brushRef="#br1" timeOffset="78741.14">11414 7975 16575 0,'0'-7'736'0,"0"2"160"0,1 0-720 0,0 3-176 0,-1 2 0 16,1 0 0-16,1 0 2112 0,-2 0 400 0,0 0 80 0,0 0 16 15,0 0 96-15,33 5 32 0,-33-5 0 0,0 0 0 16,37 23-1152-16,-37-23-240 0,31 20-32 0,-31-20-16 0,35 23-784 0,-35-23-176 31,0 0-16-31,42 33-16 0,-42-33-144 0,30 26-32 0,-30-26 0 0,29 24 0 0,-29-24-128 0,0 0 0 16,34 36 0-16,-34-36 0 0,0 0 0 0,26 26 0 31,-26-26 0-31,0 0 0 0,0 0-384 0,0 0-64 0,0 0-16 0,0 0-17744 16</inkml:trace>
  <inkml:trace contextRef="#ctx0" brushRef="#br1" timeOffset="78990.77">11409 8212 18431 0,'-2'-1'816'0,"1"0"160"0,0 1-784 0,0-2-192 0,1 2 0 0,0 0 0 16,0 0 1712-16,0-2 288 0,0 1 64 0,1 1 16 15,0-2-224-15,1 1-64 0,1-1 0 0,2 1 0 16,-5 1-336-16,13-3-80 0,-13 3-16 0,19-5 0 0,-6 2-400 0,2-1-64 16,2 1-32-16,2 1 0 0,1-1-464 0,3 0-80 15,0 2-32-15,1-1 0 0,1 2-144 0,0 0-16 16,0 0-128-16,-1 2 192 16,-24-2-192-16,45 2 0 0,-45-2 0 0,40 0-12368 15,-40 0-2480-15</inkml:trace>
  <inkml:trace contextRef="#ctx0" brushRef="#br1" timeOffset="79938.25">12238 7802 18431 0,'1'0'1632'0,"0"0"-1312"16,0 0-320-16,-1 0 0 0,1 0 1520 0,0 0 224 16,0 0 48-16,0-2 16 15,0 2 352-15,2 0 64 0,-1-2 16 0,-1 1 0 0,0 1-848 0,-2 0-176 16,0 0-16-16,-2 1-16 0,0 1-608 0,-4 0-112 0,2 1-16 0,-6 1-16 16,0 1-304-16,-3 0-128 0,0 2 0 0,-3-2 128 31,-1 2-128-31,-1-1 0 0,-1 2 0 0,0-3 0 15,-1 4 0-15,0-2 0 0,3-1 0 0,1 2 0 16,1-3 0-16,-1 2 0 0,2 0 0 0,1 1 0 16,1-4 0-16,2 3 0 0,1-3 0 0,3-1 0 15,0 2 0-15,3-4 0 0,1 1 0 0,1 0 0 16,1-2 0-16,1 0 0 0,1 0 0 0,1-2 0 0,1 0 256 16,0 1 32-16,-1-1 0 0,1 0 0 0,0 1-16 0,0-1 0 15,-1 2 0-15,1-1 0 0,-1 1-112 16,-1 0-32-16,0 0 0 0,0 1 0 0,-1-1-128 0,1 2 0 15,-1-1 0-15,0 1 128 0,0 0-128 0,1 1 0 16,-1-1 0-16,1-2 0 0,-1 0 0 0,0 0 0 0,0 0 0 16,0 0 0-16,0 0 128 0,0 0-128 15,0 0 0-15,0 0 128 0,36 16-128 0,-36-16 160 0,0 0-160 0,0 0 160 16,34 17-160-16,-34-17 0 0,0 0 0 16,38 19 128-16,-38-19-128 0,30 17 0 0,-30-17 0 0,34 19 0 15,-34-19 0-15,34 18 0 0,-34-18 128 0,33 17-128 16,-33-17 0-16,29 15 0 0,-29-15 0 0,0 0 0 15,30 16 0-15,-30-16 0 0,0 0 0 0,0 0 0 16,0 0-144-16,0 0 144 0,0 0-192 0,0 0-18496 16</inkml:trace>
  <inkml:trace contextRef="#ctx0" brushRef="#br1" timeOffset="80174.41">11940 8094 11055 0,'-1'-5'976'0,"0"2"-784"16,2 3-192-16,-1-2 0 0,1 2 1424 0,-1 0 240 15,0-2 64-15,1 0 0 0,1-3 1056 0,0 2 224 0,1 1 32 16,0 2 16-16,-3 0-480 0,0 0-80 0,0 0-32 0,0 0 0 31,33 16-1184-31,-33-16-224 0,0 0-48 0,39 23-16 0,-39-23-608 0,32 16-128 0,-32-16-32 0,35 16 0 16,-35-16-80-16,36 14-16 15,-36-14 0-15,34 10 0 0,-34-10-128 0,29 7 0 16,-29-7 0-16,0 0 0 0,38 4-192 0,-38-4-80 0</inkml:trace>
  <inkml:trace contextRef="#ctx0" brushRef="#br1" timeOffset="80710.7">12470 7857 20271 0,'-6'-1'896'0,"3"1"192"16,-1 0-880-16,1 0-208 0,1 0 0 0,1 0 0 0,1 0 1440 0,-2 0 240 0,-1 1 48 0,0 1 16 15,1-2 80-15,1 2 16 16,3-2 0-16,1 0 0 0,2 0-592 0,2-2-112 16,2-1-32-16,3 1 0 0,1 0-352 0,-1-2-80 0,3 3-16 0,-1-2 0 15,-14 3-272-15,31 0-64 0,-31 0-16 0,28 6 0 16,-28-6-304-16,0 0 128 0,33 16-128 0,-33-16 0 15,0 0 0-15,0 0 0 0,17 48 0 0,-17-48 0 16,-8 28 0-16,1-14 0 0,-2 3 0 0,-4-1 0 16,0-1 0-16,-2-1 0 0,0-2 0 15,0 0 0-15,0-1 0 0,-1-3 0 0,-1 2 0 0,1-3 0 0,0-1-128 0,3-1 128 16,1-3 0-16,3 1-144 0,2-3 144 0,0 0 0 16,3 0 0-16,2-3 0 0,2 3 0 15,1-2 0-15,-1 2 0 0,0 0 0 0,16-5 0 0,-16 5 0 16,21-2 0-16,-21 2 0 15,25-2 0-15,-25 2 0 0,30-5 128 0,-30 5-128 16,35-3 144-16,-18 1-144 0,2-2 192 16,-2 1-192-16,1 0 0 0,0 0 0 0,-1 0 0 15,0 0 0-15,-17 3-640 0,32-7-192 0,-15 2-48 0,-2-2-16416 0</inkml:trace>
  <inkml:trace contextRef="#ctx0" brushRef="#br1" timeOffset="81214.27">12927 7835 11967 0,'2'0'1072'0,"0"0"-864"0,-2 0-208 0,0 0 0 16,0 0 2768-16,0 0 512 0,0 0 112 0,0 0 0 16,0 0 128-16,0 0 32 0,0 0 0 0,31 12 0 15,-31-12-2096-15,17 0-432 0,-7-3-64 0,1 0-32 0,1 0-560 0,0-4-112 16,1 2-32-16,0-3 0 0,1 2-224 0,-2-4 128 15,0 3-128-15,-1-2 0 0,-1-1 0 0,-3 0 0 16,0 1 0-16,-4 2 0 0,-1-2 0 0,-4 2 0 16,-2 1 0-16,-3 0 0 0,-1 1 0 0,-2 1 0 15,-2-1 0-15,-2 2 0 0,-3 0 0 0,1 3 0 16,-1 0 0-16,-2 3 0 0,2 0 0 0,-1 1 0 16,2 1-144-16,2 2 144 0,2-3-224 0,2 4 48 15,1-4 16-15,1 4 0 0,2-4 160 0,0 3 0 16,6-7 0-16,0 0 0 0,0 0 0 0,0 0 0 15,0 0 0-15,0 0 0 0,12 39 0 0,-12-39 0 16,0 0 0-16,30 16 0 0,-30-16 0 0,29 4 0 0,-29-4 0 16,31 5 0-16,-31-5 0 0,31 0 0 0,-31 0 0 0,31 0 0 15,-17-2 0-15,0 0 0 0,-2 1 0 16,0-2 0-16,-3 0 0 0,-3 0 0 0,0 1 0 0,-1 0 0 16,-4 1 0-16,0 1 0 0,-1 0 0 0,-1 0 0 15,0 3 0-15,-2-1 0 0,-1 1 0 0,-1 1 0 16,1 1 0-16,-1 2 0 0,5-7 0 0,-9 19 0 15,9-19 0-15,-9 24 0 0,9-24 0 0,-9 31 0 16,9-31 0-16,-9 35 0 0,9-35 0 0,-9 41 0 16,9-41 0-16,-10 42 0 0,10-42 0 0,-5 38 0 15,5-38 0-15,-3 31 0 0,3-31 0 0,0 0 0 0,1 32 0 16,-1-32 0-16,0 0-160 0,0 0-17776 16</inkml:trace>
  <inkml:trace contextRef="#ctx0" brushRef="#br1" timeOffset="81553.64">13399 7684 16575 0,'0'0'736'0,"0"0"160"0,0 0-720 0,0 0-176 0,0 0 0 0,0 0 0 16,0 0 2192-16,0 0 416 16,0 0 80-16,0 0 0 0,36 12-384 0,-36-12-64 0,0 0-32 0,36 20 0 15,-36-20-752-15,0 0-160 0,35 32-16 0,-35-32-16 16,0 0-544-16,33 42-96 0,-33-42-32 0,21 36 0 16,-21-36-304-16,14 35-64 0,-14-35-16 0,8 36 0 15,-8-36-208-15,2 40 128 0,-2-40-128 0,-8 43 0 16,0-19 0-16,-2-1 0 0,-2 1 0 0,-1-4 0 15,-1-2 0-15,0-1 0 0,-1-1 0 0,0-2 0 0,0-2 0 0,0 2-256 16,-3-2 16-16,0 0-18144 0</inkml:trace>
  <inkml:trace contextRef="#ctx0" brushRef="#br1" timeOffset="117758.83">5481 9224 8287 0,'0'0'736'0,"0"0"-592"0,0 0-144 0,0 0 0 15,0 1 1360-15,0-1 240 0,0 2 64 0,0 0 0 16,1-1 288-16,-1 1 64 0,1 0 16 0,0 0 0 15,1-2-592-15,0 3-112 0,0-1-32 0,0-2 0 16,2 3-320-16,0-1-64 0,-2 0-16 0,1 0 0 0,-3-2-192 0,0 0-64 16,0 0 0-16,0 0 0 0,0 0-240 0,0 0-48 15,0 0-16-15,36 3 0 16,-29-8 48-16,0-1 0 0,2-2 0 0,1-1 0 0,1-1 32 0,1-6 16 16,3 1 0-16,1-4 0 0,2-2-256 0,1-1-48 15,0 1-128-15,0 1 192 0,-3 2-192 0,1-1 0 16,-1 1 0-16,0-2 0 0,-3 4 0 0,0 0 0 15,-2 1-128-15,-2 1 128 0,-1-1 0 0,0 2 0 16,-1 1 0-16,-1 2 0 0,-1-1 0 0,-1 1 0 16,0 2 0-16,-2-1 0 0,0 2 0 0,-1 2 0 15,0-2 0-15,-1 3 0 0,0 1 0 0,0 0 0 0,-1 1 0 16,-1 0 0-16,1 2 0 0,1-2 144 0,-2 4-144 0,0-2 128 16,0 2 16-16,0 0 0 0,0 2 0 0,-1 0 0 15,2 0-144-15,-1 1 128 0,-1 0-128 16,0-1 128-16,1 4-128 0,0-1 0 0,0 0 0 15,0 3 0-15,0 1 0 0,-1-1 0 0,1 0 0 16,1 1 0-16,-2 1 0 0,1 0 0 0,0 0 0 0,0-2 0 16,0 1 0-16,0-1 0 0,1 1 0 0,0 1 0 15,-1 0 0-15,2-2 0 0,0 0 0 0,0-1 0 16,1 0 0-16,1-4 0 0,0 2 0 0,1-5 0 0,1 0 0 16,0-2 0-16,1-2 0 0,0-2 0 0,0 1-192 0,1-5 192 15,2-1-160-15,1-2 160 16,1-1-1152-16,-1-2-128 0,2 0-16 0,-1-1-16 31,1 1-720-31,-2-4-144 0,1 3-16 0,-1-2-16 16,1 3 304-16,-2-2 64 0,0 2 16 0,0 1 0 15,-1 2 896-15,0 1 176 0,-2 0 48 0,0 2 0 0,-1 1 512 0,-2 1 192 0,1-1 0 0,-1 2-144 16,-1 1 432-16,0 1 96 0,-1 1 0 0,0 0 16 16,-1 2 624-16,-1-2 128 0,0 2 32 0,0 2 0 15,0 0 240-15,-1 2 48 0,-1 1 16 0,1 0 0 16,0 2-176-16,-2 0-32 0,2 1-16 0,-1 1 0 15,0 0-288-15,0 2-48 0,0 1-16 0,1 1 0 16,0-3-400-16,1 2-96 0,1 2-16 0,0-2 0 16,1-12-16-16,4 26-16 0,-4-26 0 0,0 0 0 15,10 35-176-15,-10-35-48 0,0 0 0 0,0 0 0 16,22 38-144-16,-22-38 0 0,0 0 0 0,0 0 0 16,0 0 0-16,36 26 0 0,-36-26 0 0,0 0-11024 15,0 0-2096-15</inkml:trace>
  <inkml:trace contextRef="#ctx0" brushRef="#br1" timeOffset="118004.51">6190 8858 15663 0,'-5'5'688'0,"1"-2"144"0,1 0-656 0,2-1-176 0,0-2 0 0,1 1 0 15,0 1 1824-15,0-1 336 0,-1 2 64 0,1 0 16 16,2-1-160-16,-2-2-32 0,0 0 0 0,0 0 0 16,0 0-608-16,0 0-128 0,40 3-32 0,-40-3 0 15,0 0-752-15,34 2-144 0,-34-2-48 0,0 0 0 16,0 0-336-16,42 4 0 0,-42-4 0 0,0 0 0 16,0 0 0-16,35 4-240 0,-35-4 48 0,0 0 0 15,0 0-1824 1,0 0-352-16,30-3-80 0,-27 2-11184 0</inkml:trace>
  <inkml:trace contextRef="#ctx0" brushRef="#br1" timeOffset="118192.77">6178 9009 2751 0,'-4'5'256'0,"2"-3"-256"16,1-1 0-16,1 0 0 0,0-1 2048 15,0 0 352-15,1 2 80 0,1-2 16 0,2 0 544 0,0 1 112 16,4-1 32-16,1-1 0 0,-9 1-1152 0,22-3-240 15,-22 3-32-15,26-5-16 0,-26 5-992 0,26-6-208 0,-26 6-32 0,27-3-16 16,-27 3-496-16,0 0-208 0,34 0 16 0,-34 0-13520 16</inkml:trace>
  <inkml:trace contextRef="#ctx0" brushRef="#br1" timeOffset="119191.29">6745 8782 8287 0,'0'-1'736'16,"0"1"-592"-16,0 0-144 0,0 0 0 16,0 1 1024-16,-1 1 192 0,1 0 16 0,-1 0 16 0,-1 1 720 0,0 4 144 15,0 0 16-15,-1 0 16 0,0 5-512 0,1-2-96 16,0 4-32-16,-1-2 0 0,0 2-352 0,-1 0-80 15,1 0-16-15,-2 1 0 0,0 3-288 0,1-3-64 16,-1 1-16-16,0-4 0 0,1 2-256 0,0-2-48 16,0 0-16-16,2-4 0 0,0-2-96 0,0 1-16 15,2-2 0-15,0-5 0 0,1 2-256 0,0-2 0 16,1-2 0-16,-1 0 0 0,2-5-240 0,0 2-48 16,0-5-16-16,0 1 0 15,1-1-992-15,-1-4-208 0,1 2-32 0,-3-2-16 16,2 2 464-16,-1-2 112 0,-2 2 16 0,1 0 0 0,-1 0 704 0,0 1 256 0,0 1-192 0,-1 0 192 15,2 2 0-15,0 0 208 0,1 1-16 0,0 0 0 16,1 0 512-16,1 2 112 16,1 1 16-16,0 1 0 0,2-2 128 0,0 3 48 15,2-1 0-15,0-1 0 0,-9 4-192 0,0 0-48 0,31-3 0 0,-31 3 0 16,0 0-384-16,34 3-96 0,-34-3-16 0,0 0 0 16,0 0-128-16,41 16-16 0,-41-16-128 0,0 0 192 15,0 0-192-15,28 33 176 0,-28-33-176 0,0 0 160 16,0 0-160-16,13 41 160 0,-13-41-160 0,0 0 160 0,-1 33-16 15,-1-21 0-15,-1-2 0 0,0 1 0 0,1 1-144 0,2-12 128 16,-2 17-128-16,2-13 128 0,1 1-336 0,0-2-80 16,-1-3-16-16,0 0-15728 15</inkml:trace>
  <inkml:trace contextRef="#ctx0" brushRef="#br1" timeOffset="119925.99">7132 8901 15663 0,'1'1'1392'16,"0"-1"-1120"-16,0 0-272 0,-1 2 0 16,0-2 1552-16,1 1 256 0,-1 1 48 0,3 0 16 15,-3-2-16-15,0 0-16 0,0 0 0 0,0 0 0 0,0 0-832 0,0 0-176 16,43 9-16-16,-33-13-16 0,1-1-160 0,0-2-48 15,2-3 0-15,0 1 0 0,0-2-144 0,-2-1-16 16,1 0-16-16,-2-2 0 0,-2 2-288 0,-1-2-128 16,-2 4 128-16,0-1-128 0,-2 1 0 0,-1 2 128 15,-1 1-128-15,0 0 0 0,-1 2 192 0,-1 3-64 16,-1-2 0-16,1 3 0 0,-2-1 80 0,-1 2 16 16,1 0 0-16,0 2 0 0,0-1-32 0,-1 1 0 15,1 0 0-15,1 3 0 0,0-3-32 0,-1 1-16 16,1 1 0-16,0-1 0 0,1 1-144 0,0 0 160 0,0 2-160 0,1-1 160 15,0-5-160-15,0 0 160 0,-1 24-160 0,1-24 160 16,0 0-32-16,2 35-128 0,-2-35 192 0,1 26-64 16,-1-26-128-16,-1 32 160 0,1-32-160 0,-2 39 160 15,0-19-32-15,0 0-128 0,0-3 192 0,-1 2-64 16,1 0-128-16,1 0 160 0,-1-2-160 0,2-17 160 16,-1 35-160-16,1-35 0 0,0 25 0 0,0-25 0 15,0 0 0-15,0 0 0 0,0 0 0 0,0 0 0 16,0 0-224-16,0 0 32 0,0 0 0 0,0 0 0 15,15-13-1792-15,-13 1-336 0,1-2-80 16,-1 0-12752-16</inkml:trace>
  <inkml:trace contextRef="#ctx0" brushRef="#br1" timeOffset="120189.23">7248 8776 3679 0,'-2'-2'160'0,"1"1"32"15,0 0-192-15,1 1 0 0,0 0 0 0,1 0 0 0,0 0 2048 0,2 0 384 16,0 0 64-16,3-2 0 0,2 1 288 0,-8 1 48 15,23-5 16-15,-11 1 0 0,2 0-880 0,0 1-176 16,1-2-48-16,2 0 0 0,-1 0-768 0,-1 2-144 16,1 0-48-16,-16 3 0 0,29 0-528 0,-29 0-96 0,0 0-32 0,37 14 0 15,-37-14-128-15,0 0 0 0,0 0 0 0,27 40 0 16,-27-40 0-16,-1 26 0 0,-3-10 0 0,-3-3 0 16,-1 0 0-16,-3-1 0 15,-1 0 0-15,-1 0 0 0,0-2 0 0,-2 2 0 0,-1-3 0 0,-2 0 128 16,2 0-128-16,1-1 128 0,0-2-128 15,1-3 128-15,2 0-128 0,2-2 0 0,1-1 0 0,3-1 0 16,2-2-448-16,0-1-64 0,3-1 0 0,1 0-13568 16</inkml:trace>
  <inkml:trace contextRef="#ctx0" brushRef="#br1" timeOffset="120583.57">7711 8848 6287 0,'-4'-2'272'0,"1"1"64"0,0-1-336 0,1 2 0 0,1-2 0 0,-1 2 0 15,1-1 0-15,-3 1 0 0,-2-2 0 0,-1 2 0 16,-1-1 544-16,-1 1 144 0,2 1 16 0,0-1 16 15,0 2 304-15,1 1 48 0,1-1 16 0,0 1 0 32,2-1 768-32,0 0 176 0,0-1 16 0,2 1 16 0,1 0 240 0,0-2 64 0,2 1 0 0,0-1 32 15,1 0-480-15,0 0-112 0,-3 0-16 0,0 0 0 16,0 0-640-16,0 0-128 0,31 0-16 0,-31 0-16 16,0 0-384-16,29-1-80 0,-29 1-16 0,0 0 0 15,39 0-256-15,-39 0-64 0,30 0-16 0,-30 0 0 0,30-2-176 16,-30 2 0-16,29-1 0 0,-29 1 0 0,27-1-128 0,-27 1 0 15,25-1 0-15,-25 1 0 0,0 0-16 0,29-2 0 32,-29 2 0-32,0 0 0 0,0 0-256 0,0 0-48 0,0 0-16 0,0 0 0 15,0 0-2544-15,-4 10-512 0</inkml:trace>
  <inkml:trace contextRef="#ctx0" brushRef="#br1" timeOffset="120764.16">7687 8939 1839 0,'-4'3'160'0,"1"-2"-160"0,0 1 0 0,1 0 0 16,1-2 1936-16,1 0 368 0,0 1 64 0,0 1 0 16,0 0 864-16,0-1 160 0,2 0 48 0,0 1 0 0,3-2-640 0,1 0-128 15,2 0-32-15,1 0 0 0,-9 0-848 0,22-3-192 16,-22 3-16-16,28-3-16 0,-12 0-928 0,-16 3-192 16,29-4-48-16,-29 4 0 0,28-1-400 0,-28 1 0 15,27 0 0-15,-27 0 0 16,0 0-496-16,36 1-176 0,-36-1-32 0,0 0-16096 0</inkml:trace>
  <inkml:trace contextRef="#ctx0" brushRef="#br1" timeOffset="141040.09">8263 8800 9215 0,'1'-1'816'16,"0"0"-656"-16,0 1-160 0,0-2 0 0,0 2 1024 0,0 0 160 0,1-2 32 0,1-1 16 16,3 0 400-1,0 1 80-15,2-2 16 0,0 1 0 0,1 0-192 0,2 1-16 0,0 1-16 0,-11 1 0 16,24-1-512-16,-24 1-96 0,0 0-32 0,35 2 0 15,-35-2-272-15,0 0-48 16,0 0-16-16,44 22 0 0,-44-22-224 0,0 0-48 0,0 0-16 0,29 44 0 16,-29-44-240-16,0 0 0 0,8 38 128 0,-8-38-128 0,-2 24 0 15,-2-12 0-15,-1 2 0 0,-3-2 0 16,-1 2 0-16,-3-2 0 0,-1 0 0 0,0 0 0 0,1-3 0 0,-3 1 0 16,-3 1 0-16,-3 1 0 0,0-2 0 0,-1 2 0 15,4-3 0-15,1-2 0 16,1 3 0-16,4-6 0 0,-1 2 0 0,3-4 0 0,4 0 0 0,0-2 0 31,3 0 0-31,2-1 0 0,1-2 0 0,2 0 0 16,1-2 0-16,2 1 0 0,3-1 0 0,1-2 0 15,3-1 0-15,1 2 0 0,3-2 384 0,1 1 16 0,0 2 16 16,1-1 0-16,-2 3 80 0,3-2 16 0,3 3 0 0,-1-2 0 16,1 3-192-16,-22 1-16 0,40-2-16 0,-40 2 0 15,34 2-112-15,-34-2-32 0,0 0 0 0,40 10 0 16,-40-10-144-16,0 0 0 0,0 0 0 0,39 12 0 31,-31-10-752-31,-1-4-80 0,1-1 0 0,0 1-14352 0</inkml:trace>
  <inkml:trace contextRef="#ctx0" brushRef="#br1" timeOffset="141707.65">8768 8815 13823 0,'-1'-4'608'0,"1"1"128"0,0 2-592 16,-1-1-144-16,1 2 0 0,-1 0 0 0,1 0 1600 15,-2 2 304-15,-1 1 48 0,0 1 16 0,-3 4 160 0,-1 1 48 16,-2 1 0-16,1 3 0 0,0 2-704 0,-2 0-128 16,2 2-16-16,0-1-16 0,0 2-592 0,3 0-112 15,0 0-32-15,2-1 0 0,3-17-240 0,0 24-48 16,0-24-16-16,0 0 0 0,0 0-272 0,0 0 160 16,35 33-160-16,-35-33 128 0,25-3 32 0,-12-1 0 15,0-2 0-15,-1 0 0 0,0-3-16 0,2-2 0 16,0-1 0-16,-1-2 0 0,0 0-144 0,-1 0 0 0,-1 0 0 15,-4 0 128-15,0 2-128 0,-3 0 0 0,-1 1 0 16,-2 0 0-16,-1 2 0 0,-3 0 0 0,-2 0 0 0,-2 1 0 16,-2 1 0-16,-1-1 0 0,-2 4 0 0,-1-1 0 15,0 1 0-15,-1 3 0 0,1 2 0 0,-1 3 0 16,2 1 0-16,0 2 0 0,1 0 0 0,0 1 0 16,2 0 0-16,2 0 0 0,1-1 0 0,1-1 128 15,2 0-128-15,1 1 192 0,2-3-192 0,2 0 192 16,-2-4-192-16,0 0 0 0,0 0 0 0,0 0 128 15,41 11-128-15,-26-14 0 0,1 1 0 0,0-2 0 0,1-1 0 16,0 0 0-16,3-2 128 0,-1 1-128 0,0-2 0 16,-1 1 0-16,2 1 0 0,-3 2 0 0,0-1 0 0,-2 3 0 15,-15 2 128-15,26-3-128 0,-26 3 0 0,0 0 0 16,0 0 0-16,0 0 0 0,35 12 0 16,-34-7 0-16,0 0 128 0,-2-1-128 15,0 2 144-15,-2 0 0 0,0-1 0 0,-2 2 0 0,0 1 48 16,-1 1 0-16,-1 0 0 0,0 1 0 0,0 0-192 0,2-1 0 15,0 0 144-15,2-1-144 0,2-2 0 0,1 2 128 0,2-4-128 0,-2-4 0 16,0 0 0-16,0 0 128 0,0 0-128 16,34 5 0-16,-22-9 0 0,0-1 128 15,1 0-128-15,0-2 0 0,0-1 0 0,0 2 144 0,1-4-144 16,0 1 0-16,-1 4 0 0,-3-5 0 0,-1 1 0 0,-2 2 0 16,-1-1 0-16,-2 0 0 15,-3 2 0-15,-2 2 0 0,-3-1 128 0,-2 0-128 0,-2 1 0 0,-3 1 0 0,-1-1 0 16,-4 3 0-16,1-1 0 0,-2 2 0 0,-1 0 0 15,0 1 0-15,2 0 0 0,0 0 0 0,1 1 0 0,2 0 0 16,2-2 0-16,2 1 0 16,2 1-160-16,3-2 16 0,1 0 0 15,2-2 0 1,3 2-1616-16,1 0-320 0</inkml:trace>
  <inkml:trace contextRef="#ctx0" brushRef="#br1" timeOffset="142921.01">9321 8776 11055 0,'0'-2'976'0,"0"2"-784"16,0 0-192-16,0 0 0 0,1 0 1312 0,-1 2 224 0,1-2 32 0,1 3 16 16,-2-3 400-16,0 0 64 0,0 0 32 0,0 0 0 15,34 46-224-15,-34-46-64 0,0 0 0 0,34 42 0 16,-34-42-528-16,0 0-112 0,41 43-32 0,-41-43 0 16,0 0-464-16,41 40-80 0,-41-40-32 0,0 0 0 15,37 28-416-15,-37-28-128 0,0 0 0 0,0 0 0 16,35 16-224-16,-35-16-96 0,0 0-32 0,0 0-10336 15,22 0-2048-15</inkml:trace>
  <inkml:trace contextRef="#ctx0" brushRef="#br1" timeOffset="143062.87">9588 8787 7359 0,'-1'-1'656'15,"0"1"-528"-15,0 0-128 0,0 1 0 0,0 0 1648 0,-1 2 288 16,-3 2 64-16,-1 1 16 0,-4 4 192 0,-3 4 32 15,-4 5 16-15,-1-2 0 0,-2 2-832 16,1 0-160-16,-1-1-48 0,1-1 0 0,2 0-848 0,1-5-176 16,2 2-48-16,3-2-8272 0,3-3-1648 0</inkml:trace>
  <inkml:trace contextRef="#ctx0" brushRef="#br1" timeOffset="143458.18">9755 8836 7359 0,'0'-2'320'0,"1"1"80"0,0 0-400 0,-1 0 0 0,0 1 0 0,0 0 0 0,-1 0 1600 16,0 1 224-16,1 0 48 0,-2 2 16 0,-1-1-192 0,-1 3-32 16,0 2-16-16,1 0 0 0,-1 2-480 0,0 0-80 31,2 2-32-31,-1 0 0 0,2 1-176 0,1-12-48 0,0 0 0 0,2 33 0 0,-2-33-128 0,0 0-16 15,0 0-16-15,18 36 0 0,-18-36-320 0,0 0-64 16,0 0-16-16,37 14 0 0,-37-14-80 0,24-2 0 16,-11-3-16-16,0 0 0 15,1-2 208-15,0 0 32 0,1-3 16 0,-1-1 0 0,-1 1-176 16,-1-3-48-16,-1 1 0 0,-2-1 0 0,-3 0-208 0,-1 1 144 0,-3 2-144 0,-2-2 128 16,-1 0-128-16,-5 2 128 15,0-1-128-15,-5 1 128 0,1 1 16 0,-3-1 0 0,-2 3 0 0,0 0 0 16,-2 5-144-16,1-1 0 15,0 3 0-15,2 1 128 0,2 2-128 0,1 0 0 16,2 2 0-16,1 0 0 0,2 0 0 0,1 0-144 0,3 1 144 0,0-1 0 16,3-1-928-1,1-1-80-15,2 0-16 0,-4-3-13072 0</inkml:trace>
  <inkml:trace contextRef="#ctx0" brushRef="#br1" timeOffset="143654.13">10109 8898 23039 0,'2'2'1024'0,"-1"-2"192"0,0 0-960 0,-1 0-256 0,0 0 0 0,0 0 0 16,1 0 1776-16,-1 0 304 0,1 1 64 0,0 0 16 16,0 1-480-16,0 1-80 0,1 2-32 0,-1-1 0 15,0-1-976-15,-1-3-192 16,0 0-32-16,0 0-16 0,0 0-608 0,0 0-112 0,0 0-16 0,0 0-16000 15</inkml:trace>
  <inkml:trace contextRef="#ctx0" brushRef="#br1" timeOffset="143891.2">10397 8710 11967 0,'0'-1'1072'0,"0"0"-864"15,1 1-208-15,-1 0 0 0,-1 0 2480 0,1 0 448 16,-1-2 80-16,0 2 32 0,0 0 336 0,0 2 64 16,-2 0 16-16,0 3 0 0,0 4-1792 0,0 1-368 15,3-10-64-15,-5 31-16 0,1-10-720 0,0 1-160 16,0 2-16-16,-1-1-16 0,1 0-304 0,1-1 0 0,3-22 128 0,-6 42-128 16,6-42 0-16,-3 36 0 0,3-36 0 0,0 0 0 31,3 39-336-31,-3-39-128 0,0 0-32 0,0 0-17216 0</inkml:trace>
  <inkml:trace contextRef="#ctx0" brushRef="#br1" timeOffset="144175.79">10630 8828 6447 0,'-3'-2'272'0,"1"0"80"0,1 2-352 16,1 0 0-16,-1 0 0 0,0 0 0 0,1 0 2144 0,0 0 352 16,-1 0 80-16,1 1 16 0,0 0 272 0,2-1 48 15,0 2 16-15,2-2 0 0,-4 0-432 0,0 0-64 16,0 0-32-16,27-2 0 0,-27 2-1248 0,19-1-240 16,-19 1-48-16,22-3-16 0,-22 3-576 0,20-2-112 15,-20 2-32-15,21-1 0 16,-21 1-128-16,0 0 0 0,27 3 0 0,-19-5 0 0,-8 2-160 0,0 0 160 0,21-1-208 0,-16 1 80 31,-1 0-576-31,-2 0-96 0</inkml:trace>
  <inkml:trace contextRef="#ctx0" brushRef="#br1" timeOffset="144412.17">10613 8959 14735 0,'-2'3'640'0,"1"-3"160"31,0 2-640-31,0-2-160 0,1 0 0 0,1 0 0 0,0 0 2192 0,0 1 416 0,2-1 80 0,2 0 0 0,0 0-320 0,3 0-80 16,-8 0-16-16,18-3 0 0,-7 1-1120 0,0 1-240 31,0-2-32-31,0 0-16 0,1 2-544 0,-1-3-128 0,0 1 0 0,0 0-16 0,0 1-176 0,-1 1-192 31,0 0 32-31,-1 1-10544 0,-9 0-2112 0</inkml:trace>
  <inkml:trace contextRef="#ctx0" brushRef="#br1" timeOffset="144909.18">11171 8820 12895 0,'-2'0'1152'0,"1"0"-928"0,1 0-224 0,1 0 0 0,0 0 1408 16,-1 0 256-1,1 0 32-15,1 0 16 0,1-1 384 0,2 1 80 0,1-2 0 0,3-1 16 0,-1 1-768 0,1 1-144 32,2 0-48-32,1 1 0 0,-12 0-336 0,0 0-80 15,35 4-16-15,-35-4 0 0,0 0-432 0,0 0-96 16,41 20-16-16,-41-20 0 0,0 0-80 0,0 0-32 16,0 0 0-16,23 33 0 0,-23-33-144 0,0 0 160 15,0 0-160-15,0 0 160 0,-4 30-160 0,0-25 0 16,-3 2 144-16,1 0-144 0,-3-2 128 0,0 1-128 15,-1 0 160-15,-1 0-160 0,-1 0 0 0,-2-1 0 0,2 1 0 16,-2 0 0-16,0 0 0 0,-1 2 0 0,1-1 0 0,1 1 0 16,3-2-256-16,1 0 64 0,2 0 16 0,2-1 0 15,3-1 176-15,2-1 0 0,1-1 0 0,4-1 0 16,2 1 0-16,1-4 0 0,1 1 192 0,3-2-64 16,2 1 480-16,1 0 96 0,3-3 32 0,-1 0 0 15,1 2-272-15,-1-1-48 0,1 0-16 0,-1 1 0 16,-1 1-400-16,-3 0 128 0,1-1-128 0,-2 1 0 15,0-1 0-15,-2 1-224 0,-1 2 32 0,-1-2-17472 16</inkml:trace>
  <inkml:trace contextRef="#ctx0" brushRef="#br1" timeOffset="145217.54">11576 8810 20271 0,'0'0'896'0,"-1"0"192"0,0 1-880 0,0 0-208 15,0-1 0-15,0 2 0 0,-1-1 2016 0,1 3 352 16,-4 1 80-16,-1 2 16 0,-1 3-416 0,-1 1-64 16,0 1-32-16,1 0 0 0,1 1-1056 0,1 0-192 0,0-1-64 0,5-12 0 15,-5 26-384-15,5-26-64 0,0 0-32 0,0 0 0 16,12 36-32-16,-12-36 0 0,0 0 0 0,0 0 0 16,41 12 32-16,-27-14 0 0,1-1 0 0,1-2 0 15,2-2 0-15,1-2 0 0,2-1 0 0,1-2 0 16,0 0-160-16,0 0 128 0,-1-2-128 0,-1-2 128 15,-3 2-128-15,-2-1 0 0,-4 1 0 0,-3-1 0 16,-3-1 0-16,-5 3 0 0,-4 1 0 0,-6-1 0 16,-4 4 0-16,-6 2 0 0,-2 2 0 0,-3 5 0 15,-2 2 0-15,-2 3 0 0,1 2 0 0,0 2 0 16,2 3-592-16,1 0 0 0,3 2 0 0,3 0-16928 16</inkml:trace>
  <inkml:trace contextRef="#ctx0" brushRef="#br1" timeOffset="146468.07">13109 8660 4607 0,'1'-4'400'0,"0"1"-400"16,0-2 0-16,1 2 0 0,-1 2 2144 0,1-2 352 15,0 1 64-15,1-3 0 0,3 1-320 0,0-4-64 16,1 1 0-16,1 2-16 0,-1 2-256 0,-1 2-48 16,-1 2-16-16,-5-1 0 0,0 0-496 0,0 0-112 15,0 0-16-15,25 49 0 0,-25-49-576 0,8 38-128 16,-8-38-32-16,10 44 0 0,-10-44-112 0,10 44-32 0,-10-44 0 0,9 43 0 16,-9-43-144-16,0 0-16 0,5 46-16 15,-5-46 0-15,0 0-160 0,-4 29 0 16,1-22 144-16,-1 0-144 0,-2 0 0 0,1-2 0 0,-2-1 0 0,0-1 128 15,0-1-128-15,-3-1 0 0,0-1 128 0,-1-1-128 16,1-1 0-16,-1-3 144 0,0 1-144 0,1-1 0 16,1 0 256-16,1-2-48 0,-1 0-16 0,1-4 0 15,1 0-64-15,1-1-128 0,0-2 176 0,1 0-176 16,0-2 128-16,1-4-128 0,2 2 0 0,0-2 0 16,2 2 0-16,0-2 0 0,3 3 0 0,0-1 0 15,3 1 0-15,0 2 0 0,4 2 0 0,0 1 0 0,3 2 0 16,1 1 0-16,1 0 0 0,1 1 0 15,1 2 400-15,2 1-16 0,0-1-16 0,1 0 0 0,1 0-32 0,0 0 0 16,1 0 0-16,0-2 0 0,-1 1-144 0,-1-1-48 16,-1 0 0-16,-1 0 0 0,-4 4-144 0,-1-1 0 15,-1 2 0-15,-4 2 0 0,-1 1 0 0,-1 1 0 16,-3 2 0-16,-2 4-12096 16,-1-2-2448-16</inkml:trace>
  <inkml:trace contextRef="#ctx0" brushRef="#br1" timeOffset="146925.16">13588 8696 11967 0,'-2'0'1072'0,"-1"0"-864"16,2 0-208-16,1 0 0 0,0 0 1504 0,0 0 256 16,0 0 48-16,-1-2 16 0,0 2 416 0,1 0 96 15,3-2 16-15,1 1 0 0,2-1-544 16,2 2-96-16,3 0-32 0,1-2 0 0,3 2-352 0,-1 0-80 0,-14 0-16 0,34 4 0 16,-34-4-624-16,37 1-128 0,-37-1-32 0,34 4 0 15,-34-4-272-15,32 2-176 0,-32-2 192 0,26 5-192 16,-26-5 896-16,21 0 64 15,-13 0 0-15,0 0 16 16,-3-2-2080-16,-1 1-432 0,-1 1-64 0,-3 0-10160 0,-1 1-2016 0</inkml:trace>
  <inkml:trace contextRef="#ctx0" brushRef="#br1" timeOffset="147115.95">13606 8828 13823 0,'-2'4'608'0,"1"-2"128"16,1 0-592-16,1-2-144 0,1 0 0 0,0 0 0 0,1 0 2464 0,1-2 464 15,5 1 80-15,2-1 32 0,4 0-160 0,0-1-48 16,3 1 0-16,0-2 0 0,-1 3-1104 0,2-3-240 31,-2 3-32-31,0-1-16 0,-1 2-992 0,-16 0-208 0,26 0-48 0,-26 0 0 0,0 0-192 0,32 5 0 16,-32-5 0-16,0 0 0 16,0 0-816-16,32 7-144 0</inkml:trace>
  <inkml:trace contextRef="#ctx0" brushRef="#br1" timeOffset="148139.1">14409 8493 6447 0,'-3'-1'576'0,"0"-1"-576"15,1 2 0-15,1 0 0 0,0 0 896 0,-1-2 64 0,-2 1 0 0,0 1 16 16,-4-2 640-16,3-1 128 0,-1 3 32 0,2-2 0 15,2 2-240-15,0 0-32 0,1 0-16 0,2 0 0 16,1 0-176-16,1 0-32 0,0 0-16 0,4 0 0 16,0 0-368-16,2 0-80 0,3 0-16 0,1 0 0 15,2 0 32-15,3-1 16 0,3 0 0 0,3-2 0 16,3-1-16-16,2 1-16 0,-1 1 0 0,2 0 0 16,4-1-336-16,1 3-64 0,2-2-16 0,1 2 0 15,1-2-240-15,1 1-160 0,2-1 192 0,-3-2-192 0,-2 1 464 0,2 0-16 16,3 1 0-16,3 0 0 15,3-2-48-15,1 1-16 0,0-1 0 0,1-1 0 0,-1 2-160 0,3-4-32 16,2 2-16-16,3-2 0 0,2 0-176 0,0 2 0 16,-1 0 144-16,0 0-144 0,1-1 0 0,0 1 0 15,1 2 0-15,-4 1 128 0,-1 0-128 0,-4 2 0 16,-2 0 0-16,-1 0 0 0,-5 2 0 0,-1-1 0 16,-1 0 0-16,-4 4 0 0,-3-2 0 0,-3 0 0 0,-4 0 0 0,-4 0 0 15,-23-3-320-15,33 9 32 0,-33-9 0 0,0 0-17504 16</inkml:trace>
  <inkml:trace contextRef="#ctx0" brushRef="#br1" timeOffset="149045.2">14333 8584 2751 0,'-1'-2'256'0,"0"0"-256"0,1 0 0 0,-1 1 0 16,1-1 848-16,0 2 128 0,0-3 32 0,0 1 0 16,0 0 912-16,-1-5 192 0,1 2 48 0,0-2 0 15,0 1-64-15,0 0-16 0,-1 0 0 0,0 0 0 0,1 1-320 0,-1 1-64 32,-1-1-16-32,1 0 0 0,-1 1-432 0,0-1-96 0,1 2 0 0,-1-1-16 0,2 1-304 15,-2-1-64-15,0 1-16 0,1-1 0 0,-1 1-240 0,1-2-64 16,0 3 0-16,0 0 0 0,1-1-128 0,-1 1-48 15,0 2 0-15,0 0 0 0,1 0 48 0,-2 2 16 16,0 3 0-16,0-1 0 0,1 4-16 0,-1 2 0 16,2-10 0-16,-3 30 0 15,3-30-64-15,-1 39 0 0,1-39-16 0,0 51 0 16,0-51-112-16,0 54 0 0,0-54-128 0,0 58 192 16,0-58-192-16,2 56 128 0,-2-56-128 0,2 52 0 15,-2-52 0-15,2 43 128 0,-2-43-128 0,0 36 0 0,0-36 0 0,-1 31 0 16,1-31 0-16,0 0 0 0,-4 38 0 0,4-38 0 0,0 0 0 0,-7 30 0 15,7-30 0-15,0 0 0 0,-6 22 0 0,3-15 0 16,0-2 0-16,0-1 0 0,1 1 0 0,0-2 0 16,2 0 0-16,-1-2 0 0,0 1 0 15,0-2 0-15,0 0 0 0,0-2 0 0,0 2 0 0,0-2 0 16,0-2 0-16,0 1 0 0,0-2 0 0,-1 1 0 16,1 1 176-16,0-2-176 0,-1-1 192 0,-1 0-192 15,0 0 144-15,0-2-144 0,-1 3 0 0,1-2 144 16,-1 3-144-16,2-1 0 15,-1 0 0-15,0 1 128 0,0 1-128 0,0 0 0 0,2 0 0 0,-1 0 0 0,1 0 0 0,-1-2 0 16,1 3 0-16,-1-3 128 0,1 1-128 0,-1-1 128 16,0 0-128-16,0 0 128 0,-3 1-128 0,-1-3 0 15,-1 2 144-15,-2 0-144 0,-1-1 0 0,-2 1 0 16,-2 1 0-16,-2 0 128 0,-1-1-128 0,0 3 0 16,-2-1 0-16,1 3 0 0,1 1 0 0,0 3 0 15,1 1 0-15,3 2 0 0,3 2 0 0,2 1 0 16,1 2 0-16,2 0-128 0,5-12-64 0,-6 24 0 15,6-24 0-15,0 0-12144 16,6 38-2432-16</inkml:trace>
  <inkml:trace contextRef="#ctx0" brushRef="#br1" timeOffset="150378">14619 8717 8287 0,'-1'0'736'0,"1"0"-592"16,0 0-144-16,0 0 0 0,0 0 720 0,0 1 112 0,-1 1 32 0,1 0 0 16,-1 0 512-16,0 3 96 0,-1 1 32 0,-1 2 0 15,3-8-160-15,-4 21-16 16,4-21-16-16,-7 26 0 0,7-26-384 0,-8 29-80 16,2-16-16-16,1 1 0 0,-1 0-112 0,0-3-16 0,0 1-16 0,0-2 0 15,1-1-128-15,0 1-32 0,2-6 0 0,0 2 0 16,1-2-208-16,1-2-64 0,0 0 0 0,1-2 0 15,0 0-80-15,1 0-32 0,0-2 0 16,0 0 0-16,2-2-144 0,-1 0 0 0,0 0 0 0,0 0 0 16,1-2 0-16,1-1 0 0,0 0 0 0,0 0 0 0,1-2-176 0,-1-1 48 15,0 1 0-15,0-1 0 0,1-1-32 0,-2-1 0 16,2 1 0-16,-1-2 0 0,1-1 160 16,0 0 0-16,0 2 128 0,1-2-128 0,-1 4 336 0,2-1 0 15,1 3 0-15,1 1 0 0,-1-1 176 16,1 4 48-16,1 2 0 0,-1-1 0 0,0 3 80 0,-9 0 32 15,0 0 0-15,0 0 0 16,0 0-240-16,33 33-48 0,-33-33-16 0,0 0 0 0,11 38-240 16,-11-38-128-16,2 34 160 0,-2-34-160 0,-2 33 128 0,2-33-128 0,-7 33 0 0,7-33 144 15,-8 26-144-15,4-14 0 0,0-3 0 16,1 0 0-16,0-1 0 0,0-3 0 0,2 0 0 16,0-3 0-16,0 0 0 0,2-2-224 0,0-1 32 15,2-2-16032-15</inkml:trace>
  <inkml:trace contextRef="#ctx0" brushRef="#br1" timeOffset="150614.34">14917 8720 11967 0,'-1'-2'1072'0,"0"1"-864"0,0 1-208 0,0-2 0 0,1 2 1712 0,0 0 288 15,0 0 64-15,0 0 16 0,-1 0 240 0,0 2 48 16,0-2 16-16,0 5 0 0,1-5-848 0,0 0-192 15,0 0-16-15,-4 36-16 0,4-36-416 0,-1 35-64 16,1-35-32-16,-4 41 0 0,4-41-528 0,-5 44-96 16,5-44-32-16,-7 48 0 0,7-48-16 0,-10 43-128 15,10-43 192-15,-7 42-64 0,7-42-128 0,-5 36 0 16,5-36 0-16,0 0 0 16,-3 37-864-16,3-37-256 0,0 0-48 0,0 0-13936 0</inkml:trace>
  <inkml:trace contextRef="#ctx0" brushRef="#br1" timeOffset="150890.28">14869 8684 15663 0,'4'-4'688'0,"-1"3"144"0,0-1-656 0,0 0-176 0,-1 4 0 0,0-2 0 16,1 2 1776-16,1-2 320 0,-4 0 64 0,0 0 16 15,36 10-272-15,-36-10-48 0,32 11-16 0,-32-11 0 16,32 10-848-16,-32-10-160 0,29 12-48 0,-29-12 0 15,0 0-576-15,35 12-208 16,-35-12 144-16,0 0-144 0,0 0 0 0,0 0 0 16,0 0 0-16,0 0-176 0,0 0 176 0,0 0 0 0,-8 30 0 0,-6-24 0 0,-1 0 0 0,-3 2-160 15,-3 1 160-15,0-2-208 16,0 3-48-16,0-3-16 0,3 0 0 0,2-2 0 0,3-1 128 0,3-1 144 16,2-2-208-16,3-1 80 15,2-3-992-15,4 0-192 0</inkml:trace>
  <inkml:trace contextRef="#ctx0" brushRef="#br1" timeOffset="151480.85">15339 8674 10127 0,'2'-2'896'0,"0"0"-704"16,-1 0-192-16,-1 2 0 0,0 0 1472 0,0-2 256 0,1 1 48 0,1-4 16 15,0 3 464-15,-1-3 112 0,0 0 0 0,-2 2 16 16,0 0 224-16,-1 2 32 0,-1 1 16 0,0 0 0 16,0 0-2224-16,-3 1-432 0,1 1 0 0,0 0-224 15,-1 3 592-15,0 0 112 0,-2 1 32 0,0 2 0 16,0 1-128-16,-1 1 0 0,2 1-16 0,0 4 0 15,7-15-64-15,-13 29-16 0,13-29 0 0,-8 38 0 16,8-38-48-16,-5 42-16 0,5-42 0 0,-1 38 0 0,1-38-80 16,0 0-16-16,7 43 0 0,-7-43 0 0,0 0-128 0,0 0 0 15,29 37 0-15,-29-37 0 0,0 0 0 0,0 0 0 16,37 14-192-16,-37-14 192 16,19 1-1760-16,-9-2-224 0,0-1-64 0,1-2-13408 15</inkml:trace>
  <inkml:trace contextRef="#ctx0" brushRef="#br1" timeOffset="151721.01">15530 8696 13823 0,'1'-10'608'0,"0"6"128"0,0-1-592 0,0 2-144 0,-1 1 0 0,0 2 0 15,1 0 1888-15,-1 0 352 0,1 0 64 0,-2 3 0 16,1-3-32-16,0 0-16 0,0 0 0 0,-8 38 0 15,8-38-720-15,-10 37-128 0,10-37-48 0,-13 44 0 0,5-19-592 0,0-4-128 16,-1 1-32-16,1-3 0 0,1-2-256 0,0-1-48 16,7-16-16-16,-9 26 0 0,9-26-288 0,-7 19 0 15,7-19 0-15,0 0-11344 16,0 0-2288-16</inkml:trace>
  <inkml:trace contextRef="#ctx0" brushRef="#br1" timeOffset="151894.12">15569 8791 4607 0,'-1'2'400'0,"0"-2"-400"0,1 1 0 0,0 1 0 0,1-2 3376 0,-1 0 592 15,2 2 112-15,-2-2 16 0,0 0-384 0,0 0-96 16,0 0-16-16,34 5 0 0,-34-5-1568 0,26 0-320 16,-11-1-64-16,-1-3-16 0,2 2-1072 0,0-3-224 0,1 2-32 0,-2-1-16 15,-1-1-544-15,1 0-96 0,1 0-32 0,0 0-16688 16</inkml:trace>
  <inkml:trace contextRef="#ctx0" brushRef="#br1" timeOffset="152147.41">15936 8646 11967 0,'1'0'528'0,"-1"2"112"0,1-2-512 0,-1 1-128 16,0 1 0-16,0 0 0 0,0 1 2304 0,0-3 416 31,0 0 96-31,0 0 0 0,-5 31-336 0,5-31-80 0,-5 33-16 0,5-33 0 0,-6 38-656 0,6-38-144 16,-7 42-32-16,7-42 0 0,-8 45-640 0,8-45-128 15,-8 43-16-15,8-43-16 16,-8 36-560-16,8-36-192 0,-5 30 0 0,5-30 144 16,0 0-576-16,-7 34-112 0,7-34-32 0,0 0 0 31,0 0-1792-31,0 0-384 0,-10 23-64 0,8-23-10864 0</inkml:trace>
  <inkml:trace contextRef="#ctx0" brushRef="#br1" timeOffset="152418.04">15882 8668 14735 0,'-1'0'640'0,"1"0"160"0,1 2-640 0,1-2-160 0,0 0 0 0,0 0 0 16,-1 0 1728-16,4 0 320 0,-5 0 64 0,19 0 16 0,-19 0-336 0,30-2-80 15,-12 0-16-15,-1 1 0 0,1-2 96 0,0 1 0 16,-1 2 16-16,-17 0 0 16,35 2-2032-16,-35-2-416 0,27 8-64 0,-27-8-32 0,0 0 736 0,0 0 0 15,34 30 0-15,-34-30 0 0,0 0 0 0,0 0 0 16,-2 38 0-16,-5-28 0 0,-4 2 352 0,-2-3-32 16,-2-2-16-16,0 1 0 0,-1-2-48 0,-1 0 0 15,1 0 0-15,-1-3 0 0,2-1-256 0,1-1 0 16,2-2 0-16,2-1 0 0,2-1 0 0,2 0 0 0,2 0 0 0,2-3 0 31,1 0-976-31,3 1-256 0</inkml:trace>
  <inkml:trace contextRef="#ctx0" brushRef="#br1" timeOffset="152632.14">16175 8632 16575 0,'6'-7'736'0,"-2"4"160"0,2 1-720 0,-3 0-176 0,0 0 0 0,-1 2 0 15,1 0 2000-15,2 0 368 0,-5 0 80 0,0 0 16 16,33 6 112-16,-33-6 32 0,0 0 0 0,39 24 0 16,-39-24-1152-16,0 0-240 0,29 45-32 0,-29-45-16 0,15 41-656 0,-15-41-144 15,12 49-32-15,-12-49 0 0,8 50-144 0,-8-50-48 16,-2 44 0-16,2-44 0 0,-10 34-144 0,10-34 0 16,-16 24 0-16,6-15 128 0,-2 1-128 0,-2-6 0 15,0 2 0-15,-2-4-12096 16,0-2-2432-16</inkml:trace>
  <inkml:trace contextRef="#ctx0" brushRef="#br1" timeOffset="153256.93">16827 8620 13823 0,'1'-2'1216'0,"0"0"-960"15,-1 1-256-15,1 1 0 0,-1 0 1504 16,1 0 256-1,1-2 48-15,1-1 16 0,3 1 544 0,0 0 128 0,4-2 0 0,0 3 16 0,2-1-528 0,2 1-96 16,1 1-32-16,1 0 0 16,3 1-912-16,0 1-192 15,1-2-48-15,0 2 0 0,-20-2-432 0,36 3-80 16,-36-3-32-16,31 2 0 0,-31-2-160 0,25 2 0 0,-25-2 0 0,19 0 0 16,-10-2-576-16,-3 1-32 0,-1 0-16 0,-2 1-10576 15,-2-2-2128-15</inkml:trace>
  <inkml:trace contextRef="#ctx0" brushRef="#br1" timeOffset="153430.45">16814 8715 3679 0,'-6'3'320'0,"3"-1"-320"0,0 0 0 0,2 0 0 16,1-2 2336-16,1 2 400 0,0-2 80 0,-1 0 0 16,0 0 896-16,0 0 192 0,0 0 16 0,34 17 16 15,-34-17-1120-15,35 5-240 16,-15-5-32-16,1 0-16 15,2 0-1376-15,2 0-256 0,-1-2-64 0,0-1-16 16,-1 1-576-16,-2-1-112 0,0 0-128 0,-3 0 176 0,0 0-176 0,-2 0-224 16,-1-1 48-16,-1 2-17632 15</inkml:trace>
  <inkml:trace contextRef="#ctx0" brushRef="#br1" timeOffset="155196.56">17648 8414 1839 0,'0'-2'160'0,"-1"2"-160"16,1 0 0-16,0 0 0 0,0 0 800 0,0-1 128 15,0 1 32-15,0 0 0 0,0-2 288 0,1 2 64 0,0 0 16 0,1 0 0 16,-1-2 208-16,3 2 32 16,0-1 16-16,1 1 0 15,2-2 16-15,1 2 0 0,1-1 0 0,2 0 0 0,2 1-256 0,2-2-64 16,3 0 0-16,2 1 0 0,4-1-336 0,2-1-80 0,2 1-16 0,3-2 0 15,2 3 0-15,4-1 0 0,4-3 0 0,3 3 0 16,3-3-48-16,4 2-16 0,4 1 0 0,0 0 0 16,2 0 48-16,1-1 16 0,-1-1 0 15,4 1 0-15,3-2-368 0,2-2-80 0,-1 3-16 0,5-3 0 16,4 2-128-16,4-5-48 0,3 3 0 0,3-2 0 16,-1-1-48-16,3 0-16 0,2 2 0 0,-2 0 0 15,-1-4-144-15,0 3 0 0,-1 4 0 0,-2-5 128 0,-3 3-128 16,-2-1 0-1,-1 2 0-15,-4 1 0 0,-5 1 0 0,-5-3 0 0,-1 2 0 0,-6 0 0 0,-4 3 0 0,-5 1 0 16,-3 2 0-16,-6 1 0 16,-5-2-448-16,-6 0-32 0,-4 2 0 0,-7-1-11312 15,-15-1-2272-15</inkml:trace>
  <inkml:trace contextRef="#ctx0" brushRef="#br1" timeOffset="155907.5">17652 8438 7359 0,'2'-3'656'0,"-1"-2"-528"0,0 1-128 0,-1 2 0 16,1 1 1296-16,-1-1 240 0,1-3 32 0,1-2 16 16,0-2 912-16,0 1 176 0,-2 1 32 0,1 2 16 0,0 2-528 0,-1 2-96 15,-1 3-32-15,0 3 0 16,1-5-624-16,0 0-128 0,0 0-32 0,-3 49 0 0,3-49-560 0,0 0-112 15,-3 55-32-15,3-55 0 0,0 45-304 0,0-45-64 16,0 49-16-16,0-49 0 0,3 51-192 0,-3-51 128 16,3 55-128-16,-3-55 0 15,3 61 0-15,-3-61 128 0,3 62-128 0,-3-62 0 0,2 52 0 16,-2-52 0-16,2 43 0 0,-2-43 0 0,0 0 144 0,1 49-144 16,-1-49 128-16,0 0-128 0,-4 34 288 0,4-34-32 15,0 0 0-15,-10 16 0 0,5-14 128 16,0-4 32-16,-1 0 0 0,0-3 0 0,-1 0-176 0,0-4-48 15,-2 0 0-15,0-1 0 0,0 0-64 0,-2-2 0 0,1 0-128 0,-1-1 192 16,1 0-192-16,-1 1 0 0,1 1 0 16,-1 1 0-16,2 1 0 0,1 4 0 0,-1 0 0 0,1 4 0 15,1 2 0-15,-1 0 0 0,3 4 0 0,-2 1 0 16,2 2 0-16,-1 3 0 0,1-1 0 0,5-10 0 16,-9 26 0-16,9-26-128 15,0 0 128-15,-5 43 0 0,5-43 0 0,0 0 0 0,3 37 0 0,-3-37 0 16,0 0-192-16,0 0 64 0,17 43 128 15,-17-43-18400-15</inkml:trace>
  <inkml:trace contextRef="#ctx0" brushRef="#br1" timeOffset="156823.29">17896 8656 911 0,'0'0'0'0,"-1"0"0"0,0 0 0 0,1 0 0 15,0 0 944-15,0 0 96 0,0-2 32 16,-1 2 0-16,-1-1 944 0,1 1 192 0,-1 0 32 0,-1-2 16 31,1 2 80-31,0 0 16 0,0 0 0 0,-1 0 0 0,1 0-528 0,0 0-96 16,0 0-32-16,0 2 0 0,2-2-512 0,-2 1-96 15,1 1-32-15,0-2 0 0,1 2-240 0,-1-1-48 16,1 0-16-16,0-1 0 0,1 2-304 0,0-2-48 16,1 0-16-16,1-2 0 0,2 2-80 0,1-2-32 15,1 0 0-15,1-1 0 0,2-1 112 0,1 1 0 16,0 1 16-16,0-1 0 0,3-1-96 0,1 1-32 16,0 1 0-16,1 0 0 0,-1 2-80 0,-1 0 0 15,-2 2-16-15,-12-2 0 0,0 0-176 0,0 0 0 16,32 21 0-16,-32-21 128 0,0 0-128 0,0 0 0 15,3 38 0-15,-3-38 0 0,-10 24 0 0,3-10 0 16,-3-2 0-16,-1 0 0 0,2-1-144 0,-2 1 144 0,-1 0 0 16,0-2 0-16,-1 2-160 0,0-3 160 0,0-2-128 0,2 1 128 15,0-1 0-15,2 0 0 0,2-4 0 0,1-1 0 16,2 0 0-16,3 0 0 0,-1 1 0 0,3-1 0 16,0-2 0-16,1 1 0 0,2 0 0 0,1 1 0 15,1-2 0-15,1 1 0 0,1-1 0 0,1 0 0 16,2 0 0-16,0 0 0 0,-1-1 0 0,2-1 0 15,2 1 0-15,1-2 0 0,0 0 0 0,1-1 0 16,2 1-384-16,-1-2-64 0,2 0 0 0,1-3 0 16,0 0-2080-16,1-2-416 0,0 3-96 0,-2-4-10544 15</inkml:trace>
  <inkml:trace contextRef="#ctx0" brushRef="#br1" timeOffset="157455.4">18317 8670 8287 0,'0'-7'368'0,"-1"4"80"0,0-1-448 0,1 2 0 16,0 1 0-16,0 1 0 0,0 0 1840 0,0 0 272 15,-1 0 64-15,-1 0 16 0,0 1 80 0,0 3 16 16,-1 0 0-16,3-4 0 0,0 0-576 0,-10 24-112 16,10-24-32-16,-9 27 0 0,9-27-736 0,-11 35-160 15,11-35-32-15,-11 36 0 0,11-36-336 0,-8 33-80 16,8-33-16-16,0 0 0 0,-2 37-32 0,2-37-16 16,0 0 0-16,0 0 0 0,0 0-160 0,29 22 0 15,-19-24 0-15,2-3 0 0,2 0 128 0,0-2 0 0,-1 0 0 0,2-5 0 16,1 2 0-16,-1-3-128 15,-2 3 192-15,0-4-64 0,-1 2-128 0,-3 0 0 0,-2 1 0 0,-1 1-176 16,-3-1 176-16,-2 0 0 0,-3-1 0 16,-2 1-128-16,-3 1 128 0,-1-2 0 0,-1 3 0 15,-2 1 0-15,-1 2-128 0,-3-1 128 0,1 6-128 0,-2-1 128 16,1 5-256-16,-1 1 48 0,-1 2 0 0,1 1 0 16,0 1 208-16,3 0 0 0,2-1 0 0,3 0 0 15,1 0 0-15,4-2 0 0,3-5 128 0,0 0-128 0,0 0 240 16,0 0-64-16,0 0-16 0,29 18 0 0,-15-18 160 0,2-2 16 15,1 1 16-15,1-2 0 0,4 0-32 0,0-2-16 16,0-1 0-16,0 0 0 0,0 2-304 0,-1-1 0 16,0-2 0-16,-1 2 0 0,-1 0 0 0,-2 1 0 15,-1-1 0-15,-3 0 0 0,-3 3 128 16,-1 0-128-16,-1 0 0 0,-3 1 0 0,-1 2 0 0,-4-1 160 16,0 0-160-16,0 0 128 0,0 0 48 0,0 0 0 15,-7 28 0-15,7-28 0 16,-10 18-48-16,10-18 0 0,-9 23 0 0,9-23 0 0,0 0-128 0,-9 39 192 15,9-39-192-15,0 0 192 0,4 38-192 0,-4-38 0 16,0 0 0-16,0 0 128 0,26 28-128 0,-26-28 0 0,0 0 0 0,33 3 0 16,-21-5 0-16,1-2 0 0,3-2 128 15,-1-2-128-15,2-1 128 0,-1-2 0 16,-2 1 0-16,-1-1 0 0,-1 1-128 0,-3-2 192 0,-2 0-192 0,-3 2 192 16,-2-1-192-16,-4 1 0 0,-2-1 0 0,-6 1 128 15,-3 0-128-15,-3 2 0 0,-4 2 0 0,-3 2 0 16,-2 1 0-16,-1 3 0 0,1 3 0 0,1 0 0 15,2 3-208-15,1 0 80 16,4 0 128-16,4 1-208 0,3 0-192 0,3 0-48 16,3-2 0-16,4-5-10752 0,0 0-2176 0</inkml:trace>
  <inkml:trace contextRef="#ctx0" brushRef="#br1" timeOffset="157855.01">18873 8659 13823 0,'-1'-1'1216'0,"1"-1"-960"15,1 2-256-15,-1 0 0 0,1 2 1456 0,0-2 240 16,1 0 48-16,-1 0 16 0,4 0 992 0,-5 0 208 15,0 0 48-15,0 0 0 0,30 13-1088 0,-30-13-192 16,0 0-64-16,37 23 0 0,-37-23-816 0,0 0-160 0,42 29-48 0,-42-29 0 16,0 0-352-16,38 32-80 0,-38-32-16 0,0 0 0 15,32 27-192-15,-32-27 0 16,0 0 0-16,0 0 0 16,29 25-592-16,-29-25-176 0,0 0-16 0,0 0-16176 0</inkml:trace>
  <inkml:trace contextRef="#ctx0" brushRef="#br1" timeOffset="158060.95">19064 8658 12895 0,'-5'1'576'0,"2"0"112"0,0 1-560 16,0 1-128-16,0-2 0 0,1 1 0 0,0 1 2064 0,-4 0 384 16,-1 5 80-16,-5 2 16 0,-2 4-416 0,-4 2-80 15,0 0 0-15,0 1-16 0,-1 0-624 0,2-2-128 16,0 0-32-16,1-2 0 0,2 0-544 0,2-4-96 15,2-1-32-15,3-2 0 0,0-2-576 0,3 1-368 16,2-3 48-16,2-1-15360 0</inkml:trace>
  <inkml:trace contextRef="#ctx0" brushRef="#br1" timeOffset="158408.99">19258 8684 13823 0,'3'-4'608'0,"-1"3"128"0,0-1-592 0,0 2-144 0,-1 0 0 0,-1 0 0 15,-1 2 1184-15,1-2 208 0,0 0 32 0,0 0 16 16,0 0 160-16,-9 21 16 0,9-21 16 0,-12 24 0 16,12-24-608-16,-14 29-112 0,14-29-16 0,-12 33-16 15,12-33-192-15,-10 34-48 0,10-34 0 0,0 0 0 0,-4 40-64 0,4-40 0 16,0 0-16-16,0 0 0 0,0 0-16 0,31 26 0 15,-19-26 0-15,2-5 0 0,4 0-96 0,0-4 0 16,2 0-16-16,-1-4 0 0,1-1-176 0,-2-2-16 16,-1 1-16-16,-2 1 0 0,-2 0-224 0,-3-2 0 15,-1 3 0-15,-4-1 0 0,-3 2 0 16,-3 0 0-16,-4 1 0 0,-2 1 0 16,-3-2 0-16,-4 2 0 0,-1 4 0 0,-2-1 0 0,-1 4-368 0,-2 1 48 15,0 2 0-15,-1 2 0 0,2 3 112 0,1 2 16 16,2 0 16-16,1 2 0 0,2-1 16 0,2 1 0 15,3-2 0-15,8-7-10032 16,0 0-2016-16</inkml:trace>
  <inkml:trace contextRef="#ctx0" brushRef="#br1" timeOffset="158566.79">19491 8767 17503 0,'0'0'1552'0,"0"0"-1232"15,0 0-320-15,0 0 0 0,0 0 1408 0,0 0 208 0,0 0 48 0,0 0 16 0,0 0 464 0,0 0 96 16,0 0 0-16,22 38 16 16,-22-38-1536-16,0 0-304 0,0 0-64 0,0 0-9936 15,0 0-1984-15</inkml:trace>
  <inkml:trace contextRef="#ctx0" brushRef="#br1" timeOffset="158820.62">19693 8590 12895 0,'1'-1'576'0,"0"-1"112"0,-1 2-560 0,1 0-128 0,0 0 0 0,-1 0 0 0,1 0 2128 0,1 0 400 16,0 2 80-16,-2-2 16 0,0 0 48 0,0 0 16 0,0 0 0 0,0 0 0 15,4 43-1344 1,-4-43-272-16,0 0-48 0,-9 42-16 0,9-42-448 0,-7 35-96 0,7-35-16 0,-7 34 0 31,7-34-160-31,-4 31-32 0,4-31-16 0,0 0 0 16,0 40-240-16,0-40 0 0,0 0 0 0,0 0-11312 0,0 0-2224 0</inkml:trace>
  <inkml:trace contextRef="#ctx0" brushRef="#br1" timeOffset="159168.42">19916 8575 15663 0,'-4'0'688'0,"3"-2"144"0,-1 1-656 0,1 1-176 0,1 0 0 0,0 0 0 16,0 0 1824-16,0 1 336 0,1 1 64 0,-1-2 16 16,0 0 384-16,0 0 64 0,0 0 32 0,0 0 0 15,32 36-1120-15,-32-36-240 0,0 0-32 0,35 28-16 0,-35-28-768 0,27 20-160 16,-27-20-16-16,25 18-16 0,-25-18-352 0,0 0 0 15,29 23 0-15,-29-23 128 16,0 0-544-16,0 0-96 0,0 0-32 0,26 20-16496 16</inkml:trace>
  <inkml:trace contextRef="#ctx0" brushRef="#br1" timeOffset="159359.57">20099 8528 4607 0,'-8'2'400'0,"3"-2"-400"0,0 2 0 0,1 0 0 15,0 1 2272-15,0 0 368 0,-1 1 80 0,-5 3 16 16,-4 6 336-16,-7 5 80 0,-2 4 16 0,-1 1 0 16,2 1-912-16,-1-1-176 0,3 0-32 0,2-3-16 15,2-1-1088-15,2-4-224 0,2 1-32 0,12-16-16112 16</inkml:trace>
  <inkml:trace contextRef="#ctx0" brushRef="#br1" timeOffset="159934.1">20269 8564 14735 0,'0'-5'1312'0,"0"3"-1056"15,0 1-256-15,0-1 0 0,0 0 1040 0,-1 2 160 16,0 0 16-16,-1 0 16 0,0-1 896 0,-2 2 176 16,0 1 48-16,-3 1 0 0,1 3-624 0,-2 0-128 15,8-6-32-15,-16 20 0 0,16-20-480 0,-18 27-80 16,18-27-32-16,-18 32 0 0,18-32-304 0,-14 34-64 0,14-34-16 0,-11 31 0 15,11-31-96-15,0 0-32 0,2 40 0 0,-2-40 0 16,0 0-320-16,0 0-144 0,30 26 128 0,-30-26-128 16,25 0 0-16,-11-5 0 0,3 0 0 0,-1-4 0 15,1-1 0-15,-1 1 0 0,-1-5 0 0,0 2 0 16,-1-2 0-16,-2 0-272 0,-2-1 64 0,-1 1 16 16,-3 0-64-16,-3 0 0 0,-2-1 0 0,-6 1 0 15,0 0-176-15,-4 2-32 0,-2-2-16 0,-1 2 0 0,-2 2 80 0,0 1 16 16,0 2 0-16,0 4 0 0,-1 1 384 0,1 2-160 15,0 2 160-15,2 1 0 0,1 4 0 16,1-2 0-16,2 2 0 0,8-7 0 0,0 0 0 0,-12 21 0 16,12-21 0-16,0 0-10688 15,0 0-2112-15</inkml:trace>
  <inkml:trace contextRef="#ctx0" brushRef="#br1" timeOffset="160124.1">20444 8665 15663 0,'0'0'1392'0,"0"1"-1120"16,0 1-272-16,-1-2 0 0,1 0 1696 0,0 0 288 0,0 0 48 0,0 0 16 15,-7 28 832-15,7-28 160 0,0 0 32 0,-12 42 16 16,12-42-1712-16,-7 31-352 0,7-31-64 0,0 0 0 16,-4 38-960-16,4-38 0 0,0 0 0 0,0 0-16624 15</inkml:trace>
  <inkml:trace contextRef="#ctx0" brushRef="#br1" timeOffset="160660.88">20613 8608 13823 0,'0'0'1216'0,"0"0"-960"16,0 0-256-16,0 0 0 0,0 0 1936 0,0 0 352 15,0 0 64-15,0 0 16 0,0 0 864 16,0 0 176-16,0 0 48 0,28 26 0 0,-28-26-1920 0,18 2-384 15,-7-4-80-15,0 1-16 0,2-2-816 0,0-3-240 16,0 0 0-16,0-2 128 0,0 0-128 0,-2 0 0 16,0-2-128-16,-3 1 128 15,-3-2-128-15,0 3 128 0,-2-2-128 0,-3 1 128 0,-1 0 0 0,-2 1-160 0,-1-1 160 0,-3 2 0 16,1 0-176-16,-2 2 176 0,-1 0-160 0,-1-2 160 16,1 3 0-16,0 1 0 15,-1 0-128-15,1 3 128 0,-1 0 0 0,2 0 0 0,1 5 0 0,-2-2 0 16,2 1 0-16,0 1 160 0,0 1-160 0,7-6 192 15,-12 15 0-15,12-15 0 0,0 0 0 0,-15 27 0 16,15-27-192-16,0 0 128 0,0 0-128 0,-7 35 128 16,7-35-128-16,0 0 160 0,0 0-160 15,0 0 160-15,19 34-160 0,-19-34 0 0,0 0 0 0,0 0 128 16,28 11-128-16,-20-11 0 0,2 0 0 0,1-2 0 0,0-1 0 16,0 0 0-16,1-2 0 0,-1 1 0 0,1 0 0 15,-1-1 0-15,-1 0 0 0,0-1 0 0,-2 0-160 0,-1 0 160 16,-3 1 0-16,0 0-144 0,-1 0 144 0,-2 1 0 15,-1 1 0-15,0 1 0 0,-2-1 0 0,0 2 0 16,-1 1 0-16,0 2 0 0,-1 0 0 0,-1 2 0 16,0-1 128-16,5-3-128 0,0 0 304 0,-14 21-16 15,14-21 0-15,0 0 0 0,-16 37-64 0,16-37-16 16,-11 34 0-16,11-34 0 0,-12 45-64 0,12-45-16 16,-12 50 0-16,12-50 0 15,-12 54 32-15,12-54 0 0,-12 51 0 0,12-51 0 0,-8 42-160 0,8-42 0 0,0 0 0 16,-5 38 0-16,5-38-256 15,0 0-64-15,0 0-32 0,0 0-18032 0</inkml:trace>
  <inkml:trace contextRef="#ctx0" brushRef="#br1" timeOffset="161075.79">20398 8231 5519 0,'-1'0'496'0,"0"0"-496"0,0 0 0 0,1 0 0 15,0-2 768-15,0 2 48 0,0 0 16 0,1-2 0 16,0 1 1520-16,0-1 304 0,0 0 64 0,2 0 16 16,0 1 32-16,2-1 16 0,0 0 0 0,3 1 0 15,0-1-928-15,3 2-192 0,4-1-48 0,1 0 0 16,1-1-672-16,4 0-144 0,3-1-32 0,2 0 0 15,1 1-384-15,1-3-64 0,4 1-32 0,0 1 0 16,4 1-288-16,-1-3 0 0,3 2 0 0,-1-1 0 16,-2-1 0-16,0-2-144 0,-1 2-16 0,-4-2 0 15,-1 1-1328-15,-6 2-272 0,-3 0-48 0,-5 2-13040 16</inkml:trace>
  <inkml:trace contextRef="#ctx0" brushRef="#br1" timeOffset="161725.53">21092 8403 11967 0,'-2'0'1072'0,"1"0"-864"16,1 0-208-16,1 0 0 15,1 0 976-15,1-1 160 0,1 1 16 0,2-2 16 0,5 0 1280 0,5-1 256 31,5 0 48-31,3 1 16 0,1-3-512 0,1 1-96 16,0 1-32-16,2 1 0 0,-1 0-912 0,-1-1-192 0,-1 0-48 0,-3 1 0 16,-6 2-656-16,-1-1-128 0,-3 0-16 0,-12 1-16 15,18 1-672-15,-18-1-128 0,0 0-16 0,0 0-15520 0</inkml:trace>
  <inkml:trace contextRef="#ctx0" brushRef="#br1" timeOffset="161886.48">21192 8504 11055 0,'2'0'976'0,"-2"0"-784"0,6 1-192 0,-4-1 0 16,0 0 1632-16,2-1 288 0,5 1 48 0,4-2 16 0,6-1 592 0,3-2 128 16,2 3 32-16,-1-3 0 0,0 0-1328 0,-3 2-272 15,-2 2-48-15,-2-2-16 0,-2 1-944 0,-1-1-128 16,-1 1-160-16,0 1-13920 15</inkml:trace>
  <inkml:trace contextRef="#ctx0" brushRef="#br1" timeOffset="162217.64">21995 8229 12895 0,'-4'0'1152'0,"1"0"-928"0,-1 0-224 0,2 0 0 16,-1 2 1104-16,0-2 176 0,-2 3 48 0,-1 1 0 16,-5 4 880-16,-5 3 176 0,-2 6 48 0,-1-1 0 15,0 3-640-15,2 1-112 0,-1 3-16 0,3 1-16 0,1 0-608 0,14-24-112 16,-24 44-32-16,24-44 0 0,-16 39-256 0,16-39-64 15,0 0-16-15,-7 42 0 0,7-42-368 0,0 0-64 16,0 0 0-16,26 33-128 0,-26-33 128 16,23 6-128-16,-8-4 0 0,1-4 0 0,1 1-160 0,1-3-96 15,2 1 0-15,-1-1-16 16,0-1-592 0,-1 0-112-16,-1-2-32 0,-2 2 0 0,-2-2-1200 0,-2 1-240 0</inkml:trace>
  <inkml:trace contextRef="#ctx0" brushRef="#br1" timeOffset="162437.6">21933 8331 21183 0,'0'0'1888'0,"0"0"-1504"0,0 0-384 0,0 0 0 16,0 0 1104-16,0 0 160 0,0 0 16 0,-2 40 16 16,2-40 896-16,-2 43 176 0,2-43 48 0,-6 45 0 15,6-45-912-15,-7 40-176 0,7-40-48 0,-10 36 0 16,10-36-816-16,-11 31-160 0,11-31-48 0,0 0 0 15,-9 32-256-15,9-32 0 0,0 0 0 0,0 0-17824 16</inkml:trace>
  <inkml:trace contextRef="#ctx0" brushRef="#br1" timeOffset="162627.64">22124 8525 19343 0,'1'1'848'0,"-1"-1"192"0,1 2-832 16,0-2-208-16,0 0 0 0,0 0 0 0,1 2 2032 0,1-2 352 15,-3 0 80-15,0 0 16 0,0 0-544 0,24 12-96 16,-24-12-32-16,16 5 0 0,-16-5-1296 0,16 4-256 0,-16-4-48 0,15 3-10624 31,-8-3-2128-31</inkml:trace>
  <inkml:trace contextRef="#ctx0" brushRef="#br1" timeOffset="162990.76">22343 8331 13823 0,'0'-1'1216'15,"0"0"-960"-15,1 0-256 0,0 1 0 0,0-2 1472 0,1 2 256 16,1-2 64-16,1-1 0 15,3-2 944-15,3-1 192 0,1 0 32 0,1 2 16 0,1 0-1568 16,1 1-304-16,-1 0-64 0,0 1-16 16,-1 2-464-16,-12 0-112 0,21 5 0 0,-21-5-16 15,0 0-144-15,24 17-32 0,-24-17 0 0,0 0 0 0,0 0-128 0,0 0-128 16,10 44 192-16,-10-44-192 0,0 0 0 0,0 0 0 16,-16 36 0-16,16-36 0 15,-16 17 128-15,6-9-128 0,-1 0 0 0,-1-1 0 0,-1 1 0 16,0-2 0-16,-1 2 0 0,1-1 0 0,0-2 0 0,1 1 0 15,1 0 0 1,3-2 0-16,2-1 0 0,6-3 0 0,0 0 128 0,0 0-128 0,0 0 0 0,0 0 0 0,0 0 128 0,28 16-128 16,-17-16 0-16,2-2 0 0,3 1 128 0,0-2-128 15,3 0 0-15,-1 0 0 0,3-2 0 0,-2 1 0 32,0-1-384-32,-2 0-128 0,0 1-16 0,-1-1-16 0,1 0-2016 15,-3 0-384-15</inkml:trace>
  <inkml:trace contextRef="#ctx0" brushRef="#br1" timeOffset="163321.7">22925 8163 9215 0,'-4'-1'816'0,"2"-1"-656"16,1 2-160-16,-1 0 0 15,1 0 1280-15,1 0 240 16,0 0 32-16,-1 0 16 0,-2 0 1248 0,-1 0 240 16,-1 2 48-16,0 1 16 0,5-3-688 0,0 0-144 15,-24 24-32-15,24-24 0 0,-22 30-1168 0,22-30-224 0,-27 41-48 0,27-41-16 16,-29 50-384-16,29-50-80 0,-25 52-16 16,25-52 0-16,-17 49 128 0,17-49 0 0,-4 41 16 15,4-41 0-15,0 0-208 0,12 44-32 0,-12-44-16 0,21 17 0 16,-21-17-208-16,30 10 0 0,-11-5 128 0,2-5-128 15,3 0 0-15,0 0 0 0,1-3 0 0,1 1 0 16,-1-1 0-16,0-1 0 0,-1-1 0 0,-1 0 0 16,-2 1-640-1,-1-2 0-15,-3 2-16 0,-4-3 0 0,-1 1-1872 16,-4-2-368-16</inkml:trace>
  <inkml:trace contextRef="#ctx0" brushRef="#br1" timeOffset="163463.96">23045 8250 6447 0,'-2'-2'576'0,"0"2"-576"0,2 0 0 0,0 0 0 0,0 0 1584 0,0 0 208 16,0 0 32-16,0 0 16 0,-16 39 1920 0,16-39 384 16,-18 60 80-16,5-22 0 0,1 3-1488 0,-1 0-304 15,-1 0-64-15,1 0-16 0,2 0-1120 0,0-1-208 16,4 0-64-16,1-5 0 0,6-35-784 0,-5 62-176 16</inkml:trace>
  <inkml:trace contextRef="#ctx0" brushRef="#br1" timeOffset="174989.08">2466 9704 12895 0,'-1'-2'1152'0,"1"1"-928"0,2 1-224 0,-2 0 0 0,0 0 1056 0,0 0 160 16,0 0 48-16,0 0 0 0,0-2 352 15,0 2 80-15,1 0 16 0,0 0 0 0,1 2-192 0,-1 1-48 0,1 0 0 0,0 0 0 16,1 2-400-1,0 0-96-15,1 2-16 0,-1-2 0 0,-1-2-384 0,0 1-96 16,1 2-16-16,0 0 0 0,-3-6-320 0,0 0-144 16,0 0 128-16,0 0-128 0,0 0 0 0,30 36 0 15,-23-32 0-15,0-1-15216 16</inkml:trace>
  <inkml:trace contextRef="#ctx0" brushRef="#br1" timeOffset="175121.34">2888 9649 11967 0,'2'5'1072'0,"-1"-1"-864"0,1 1-208 0,-1-2 0 15,0 0 672-15,0 0 96 0,0 0 0 0,0 3 16 16,2 2 624-16,-3-8 128 0,0 0 32 0,11 36 0 0,-11-36-784 0,0 0-144 16,0 0-48-16,0 0-10272 0</inkml:trace>
  <inkml:trace contextRef="#ctx0" brushRef="#br1" timeOffset="175321.49">2645 9957 15663 0,'-8'1'688'0,"4"-1"144"0,1 0-656 0,1 0-176 0,2 2 0 0,0-2 0 16,1 2 2016-16,0 0 368 0,2 3 80 0,2 0 16 15,-5-5 0-15,0 0 0 0,0 0 0 0,0 0 0 16,32 40-1520-16,-32-40-320 0,0 0-48 0,0 0-10864 16,32 33-2176-16</inkml:trace>
  <inkml:trace contextRef="#ctx0" brushRef="#br1" timeOffset="177008.38">3249 9770 3679 0,'1'-4'320'0,"-1"3"-320"16,0-1 0-16,0-1 0 0,0 3 640 0,0-2 48 0,1 2 16 0,-1-2 0 15,0 0 144-15,1-1 48 0,-1 0 0 0,0 1 0 16,1 0-496-16,-1 0-80 16,0 0-32-16,1 1 0 0,-1-1 160 0,1 0 48 0,-1 1 0 0,0-1 0 15,2 0 464-15,-1-1 80 0,0 1 32 0,1-1 0 16,-1-1 336-16,1 1 64 0,-2 1 0 0,2-3 16 16,-1 4-272-16,1-2-64 15,-1 1-16-15,0 1 0 0,-1-1-240 0,1 2-64 0,-1 0 0 0,1 0 0 0,-1 0-304 16,0 2-64-16,0 1-16 0,0-1 0 0,-1 2-128 0,0 1-48 15,0 0 0-15,0 2 0 0,0 0 48 0,0 3 16 16,0-1 0-16,0 4 0 0,0 1-96 0,0 2-32 16,-1-2 0-16,0 3 0 0,1 0 32 0,-1-1 0 15,0 0 0-15,0-1 0 0,2-1-32 0,-2-2 0 16,1-2 0-16,0 0 0 0,-1-2-80 0,1-1 0 0,0-2-128 16,1 0 192-1,1-3-192-15,0-2 0 0,0 2 0 0,0-2 0 16,-1 0 0-16,0-2 0 0,1 1 0 0,-1-2 0 0,0 0 0 0,1 1 0 0,0-3 0 0,-1 1 0 15,1-1 0-15,-1 0 0 0,0 0 0 0,1-2 0 16,2 0 0-16,-1 0 0 16,0-3 0-16,0 1 0 0,-1-1 0 0,0-1 0 15,1-1 0-15,0 0 0 0,0 0 0 0,1-1 0 0,1 1 0 0,-2 1 0 16,2 0 0 0,1 1 0-16,-1 1 0 0,2-1 0 0,0 0 0 0,2 2 0 0,-2 1 0 0,1 1 0 15,0-1 144-15,0 2-144 0,-2 1 128 0,1 1-128 0,-1 3 288 16,0 0-32-16,0 3 0 0,-1 2 0 0,-4-5-64 0,0 0 0 15,0 0-16-15,0 0 0 0,17 44-176 16,-17-44 0-16,0 0 144 0,6 39-144 0,-6-26 0 16,0 0 128-16,0 0-128 0,-2 0 0 15,0 1 0 1,0-3 128-16,0-2-128 0,0 0 0 0,1-1 0 0,0 0 0 16,1-4 0-16,1 1 0 0,2-2-176 0,1-3-48 15,0 0-16-15,2-3-16112 0</inkml:trace>
  <inkml:trace contextRef="#ctx0" brushRef="#br1" timeOffset="177230.08">3566 9689 13823 0,'-2'1'608'0,"0"-1"128"0,1 2-592 0,-1-2-144 0,1 2 0 0,1 0 0 15,-1 1 1008-15,-1 2 160 0,-1 4 48 0,-1 3 0 16,1 5 272-16,-1 1 64 0,1 4 16 0,1-1 0 15,1 0-672-15,1 3-144 0,0 0-32 0,0 2 0 16,1-2-288-16,1-1-64 0,-2-1-16 0,0-1 0 16,-1 0-352-16,1-2 128 0,-1 0-128 0,1-2 0 0,0-1 0 0,1-3-256 15,-1-2 32-15,1 0 16 16,-1-3-1584-16,1-1-304 0,0-2-64 0,1 0-7696 16</inkml:trace>
  <inkml:trace contextRef="#ctx0" brushRef="#br1" timeOffset="177502.85">3538 9742 9215 0,'-1'-3'816'0,"0"0"-656"0,1 2-160 0,1 0 0 16,0 1 1184-16,0-1 208 0,1-2 32 0,1-2 16 16,1 0 368-16,2-2 80 0,2 0 16 0,1-2 0 15,2 4-736-15,0-2-144 0,0 3-16 0,2 1-16 0,0 1-224 0,-13 2-32 16,0 0-16-16,38 8 0 0,-38-8-208 0,0 0-32 15,37 26-16-15,-37-26 0 0,0 0-320 0,27 46-144 16,-27-46 128-16,0 0-128 0,11 40 0 0,-12-28 0 16,-3 2 0-16,-2 0 0 0,-2 0 128 0,-3-2-128 15,0 0 128-15,-2-2-128 0,-1-1 144 0,-1 0-144 16,-3-1 160-16,0-4-160 0,0 2 128 0,0-2-128 16,2-2 0-16,2-2 144 0,2 0-288 0,1-2-64 15,2 0-16-15,3-1 0 16,0 1-1328-16,2-1-272 0</inkml:trace>
  <inkml:trace contextRef="#ctx0" brushRef="#br1" timeOffset="178032.38">3866 9748 12895 0,'-6'-4'576'0,"0"0"112"0,3 0-560 0,0 2-128 0,1 1 0 0,1 0 0 16,-1 1 1360-16,-2-4 240 0,0 1 64 0,-2-2 0 16,1 1 416-16,-1 1 96 0,2 0 0 0,2 1 16 15,0 0-464-15,2 2-80 0,1 1-32 0,2 0 0 16,0 1-736-16,2 1-160 0,0-1-16 0,3 1-16 16,-8-3-192-16,0 0-48 0,0 0 0 0,43 12 0 0,-43-12-112 0,0 0-16 15,0 0-16-15,51 14 0 0,-51-14-96 0,0 0-16 16,50 17 0-16,-50-17 0 0,0 0-192 0,42 21 0 15,-42-21 0-15,0 0 0 0,39 22 0 0,-39-22 0 16,0 0 0-16,0 0 0 0,37 30 160 0,-37-30-160 16,0 0 160-16,0 0-160 0,0 0 272 0,0 0-32 15,9 36-16-15,-14-30 0 0,-1-1-96 0,-3-1-128 16,-1-1 176-16,-1 0-176 0,-3 2 160 0,1-2-160 0,1 0 128 16,-4 3-128-16,-4 1 0 0,-4 2 128 0,1-1-128 0,3 0 0 15,1 1 0-15,4-1 0 0,0-1 0 0,2 1 0 31,2-2-432-31,2-1-112 0,2 0-32 0,2-2-16736 0</inkml:trace>
  <inkml:trace contextRef="#ctx0" brushRef="#br1" timeOffset="178588.09">4478 9663 11967 0,'-1'-8'1072'0,"0"4"-864"0,0-1-208 0,0 3 0 15,1 1 1488-15,0 1 256 16,0 0 48-16,-1-1 16 0,-1-1 752 0,0 2 160 16,0-2 32-16,-1 4 0 0,0 0-784 0,-1 0-160 15,0 3-16-15,1 2-16 16,-2 3-848-16,1-1-160 0,1 1-48 0,-2 2 0 0,2 1-448 0,0-1-80 0,1 1-32 0,0 0 0 15,0 0 16-15,2 0 0 0,0-1 0 16,0-12 0-16,0 0 48 0,0 0 16 0,13 35 0 0,-13-35 0 16,0 0-112-16,0 0-128 15,0 0 176-15,44 22-176 0,-44-22 160 0,0 0-160 16,37 8 128-16,-37-8-128 0,0 0 0 0,40 14 0 16,-40-14 128-16,0 0-128 0,0 0 0 0,43 29 0 15,-43-29 0-15,0 0 0 0,0 0 0 0,0 0 0 16,26 42 0-16,-26-35 0 0,-1 2 0 0,-2-1 0 15,-1-2 0-15,-2 0 0 0,0 1 0 0,-3 0 0 16,0-2 128-16,-3 0-128 0,-1 1 0 0,-1-1 0 0,-2-3 144 16,2-1-144-16,-2 1 128 0,1-2-128 0,0 1 128 0,-1-2-128 15,1 1 0-15,2-3 0 0,1-2 0 0,3 1 0 32,1-1-1088-32,1-2-192 0</inkml:trace>
  <inkml:trace contextRef="#ctx0" brushRef="#br1" timeOffset="178765.18">4363 9715 12895 0,'0'-5'576'0,"0"3"112"16,0 0-560-16,1 0-128 0,0 2 0 0,0-2 0 0,1 1 1728 15,1-1 320-15,2-1 64 0,5 1 16 16,3-5 128-16,2 1 32 0,2 0 0 0,1 1 0 0,2-1-1168 0,2 1-224 16,2 1-64-16,0 1 0 0,1 2-672 0,-1-1-160 15,-24 2 0-15,43-2 0 16,-43 2-416-16,39 4-80 0,-39-4-16 0,0 0-13072 0</inkml:trace>
  <inkml:trace contextRef="#ctx0" brushRef="#br1" timeOffset="180639.58">5235 9771 6447 0,'1'0'576'0,"0"0"-576"0,-1 0 0 0,0 0 0 0,1 0 1088 0,-1 0 128 16,1 0 0-16,0 0 16 0,1 0 128 0,0-1 32 16,-1 1 0-16,0-2 0 15,1 2-240-15,0-3-32 0,-1 3-16 0,1-2 0 0,-1 0-224 0,0 1-48 16,0-1-16-16,0 2 0 0,0-1-64 0,-1 0-16 0,0 1 0 0,1 0 0 15,-1 0-160-15,1 0-48 16,-1 0 0-16,0 0 0 0,1 0-160 0,-1 0-48 0,1 0 0 0,0 0 0 16,-1 0-112-16,1 0-16 0,0 0-16 0,0 0 0 15,0 1-176-15,0-1 160 16,0 1-160-16,-1-1 160 0,1 0-32 0,-1 0 0 0,0 0 0 0,0 0 0 16,0 0 96-16,0 0 16 0,0 0 0 0,0 0 0 15,1 0 16-15,-1 0 0 0,1 0 0 0,-1 0 0 16,1 0-16-16,-1-1 0 0,1 0 0 0,0 1 0 15,1 0 16-15,-1-2 0 16,0 1 0-16,1 1 0 0,-1-2-112 0,0 0-16 0,0 1 0 0,0-1 0 16,1 2-128-16,-1-2 128 0,0 0-128 15,0 2 128-15,0-3-128 0,0 1 0 0,-1 0 0 16,1 1 128-16,-1 0-128 0,1 0 0 0,-1-1 0 0,0 2 128 16,1-2-128-16,-1 1 0 0,1 1 144 0,-1 0-144 0,0 0 192 0,0 0-48 15,0 1 0-15,0 1 0 0,1-2-16 0,-1 2-128 16,0-2 192-16,0 1-64 0,0 0 0 0,1-1-128 15,-1 0 192-15,0 0-64 16,1 1-128-16,-1 0 160 0,1 0-160 0,0 1 160 0,-1-2-160 0,1 1 160 16,-1 1-160-16,1-2 160 15,-1 2-160-15,0-1 192 0,0 2-192 0,1 2 192 0,-1 0-64 0,0 2-128 0,0 0 192 0,0 0-64 16,-1 0-128-16,0 1 192 0,0-3-192 0,-2 2 192 16,1-1-192-16,-1-1 160 15,-2 2-160-15,0-1 160 16,-2 0-32-16,-1 2-128 0,-2 1 192 0,-2-2-64 0,1 1-128 15,-2 0 0-15,-1-2 144 0,0 0-144 0,-1 2 0 0,-2-2 0 0,0 2 0 0,0-3 128 32,1 4-128-32,0-4 0 0,1 2 0 0,1-3 0 0,2 1 0 0,1-2 0 15,1-1 0-15,2 0 0 0,0 1 0 0,2-3 0 16,0-2 0-16,2-1 0 0,2-1 0 0,0-2 0 0,2 0 0 16,0-4 0-16,1 0 0 0,2 1 0 0,-2 0 0 0,4-1 0 15,1 3 0-15,0-2 0 0,2-1 0 0,0 1-128 0,0 1 128 0,2 1 0 16,1 0 0-16,-1 0 0 0,-1 2 0 0,1-2 0 15,1 0 0-15,1 0 0 0,0 0 0 16,0 0 0 0,1-3 0-16,-1 1 0 0,0 0 0 0,0-1 0 15,-1 0 0-15,0-2-128 0,-2 3 128 0,-1 0 0 16,-3-1 0-16,-2 1 0 0,-1 2 0 0,-2-1 0 0,-2 1 0 16,-3 0-128-16,1 0 128 0,-4 1 0 0,-2-2 0 0,-2 3 0 15,-1-2 0-15,-2 0 0 0,-1 2 0 0,-1-2 0 16,-1 0 848-16,0 1 160 0,1 2 16 0,1 0 16 31,1 1-1632-31,2 2-336 0,1 0-64 0,2-1-16 0,1 2 832 0,2 2 176 0,2-1 0 0,1 2 0 16,1 0 0-16,2 0 0 0,1 1 0 0,1 3 0 15,2 2 0-15,-3-9 0 0,0 0 0 0,18 36 0 16,-18-36 0-16,0 0 0 0,29 50 0 0,-29-50 0 16,28 45 0-16,-28-45 0 0,35 50 0 0,-35-50 0 15,39 49 0-15,-39-49 0 0,40 46 0 0,-40-46 0 16,39 35-256-16,-39-35 64 0,37 24 16 0,-37-24-16624 15</inkml:trace>
  <inkml:trace contextRef="#ctx0" brushRef="#br1" timeOffset="181994.55">5734 9651 3679 0,'0'0'320'0,"0"-2"-320"15,0 2 0-15,0 0 0 0,0 0 1408 0,-1 0 224 31,0 0 32-31,-1-2 16 0,0 1 592 0,-1 1 112 0,0 0 32 0,-1 3 0 16,2-1-624-16,-1 3-112 0,0 0-16 0,0 2-16 0,1 3-240 0,-1 1-64 0,0 1 0 0,0 3 0 16,1 1-336-16,0-2-80 0,0 5-16 0,-1-2 0 15,1 0-320-15,-1 1-64 0,0 0-16 0,2-2 0 16,-2 0-288-16,2-2-64 0,0-2-16 0,-1-3 0 16,2-1-144-16,-1-4 0 0,0 1 0 0,1-2 0 15,0-3 0-15,0-3 0 16,0 1 0-16,0-3 0 0,0 1 0 0,0-2 0 0,1 0 0 15,0-4 0-15,0 3 0 0,0-2 0 0,1-1 0 0,0-2 0 16,0 2 0-16,0-1 0 0,2-1 0 0,-1 3 0 16,0-1 0-16,0-2 0 0,0-1 0 0,1-2 0 15,0 1 0-15,1-1 0 0,1-1 0 0,0 2 128 32,1 1 0-32,-1 4 0 0,2 2 0 0,-1 0 0 0,0 4 48 0,1 1 0 0,-2 1 0 0,1 1 0 15,-2 3-48-15,1 2 0 0,-6-5 0 0,0 0 0 0,0 0-128 0,21 41 160 31,-21-41-160-31,9 33 160 0,-9-33-160 0,4 35 0 0,-4-35 0 0,3 36 0 0,-3-20 0 0,0 1 0 16,-1-3 0-16,0-2 0 0,1-3 0 16,-2-1 0-16,2-4 0 0,-1 1 0 0,0-2 0 0,1-3 0 15,0 0-144-15,2 0-10736 32,0-3-2128-32</inkml:trace>
  <inkml:trace contextRef="#ctx0" brushRef="#br1" timeOffset="182241.95">6087 9592 15663 0,'-1'-2'1392'0,"-1"2"-1120"0,1 0-272 0,0 0 0 16,0 0 1360-16,-1 0 224 0,-2 0 32 0,0 0 16 15,-4 0-128-15,1 1-32 0,-1 2 0 0,0 0 0 16,2 0-240-16,-1 2-48 0,2 1-16 0,-1 3 0 15,1 1-272-15,-1 3-48 0,1 0-16 0,1 3 0 16,0 1-256-16,0 2-64 0,2 1-16 0,1 3 0 0,0-2-160 0,1 3-16 16,0-24-16-16,4 40 0 0,-4-40-128 0,0 0-32 15,22 46 0-15,-22-46 0 0,0 0-144 0,0 0 0 16,44 30-192-16,-44-30 192 16,28-2-1712-16,-13-5-208 0,2 0-64 0,-2-3 0 15,1-2-1856-15,-1 0-384 0</inkml:trace>
  <inkml:trace contextRef="#ctx0" brushRef="#br1" timeOffset="182436.7">6306 9647 2751 0,'0'-5'256'0,"-1"0"-256"0,1 3 0 0,0 0 0 15,-1 2 1760-15,0-1 304 0,0-1 64 0,-2-2 16 16,-1 1 432-16,1 0 96 0,-2 4 16 0,0 4 0 16,1 1-816-16,-3 4-144 0,2 2-48 0,-1 0 0 15,2 4-128-15,0 1-16 0,0 2-16 0,-1-1 0 16,3 2-592-16,-1-1-112 0,0 0-32 0,1-3 0 15,1 1-336-15,0-3-64 0,1-14 0 0,1 24-16 16,-1-24-240-16,0 0-128 0,0 0 160 0,0 0-160 16,0 0-896-16,16 35-256 0</inkml:trace>
  <inkml:trace contextRef="#ctx0" brushRef="#br1" timeOffset="182641.53">6351 9732 14735 0,'0'1'640'0,"1"0"160"16,0 1-640-16,0 1-160 0,0-3 0 0,0 1 0 0,0 1 1488 0,2-2 272 16,2 2 48-16,-5-2 16 0,0 0-288 0,0 0-64 15,42 7-16-15,-42-7 0 0,26-3-832 0,-12 1-176 16,-1 0-16-16,-1 0-16 0,0-1-288 16,-3 0-128-16,1 1 0 0,-2 1 128 0,0 0-128 0,-2-1-224 0,0 0 48 0,-1 1 16 31,0 1-928-31,-1 0-192 0</inkml:trace>
  <inkml:trace contextRef="#ctx0" brushRef="#br1" timeOffset="182942.41">6723 9646 17503 0,'3'-3'768'0,"-2"0"176"0,1 0-752 0,-1 3-192 0,-1-2 0 0,0 2 0 0,1 0 2048 0,-1 0 368 15,0 0 80-15,0 2 0 16,0 1-304-16,-1 0-64 0,-1 3-16 0,1 1 0 0,-1 5-1024 0,0 0-224 16,0 2-32-16,-1 0-16 0,1 5-496 0,0 0-112 15,0 3-16-15,-1 2 0 16,1 5-48-16,-1 0-16 0,0 3 0 0,0-4 0 0,0-4-128 0,1-3 0 0,2-21 0 15,-1 35 0 1,1-35 0-16,0 0-224 0,1 29 48 0,0-24 16 16,0-3-1504-16,0-2-320 0,1-4-48 15,0-1-12656-15</inkml:trace>
  <inkml:trace contextRef="#ctx0" brushRef="#br1" timeOffset="183196.67">6671 9675 12895 0,'-2'-9'576'0,"1"4"112"0,1 0-560 0,0 3-128 15,1-1 0-15,0 3 0 0,0-2 1696 0,2 0 304 16,1-1 64-16,3-1 16 16,1 1 64-16,2-1 16 15,1 3 0-15,-11 1 0 0,0 0-656 0,38 1-128 0,-38-1-32 0,0 0 0 0,44 11-720 0,-44-11-160 16,0 0-16-16,38 17-16 0,-38-17-432 0,0 0 128 16,0 0-128-16,37 28 0 0,-37-28 0 0,0 0 128 31,0 0-128-31,0 0 0 0,0 0 192 0,9 38-64 15,-13-31 0-15,-1 1 0 0,-2-2 256 0,-1 2 32 0,0-3 16 0,-1 2 0 16,-1-3-224-16,-2 2-32 0,0 0-16 0,-1-1 0 16,2-2-160-16,2 1 0 0,1-2 0 15,0-2 0 1,2 1-768-16,1-2-144 0,3-1-32 0,2-2-14704 0</inkml:trace>
  <inkml:trace contextRef="#ctx0" brushRef="#br1" timeOffset="183483.6">7034 9618 11967 0,'5'-2'528'0,"-2"-2"112"0,0 3-512 0,-1-2-128 15,0 1 0-15,-1 1 0 0,1 0 1648 0,2-1 288 16,2-1 64-16,3-1 16 16,0 0 80-16,1 1 16 0,0 0 0 0,-10 3 0 0,0 0-304 0,31 2-48 15,-31-2-16-15,0 0 0 0,0 0-736 0,44 27-160 16,-44-27-16-16,0 0-16 0,29 38-240 0,-29-38-64 15,0 0 0-15,19 49 0 0,-19-49-128 0,0 0-16 16,5 47-16-16,-7-27 0 0,0-2-160 0,-4-1-16 16,-1 0-16-16,-3-1 0 0,-1-1-32 0,-2-1 0 15,0-3 0-15,-1-1 0 0,0 2 16 0,-1-5 0 0,0 0 0 0,0 0 0 16,3-4-144-16,0-1-272 0,3-2 64 0,0 0 16 31,2 0-2560-31,0-2-512 0</inkml:trace>
  <inkml:trace contextRef="#ctx0" brushRef="#br1" timeOffset="188331.75">7405 9644 14735 0,'0'0'1312'0,"0"0"-1056"0,0-1-256 16,0 1 0-16,0 0 944 0,0 0 128 16,0-1 16-16,0 1 16 0,1-2 560 0,0 2 128 0,0 2 0 0,1-2 16 0,1 2-208 0,0 1-32 15,-1 1-16-15,-2-4 0 0,0 0-272 0,0 0-48 16,0 0-16-16,0 0 0 0,35 38-224 0,-35-38-48 15,0 0-16-15,0 0 0 0,46 21-368 0,-46-21-80 16,0 0-16-16,46 8 0 0,-46-8-256 0,0 0-48 16,48 1-16-16,-48-1 0 15,0 0-144-15,39 0 128 0,-30-1-128 0,0 1 128 0,-9 0-128 0,0 0 0 16,0 0 0-16,0 0 0 0,0 0 0 0,0 0 0 16,0 0 0-16,0 0 0 0,0 0 0 0,11 38 0 15,-20-29 0-15,-2 3 0 16,-2 0 0-16,0 0 0 0,0-1 0 0,1 1 0 15,-1 0 0-15,0-1 0 0,0 0 0 0,1 1 0 0,-1 2 0 0,0 0 0 0,1-1 0 0,-1 2 0 16,-1-1 0-16,0 1 0 0,0 0 0 0,1-2 0 16,3 0-240-16,0 0-16 0,1-3-16 0,2-2-11696 15,2-1-2320-15</inkml:trace>
  <inkml:trace contextRef="#ctx0" brushRef="#br1" timeOffset="188808.64">7941 9620 7359 0,'0'1'656'0,"-1"-1"-528"0,0 2-128 0,0-2 0 0,0 2 2320 0,0-2 432 16,-1 1 96-16,-1 3 16 15,0 1-64-15,-4 2-16 0,0 3 0 0,-2 1 0 0,1 1-768 0,1 0-160 16,-1 2-16-16,2 0-16 0,1-1-752 0,0-1-160 0,3-1-16 0,0-2-16 16,0-1-368-16,2-2-80 0,1 2-16 0,-1-8 0 15,0 0-128-15,0 0-32 16,0 0 0-16,0 0 0 0,0 0 0 0,29 33-16 15,-29-33 0-15,0 0 0 0,0 0-112 0,41 23-128 0,-41-23 176 0,0 0-176 16,39 24 144-16,-39-24-144 0,0 0 0 0,35 26 144 16,-35-26-144-16,0 0 0 0,0 0 0 15,33 36 0 1,-33-36 0-16,0 0 0 0,0 0 0 0,0 0 0 16,14 36 0-16,-16-30 128 0,-2 2-128 0,-2-1 0 15,-1 2 128-15,-1-1-128 0,-1-1 0 0,-2 1 128 0,-1 0-128 0,-2-1 0 16,-2 1 0-16,-2-2 0 0,1-1 0 0,-1 0 0 15,-2 0 0-15,2 0 0 0,0-3 0 0,2-2 0 16,1-2 0-16,2-1 0 16,3-2-512-16,-1-1-96 0</inkml:trace>
  <inkml:trace contextRef="#ctx0" brushRef="#br1" timeOffset="188979.46">7843 9654 11055 0,'0'0'976'0,"1"1"-784"0,1 0-192 0,0-1 0 16,0 0 3056-16,0 0 560 0,2 0 112 0,-4 0 32 16,0 0-576-16,44 0-112 0,-44 0-32 0,49-5 0 15,-23-2-1936-15,-1 3-384 0,-25 4-80 0,45-10 0 16,-45 10-640-16,40-5-320 0,-40 5 48 0,35 0-16256 16</inkml:trace>
  <inkml:trace contextRef="#ctx0" brushRef="#br1" timeOffset="190609.37">8688 9894 2751 0,'-3'-5'256'0,"2"2"-256"16,0 2 0-16,0 0 0 0,1 1 3424 0,0 0 640 15,1-2 128-15,0 2 32 0,1 0-1904 0,1 2-368 16,-3-2-80-16,0 0-16 0,0 0-176 0,0 0-32 0,0 0-16 0,38 36 0 16,-38-36-736-16,0 0-128 15,0 0-48-15,36 37 0 16,-36-37-576-16,0 0-144 0,0 0 0 0,39 19-14688 16</inkml:trace>
  <inkml:trace contextRef="#ctx0" brushRef="#br1" timeOffset="190770.6">9109 9836 16575 0,'2'2'1472'0,"0"1"-1168"0,-1-1-304 0,0 1 0 15,0-2 1344-15,-1 2 192 0,0-3 64 0,0 0 0 16,0 0 544-16,12 46 112 0,-12-46 32 0,0 0 0 0,4 31-864 16,-4-31-160-16,0 0-48 0,0 0 0 15,0 0-912-15,0 0-304 0,0 0 160 0,0 0-15744 16</inkml:trace>
  <inkml:trace contextRef="#ctx0" brushRef="#br1" timeOffset="190961.37">8816 9528 23951 0,'-4'-12'1056'0,"2"5"224"0,2 0-1024 0,0 5-256 0,1-1 0 0,0 3 0 15,2 0 1472-15,0 0 256 0,2 0 32 0,2 3 16 0,-7-3-704 0,0 0-144 0,0 0-32 0,43 38 0 32,-43-38-896-32,0 0 0 0,36 44 0 0,-36-44-176 15</inkml:trace>
  <inkml:trace contextRef="#ctx0" brushRef="#br1" timeOffset="195722.95">9640 9611 6447 0,'0'-2'576'0,"0"1"-576"0,0 1 0 0,0 0 0 31,0 0 736-31,0 0 32 0,-1 0 16 0,0-2 0 0,0 2 272 16,0 2 48-16,-2-1 16 0,1 2 0 15,-1 2-128-15,0 1-32 0,-2 3 0 0,0 1 0 16,-1 2-272-16,-1 3-64 0,-1 1-16 0,0 3 0 15,-1 2-48-15,1-1-16 0,1 1 0 0,-1-1 0 0,0 2 0 0,1-3 0 16,1 0 0-16,2-3 0 0,1-2-64 0,2-4-16 16,1-10 0-16,0 0 0 0,0 0-464 0,0 0 128 15,0 0-128-15,0 0 0 16,0 0-720-16,38-1-192 0,-28-10-48 0,0-1-9008 16</inkml:trace>
  <inkml:trace contextRef="#ctx0" brushRef="#br1" timeOffset="196107.35">9620 9774 9215 0,'-6'-3'400'0,"2"2"96"16,1 1-496-16,1-2 0 0,1 2 0 0,0 0 0 15,1 0 1552-15,0 2 224 0,1-1 32 0,2 0 16 0,1 1 224 0,-4-2 64 16,0 0 0-16,0 0 0 0,0 0-768 0,44 8-160 16,-44-8-32-16,29-5 0 0,-29 5-688 0,33-7-144 15,-14 2-16-15,-1-2-16 0,-2 2-432 0,0-2-96 16,1 1-16-16,0 0-12176 0</inkml:trace>
  <inkml:trace contextRef="#ctx0" brushRef="#br1" timeOffset="201839.59">9650 9552 4607 0,'-2'-8'400'0,"0"4"-400"0,1-1 0 0,0 0 0 16,2 3 2368-16,-1 1 384 0,0 0 64 0,1-2 32 15,0-2-768-15,1-1-160 0,0-2-16 0,0 4-16 16,3-1-48-16,-1 2-16 0,-4 3 0 0,0 0 0 16,0 0-480-16,0 0-80 0,0 0-32 0,0 0 0 0,0 0-464 15,37 20-112-15,-37-20-16 0,0 0 0 0,25 35-288 0,-25-35-64 16,24 31-16-16,-24-31 0 0,29 33-144 0,-29-33-128 15,29 33 192-15,-29-33-192 0,32 37 0 0,-32-37 0 16,30 41 0-16,-30-41 0 0,26 41 0 16,-26-41 0-16,20 37 0 0,-20-37 0 0,15 42 0 0,-15-42 0 15,10 34 0-15,-10-34 0 0,0 0 0 0,3 36 0 16,-3-36 0-16,-9 22-16080 0</inkml:trace>
  <inkml:trace contextRef="#ctx0" brushRef="#br1" timeOffset="202854.62">10039 9763 11055 0,'1'-3'976'0,"0"0"-784"16,0 2-192-16,-1 1 0 0,1 0 1152 0,0-2 192 16,0-1 48-16,1-2 0 0,0 1 816 0,0-2 160 0,1 3 48 15,-2 0 0-15,1 1 352 0,-1 1 80 0,0 2 16 0,-1 3 0 16,0 0-2080-16,0 6-400 0,-1 2-96 0,1 4-16 15,1 2 368-15,-1 5 64 0,1 6 0 0,-1 3 16 16,1 3-432-16,0-1-96 0,-1-3 0 0,0 0-16 16,1-2-176-16,0-5 128 0,1-4-128 0,0-3 128 15,-2-17-128-15,6 24-256 0,-6-24 64 0,0 0 16 16,0 0-2080-16,0 0-432 16,0 0-64-16,0 0-11744 0</inkml:trace>
  <inkml:trace contextRef="#ctx0" brushRef="#br1" timeOffset="203110.14">9995 9756 10127 0,'-3'-3'896'0,"1"3"-704"15,1-2-192-15,1 2 0 0,0 0 1328 0,0 0 224 16,-1-3 48-16,0 1 16 0,1-2 432 0,0-1 96 16,4 1 16-16,1-2 0 0,-5 6-672 0,16-11-128 15,-16 11-16-15,25-12-16 0,-25 12-672 0,31-15-128 16,-31 15-16-16,35-11-16 0,-35 11-496 0,34-8 0 15,-34 8 0-15,0 0 0 0,40 8 0 0,-40-8 0 16,0 0 0-16,17 26 0 0,-17-26-160 0,-4 26 160 0,-2-10-128 0,-3 1 128 31,-2 2-448-31,-2-2 0 0,-2 4 0 0,-1-3 0 16,0-1-80-16,2-2-32 0,2-3 0 0,2-1 0 0,2-4 560 0,0-2 0 0,3-2 0 0,0-1 0 31,1-2-640-31,2-4-208 0</inkml:trace>
  <inkml:trace contextRef="#ctx0" brushRef="#br1" timeOffset="203357.46">10261 9670 15663 0,'-2'2'1392'16,"0"-2"-1120"-16,1 1-272 0,0-1 0 0,0 2 1600 0,0-1 256 16,-2 3 48-16,-2 0 16 0,0 4 32 15,-1-1 16-15,2 2 0 0,2 1 0 0,0-1-640 0,2-9-128 16,2 21-32-16,-2-21 0 0,5 26-432 0,-5-26-96 15,10 36 0-15,-4-14-16 0,-1 4-304 0,0 0-64 16,-1 4-16-16,-1-1 0 0,-2 0-240 0,1-5 176 16,0-1-176-16,-1-4 160 0,-1-19-160 0,6 26 0 15,-6-26 0-15,0 0 0 16,0 0-1120-16,0 0-96 0,0 0-32 0,0 0-13984 0</inkml:trace>
  <inkml:trace contextRef="#ctx0" brushRef="#br1" timeOffset="203597.93">10216 9722 11055 0,'-1'0'976'0,"1"-2"-784"0,0 2-192 0,1 0 0 15,0 0 1312-15,1-1 224 0,-2 1 32 0,0 0 16 16,0 0 544-16,24-12 112 0,-24 12 32 0,0 0 0 16,35-13-672-16,-35 13-144 0,26-10-32 0,-26 10 0 15,30-8-592-15,-30 8-128 16,0 0-32-16,39-1 0 0,-39 1-416 0,0 0-96 0,0 0-16 0,29 29 0 15,-29-29-144-15,4 23 0 0,-6-10 0 0,-3 3 0 0,-2-2 0 0,-4 0 0 16,0 2 0-16,-3-1 0 0,1-1 0 0,-2-2 0 16,0-2 0-16,0-1 0 0,0-1 144 0,1-2-144 15,2-1 160-15,0-5-160 0,2 0 0 0,1-2-320 16,2-1 64-16,3-3-9472 16,2 0-1904-16</inkml:trace>
  <inkml:trace contextRef="#ctx0" brushRef="#br1" timeOffset="204230.76">10537 9685 9215 0,'0'0'816'0,"0"0"-656"0,0 0-160 0,0 0 0 0,0 0 1840 0,0 0 336 16,0 0 64-16,5-5 0 0,-5 3-80 0,-2-1-32 0,0 0 0 0,-2 1 0 16,2 2-1248-16,-1 0-256 15,0 0-48-15,0 2-16 0,2 1 16 0,-1 0 0 0,1-1 0 0,0 0 0 16,1-2 256-16,0 0 64 0,0 0 16 0,0 0 0 0,0 0-144 0,0 0-48 15,0 0 0-15,0 0 0 16,0 0-80-16,0 0-32 0,0 0 0 0,0 0 0 0,0 0-112 0,0 0-32 16,0 0 0-16,0 0 0 0,0 0-192 0,0 0-32 15,0 0-16-15,0 0 0 0,0 0-224 0,0 0 0 16,0 0 128-16,0 0-128 0,0 0 0 0,0 0 0 31,0 0 0-31,0 0 0 0,0 0 0 0,0 0 0 0,0 0 0 0,0 0 0 0,0 0 0 0,0 0 0 31,0 0 0-31,0 0 0 0,0 0 0 0,0 0 0 0,0 0 0 0,0 0 0 16,0 0 0-16,0 0 0 0,0 0 0 0,0 0 0 0,0 0 0 16,0 0 0-16,0 0 0 0,0 0 0 15,0 0 0-15,0 0 128 0,0 0-128 0,0 0 0 0,0 0 128 0,0 0-128 0,0 0 0 0,0 0 144 16,0 0-144-16,0 0 0 0,0 0 0 0,0 0 0 31,0 0 0-31,0 0 0 0,0 0 0 0,0 0 0 16,0 0 0-16,0 0 0 0,0 0 128 0,0 0-128 15,0 0 0-15,0 0 0 0,0 0 0 0,0 0 0 16,39 2 0-16,-39-2 0 0,0 0 0 0,0 0 0 16,0 0 0-16,0 0 0 0,0 0 0 0,0 0 0 15,29 29 0-15,-29-29 0 0,0 0 0 0,12 31 0 16,-12-31 0-16,0 0 0 0,5 33 0 0,-4-18 0 0,0 1 0 0,-1-2 0 16,0 0 0-16,-1 0 0 0,1-4 0 0,-1 0 0 15,1-1 0-15,-1-2 0 0,0-2 0 0,1-2 0 16,0-1 0-16,0-4 0 0,0 1-128 0,0-6 128 15,1 2 0-15,0-4 0 0,1-1 0 0,1-4 0 16,0 0 0-16,1-2 0 0,0 1 0 0,1 1 0 16,-1 0 0-16,1-1 0 0,1-1-144 0,1-1 144 15,0-2 0-15,2 3 0 0,0-3-336 0,-1 4 32 0,2 0 16 0,1 2 0 32,0 3-384-32,-1 1-80 0,-10 9-16 0,0 0 0 15,27-9-1088-15,-27 9-240 0</inkml:trace>
  <inkml:trace contextRef="#ctx0" brushRef="#br1" timeOffset="204786.74">10853 9692 11055 0,'-1'0'480'0,"0"0"112"0,1-2-464 0,-1 1-128 0,1 1 0 0,0-2 0 16,-1 2 2048-16,0-3 384 0,0 1 64 0,-1 0 32 16,-1 0-48-16,1 2-16 0,-2 0 0 0,-1 3 0 0,2 1-720 0,-1 3-144 15,0 2-16-15,0 0-16 0,1 4-576 0,-1 1-112 16,2 2-32-16,1 1 0 15,1-17-512-15,4 26-96 0,-4-26-32 0,0 0 0 0,18 31-208 0,-18-31 0 16,0 0 0-16,0 0 0 0,48 5 0 0,-48-5 0 16,30-11 0-16,-30 11-160 0,32-21-16 0,-15 8 0 15,-3 0 0-15,-1-1 0 0,-1 0-176 0,-4 1-32 16,-2 0-16-16,-3 3 0 16,-2-1-96-16,-4 2-16 0,-2 1 0 0,-5 1 0 15,-2 0-80-15,-3 2-32 0,-4 3 0 0,-1 2 0 16,-1 0-208-16,0 2-64 0,-1 3 0 0,-1-1 0 0,3 4 544 0,2-1 96 0,0 2 32 0,3 1 0 15,4-3 416-15,2 2 64 0,3-1 32 16,3-4 0-16,1 1-160 0,2-5-128 16,0 0 144-16,0 0-144 0,0 0 0 0,0 0-128 0,45-5-16 0,-45 5 0 15,0 0-560-15,42-15-128 16,-42 15 0-16,39-15-16 16,-39 15 176-16,42-17 32 0,-42 17 16 0,41-17 0 0,-41 17 400 0,36-14 80 0,-36 14 16 0,31-10 0 15,-31 10 576-15,28-13 128 0,-28 13 32 0,0 0 0 0,38-13 1696 0,-38 13 320 16,0 0 80-16,36-12 16 0,-36 12-2160 15,0 0-432-15,35-4-128 0,-35 4 0 0,0 0 560 16,0 0 64-16,43 1 16 0,-43-1 0 0,0 0-272 0,0 0-48 16,40 25-16-16,-40-25 0 15,0 0-96-15,30 36-16 0,-30-36 0 0,19 28 0 0,-19-28-32 0,21 34-16 16,-21-34 0-16,22 35 0 0,-22-35-144 0,25 29 192 16,-25-29-192-16,0 0 192 0,37 28-192 15,-37-28 0-15,0 0 0 0,0 0 0 0,44 5 0 0,-44-5 0 16,18-10 0-16,-11 1 0 15,0 1-576-15,-1-4-32 0,0 0-16 0,-1-1-16528 0</inkml:trace>
  <inkml:trace contextRef="#ctx0" brushRef="#br1" timeOffset="204929.83">11427 9582 13823 0,'-11'3'608'0,"3"-1"128"0,1 1-592 0,1-1-144 15,1 1 0-15,2 1 0 0,-3 1 2240 0,-5 2 432 0,-5 7 80 0,-5 5 0 0,-3 5 320 0,-2 2 48 31,2 0 16-31,2-1 0 0,4-4-2464 0,2-1-480 16,2-2-192-16,3-2 128 0,5-4-128 0,2-6 0 16</inkml:trace>
  <inkml:trace contextRef="#ctx0" brushRef="#br1" timeOffset="205104.12">11493 9556 15663 0,'0'0'1392'0,"0"0"-1120"0,0 0-272 0,0 0 0 16,0 0 2080-16,0 0 352 0,0 0 80 0,0 0 16 15,0 0-288-15,38 22-64 0,-38-22-16 0,0 0 0 16,0 0-1872-16,0 0-288 0,41 14-224 0,-41-14-14080 16</inkml:trace>
  <inkml:trace contextRef="#ctx0" brushRef="#br1" timeOffset="205268.79">11546 9715 6447 0,'-4'5'272'0,"1"0"80"0,1-2-352 0,1-1 0 16,0 0 0-16,1-1 0 0,0 1 2432 16,0 2 400-16,-1 3 96 0,1 3 16 0,0-10 96 0,2 19 32 15,-2-19 0-15,3 19 0 0,-3-19-912 0,0 0-176 16,0 0-48-16,11 28 0 15,-11-28-3024-15,0 0-592 0</inkml:trace>
  <inkml:trace contextRef="#ctx0" brushRef="#br1" timeOffset="206518.34">11850 9556 8287 0,'0'0'736'0,"0"0"-592"0,0 0-144 0,-1 1 0 16,1 1 512-16,-1-2 64 16,0 2 0-16,0 1 16 0,-1-1-592 0,0 3-208 0,0 0 0 0,0-1 0 15,1-1-1168-15,-1 1-224 0,2 0-64 0,0 0 0 16,0-4 1312-16</inkml:trace>
  <inkml:trace contextRef="#ctx0" brushRef="#br1" timeOffset="209729.78">11793 9708 13823 0,'-1'-1'1216'0,"1"0"-960"0,0-1-256 0,0 2 0 16,0 0 0-16,0-2-288 0,1 2 64 15,0 0 16-15,0-1 32 0,0 1 16 0,1-2 0 0,-1 0 0 32,2-1-224-32,1 1-32 0,0-3-16 0,0-1 0 0,1-2 48 0,1 1 0 0,-2-3 0 0,2 1 0 15,-1-1 32-15,1 1 16 0,-1-1 0 0,0 1 0 16,1 4 336-16,-2-2 0 0,2 2-144 0,-2 1 144 16,-1 1 0-16</inkml:trace>
  <inkml:trace contextRef="#ctx0" brushRef="#br1" timeOffset="210311.97">11900 9556 6447 0,'-1'-4'576'0,"1"-1"-576"0,0 5 0 0,0-2 0 16,0 1 1712-16,0 1 224 0,-1 0 48 0,0-2 16 0,-1 2 912 16,-1 0 176-16,0 2 48 0,-2 4 0 0,-1 3-576 0,0 1-96 15,-1 6-32-15,0 1 0 0,-1 1-1072 0,0 4-208 16,0-1-64-16,-1 3 0 0,0 2-528 0,0 0-112 16,1-5-32-16,-2 3 0 0,0 0-240 0,1-3-48 15,0-2-128-15,2 0 192 0,2-5-192 0,2-2 144 16,1-5-144-16,1-2 128 0,1 0-128 0,1-3 0 15,1-3 0-15,0 0 0 0,3-4-160 0,1-2-112 16,1-2-32-16,1-1 0 16,1-4-1312-16,2-3-272 0,1 1-48 0,-2-1-16 15,0 0-1504-15,2 1-320 0,0-5-48 0,1 0-16 16,1 0 336-16,-1-1 64 0,-1 3 16 0,0-1 0 0,0 4 2784 0,-2 2 640 0,0 2 0 0,-2 4 0 16,-1 2 2176-16,-7 6 448 15,0 0 80-15,0 0 32 0,0 0 512 0,0 0 96 16,0 0 32-16,0 0 0 0,0 0-816 0,0 0-144 0,21 40-48 0,-23-31 0 15,0-1-1248-15,1 3-256 0,-1 1-48 0,-2 2-16 16,1 0-480-16,-1-2-112 0,0 0-16 0,-1-2 0 16,2-3-192-16,-1 0 128 0,-1 1-128 0,1 0 0 15,0 0 192-15,-1-1-64 0,2-2-128 0,0-1 192 16,1-2-192-16,1 1 128 0,0-3-128 0,1-2 0 16,1 0 0-16,1-1 128 0,2-6-128 0,3-1 0 0,0-2 0 0,4-2 0 15,0-3 0-15,1 1 0 0,1-1-432 0,1 1 32 16,0 0 0-16,0 1 0 15,1 1-96-15,-1 2-16 0,0 1 0 0,-2 2 0 0,-1 3 352 0,-11 6 160 16,23-10-160-16,-23 10 160 0,0 0 0 0,23-7 0 16,-23 7 176-16,0 0-48 0,0 0 464 0,0 0 112 15,0 0 0-15,0 0 16 0,22 38-336 0,-22-38-64 16,-2 23 0-16,-1-10-16 0,1 4-144 0,-3 1-32 0,-1-1 0 0,1 2 0 16,-2-1-128-16,2-1 192 0,-1 0-192 0,0-1 192 15,0 3-64-15,0-2-128 0,1-1 192 0,1-3-64 16,3-2-128-16,1-11 192 0,0 0-192 15,0 0 192-15,0 0-192 0,0 0 0 0,0 0 0 0,0 0 0 16,0 0-128-16,38-2-64 16,-28-8-16-16,0-2-18480 0</inkml:trace>
  <inkml:trace contextRef="#ctx0" brushRef="#br1" timeOffset="210790.81">12353 9706 7359 0,'2'-2'656'0,"-1"2"-528"16,0 0-128-16,0 0 0 15,-1-2 2576-15,0 2 496 0,1-1 80 0,1 1 32 0,-1-2 432 0,2-3 96 32,1 3 0-32,-1-1 16 0,0-1-1680 0,0 0-352 0,-1 1-64 0,1-3-16 0,-1 2-1008 0,1-1-208 15,0-2-32-15,0 0-16 0,-1 0-224 0,0 0-128 16,0-2 128-16,-2 1-128 16,-1 1 0-16,-2 0 0 0,-2 0 0 0,0 1 128 0,-3 3-128 0,0 2 0 15,-2 4 0-15,-1-1 0 16,2 3 144-16,-2 3-144 0,0 3 192 0,-1 3-192 0,1 2 256 0,0 2-64 0,0 2-16 15,1 2 0 1,3-3-176-16,0 0 160 0,2-2-160 0,0 0 160 0,2-1-160 0,3-4 0 0,0-12 0 0,0 0 128 16,0 0-128-16,0 0 0 0,30 28 0 0,-30-28 0 31,22-9 0-31,-9 4 0 0,1-5 0 0,3-1 0 0,1-2 0 0,1-1 0 16,0-1 0-16,0 0 0 15,-2 3 0-15,-2 0 0 0,0-2 0 0,-3 2 0 0,1 1 0 0,-4 0 0 0,-3 2 0 0,-1 0 0 16,-2 3 0-16,-3 2 0 15,1 2 0-15,-2 2 0 0,-1 2 0 0,-1 0 0 0,-1 3 0 0,0 0 0 0,1 2 0 0,-2 1 0 16,1 1 0-16,1 2 0 0,-1 1 192 16,1 2-64-16,0 1 0 0,3-15 0 0,0 26-128 15,0-26 128-15,0 0-128 0,3 28 128 0,-3-28-128 0,0 0 0 16,0 0 0-16,0 0 128 0,0 0-128 0,35 22 0 16,-35-22 0-16,0 0 0 0,25-12 0 0,-17 5 0 31,0 2 0-31,1-3 0 0,-2 0-208 0,1 0-32 15,3-4 0-15,0 0 0 16,1 0-1680-16,2-2-320 0</inkml:trace>
  <inkml:trace contextRef="#ctx0" brushRef="#br1" timeOffset="211470.95">11870 9765 4607 0,'-1'0'400'0,"0"-2"-400"15,1 2 0-15,0 0 0 0,0 0 912 0,-1 0 112 0,0 0 0 0,0-2 16 16,-1 1 560-16,0 1 128 0,0-2 0 0,0 2 16 0,0-1-48 0,0 0-16 16,1 1 0-16,0-3 0 0,0 1-32 0,1 0-16 15,0-1 0-15,0-1 0 16,0-1-144-16,1 0-16 0,1 0-16 0,1-2 0 0,-1 0-448 0,1 1-96 15,-1-2-16-15,1 3 0 0,0-2-320 16,0 1-80-16,0 0-16 0,-1-1 0 0,2 2 48 0,-1 0 16 16,0 1 0-16,-1 1 0 0,1 1-176 0,0-1-48 15,0 0 0-15,0 0 0 0,0 1-96 0,2-1-32 16,0 1 0-16,0-1 0 0,2-1-192 0,1-1 144 16,1 0-144-16,1-3 128 0,1 2-128 0,0-2 0 15,1 1 144-15,0 0-144 0,-12 7 0 0,24-9 0 16,-24 9 0-16,19-7 128 0,-19 7-128 15,0 0 176-15,0 0-176 0,0 0 192 0,0 0-192 0,0 0 0 0,0 0 0 0,4 35 128 16,-10-25-128-16,-2-1 0 0,0 3 144 0,-1-2-144 16,-1 1 0-16,1-4 0 0,2-1 0 0,0 0 0 15,2-1 0-15,0-2 0 0,2-1 0 0,1-2 0 16,1-2-224-16,2-4-112 0</inkml:trace>
  <inkml:trace contextRef="#ctx0" brushRef="#br1" timeOffset="212171.01">12757 9426 15663 0,'1'-2'1392'15,"-1"0"-1120"-15,0 0-272 0,0 1 0 16,0 1 1600-16,0 0 272 0,1-2 48 0,-1-1 16 0,0 2 416 16,1 0 80-16,-1 2 0 0,-1 2 16 0,0 2-816 0,0 5-160 15,-1 2-48-15,-1 5 0 0,-1 3-784 0,1 4-176 16,-3 5-16-16,0 2-16 0,0-1-288 0,-1 1-144 16,1 0 160-16,-1-3-160 0,1-1 0 0,-1 1 128 15,0 3-128-15,2-5 0 16,3-5 0-16,0-4 0 0,2-17 0 0,0 0 0 0,4 28 0 15,-4-28 0-15,0 0 0 0,0 0 0 16,0 0-592-16,24-7-112 0,-17-4-32 0,0-1-15600 0</inkml:trace>
  <inkml:trace contextRef="#ctx0" brushRef="#br1" timeOffset="212375.29">12588 9646 3679 0,'-3'3'320'0,"1"-3"-320"0,2 0 0 0,1 0 0 15,0 0 3696-15,1 0 656 0,0 0 144 0,-2 0 32 16,0 0-1072-16,0 0-192 0,37-11-64 0,-37 11 0 16,38-13-992-16,-17 4-208 0,2-1-32 0,1-1-16 15,2 1-1216-15,-2 1-240 0,-2 1-48 0,-22 8-16 16,38-12-432-16,-38 12 0 0,29-6 0 0,-29 6 0 16,0 0-1488-16,0 0-288 0</inkml:trace>
  <inkml:trace contextRef="#ctx0" brushRef="#br1" timeOffset="212707">12881 9696 23039 0,'-1'6'1024'0,"1"-1"192"0,0-5-960 0,0 0-256 15,0 0 0-15,0 0 0 0,0 0 2224 16,0 0 400-16,0 0 64 0,0 0 32 0,43 13-848 0,-43-13-160 0,28-7-48 0,-28 7 0 15,31-12-1008-15,-16 3-208 0,0-1-32 0,-2 1-16 16,-1 0-272-16,-1 1-128 0,-1-1 128 0,-2 2-128 16,0-3 0-16,-4 3 0 0,-1 0 0 0,-3-1 0 15,-1 4 0-15,-2 0 0 0,-5 1 0 0,-2 1 0 16,-1 2 0-16,-3 2 0 0,-3 0 0 0,0 4 0 16,-1 1 0-16,0 2 0 0,2 2 0 0,1 1 0 15,3 0 0-15,1 1 128 0,0 0-128 0,4 1 0 16,1 3 224-16,3-3-32 0,0-1-16 0,2 0 0 15,1-13-48-15,5 25 0 0,-5-25 0 0,0 0 0 0,0 0-128 16,41 30 0-16,-41-30 144 0,37-2-144 0,-37 2 0 0,41-12 0 16,-15 2 0-16,3-2-18624 15</inkml:trace>
  <inkml:trace contextRef="#ctx0" brushRef="#br1" timeOffset="214402.14">13738 9509 11967 0,'-5'0'1072'0,"1"1"-864"0,3 1-208 0,0-2 0 15,0 0 1152-15,0 0 176 0,-2 0 32 0,-2 2 16 16,0-1 512-16,0 0 96 0,2 1 32 0,4 1 0 16,-1-3-192-16,0 0-32 0,0 0-16 0,0 0 0 15,35 6-608-15,-35-6-112 0,37-1-32 0,-37 1 0 16,48-5-320-16,-22 2-64 0,2-1 0 0,0 0-16 16,2 0-352-16,-1 0-64 0,-2-3-16 0,-2 2 0 15,-25 5-192-15,40-10 0 0,-24 6 0 0,-2-3 0 16,-1 1-704-16,-2 2-128 0,-4-1-16 0,-1 2-9648 15,-3 2-1920-15</inkml:trace>
  <inkml:trace contextRef="#ctx0" brushRef="#br1" timeOffset="214608.72">14014 9483 6159 0,'-4'1'128'0,"2"-1"16"0,0 0 16 0,1 0 32 0,1 0-192 0,0 0 0 16,0 0 0-16,0 0 0 0,1-1 2304 0,0 1 400 15,1 0 96-15,-1-2 16 0,0 2-160 0,1 0-32 16,-2 0 0-16,0 0 0 0,0 0-800 0,0 0-160 0,0 0-48 0,0 0 0 15,-5 28-656-15,-1-18-128 0,0 2-16 0,-2 2-16 16,1 0-304-16,-3 3-64 0,0 1-16 16,-2 0 0-16,1 0-128 0,0 3-32 0,-1 0 0 15,0 1 0-15,1 2-256 0,0-3 128 0,-1 3-128 0,3-1 0 16,2-1 0-16,0-5 0 0,3 1 0 0,0-3-10912 16,1-3-2208-16</inkml:trace>
  <inkml:trace contextRef="#ctx0" brushRef="#br1" timeOffset="-214619.71">13779 9594 11967 0,'0'-7'1072'0,"0"2"-864"16,1 2-208-16,-1 2 0 0,0 1 1856 0,1-2 336 15,0-3 64-15,1 0 16 0,2-2 416 16,0 2 64-16,2 3 32 0,-6 2 0 0,0 0-864 0,0 0-160 15,0 0-32-15,41 24-16 0,-41-24-720 0,0 0-144 16,41 30-16-16,-41-30-16 0,32 26-368 0,-32-26-80 16,38 34-16-16,-38-34 0 0,37 38-160 0,-37-38-48 15,34 38 0-15,-34-38 0 0,27 33-144 0,-27-33 0 16,26 35 0-16,-26-35 0 0,24 36 0 0,-24-36 0 0,0 0 0 0,26 40 0 16,-26-40-256-16,0 0-96 0,0 0-16 15,19 34-11584-15,-19-34-2320 0</inkml:trace>
  <inkml:trace contextRef="#ctx0" brushRef="#br1" timeOffset="-214387.53">13703 9964 12895 0,'-3'-1'576'0,"2"0"112"0,0-1-560 0,1 2-128 0,1-2 0 0,0 2 0 15,1-1 1568-15,1-1 288 0,4-1 48 0,-7 3 16 16,23-7 576-16,-23 7 128 0,35-5 32 0,-35 5 0 0,47-4-688 0,-47 4-144 16,56-4-32-16,-23 3 0 0,1-1-832 0,0-1-160 15,2 1-32-15,-2-2-16 16,-2 3-528-16,0-1-96 0,-2-1-128 0,-2 0 176 31,-2 0-720-31,0 0-144 0</inkml:trace>
  <inkml:trace contextRef="#ctx0" brushRef="#br1" timeOffset="-213768.76">14367 9732 15663 0,'-1'0'1392'0,"-1"0"-1120"0,2 0-272 0,0 0 0 16,0 0 1216-16,0-2 176 0,0 2 32 0,-1 0 16 15,1-3 736-15,0 1 160 0,2-3 32 0,0 1 0 0,2-1-960 0,1 0-192 0,0 0-48 0,3-4 0 16,-1 1-704-16,2-1-144 0,1 0-16 0,-1-1-16 16,1 3 0-16,0-2 0 15,0 1 0-15,0 1 0 0,0 2 64 0,-1 1 16 16,-9 4 0-16,20-7 0 0,-20 7-48 0,0 0-16 0,0 0 0 0,0 0 0 16,38 21-176-16,-38-21-128 15,0 0 192-15,0 0-192 0,19 36 144 0,-19-36-144 0,0 0 0 0,0 0 144 16,21 40-144-16,-21-40 0 0,0 0 144 0,0 0-144 0,0 0 192 15,41 21-48-15,-41-21 0 0,23-5 0 0,-10 1 176 0,1-3 48 16,0 0 0-16,0-1 0 0,0-1-176 16,1 0-48-16,1-1 0 0,-1-2 0 0,0 0-144 0,-2 0 0 31,-2 3 0-31,1 0 0 0,-1-1 0 0,0 0-144 16,-1 1 144-16,0 0-18272 0</inkml:trace>
  <inkml:trace contextRef="#ctx0" brushRef="#br1" timeOffset="-212580.14">15015 9480 12895 0,'0'-3'1152'0,"0"2"-928"16,0-1-224-16,0 2 0 0,-1 0 1312 0,1 0 224 0,-1 0 32 0,0-2 16 16,-1 2 176-16,1 0 32 15,-1 2 16-15,1 2 0 0,1-4-640 0,0 0-128 0,0 26-16 0,0-26-16 16,0 24 560-16,0-24 112 0,0 33 32 0,0-33 0 16,0 36-1712-16,0-36-528 15,0 36-16-15,0-36 0 0,-3 37 544 0,0-17 176 16,-1 0 0-16,1 0 0 0,-2-2-176 0,1-1-224 0,1 0 48 0,-2-3 16 31,2 0-1584-31,-1-3-320 0,2 0-64 0,-1-2-10400 0</inkml:trace>
  <inkml:trace contextRef="#ctx0" brushRef="#br1" timeOffset="-212079.81">14981 9509 12895 0,'-2'1'1152'0,"0"-1"-928"0,2 0-224 0,0 0 0 16,1 0 1024-16,-1 0 144 0,0 0 48 0,1-1 0 16,1 1 528-16,1-3 112 15,3-1 32-15,3 0 0 0,2-2-160 0,2-1-16 0,3 0-16 0,2-2 0 16,2 0-544-16,2 1-96 0,2-2-32 0,-1 4 0 31,-6 1-384-31,-17 5-64 0,35-2-32 0,-35 2 0 0,0 0-336 16,40 12-64-16,-40-12-16 0,0 0 0 0,0 0-128 0,20 36 0 15,-20-36 0-15,-9 27 0 16,1-10-576-16,-3 0 0 0,-2-2 0 0,-3 0 0 16,-1-1 16-16,-3-1 16 0,1 0 0 0,-1-3 0 0,1 0 352 15,-1-3 192-15,4 0-192 0,0-5 192 0,2 1 0 0,0-1 0 16,3 0 0-16,1-2 0 0,2 0 784 0,3-2 224 16,1 0 32-16,2-1 16 15,2 2-1632-15,2-2-320 0,3 0-64 0,1-2 0 0,-6 5 960 0,19-6 0 16,-19 6 0-16,27-3 160 0,-27 3 160 0,36 2 48 15,-36-2 0-15,42 5 0 0,-42-5 96 0,45 3 32 16,-45-3 0-16,40 9 0 0,-40-9-96 0,33 12-16 0,-33-12 0 0,0 0 0 16,40 16-256-16,-40-16-128 0,0 0 0 0,0 0 128 15,0 0-128-15,18 38 0 0,-23-28 0 16,-4-3 0-16,-2 2 224 0,-2 1-32 0,-2-3-16 0,-2 2 0 16,-1-1 16-16,-2-2 16 0,1 2 0 0,-3-4 0 15,2 2-80-15,-2-2-128 0,4-2 176 0,0-1-176 16,2-1 0-16,2-1 0 0,3-1 0 0,1 0 0 15,3-1-304-15,2-2-112 16,3 1-32-16,2-1-16384 0</inkml:trace>
  <inkml:trace contextRef="#ctx0" brushRef="#br1" timeOffset="-211660.65">15632 9431 3679 0,'-3'2'160'0,"1"-2"32"15,0 0-192-15,1 0 0 0,0 0 0 0,0 0 0 16,1 0 1696-16,-1-2 288 0,-1 2 64 0,1-2 16 16,-1 1 928-16,-1-2 176 0,1 2 32 0,1-3 16 15,-1 1-464-15,1 0-80 0,0 1-32 0,-1-2 0 16,0 3-864-16,-1-1-176 0,-1 0-48 0,1 4 0 16,-2 0-784-16,-1 3-144 0,0-1-48 0,-1 5 0 0,-1 2-288 0,-1 1-64 15,0 6-16-15,-2 1 0 0,0 3-208 0,0 1 176 16,1 4-176-16,2-2 160 0,0-1-160 0,2 0 0 15,1 1 0-15,5-25 0 0,-4 41 0 0,4-41 0 0,9 36 128 0,-9-36-128 16,0 0 0-16,27 36 0 16,-27-36 0-16,0 0 128 0,40 21-128 0,-40-21 0 0,30 7 0 0,-30-7 0 31,30 2-720-31,-30-2-128 0,30 2-32 0,-30-2-16496 16</inkml:trace>
  <inkml:trace contextRef="#ctx0" brushRef="#br1" timeOffset="-211265.65">15767 9526 15663 0,'-2'0'688'0,"0"0"144"0,0 0-656 0,1 0-176 16,1 2 0-16,0-2 0 15,0 2 2256-15,0-2 432 0,0 3 64 0,0-3 32 16,0 0-224-16,0 0-32 0,0 0-16 0,0 0 0 0,28-5-1024 0,-28 5-208 31,23-5-32-31,-23 5-16 0,27-7-720 0,-27 7-160 0,28-2-32 0,-28 2 0 16,0 0-192-16,35 9-128 0,-35-9 160 0,0 0-160 0,0 0 0 0,15 36 0 15,-15-36 0 1,-5 29 0-16,-2-15 0 0,-2 0 0 16,-2 0 0-16,-3-2 0 0,1-3-192 0,-1 1 32 0,0-1 0 0,-2 1 0 15,1-3 160-15,-1 0-208 0,1 0 80 0,1-1 128 16,3-2 0-16,2 0 0 0,1-1 0 0,3-2 0 15,1 0 0-15,3 1 0 0,1-2 0 0,0 0 0 16,0 0 0-16,0 0 0 0,0 0 0 0,0 0 0 16,36-2 0-16,-36 2 0 0,26-2 0 0,-26 2 0 15,25-5-224-15,-25 5 32 0,33-7 0 0,-13-3 0 16,1 3-1072-16,0-2-208 0,-3 1-32 0,1-1-16 16,-2 2-1808-16,-2-2-352 0</inkml:trace>
  <inkml:trace contextRef="#ctx0" brushRef="#br1" timeOffset="-210618.45">16123 9540 1839 0,'1'-2'160'0,"-1"0"-160"16,0 2 0-16,0 0 0 0,0 0 1584 0,-1 0 272 16,1-1 64-16,-1-1 16 0,-2-1 1200 0,1 3 256 15,-3 0 32-15,-1 0 16 0,2 3-432 0,-3 2-96 16,1 1-16-16,-1 2 0 0,1-1-1088 0,-2 2-208 16,1 3-64-16,0 2 0 0,2-2-544 0,-1 3-112 15,2 2-32-15,4-17 0 0,-6 32-496 0,6-32-96 16,2 27-32-16,-2-27 0 0,0 0-224 0,19 36 144 0,-19-36-144 0,0 0 128 15,0 0-128-15,46 15 0 0,-46-15 0 0,33-8 0 16,-16 1 0-16,0-3-192 0,1-3 64 0,1-1 128 16,-2-1-272-16,0 0 64 0,-2 0 16 0,-2-1 0 15,0 1-128-15,-5 0-32 0,-1 0 0 0,-4 1 0 16,-3 0 32-16,-3 2 16 0,-3 2 0 0,-4 0 0 16,-1 3-336-1,-3-1-80-15,-2 2-16 0,-1 1 0 0,0 3-48 0,-1 4-16 0,-1 0 0 16,1 4 0-16,3 0 800 0,1-1 128 0,0 2 32 0,3-1 16 15,2 0 400-15,3 1 96 0,1-2 16 0,5-5 0 0,0 0-304 16,0 0-64-16,0 0-16 0,0 0 0 0,0 0 64 16,35 28 16-16,-35-28 0 0,34 0 0 0,-34 0 80 0,48-2 32 15,-22 0 0-15,1 0 0 0,0-1-368 0,-1-2-128 16,1 1 0-16,0-1 144 16,-1-1-144-16,-1 0 0 0,0 1 0 0,-1-1 0 15,-24 6 0-15,40-10 0 0,-40 10 144 0,33-8-144 16,-33 8 0-16,22-6 0 0,-22 6 0 0,0 0 128 0,0 0-128 0,0 0 0 0,0 0 0 15,0 0 128-15,-10 9 0 0,-1-3 16 0,-1 2 0 0,-1 1 0 16,0 0-16 0,0 2-128-16,2 1 192 0,-1 0-64 0,3 2-128 0,2 0 0 0,1 0 0 0,6-14 128 15,-5 25-128-15,5-25 0 0,0 0 0 0,0 0 0 16,22 35 0-16,-22-35 128 0,0 0-128 0,34 6 0 16,-34-6 0-16,34-4 0 0,-34 4 0 0,40-12 0 15,-18 4 0-15,-2-1 0 0,2-2 0 16,-1-1 0-16,-3 0 0 0,-2-2 0 0,-2 2 0 0,-3 0 0 15,-4 0 0-15,-1 0 0 0,-4 0 0 0,-3 0 0 16,-4 0 0-16,-4 3 0 0,-3 3 0 16,-4 0 0-16,-2 2 0 0,-4 3-144 15,-2 2 144-15,-1 3-160 0,-1 1-96 0,0 2-32 0,1 0 0 0,3 1 0 0,3-2 128 0,2 1 32 16,1 0 0-16,4-2 0 16,3 0-384-16,3 0-80 0,6-5-16 0,0 0-10704 15,0 0-2128-15</inkml:trace>
  <inkml:trace contextRef="#ctx0" brushRef="#br1" timeOffset="-210344.14">16878 9663 9215 0,'0'0'816'0,"0"0"-656"0,0 0-160 0,0 0 0 16,0 0 2816-16,0 0 544 0,0 0 96 0,0 0 32 16,-2 24-160-16,2-24-48 15,-5 21 0-15,0-9 0 0,-1 2-1600 0,0-2-320 16,-1 2-64-16,0-2-16 0,0-1-768 0,-2 0-176 15,2-2-16-15,0-3-11824 0,1 0-2352 16</inkml:trace>
  <inkml:trace contextRef="#ctx0" brushRef="#br1" timeOffset="-209790.47">17165 9542 19343 0,'-1'-1'1728'0,"1"1"-1392"16,-2 1-336-16,2-1 0 0,0 0 1584 0,-2 0 240 15,2 0 48-15,-4 5 16 0,1-2-32 0,3-3 0 16,-9 14 0-16,9-14 0 0,-8 18-768 0,8-18-176 15,-9 23-16-15,9-23-16 0,-7 27-496 0,7-27-112 0,-5 27-16 0,5-27 0 16,-1 25-128-16,1-25-128 0,0 0 144 0,0 0-144 16,0 0 0-16,23 31 128 0,-23-31-128 15,0 0 0-15,29-5 0 0,-17-1 0 0,1-2 0 0,1-1 0 16,-2 2 0-16,0-3 0 0,0-2 0 0,-2 0 0 16,-1 1-240-16,-2-1-32 0,-3 3-16 0,-2-1 0 15,-3 0 64-15,-2 1 16 0,-3 2 0 0,-4-2 0 0,-4 4-96 0,-3 0-16 16,-3 2 0-16,-2 0 0 31,2 2-192-31,0 2-32 0,-1 2-16 0,3 0 0 0,2 4 752 0,1-2 128 0,3 2 48 0,3 0 0 0,2 0-368 0,7-7 0 16,0 0 0-16,0 0 0 15,0 0-880-15,12 33-192 0</inkml:trace>
  <inkml:trace contextRef="#ctx0" brushRef="#br1" timeOffset="-209540.01">17461 9518 19343 0,'-1'-4'848'0,"0"0"192"0,1 1-832 0,0 3-208 0,0 0 0 0,0 0 0 15,0 0 2048-15,0 0 384 0,0 0 64 0,0 0 0 16,0 0-432-16,0 0-80 0,0 0-32 0,7 33 0 15,-7-33-768-15,0 0-160 0,2 36-16 0,-2-36-16 16,0 0-608-16,3 38-128 16,-3-38-32-16,0 0 0 0,0 0-224 0,10 30-240 15,-10-30 48-15,0 0-17328 0</inkml:trace>
  <inkml:trace contextRef="#ctx0" brushRef="#br1" timeOffset="-209088.89">17320 9666 25791 0,'0'0'2304'0,"0"0"-1856"16,0 0-448-16,0 0 0 0,0 0 1728 0,0 0 240 16,0 0 48-16,0 0 16 0,0 0-288 15,0 0-48 1,0 0-16-16,12 35 0 0,-12-35-1168 0,0 0-224 15,0 0-48-15,0 0-16 0,28 24-704 16,-28-24-144-16</inkml:trace>
  <inkml:trace contextRef="#ctx0" brushRef="#br1" timeOffset="-208687.97">17487 9459 9215 0,'-1'-4'400'0,"0"1"96"0,1 2-496 0,0 0 0 16,0-1 0-16,0 2 0 0,0-2 1600 0,0 1 208 16,0-3 48-16,0 1 16 0,0-2 656 0,0 0 128 15,1 2 32-15,1-1 0 0,0 2-16 0,0-1 0 0,0 1 0 0,-2 2 0 16,0 0-1088-16,0 0-224 0,0 0-32 0,0 0-16 16,0 0-768-16,16 34-160 15,-16-34-16-15,2 30-16 0,-2-30-224 0,2 43-128 16,-2-43 160-16,-2 43-160 0,2-43 0 0,-2 47 128 0,2-47-128 0,-4 40 0 15,4-40 0-15,-4 36 0 0,4-36 0 0,-3 29 0 16,3-29-368 0,0 0-64-16,1 30-16 0,-1-30-17552 0</inkml:trace>
  <inkml:trace contextRef="#ctx0" brushRef="#br1" timeOffset="-207894.63">17774 9390 13823 0,'1'-2'1216'0,"0"0"-960"0,0 2-256 0,0-2 0 16,-1 2 1568-16,0 0 272 0,0 0 48 0,0 0 16 16,18-5 816-16,-18 5 160 15,0 0 48-15,27 3 0 0,-27-3-496 0,0 0-112 0,0 0-16 0,39 30 0 16,-39-30-1392-16,0 0-272 15,32 43-64-15,-32-43-16 0,20 35-288 0,-20-35-48 16,18 36-16-16,-18-36 0 0,12 33-208 0,-12-33 176 16,7 31-176-16,-7-31 160 0,-1 33-160 0,1-33 0 0,-11 33 0 15,2-16 0-15,-4 0 0 0,-2 0 0 0,-3-1 0 0,-1 0 0 32,0-2-448-32,0-1-32 0,-3-1 0 0,0-1-17904 0</inkml:trace>
  <inkml:trace contextRef="#ctx0" brushRef="#br1" timeOffset="-206330.99">18342 9395 12895 0,'1'-5'1152'0,"0"1"-928"0,-1 2-224 0,0-1 0 16,0 3 1360-16,0-3 240 0,1 0 32 0,0-3 16 0,-1-2 256 16,1 2 48-16,0-1 16 0,0 2 0 0,0 3-176 0,-1 0-16 15,1 2-16-15,-1 2 0 0,0 0-480 0,0 1-112 16,0-3-16-16,0 0 0 0,0 0-368 0,-4 30-80 15,4-30 0-15,-3 26-16 0,3-26-320 0,-3 36-64 16,3-36-16-16,-5 40 0 0,5-40-96 0,-6 48-32 16,6-48 0-16,-5 47 0 0,5-47-160 0,-6 44 128 15,6-44-128-15,-5 38 128 0,5-38-128 0,-4 32 0 16,4-32 0-16,0 0 0 0,-1 36 0 0,1-36 0 16,0 0 0-16,0 0 0 0,0 0 0 0,0 0 0 0,0 0 0 0,0 0 0 15,0 0 0-15,0 0 0 0,11-5 0 0,-10-3 0 16,1 0 0-16,0 0 0 15,-1-1 0-15,0-1 0 0,0 1 0 0,-1-1 0 16,0 0 0-16,0 1 0 0,-1 0 0 0,1-1 0 0,1 1 0 0,-1 2 0 16,1 2 0-16,2-2 0 15,0 2 0-15,2 0 0 0,1-1 0 0,-6 6 0 0,15-8 0 0,-15 8 0 16,19-5 0-16,-19 5 128 0,26-4-128 0,-26 4 0 16,30 2 128-16,-30-2-128 15,31 7 128-15,-31-7-128 0,32 12 0 0,-32-12 128 0,31 14-128 16,-31-14 0-16,0 0 0 0,32 20 0 0,-32-20 128 0,0 0-128 0,0 0 0 15,0 0 0-15,15 35 0 0,-21-30 0 0,0 1 0 0,-4 0 0 16,-3 0 0-16,-1-1 0 0,-1-2 0 0,0-1 0 16,-1 0 0-16,1 0 0 0,1-2 0 0,1 0 0 15,2 0 0-15,0-2 0 16,4 1 0-16,1 0 0 0,4-4 0 0,2 2 0 16,2-1 0-16,4-1 0 0,2 0 0 0,4 1 0 0,3-3-208 0,3 2-32 15,1 0 0-15,3-2 0 0,-1 0-112 0,0 0-32 16,0 2 0-16,-4 0 0 0,-17 5 176 15,34-9 16-15,-18 2 16 0,0-3 0 0,0 4 176 0,-2 0 0 0,0-1 0 0,-3 0 0 16,-11 7 0-16,17-10 192 0,-12 6-64 0,0-1 0 16,-2 1 224-16,-2 1 48 15,-1-2 16-15,0 0 0 0,0 3-144 0,-2 0-16 0,1 0-16 0,-1-1 0 16,0 3-112-16,0 1 0 0,2-1-128 0,0 0 192 16,0 0-192-16,0 0 144 0,0 0-144 0,-1 30 128 31,1-30 0-31,0 0 0 0,8 33 0 0,-8-33 0 0,0 0-128 0,15 39 0 15,-15-39 144-15,0 0-144 0,23 35 0 0,-23-35 144 0,0 0-144 0,28 28 0 16,-28-28 0-16,0 0 0 0,34 14 0 16,-34-14 0-16,0 0 0 0,34-5 0 0,-24 1 0 15,1-4 0-15,-2-1 0 16,-1 0 0-16,-1-1 0 0,-2 1-144 0,1-6-240 0,-2 0-32 0,-3 0-16 0,1 1 0 16,0-1-288-16,-1 1-64 0,0 0-16 0,-1-1 0 0,0 1 320 15,-1 0 64-15,1 2 16 0,-1 0 0 0,1 0 400 0,-1 3 0 31,1 4 0-31,0 1 176 0,0 1 304 0,1 1 64 16,-1 2 16-16,0 0 0 0,0 0 0 0,0 0 0 16,0 0 0-16,5 35 0 0,-5-35-256 0,1 32-48 15,-1-32-16-15,2 35 0 0,-2-35-80 0,3 46-16 0,-3-46 0 16,1 56 0-16,0-25-144 0,-1 0 192 0,-1 4-192 0,0 1 192 16,-2 2-192-16,-1-3 192 0,-3 3-192 0,0-3 192 15,-1-4-192-15,-3-1 0 0,-3-3 144 0,1-3-144 16,0-5 0-16,-2-5 0 0,-1-2 0 0,0-3 0 15,0-4-160-15,-2-2 0 0,-3-6 0 0,-4-1-18752 16</inkml:trace>
  <inkml:trace contextRef="#ctx0" brushRef="#br1" timeOffset="-205604.62">19416 9277 10127 0,'-4'0'896'0,"1"0"-704"0,0 2-192 0,1-2 0 15,1 0 768-15,0 0 128 0,1 0 32 0,-1 0 0 0,1 0 1056 0,-2 0 224 16,2-2 32-16,0 0 16 15,2 1 256-15,-1-3 48 0,4 1 16 0,0 1 0 0,0-1-720 0,2-1-128 16,-1 2-48 0,-6 2 0-16,0 0-720 0,0 0-128 0,32 9-48 0,-32-9 0 15,0 0-384-15,30 28-80 16,-30-28 0-16,0 0-16 0,25 43-176 0,-25-43-128 0,14 36 192 0,-14-36-192 0,11 35 0 0,-11-35 0 16,0 0 0-16,16 47 0 0,-16-47 0 15,0 0 0-15,0 0 0 0,0 0-12192 0,27 27-2400 0</inkml:trace>
  <inkml:trace contextRef="#ctx0" brushRef="#br1" timeOffset="-205125.45">19861 9263 18431 0,'4'-1'816'0,"-2"-1"160"16,0 1-784-16,0 0-192 0,-1 1 0 0,-1 0 0 15,0 0 1840-15,0-2 320 0,0 2 64 0,-2 2 16 0,-1-1-224 16,-3 2-32-16,0 2-16 0,-3 0 0 0,-2 0-960 16,-2 4-192-16,-1 1-48 0,-3-1 0 0,0 1-480 0,0 1-96 15,-1-1-32-15,0 0 0 0,1 1-160 0,0-4 0 16,1 1 0-16,2-2 0 0,1 0 0 0,0-2 0 16,1 1 0-16,2-2 0 0,1 1 0 0,2-4 0 15,0 0-176-15,1 0 176 0,1 0-304 0,1 0 32 16,0-2 0-16,2-1 0 0,1 3-80 0,0-2-16 15,0 0 0-15,1 2 0 0,0 0 368 0,1 0 0 16,-1 0 0-16,1 2 0 0,0-2 0 0,0 2 0 0,0-2 0 16,-1 1 0-16,1 1 160 0,-1 0 0 0,0-2 0 0,0 0 0 15,0 0 304-15,0 0 64 0,0 0 16 16,0 0 0-16,0 0-32 0,0 0 0 0,0 0 0 0,0 0 0 16,0 0-80-16,0 0-32 0,0 0 0 0,0 0 0 15,15 34-144-15,-15-34-16 0,0 0-16 0,0 0 0 16,0 0-80-16,0 0-16 0,11 40 0 0,-11-40 0 15,0 0-128-15,0 0 192 0,0 0-192 0,5 38 192 16,-5-38-192-16,0 0 0 0,0 33 144 0,0-33-144 16,0 0 0-16,-2 40 128 0,2-40-128 0,0 0 0 15,-1 43 0-15,1-43 0 0,0 0 0 0,4 47 0 16,-4-47 0-16,0 0 0 0,8 47 0 0,-8-47 0 0,0 0 0 0,11 38 0 16,-11-38 0-16,0 0-18736 15</inkml:trace>
  <inkml:trace contextRef="#ctx0" brushRef="#br1" timeOffset="-203671.29">20037 9553 5519 0,'0'0'496'0,"0"0"-496"0,0 0 0 0,0 0 0 15,0 0 1280-15,0 0 176 0,0 0 16 0,0 0 16 16,0 0 512-16,0 0 112 0,-7 9 0 0,5-7 16 16,2-2-656-16,0 0-144 0,0 0-32 0,0 0 0 15,-5 5-336-15,5-5-80 0,-2 2-16 0,0 0 0 16,2-2-160-16,0 0-48 0,-3 3 0 0,2-3 0 0,1 0 48 0,0-2 16 15,-1 1 0-15,1-1 0 0,-1 2-80 16,1-3 0-16,0 1-16 0,0 2 0 0,0-2-96 0,0-1-16 16,1-2 0-16,0 2 0 0,-1-1 0 0,2-1 0 15,0 1 0-15,0-1 0 16,0-2-96-16,1 2-32 0,0-2 0 0,1 0 0 0,1 0-64 0,-1-3 0 0,2 1-16 0,-1 0 0 16,1 1-128-16,-1 1-32 0,0 0 0 0,1 0 0 15,-1 2-144-15,2-1 0 0,-2 3 0 0,0 0 128 16,0 1-128-16,-5 2 0 0,0 0 0 0,0 0 0 15,0 0 128-15,0 0-128 0,30 5 128 0,-30-5-128 16,0 0 160-16,0 0-160 16,0 0 192-16,33 29-192 0,-33-29 128 0,0 0-128 0,0 0 0 0,30 35 0 15,-30-35 144-15,0 0-144 0,0 0 0 0,35 35 144 0,-35-35-144 16,0 0 0-16,29 19 144 0,-29-19-144 16,0 0 128-16,31 8-128 0,-31-8 128 0,26 2-128 15,-26-2 176-15,29-2-48 0,-29 2 0 0,31-5 0 0,-16 1 0 0,1 0-128 16,1-2 192-16,-3-1-64 15,0 2-128-15,-1-2 0 0,-1 2 144 0,-1-2-144 0,1 2 0 16,-2-4 0-16,-1 4 0 0,-1-3 0 0,0 0 0 0,-2 0 0 16,2-1 0-16,-3 0 0 15,1 1-704-15,-2-2-128 0</inkml:trace>
  <inkml:trace contextRef="#ctx0" brushRef="#br1" timeOffset="-203000.24">20794 9376 3679 0,'2'-1'320'0,"0"-2"-320"16,0 1 0-16,-1 1 0 0,0 1 2224 0,0-2 368 15,2-1 80-15,0 0 16 0,2-1 976 0,-1-3 208 16,-1 5 32-16,-1-2 16 0,0 3-1504 0,-1 1-304 16,-1 0-64-16,-1 3-16 0,1-3-1056 0,0 0-208 15,0 0-32-15,-9 26-16 0,9-26-192 0,-9 26-32 16,9-26-16-16,-10 38 0 0,10-38-224 0,-14 45-32 0,7-19-16 0,-2 0 0 15,0 2-208-15,-1-2 176 16,0-2-176-16,1 0 160 0,1-4-160 0,8-20 128 0,-12 39-128 0,12-39 128 16,-4 28-128-16,4-28 0 0,0 0 0 0,0 0 0 31,0 0-688-31,0 0-64 0,0 0-16 0,35 3 0 0,-25-13-1072 16,0-4-208-16,2-2-64 0,-1-1 0 0,2-2-48 0,-2 0-16 0,-1 1 0 15,-2 0 0-15,-1 2 1008 0,0-6 192 0,-1 1 32 0,-2-2 16 16,0 0 928-16,-1 0 272 0,-1-2 16 0,0 3 0 0,0-1 976 15,0 1 192-15,0 1 32 0,0 4 16 0,1 1 224 16,-1 2 64-16,1 5 0 0,-1 3 0 0,1 3-432 16,-1 3-80-16,0 0 0 0,-2 0-16 0,0 0-416 0,0 0-80 15,0 0 0-15,11 44-16 0,-11-44-336 0,4 38-64 16,-4-38-16-16,6 47 0 0,-6-47-192 0,9 52-144 16,-9-52 192-16,11 50-192 0,-11-50 160 0,11 49-160 15,-11-49 128-15,14 43-128 0,-14-43 0 16,13 35 0-16,-13-35 0 0,0 0 0 0,0 0 0 0,26 34 0 15,-26-34 0-15,0 0 0 0,0 0 0 0,0 0 0 16,21-2 0-16,-20-4 0 0,2 0 0 0,-2-2 128 16,0-1-128-16,0-2 128 0,0 1 128 0,0-2 32 15,0-2 0-15,1-1 0 0,-1-1-80 16,1-2-16-16,2-2 0 0,0-3 0 0,0-2-192 0,2-1 176 0,0-2-176 16,1-3 160-16,0 3-160 0,2-1 0 0,-1 0 0 0,-1 3 0 15,1 3-272-15,-3 2-96 0</inkml:trace>
  <inkml:trace contextRef="#ctx0" brushRef="#br1" timeOffset="-202016.53">21515 9256 11967 0,'1'0'1072'0,"0"0"-864"0,-1 0-208 0,0 0 0 0,0 0 1456 0,0 0 240 31,0 0 48-31,0-2 16 0,0 1 336 0,-1 1 64 16,0 0 16-16,-1-2 0 0,0 1-1088 0,1 1-224 16,-3 0-32-16,1 0-16 0,-1 0-112 0,0 0 0 0,-2 0-16 0,1 0 0 15,-2 0-16-15,0 0 0 0,-1 3 0 0,1 0 0 16,-2 0-64-16,1 3-16 0,0-1 0 0,-2 4 0 16,-1 3-64-16,1 2-16 0,-1 3 0 0,0 4 0 15,1 0-160-15,0 5-32 0,2 0-16 0,1 0 0 16,1 1-96-16,6-27-16 0,-6 52 0 0,6-52 0 15,1 45-32-15,-1-45-16 0,8 36 0 0,-8-36 0 16,0 0-144-16,20 40 0 0,-20-40 0 0,0 0 128 0,28 27-128 16,-28-27 0-16,0 0 0 0,0 0 0 0,40 18 0 0,-40-18 0 15,0 0 0-15,37 5 0 16,-37-5-832-16,29 2-64 0,-29-2 0 0,29-2-16064 16</inkml:trace>
  <inkml:trace contextRef="#ctx0" brushRef="#br1" timeOffset="-201641.69">21573 9464 16575 0,'-3'0'1472'0,"1"0"-1168"16,1 0-304-16,1 0 0 0,0 0 752 0,0 0 80 16,0 0 32-16,0 0 0 0,0 0 896 0,0 0 176 15,0 0 48-15,21 2 0 0,-21-2-64 0,24-4 0 16,-24 4 0-16,29-5 0 0,-11 0-720 0,0 3-160 0,2-2-16 15,-2 3-16-15,-18 1-320 0,34 1-64 0,-34-1-16 0,0 0 0 16,29 13-432-16,-29-13-176 0,0 0 128 0,0 0-128 16,9 33 0-16,-9-33 0 0,-9 24 128 0,9-24-128 15,-21 26 0-15,7-14 128 0,-2 0-128 0,0 1 128 16,-1-1-128-16,0-1 0 0,0-1 0 16,0-2 0-16,1 2 0 0,1-5 0 0,3 2 0 0,2-5 0 15,2 3-128-15,2-3 128 0,3-1 0 0,2-1 0 16,1 0 0-16,0 0 0 0,0 0 0 0,0 0 0 15,26-1 0-15,-26 1 0 0,25-4 0 0,-25 4 0 16,33-4 160-16,-13-1 0 0,3 0 0 0,0 0 0 16,1 0-160-16,-1-2 0 0,0 2 0 0,0-2 0 15,-3 2-272 1,0-2-144-16,-1 2-32 0,-2-2 0 0,-2 0-1360 0,-1 0-288 0,-2 3-48 0,-1 1-13024 16</inkml:trace>
  <inkml:trace contextRef="#ctx0" brushRef="#br1" timeOffset="-201325.42">22059 9390 6447 0,'3'-9'576'0,"-2"3"-576"16,1 0 0-16,-1 1 0 0,0 3 2032 0,-1 1 288 15,0 0 64-15,0-1 16 0,0 1 1184 0,-1-1 256 0,-1 2 32 0,-2 2 16 16,-1 3-1408-16,5-5-288 0,-15 22-48 0,6-6-16 16,-1 0-1216-16,0 4-240 15,0-1-48-15,0 4-16 0,1-1-288 0,-1 1-64 0,10-23-16 0,-12 43 0 16,12-43 16-16,-4 33 0 15,4-33 0-15,0 0 0 0,0 0-256 0,16 34 144 0,-16-34-144 0,0 0 128 16,31-1 0-16,-18-3 0 0,3-1 0 0,1-4 0 16,2 0 0-16,0-4-128 0,2 0 192 0,-2 0-64 15,0-1-128-15,-3-2 0 0,0 1 0 0,-2-4 0 16,-3 2 0-16,-2-1 0 0,-2 1 0 0,-3-2 0 16,-2 2 0-16,-4 1 0 0,-3-3 0 0,-2 4 0 15,-4 1 0-15,-2 5 0 0,-1 2 0 0,-2 4 0 16,-3 1 0-16,0 5-224 0,0 3 80 0,3 0 16 0,2 0-32 0,1 2 0 15,0 3 0-15,1-1 0 16,2 1-592-16,10-11-112 0,-10 18-32 0,10-18-16304 16</inkml:trace>
  <inkml:trace contextRef="#ctx0" brushRef="#br1" timeOffset="-201073.51">22431 9608 16575 0,'0'0'1472'0,"0"0"-1168"15,0 0-304-15,0 0 0 0,0 0 2384 0,0 0 432 0,0 0 64 0,0 0 32 16,-3 39-288-16,3-39-64 0,-10 28-16 0,10-28 0 15,-13 26-1312-15,13-26-256 0,-15 24-48 0,15-24-16 16,-19 19-912-16</inkml:trace>
  <inkml:trace contextRef="#ctx0" brushRef="#br1" timeOffset="-197908.36">23043 9296 13823 0,'2'-3'1216'0,"0"1"-960"0,-1 0-256 0,0 1 0 16,-1 1 1168-16,1 0 192 0,0-2 48 0,1 0 0 15,0-2 608-15,-1 1 128 16,1 0 32-16,-2 3 0 0,-1 0-768 0,-1 0-160 0,0 5-32 0,-3 0 0 16,0-1-416-16,-2 6-96 0,-1 0 0 0,-3 4-16 0,0 2-112 0,-1 3-32 15,-1 2 0-15,0 1 0 0,1 0-256 0,1-2-48 16,2 1-16-16,0-1 0 0,1-3 0 0,8-17 0 16,-10 31 0-16,10-31 0 15,0 0 0-15,-3 35 0 0,3-35 0 0,0 0 0 0,0 0-96 0,0 0-128 31,30 21 176-31,-18-23-176 0,3-1 384 0,1-1-16 0,3-3-16 0,1 0 0 16,3-3-208-16,-2 1-144 0,1 0 192 0,1 0-192 16,-5 0 0-16,0 0 0 0,-1 2 0 0,-1 0-144 31,-2 2-1376-31,-2-1-272 0,-1 2-48 0,-3 0-8784 0,-2 0-1744 0</inkml:trace>
  <inkml:trace contextRef="#ctx0" brushRef="#br1" timeOffset="-197702.31">23144 9438 1839 0,'-4'-5'160'0,"1"0"-160"0,1 2 0 0,2 2 0 0,0-1 1424 0,-1 0 256 16,0-2 48-16,-1-2 16 0,-2-2 816 0,0 1 176 16,1 0 16-16,1 5 16 0,-1-2-480 0,1 4-112 15,-1 4 0-15,0-2-16 0,0 5-560 0,3-7-96 16,-9 19-32-16,9-19 0 0,-11 31-672 0,11-31-144 16,-13 35-16-16,13-35-16 0,-16 38-96 0,16-38-16 15,-14 41 0-15,14-41 0 0,-13 36-272 0,13-36-64 16,-11 33-16-16,11-33 0 0,-7 28-160 0,7-28-176 15,0 0 48-15,-4 33-15680 0</inkml:trace>
  <inkml:trace contextRef="#ctx0" brushRef="#br1" timeOffset="-197529.12">23215 9614 23951 0,'1'2'2128'16,"-1"-2"-1696"-16,0 0-432 0,0 0 0 16,0 0 960-16,0 0 96 0,0 0 32 0,0 0 0 15,0 0-496-15,0 0-80 0,0 0-32 0,23 35 0 16,-23-35-1920 0,0 0-384-16,0 0-80 0,0 0-16 0</inkml:trace>
  <inkml:trace contextRef="#ctx0" brushRef="#br1" timeOffset="-197147.88">23437 9358 23951 0,'2'-1'1056'0,"-1"1"224"0,1 0-1024 0,0-2-256 16,0 2 0-16,0 0 0 0,0-2 1728 0,2 1 272 0,3 1 64 0,2-2 16 15,2 0-480-15,3-2-112 0,0 1-16 0,-1 1 0 16,1 1-784-16,-2 1-176 0,-12 0-16 16,23 5-16-16,-23-5-320 0,0 0-160 0,0 0 160 0,27 31-160 15,-27-31 0-15,0 0 0 16,0 38 0-16,0-38 0 0,-11 27 0 0,2-14-160 16,-2 1 160-16,-2 0-192 15,-2-1-240-15,0-1-48 0,0-1-16 0,-1 1 0 0,0 0 192 0,2-5 48 0,1-1 0 0,1-2 0 0,1 0 256 16,4-1 0-16,0-1 0 0,3-2 0 0,2 0 0 15,1 0 176-15,2 0-176 0,2-2 160 0,-3 2 48 0,15-3 16 16,-4 1 0-16,3-3 0 16,0 3 352-16,2-2 64 0,1 0 0 0,1 1 16 0,2 0-432 15,0-2-96-15,1 2 0 0,0-1-128 16,0 1 0-16,0-1 0 0,-2 1-240 0,0 2-17232 0</inkml:trace>
  <inkml:trace contextRef="#ctx0" brushRef="#br1" timeOffset="-196770.48">23856 9274 13823 0,'3'-6'608'0,"-1"3"128"0,1 1-592 0,-1 1-144 16,-1-1 0-16,-1 2 0 0,0 2 2336 0,0-2 432 0,1 3 96 0,-1-3 16 16,0 0-144-16,0 0-32 0,0 0 0 0,-12 31 0 15,12-31-1168-15,-14 21-224 0,14-21-48 0,-17 26-16 16,17-26-768-16,-17 29-160 0,17-29-16 0,-19 30-16 15,19-30-112-15,-15 31-32 16,15-31 0-16,-9 26 0 0,9-26 48 0,0 0 0 0,0 0 0 0,5 39 0 16,-5-39-192-16,0 0 192 15,0 0-192-15,33 20 192 0,-33-20-64 0,24 5 0 0,-24-5 0 0,24 1 0 0,-24-1-128 0,22 2 160 16,-22-2-160-16,0 0 160 0,0 0-160 0,25 5 0 16,-25-5 0-16,0 0 128 0,0 0-128 0,0 0 0 15,0 0 0-15,0 0 0 0,-11 31 0 16,11-31 0-16,-17 14 0 0,6-5 0 15,0-2 0-15,-1 3 0 0,1-1 0 0,0-2 0 0,2 0 0 0,-1-2 0 16,0 0 0-16,1 0 0 0,2-2 0 0,0-2 0 16,2 1 0-1,-1-2 0-15,2 0 0 0,2 0 0 0,-1-2 0 0,0 1 0 16,0 0-640-16,0-3-16 16,0 1 0-16,-2 0-17232 0</inkml:trace>
  <inkml:trace contextRef="#ctx0" brushRef="#br1" timeOffset="-196121.19">23923 9254 4607 0,'1'-4'400'0,"-1"1"-400"0,0 0 0 0,0 1 0 15,0 1 1376-15,0 1 192 0,0-2 32 0,0 2 16 16,0-3 1408-16,0 1 288 0,0 1 48 0,-1-2 16 16,0 2-560-16,0 1-128 0,-1 0 0 0,-1 0-16 15,0 1-960-15,1 1-192 0,-2 0-48 0,0 3 0 0,0-2-624 0,-1 1-128 16,0 1-16-16,-1 2-16 0,6-7-384 0,-13 16-80 15,5-5-16-15,0 1 0 0,-1 1-208 0,9-13 144 16,-17 26-144-16,17-26 128 16,-18 34-128-16,18-34 128 0,-16 37-128 0,16-37 128 0,-16 41-128 15,16-41 0-15,-12 38 144 0,12-38-144 0,-8 37 0 0,8-37 0 16,0 0 0-16,-3 43 128 0,3-43-128 0,0 0 0 16,0 0 0-16,0 0 0 15,0 0 0-15,16 36 0 0,-16-36 0 0,0 0 0 0,19 2 128 0,-11-2 0 16,3-4 0-16,1 1 0 0,2 0 0 0,1-3 16 15,3 0 0-15,0 0 0 0,2-4-16 0,1 3 0 16,2-2 0-16,1 1 0 0,1 1-128 0,-1-1 160 0,-3 2-160 16,-1 0 160-16,-4 3-160 0,-1-2 0 0,0 2 0 15,-2 1 128-15,-1 2-128 0,-3 0 0 0,0-2 0 16,-9 2 0-16,0 0 0 0,0 0 0 0,0 0 0 0,0 0 0 16,0 0 0-16,0 0 0 0,0 0-144 0,0 0 144 15,-13 9-768 1,4-9-112-16</inkml:trace>
  <inkml:trace contextRef="#ctx0" brushRef="#br1" timeOffset="-195794.01">23969 9386 2751 0,'-4'-2'256'0,"2"2"-256"15,0 0 0-15,2 0 0 0,0-2 0 0,-1 1 176 16,0 1-176-16,-2-3 160 0,0 1 240 0,0 0 48 15,0-3 16-15,1-2 0 0,1 2 944 16,1 0 176-16,0-1 32 0,2-2 16 16,-1 2 304-16,1 0 64 0,-1 2 16 0,0-1 0 0,0 2 48 0,0 1 16 0,-1 0 0 0,0 2 0 15,-1 1-192-15,0 2-32 0,0 0-16 0,1-3 0 32,0 0-560-32,0 0-128 0,-12 35 0 0,12-35-16 0,-7 32-400 0,7-32-80 15,-8 35-16-15,8-35 0 0,-8 40-128 16,8-40-48-16,-7 43 0 0,7-43 0 0,-9 45-160 0,9-45-48 0,-9 45 0 0,9-45 0 15,-9 45-256 1,9-45 0-16,-9 43 128 0,9-43-128 0,-8 38 0 0,8-38 0 0,-4 30 0 0,4-30 0 0,0 0 0 0,0 0 0 16,0 38 0-16,0-38-18256 15</inkml:trace>
  <inkml:trace contextRef="#ctx0" brushRef="#br1" timeOffset="-194995.5">24264 9247 5519 0,'0'0'496'0,"0"0"-496"15,0 0 0-15,0 1 0 0,0-2 1056 0,1 1 112 16,-1 0 32-16,0-1 0 0,0 1 1200 0,0 0 240 16,1 0 48-16,0 0 16 0,0-2-400 0,0 2-96 15,2 2-16-15,1-2 0 0,-1 0-400 0,0 0-64 16,2 1-32-16,-1 0 0 0,-4-1-512 0,0 0-96 15,0 0-32-15,0 0 0 0,0 0-352 0,29 31-80 16,-29-31-16-16,0 0 0 0,15 41-240 0,-15-41-48 0,9 40-16 0,-9-40 0 16,6 48-160-16,-6-48-16 15,5 52-128-15,-5-52 192 0,3 52-192 0,-3-52 176 0,-3 45-176 0,3-45 160 16,-10 40-160-16,10-40 0 0,-15 35 0 0,4-21 0 16,-1-1 0-16,-2 0 0 15,-2-3 0-15,-1 0 0 0,1-1-1104 16,-3 0-112-16</inkml:trace>
  <inkml:trace contextRef="#ctx0" brushRef="#br1" timeOffset="-194521.69">22916 9263 18431 0,'-1'2'1632'0,"-1"-2"-1312"0,1 0-320 0,0 0 0 0,0 2 1344 15,-1-2 192-15,-1 3 32 0,-1 2 16 0,-3 4 288 0,0 4 64 16,-2 4 16-16,1 3 0 15,1 4-816-15,-1 4-176 0,2 0-16 0,1 6-16 16,0-1-320-16,3 1-64 0,0-1-16 0,2-33 0 16,3 60-224-16,-3-60-48 0,9 50-16 0,-9-50 0 0,18 38-240 0,-18-38 0 15,0 0 0-15,41 38 0 16,-41-38-336 0,36 14-112-16,-13-9-32 0,1-4-15600 0</inkml:trace>
  <inkml:trace contextRef="#ctx0" brushRef="#br1" timeOffset="-193913.85">24365 9090 18431 0,'0'2'1632'0,"0"-2"-1312"0,1 0-320 0,0 0 0 16,-1 0 1744-16,1 0 288 0,0 0 48 0,1 0 16 15,2 1 48-15,3 0 16 0,1-1 0 0,2 0 0 16,0 2-912-16,2-2-176 0,-12 0-48 0,21 3 0 16,-9-1-576-16,-12-2-128 0,24 5-32 0,-24-5 0 0,0 0-288 0,27 13 0 15,-27-13 128-15,0 0-128 0,0 0 0 0,0 0 0 16,0 0 0-16,16 35 0 0,-16-35 0 16,0 0 0-16,-13 18 0 0,4-13 0 0,1 0 0 0,-1-1 0 15,-2 2 0-15,0-2-144 0,0-1 144 16,2 1 0-16,0-1-144 0,1-1 144 0,3-2 0 0,1 2 0 15,2 0-144-15,2-1 144 0,2-1 0 0,1 2 0 16,3-2 0-16,2 0 0 0,3 1 0 0,0 1 0 16,3-2 128-16,0 2-128 0,1 0 0 0,0 0 0 0,-1 1 0 0,1-1 0 15,0 1-400-15,-1-1-128 0</inkml:trace>
  <inkml:trace contextRef="#ctx0" brushRef="#br1" timeOffset="-193631.3">24767 9215 16575 0,'6'-3'736'0,"-2"2"160"0,-1 1-720 0,-1-1-176 0,1 1 0 0,0 0 0 0,0 0 2944 0,1 1 544 16,4 0 112-16,2 2 32 15,2 0-768-15,-12-3-160 0,26 15-16 0,-26-15-16 0,0 0-1632 0,32 41-320 16,-32-41-64-16,0 0-16 16,12 62-320-16,-12-62-64 0,0 57 0 0,0-57-16 0,-9 66-64 0,9-66-16 0,-18 69 0 0,5-36 0 15,-2-2-160-15,-3 0 128 16,0 0-128-16,-3-1 128 0,1-4-128 0,-1-3 0 0,-3-3 0 0</inkml:trace>
  <inkml:trace contextRef="#ctx0" brushRef="#br1" timeOffset="-171909.13">3048 10664 16575 0,'0'-2'1472'16,"0"0"-1168"-16,0 1-304 0,0 1 0 0,0 0 1264 0,0-2 192 0,0-1 32 0,0 1 16 15,1-2 256-15,-1 1 48 0,0 0 16 0,0 3 0 16,-1-2-544-16,1 4-128 0,0-1 0 0,0 3-16 16,-1 1-496-16,1 0-80 15,0 4-32-15,-1 3 0 0,1 2-128 0,0 3-16 0,0 4-16 0,1 4 0 16,-1 1-112-16,1 2 0 0,1 5-16 0,0 7 0 15,1 5-96-15,0 7-16 16,-1 1 0-16,2-4 0 0,-1-2-128 0,0-8 0 16,0-3 0-16,1-8 0 0,0-5 0 0,-4-23 0 15,8 36 0-15,-8-36 0 0,0 0 0 0,0 0 0 16,0 0 0-16,0 0-11088 16,0 0-2096-16</inkml:trace>
  <inkml:trace contextRef="#ctx0" brushRef="#br1" timeOffset="-171578.33">3034 10673 13935 0,'-7'-2'304'0,"3"0"64"0,1 2 16 0,0 0 0 0,2 0-384 0,1 0 0 0,-1 0 0 0,1 2 0 15,-1-2 2336-15,2-2 384 0,3 1 80 0,2-3 16 16,4-3-528-16,2 0-112 0,2-3 0 0,1 1-16 15,3-1-944-15,0 1-176 0,3-1-32 0,-1 3-16 16,-20 7-448-16,44-6-96 0,-44 6 0 0,45 4-16 0,-45-4-256 0,46 19-48 16,-46-19-128-16,41 28 192 0,-41-28-192 0,34 36 0 15,-34-36 0-15,22 35 0 0,-22-35 0 0,9 33 0 16,-11-18 0-16,-3 1 0 0,-5 1 0 0,-4-1 0 16,0-1 0-16,-5 2 0 0,-4 1 0 0,-2-1 128 15,5-3-128-15,-4 0 0 0,-2-1 0 0,-3 1 0 16,-1 0 0-16,2-2 0 0,2-1 0 0,2-1 0 15,1-1 0-15,1-1 0 0,3-2 0 0,3 0 0 0,3 0 0 16,3-1-11168-16,4-2-2128 16</inkml:trace>
  <inkml:trace contextRef="#ctx0" brushRef="#br1" timeOffset="-171006.96">3778 10699 5519 0,'3'-8'496'0,"-1"5"-496"16,0-3 0-16,0 3 0 0,-1 0 1552 0,-1 1 224 0,1-1 32 0,0-2 16 15,1-1 816-15,0-1 176 0,-1-1 16 16,-1 3 16-16,-1 1-368 0,-1 3-80 16,-1-1-16-16,-1 2 0 0,-1 3-736 0,-1 0-160 15,-1 3-16-15,0 1-16 0,-2 0-624 0,1 2-112 16,-1 3-16-16,-2 0-16 0,0 2-320 0,-1 0-64 16,1 3-16-16,0 1 0 0,1 0-160 0,1 5-128 0,0 3 192 0,3 1-192 15,2-4 160-15,2 1-160 16,2 2 128-16,3-2-128 0,3 0 128 0,-6-24-128 0,19 38 128 0,-19-38-128 15,0 0 0-15,43 41 0 0,-43-41 0 16,0 0 0-16,49 25 0 0,-49-25 0 0,0 0 0 0,47 13 0 0,-47-13 0 0,0 0-192 16,42 3 32-16,-42-3-17680 15</inkml:trace>
  <inkml:trace contextRef="#ctx0" brushRef="#br1" timeOffset="-170470.62">4010 10755 12895 0,'-2'1'1152'0,"0"1"-928"15,1-1-224-15,1-1 0 16,0 0 1536-16,0 2 272 0,0 0 48 0,0-1 16 16,1 1 128-16,2-2 32 0,3-2 0 0,1-1 0 15,3-2-592-15,1 1-112 0,1-3-32 0,0 2 0 16,-12 5-352-16,28-11-80 0,-28 11-16 0,26-9 0 16,-26 9-336-16,0 0-64 0,36-2 0 0,-36 2-16 15,0 0-304-15,0 0-128 0,0 0 128 0,0 0-128 16,30 28 0-16,-31-19 0 0,-1 0 0 0,-2 2 0 15,-2-1 0-15,-1 1 0 0,-1-1 0 0,1 0 0 16,0-1 0-16,-3 1 0 0,0 3 0 0,-2-1 0 16,0 0 0-16,0 0 0 0,2 0 0 0,0-2 0 15,1-1 0-15,2-2 0 0,1 1 0 0,3-2 0 0,2-1 0 0,1-2 0 16,1-1 0-16,3 0 0 0,1-2 0 0,1 0 128 16,2 0-128-16,-8 0 128 0,0 0 112 0,30-7 16 15,-30 7 0-15,28-9 0 0,-13 2-256 0,-1 2 176 16,-14 5-176-16,29-10 160 0,-15 6-288 0,-1-1-64 15,-1 0-16-15,0 1-16416 16</inkml:trace>
  <inkml:trace contextRef="#ctx0" brushRef="#br1" timeOffset="-170138.29">4410 10676 18431 0,'-4'-2'816'0,"2"1"160"0,0 1-784 0,1 0-192 0,0 0 0 15,-1 1 0-15,0 1 1728 0,-2 1 320 0,-1 1 48 0,-3 4 16 16,-1 0 64-16,2-1 32 16,0 3 0-16,1-3 0 0,2 2-832 0,1-1-160 0,0-2-48 0,3 2 0 15,0-8-656-15,0 0-144 0,0 0-32 0,0 0 0 16,26 38-176-16,-26-38-32 0,0 0-128 0,0 0 192 16,41 36-192-16,-41-36 0 0,0 0 128 0,0 0-128 15,39 40 0-15,-39-40 0 0,0 0 0 0,31 35 0 16,-31-35 0-16,0 0 0 0,0 0 0 0,23 38 0 0,-23-38 0 0,0 0 0 15,0 0 0-15,4 27 0 0,-6-22 0 16,-1-1 128-16,-1 1-128 0,0-1 0 0,-1 1 0 16,-3-2 0-16,1 1 0 0,-3-1 0 15,-1 2 0-15,-2 0 128 0,-3 1-128 0,-1 0 0 0,-1 2 0 0,-2-1 0 16,1 1 0-16,-1-2 0 16,3 0-560-16,0-2-48 0,3-4-16 0,1 0-16544 0</inkml:trace>
  <inkml:trace contextRef="#ctx0" brushRef="#br1" timeOffset="-169959.38">4317 10665 7359 0,'6'-1'656'0,"-3"-1"-528"16,3 2-128-16,-1 0 0 0,-2 0 1920 0,1 0 336 0,-4 0 80 0,0 0 16 16,0 0 400-16,58 6 96 0,-58-6 16 0,48 6 0 15,-48-6-1168-15,42 4-224 0,-42-4-64 0,38 3 0 16,-38-3-928-16,0 0-192 0,45 7-32 0,-45-7-16 0,0 0-432 0,0 0-64 15,38 3-32-15,-32-3-13680 16</inkml:trace>
  <inkml:trace contextRef="#ctx0" brushRef="#br1" timeOffset="-168610.5">5146 10597 5519 0,'0'0'496'0,"0"-2"-496"16,0 2 0-16,1 0 0 0,-1 0 1152 0,0 0 144 16,1-2 32-16,0 1 0 0,0-1 432 0,1 0 96 15,-1 0 0-15,1-1 16 0,-2 3-288 0,1-2-64 16,-1 2-16-16,1-2 0 0,-1 2 32 0,-1 2 16 16,1-2 0-16,-1 2 0 0,-1 1-336 0,-1-1-80 15,-1 2-16-15,-1 1 0 0,-3 0-464 0,1 2-80 16,-2 0-32-16,0 1 0 0,-2-1-160 0,-1 2-48 15,-2-1 0-15,-1 0 0 0,-1 4 32 0,-2-2 0 16,-1 2 0-16,0 0 0 0,0-2-112 0,0 1-32 0,0-2 0 0,3-1 0 16,2-1-224-16,3 0 0 0,0-3 0 0,3 1 0 15,1-1 0-15,1-1 0 0,2-2 0 0,2 1 0 16,0 0 0-16,0-2 0 0,2 1 0 0,-1 1 0 16,2-2-128-16,0 2 128 0,2-2 0 15,-2 1 0-15,2 0-128 0,1 1 128 0,1 1 0 0,-5-3 0 16,0 0-128-16,0 0 128 0,0 0 0 0,0 0 0 15,39 27 0-15,-39-27-128 0,0 0 128 0,0 0 0 16,0 0 0-16,35 26 0 0,-35-26 0 0,0 0 0 16,0 0 0-16,0 0 0 0,41 20 0 0,-41-20 0 15,0 0 0-15,0 0 0 0,0 0 0 0,39 8 0 16,-39-8 0-16,0 0 0 0,0 0 0 0,0 0 0 0,44 10 0 16,-44-10 0-16,0 0 0 0,0 0 0 0,0 0 0 0,0 0 0 15,37 30 0-15,-37-30 0 0,0 0-288 0,0 0-48 16,0 0-16-16,9 29-15680 15</inkml:trace>
  <inkml:trace contextRef="#ctx0" brushRef="#br1" timeOffset="-168105.69">4862 10920 18431 0,'0'-2'1632'0,"0"-1"-1312"15,0 3-320-15,0-2 0 0,0 2 1696 0,0-1 272 16,0-1 48-16,0 1 16 0,0-2 144 0,1 1 16 15,2 2 16-15,1 2 0 0,0 0-896 0,-4-2-176 16,0 0-48-16,0 0 0 0,0 0-496 0,39 33-96 0,-39-33-32 16,0 0 0-16,40 32-208 0,-40-32-64 0,0 0 0 0,41 27 0 15,-41-27-64-15,0 0-128 0,43 22 176 0,-43-22-176 16,0 0 128-16,42 14-128 0,-42-14 0 0,0 0 0 16,38 4 0-16,-38-4 0 0,0 0 0 0,0 0 0 15,37 0 0-15,-37 0 0 16,0 0 0-16,0 0-17952 0</inkml:trace>
  <inkml:trace contextRef="#ctx0" brushRef="#br1" timeOffset="-167721.37">5560 10671 17391 0,'-4'-5'384'0,"1"3"64"0,1 0 32 0,2 0 16 0,0 2-496 0,-1 0 0 0,1 0 0 0,-1 0 0 0,-1 0 3120 0,0 1 528 16,1 0 96-16,-1 2 32 0,2 0-1552 0,1 0-304 15,2 2-64-15,-3-5-16 16,0 0-992-16,0 0-192 0,18 35-32 0,-18-35-16 0,0 0-384 0,25 45-80 16,-25-45-16-16,22 41 0 0,-22-41-128 0,24 43 0 15,-24-43 0-15,25 43 128 0,-25-43-128 0,28 38 0 16,-28-38 0-16,27 32 0 0,-27-32 0 0,0 0 0 16,38 40 0-16,-38-40 0 0,0 0 0 0,32 31 0 15,-32-31 0-15,0 0 0 0,0 0-176 0,0 0-64 16,43 22-16-16,-38-24-17424 0</inkml:trace>
  <inkml:trace contextRef="#ctx0" brushRef="#br1" timeOffset="-167548.52">5848 10766 11055 0,'-3'-8'480'0,"0"5"112"0,1 2-464 0,0-1-128 0,0 2 0 0,0 2 0 15,0 0 1728-15,-4 3 336 0,-2 2 64 0,-5 5 16 16,-3 2 256-16,-2 3 48 0,1 3 16 0,-2 1 0 15,-1 4-224-15,-2-1-64 0,1-1 0 0,-1 1 0 16,-2 4-896-16,1-1-192 0,-1-4-48 0,5-1 0 16,1-5-704-16,3-1-144 0,2-2-16 0,3-4-11888 15,3-1-2384-15</inkml:trace>
  <inkml:trace contextRef="#ctx0" brushRef="#br1" timeOffset="-166711.33">6378 10671 18431 0,'1'-2'1632'16,"-1"1"-1312"-16,-1 1-320 16,0 0 0-16,0 0 1344 0,0 0 192 0,-1 0 32 0,-2 0 16 0,0 1-64 0,-4 1-16 15,-1 1 0-15,-2 1 0 16,-1-1-368-16,-1 4-80 0,-1-3-16 0,-3 3 0 0,1 1-224 0,-4 1-48 16,1 0-16-16,-3 1 0 0,2-1-320 0,1 1-64 15,3 0-16-15,1-3 0 0,2 0-176 0,2-1-48 16,2 0 0-16,0-3 0 0,3 1 240 0,1-2 32 15,2 1 16-15,0-1 0 16,3 0-160-16,0-2-48 0,1 0 0 0,1 2 0 0,1-2 0 0,1 1 0 16,1 1 0-16,-5-2 0 15,0 0-80-15,0 0 0 0,0 0-128 0,0 0 192 0,47 23-64 0,-47-23-128 16,0 0 176-16,0 0-176 0,43 38 0 0,-43-38 0 0,0 0 0 16,36 32 0-16,-36-32 0 0,0 0 0 0,37 30 0 0,-37-30 0 15,0 0 0-15,36 24 0 0,-36-24 0 0,0 0 0 16,0 0 0-16,0 0 0 0,39 12-208 0,-36-12-18112 15</inkml:trace>
  <inkml:trace contextRef="#ctx0" brushRef="#br1" timeOffset="-166490.66">6101 10967 20271 0,'0'-2'896'0,"0"0"192"0,0 1-880 0,0 1-208 0,0 0 0 0,1 0 0 0,1 1 2048 0,2 1 384 16,-4-2 64-16,0 0 0 0,0 0-480 0,37 28-96 31,-37-28-32-31,0 0 0 0,41 34-1008 0,-41-34-208 0,0 0-32 16,45 33-16-16,-45-33-448 0,0 0-176 0,47 24 128 0,-47-24-128 16,0 0-128-16,41 16-128 15,-41-16 0-15,0 0-16640 0</inkml:trace>
  <inkml:trace contextRef="#ctx0" brushRef="#br1" timeOffset="-165888.16">6598 10697 11967 0,'-1'-3'1072'0,"1"3"-864"0,1-2-208 0,0 1 0 15,0 0 1168-15,1 1 192 0,0 0 48 0,2-2 0 16,2-1 832-16,4 0 160 0,-10 3 32 0,25-3 16 15,-25 3-784-15,0 0-144 0,40 0-48 0,-40 0 0 16,0 0-560-16,40 9-112 0,-40-9-32 0,0 0 0 16,36 23-480-16,-36-23-96 0,0 0-32 0,0 0 0 15,27 39-160-15,-27-39 0 0,0 0 0 0,1 30 0 16,-3-20 0-16,-4-1 0 0,-1 1 0 0,0 0 0 16,-2 1 0-16,-1-2 0 0,-2 0 0 0,0 1 0 0,1 0 0 15,-1-1 0-15,-2 0 0 0,-2 1 0 0,-1 0-272 16,1-3-48-16,3 2 0 0,1-2 0 15,3-2-80-15,1 0-32 0,4-3 0 0,0 1 0 0,3-1 432 0,1-2 128 0,2 0 0 16,3 0 0-16,0 0 416 0,3-2 96 0,-8 2 0 0,0 0 16 16,35-7 240-16,-35 7 64 0,32-5 0 0,-32 5 0 15,37-8-544-15,-37 8-96 0,41-8-32 0,-41 8 0 16,36-6-288-16,-36 6 0 0,35-2 0 0,-35 2-11520 16,32-5-2352-16</inkml:trace>
  <inkml:trace contextRef="#ctx0" brushRef="#br1" timeOffset="-165378.85">7051 10720 22111 0,'0'4'976'0,"0"0"208"0,1 0-944 0,0-1-240 15,0-3 0-15,-1 2 0 0,2-2 2048 0,0 3 384 16,-2-3 64-16,0 0 0 0,0 0-832 0,0 0-192 15,38 7-16-15,-38-7-16 0,21-9-768 0,-10 1-160 16,1 1-16-16,0-4-16 0,-1 1-160 0,0-2-48 16,-2-2 0-16,-1 2 0 0,-2 0-272 0,-2 0 128 0,-1 0-128 0,-2 2 0 15,-1 1 0 1,-3 0 0-16,0 1 0 0,-4 2 0 0,0-1 0 0,-4 2 0 0,0 0 0 0,-2 0 0 16,-1 1 128-16,-2 1-128 0,0 3 0 0,-2 0 0 15,1 5 0-15,-1 2 0 0,1 3 0 0,3 3 0 31,0-1 0-31,3 2 0 0,1 1 0 0,2 2 0 0,2-1 0 16,2 3 0-16,1-2 0 0,2-3 0 0,1-14 0 0,0 0 0 0,12 34 0 0,-12-34 0 16,0 0 0-16,0 0 0 0,46 16 0 0,-46-16 0 15,32-3 0-15,-32 3 0 0,35-7 0 0,-35 7 0 16,34-9 0-16,-34 9 0 0,29-7 0 0,-29 7 0 16,25-10 0-1,-15 6 0-15,-1 1 0 0,-2-2 0 0,0 4 0 0,-4 0 0 16,0 1 0-16,-2 0 0 0,-1 2 0 0,-1 0 0 15,-1 3 0-15,1 0 0 0,-2 5 0 0,-1-1 0 16,0 3 128-16,1 3-128 0,0 2 0 0,-1 1 160 16,1 3-160-16,1-2 128 0,-1-2 16 0,0 4 0 15,-1 6 0-15,0 3 0 0,1-2-144 0,1-1 0 16,1-2 0-16,1-25 128 0,3 38-128 0,-3-38 0 16,6 31 0-16,-6-31 128 0,0 0-128 0,0 0-144 15,0 0 144-15,0 0-17936 0</inkml:trace>
  <inkml:trace contextRef="#ctx0" brushRef="#br1" timeOffset="-165094.06">7406 10574 15663 0,'1'-3'688'0,"0"1"144"0,1-1-656 0,-1 3-176 0,1-2 0 0,-1 2 0 15,1-1 1920-15,0 0 336 0,4-1 80 0,1-1 16 16,-7 3-496-16,0 0-80 0,35 3-32 0,-35-3 0 0,0 0-528 0,42 26-96 16,-42-26-32-16,31 32 0 0,-31-32-416 0,29 44-96 15,-29-44 0-15,26 52-16 0,-26-52-96 0,18 49-16 16,-18-49 0-16,9 48 0 0,-9-48-256 0,0 40-48 16,-1-23-16-16,-3 1 0 0,-2 4 176 0,-2-3 16 15,-1 0 16-15,-1 0 0 0,-3-2-160 0,0-1-48 16,-3-2 0-16,-2 0 0 0,-2-1-128 0,-2 0-224 15</inkml:trace>
  <inkml:trace contextRef="#ctx0" brushRef="#br1" timeOffset="-159802.77">7934 10898 16575 0,'0'0'1472'0,"0"0"-1168"15,0-2-304-15,0 2 0 0,1-1 1264 0,-1 0 192 16,2-1 32-16,0-1 16 16,0-2 432-16,1-1 96 0,3-2 16 0,-2-1 0 0,3 2-768 0,-1-3-128 15,1-2-48-15,-1 0 0 16,3 0-416-16,-2 0-96 15,2 0-16-15,-1-2 0 0,1 0-64 0,-1 2-32 16,3 0 0-16,-2 0 0 0,1 3-128 0,0 0-32 0,1 4 0 0,-3 2 0 0,1 3-96 0,-1 0-32 16,-8 0 0-16,0 0 0 0,0 0-192 0,0 0 0 15,39 36 0-15,-39-36 0 0,0 0 0 16,22 38 0-16,-22-38 0 0,0 0 0 0,26 43 0 0,-26-43 0 16,0 0 0-16,34 35 0 0,-34-35 0 15,0 0 0-15,0 0 0 0,50 19 0 0,-34-23 192 0,-1-1-64 16,1-3-128-16,-2-1 192 15,1-3-32-15,-1 1-16 0,-2-1 0 0,-1 0 0 16,-1 1-144-16,-3 1 0 0,-1 5 0 0,-2-2 0 16,-1 4-1824-16,-3 2-240 0</inkml:trace>
  <inkml:trace contextRef="#ctx0" brushRef="#br1" timeOffset="-159474.77">8065 11095 12895 0,'-9'7'576'0,"3"-2"112"0,1 0-560 0,2-3-128 0,0 0 0 0,1 1 0 0,0-1 1296 0,-2 1 240 15,-1 1 32-15,-2 1 16 16,3-2 544-16,0-3 112 0,2 0 32 0,2-3 0 0,2-4-464 0,1 0-80 16,3-5-32-1,2 0 0-15,1-4-608 0,2-1-128 0,2-1-32 0,1 0 0 0,1 0-400 0,2-1-80 16,1 0 0-16,0 3-16 15,-2 3-128-15,1 1-32 0,2 1 0 0,-3 3 0 16,-1 4-272-16,-2 2 128 0,-13 2-128 0,0 0 0 0,0 0 0 0,42 17 0 16,-42-17 0-16,0 0 0 0,35 51 0 0,-35-51 0 15,23 48 0-15,-23-48 0 0,24 54 0 0,-24-54 0 16,25 43 0-16,-25-43 0 0,0 0 0 0,31 37 0 0,-31-37 0 16,0 0 0-1,51 12 0-15,-31-16 0 0,2-4 0 0,-1-6 0 16,2-1-192-16,1-5-80 0</inkml:trace>
  <inkml:trace contextRef="#ctx0" brushRef="#br1" timeOffset="-156309.27">9019 10576 7359 0,'0'-2'656'0,"0"2"-528"16,0-2-128-16,0 1 0 0,0 1 960 0,-1 0 176 15,1-2 16-15,-1-1 16 0,1-1 496 0,-1 0 80 16,1 3 32-16,-1-2 0 0,1 1-176 0,0 2-16 0,0-1-16 0,0 1 0 16,0 0-384-16,1 0-80 15,-1 0-16-15,-1 0 0 0,1 0-240 0,-1 0-48 0,1 1-16 0,0-1 0 16,-1 2-80-16,1-2-32 0,-1 3 0 0,0-2 0 15,0 3-160-15,-1-2-16 0,1 3-16 0,0 2 0 16,0-2-176-16,0 4-48 0,1 1 0 0,0 2 0 16,1 2-80-16,-1-1-32 0,0-13 0 0,5 32 0 15,-5-32-144-15,4 36 0 0,-4-36 0 0,3 38 0 16,-3-38 0-16,5 39 0 0,-5-39 0 0,5 39 0 16,-5-39 0-16,4 40 0 0,-1-14 0 0,0 3 0 0,-1 0 0 0,2-2 0 15,-2 2 128-15,-1 0-128 0,1 0 0 0,-1-2 0 16,-2-2 0-16,1-4 0 0,0-3 0 0,0 1 0 15,-1 0 0-15,1-3 0 0,0-1 0 0,0-3 0 16,0-4 0-16,1-2 0 16,-1-1-464-16,0-5 16 0,1 0 16 0,0-4-9936 15,1-2-2000-15</inkml:trace>
  <inkml:trace contextRef="#ctx0" brushRef="#br1" timeOffset="-155976.64">8974 10699 7359 0,'-4'-7'320'0,"2"3"80"0,0 1-400 0,1-2 0 0,0 4 0 0,1 0 0 15,0-1 1456-15,0-3 208 0,0 0 32 0,0-2 16 16,2 0 336-16,1 0 64 0,1 0 0 0,1-1 16 16,2 4-400-16,2-4-64 0,2 0-32 0,3 0 0 15,3-1-496-15,1 2-112 0,3 2 0 0,0 2-16 16,-21 3-336-16,42 0-64 0,-42 0-16 0,42 12 0 15,-42-12-224-15,0 0-48 0,56 34-16 0,-56-34 0 16,0 0-304-16,41 36 128 0,-41-36-128 0,0 0 0 0,0 0 0 0,21 39 0 16,-23-29 0-16,-2 4 0 15,-5 1-672-15,-2 1-192 0,-2-2-32 0,-2 2-16 0,-3-1 1792 16,-2-1 352-16,-1 1 80 0,1-4 16 0,0-1-928 0,1-1-176 16,0-2-32-16,2-2-16 0,4-3-176 0,-1-1 192 15,0 1-192-15,0-2 192 0,2-3-192 0,2 1 0 16,2-3 0-16,3 0-10832 15,1 1-2128-15</inkml:trace>
  <inkml:trace contextRef="#ctx0" brushRef="#br1" timeOffset="-33492.62">9713 10491 911 0,'0'-1'0'0,"0"1"0"16,0 0 0-16,0 0 0 0,1 0 576 0,-1 0 16 15,0 0 16-15,-1 0 0 0,1-2 48 0,-1 2 16 16,0-1 0-16,0 0 0 0,0 1 128 0,0 0 32 16,-1-2 0-16,1 2 0 0,0 0 32 0,0 0 16 0,0 0 0 15,0 0 0-15,0 0-192 0,-1 2-48 16,0-2 0-16,0 0 0 0,1 0-96 0,-1 1-32 16,1 0 0-16,-1-1 0 0,0 3-64 0,-1-1-32 15,-1 3 0-15,1-3 0 0,-2 3 0 0,0 0 0 16,1-1 0-16,-3 4 0 0,1-2-112 0,-2 2-32 15,1-1 0-15,-2 2 0 0,-1 1 0 0,0 2 0 16,-2 0 0-16,1 2 0 0,0 1-144 0,1 0-128 16,0 2 192-16,1 2-192 0,2 3 448 15,0 1 0-15,1 1-16 0,-1 2 0 0,2 3 256 0,-1-1 48 16,1-2 16-16,2 0 0 0,-1 2-112 0,2-2 0 16,0-2-16-16,2 0 0 0,1-3 48 0,0 0 16 15,1 1 0-15,0-1 0 0,-2-21-304 0,5 38-64 16,-5-38-16-16,3 31 0 0,-3-31-64 0,4 29-16 15,-4-29 0-15,5 26 0 0,-4-15 32 0,-1-11 16 16,0 0 0-16,9 31 0 0,-7-23-80 0,1 1-32 16,0-2 0-16,1-1 0 0,-1 0-160 0,1-3 0 15,1-1 0-15,1-2 0 0,0 0 0 0,2-5-304 16,1-2 48-16,2-1-9568 0,1-1-1920 16</inkml:trace>
  <inkml:trace contextRef="#ctx0" brushRef="#br1" timeOffset="-33002.08">9808 10856 3103 0,'-5'-5'0'0,"1"2"128"0,0 0-128 0,2 2 176 16,1-1-176-16,0 2 0 0,0-2 0 0,-2 1 0 0,-1-3 1088 0,1 3 192 15,-1-2 48-15,1 2 0 0,2-2-240 16,2 1-64-16,2 2 0 0,1-3 0 0,1 3 208 0,3-2 48 15,0 0 0-15,1 0 0 0,1 0-384 0,2-1-64 16,-12 3 0-16,0 0-16 0,35-3-80 0,-35 3-16 16,0 0 0-16,0 0 0 0,42 3-144 0,-42-3-16 15,0 0-16-15,0 0 0 0,0 0-144 0,41 12-16 16,-41-12-16-16,0 0 0 0,0 0-64 0,0 0-16 16,0 0 0-16,0 0 0 0,23 33-96 0,-23-29 0 0,0-1-16 0,-1 2 0 15,0-1-176-15,-2 1 160 16,0 0-160-16,-1-3 160 0,1 3-160 0,-2 0 0 0,-1-1 0 0,-1 1 0 15,-1 2 0-15,-3-1 0 0,0 2-160 0,-3 0 160 32,-1 2-512-32,-2 1-16 0,1-2 0 0,0 3 0 15,0-1-464-15,2 0-96 0,3-2 0 0,2-2-16 0,2 1 784 0,0-2 176 0,2 2 144 0,1-4-208 16,2 1 336-16,3-4 64 0,1 1 0 0,2-5 16 16,1 0 816-16,4-1 176 0,0-1 16 0,2-2 16 15,1 1 384-15,1-1 80 0,0 1 16 0,2 1 0 16,0 1-624-16,1-3-128 0,-16 7-32 0,31-7 0 15,-31 7-368-15,29-8-80 0,-29 8-16 0,26-4 0 0,-26 4-272 16,0 0-64-16,32-5-128 0,-23 2 192 0,0 3-192 0,-2-2 0 16,0 1 0-16,-1 0 0 0,-1-1-272 0,0 0 0 15,-2 1 0-15,1-2 0 16,-1 1-1696-16,-1 0-336 0,-1-2-64 0,0 1-11264 16</inkml:trace>
  <inkml:trace contextRef="#ctx0" brushRef="#br1" timeOffset="-32638.74">10189 10668 2751 0,'0'-2'128'0,"0"2"16"0,0 0-144 0,0 0 0 0,0 0 0 16,0 0 0-16,0 0 1472 0,0 2 256 0,-1 1 48 0,0 2 16 16,-2-1 496-16,0 2 96 0,0 0 32 0,1-1 0 15,-2 2-656-15,1 0-128 0,-1 0-32 0,1 0 0 16,-1 1-624-16,0 1-128 0,1 1-16 0,-1 1-16 15,-1 1-432-15,1 0-64 0,1 0-32 0,-1 0 0 16,1 2-144-16,1-2-16 0,0 0-128 0,0 0 192 16,-1 2 0-16,1-3 0 0,1 1 0 0,0 0 0 15,1 0 128-15,2-2 32 0,-2-10 0 0,0 0 0 16,0 0 80-16,0 0 16 0,30 33 0 0,-30-33 0 0,0 0 240 0,40 2 48 31,-40-2 16-31,36-5 0 0,-36 5 176 0,36-6 32 0,-36 6 16 16,38-6 0-16,-38 6-416 0,35-8-96 0,-35 8-16 0,30-6 0 15,-30 6-208-15,28-3-48 0,-28 3-16 0,0 0 0 16,35-3-176-16,-35 3 0 0,0 0 144 0,0 0-144 16,33 0 0-16,-28 2 0 0,-1-2 0 0,-2 1 0 0,-1 0-128 0,-1-1-64 15,-2 0 0-15,-1 0 0 16,0-1-1600-16,-1 0-336 0,1-2-64 0,-2-1-8192 16,0 0-1648-16</inkml:trace>
  <inkml:trace contextRef="#ctx0" brushRef="#br1" timeOffset="-32433.66">10343 10718 1839 0,'-5'5'160'0,"2"0"-160"0,0-3 0 0,1 3 0 15,1-3 1584-15,0 1 272 16,-1 1 64-16,-2 6 16 0,-1 2 800 16,-1 6 144-16,-2 4 48 0,-2 2 0 0,3-2-592 0,-1 1-112 0,0 0-32 0,1 1 0 15,-1 2-624-15,1 0-128 0,-1-2-32 0,2 0 0 0,0-2-768 0,0-1-176 16,1 0-16-16,2-5-16 0,0-2-432 0,0-2 0 15,2-1 0-15,0-2 0 0,2-5 0 0,2 1-320 32,1-3 48-32,-1-2-14528 0</inkml:trace>
  <inkml:trace contextRef="#ctx0" brushRef="#br1" timeOffset="-32180.84">10491 11008 3679 0,'5'-3'320'0,"-3"1"-320"0,1 0 0 0,-1 1 0 16,0 1 2112-16,-1 0 368 0,0 3 64 0,1-1 16 16,2 1 656-16,-4-3 144 0,0 0 32 0,0 0 0 15,0 0-960-15,20 32-192 0,-20-32-48 0,0 0 0 16,0 0-1072-16,0 0-224 0,16 34-32 0,-16-34-16 15,0 0-720-15,0 0-128 0,0 0 0 0,0 0-10688 16,0 0-2112-16</inkml:trace>
  <inkml:trace contextRef="#ctx0" brushRef="#br1" timeOffset="-31735.57">10794 10726 11967 0,'-4'2'528'0,"2"-2"112"0,0 0-512 0,0 0-128 15,1 0 0-15,0 0 0 0,0 1 1328 0,-2 0 224 16,1 1 48-16,-2 3 16 0,-1 0-288 0,0 0-64 16,0 3-16-16,0 0 0 0,0-1-96 0,0 3 0 0,2 0-16 0,-1-1 0 15,0 1-160-15,0 1-16 0,1 1-16 0,-1-2 0 16,2-1-208-16,1-2-32 0,0 1-16 0,1-2 0 15,2-1-32-15,0 0 0 0,1-1 0 0,0 1 0 16,2-2-32-16,0-1-16 0,1 0 0 0,1-1 0 16,-7-1-192-16,0 0-32 0,0 0-16 0,0 0 0 15,44 11-96-15,-44-11-16 0,0 0 0 0,0 0 0 16,42 14-64-16,-42-14-32 0,0 0 0 0,0 0 0 16,0 0-160-16,41 27 128 0,-41-27-128 0,0 0 128 15,0 0-128-15,0 0 0 0,0 0 0 0,17 33 128 16,-18-29-128-16,1 1 128 0,-3-1-128 0,-1-1 128 15,0 2-128-15,0-2 0 0,-2 0 0 0,0 0 128 0,-2 2-128 0,1-1 0 16,-2 0 0-16,1 1 0 0,1 1 0 0,-2-1 0 16,-1 2 0-16,0 0 0 15,-1 0 832-15,0 1 144 0,0-1 32 0,0 0 0 16,1-3-1744-16,2-1-352 0,0-1-64 0,2-2 0 16,0-2-256-16,2-3-32 0,2-2-16 0,0-2-14752 15</inkml:trace>
  <inkml:trace contextRef="#ctx0" brushRef="#br1" timeOffset="-31540.34">10763 10699 6447 0,'-2'-2'272'0,"1"2"80"0,1 0-352 0,0 0 0 16,1 0 0-16,-1 0 0 0,1 0 1664 0,1 2 256 16,0 1 48-16,4-2 16 0,-6-1 640 0,0 0 128 15,0 0 16-15,36 1 16 0,-36-1-336 0,0 0-64 16,37-4-16-16,-37 4 0 0,29-3-848 0,-29 3-176 15,30-5-48-15,-30 5 0 0,29-2-656 0,-29 2-144 16,0 0-32-16,39-5 0 0,-39 5-464 0,0 0 128 16,32-3-128-16,-32 3 0 0,0 0 0 0,0 0-256 0,0 0 48 0,0 0-16736 15</inkml:trace>
  <inkml:trace contextRef="#ctx0" brushRef="#br1" timeOffset="-30199.27">11471 10690 5519 0,'1'0'496'0,"0"-2"-496"0,-1 2 0 0,0 0 0 16,0 0 1200-16,0 0 144 0,1-2 16 0,0 1 16 16,0-1 336-16,-1 1 64 0,1 1 16 0,-1 0 0 15,-2 1-240-15,1-1-32 16,-1 2-16-16,0 1 0 0,-1-3-288 0,2 2-64 16,-2 0-16-16,0 0 0 0,0 1-320 0,0-1-64 15,0 1-16-15,-2-1 0 0,1 1-192 0,-1 1-32 0,-1-1-16 0,0 1 0 0,-2 1-192 0,1-2-48 16,-2 1 0-16,-2 1 0 0,-1 0-256 0,-1-1 160 15,0 2-160-15,0 0 128 0,-1-1-128 0,-1 2 0 16,0-2 0-16,1 0 0 16,3 1 0-16,0-2 0 15,2 1-144-15,-2-2 144 0,2 2 0 0,0-2 0 0,0-1 0 16,2 0 0-16,0 1 0 0,0-1 0 0,1-2 0 0,0 1 0 0,1 1 0 0,2 0 128 16,0-2-128-16,0 1 0 0,1 0 208 0,0-1-48 0,1 0-16 15,1 2 0-15,-1-2 80 16,1 3 16-16,0-1 0 0,1-1 0 0,-1 1 16 0,2 0 0 15,0 0 0-15,0 1 0 16,0-1 48-16,1 1 16 0,0 0 0 0,1 0 0 0,2 0 80 0,-1 0 32 0,-5-3 0 0,0 0 0 16,0 0-48-16,0 0-16 0,0 0 0 0,43 16 0 15,-43-16-96-15,0 0-16 0,0 0 0 0,45 17 0 16,-45-17-64-16,0 0 0 0,0 0-16 0,0 0 0 16,46 21-176-16,-46-21 0 0,0 0 0 0,0 0 128 15,0 0-128-15,38 13 0 16,-33-12 0-16,-1-1 0 0,0 0-208 0,-1 0-32 15,-1 2 0-15,-1-2 0 16,0 0-2096-16,0 0-416 0</inkml:trace>
  <inkml:trace contextRef="#ctx0" brushRef="#br1" timeOffset="-29931.47">11231 10932 7359 0,'-1'2'320'0,"1"-2"80"0,0 2-400 0,0-1 0 15,1 1 0-15,-1-2 0 0,1 2 1792 0,1-1 288 16,0 3 48-16,1-2 16 0,1 3 272 0,1 0 48 0,-5-5 16 0,0 0 0 16,0 0-368-16,0 0-80 0,0 0-16 0,38 24 0 15,-38-24-512-15,0 0-96 0,0 0-32 0,40 16 0 16,-40-16-608-16,0 0-112 0,0 0-16 0,48 19-16 15,-48-19-384-15,0 0-80 0,0 0-16 0,48 15 0 16,-48-15-144-16,0 0 0 0,0 0 0 0,38 11 0 31,-38-11-656-31,0 0-112 0</inkml:trace>
  <inkml:trace contextRef="#ctx0" brushRef="#br1" timeOffset="-29535.51">11697 10638 1839 0,'-3'-3'160'0,"0"3"-160"0,1-2 0 0,1 2 0 16,1 0 1360-16,0 0 240 15,0 0 64-15,-1 2 0 0,1-2 704 0,-1 0 128 16,1 3 48-16,0-2 0 0,1 0-336 0,1 1-64 0,1 1-16 0,1 0 0 16,-4-3-400-16,0 0-64 0,0 0-32 0,0 0 0 15,30 37-560-15,-30-37-112 0,0 0-32 0,28 36 0 16,-28-36-448-16,0 0-96 0,32 38 0 0,-32-38-16 15,0 0-112-15,29 35 0 0,-29-35-16 0,0 0 0 16,0 0-240-16,39 38 176 0,-39-38-176 0,0 0 160 0,0 0-160 16,0 0-176-16,38 26 48 0,-31-24 0 15,-3-2-1776-15,2 0-336 16</inkml:trace>
  <inkml:trace contextRef="#ctx0" brushRef="#br1" timeOffset="-28981.18">12038 10718 3679 0,'1'-1'160'0,"0"0"32"15,0-1-192-15,0 2 0 0,-1-2 0 0,0 1 0 0,1 1 1360 0,0 0 240 0,0 0 32 0,1-2 16 16,0 2-240-16,-1 0-64 0,-1 2 0 0,-1-2 0 16,0 3-96-16,-2-1-32 0,0 0 0 0,0 1 0 15,-2 1-496-15,-1 1-96 0,0 0-32 0,-1 0 0 16,-1 0-256-16,0 0-48 0,0 1-16 0,-1-1 0 15,1 0-144-15,-2-1-128 0,-1 1 192 0,0 0-192 16,1 0 0-16,-1 2 0 0,0-2 0 0,1 2 0 16,-1-3 0-16,2 1 0 0,2 0 0 0,0-3 0 15,2 3 0-15,0-3 0 0,-1 1 0 0,2-1 0 16,1 1 176-16,-1-1-32 0,3 0 0 0,0-1 0 16,-1 1 432-16,1 0 96 0,1-1 16 0,-1 0 0 15,2-1 272-15,-1 2 64 0,1-2 16 0,-1 1 0 16,1-1-304-16,-1 2-64 0,1-2-16 0,0 1 0 0,-1 1-304 0,0-2-64 15,0 2-16-15,0-2 0 0,0 2-64 16,-1 0-16-16,0-1 0 0,1 1 0 0,-1 0 32 0,0 1 0 16,0-1 0-16,0-2 0 0,1 2-32 0,-1 1-16 15,0-3 0-15,1 2 0 0,-1 1-176 0,0-3 160 16,1 2-160-16,-1-2 160 16,1 1-160-16,0 0 128 0,0-1-128 0,0 2 128 0,0-2-128 15,0 0 0-15,1 0 0 0,-1 1 0 0,1 1 0 16,-1-2 0-16,1 2 0 0,-1-2 0 0,1 1 0 0,0 1 0 0,-1-1 0 0,0 0 0 15,0 4 128-15,0 0-128 0,0 1 0 0,0 2 128 16,0-1 64-16,-1 5 0 0,1 3 0 0,-1 3 0 16,1 1 128-16,0 2 16 15,-1 3 16-15,-1-2 0 0,1 1-96 0,0-2 0 16,0-1-16-16,0-2 0 0,0-4-96 0,0 3-16 0,0 1 0 16,0-1 0-16,1-2-128 0,0-3 0 0,0 0 0 0,0-1 0 0,1-3-288 15,1-2-32-15,0 0-16 0,0-4-10848 16,1-1-2160-16</inkml:trace>
  <inkml:trace contextRef="#ctx0" brushRef="#br1" timeOffset="-28236.97">12443 10801 8287 0,'1'-2'736'0,"-1"2"-592"16,0 0-144-16,0 0 0 0,0 0 944 0,0 0 144 16,-1 0 48-16,-1 0 0 0,0 2 336 0,0-2 80 0,-2 1 16 0,0 1 0 15,0-2-480-15,-1 2-80 0,0-2-32 0,1 2 0 16,-2-1-224-16,1 1-48 0,-2 0-16 0,0 1 0 16,-2-1-320-16,0 0-64 15,-1 1-16-15,-1 1 0 0,0-1-288 0,-2-1 0 16,-1 3 0-16,-1 0 0 0,0 1 0 0,1-2 0 0,2 0 0 0,4-2 0 15,1 1 0-15,2 1 192 0,-2-1-64 0,1-1-128 16,1 1 656-16,0 1 32 0,1 1 0 0,-1-1 0 16,1 1-128-16,2-1-32 0,-1-1 0 0,2 2 0 15,0-2-16-15,0 1 0 0,0-1 0 0,0 0 0 0,1 1-176 16,0-2-32-16,0 0-16 0,0 1 0 0,0-1-32 0,0 1 0 16,0-1 0-16,1 0 0 0,0-1 128 0,1 1 0 15,1 0 16-15,-1-1 0 0,2 1 32 0,0 0 0 16,0 0 0-16,-4-2 0 0,0 0-32 0,0 0 0 15,0 0 0-15,39 10 0 0,-39-10-96 16,0 0-32-16,0 0 0 0,40 12 0 0,-40-12-80 0,0 0 0 16,0 0-16-16,44 23 0 0,-44-23-48 15,0 0-128-15,0 0 192 0,38 29-64 0,-38-29-128 16,0 0 0-16,0 0 0 0,33 27 0 0,-33-27 0 0,0 0 0 16,0 0 0-16,0 0 0 15,0 0-896-15,0 0-96 0,0 0-32 0,36 11-10176 0,-35-14-2048 16</inkml:trace>
  <inkml:trace contextRef="#ctx0" brushRef="#br1" timeOffset="-27977.19">12210 11048 1839 0,'-2'2'160'0,"2"1"-160"15,0-1 0 1,1 0 0-16,0-1 1952 0,0 2 352 0,0 1 80 0,-1-4 16 0,0 0 288 0,0 0 64 15,21 40 16-15,-21-40 0 0,0 0-544 0,0 0-112 16,42 31-32-16,-42-31 0 0,0 0-736 0,0 0-160 16,49 16-32-16,-49-16 0 0,0 0-480 0,41 10-96 15,-41-10-32-15,0 0 0 16,44 14-400-16,-44-14-144 0,0 0 0 0,46 14 144 16,-46-14-1248-16,0 0-256 0</inkml:trace>
  <inkml:trace contextRef="#ctx0" brushRef="#br1" timeOffset="-27416.96">12718 10820 4143 0,'-4'-2'0'0,"1"0"176"0,1 0-48 0,1 1 0 0,0 1-128 0,1 0 0 16,0-2 0-16,-1 2 0 0,1-3 1616 0,0 1 304 15,1 2 64-15,2-4 16 16,0 1 64-16,2 0 16 0,1 1 0 0,2 0 0 0,0-2-208 0,2 3-32 15,-10 1-16-15,0 0 0 16,38 0-448-16,-38 0-96 0,0 0 0 0,42 9-16 16,-42-9-432-16,0 0-96 0,42 20-16 0,-42-20 0 15,0 0-304-15,0 0-64 0,39 35-16 0,-39-35 0 0,0 0-208 0,0 0-128 0,14 33 128 16,-14-23-128-16,-1-1 0 16,-3 0 0-16,-2-1 0 0,-1 1 0 0,-2-1 0 0,-1 2-128 0,-2 1 128 0,-1-1-128 15,0-1-64-15,-1 2 0 0,-1-2 0 0,0 2 0 16,0-2 672-16,-2 1 128 0,2 1 32 0,1-1 0 31,2-1-1920-31,1-2-368 0,3 1-80 0,0-4 0 0,4 2 1392 0,-2-1 336 0,3-1 0 0,0 3 0 16,2-3 1024-16,0 1 256 0,3-2 32 0,1-1 16 15,0 0-1152-15,3 0-176 16,-6-2-144-16,0 0 144 0,0 0 736 0,37 3 272 0,-37-3 48 0,27-3 16 0,-27 3-320 16,30 0-64-16,-30 0-16 15,31-2 0-15,-31 2-384 0,33 0-80 0,-33 0-16 0,33 0 0 16,-33 0-192-16,30-2 144 0,-30 2-144 0,26-4 128 0,-14 1-128 0,-1-2 0 15,0 0 0-15,-1 0 0 16,0-1-752-16,-2 0-80 16,-1 0 0-16,1-2-16320 0</inkml:trace>
  <inkml:trace contextRef="#ctx0" brushRef="#br1" timeOffset="-26816.89">13200 10780 7359 0,'-2'1'656'0,"1"0"-528"0,1-1-128 0,1 2 0 16,0-2 1728-16,0 0 304 0,1 0 64 0,1 0 16 16,2 0 256-16,2-2 64 0,3 1 16 0,0-2 0 15,2-2-736-15,0-1-160 0,-1 0-16 0,1-3-16 16,-2 1-416-16,0-1-80 0,-1 2 0 0,-1-3-16 15,0 1-464-15,-2-1-96 0,0 2 0 0,-2-1-16 16,-1 1-208-16,0-1-32 0,-2 1-16 0,-1 1 0 16,-1-1-176-16,-1 1 128 0,-1 0-128 0,0 3 128 15,-3-2-128-15,0 2 0 0,-2-1 0 0,-1 3 0 0,-2-1 0 0,-1 3 0 16,-2 0 0-16,-1 3 0 0,-1-1 0 0,0 3-144 16,-2 2 144-16,1 0-208 15,1 1-336-15,1 1-64 0,2 0-16 0,3 1 0 16,0-1 160-16,3-1 16 0,1 1 16 0,2-2 0 0,0 0 432 0,2 0 0 15,1-1 0-15,2 0 0 0,1-1 0 0,-2-5 0 16,0 0 128-16,0 0-128 0,0 0 496 0,0 0 16 16,43 27 16-16,-43-27 0 0,0 0 112 0,0 0 32 15,49 11 0-15,-49-11 0 0,0 0-240 0,40 4-48 16,-40-4-16-16,0 0 0 0,40 1-112 0,-40-1 0 16,0 0-16-16,32-5 0 0,-24 2-80 0,0-1-16 15,-3 1 0-15,-1 1 0 0,-1 0-16 0,-1-1 0 0,-2 3 0 0,-1-2 0 16,0 2-128-16,-2 2 192 0,0 1-192 0,-1 0 192 15,1 1-192-15,-3 1 0 0,1 2 144 0,-2 3-144 16,0 1 0-16,-2 1 128 0,2 2-128 0,0-1 0 16,1 0 144-16,0 3-144 0,-2 4 192 0,3 1-192 15,-1-2 160-15,0 0-160 0,1 4 128 0,-1 0-128 16,2 0 0-16,0-2 0 0,1-2 128 0,1-2-128 16,0-1 0-16,2-16 0 0,0 24 0 0,0-24 0 0,0 0 0 15,0 0 0-15,3 28 0 0,-1-27 0 0,0 1-320 0,0-4-64 16,-1 1 0-16,1-4 0 15,0 1-1712-15,0-4-336 0,2 4-80 0,0-6-12160 16</inkml:trace>
  <inkml:trace contextRef="#ctx0" brushRef="#br1" timeOffset="-26627.63">13396 10963 3679 0,'3'-1'320'0,"-1"1"-320"15,-1 0 0-15,0 0 0 0,0 0 2112 0,0 0 368 16,1 0 64-16,1-2 16 0,2 2 864 0,0 0 176 0,-1 2 48 0,1-2 0 15,-1 3-896-15,-2 0-192 0,-2-3-16 0,0 0-16 16,0 0-1072-16,0 0-224 0,7 29-32 0,-6-23-16 16,-1-6-736-16,0 0-128 0,2 26-48 0,-2-19 0 15,0 1-272-15,0-2 0 0,1 1 0 0,-1-3 0 16,1-1 0-16,-1-3 0 0,3 0 0 0,1-3-12000 16,0-3-2320-16</inkml:trace>
  <inkml:trace contextRef="#ctx0" brushRef="#br1" timeOffset="-26170.01">13669 10740 8287 0,'-3'-2'736'16,"2"1"-592"-16,0 1-144 0,0 0 0 0,1 0 2096 0,-2 0 384 16,0-2 80-16,-2 2 0 0,0 0-160 0,0-2-32 15,-1 2-16-15,2 2 0 0,2-2-560 0,-1 2-96 16,1 1-32-16,-1-1 0 0,1 2-480 0,0 2-96 15,0-2-32-15,0 1 0 0,0 0-368 0,-1 2-80 16,2-2-16-16,-1 2 0 0,-1 0-176 0,1 0-32 16,0 0-16-16,0-2 0 0,1 2-80 0,1-3-16 0,0-1 0 15,2 2 0-15,-1-3-80 0,1 0-32 0,2 1 0 0,-1-1 0 16,-4-2-160-16,0 0 128 0,0 0-128 0,0 0 128 16,38 3-128-16,-38-3 160 15,0 0-160-15,0 0 160 0,37 6-160 0,-37-6 0 0,0 0 0 0,0 0 128 16,0 0-128-16,41 13 0 0,-41-13 0 0,0 0 0 15,0 0 0-15,0 0 0 16,0 0 0-16,30 33 0 0,-28-28 0 0,0 2 0 16,-2-1 0-16,0 0 0 0,-2 0 0 0,0 0 0 0,-1-2 0 15,0 1 0-15,-1 0 0 0,-1-2 0 0,1 0 128 0,-2 1-128 16,0 0 0-16,0-2 0 0,1 0 0 0,-1 1 0 0,-2-1 0 16,-1 1 0-16,0-1 0 0,-1 0 0 0,-1 0 0 0,-1 1 0 15,0-3 0-15,-1 1 0 16,0-1-160-16,1-1-16 0,0-2 0 0,2-1 0 15,3-1-1584-15,0-4-320 0,3-1-64 0,1-2-13872 16</inkml:trace>
  <inkml:trace contextRef="#ctx0" brushRef="#br1" timeOffset="-25964.79">13664 10605 6095 0,'-2'4'128'0,"1"-3"16"0,1 3 16 0,0-3 32 0,1 0-192 0,0 1 0 15,0-2 0-15,0 3 0 0,-1-3 2704 0,0 0 496 16,0 0 112-16,0 0 16 0,37 7-368 0,-26-9-64 0,1 0-16 0,0-4 0 16,1 2-1008-16,-1-1-208 0,0 0-32 0,-1 1-16 15,0 1-832-15,-2-1-160 16,0 3-48-16,-2-1 0 16,-1 2-432-16,-1 0-144 0,0 0 0 0,-2 2 0 0,0-1 0 0,-2 1-320 0,-1 0 32 0,0 1-15648 15</inkml:trace>
  <inkml:trace contextRef="#ctx0" brushRef="#br1" timeOffset="-25199.28">13989 10498 7359 0,'-2'0'320'0,"0"-2"80"0,1 2-400 0,1-2 0 0,0 2 0 0,0-1 0 16,1 1 1280-16,-1 0 160 0,1-3 32 0,1 3 16 15,0-3 384-15,1 0 80 0,1 1 16 0,-1-1 0 16,2 0-144-16,-1 1-32 0,1 0 0 0,0 0 0 0,-1 1-448 0,2-1-80 16,0 2-32-16,-2 0 0 0,2 0-352 0,-2 0-80 15,2 0-16-15,0 2 0 0,-2-1-80 0,2 1-32 16,-6-2 0-16,0 0 0 0,0 0-176 0,0 0-48 15,0 0 0-15,0 0 0 0,41 21-144 0,-41-21-48 16,0 0 0-16,0 0 0 0,0 0-32 0,0 0-16 16,0 0 0-16,0 0 0 0,0 0-80 0,36 26 0 15,-34-23-128-15,1-1 192 0,-1 0-192 0,0 3 0 16,-1-2 128-16,1 0-128 0,-1 0 0 0,0 2 0 0,0-2 128 16,-1 1-128-16,2 1 0 0,-1-2 128 0,0 1-128 0,0 1 0 15,0-2 0-15,0 1 128 0,0-1-128 0,1 1 0 16,-1-1 0-16,1 1 0 0,0-2 0 0,0 1 0 15,1 0 0-15,-1-1 128 16,1 0-128-16,-2 0 0 0,0-1 0 0,1 1 0 0,-1 0 0 16,0-2 0-16,0 1 192 0,-1 1-64 0,1 0-128 0,-1-1 192 15,0 0-192-15,0 1 144 0,0 1-144 0,0 0 128 16,0 1-128-16,-1-1 0 0,1 4 0 0,0-3 128 16,0-4-128-16,0 0 0 0,0 0 0 0,1 34 0 0,-1-34 0 0,0 0 128 15,2 31-128-15,-2-31 0 0,0 23 128 16,0-23-128-16,0 0 0 0,0 33 128 0,0-33-128 0,0 0 0 15,2 36 144-15,-2-36-144 16,0 0 0-16,1 35 128 0,-1-35-128 0,0 23 0 0,0-23 0 0,0 29 128 16,0-29-128-16,-2 32 0 0,2-32 0 0,-4 32 0 15,2-14 0-15,-3-1 128 0,1-1-128 16,-3 2 0-16,1 1 0 0,-2 0 128 0,1 0-128 0,-1-2 0 16,-2 2 0-16,1-2 128 0,-1 2-128 0,0 0 0 15,-1-1 0-15,-1-1 0 0,0-1 0 0,0 1 0 16,0-4 0-16,-2 0 128 0,-1 0-128 0,-4 0 0 0,0-1 0 15,-6 0-12496-15,0-3-2480 0</inkml:trace>
  <inkml:trace contextRef="#ctx0" brushRef="#br1" timeOffset="-23956.18">9725 10472 3679 0,'3'-3'320'0,"-2"1"-320"0,1-1 0 0,-1 3 0 15,0 0 752-15,-1 0 80 0,0 0 0 0,1 0 16 16,0 0 576-16,0 0 112 0,-1 3 32 0,0-3 0 16,-1 3-304-16,0-1-64 0,-1 0-16 0,-1 1 0 15,1 1-160-15,-2-3-48 0,1 3 0 0,0-2 0 16,-1 0-112-16,0 1-32 0,-1 0 0 0,2-1 0 0,-2 0-176 0,0 0-32 15,1 1-16-15,-1 0 0 0,0 1-32 0,-1-1-16 16,1 4 0-16,1-3 0 0,0 3-224 0,-1-2-32 16,1 3-16-16,-1 0 0 0,1 2-112 0,-2 0-32 15,1 0 0-15,1 1 0 0,-1-1 16 0,-1 1 0 16,2 1 0-16,-2-2 0 0,2 0 16 0,-2-1 0 16,1 0 0-16,0 1 0 0,1-3 64 0,0 0 16 15,1 0 0-15,-1-2 0 0,1-1 128 0,1 1 48 16,0 1 0-16,0-3 0 0,1 1-48 0,-1 1 0 15,1-2 0-15,0 0 0 0,0 2-16 0,1-3-16 16,0 3 0-16,0 0 0 0,0-1-48 0,-1 1-16 16,1 2 0-16,-1 0 0 0,0 0-80 0,-1 1-16 15,0-2 0-15,0 2 0 0,-1 1-64 0,0-2-128 16,1 1 176-16,-1-1-176 0,0 2 192 0,0-2-64 0,1 0 0 16,0 0-128-16,1 0 192 0,-1 1-64 0,0-1 0 0,1 2-128 15,1-2 224-15,0 0-64 0,0 1-16 0,0-2 0 16,0 0 32-16,1 0 0 0,-1 4 0 0,0-3 0 15,1 2-32-15,0 1 0 0,-1 0 0 0,0-1 0 16,0 3-144-16,0-3 128 0,0 3-128 0,0-2 128 16,0 2-128-16,0-3 0 0,0 1 144 0,1-1-144 15,1 1 0-15,-1-3 128 0,2 2-128 0,-1-4 0 16,1 3 144-16,0-2-144 0,0 1 192 0,0 0-192 16,0-1 176-16,0 0-176 0,0 0 160 0,-2 0-160 15,2 1 128-15,0-2-128 0,-1 2 0 0,1 0 0 16,-1 0 0-16,0 3 128 0,1-3-128 0,-1 2 0 15,1-2 0-15,-1 1 0 0,0 1 0 0,1-4 0 0,1 3 0 16,-1-2 0-16,0 1 0 0,1 0 0 0,1-2 0 16,-2 0 0-16,-3-5 0 0,0 0 0 0,0 0 0 0,0 0 0 15,0 0 0-15,30 35 0 0,-30-35 0 0,0 0 128 16,0 0-128-16,0 0 0 0,0 0 0 0,29 37 0 16,-29-37 0-16,0 0 0 0,0 0 128 0,0 0-128 15,0 0 0-15,32 30 0 0,-32-30 128 0,0 0-128 16,0 0 0-16,0 0 0 0,39 2 0 0,-29-5 0 15,1-1 0-15,0-4-18368 0</inkml:trace>
  <inkml:trace contextRef="#ctx0" brushRef="#br0" timeOffset="-2861.49">9985 11351 5519 0,'0'0'496'0,"-1"-2"-496"16,0 2 0-16,1 0 0 0,0 0 752 0,-1 0 48 15,0-2 16-15,-1 1 16 0,-1 1 176 0,1 0 32 16,0 0 16-16,1 1 32 0,0 1-144 0,1 0-32 16,-1 1 0-16,1-1 16 0,0 1-352 0,0 1-80 15,0-1-16-15,1-1 32 0,0 0-144 0,0 1-32 0,-1-1 0 0,2 1 16 16,0-1 16-16,0-1 0 0,1 0 0 0,1-1 16 16,-1 0 192-16,1 0 16 0,2 0 16 0,-1 0 32 15,3 0 32-15,-1 0 16 0,0 0 0 0,-7 0 16 16,0 0-192-16,0 0-16 0,49 5-16 0,-49-5 32 15,0 0 80-15,52 7 32 0,-52-7 0 0,43 5 16 16,-43-5-80-16,47 3-16 0,-47-3 0 0,50 2 32 16,-50-2 80-16,49 2 32 0,-49-2 0 0,51 0 16 15,-51 0-144-15,53 0-32 0,-53 0 0 0,51 0 32 16,-51 0-128-16,53-2-32 0,-53 2 0 0,54 0 0 16,-54 0-48-16,54 0-16 0,-54 0 0 0,49-2 0 15,-49 2-48-15,48-1-16 0,-48 1 0 0,51-2 0 16,-51 2-80-16,49 0 0 0,-49 0-16 0,50 0 0 0,-50 0-176 15,47-3 192-15,-47 3-192 0,47-4 192 16,-47 4-192-16,42-3 0 0,-42 3 144 0,35-5-144 0,-35 5 0 0,27-4 128 16,-27 4-128-16,24-5 0 0,-13 2 0 0,-1 1 0 15,-2 0 0-15,-2-2 0 0,0 3 0 0,-3-1 0 16,-1 0 0-16,-2 2 0 0,-1 2 0 0,-2-2 0 16,-2 2 0-16,-2 1 0 15,-1 1-960-15,-3 1-176 0,-1 2-16 0,-2 3-15408 16</inkml:trace>
  <inkml:trace contextRef="#ctx0" brushRef="#br0" timeOffset="-2358.67">10012 11605 3679 0,'-4'-3'160'0,"0"1"32"0,1 0-192 0,1 0 0 0,1 2 0 0,1 0 0 16,0 0 832-16,-2-2 112 0,0 1 16 0,0-1 16 16,1 2 528-16,0-2 96 0,3 2 32 0,0 0 0 15,2 0-32-15,2 2 0 0,2-2 0 0,-8 0 0 16,0 0-208-16,0 0-48 0,52 7-16 0,-52-7 0 16,39 2-256-16,-39-2-48 0,49 3-16 0,-49-3 0 15,48 3-144-15,-48-3-32 16,54 1 0-16,-54-1 0 0,65-1-64 0,-65 1 0 0,68-3-16 0,-33 2 0 15,1 1-80-15,-36 0-16 0,72 3 0 0,-72-3 0 16,58 1-144-16,-58-1-16 0,61 4-16 0,-61-4 0 0,65 2-224 0,-65-2-32 16,65 0-16-16,-65 0 0 0,64 3-208 0,-64-3 0 15,61 4 0 1,-61-4 0-16,54 5 0 0,-54-5-208 0,51 2 16 16,-51-2-16448-16</inkml:trace>
  <inkml:trace contextRef="#ctx0" brushRef="#br0" timeOffset="-1582.29">12577 11399 3679 0,'-2'0'320'15,"0"0"-320"-15,1 0 0 0,0 0 0 0,1 0 768 0,-1 0 64 16,-1 0 32-16,0 2 0 0,-2-2 368 0,1 0 80 16,1 0 16-16,1 0 0 0,2-2 48 0,0 2 16 15,1 0 0-15,1-2 0 0,1 1-64 0,1 1-16 16,2 0 0-16,0 0 0 0,1 0-336 0,1 3-64 16,-9-3-16-16,0 0 0 0,0 0-144 0,47 9-48 15,-47-9 0-15,0 0 0 0,47 5 240 0,-47-5 32 16,42 0 16-16,-42 0 0 0,50-3 112 0,-22 0 32 15,3-2 0-15,1-1 0 0,2 0-240 0,2 0-64 16,1-3 0-16,2 0 0 0,3-1-336 0,3-2-80 0,3 0-16 16,0 0 0-16,-1 1-192 0,-3 1-32 0,-4 3-16 0,-1-2 0 15,-1 2-160-15,-1 0 0 0,0 2 144 0,-3 0-144 16,-3 2 0-16,-31 3 0 0,51-2 0 0,-51 2 128 16,0 0-128-16,46 10 0 0,-46-10 0 0,0 0 0 15,0 0 0-15,0 0 0 0,0 0 0 0,0 0 0 16,0 0-512-1,26 33 0-15,-28-30-16 0,-1 1 0 0,0-2-2416 0,-1 3-496 0</inkml:trace>
  <inkml:trace contextRef="#ctx0" brushRef="#br0" timeOffset="-1159.8">12968 11546 4607 0,'-5'1'192'0,"3"-1"64"0,-1 1-256 0,1-1 0 15,1 0 0-15,0 0 0 0,0 0 1312 0,0 2 224 16,-1-2 32-16,0 1 16 0,-1 1 608 0,1-2 128 0,0 2 32 0,1-1 0 15,1 1-432-15,0 0-64 0,1-2-32 0,1 1 0 16,0 0-672-16,2-1-128 0,-1 0-16 0,2-1-16 16,1 0-224-16,4-1-32 0,0 0-16 0,4-1 0 15,0 0 48-15,3 0 0 16,-17 3 0-16,47-6 0 0,-18 3 0 0,2 1 16 0,3 2 0 0,2 0 0 16,2 0-240-16,-2 0-48 0,-1 0-16 0,0 0 0 15,0-1-224-15,-2 0-32 0,-1-1-16 0,2-1 0 16,-1 1-208-16,1 2 0 0,-34 0 128 0,64 0-128 15,-64 0 0-15,61 0 0 0,-61 0 0 0,53-2 0 16,-53 2 0-16,44-1 0 0,-44 1 0 0,37 1-17632 16</inkml:trace>
  <inkml:trace contextRef="#ctx0" brushRef="#br0" timeOffset="-689.48">13848 11719 5519 0,'-3'-2'496'0,"2"1"-496"32,0-1 0-32,1 2 0 0,0-1 1536 0,-1 0 192 0,-1-1 64 15,0-1 0-15,0-2 560 0,1 1 112 0,2-1 32 0,1 0 0 16,3 0-704-16,0-2-144 0,3 1-32 0,1 0 0 0,2-1-464 0,2-1-112 15,1 0-16-15,2 1 0 16,-1 0-176-16,1 2-32 0,1 0-16 0,0 2 0 0,-17 3-208 0,33-6-32 16,-19 3-16-16,-2 3 0 0,-12 0-144 0,0 0-16 0,0 0-16 15,42 12 0 1,-42-12-224-16,0 0-144 0,0 0 192 0,0 0-192 0,30 38 144 0,-28-27-144 0,-1-1 0 0,-1 2 144 16,-2 0-144-16,-2 0 0 0,1 0 0 0,-1-2 0 15,-1 1 0-15,1-2 0 0,0 1 0 0,-1-1 0 16,2-2-368-16,0 1 48 0,0-1 16 0,0 0 0 31,1-2-2016-31,1 2-416 0</inkml:trace>
  <inkml:trace contextRef="#ctx0" brushRef="#br0" timeOffset="-539.5">14041 11972 7359 0,'-3'3'320'0,"1"-1"80"0,1-2-400 0,1 1 0 15,0-1 0-15,0-1 0 0,0 1 2528 0,0 0 416 16,1-2 96-16,1-1 16 0,1 1 560 0,0-2 112 15,1 1 32-15,1-2 0 0,1 3-1600 0,-1-3-320 16,1 3-64-16,0-1-16 0,2 1-1200 0,-1 0-240 16,0 0-64-16,1 1-17504 15</inkml:trace>
  <inkml:trace contextRef="#ctx0" brushRef="#br0" timeOffset="9330.53">15306 10586 1839 0,'1'0'160'0,"0"0"-160"16,0 0 0-16,-1 0 0 0,1 0 608 0,1 0 96 16,-1 0 0-16,4-2 16 0,2 1 432 0,1 1 96 15,2-2 16-15,2-1 0 0,0 1 256 16,2 0 48-16,0-1 16 0,0-2 0 0,1 3-112 0,0-2-32 16,-1 1 0-16,1 0 0 0,-1 0-240 0,-1 0-48 0,0 0-16 0,-1 1 0 15,-1-1-368-15,-1 1-80 0,-1 1-16 0,-1 0 0 16,-1-1-304-16,-1 1-64 15,1-1-16-15,-3-1 0 0,0 3-160 0,0-2-128 0,-1 1 144 0,-2 0-144 16,0 1-160-16,-1 0-128 0,-1 0-32 0,-1 1 0 31,-1 0-1856-31,-2 1-384 0</inkml:trace>
  <inkml:trace contextRef="#ctx0" brushRef="#br0" timeOffset="9776.14">15459 10569 2751 0,'-6'0'128'0,"2"0"16"0,0 0-144 0,1-2 0 0,2 2 0 0,-1 0 0 0,0 0 1280 15,-1 0 208-15,-2 0 48 0,-1 2 16 0,-1-2 112 0,1 0 32 32,1 0 0-32,1 2 0 0,2-2-112 0,-1 3-32 0,2-1 0 0,-1 3 0 0,2 2-384 0,-1 0-80 31,1 5 0-31,0 0-16 0,0 4-336 0,0 1-64 16,0 0-16-16,1 4 0 0,-1-4-208 0,-1 4-32 0,0-2-16 0,0 1 0 0,0-2-128 0,0 1-16 15,0-3-16-15,0-5 0 16,1-3-240-16,-1 1 0 0,1 1 0 0,1 0 0 0,-1-3 0 0,2 0 0 15,-1-3 0-15,1-3 0 0,-1 1-192 0,1-2 0 0,1-3 16 0,0-1 0 32,0-1-1808-32,0-2-352 0,0 0-80 0,-1-2-16 15,-1 1-384-15,-1 2-64 0,-2-2-32 0,-1 1 0 16,-1 1 1744 0,0 0 336-16,-1-1 80 0,0 2 16 0,-1 0 1024 0,0-1 208 0,-1 3 32 0,1-2 16 0,-1 3 992 0,0-2 192 0,0 1 32 0,2 3 16 15,-1-2-208-15,0 1-32 0,2 1-16 0,0 1 0 16,1 1-80-16,2 0-16 15,0-1 0-15,1 1 0 0,1 0-112 0,2-2-32 0,1 0 0 0,1 1 0 16,-1-1 48-16,2 0 0 0,1-1 0 0,1-1 0 0,1-1-464 0,1 1-96 16,0 0 0-16,1 1-16 0,-11 1-368 0,0 0-64 15,35-4 0-15,-35 4-16 0,0 0-304 0,33-2 0 32,-33 2 0-32,0 0 0 0,32-1 0 0,-32 1 0 15,0 0-192-15,0 0-16640 16</inkml:trace>
  <inkml:trace contextRef="#ctx0" brushRef="#br0" timeOffset="10512.6">15733 10700 4607 0,'2'-3'400'0,"0"0"-400"0,0 0 0 0,0 2 0 16,-1-1 2432-16,-1 0 384 0,0 2 96 0,1-1 16 15,0-2 240-15,0 1 48 0,0-2 16 0,-1 1 0 16,-1 1-1488-16,-1 0-288 0,0 2-64 0,-1 0-16 15,1 2-416-15,0 1-96 0,-1 1-16 0,-1-1 0 16,0 4-416-16,1-1-96 0,-1 2-16 0,0 1 0 16,1 1-192-16,-1 2-128 0,0 1 160 0,2-1-160 15,0 0 128-15,1 0-128 0,2-1 0 0,0-2 0 16,1-2 176-16,1 0-176 0,2-3 192 0,-1 1-192 16,3-3 304-16,0-1-48 0,1-2-16 0,1-1 0 15,1-3 64-15,1-2 16 0,0 0 0 0,1-5 0 0,0 2-64 16,0-1-16-16,0-1 0 0,-3 0 0 0,-2-2-240 15,-1 3 0-15,-2 1 0 0,-4 0 0 16,-1 3 0-16,-4 0 0 0,-1 2 0 0,-4 0 0 0,-1 3 0 0,-2 0 0 16,-1 0 0-16,-2 4 0 0,-1 0 0 0,-1 0 0 15,1 3 0-15,-1 1 0 0,1 2 0 0,2-1 0 16,1 3 0-16,1-2 0 0,2 3 0 0,1-4 128 16,3 3-128-16,1-3 0 0,3 1 128 0,1-2 0 15,-1-3-128-15,3 1 192 0,2-2-192 0,1 0 176 16,2-1-176-16,2-2 160 0,0-1-160 0,2 0 0 15,1 0 0-15,1-3 128 0,1 0-128 0,0 0 0 16,0 1 0-16,1 0 0 0,1-2 0 0,1 1 0 0,-1-1 0 0,1 1 0 16,1 1 0-16,1-1 0 0,-2 1 0 0,-15 4 0 15,31-4 0-15,-31 4 0 0,29-2 0 16,-29 2 0-16,0 0 0 0,41 0 0 0,-41 0 0 0,0 0 128 16,33 2-128-16,-33-2 160 0,0 0-160 0,0 0 160 15,38 0-160-15,-30 0 0 0,1 0 144 0,-2 0-144 16,1 0 0-16,-1 0 0 0,0 1 0 15,1-1 128-15,-2 1-128 0,0 1 0 0,-1 1 0 0,0 0 0 16,0 1 0-16,-2 1 0 0,1 0 0 0,-1 1 0 16,0 2 0-16,-1-1 0 0,-1 0 0 0,0 1 0 15,0-2 0-15,0 2 0 0,-1-1 0 0,1 2 0 0,-1-2 0 16,0-1 0-16,-1 2 0 0,1-3 0 0,-1 0 0 0,1-2 0 16,-1 1 0-16,1-3 128 0,0 0-128 0,1-1 0 15,-1 0 0-15,0-1 0 0,1 0 0 0,0-3 0 16,0 1 0-16,1-2 0 0,1 0 0 0,-1-2 0 15,2 0 0-15,-1 0 0 0,0-2 0 0,0 0 0 16,0 1 0-16,1-4 0 0,0 0 0 0,0 1 0 16,1-1 0-16,1-1 0 0,1 2 0 0,-1 1 0 15,3 1 0-15,-1-1 0 0,0 4 0 0,2 0 0 16,-1 2 0-16,0-1 0 0,1 0 0 0,1 3 0 0,0 0 0 16,0-1 0-1,-11 3-688-15,0 0-48 0,36-4-16 0,-36 4 0 16,0 0-1920-16,39-3-384 0,-39 3-80 0,28-2-10784 0</inkml:trace>
  <inkml:trace contextRef="#ctx0" brushRef="#br0" timeOffset="11130.2">16735 10566 5279 0,'3'0'0'0,"0"-2"0"0,-1 2 0 0,-2 0 0 15,1 0 0-15,-1 0 0 16,2-1 0-16,1 0 0 0,2-1 0 15,-2-1 0-15,1 0 0 0,-1 0 0 0,-1 0 0 0,0 0 0 0,-1 1 0 0,-1-3 0 16,1 1 0-16,-1-1 0 0,0 1 0 0,0-1 0 16,1 0 0-16,-1 2 0 0,0-1 0 0,0 1 0 15,-1 0 0-15,0 1 0 0,1 0 0 0,-1 0 0 16,-1 0 0-16,1 1 0 16,0 1 0-16,0-2 0 0,0 1 0 0,0 1 0 0,0 0 2560 0,0 0 448 15,2 0 96-15,-1 1 16 0,2-1-672 0,-1 2-128 0,2-2-16 0,0 1-16 16,2-1-464-16,0 2-96 0,1-2 0 0,1 2-16 15,0-2-528-15,2 0-96 0,-9 0-32 0,0 0 0 16,0 0-448-16,37 4-96 16,-37-4 0-16,0 0-16 0,35 1-192 0,-35-1-48 0,0 0 0 0,43-1 0 15,-43 1-256-15,30-2 0 0,-30 2 128 0,30-2-128 16,-30 2 0-16,29-2 0 0,-16-1 0 0,-1 0 0 16,0 1 0-16,-1 0 0 0,-2 0 0 0,-1-1-144 15,-1-2-48-15,-2 3-16 0,0 1 0 0,-1 0 0 16,-2 1-1088-16,-1 0-224 0,-1 0-32 0,-1 0-16 15,0 0-720-15,-2 0-144 0,-1 2-16 0,0 0-16 32,-1-1-544-32,0 1-96 0,2 0-32 0,-2-2 0 0,2 1 576 0,0-1 128 0,1 0 0 0,0 0 16 0,0 0 2016 15,0-1 400-15,1 1 0 0,-1 0 144 0,1 0 896 0,-1 0 176 16,2-2 48 0,-2 2 0-16,0 2 656 0,0-2 144 0,-1 1 32 15,0 1 0-15,1 1-48 0,-1 0 0 0,-1 1 0 0,0 2 0 0,-1 1-512 0,-1 1-96 16,0 3-32-16,-2 0 0 0,1 0-496 0,0 3-96 31,-1-2-32-31,1 2 0 0,-2 0-416 0,1 0-96 0,1 1-16 0,-2 1 0 0,3-3-32 0,-2 0-16 0,2-1 0 0,-1 0 0 16,3-3-208-16,-1 1 0 0,0-2 0 0,2 0 0 15,0-2 0 1,1-2 0-16,-1 1-160 0,1 0 160 16,0-2-1552-16,0 0-240 0</inkml:trace>
  <inkml:trace contextRef="#ctx0" brushRef="#br0" timeOffset="11367.66">16849 10578 3679 0,'-3'-7'160'0,"2"2"32"0,0 1-192 16,0 0 0-16,1 3 0 0,0 1 0 0,0 0 1552 0,0 0 272 16,0-3 48-16,0 1 16 0,0 0 752 0,1 0 160 15,1 2 16-15,0 0 16 0,3 2-848 0,0 2-160 16,-5-4-32-16,0 0-16 0,0 0-768 0,29 36-160 15,-29-36-16-15,0 0-16 0,34 50-256 0,-34-50-48 16,25 38-16-16,-25-38 0 0,25 36-16 0,-25-36 0 16,26 32 0-16,-26-32 0 0,0 0-240 0,37 46-48 15,-37-46-16-15,0 0 0 0,29 33-176 0,-29-33 0 16,0 0 0-16,0 0-176 16,0 0-944-16,39 23-192 0,-33-22-32 0,-1-1-7888 0,-3 0-1584 15</inkml:trace>
  <inkml:trace contextRef="#ctx0" brushRef="#br0" timeOffset="11604.38">16737 10884 7359 0,'-6'0'320'16,"4"0"80"-16,0 2-400 0,1-2 0 0,1 0 0 0,1 0 0 15,0 0 2112-15,1 0 320 0,1 1 80 0,3 1 16 0,1 0 256 16,-7-2 48-16,0 0 16 0,0 0 0 0,52 17-800 0,-52-17-176 15,0 0-16-15,53 12-16 0,-53-12-720 0,38 7-144 16,-38-7-16-16,39 7-16 0,-39-7-544 0,38 2-96 16,-38-2-32-16,45-2 0 0,-45 2-272 0,43-4 0 15,-24 1 0-15,-3 0 0 16,1 0-352-16,-3 0-80 0,-2 0-16 0,0 0-15840 0</inkml:trace>
  <inkml:trace contextRef="#ctx0" brushRef="#br0" timeOffset="12270.22">17388 10773 3679 0,'-1'2'320'0,"0"-2"-320"16,0 0 0-16,0 0 0 0,1 0 1456 0,-1 0 208 15,1 0 64-15,-2 0 0 0,0 0 768 0,0-2 144 16,-1-1 48-16,2 1 0 0,0-3-496 0,0 0-80 0,1 1-32 0,1-4 0 15,0 2-592-15,2-2-112 0,0 0-32 0,1 0 0 16,0-2-512-16,2 1-128 0,1-3 0 0,1 3-16 16,0-3-304-16,1 2-48 15,0 1-16-15,1 0 0 0,-1 1-144 0,1 4-48 0,-1-2 0 0,2 2 0 0,-2-1 32 0,0 3 0 16,0-1 0-16,0 3 0 16,-9 0-160-16,0 0 0 0,0 0 144 0,0 0-144 0,40 26 0 0,-40-26 0 31,0 0 0-31,0 0 0 0,30 44 0 0,-30-44 0 0,0 0 0 0,0 0 0 0,31 40 0 0,-31-40 0 15,0 0 0-15,0 0 0 0,43 26 0 0,-43-26 0 16,0 0 0-16,39 2 0 16,-39-2 0-16,27-7 0 0,-12 2 0 0,0-2-128 0,0-2 128 0,-1-1-128 15,0-2 128-15,-1 0-128 16,0 0-800-16,-1-2-160 0,1 2-16 0,-2 0-16 16,0 0-800-16,0 1-176 0,-1 1-16 0,0 1-10112 0</inkml:trace>
  <inkml:trace contextRef="#ctx0" brushRef="#br0" timeOffset="12491.48">18006 10488 5583 0,'1'-4'0'0,"-1"2"224"0,1 1-64 0,-1-1 32 0,0 2-192 0,0 0 0 31,0 0 0-31,0 2 0 0,0-1 2352 0,0 1 432 16,-1 2 96-16,0 2 0 0,-1 2-768 0,0 2-176 15,0 3-16-15,1 2-16 0,-1 0-832 0,1 4-176 16,0-1-16-16,0 2-16 0,0 1-352 0,0 0-80 16,0-2-16-16,0 0 0 0,0 0-96 0,1-2-32 15,0-3 0-15,0-14 0 0,2 28-288 0,-2-28 0 16,2 26 0-16,-2-26 0 16,0 0-272-16,2 34-112 0,-1-24-32 0,-1-2-7776 15,0 0-1568-15</inkml:trace>
  <inkml:trace contextRef="#ctx0" brushRef="#br0" timeOffset="13013.46">18001 10540 7359 0,'-1'0'320'0,"1"0"80"0,0-2-400 0,0 2 0 0,1 0 0 0,0-1 0 16,0 0 1600-16,1-2 224 0,1 1 48 0,1-3 16 15,4-1-16-15,0-2 0 0,2 1 0 0,1 0 0 0,1-1-336 0,0 4-64 16,1-1 0-16,-1 1-16 0,-12 4-208 0,0 0-32 16,0 0-16-16,42 13 0 0,-42-13-656 15,0 0-128-15,0 0-32 0,15 39 0 0,-16-27-384 0,-3 1 0 16,-1-1 0-16,-3 0 0 16,-1-1-384-16,0 0-64 0,0-4-16 0,-2 2 0 0,1-1 128 0,-1-4 16 15,1 3 16-15,0-4 0 0,0-1 112 0,1 0 32 16,0-1 0-16,0-1 0 0,2-1 160 0,1-1-192 15,1 1 192-15,0-2-192 0,3 0 192 0,0 0 0 16,1 0 0-16,2 0 128 0,1 0-128 0,0 0 176 16,2 1-176-16,1 0 192 0,0 2 160 0,1 0 32 0,1 1 16 0,-7-1 0 15,0 0-112-15,0 0-32 0,40 12 0 0,-40-12 0 16,0 0-256-16,40 15 0 0,-40-15 0 0,0 0 0 16,46 24 0-16,-46-24 0 0,0 0 0 0,49 22 0 15,-49-22 0-15,0 0 0 16,42 18 0-16,-42-18 0 0,0 0 0 0,0 0 0 15,0 0-128-15,0 0 128 0,0 0 0 0,0 0 0 0,19 36 0 0,-29-29 0 16,-2-1 0-16,-3 0 0 0,-3 1 0 0,-1 0 0 16,-2-1 0-16,1 0 0 0,2-1 144 0,1 0-144 0,-2 0 240 15,0 1-48-15,4-1-16 0,0 0 0 0,4-1-176 16,1 1 160-16,3-2-160 0,1-1 160 0,4 0-160 0,2-2-176 16,2 0 48-16,1-2-9264 15,4-2-1840-15</inkml:trace>
  <inkml:trace contextRef="#ctx0" brushRef="#br0" timeOffset="13267.8">18495 10584 10127 0,'2'-6'448'0,"-1"2"96"0,-1 1-544 0,-1-1 0 0,-1 3 0 0,1 1 0 15,-2 0 1536-15,-1-2 208 16,-2 2 48-16,-4-1 0 0,0 1 256 0,-3 0 64 0,0 3 16 0,0 2 0 15,1 0-464-15,0 2-112 0,0 2-16 0,2 3 0 16,0 0-336-16,1 3-80 16,1 4-16-16,1-3 0 0,2 3-272 0,1 0-64 0,3-2-16 0,1 0 0 15,1-1-352-15,-1-16-64 16,0 0-16-16,17 40 0 0,-17-40-112 0,0 0-16 0,0 0-16 0,34 33 0 16,-34-33-176-16,0 0 0 0,38 12 0 0,-38-12 0 15,29 0-208-15,-29 0-128 0,30-7-32 0,-13 2-10768 16,1-3-2144-16</inkml:trace>
  <inkml:trace contextRef="#ctx0" brushRef="#br0" timeOffset="13647.46">18632 10574 10127 0,'-3'0'896'0,"2"2"-704"16,0-2-192-16,1 2 0 0,1-1 1856 0,-1 1 352 15,0 0 64-15,0 3 16 16,1-1-176-16,1 1-16 0,-2-5-16 0,0 0 0 0,0 0-528 0,0 0-96 0,40 18-32 0,-40-18 0 15,0 0-464-15,42 0-80 0,-42 0-32 0,30-3 0 16,-30 3-336-16,28-3-80 16,-28 3-16-16,0 0 0 0,38 3-416 0,-38-3 0 0,0 0 0 0,0 0 0 31,0 0 0-31,0 0 0 0,32 27 128 0,-34-19-128 0,-2-1 0 0,-4 1 0 0,-1 3 144 0,-2-2-144 16,0 1 0-16,-1 0 144 0,-2 0-144 0,-1 1 0 15,-2 1 128-15,1-2-128 0,0 1 0 0,2-1 0 16,1-1 0-16,3-2 0 0,2 1 128 0,2-2-128 15,2-1 160-15,2-2-32 16,1-1 0-16,2 0 0 0,2-2-128 16,1 0 192-16,2-2-192 0,3 2 192 0,0-5-48 0,2 0 0 15,3 1 0-15,-1-1 0 0,-1 0-144 0,0 1 160 16,3-1-160-16,1 0 160 0,0 0-288 0,2 0-64 16,0 1-16-16,-2-1 0 15,2 0-688-15,-2 1-144 0,0-1-32 0,0 0 0 16,0 0-832-16,-1 0-160 0,-1-1-48 0,0-1 0 15,-1 0-736-15,0-1-160 0</inkml:trace>
  <inkml:trace contextRef="#ctx0" brushRef="#br0" timeOffset="14309.96">19090 10597 9215 0,'2'-7'400'0,"-2"5"96"0,0 0-496 0,0 2 0 0,0 0 0 0,-1 0 0 16,0 0 1968-16,-1-2 288 0,-2 4 64 0,0-2 16 16,-2 3 512-16,1 1 96 0,-1 3 32 0,0 0 0 15,2 1-1248-15,-3 3-256 0,3 2-64 0,-1 1 0 16,2 1-640-16,0 2-128 0,2-3-16 0,0 1-16 15,1-15-240-15,2 26-48 0,-2-26-16 0,0 0 0 16,15 35-176-16,-15-35-128 0,0 0 144 0,0 0-144 16,0 0 0-16,42 19 0 0,-32-20 0 0,0-2 0 0,2-2 128 15,0-2-128-15,1-3 176 0,1 0-176 16,-2-2 176-16,1 1-176 0,-2-1 160 0,-3 0-160 0,-1 0 0 0,-2-1-192 16,-2 1 16-16,-3 0 0 0,-2 2 176 0,-2 0-128 15,-2 1 128-15,-3 0-128 0,0 1 128 0,-3 1 0 16,-1 2 0-16,-1 1 0 0,0 1 0 0,-1 1 0 15,1 2 0-15,-1 0 0 0,1 3 0 0,1 0 144 16,2 3-16-16,1-1-128 0,1 1 192 0,2 2-64 16,1-3 0-16,3 2-128 0,0-3 128 0,1 2-128 15,2 0 0-15,2-1 0 0,1-2 0 0,-3-3 0 16,0 0 0-16,0 0 0 0,0 0 0 0,43 9 0 0,-43-9 0 16,28-3 0-16,-28 3 0 0,31-2 0 0,-31 2 0 0,37-6 0 15,-37 6 0-15,41-6 0 0,-41 6 0 0,44-7 0 16,-44 7 0-16,41-7 0 0,-24 3 0 0,-1 1 0 15,-16 3 160-15,25-6-160 0,-16 3 128 0,-2 0-128 16,-1 1 192-16,-4 1-32 0,0 1-16 0,-2 0 0 16,0 0 0-16,-2 3 0 0,0 0 0 0,-2 1 0 15,0 1 96-15,0 4 16 0,0 1 0 0,0-1 0 16,0 3-64-16,1 1-16 0,0 0 0 0,1 0 0 16,0-1-176-16,2-12 0 0,0 22 0 0,0-22 0 15,0 0 0-15,0 0 0 0,0 0 0 0,0 0 0 16,29 30 0-16,-29-30 0 0,0 0 0 0,30-6 0 15,-19 2 0-15,2-4 0 0,0-1 128 0,1 0-128 0,0-2 0 0,-1 0 0 16,0-1 144-16,-1 1-144 0,-1 1 0 0,-3-2 0 16,0 1 0-16,-3 1 128 0,-1-2-128 0,-2 2 0 15,-4 1 0-15,-2 0 0 0,-1 1 0 0,-2 1 0 16,-3 0 0-16,-3 1 0 0,-1 0 0 0,-1 4 0 16,0-2 0-16,-1 3 128 0,2 1-128 0,0 1 0 15,2 1 0-15,0 0 0 0,1 3 0 16,2 0 0-16,3-2 0 0,-1 1 0 0,2 0-256 0,2 1 0 15,0-2-16-15,1 2 0 16,2-1-1776-16,2 0-336 0</inkml:trace>
  <inkml:trace contextRef="#ctx0" brushRef="#br0" timeOffset="14535.66">19670 10732 3615 0,'0'0'0'0,"0"0"144"0,0 0-144 16,0 0 208-16,0 0-208 0,0 0 0 0,0 0 0 0,0 0 0 15,38 12 2576-15,-38-12 480 16,0 0 80-16,0 0 32 0,20 37 0 0,-20-37 0 0,-2 25 0 0,-3-13 0 0,-1 2-1152 0,-2-1-224 16,-2 0-64-16,0-1 0 0,0 0-832 0,0-2-192 15,0-1-16-15,-2 0-10768 16,2-3-2144-16</inkml:trace>
  <inkml:trace contextRef="#ctx0" brushRef="#br0" timeOffset="15288.51">20133 10524 11967 0,'0'-4'1072'0,"1"3"-864"0,-1-1-208 0,0 4 0 15,0-2 1536-15,0 0 272 0,-1 0 48 0,0 0 16 31,0 3 272-31,-1-1 48 0,-2 2 16 0,0 4 0 16,0 2-768-16,-1 1-160 0,0 3-16 0,0 1-16 0,0 1-624 0,1 1-128 0,1 2-32 0,0-1 0 0,1-1-192 0,1-2-32 31,1-15-16-31,0 0 0 0,7 32-32 0,-7-32 0 0,0 0 0 0,0 0 0 0,0 0 0 0,0 0 0 32,44 9 0-32,-32-15 0 0,-1 0 208 0,1-2 48 15,3-4 0-15,2-4 0 0,0 1-272 0,-3 1-48 16,-2-2-128-16,-2 1 192 0,-2 1-432 0,-3 0-80 15,-2 2-32-15,-2 0 0 0,-2 3 192 0,-2-1 160 16,-3 0-208-16,-4 3 80 0,-2 0 128 0,-2 3-160 16,-2-1 160-16,-1 3-160 0,0 1 16 0,0 2 0 15,3 1 0-15,1 0 0 0,2 1 144 0,2 1 224 16,1 1-48-16,3 0-16 0,0-1-160 0,3 1 0 0,1 0 0 0,1 0 0 31,1 2-640-31,-1-7-96 0,0 0-32 0,0 0-14048 0</inkml:trace>
  <inkml:trace contextRef="#ctx0" brushRef="#br0" timeOffset="15446.76">20391 10681 30399 0,'0'2'1344'0,"1"0"288"16,2-2-1312-16,-1 0-320 0,-1 0 0 0,-1 0 0 16,1 0 1408-16,1 1 224 0,1 1 32 0,-3-2 16 0,0 0-912 0,0 0-176 15,0 0-32-15,0 0-16 0,0 0-272 0,29 35-48 16,-29-35-16-16,0 0 0 0,0 0-208 0,0 0 0 15,27 31 0-15,-27-31 0 16,0 0-1536-16,0 0-256 0</inkml:trace>
  <inkml:trace contextRef="#ctx0" brushRef="#br0" timeOffset="15651.61">20651 10538 13823 0,'2'-2'608'0,"0"2"128"0,0 0-592 0,-1 0-144 0,0 0 0 0,-1 0 0 16,2 2 2128-16,-1 0 400 0,0 3 80 0,-1-5 16 15,0 0-240-15,3 31-32 0,-3-31-16 0,2 31 0 16,-2-31-1136-16,2 33-240 0,-2-33-32 0,1 36-16 16,-1-36-416-16,3 30-96 0,-3-30-16 0,0 0 0 15,9 40-384-15,-9-40 0 0,0 0 128 0,0 0-128 16,20 36-880-16,-20-36-208 0</inkml:trace>
  <inkml:trace contextRef="#ctx0" brushRef="#br0" timeOffset="15967.81">20923 10467 15663 0,'1'0'688'0,"0"-2"144"0,0 2-656 0,0-1-176 15,0 1 0-15,-1 0 0 0,1 0 1808 0,0 0 336 16,2 1 64-16,0 1 16 0,2-2 144 0,1 2 48 0,-6-2 0 0,0 0 0 16,0 0-736-16,0 0-144 15,37 24-16-15,-37-24-16 0,0 0-720 0,0 0-144 16,39 35-16-16,-39-35-16 0,0 0-288 0,30 34-64 15,-30-34-16-15,0 0 0 0,28 42-96 0,-28-42-16 0,12 35 0 0,-12-35 0 16,1 39-128-16,-5-20 0 0,-3 1 0 0,-3 0 128 16,-2-1-128-16,1-5 0 0,2-2 0 0,-3 0 0 15,-4 2-224-15,-1 0-32 0,-2-2 0 0,2-2-17856 16</inkml:trace>
  <inkml:trace contextRef="#ctx0" brushRef="#br0" timeOffset="18610.99">15972 11420 1839 0,'-1'-4'160'0,"1"1"-160"0,0-2 0 0,0 3 0 16,0 2 736-16,0-2 112 0,1 0 32 0,0-1 0 0,0 0 1056 0,1-1 224 16,-1-1 32-16,1 0 16 0,-1 3 48 0,0 0 16 15,0 0 0-15,0 2 0 0,-1 2-624 0,0 0-128 16,0 0-32-16,-1 3 0 0,1 2-464 0,-1 0-112 16,2 0-16-16,-1 3 0 0,0 0-224 0,1 1-48 15,0 4-16-15,1 2 0 0,0 1-144 0,0 1-16 16,-1 2-16-16,1 3 0 0,0-1-96 0,-1 1-16 15,-1 2 0-15,0-3 0 0,1-1-128 0,0 0-48 16,0-1 0-16,0-1 0 0,0-2-144 0,1-2 0 0,-1-4 0 0,1 0 0 16,0-4 0-16,1-2-176 0,-2-3 176 0,1-3-192 31,0-2-1216-31,-1-1-240 0</inkml:trace>
  <inkml:trace contextRef="#ctx0" brushRef="#br0" timeOffset="18922.4">15976 11419 2751 0,'-3'-9'256'0,"1"3"-256"15,1-1 0-15,1 4 0 0,0 3 1344 0,0-2 208 0,-1 2 48 0,1-3 16 0,0-1 1056 0,0 0 208 16,1-2 32-16,1-1 16 0,1 2-848 16,0 0-160-16,3 2-48 0,0-1 0 15,1-1-544-15,1 2-112 0,4-3-32 0,1 1 0 0,2 1-272 0,-15 4-48 16,32-8-16-16,-32 8 0 0,34-2-272 0,-34 2-64 15,0 0-16-15,57 14 0 0,-57-14-240 0,0 0-32 16,48 31-16-16,-48-31 0 0,0 0-208 0,27 47 0 16,-27-47 128-16,3 35-128 0,-7-17 0 0,-5 1 0 15,-1-3 0-15,-2 1 0 0,-1 0 0 0,-3-3 0 16,-1 2 0-16,-1-2-160 0,1-4 160 0,0 2-128 0,-1-5 128 16,0 0-128-16,-2-2 128 0,1-3 0 0,1 1 0 0,2-6 0 15,2 1-176-15,2-3 176 0,2-1-208 0,3-1 80 31,1-1-1040-31,3-1-208 0,1 0-32 0,3 0-12688 0</inkml:trace>
  <inkml:trace contextRef="#ctx0" brushRef="#br0" timeOffset="19473.63">16670 11335 3679 0,'4'-5'320'0,"-2"3"-320"0,1-3 0 0,-2 2 0 15,0 1 1296-15,-1 1 192 0,1 0 48 0,0-3 0 16,1 0 656-16,-1-2 144 0,0 1 32 0,-1 0 0 16,-1 1-384-16,0 3-80 15,-2-1-16-15,0 2 0 0,-2 3-480 0,-1 0-80 0,0 3-32 0,-2-1 0 16,0 4-656-16,-1-2-144 0,1 5-32 0,-3-2 0 16,1 4-176-16,1 1-32 0,-1 3-16 0,1-1 0 0,1 1-64 0,1 2-16 15,-1 1 0-15,3-1 0 0,-1 1 48 0,1 0 16 31,3 1 0-31,0-2 0 0,2-1 64 0,2 0 16 0,-2-19 0 0,10 29 0 0,-10-29-160 0,0 0-16 16,27 32-128-16,-27-32 192 0,0 0-192 0,0 0 0 31,49 17 0-31,-49-17-160 0,0 0-192 0,40 0-32 0,-40 0-16 0,23-5-14496 0</inkml:trace>
  <inkml:trace contextRef="#ctx0" brushRef="#br0" timeOffset="25404.85">16793 11404 9215 0,'-1'-2'816'0,"1"1"-656"0,0 1-160 0,1 0 0 16,0 0 1712-16,0 0 304 0,0 0 64 0,2 0 16 0,-3 0 176 0,0 0 32 15,0 0 16-15,0 0 0 0,0 0-592 0,40 18-112 16,-40-18-16-16,0 0-16 0,0 0-624 0,46 11-128 15,-46-11-32-15,34 0 0 0,-34 0-96 0,42-5 0 16,-16 0-16-16,1 0 0 0,3-2-112 0,-1 1-32 16,-1 0 0-16,-2 2 0 0,0-1-272 0,-26 5-48 15,46-5-16-15,-46 5 0 0,30-1-208 0,-30 1 0 16,0 0 0-16,0 0 0 0,0 0 0 16,0 0 0-16,0 0 0 0,0 0 0 15,0 0-1632-15,-3 26-224 0,-7-22-32 0,-2 0-13408 0</inkml:trace>
  <inkml:trace contextRef="#ctx0" brushRef="#br0" timeOffset="25593.8">17117 11444 9215 0,'0'2'816'0,"0"0"-656"0,0-2-160 0,0 1 0 15,0 1 1616-15,0 0 304 0,0 1 48 0,-1 1 16 16,1-4 576-16,-2 14 112 0,2-14 16 0,-6 17 16 16,2-10-928-16,1 1-192 0,-1-1-48 0,-2 2 0 15,2-2-704-15,-2 2-128 0,0 0-48 0,-2 0 0 16,0 3-384-16,-2 1-80 0,-1 2 0 0,-2 1-16 15,0 1-176-15,0 3 0 0,1 0 0 0,-1 1 0 16,0-2 0-16,1 0 0 16,1 1 0-16,1-2 0 0,2-4 0 0,1-2 0 0,2-2 0 0,0-3 0 15,2-2-1008-15,2-5-80 0</inkml:trace>
  <inkml:trace contextRef="#ctx0" brushRef="#br0" timeOffset="25813.94">16891 11524 20271 0,'-3'-6'1792'0,"1"1"-1424"0,2 2-368 0,0 3 0 0,1-1 1728 0,-1 0 256 16,0-3 64-16,0-2 16 0,0 0 112 0,1 0 0 15,2 3 16-15,-3 3 0 0,0 0-1008 0,0 0-208 16,0 0-32-16,40 35-16 0,-40-35-496 0,26 42-112 16,-26-42 0-16,29 54-16 0,-29-54-304 0,28 56 160 0,-28-56-160 0,30 57 128 15,-30-57-128-15,27 49 0 0,-27-49 0 0,26 40 0 16,-26-40 0-16,0 0 0 0,31 38-128 0,-31-38 128 31,0 0-960-31,0 0-128 0</inkml:trace>
  <inkml:trace contextRef="#ctx0" brushRef="#br0" timeOffset="26049.15">16846 11866 15663 0,'-5'2'688'0,"2"0"144"0,1-2-656 15,0 1-176-15,1-1 0 0,1 2 0 0,-1-2 1776 0,0 2 320 16,1-2 64-16,1 3 16 0,-1-3 144 0,0 0 48 16,0 0 0-16,0 0 0 0,0 0-512 15,47 5-112-15,-47-5-16 0,34 2 0 0,-34-2-832 0,44 2-192 16,-44-2-16-16,51 1-16 0,-51-1-352 0,51 2-64 16,-51-2 0-16,47 0-16 0,-47 0-240 0,45-3 176 15,-45 3-176-15,43-5 160 0,-43 5-160 0,35-7 0 16,-35 7 0-16,33-7 0 0,-33 7-128 0,28-7-64 15,-28 7-16-15,24-9-18176 0</inkml:trace>
  <inkml:trace contextRef="#ctx0" brushRef="#br0" timeOffset="26286.96">17361 11572 7359 0,'-7'0'320'0,"2"0"80"16,1 0-400-16,2-2 0 0,1 2 0 0,1 0 0 0,0 0 1968 0,0 0 304 15,0 0 64-15,2-2 16 0,-2 2 384 0,0 0 80 0,0 0 0 0,0 0 16 0,39-3-336 0,-39 3-64 16,30 0 0-16,-30 0-16 0,35 0-1056 0,-35 0-208 31,35-1-32-31,-35 1-16 0,32-1-704 0,-32 1-144 16,0 0-16-16,40 1-16 0,-40-1-224 0,0 0 0 15,0 0 0-15,0 0 0 16,34 3-896-16,-34-3-128 0</inkml:trace>
  <inkml:trace contextRef="#ctx0" brushRef="#br0" timeOffset="26460.4">17381 11675 7359 0,'-1'1'656'0,"1"1"-528"0,0-2-128 0,1 1 0 16,0 1 1776-16,0-2 320 0,-1 0 64 0,0 0 16 15,0 0 800-15,0 0 160 0,38 12 48 0,-38-12 0 16,0 0-608-16,41-3-112 0,-41 3-32 0,29-4 0 16,-29 4-1344-16,30-5-256 0,-30 5-64 0,28-6-16 15,-28 6-752-15,0 0-368 0,34-6 48 0,-34 6-16320 16</inkml:trace>
  <inkml:trace contextRef="#ctx0" brushRef="#br0" timeOffset="26839.48">17738 11530 14735 0,'2'-1'1312'15,"-2"-1"-1056"-15,2 0-256 0,-1 2 0 0,0 0 2064 0,1-1 368 16,-2 1 64-16,0 0 0 0,0 0-160 0,28-9-32 16,-28 9-16-16,0 0 0 0,36-5-1008 0,-36 5-192 15,0 0-32-15,36 2-16 0,-36-2-368 0,0 0-80 16,0 0-16-16,41 10 0 0,-41-10-336 0,0 0-80 15,0 0-16-15,0 0 0 0,0 0-144 0,0 0 0 0,22 33 0 0,-25-26 0 16,-1 1 0-16,-2-2 0 0,-1 3 0 0,-1-1 0 16,-1-1-192-16,0 1 192 0,0 1-160 0,-2 0 160 15,2 1-144-15,0-1 144 0,1-2-128 0,1 3 128 16,1-3 0-16,1 2 0 16,2-1 0-16,3-8 0 0,0 0 0 0,0 0 0 0,0 0 0 0,0 0 128 15,0 0-128-15,27 30 144 0,-27-30-144 0,0 0 160 16,31-4 0-16,-31 4 0 0,23-10 0 0,-10 3 0 15,2 0-160-15,-1-2 0 0,1 1 0 16,0-1 0-16,0 0-896 0,0 1-144 0,0-1-48 0,0-1-15024 16</inkml:trace>
  <inkml:trace contextRef="#ctx0" brushRef="#br0" timeOffset="27138.26">18123 11501 8351 0,'0'-7'176'0,"0"2"32"0,0 0 16 0,1 1 32 0,-1 3-256 0,0-1 0 0,0 2 0 0,1-3 0 0,0-1 2976 0,1 0 544 15,-1 1 128-15,0 1 0 0,-1 2-1280 0,-1 4-256 16,-1 1-48-16,2-5-16 0,-4 16-832 0,1-6-192 16,-1 2-16-16,-1 0-16 0,1 2-480 0,0-1-80 15,0 0-32-15,2-1 0 0,2-12-48 0,-2 21-16 0,2-21 0 16,0 0 0-16,4 26-48 0,-4-26-16 0,0 0 0 0,0 0 0 16,0 0 128-16,32 26 32 0,-32-26 0 0,0 0 0 15,0 0-80-15,35 17-16 0,-35-17 0 0,0 0 0 16,0 0-192-16,42 24-144 15,-42-24 192-15,0 0-192 0,0 0 0 0,24 30 0 0,-24-30 0 0,0 0 0 16,0 0 0-16,3 29 0 16,-3-29 0-16,-6 12 0 0,2-5 128 0,-3-3-128 0,1 2 0 0,-2 0 0 15,0-1 0-15,-2-2 0 0,-1 0 0 16,0-2 0-16,-1 1 0 0,-1 1 0 0,-1-3 0 16,-1 0 0-16,-1 0 0 0,-1 0-176 0,0 0 176 0,1 0-11648 15,1 0-2224-15</inkml:trace>
  <inkml:trace contextRef="#ctx0" brushRef="#br0" timeOffset="27356.25">18035 11482 17503 0,'0'0'768'0,"0"0"176"0,0 0-752 0,0 0-192 16,0 0 0-16,0 0 0 0,31-3 2080 0,-31 3 384 15,0 0 80-15,37 0 16 16,-37 0-752-16,45-4-144 0,-45 4-16 0,44-5-16 0,-44 5-544 0,41-10-96 0,-41 10-32 0,35-12 0 31,-35 12-464-31,32-9-112 0,-32 9 0 0,24-6-16 0,-24 6-368 0,0 0 0 0,0 0 0 0,0 0 0 31,30 1-1264-31,-30-1-208 0</inkml:trace>
  <inkml:trace contextRef="#ctx0" brushRef="#br0" timeOffset="27663.28">18444 11340 911 0,'2'-2'0'0,"-1"1"0"0,1 1 0 0,-1 0 0 0,0 0 2304 0,0 0 368 15,1 0 80-15,0 0 0 0,-2 0 656 0,0 0 128 16,0 0 32-16,0 0 0 15,0 0-1104-15,38 14-224 0,-38-14-32 0,0 0-16 16,0 0-464-16,32 22-80 0,-32-22-32 0,0 0 0 16,31 33-640-16,-31-33-128 0,21 28-16 0,-21-28-16 15,20 34-448-15,-20-34-96 0,19 33-16 0,-19-33 0 16,15 38-112-16,-15-38-16 0,11 42-128 0,-11-42 192 16,5 43-192-16,-5-43 128 0,-1 40-128 0,-3-18 0 15,-3-1 128-15,-3 0-128 0,-2 1 0 0,-4 2 0 16,-3 2 0-16,-5-3 0 0,-3-2 0 0,-3 1 0 15,1-3 0-15,-9 2 0 0</inkml:trace>
  <inkml:trace contextRef="#ctx0" brushRef="#br0" timeOffset="30787.61">18983 11614 4607 0,'-2'0'400'0,"1"0"-400"15,1 0 0-15,0 0 0 0,0-2 496 0,0 2 16 0,0 0 0 0,-1 0 0 0,1 0 864 0,0-1 176 16,1 0 48-16,-1 1 0 0,0-2 80 0,1 1 32 15,1-1 0-15,-1 0 0 0,1 1-256 0,-1-1-48 16,1 2-16-16,0-2 0 16,-1 0-272-16,2-1-48 15,0 1-16-15,1-1 0 0,0-1-336 0,2-1-64 0,0 0-16 0,-1-1 0 16,3 0-128-16,-1-1-48 0,1-1 0 16,2-1 0-16,-1 0-96 0,2 0-32 0,0-1 0 0,-2 1 0 0,1 4-16 0,-1-5 0 0,1 4 0 15,1-2 0-15,-1 2-80 0,-2 0-32 0,0 4 0 16,1 0 0-16,-9 2-80 0,0 0 0 0,0 0-128 15,0 0 192-15,0 0-64 0,41 21-128 0,-41-21 176 0,0 0-176 16,17 35 160-16,-17-35-160 16,0 0 128-16,17 41-128 15,-17-41 0-15,0 0 128 0,19 38-128 0,-19-38 0 0,0 0 0 0,0 0 0 0,0 0 0 16,43 29 0 0,-34-29 0-16,0-1 0 0,2-4 0 0,0-2 0 15,-1-1 224-15,1-2-32 0,0 0-16 0,-1-1 0 16,1 1-176-16,-3 0 160 0,1 0-160 0,-2 1 160 15,-2 2-912-15,0 2-176 0,-3 0-32 0,-2 3-14208 16</inkml:trace>
  <inkml:trace contextRef="#ctx0" brushRef="#br0" timeOffset="31164.56">19042 11726 7359 0,'-1'2'656'0,"1"0"-528"16,0 1-128-16,1-2 0 0,0 1 1168 0,-1 0 208 16,1 2 32-16,2 2 16 0,-3-6 704 0,0 0 144 0,0 0 32 0,0 0 0 15,31 35-176-15,-31-35-16 0,0 0-16 0,0 0 0 16,0 0-688-16,42-3-144 0,-33-1-32 0,0-4 0 16,1 0-272-16,1 0-64 0,1-5-16 0,1 0 0 15,-1-1-368-15,1 0-80 0,0-1-16 0,0 1 0 16,0 0-224-16,0 0-32 0,-1 1-16 0,-2 2 0 15,0 2-144-15,-1 3 128 0,-1 0-128 0,-3 3 128 16,1 3-128-16,-2 1 0 0,1 3 0 0,-1 0 0 16,-1 4 0-16,1 1 0 0,-4-9 0 0,0 0 0 15,14 36 128-15,-14-36-128 0,0 0 0 0,21 40 128 16,-21-40-128-16,0 0 0 0,29 35 0 0,-29-35 128 16,0 0-128-16,41 22 0 0,-41-22 0 0,0 0 0 0,46 3 0 0,-46-3 0 15,34-7 0-15,-17-1 0 16,2 1-1456-16,-1-2-160 0</inkml:trace>
  <inkml:trace contextRef="#ctx0" brushRef="#br0" timeOffset="107959.19">20091 11411 3679 0,'-2'-3'320'0,"0"1"-320"0,1 0 0 0,0 0 0 16,1 1 864-16,-1-1 96 0,-2-3 32 15,0-5 0-15,-3-1 544 0,1 1 128 0,0-2 0 0,1 3 16 16,1 0 144-16,1 4 32 0,-1 2 0 0,1-1 0 15,1 3-448-15,-1 1-64 0,0 3-32 0,0-1 0 16,1 3-464-16,-1 2-80 0,0 0-32 0,1 5 0 16,0 2-208-16,0 5-32 0,1 2-16 0,1 3 0 15,1 0-112-15,0 4-32 0,0 3 0 0,0-2 0 16,0-5-144-16,0 5-16 0,1 3-16 0,-1 0 0 16,0 0-160-16,-2-1 160 0,0-5-160 0,0-1 160 15,0-4-160-15,0-1 0 0,-1-3 0 0,1-3 0 16,-1-4 0-16,1 1 0 0,-1-3 0 0,1-4 0 15,0-1 0-15,0-1 0 0,0-1 0 0,0-2-176 16,0-1-2000-16,0-3-416 0</inkml:trace>
  <inkml:trace contextRef="#ctx0" brushRef="#br0" timeOffset="108247.98">19970 11381 1839 0,'-1'-6'160'0,"1"0"-160"16,0 3 0-16,0 1 0 0,-1 1 1120 0,1-1 192 0,0-4 32 0,-1-3 16 15,1 0 304-15,1 0 64 0,0-1 16 0,1 3 0 16,2 1 112-16,0 3 0 0,3 0 16 0,2 1 0 16,1 2-448-16,-10 0-80 0,0 0-32 0,45 9 0 15,-45-9-544-15,0 0-96 0,52 24-32 0,-52-24 0 16,0 0-416-16,54 38-96 0,-54-38 0 0,39 26-128 16,-39-26 144-16,37 26-144 0,-37-26 0 0,0 0 144 15,41 28-144-15,-41-28 0 0,0 0 0 0,0 0 0 16,30 34 0-16,-30-27 0 0,-1 0 0 0,-4 0 128 0,0 0-128 0,-4 3 128 15,-4-1-128-15,-1 0 128 0,-4 3 128 0,-2-1 32 16,0 0 0-16,0-2 0 0,0 1-288 0,1-3 128 16,0-2-128-16,3-1 0 0,0-1 0 0,2-5 0 15,2-1 0-15,2-2-8512 16,1 1-1728-16</inkml:trace>
  <inkml:trace contextRef="#ctx0" brushRef="#br0" timeOffset="114838.47">20784 11325 2751 0,'1'-2'256'0,"-1"0"-256"15,0 1 0-15,0 1 0 0,0 0 752 0,0-2 96 16,0 1 32-16,-1 0 0 0,0-4 384 0,-1 2 80 16,0 0 0-16,-1 0 16 0,0 1-128 0,-1-1-16 15,1 1-16-15,-2 1 0 0,0 1-80 0,1-2-16 0,-1 2 0 0,0 0 0 16,-1 0-208-16,0 2-32 0,-1 1-16 0,0-1 0 15,0 1-208-15,0 1-64 0,0 2 0 0,0 0 0 16,1 1 0-16,0 0 0 0,0 3 0 0,1-1 0 16,0 1-192-16,-1-1-64 0,2 3 0 0,0 0 0 15,0 1-16-15,1-1-16 0,1 1 0 0,-1-1 0 16,2 0 32-16,0 0 0 0,2-1 0 0,0 1 0 0,1 0-64 16,2 0-16-16,-1 0 0 0,-3-12 0 0,0 0-112 15,15 34 0-15,-15-34-128 0,0 0 192 0,18 35-192 0,-18-35 0 16,0 0 0-16,21 30 0 0,-21-30 0 0,0 0 0 15,0 0 0-15,28 32 0 16,-28-32-800-16,0 0-48 0,0 0-16 0,0 0 0 16,0 0-1696-16,0 0-352 0,43 20-64 0,-38-23-3424 15,1 0-672-15</inkml:trace>
  <inkml:trace contextRef="#ctx0" brushRef="#br0" timeOffset="118194.79">20955 11349 911 0,'-1'0'0'0,"0"0"0"15,0 0 0-15,0 0 0 0,1 0 704 0,0 0 48 0,0 0 16 0,0 0 0 16,-1 0 224-16,1 0 48 0,-1 0 16 0,0 0 0 16,1 0 96-16,0 0 0 0,0 0 16 15,0 0 0-15,0 0-48 0,0-2-16 16,1 1 0-16,0 1 0 0,0-2-16 0,0 2-16 15,0-1 0-15,1 0 0 0,1-1-80 0,-1 2-16 16,1-3 0-16,1 3 0 0,1-3-208 0,0 1-64 16,1 0 0-16,-2 2 0 0,1-2-128 0,-1 0-48 15,1 1 0-15,1-1 0 0,-1 0-80 0,1 1 0 16,0-1-16-16,1 1 0 0,-1 1-112 0,0-1-32 16,0 1 0-16,-1 0 0 0,1 1-96 0,-2 0 0 15,0 1-16-15,0-1 0 0,-1 1-176 0,-2 1 128 0,1 1-128 0,-1-2 128 16,0 0-128-16,0 2 128 0,-1 0-128 0,0-2 128 15,0 1-128-15,0 1 128 0,-1-1-128 0,1-1 128 16,-1 1-128-16,1-1 0 0,-1 0 0 0,0-1 128 16,1 1 752-16,-1 0 144 0,1-2 16 0,-1 0 16 15,1 0-864-15,0 0-192 0,0 1 0 16,0-2 0-16,0 1 0 0,0 0 0 0,0 0 0 0,0 0 0 16,0-2 0-16,0 2 0 0,0 0 0 0,0 0 0 15,0-2-816-15,0 1-160 0,0 1-48 0,0-2 0 0,1 2 816 0,-1 0 208 16,0 0 0-16,1 0 0 0,-1 0 0 0,0 0 0 15,1 0 0-15,-1 0 0 0,0 0 0 0,0 0 0 16,1 0 0-16,-1-2 0 16,0 2 720-16,0-1 240 0,0 1 32 0,-1 0 16 0,1 0-784 0,0 0-224 15,0-2 0-15,0 2 128 0,0 0-896 16,-1 0-160-16,1 0-32 0,0-1-16 0,0 2 976 0,-1-1 0 16,1 0 0-16,0 2 0 0,0-2 160 0,-1 1-160 0,1 1 128 0,0 0-128 15,0 1 128-15,0-1-128 16,0 0 0-16,-1 0 128 0,1 1-128 15,-1 2 192-15,-1-1-192 0,1-1 192 0,-2 2-192 0,1-1 0 0,-1 1 144 16,1-2-144-16,-1 1 0 0,0 3 0 16,-1-2 0-16,-1 0 0 0,0 2 0 0,-1-2-208 15,-1 2 16-15,1 0 16 0,-1-2 672 0,0 2 128 16,-2 0 16-16,-1 0 16 16,1-1-1456-16,0 2-288 0,0-3-64 0,1 2-16 0,1-2 912 0,-2 0 256 15,2 2 0-15,-1-5-128 0,3 3 128 0,-1-3 0 16,2 1 0-16,-1-1-128 0,1-2 128 0,2 0 0 15,1-2 0-15,-1 0 0 0,1-1 0 0,1 0 0 16,1 1 0-16,0-2 0 0,1 1 0 0,-1-2 0 16,3 1 0-16,0 1 0 0,0-2 192 0,0 3-48 15,2-3 0-15,-1 3 0 0,3 2 208 0,-1 0 32 0,1 0 16 16,-8 0 0-16,0 0 32 0,0 0 0 0,0 0 0 16,45 17 0-16,-45-17-96 0,0 0-16 0,0 0 0 0,45 21 0 15,-45-21-80-15,0 0-32 0,0 0 0 0,50 17 0 16,-50-17-208-16,0 0 0 0,0 0 128 0,45 3-128 15,-45-3 0-15,0 0-240 0,31-9 48 0,-21 5 16 16,-1-3-2016-16,0 2-416 0</inkml:trace>
  <inkml:trace contextRef="#ctx0" brushRef="#br0" timeOffset="118542.01">21309 11276 2751 0,'0'-7'256'0,"0"4"-256"0,1-1 0 0,-1 3 0 0,1-1 1152 0,-1 2 192 16,0-2 48-16,1 1 0 0,0-1 432 0,0 1 96 16,0-2 0-16,-1 2 16 0,0 0-256 0,0 2-48 15,-1 2-16-15,0-1 0 0,-1 1-656 0,0 2-128 16,0 0-16-16,0 1-16 0,-1 3-368 0,-1-1-80 16,0 1-16-16,0 3 0 0,0 0 32 0,-1 0 0 15,1 2 0-15,-1 0 0 0,1-2 0 0,1 2 0 16,1-2 0-16,0 0 0 0,1-3 0 0,0 2 0 0,2-2 0 15,0-3 0-15,1 2-128 0,1-4-32 0,-1 1 0 16,2 0 0-16,0-3-208 0,0 0 0 0,-4-2 0 0,0 0 0 16,0 0 0-16,0 0 0 0,0 0 0 0,44 6 0 15,-44-6 0-15,0 0-128 0,0 0 128 0,33-5 0 16,-26 4-192-16,-1-1 64 0,1 0 128 0,0-3-208 16,1 1-816-16,-2 1-144 15,2-4-48-15,-2 2 0 0,0 1-688 0,-1-2-144 0,1 2-16 16,-2-3-6656-16</inkml:trace>
  <inkml:trace contextRef="#ctx0" brushRef="#br0" timeOffset="118779.99">21394 11308 3167 0,'-2'-2'0'0,"1"0"128"0,0 0-128 0,0 2 176 0,1 2-176 0,0-2 0 16,-1 1 0-16,-1-1 0 0,0 1 1584 0,-1 1 272 15,-1 4 64-15,0 3 16 16,0 1 16-16,0 4 0 0,0 0 0 0,0 1 0 0,1 3-720 0,-1-2-144 16,0 1-16-16,1 0-16 0,-1-3-592 0,0 2-112 0,1-3-32 0,0 0 0 15,0 0-320-15,-1-2 0 0,1 1 0 0,1-2 128 32,0-1-592-32,0-2-112 0,1 1-32 0,0-2 0 15,1-1-1216-15,1-2-240 0</inkml:trace>
  <inkml:trace contextRef="#ctx0" brushRef="#br0" timeOffset="118969.83">21465 11517 5519 0,'2'0'240'0,"0"1"64"0,0 1-304 0,-2-2 0 0,2 0 0 0,-1 0 0 16,0 0 1280-16,0 2 192 0,2-2 32 0,1 3 16 15,0-1-224-15,1 1-32 0,0 1-16 0,-1-3 0 16,1 0-880-16,-1 1-176 0,0 1-48 0,1-2 0 16,-2 0-672-16,1-1-144 0,1 1-32 0,-1 1 0 15</inkml:trace>
  <inkml:trace contextRef="#ctx0" brushRef="#br0" timeOffset="119382.29">21681 11278 5519 0,'0'-2'240'0,"0"-1"64"0,0 3-304 0,-1-2 0 0,1 2 0 0,-1 0 0 16,0 2 832-16,1-2 96 16,-1 1 32-16,0 3 0 0,-1-2 384 0,-1 3 96 15,1 2 16-15,0 0 0 0,0 0-272 0,0 1-48 0,1 1-16 0,1-2 0 0,0 1-480 0,0-2-112 16,1 1-16-16,1-2 0 0,1 0 16 0,0 0 0 15,2-1 0-15,-1-1 0 16,1 2 64-16,0-2 16 16,-5-3 0-16,0 0 0 0,0 0-32 0,0 0 0 0,0 0 0 0,41 23 0 15,-41-23-192-15,0 0-64 0,0 0 0 0,0 0 0 16,37 28-144-16,-37-28-48 16,0 0 0-16,0 0 0 0,26 29-128 0,-26-29 0 0,0 0 144 0,0 0-144 0,0 0 224 0,18 33-32 15,-17-27 0-15,-1 0 0 16,-1-2 64-16,-2 1 0 0,1-2 0 0,-2 1 0 15,1-2-16-15,-2 1 0 0,1-1 0 0,-1-1 0 16,0 1-240-16,0-2 128 0,-2 2-128 0,-1-2 0 16,-1 0 0-16,-2 0 0 0,1-2 0 0,-1 2 0 15,0 0 0-15,-1-2-192 0,1 1 192 0,-1 1-208 16,1 0-1056-16,0-2-208 0,1 2-32 16,2-2-6528-16,-1 1-1312 0</inkml:trace>
  <inkml:trace contextRef="#ctx0" brushRef="#br0" timeOffset="119586">21682 11267 9215 0,'3'1'816'0,"0"1"-656"16,0-1-160-16,0 1 0 0,0-2 1824 0,1 0 336 16,1 1 64-16,-5-1 16 0,0 0 304 0,0 0 64 15,51 6 16-15,-51-6 0 0,0 0-592 0,49-2-112 16,-49 2-32-16,31-8 0 0,-31 8-944 0,30-8-192 15,-16 3-48-15,-1 1 0 0,-1 0-544 0,0-1-160 16,-1 2 0-16,-2 0 0 16,0 0-720-16,-1 1-224 0,-2-1-32 0,1 1-14080 0</inkml:trace>
  <inkml:trace contextRef="#ctx0" brushRef="#br0" timeOffset="120525.86">22332 11236 11967 0,'-1'-1'1072'0,"0"1"-864"0,1 0-208 15,0 0 0-15,0 0 1104 0,-1 0 176 0,1 0 48 0,-1 0 0 16,0 0 352-16,0 1 80 0,-1 1 16 0,-1 0 0 16,-1-1-480-16,0 2-80 0,-2 0-32 0,1 0 0 15,-3 1-448-15,1 1-96 0,-3 0 0 16,0-1-16-16,1 1-336 0,-1 0-64 0,-1-1-16 0,0 1 0 16,1-1 192-16,1-1 48 0,1 2 0 0,-1-2 0 15,1 0-64-15,0 0 0 0,1 0 0 0,-1-1 0 0,1 1-224 0,0-1-160 16,-1 0 192-16,0 1-192 15,1 0 0-15,-2-1 0 0,2 0 0 0,0 1 0 0,0 1 0 0,0-1 0 16,0 0 0-16,0 0 0 0,0 2 0 0,0-2 0 16,-1 2 0-16,2 0 0 0,-2 0 0 15,1 1 0-15,0-1 0 0,2-1 0 16,-1 1 0-16,2-2 0 0,0 1 0 0,1-1 0 0,0-1 0 0,2-2 0 16,1 0 0-16,-1 0 0 0,1-2 0 0,0 2 0 15,0-3 0-15,0 3 0 0,1-2 304 0,-1 0 0 16,2 2 0-16,-1-3 0 0,0 1 64 0,0 2 16 0,0-2 0 15,-1 1 0-15,1 1-128 0,-1 0 0 0,0 0-16 0,0 0 0 16,0 0-112-16,0 0 0 0,0 0-128 0,0 0 192 16,-1 0-192-16,1 1 128 0,0-1-128 0,-1 2 0 15,1-2 128-15,-1 0-128 0,1 0 0 0,0 0 0 16,0 0 144-16,0-2-144 16,0 2 128-16,0 0-128 0,1-1 128 0,-1 1-128 0,-1 0 128 0,1 0-128 15,0-2 128-15,0 2-128 0,1 0 128 0,-1 0-128 16,-1 0 0-16,1 0 0 0,0 0 128 0,0 0-128 0,0 0 0 15,-1 0 0-15,1 0 0 0,0 2 0 0,0-2 0 0,0 0 0 16,-1 0 128-16,1 0-128 0,0 0 0 0,0 0 0 16,0 0 0-16,0 0 0 15,-1 0 128-15,1 0-128 0,0 0 0 0,0 0 128 16,0-2-128-16,0 2 0 0,1 0 0 16,-1 0 0-16,0 0 0 0,0 0 0 0,1 0 128 0,-1-1-128 15,0 1 0-15,1 0 0 0,0 0 144 0,-1 0-144 16,0 0 0-16,1 0 128 0,-1 0-128 0,0 0 0 0,1 1 0 0,-1-1 128 15,1 0-128-15,-1 0 0 16,0 2 0-16,1-2 128 0,0 1-128 0,0 1 0 0,1 0 128 0,-1 1-128 16,2 1 128-16,1 1-128 0,-4-5 128 0,0 0-128 0,0 0 128 0,0 0-128 15,33 35 128-15,-33-35-128 16,0 0 128-16,36 27-128 0,-36-27 0 0,0 0 128 16,38 23-128-16,-38-23 0 15,0 0 0-15,38 29 0 0,-38-29 0 0,0 0 0 0,45 31-768 16,-45-31-192-16</inkml:trace>
  <inkml:trace contextRef="#ctx0" brushRef="#br0" timeOffset="123424.49">21970 11548 5519 0,'0'-1'496'0,"0"1"-496"0,1 0 0 0,-1-1 0 0,0 1 864 0,0 0 80 16,1 0 16-16,0-2 0 0,1 0 768 0,0 1 144 16,1-1 48-16,-1 1 0 0,1 1 0 0,1 0 0 15,1 0 0-15,-1 0 0 0,1 3-544 0,0-1-96 16,1 3-32-16,-6-5 0 0,0 0-320 0,0 0-64 16,32 37-16-16,-32-37 0 0,0 0-320 0,34 44-64 15,-34-44-16-15,21 31 0 0,-21-31-272 0,0 0-176 16,27 31 192-16,-27-31-192 15,0 0-560-15,30 30-208 0,-30-30-64 0,0 0-12688 0</inkml:trace>
  <inkml:trace contextRef="#ctx0" brushRef="#br0" timeOffset="124738.34">22440 11178 2751 0,'0'-1'256'15,"1"0"-256"-15,0-1 0 0,-1 2 0 0,0 0 752 0,0-2 96 16,0 1 32-16,0-1 0 16,0-1 192-16,2-1 32 0,-2-1 16 0,1 2 0 0,-1-1-32 0,1 0 0 31,0 0 0-31,-1 2 0 0,1 0-112 0,-1-2-16 0,0 1-16 0,0 1 0 0,0 1 144 0,0 1 16 16,0 0 16-16,1 0 0 0,-1 1 80 0,1 1 16 15,-1 0 0-15,1 3 0 16,0-3-64-16,0 4-16 0,1 0 0 0,1 4 0 0,-3-10-368 0,0 0-64 15,0 0 0-15,20 40-16 0,-20-40-352 0,0 0-64 16,19 31-16-16,-19-31 0 0,0 0-64 0,0 0-32 0,30 40 0 0,-30-40 0 16,0 0-160-16,0 0 0 0,26 31 0 0,-26-31 0 31,0 0-544-31,0 0-144 0,0 0-16 0,0 0-8864 16,0 0-1760-16</inkml:trace>
  <inkml:trace contextRef="#ctx0" brushRef="#br0" timeOffset="125163.31">22709 11230 9215 0,'2'-2'816'0,"0"0"-656"0,0 0-160 0,-2 2 0 0,0 0 1280 0,0-1 208 16,1 1 48-16,1-2 16 0,0-1 176 0,0 1 16 15,-2 2 16-15,0 0 0 0,-2 2-560 0,-1 1-112 16,-2 0-32-16,1 1 0 0,-2 1-1056 0,-1 2 0 15,-2-2-288-15,1 2 64 32,-1-2-352-32,0 2-64 0,0-3 0 0,1 2-16 15,-1-1 160-15,1-1 48 0,2 0 0 0,-2-1 0 0,2 1 128 0,0-1 16 16,2-1 16-16,-1-2 0 0,2 1 288 0,0-1 0 16,1 0 0-16,2 0 0 0,-1 0 288 0,1-1 64 15,0 1 16-15,0-2 0 0,0 0 240 0,0 1 48 0,1 1 16 0,-1-2 0 16,0 1 48-16,0 0 16 0,1-1 0 0,-1 1 0 15,1 1-144-15,-1 0-16 0,0 0-16 0,0 1 0 16,0 1-48-16,-1-2 0 0,1 2 0 0,-1 0 0 16,1 1-64-16,-1 0-32 0,0 1 0 0,0 0 0 15,0 2 0-15,0 0 0 0,1 2 0 0,-1 1 0 16,1 1-32-16,0 1-16 0,1 4 0 0,1 1 0 16,-2-16-128-16,4 26-32 0,-4-26 0 0,6 30 0 15,-6-30-48-15,6 29-16 0,-6-29 0 0,4 30 0 16,-4-30-144-16,4 26 0 0,-4-26 0 0,0 0 0 15,5 32-768-15,-4-24-16 0,0 1-16 0,0-3-13920 16</inkml:trace>
  <inkml:trace contextRef="#ctx0" brushRef="#br0" timeOffset="128368.67">23058 11254 5519 0,'3'-1'496'0,"-1"0"-496"0,0 1 0 0,-1 0 0 16,0 0 960-16,0-2 112 0,0 1 16 0,3-1 0 0,1 0 624 0,-1 1 128 15,1-2 16-15,-1 2 16 16,-1-1-48-16,-1 2-16 0,-1-2 0 0,0 1 0 16,0 1-496-16,-1 0-96 0,0 0-32 0,-1 0 0 15,0 1-352-15,-1 1-80 0,1 0-16 0,-2-1 0 16,-1 2-160-16,0-2-16 0,0 3-16 0,-2 0 0 16,1-1-176-16,-2 2-48 0,0 0 0 0,-1-1 0 15,0 2-64-15,-1 0 0 0,0-1-16 0,0-1 0 16,0 0 16-16,-1 1 0 0,1-1 0 0,0 0 0 15,1-1 96-15,0 0 32 0,1 0 0 0,1 0 0 16,1-2-144-16,0 1-32 0,1 1 0 0,0-1 0 16,1 0-80-16,0 0-128 0,0-1 176 0,1 1-176 15,1 0 176-15,-1-1-176 0,1 1 160 0,0 0-160 16,1-2 192-16,-1 1-48 0,1 0-16 0,0-1 0 0,1 2-128 16,-1-2 192-16,1 0-192 0,0 1 192 0,1 1-32 0,-1-2 0 15,1 2 0-15,1-1 0 0,0 1 16 0,1 0 0 16,-1 0 0-16,-3-2 0 0,0 0-48 0,0 0-128 15,0 0 192-15,0 0-64 0,37 26-128 0,-37-26 0 16,0 0 144-16,0 0-144 0,36 23 0 0,-36-23 0 16,0 0 0-16,0 0 128 0,38 23-128 0,-38-23 0 15,0 0 0-15,0 0 0 0,0 0-192 0,34 23 32 16,-34-23 16-16,0 0 0 16,0 0-1776-16,0 0-336 0,0 0-80 0,0 0-12768 0</inkml:trace>
  <inkml:trace contextRef="#ctx0" brushRef="#br0" timeOffset="128667.53">22967 11480 6447 0,'0'-1'272'0,"0"-1"80"0,1 0-352 0,-1 1 0 0,1 1 0 0,-1 0 0 16,0 0 1408-16,0 0 224 0,0 0 32 0,1 0 16 16,0 0 752-16,0 1 128 0,1 1 48 0,-1 1 0 0,2 1-608 0,-2 1-112 15,2 0-32-15,-3-5 0 0,0 0-656 0,0 0-144 16,0 0-32-16,0 0 0 0,28 28-224 0,-28-28-48 16,0 0-16-16,0 0 0 0,0 0-336 0,0 0-64 15,45 19-16-15,-45-19 0 0,0 0-320 0,0 0 0 16,0 0 0-16,0 0 0 15,0 0-944-15,39 17-256 0,-36-15-48 0,0 0-13520 0</inkml:trace>
  <inkml:trace contextRef="#ctx0" brushRef="#br0" timeOffset="129616.74">23318 11340 8287 0,'0'-2'736'0,"0"1"-592"15,0 1-144-15,0 0 0 16,-1 0 896-16,1 0 160 0,1-2 32 0,-1 0 0 0,1 1 576 0,-1-1 128 15,2 0 32-15,-1-3 0 0,1 3-48 0,0-1-16 0,1 1 0 0,0-1 0 32,1 1-640-32,-1-1-128 0,2 1-32 0,0 0 0 15,0 0-112-15,1-1-16 0,-1 1-16 0,2 0 0 0,-2 2-112 0,2-1 0 16,-2 2-16-16,-5-1 0 0,0 0-112 0,0 0 0 16,0 0-16-16,0 0 0 0,0 0-256 0,40 28-48 0,-40-28-16 0,0 0 0 15,0 0-240-15,0 0 128 16,15 35-128-16,-14-29 0 0,-1 2 0 0,-1 0 0 15,0-1 0-15,-1 0 0 0,0 0 0 0,-2 0 0 16,-1 1 0-16,1-2 0 0,-1 2-160 0,0-2-32 0,0 2 0 0,-1-4 0 16,0 4-32-16,0-4-16 15,0 2 0-15,-1 0 0 0,2-1 80 0,-1 0 16 16,0-1 0-16,2 1 0 0,0-2 144 0,1 0 0 16,0 0 0-16,1 0 0 0,1 0 0 0,0-3 0 15,1 2 0-15,0-1 0 0,2 0 0 0,0-1 0 16,-1 0 0-16,3-1 0 0,0 1 0 0,0-1 0 15,1 1 0-15,2-2 0 0,-7 2 192 0,0 0 32 16,0 0 0-16,28-8 0 0,-28 8 64 0,0 0 16 16,0 0 0-16,36-4 0 0,-36 4-144 0,0 0-32 15,0 0 0-15,32-5 0 0,-25 3-128 0,-1 1 0 0,0 1-192 0,0-2 192 32,0 2-1280-32,-1-2-128 0,0 0-16 0,0 1-8656 0,0-1-1728 0</inkml:trace>
  <inkml:trace contextRef="#ctx0" brushRef="#br0" timeOffset="130043.45">23623 11320 4607 0,'-1'-3'400'16,"1"2"-400"-16,0-1 0 0,0 0 0 0,0 1 1376 0,0 1 192 15,1 0 32-15,0-2 16 0,0 1 944 0,0-1 192 16,0 0 48-16,1 2 0 0,-1-2-848 0,-1 2-160 15,1 0-48-15,-1 0 0 0,1 2-464 0,-1 0-80 16,0 0-32-16,0 2 0 0,0 1-528 0,-1 1-96 16,0 1-32-16,1 0 0 0,-2 0-176 0,1 0-32 15,-1 1-16-15,1 1 0 0,0-1 16 0,-1 1 0 16,2 0 0-16,-1-1 0 0,1 0-112 0,0 0-32 16,1-1 0-16,0 0 0 0,1-2-160 0,1 0 128 15,-3-5-128-15,0 0 128 0,0 0-128 0,0 0 0 0,0 0 0 16,0 0 128-16,0 0 0 0,36 24-128 0,-36-24 192 0,0 0-64 15,0 0 80-15,0 0 16 0,0 0 0 0,42 21 0 16,-42-21-224-16,0 0 144 0,0 0-144 0,0 0 128 16,0 0-128-16,29 28 0 0,-29-28 0 0,0 0 0 15,0 0 0-15,0 0 0 0,-1 23 0 0,-2-20 0 16,-2 2-144-16,0-1-16 0,0-1 0 0,-2-1 0 16,0 3-480-16,0-3-112 15,-2 0-16-15,0 1 0 0,0 0-192 0,-2-1-64 0,0 0 0 0,1-2 0 16,0 2-368-16,1-2-80 0,-1-2 0 0,2 2-16 31,1-2-560-31,0-3-96 0</inkml:trace>
  <inkml:trace contextRef="#ctx0" brushRef="#br0" timeOffset="130232.78">23603 11276 14735 0,'2'-2'1312'0,"0"1"-1056"16,1-1-256-16,0 1 0 0,0 0 2224 0,-1 0 384 15,4 0 80-15,1-2 0 0,5 0 64 0,1-2 16 16,5-1 0-16,0 0 0 0,-18 6-1504 0,37-9-304 16,-37 9-64-16,33-7-16 0,-33 7-608 0,0 0-112 0,41-2-32 0,-41 2 0 31,0 0-576-31,0 0-112 0,0 0-16 0,38 10-10352 0,-38-10-2064 0</inkml:trace>
  <inkml:trace contextRef="#ctx0" brushRef="#br0" timeOffset="130485.91">23840 11446 19343 0,'1'-1'1728'0,"1"0"-1392"15,0 1-336 1,-1 0 0-16,-1 1 1840 0,1 0 288 0,0-1 64 0,1 2 16 0,1 1-128 0,1-1-32 15,-1 3 0-15,-3-5 0 0,0 0-960 0,0 0-208 16,7 26-48-16,-5-19 0 0,0-1-640 0,-1 0-192 16,0-1 0-16,1-1 128 15,1-1-768-15,-1 0-160 0,1-1-32 0,0-2-15120 0</inkml:trace>
  <inkml:trace contextRef="#ctx0" brushRef="#br0" timeOffset="130897.49">24052 11256 20271 0,'-1'1'896'0,"-1"1"192"0,0 0-880 0,1-1-208 0,0 1 0 0,0 0 0 16,0-1 1184-16,0 0 192 0,-1 4 32 0,0 0 16 15,-1 2-528-15,-1 0-96 0,0 3-32 0,0-1 0 16,1 0 32-16,-1 1 0 0,2 0 0 0,0-1 0 0,1 0-240 0,0-1-48 15,1-2-16-15,1 0 0 0,-1-6 16 16,0 0 0-16,0 0 0 0,0 0 0 0,0 0-64 0,0 0-16 16,0 0 0-1,0 0 0-15,37 29-48 0,-37-29 0 0,0 0 0 0,0 0 0 0,0 0-144 0,38 9-48 16,-38-9 0-16,0 0 0 0,0 0-64 0,0 0-128 31,40 14 176-31,-40-14-176 0,0 0 0 0,0 0 0 0,0 0 0 0,32 28 0 0,-32-28 0 16,0 0 0-1,0 0 0-15,0 0 0 0,20 33 0 0,-20-33 0 0,0 0 0 0,0 0 0 16,0 24 0-16,-3-19 0 0,0-1 0 0,-1 1 0 16,0-2 0-16,-1 1 0 0,-1-1 0 0,-1 1 0 0,0 0 0 0,-1-1 0 0,2 0-160 0,-3-1 160 31,2 1-208-31,-1-1 16 0,-1-2 16 0,2 1 0 31,0-1-208-31,0 0-32 0,0-1-16 0,0-1 0 0,1-3-848 16,0 2-192-16,1-1-16 0,0-4-13056 0</inkml:trace>
  <inkml:trace contextRef="#ctx0" brushRef="#br0" timeOffset="131118.88">24014 11285 18431 0,'4'-3'816'0,"0"-1"160"0,0 2-784 0,1-1-192 15,-1 1 0-15,0 1 0 0,-1 0 1728 0,3-1 288 16,3-1 64-16,5-4 16 0,3 2-720 0,2-3-144 15,1 2-16-15,-2 1-16 0,-18 5-240 0,35-9-64 16,-35 9 0-16,28-5 0 0,-28 5-448 0,0 0-112 16,0 0-16-16,37 0 0 0,-37 0-320 0,0 0 0 0,0 0-160 0,0 0 160 31,0 0-1440-31,0 0-176 0,0 0-48 0,38 7-11920 0</inkml:trace>
  <inkml:trace contextRef="#ctx0" brushRef="#br0" timeOffset="131419.14">24355 11159 21135 0,'3'-2'448'0,"-2"2"112"0,2-2 16 0,0 2 32 0,0 0-480 0,-1 0-128 16,0 0 0-16,0 2 0 16,4-2 2752-16,-6 0 512 0,0 0 128 0,0 0 0 0,43 9-1728 0,-43-9-368 15,0 0-64-15,0 0-16 0,46 36-496 0,-46-36-96 16,0 0-32-16,35 45 0 0,-35-45-256 0,20 41-48 0,-20-41-16 0,14 52 0 16,-7-23-272-16,-2 3 160 0,0 1-160 0,-3 1 128 15,-2-2-128-15,-3 0 0 0,-1-1 0 16,-4 2 0-16,0-2 0 0,-3 2 0 0,-2-5-144 0</inkml:trace>
  <inkml:trace contextRef="#ctx0" brushRef="#br0" timeOffset="139211.93">17511 11233 1839 0,'-1'0'160'16,"1"0"-160"-16,0 0 0 15,0 0 0-15,0 0 384 0,0 0 64 0,-1 2 0 0,0-2 0 16,0 0-96-16,-1 3-16 0,2-3 0 0,-2 2 0 0,1-1 304 0,0 0 48 16,1-1 16-16,-1 0 0 0,2 2-32 0,-1-4 0 0,1 2 0 0,1-1 0 31,-1 0-128-31,2-3-32 0,-1 1 0 0,2-2 0 15,1 0-16-15,0-2-16 0,2 0 0 0,0 0 0 16,2-3 208-16,1-2 32 0,0 1 16 0,1-1 0 16,-1 3-288-16,0-1-48 0,1-3-16 0,0 1 0 15,1-1-208-15,-2 1-48 0,1 0-128 0,-1-2 192 0,0 2 16 16,-2 0 0-16,0 0 0 0,-1 1 0 0,-1 1-64 16,-1 1-16-16,-1-2 0 0,0 0 0 0,-3 4-128 0,0-1 128 15,0 0-128-15,-2 1 128 0,-1 2-128 0,0-2 0 16,-2 2 0-16,1 0 0 0,0 3 0 0,0-3 0 15,-2 2 128-15,-1 0-128 0,2 0 0 0,-1 0 0 16,1 1 144-16,0-1-144 0,1 3 0 0,0 0 0 16,1 0 0-16,-1 0 0 0,0 1 0 0,0 1 0 15,1 0 0-15,0 1 0 0,0-1 0 0,-1 0 144 16,-1 3-144-16,1-2 0 0,0 0 128 0,-2 1-128 16,1 1 0-16,-1-1 0 0,-1 3 128 0,0-2-128 15,0 0 0-15,0 2 0 0,-2 0 128 0,2 0-128 16,-1-2 0-16,0 2 0 0,1 0 0 0,0-1 0 0,0 0 128 0,1 1-128 15,1-2 0-15,0 0 0 0,2-1-128 0,1-1 128 32,1 1-576-32,1-4 0 0,3 0-16 0,2-4 0 15,0 1-896-15,3-4-176 0,2 0-48 0,0-3-4368 0</inkml:trace>
  <inkml:trace contextRef="#ctx0" brushRef="#br0" timeOffset="139358.9">17676 10924 911 0,'35'-25'0'0,"-30"21"0"0,-4 3 0 0,-1 1 0 15,2 0 1024-15,1-2 112 0,3-1 16 0,2 0 16 16,3 1 672-16,1 2 128 0,-12 0 16 0,0 0 16 15,0 0 0-15,44 28 0 0,-44-28 0 0,0 0 0 0,17 50-352 0,-17-50-80 16,8 38-16-16,-8-38 0 16,3 39-656-16,-2-20-144 0,-1-2-32 0,0-2 0 0,0 0-720 0,-2-4 0 15</inkml:trace>
  <inkml:trace contextRef="#ctx0" brushRef="#br0" timeOffset="140698.13">17763 10901 10127 0,'-1'0'896'0,"0"0"-704"0,1 0-192 0,-1 0 0 0,1 2 1152 0,-1-2 192 15,0 1 32-15,-1 1 16 16,0-2 224-16,1 2 48 0,-1 0 16 0,0 0 0 16,1 1-672-16,1-3-144 15,0 3-32-15,-1-1 0 0,2-2-48 0,-1 1-16 0,0 0 0 0,0 1 0 0,-1 1-192 0,0-1-32 16,-1 2-16-16,-1 0 0 16,1 3-208-16,-3-1-64 0,0 3 0 0,0-1 0 0,-1 2-64 0,0 2-32 0,-2 0 0 0,1 2 0 31,-1 0 32-31,0 0 16 0,0 0 0 0,-1-2 0 15,2-2 0-15,0 1 0 0,-2 1 0 0,0-1 0 16,1 1 48-16,-2-1 16 0,2-2 0 0,-1 1 0 16,-1-1 0-16,2 1 0 0,0-3 0 0,0 1 0 15,1 0-128-15,0-1-16 0,-1 1-128 0,1-2 192 16,1 0-192-16,0-2 0 0,0 1 0 0,0-2 0 16,2 1-128-16,0-4 128 0,0 0 0 0,2 0 0 15,0-2 0-15,0 0 0 0,1-1 0 0,0 0 0 0,1-1 0 16,1-1 0-16,1 0 0 0,1 1 0 0,0-2-160 0,1 0 160 15,0 1-128-15,0-1 128 0,2 0-288 0,-1 1 32 16,0 1 0-16,2-4 0 16,-1 4 0-16,1-4 16 0,-1 4 0 0,2-4 0 0,0 2 32 0,-1-2 0 15,2 1 0-15,-2 0 0 0,1 0-48 0,0-2 0 16,1-1 0-16,0 0 0 0,1-1-16 0,-1-1-16 16,0 0 0-16,0 1 0 0,-2 1 288 0,0 0-192 15,1 1 192-15,-1-1-160 0,-1 1 160 0,-2 2 0 0,0 2 0 16,-2 0 0-16,0 0-128 0,-1 3 0 0,-1 2 0 0,-1 0 0 15,-1 2-160-15,-1 1-32 16,0 0 0-16,-1 2 0 16,0-1-368-16,0 3-80 0,0-2 0 0,0 2-6848 0,1-3-1376 0</inkml:trace>
  <inkml:trace contextRef="#ctx0" brushRef="#br0" timeOffset="141260.61">17583 10946 1839 0,'-3'0'160'0,"0"0"-160"0,1 0 0 0,1 0 0 16,1 0 1072-16,-2 0 176 0,-1 1 32 0,-2 0 16 0,0 1-208 0,-3-2-32 15,3 3-16-15,-1-1 0 0,2 1 112 0,-1-3 0 16,2 2 16-16,0-2 0 0,1 2 48 0,2 1 0 15,0-3 0-15,-1 2 0 16,2-2-272-16,-1 0-48 0,1 0-16 0,1 0 0 0,0-2-160 0,1 2-16 16,1-3-16-16,-1 1 0 0,3 0-176 0,-1-1-16 0,1-1-16 0,0 1 0 15,0 1-288-15,1-3-48 16,0 0-16-16,-1 2 0 0,1-1 0 0,0-1-128 0,3 1 192 16,-2-1-64-16,0 0 96 0,1 1 16 15,0-1 0-15,-1 0 0 0,1 0-112 0,0 0-128 16,0 1 176-16,0-1-176 0,-3 0 128 0,1 3-128 0,0-3 0 0,0 0 0 15,1 1 144-15,-3-1-144 0,2 2 0 0,-3-1 144 16,1 2-144-16,-1-1 0 0,0-1 0 0,-2 1 128 16,1 2-128-16,-1 0 0 15,-1-1 0-15,1 2 128 0,-1 0-128 0,0 0 0 0,-1 2 0 0,1-2 0 0,-1 1 0 0,0 0 0 16,0-1 0 0,0 2 0-16,0-2 0 0,0 1 0 0,0 1 0 0,1 0 0 15,-1-2 0-15,1 1 0 0,1 1 0 0,-1 0 0 16,1-2 0-16,0 1 0 0,0 0 0 0,0 1 0 0,0 1 0 0,0 0 0 15,0 1 0-15,0 1 0 16,0-2 288-16,0 3-32 0,0 2 0 0,1-1 0 16,-3-7 160-16,0 0 32 0,6 37 0 0,-6-37 0 15,1 26-272-15,-2-13-48 0,-1 1-128 0,-1 0 192 16,1-2-192-16,-1 0 0 0,1 0 128 0,0-1-9552 16,1 0-1904-16</inkml:trace>
  <inkml:trace contextRef="#ctx0" brushRef="#br0" timeOffset="142767.93">20089 11807 911 0,'-1'-1'0'0,"0"1"0"0,0 0 0 0,1 0 0 0,0 0 576 0,-1 0 16 16,0-2 16-16,-2 1 0 0,1 0-384 0,0 1-80 16,-1-2-16-16,1 2 0 0,0 0-128 0,0 0 0 15,1 0 0-15,0 2 0 16,1-2-240-16,-1 1-80 0,0 0 0 0,0-1-16 0,1 2 336 0,0-1 0 16,-1 1 192-16,-1 0-32 0</inkml:trace>
  <inkml:trace contextRef="#ctx0" brushRef="#br0" timeOffset="144177.65">16056 11204 3679 0,'-2'-2'320'0,"-1"0"-320"0,1 2 0 0,0 0 0 16,1 0 704-16,-1-2 64 0,-1 1 0 0,-4-1 16 16,-1-1 368-16,-2 1 64 0,1 0 0 0,2 2 16 15,0 0-16-15,2 0-16 0,1 0 0 0,0 2 0 16,2 0-384-16,1 1-80 0,1 2-16 0,0-2 0 0,1 3-208 0,1-1-32 0,1-1-16 0,0 1 0 15,0 0-208-15,1 0-64 0,1-2 0 0,0 1 0 16,1-2 64-16,1 1 0 16,1-1 0-16,1-1 0 15,-1 0 240-15,3-1 48 0,0-1 16 0,0 0 0 16,0 1-208-16,1-3-32 0,2 3-16 0,0-2 0 0,-14 2-128 0,0 0-32 0,44 0 0 0,-44 0 0 16,30 0-144-16,-30 0 0 0,33 2 0 0,-33-2 128 15,32 3-128-15,-32-3 0 0,32 0 0 0,-32 0 0 16,32-3 0-16,-16 1 0 0,-1 1 0 0,-1-2 0 15,1 0 128 1,0-2-128-16,0 1 0 0,-1-1 128 0,0 0-128 0,0 1 128 0,0-2-128 0,-1 2 128 0,1 2-128 16,-1-1 160-16,1 1-160 0,0 0 160 0,-14 2-160 0,0 0 128 15,42 5-128 1,-42-5 128-16,0 0-128 0,40 14 0 0,-40-14 0 0,0 0 128 0,44 16 16 0,-44-16 0 16,0 0 0-16,47 13 0 15,-47-13 112-15,0 0 0 16,51 6 16-16,-51-6 0 0,33-2 128 0,-16-1 32 0,0 1 0 0,-2 0 0 0,2-3 784 0,-1 2 176 31,-1 1 16-31,-1-3 16 16,2 3-1776-16,1-3-352 0,0 4-80 0,-2 0-16 0,1-1 672 0,-16 2 128 0,31 0 0 15,-31 0 0-15,0 0 0 0,43 3 0 0,-43-3 0 0,0 0 0 16,40 4 0-16,-40-4 0 0,0 0 0 0,41 9 0 16,-41-9 0-16,0 0 0 0,39 7 0 0,-39-7 0 15,0 0 144-15,43 9-144 0,-43-9 128 0,0 0-128 16,45 10 160-16,-45-10-160 0,0 0 192 0,46 10-192 15,-46-10 176-15,0 0-176 0,48 10 160 0,-48-10-160 16,0 0 128-16,51 8-128 0,-51-8 0 0,33 3 144 16,-33-3-144-16,0 0 0 0,49 2 144 0,-49-2-144 0,33 0 208 0,-33 0-16 15,35-2-16-15,-35 2 0 0,34 0 0 0,-34 0 0 16,35 2 0-16,-35-2 0 0,36 3-48 0,-36-3-128 16,39 1 192-16,-39-1-64 0,39 1-128 0,-39-1 192 15,41-1-192-15,-41 1 192 0,39-3 16 0,-39 3 16 16,37-5 0-16,-19 2 0 0,2 1 16 0,-1-5 0 15,1 3 0-15,0-2 0 0,-2 1-80 0,0-1-16 16,2 0 0-16,0 2 0 0,0-1-144 0,3 0 128 16,-1 3-128-16,-22 2 128 0,45-2-128 0,-45 2 192 15,43 2-192-15,-43-2 192 0,40 3-48 0,-40-3 0 16,41 7 0-16,-41-7 0 0,37 4 0 0,-37-4 0 16,43 5 0-16,-43-5 0 0,55 1 16 0,-26-2 0 0,1-1 0 0,3-1 0 15,1 1 80-15,1-5 16 16,-1 0 0-16,0-1 0 0,0-1-112 0,-2 0-16 15,0-1 0-15,-2 3 0 0,1 0-128 0,-1 2 0 0</inkml:trace>
  <inkml:trace contextRef="#ctx0" brushRef="#br0" timeOffset="145664.24">19886 11878 5519 0,'-2'0'496'0,"-1"0"-496"0,2 0 0 0,1 0 0 15,0 0 1200-15,0 0 144 0,-1 0 16 0,0 0 16 16,-1 0 64-16,1 0 16 0,1 0 0 15,1 0 0-15,1-2-256 0,1 2-48 0,0 0-16 0,0 0 0 16,2 2-80-16,0-2-16 0,0 1 0 16,2 0 0-16,0 1-368 0,1-1-80 0,0 1-16 0,-8-2 0 0,0 0-112 0,0 0-16 15,44 9-16-15,-44-9 0 16,0 0 16-16,47 6 16 0,-47-6 0 0,39 1 0 0,-39-1 144 0,41-2 32 16,-19 0 0-16,-1-1 0 0,1 1-80 0,1 0-16 15,-1-3 0-15,-1 2 0 0,-1 1-160 0,-1 1-16 0,3 0-16 0,-22 1 0 16,44-3-128-16,-44 3-32 15,47-2 0-15,-47 2 0 0,50 0 16 0,-50 0 0 16,48-3 0-16,-24 0 0 0,-1 0-16 0,1 0 0 16,-1-2 0-16,1 1 0 15,-2 1 48-15,1-2 0 0,3-1 0 0,1 1 0 16,-3 2-16-16,1-1 0 0,3 2 0 0,0-1 0 16,-1 3-64-16,-2-3-16 0,-25 3 0 0,47-2 0 0,-47 2-144 0,45-2 0 15,-45 2 0-15,44 0 128 16,-44 0-128-16,38 2 0 0,-38-2 0 0,40 2 0 0,-40-2 0 15,43 3 128-15,-43-3-128 0,48 2 0 0,-48-2 144 0,51 0-144 16,-26-2 160-16,0 0-160 0,-25 2 128 0,49-3-128 16,-22-2 0-16,-2 1 144 0,-25 4-144 0,47-4 0 15,-21 1 0-15,-26 3 128 0,55 0-128 0,-26-2 0 16,1 2 0-16,-30 0 128 0,56 2-128 0,-56-2 0 16,51 2 0-16,-51-2 0 0,49 2 0 0,-49-2 128 15,45 2-128-15,-45-2 0 0,45 0 128 0,-45 0-128 16,49 0 0-16,-49 0 128 0,54-2 0 0,-26 0-128 15,1 0 192-15,-1-3-64 0,1 2-128 0,-1-1 160 0,1 1-160 16,-3 1 160-16,-1-1-160 0,0 1 0 0,2 0 0 0,-27 2 128 16,55 0-128-16,-55 0 0 0,56 0 0 0,-56 0 0 15,55 4 0-15,-55-4 0 0,49 5 0 0,-49-5 0 16,47 3 0-16,-47-3 128 0,47 2-128 0,-47-2 0 16,42 0 128-16,-42 0-128 0,45-2 128 15,-21-1-128-15,2-1 128 0,1 1-128 0,0-1 0 0,1 1 128 16,2-2-128-16,-2 3 0 0,-1-3 0 0,0 1 128 15,0 1-128-15,-1 1 0 0,-26 2 0 0,47-3 0 16,-47 3 0-16,49-2 0 0,-49 2 0 0,52 0 0 16,-52 0 0-16,53 5 0 0,-53-5 0 0,54 4 0 0,-54-4 0 0,50 3 0 15,-50-3 0-15,52 5 0 0,-52-5 0 0,53 0 0 16,-53 0 0-16,55 0 0 0,-25-3 0 0,1 1 0 16,1-3 0-16,0 3 0 0,-1-3 0 0,-1 2 0 15,2-1 0-15,-3 0 0 0,-3 1 0 0,2 0 0 16,4 1 0-16,-1-2 0 0,2 1 0 0,-2 3 0 15,2 0 0-15,-2 2 0 0,-31-2 0 0,58 5 0 16,-58-5 0-16,53 8 0 0,-53-8 0 0,50 8 0 16,-50-8 0-16,46 10 0 0,-46-10 0 0,53 7 0 15,-53-7 0-15,57 9 0 0,-27-6 0 0,0-1 0 16,0 1 0-16,-30-3 0 0,55 0 0 0,-29 0 0 0,-1-3 0 16,-1 1 0-16,-24 2 0 0,39-6 128 0,-21 3-128 0,-1-2 0 15,-17 5-128-15</inkml:trace>
  <inkml:trace contextRef="#ctx0" brushRef="#br0" timeOffset="146143.32">22468 11847 7359 0,'0'2'656'0,"0"-2"-528"0,0-2-128 0,1 2 0 16,0 0 1104-16,-1 0 192 0,1-2 48 0,1 1 0 16,0 1 592-16,1-2 128 0,-1 0 32 0,0-1 0 15,-1 1 64-15,1-1 16 16,-2 1 0-16,0 1 0 0,0 0-240 0,-1 1-32 0,-1 0-16 0,0 2 0 0,-1 0-848 0,-1 1-160 31,-1 2-48-31,1 0 0 0,-3 4-512 0,1-2-128 0,-2 2 0 0,0 3-16 0,0-1-176 0,-2 2 0 16,-2-1 0-16,0 1 0 0,-1 0 0 0,-1 0 0 31,0-2 0-31,-2-2 0 0,1-1 0 0,-1 1-144 0,1-5 144 0,1 1 0 16,1-2-1200-16,1-1-128 0</inkml:trace>
  <inkml:trace contextRef="#ctx0" brushRef="#br0" timeOffset="147297.16">20491 12011 4607 0,'-4'-3'400'0,"0"1"-400"15,1-1 0-15,1 1 0 0,1 2 640 0,0-2 64 0,0 2 0 0,0-1 0 16,-2-1 704-16,0 0 128 0,-1 0 48 0,2 0 0 15,0 1 144-15,0 1 16 0,1 0 16 0,1 0 0 16,1 0-192-16,0 0-32 16,1 3-16-16,0-1 0 0,1 0-496 0,1 0-80 0,0 1-32 0,0 2 0 15,2-1-320-15,-6-4-64 0,0 0-16 16,0 0 0-16,0 0-32 0,39 34-16 16,-39-34 0-16,0 0 0 0,0 0-224 0,41 30-48 15,-41-30-16-15,0 0 0 0,0 0-176 0,38 26 0 0,-38-26 0 0,0 0 0 31,0 0-768-31,0 0-144 0,0 0-32 0,0 0-7968 0,39 18-1600 0</inkml:trace>
  <inkml:trace contextRef="#ctx0" brushRef="#br0" timeOffset="147729.23">20773 12010 911 0,'1'0'0'0,"-1"0"0"16,-1 1 0-16,0-1 0 0,1 2 960 0,-1-2 96 0,-1 2 32 0,1-1 0 15,-2 1 16 1,-2 2 16-16,1-2 0 0,-3 2 0 0,1 0-160 0,-2 0-16 0,0 1-16 0,-2 0 0 16,1 0-160-16,-1 2-16 0,-1-2-16 0,1 2 0 15,-1-2 64-15,-1 2 16 16,1 0 0-16,0 0 0 0,1 0-240 0,0 0-64 0,0-2 0 0,2 0 0 16,1-1-144-16,1-1-48 15,2 1 0-15,0-1 0 0,0-3-64 0,2 1-32 0,0-1 0 0,2 0 0 16,0-1-64-16,0 1-16 0,2-3 0 15,0 1 0-15,0-1 128 0,0 1 32 0,2 0 0 16,-2-2 0-16,1 1 128 0,0 0 16 0,1 1 16 0,-3 2 0 16,2 0 304-16,-1 0 48 15,0 0 16-15,-1 0 0 0,0 0-240 0,0 2-32 0,-1 1-16 0,-1 0 0 0,1 1-96 0,0-2 0 16,-1 3-16-16,0 0 0 0,0-3-112 0,0 3 0 16,0 0-16-16,0-1 0 0,1 1-112 0,-1 1-32 15,1 0 0-15,0 1 0 0,0 0-16 0,1 2 0 16,-1-9 0-16,0 0 0 0,4 30-144 0,-4-30 0 15,0 0 144-15,5 35-144 16,-5-35 0-16,2 24 0 0,-2-24 0 0,0 0 0 16,5 35 0-16,-4-27 0 0,1 0-192 0,0 0 64 15,-1-4-1472-15,0 1-304 0</inkml:trace>
  <inkml:trace contextRef="#ctx0" brushRef="#br0" timeOffset="148483.79">20812 12236 3679 0,'0'1'320'0,"-1"-1"-320"16,1 1 0-16,0-1 0 0,0 0 1072 16,0 0 144-16,-1 2 16 0,0-2 16 15,0 1 496-15,0 1 112 0,1-2 0 0,-1 0 16 0,0 2-128 0,0-2-16 16,0-2-16-16,0 2 0 0,2 0-480 0,-1-2-80 16,2 1-32-16,-1-1 0 0,1 0-512 0,2-3-96 15,1 2-32-15,-1 0 0 0,3 0-224 0,-1-3-64 16,1 2 0-16,-1-1 0 0,2 0 32 0,0 1 0 15,0-3 0-15,-1 3 0 0,-1 1 208 0,2-2 32 16,-1 2 16-16,0 1 0 0,-2 1 0 0,1 0 0 16,-6 1 0-16,0 0 0 0,0 0-224 0,0 0-32 15,0 0-16-15,0 0 0 0,0 0 32 0,40 14 0 16,-40-14 0-16,0 0 0 0,0 0-16 0,0 0 0 16,0 0 0-16,0 0 0 0,40 21-80 0,-40-21-16 15,0 0 0-15,0 0 0 0,0 0-128 0,0 0 192 16,45 21-192-16,-45-21 192 0,0 0-64 0,0 0-128 15,41 10 192-15,-41-10-64 0,0 0-128 0,0 0 0 16,41 0 144-16,-41 0-144 0,0 0 0 0,30-9 0 0,-20 6 0 0,-1 1 128 16,0-3-128-16,-1 0-256 0,1 1 64 0,-1 1 0 31,0-2-2144-31,-1 3-432 0</inkml:trace>
  <inkml:trace contextRef="#ctx0" brushRef="#br0" timeOffset="148923.79">21456 12071 8287 0,'0'-1'368'0,"0"-2"80"0,0 1-448 0,-1 0 0 16,1 1 0-16,0 1 0 0,0 0 960 0,0-2 128 16,0 2 0-16,0-2 16 0,0 0 784 0,0 0 160 15,0 1 16-15,0 1 16 0,-1 0-336 0,0 3-64 16,0-3-16-16,-2 3 0 0,1 0-624 0,0 2-128 15,-2 0-16-15,-1 0-16 0,2 2-304 0,-3 0-64 16,1 0-16-16,0 1 0 0,-1 1-112 0,1 0 0 16,0 2-16-16,-1 0 0 0,2 1-48 0,-1-1-16 0,1 4 0 0,1 1 0 15,-1 0-64-15,1 1-16 0,1 0 0 0,1-3 0 16,2 3 16-16,0-5 0 0,-1-12 0 0,0 0 0 16,10 31-240-16,-10-31 176 0,0 0-176 0,0 0 160 15,0 0-160-15,35 35-224 0,-35-35 48 0,0 0 16 31,0 0-1280-31,45 12-256 0,-45-12-48 0,0 0-11824 0</inkml:trace>
  <inkml:trace contextRef="#ctx0" brushRef="#br0" timeOffset="149490.41">21660 12126 11055 0,'-4'0'480'0,"1"0"112"0,0 1-464 0,2 1-128 15,-1-2 0-15,1 2 0 0,0-2 1456 0,-2 3 272 16,0-1 48-16,-1 3 16 0,-1 2 128 0,-1 0 48 16,2 0 0-16,-1 3 0 0,2-1-624 0,0 3-112 15,1 0-16-15,-1 0-16 0,0 2-560 0,1-2-96 16,-1 0-32-16,0 0 0 0,0 0-352 0,0-1-160 15,2-3 128-15,1-1-128 0,-1 0 0 0,0-3 0 16,1-2 0-16,0-2-176 16,1 0-608-16,0-2-128 0,0 0-32 0,2-2 0 15,0-2-784-15,0 0-144 0,1-2-48 0,0-1 0 0,1-1-336 0,-1-1-80 0,1 1-16 0,-1-2 0 16,-1 0 816-16,1 1 176 0,-1 1 16 0,-1-2 16 0,-1 1 1072 0,0 1 256 16,0-2 0-16,-1 2 0 0,0 1 880 0,0 2 176 0,0 2 32 0,0 0 16 15,0 1 880-15,0 2 160 0,1 1 32 16,-1 1 16-16,2 0-16 0,-1 0 0 15,1 3 0-15,0-1 0 0,0 2-560 0,0-1-112 0,-2-3-32 16,0 0 0-16,0 0-544 0,0 0-112 0,21 33-32 0,-21-33 0 16,0 0-496-16,0 0-96 0,26 38-32 0,-26-38 0 15,0 0-160-15,0 0 0 0,24 38 0 0,-24-38 128 16,0 0-128-16,0 0 0 0,21 38 0 0,-21-38 0 16,0 0-160-16,0 0 160 15,0 0 0-15,0 0-144 0,0 0 144 0,0 0 0 0,0 0 0 0,0 0 0 16,0 0 0-16,0 0 0 0,0 0 0 0,0 0 128 0,0 0 64 15,39 0 0-15,-36-10 16 0,1-2 0 0,0 1 176 0,0-1 16 16,1-4 16 0,-1 1 0-16,2 1-224 0,0 0-32 0,0-3-16 0,0 3 0 0,-2 2-144 15,1 0 0-15,0 3 0 0,0-1-176 32,-1 3-928-32,-1 1-192 0,1 1-48 0,-1 4-14224 15</inkml:trace>
  <inkml:trace contextRef="#ctx0" brushRef="#br0" timeOffset="151084.35">21483 12044 2751 0,'1'-5'256'0,"0"2"-256"16,0 1 0-16,0 2 0 15,-1 0 896-15,0-1 128 0,1 0 16 0,0-4 16 0,0 0 112 16,0 3 32-16,-1-3 0 0,-1 3 0 0,-1-1 160 0,-1 3 48 0,0 0 0 0,-1 3 0 15,-1 2-256-15,0-2-32 0,-1 3-16 0,1 1 0 16,-1 1 112-16,1 1 32 16,-1 3 0-16,-1 2 0 0,3 3-224 0,-2-1-64 15,1 5 0-15,-1-1 0 0,1 3-448 0,-2-1-112 16,1 1-16-16,-1-1 0 0,0 3 880 0,-1 1 160 0,1-3 48 0,0-2 0 16,1-1-1728-16,1-3-352 0,1 0-64 15,-1-5-16-15,2 0 688 0,0-3 0 16,2-2 0-16,0 0 128 0,0-2-128 0,0-3 0 15,1-2 0-15,1-1-128 16,0-2-384-16,1 0-64 0,0-4 0 0,2 0-16 16,0-2-1600-16,-1-1-320 0,2 0-64 0,0-2-8192 0</inkml:trace>
  <inkml:trace contextRef="#ctx0" brushRef="#br0" timeOffset="151616.96">21407 12176 4607 0,'0'-16'192'0,"1"5"64"0,0 3-256 0,0 1 0 0,-1 4 0 0,1 1 0 16,0-1 1296-16,0-1 224 0,0-3 32 0,2-3 16 15,0 1 576-15,-1-3 112 0,1 2 32 0,1 1 0 16,0 2-144-16,-2 0-32 0,2 2 0 0,-1 3 0 16,1-1-448-16,-2 1-80 0,1 2-32 0,1 2 0 15,-1 3-512-15,1-3-96 0,-4-2-32 0,0 0 0 16,0 0-464-16,0 0-80 0,24 36-32 0,-24-36 0 16,0 0-80-16,0 0-32 0,0 0 0 0,30 38 0 15,-30-38 32-15,0 0 0 0,0 0 0 0,0 0 0 16,26 33-16-16,-26-33 0 0,0 0 0 0,0 0 0 0,0 0-32 15,17 36 0-15,-17-36 0 0,0 0 0 0,0 0-208 16,11 37 176-16,-11-37-176 0,0 0 160 0,8 34-160 0,-8-34 0 16,0 0 0-16,8 38 0 0,-8-38 0 0,0 0 0 15,8 35 0-15,-8-35 0 0,0 0 0 0,5 31 0 16,-4-21 0-16,1-3 0 0,-1 0 0 0,0-2 0 16,0 2 0-16,0-5 0 0,0 1 0 0,-1-1 0 15,0 0 0-15,0-2 0 0,0-2 0 0,0 2 0 16,0-3 0-16,-1 1 0 0,1-2 0 0,0 1 0 15,0-2 0-15,1-1 0 0,0 2 0 0,1-2 0 16,0 1 0-16,-1-1 0 0,1 0 0 0,0 0 0 0,1 0 0 0,0 1 0 16,-1-1 0-16,0 0 0 0,2 2 0 0,-1-4 0 15,0 2 0-15,1-2 0 0,0 1 0 0,1-2 0 16,-1-1 0-16,2-1 0 0,-1-1 0 0,2-2 0 16,-1-1 0-16,1-1 128 0,0-3-128 0,1 0 0 15,-1-3 128-15,0-2-128 0,1 1 0 0,-2-1 128 16,2 5-128-16,-2 0 0 0,1 0 144 0,-2 3-144 15,2 0 0-15,-3 3 0 0,0 4 0 0,-1 1 0 16,-2 5 0-16,-2 2 0 0,-2 1 0 0,-1 4 0 0,-2 4-160 16,-1 4 0-16,-1 0 0 0,0-1 0 15,1 2-928 1,1-1-176-16,2 1-32 0,0-3-9648 0,3-1-1936 0</inkml:trace>
  <inkml:trace contextRef="#ctx0" brushRef="#br0" timeOffset="152473.32">21780 11994 1839 0,'0'-2'160'0,"0"2"-160"0,0-2 0 0,0 1 0 0,0 1 864 0,0 0 144 15,0-2 16-15,0-1 16 0,0 1 288 0,-1-2 48 16,1 1 16-16,-1 1 0 0,1 1-160 0,0-1-16 16,-1 2-16-16,1 0 0 15,-1 0 80-15,0 2 0 0,0 1 16 0,-1-1 0 0,0 3 48 0,-1 0 16 16,1 3 0-16,-1 1 0 0,-1 2-256 0,-1 2-48 0,0 3-16 0,-2-2 0 15,2 2-480-15,-2-1-112 0,1 1 0 0,0 1-16 16,0-3-224-16,-1 3-32 0,1 2-16 0,-1-3 0 16,0 1 32-16,-1 0 0 15,2-1 0-15,-1 0 0 0,1-1-64 0,-1-1-128 0,3-2 192 0,-1 0-64 16,1-3-128-16,1 1 160 0,-1-3-160 0,2-2 160 16,0-1-160-16,0-1 128 0,2 2-128 0,-1-3 128 15,0-2-128-15,1 0 0 0,0 0 0 0,0 0 0 16,1-2 0-16,0-1 0 0,-1-1 0 0,2 1 0 15,1-2 0-15,0-2 0 0,1 0-144 0,-1 0 144 16,2-3-320-16,1 1 64 16,-1-2 0-16,2-1 0 15,-1 0-144-15,1 0-32 0,0 0 0 0,-1-2 0 0,2-3-80 0,-1 0-32 0,1-1 0 0,-1-1 0 0,0 2 288 0,-2 0 48 16,1 0 16-16,-3 2 0 0,1 2 192 0,-2 1 0 16,0 3 0-16,-1 2 0 0,0 2 128 0,-1-1 32 15,-1 3 0-15,1 1 0 16,-1 1 416-16,-1 1 96 0,1 1 16 0,-1 1 0 15,-1 1-112-15,1 0-32 0,-1 2 0 0,-1 0 0 0,1 3-192 16,-2 0-32-16,0 2-16 0,1 2 0 0,-1-2-48 0,-1 4 0 16,1 0 0-16,-2 0 0 0,2 1-256 15,-2 1 0-15,1 1 128 0,0-2-128 16,0 0 0-16,0 0 0 0,2 1 0 0,-2-4 0 0,1 2 0 0,2-4 0 0,0 1 0 0,0-2 0 16,-1-1 0-16,3-1 0 15,0-1 0-15,1-1 0 0,0-2 0 0,0 0 0 16,0-1 0-16,0-2 0 0,1 0 0 0,0-2-144 15,1-1 16-15,1 1 0 0,-1-2-656 0,1-2-128 0,0 2-32 0,1-3 0 16,1 0-720-16,-1-1-128 16,2-1-48-16,-1 0-9616 0</inkml:trace>
  <inkml:trace contextRef="#ctx0" brushRef="#br0" timeOffset="152908.01">21933 12033 1839 0,'1'-1'160'0,"-1"-1"-160"0,0-1 0 0,0 3 0 16,0-2 1264-16,0 1 208 0,0 1 64 0,-1 0 0 16,1-2 576-16,-2 0 112 0,1 0 16 0,-1 0 16 15,-1 2-272-15,0 0-48 0,0 2-16 0,0 0 0 16,-1 0-448-16,-1 3-112 0,2 0-16 0,-2-1 0 16,-1 4-144-16,2-3-48 0,-2 2 0 0,1 2 0 15,0-2-384-15,-1 3-64 0,2-1-32 0,-1 1 0 0,1 1-240 0,-1 0-48 16,0 0-16-16,2 1 0 0,-2 0-64 0,1 2-16 15,1-2 0-15,0 2 0 16,0-2 32-16,0 0 16 0,1 2 0 0,0-2 0 0,2-1-16 16,0 1 0-16,0-2 0 0,0-10 0 0,0 0-112 0,0 0-16 15,12 35-16-15,-12-35 0 0,0 0-176 16,0 0 0-16,0 0 0 0,0 0 0 0,0 0 0 0,43 17 0 16,-34-19 0-16,1-1 0 0,-1 1-288 0,1-2-96 15,1 1 0-15,0 0-16640 0</inkml:trace>
  <inkml:trace contextRef="#ctx0" brushRef="#br0" timeOffset="153956.7">22083 12186 6447 0,'-2'0'576'0,"1"-2"-576"0,1 0 0 0,-1 2 0 16,1-1 1168-16,0 1 128 0,-1-2 32 0,-1 0 0 16,-1-1 464-16,2 1 112 15,-1-1 16-15,1-1 0 0,0 1-256 0,0 1-64 0,1-2 0 0,1 1 0 16,1 0-192-16,0 1-32 0,0 0-16 0,1-1 0 15,1-1-320-15,-1 3-64 0,2-2-16 0,1 2 0 0,-2 1-80 0,1 0-32 16,-5 0 0-16,0 0 0 16,0 0-272-16,0 0-48 15,0 0-16-15,0 0 0 0,32 30-384 0,-30-24-128 0,-2-6 0 0,0 0 0 16,3 21 0-16,-3-14 0 16,-1 0 0-16,-1 0 0 0,1-3 0 0,-1 2 0 15,-1 0 0-15,0-3 0 0,-1 2 0 0,1-1-256 16,-1-1 80-16,0 0 16 15,0 1-240-15,0-2-48 0,0 0-16 0,-1 1 0 0,2-1 48 0,-1 1 16 0,-1-1 0 0,1 0 0 16,-1 1 208-16,1 0 64 0,0 1 0 0,0-4 0 16,1 3 128-16,1 1-208 0,0-3 80 0,0 1 128 15,1 0 0-15,0-1 0 0,1 0 0 0,0-1 0 16,0 0 0-16,2 0 0 0,0 0 0 0,0 0 0 16,1-1 0-16,0 0 0 0,1-1 192 0,-1 0-64 15,3 1 336-15,0-1 64 0,-1 2 16 0,2-2 0 16,-7 2-64-16,0 0-16 0,0 0 0 0,0 0 0 0,0 0-240 0,39 2-48 15,-34 0-16-15,1-2 0 0,-6 0-160 16,0 0 0-16,0 0 0 0,0 0 0 16,36-5-1152-16,-29 3-144 0,3 0-48 0,-2-1 0 15,1-1-1984-15,1 1-416 0</inkml:trace>
  <inkml:trace contextRef="#ctx0" brushRef="#br0" timeOffset="154335.51">22344 12196 4031 0,'4'-3'0'0,"-2"0"176"0,0 1-48 0,-1 0-128 0,-1 2 0 0,0 0 0 15,0 0 0-15,0-2 0 0,0 2 1936 0,0-3 288 0,0 3 48 16,-1-2 16-16,0 2-304 0,-1 0-48 0,0 2-16 0,-1-1 0 16,0 3-224-16,1-2-48 0,-2 3-16 0,0 0 0 15,0-1-288-15,0 4-48 0,-1-3-16 16,1 4 0-16,1 0-416 0,-1-2-96 0,0 4 0 0,2-2-16 16,-1 0-208-16,2 0-32 0,0-1-16 0,2-1 0 15,1 0-64-15,0-2-16 0,-2-5 0 0,0 0 0 16,0 0-208-16,0 0-32 0,0 0-16 0,0 0 0 15,43 11 0-15,-34-13 0 0,1-3 0 0,0-2 0 16,0 2 16-16,0-4 0 0,1-1 0 0,2 1 0 16,-2-3-176-16,0 1 0 0,-1-1 144 0,-1 0-144 15,0 2 0-15,-4-2 0 0,0 2 0 0,-2 1-128 0,-2 0-112 0,-2 1-16 16,-2-1 0-16,-2 2 0 16,-1 2-128-16,-4 0-48 0,-1 3 0 0,-2 1 0 15,-2 2-256-15,1 1-48 0,-1 3-16 0,1-2 0 0,1 1 480 0,1 1 80 16,1 1 32-16,1 0 0 0,2 1-160 0,2 0-48 15,2 0 0-15,1-2 0 16,2 1-864-16,2 0-176 0,-1-6-48 0,0 0-10560 16</inkml:trace>
  <inkml:trace contextRef="#ctx0" brushRef="#br0" timeOffset="154679.97">22625 12264 19343 0,'0'2'848'0,"0"1"192"0,0-1-832 0,0-1-208 15,1 1 0-15,-1 0 0 0,0-2 928 0,0 2 144 16,1 3 16-16,-1 1 16 16,-1 2-464-16,0-1-112 0,-1 1-16 0,0-2 0 0,-1 2-352 0,-1-1-160 15,-2 0 128-15,1-2-128 16,-2 2-1088-1,-2 0-288-15</inkml:trace>
  <inkml:trace contextRef="#ctx0" brushRef="#br0" timeOffset="155129.94">22274 11902 7359 0,'-1'-2'320'0,"0"1"80"0,1-1-400 0,-1 1 0 16,1 1 0-16,-1 1 0 0,1-1 1376 0,-1 2 192 16,0-1 32-16,-1 1 16 0,-1 2 672 0,0 1 128 15,-1 2 16-15,0-2 16 0,1 3-912 0,-2 0-192 16,1-1-48-16,0 3 0 16,0-3-528-16,0 2-96 0,0 1-32 0,-1-3 0 0,2 0-400 0,-1 1-96 0,2-2-16 0,0 2 0 15,0-2-128-15,0 0 0 0,0 0 0 0,0-1 0 16,1 0 0-16,1 2 0 0,0-1 128 0,0-2-128 31,0 4 0-31,0-2 0 0,2-1 0 0,-1 1 0 0,-1-6 0 0,0 0 0 0,0 0 0 0,0 0 0 31,0 0 160-31,0 0 48 0,49 20 16 0,-34-25 0 0,3 0 176 0,1-2 48 16,2-2 0-16,0 1 0 0,-1-1-656 0,0 0-128 0</inkml:trace>
  <inkml:trace contextRef="#ctx0" brushRef="#br0" timeOffset="156738.62">23012 11982 3679 0,'1'0'320'16,"0"-2"-320"-16,-1-1 0 0,0 3 0 0,0 0 1040 0,1-2 144 15,-1 0 32-15,1-1 0 16,-1 1 512-16,1-3 96 0,-1 2 32 0,0 1 0 0,-1 1-192 0,0 0-48 0,-1 1 0 0,-1 2 0 16,1 0-368-16,-2 1-80 0,2 0-16 0,-1 1 0 15,-1 3-224-15,0 0-48 0,-1 3-16 0,0 2 0 16,0 2-224-16,-2 0-32 0,1 3-16 0,-1 2 0 16,2-1-304-16,-1 2-64 0,1-1-16 0,2 0 0 15,-1-1-80-15,2 0-128 0,1-2 176 0,1-16-176 16,2 24 128-16,-2-24-128 0,0 0 0 0,0 0 0 15,0 0 0-15,0 0 0 0,29 32 0 0,-29-32-144 32,0 0-224-32,0 0-32 0,39 3-16 0,-39-3 0 0,0 0-960 0,35-2-192 0,-35 2-32 15,26-1-16-15,-26 1-480 0,26-4-80 0</inkml:trace>
  <inkml:trace contextRef="#ctx0" brushRef="#br0" timeOffset="157054.55">23244 12004 3679 0,'-5'-1'320'0,"2"-1"-320"16,1 2 0 0,1 0 0-16,0 2 1744 0,-1-2 288 0,1 1 48 0,-1 2 16 0,-2 0-368 0,-1 5-80 15,-2-1-16-15,0 4 0 16,-1 1-240-16,1 2-48 0,0 1-16 0,-2 2 0 15,3-1-400-15,-1-2-80 0,2 3-16 0,-1-3 0 16,3 0-272-16,2-1-64 0,0-2-16 0,0-2 0 16,2-3 0-16,-1-6 0 0,0 0 0 0,0 0 0 15,0 0 144-15,0 0 16 0,0 0 16 0,39 14 0 16,-29-17-128-16,0 1-16 0,1-1-16 0,-1 1 0 16,-10 2-272-16,22-5-48 0,-14 3-16 0,0-1 0 15,1 0-160-15,-1-1 0 0,-1 2-160 0,2-1 160 16,-3-1-1344-1,2 0-160-15,-3-1-32 0,1 1-16 0,-1 0-1072 0,0-1-192 0,-1 1-64 0,-1-1-6320 16</inkml:trace>
  <inkml:trace contextRef="#ctx0" brushRef="#br0" timeOffset="157231.76">23315 12070 5119 0,'-3'-5'0'0,"2"2"224"0,0 1-64 0,0 0-16 0,0 2-144 0,0 0 0 15,1 0 0-15,-1 0 0 0,-1 0 1488 0,0 0 272 16,-1 1 48-16,0 2 16 0,-1 3 80 0,0 1 16 0,0 3 0 0,-1 2 0 15,-1 1-144-15,2 3-32 0,-2 2 0 0,2 0 0 16,0-1-656-16,0 0-128 0,0-1-16 0,3-3-16 16,0-2-608-16,0-1-128 0,2-2-32 0,-1 0 0 31,2-3-1456-31,-1 2-304 0</inkml:trace>
  <inkml:trace contextRef="#ctx0" brushRef="#br0" timeOffset="157467.02">23382 12263 6447 0,'0'0'272'0,"0"0"80"0,1 1-352 0,-1-1 0 15,0 0 0-15,1 2 0 16,0-2 1968-16,0 3 320 0,1-1 64 0,0 3 16 0,-2-5 64 0,0 0 0 15,0 0 16-15,0 0 0 0,0 0-400 16,0 0-96-16,0 0-16 0,29 31 0 0,-26-29-1184 0,0 1-240 16,-1-3-64-16,0 2 0 15,0-2-704-15,0 0-128 0,0 0-48 0,0-2-13520 0</inkml:trace>
  <inkml:trace contextRef="#ctx0" brushRef="#br0" timeOffset="157881.28">23591 12094 12895 0,'-3'2'576'0,"2"-2"112"0,0 0-560 0,0 0-128 0,1 0 0 0,0 0 0 15,0 0 1568-15,1 1 288 0,0-1 48 0,1 1 16 0,1-1-128 0,-1 0 0 16,3 0-16-16,-1 2 0 0,1-2-240 0,0 0-64 15,0 0 0-15,2 0 0 0,-7 0-512 0,0 0-96 16,0 0-32-16,0 0 0 16,0 0-496-16,0 0-96 0,36 12-32 0,-36-12 0 0,0 0-208 0,0 0 0 15,0 0 0-15,0 0 0 0,0 0 0 0,14 36 0 16,-16-31 0-16,-1 2-160 0,0 0-192 0,-2 0-32 16,-1 0-16-16,0 0 0 15,-1 0-224-15,0 0-32 0,0-2-16 0,0 0 0 16,1 2 16-16,-1-2 0 0,2-1 0 0,0 1 0 0,2-1 272 0,0-1 64 15,2 0 16-15,1 2 0 16,0-2 432-16,0 0 96 0,2 0 16 0,0 0 0 0,-2-3 336 0,0 0 64 0,0 0 0 0,0 0 16 16,0 0-96-16,36 4-32 0,-30-5 0 0,0 0 0 15,-6 1-384-15,17-7-144 0,-9 4 0 0,1-1 144 16,0-1-640-16,-1 0-128 16,2 0-16-16,-2 0-16 0,1-1-1520 0,-1 1-320 0</inkml:trace>
  <inkml:trace contextRef="#ctx0" brushRef="#br0" timeOffset="158178.44">23861 12022 8287 0,'-1'-4'368'0,"1"1"80"0,0 1-448 0,0 2 0 16,0 0 0-16,-1 0 0 16,0 2 1600-16,-1 1 256 15,0 1 32-15,-3 2 16 0,1 5 288 0,-4 1 64 0,1 4 16 0,-1 1 0 16,1-1-688-16,-1 1-144 0,0 0-32 0,1 0 0 0,0-1-496 0,2-1-96 0,1-2-32 15,0-1 0 1,4-12-320-16,0 0-64 0,0 26-16 0,0-26 0 0,0 0-64 0,0 0-32 16,0 0 0-16,0 0 0 15,42 10 240-15,-42-10 48 0,28-3 16 0,-28 3 0 16,29-6-208-16,-29 6-64 0,29-8 0 0,-29 8 0 16,29-6-320-16,-16 2 0 0,-13 4 0 0,25-6 128 15,-14 3-128-15,-1-1-128 0,0 1 128 0,-1-1-192 16,-2 1-688-16,0 0-144 0,-2 0-16 0,0 0-16 15,-2 0-1136-15,0 1-240 0,-2-3-32 0,0 3-9648 16</inkml:trace>
  <inkml:trace contextRef="#ctx0" brushRef="#br0" timeOffset="158373.51">23978 12077 1839 0,'-2'0'160'0,"1"0"-160"16,1 0 0-16,-1 2 0 0,1-2 1680 0,-1 1 304 15,0 1 64-15,-1 2 16 0,-2 1 320 0,1 0 64 16,-2 4 16-16,-1-1 0 0,1 3-544 0,0 1-128 15,0 1 0-15,-1 0-16 0,0 1-240 0,2 0-32 16,-1-1-16-16,1 0 0 0,1 0-592 0,1-2-128 0,0-1-32 0,2-10 0 16,0 0-736-16,0 0 0 15,2 26 0-15,-2-26 0 16,0 0-1232-16,0 0-192 0,0 0-48 0,0 0-11408 0</inkml:trace>
  <inkml:trace contextRef="#ctx0" brushRef="#br0" timeOffset="158628.41">24059 11980 13823 0,'0'-2'608'0,"0"2"128"0,1 0-592 16,0 0-144-16,0 0 0 0,0 0 0 16,1 2 1936-16,0-2 368 0,1 2 64 0,-3-2 0 0,0 0-304 0,0 0-64 15,0 0-16-15,0 0 0 16,44 21-256-16,-44-21-64 0,0 0-16 0,0 0 0 0,40 27-704 0,-40-27-144 15,0 0-32-15,33 26 0 0,-33-26-384 0,0 0-96 16,29 32-16-16,-29-32 0 0,0 0-272 0,20 38 160 16,-20-38-160-16,6 32 128 0,-6-32-128 0,-2 35 0 15,-2-18 0-15,-1-1 0 0,-2 3 0 0,-1-2 0 16,-1-3 0-16,1-2 0 0,0 0-272 0,-1-3-96 0,2 0-16 0,-1-1-11072 16,1-1-2208-1</inkml:trace>
  <inkml:trace contextRef="#ctx0" brushRef="#br0" timeOffset="159101.79">24222 11965 3679 0,'-2'-1'160'0,"0"1"32"0,2 0-192 0,-1-1 0 16,1 1 0-16,0 0 0 0,0 0 1472 0,0 0 240 16,0 0 48-16,0 0 16 0,1 0 720 0,-1 0 128 15,3-2 48-15,-1 2 0 0,2-1-320 0,0 1-64 16,0 0-16-16,1-2 0 0,0 2-864 0,1 0-192 16,-1 0-16-16,1 0-16 0,-6 0-720 0,0 0-144 15,0 0-16-15,0 0-16 16,0 0-288-16,0 0 128 0,0 0-128 0,0 0 0 0,29 31 0 0,-30-26 0 0,0-1 0 0,-1 2 0 15,-1-2 0-15,1 1-176 0,-1 0 0 0,-1-1 0 32,0 1-240-32,1-2-48 0,-1 0-16 0,0-2 0 15,0 2-112-15,1-1-32 0,-1 0 0 0,0-1 0 16,2 1-384-16,-1-2-80 0,1 0 0 0,0-2-16 16,1 1 400-16,0 1 96 0,1-2 16 0,1 0 0 0,0 1 368 0,1 1 80 0,0-2 16 0,1 1 0 15,0 0 304-15,2 1 64 0,-1 0 16 0,0 0 0 16,1 0 816-16,0 0 160 0,-5 0 48 0,0 0 0 15,0 0-32-15,0 0 0 0,30 2 0 0,-30-2 0 16,0 0-704-16,0 0-144 0,0 0-16 0,0 0-16 16,34 5-560-16,-29-7-96 0,1 2-32 0,-1-1-14256 15</inkml:trace>
  <inkml:trace contextRef="#ctx0" brushRef="#br0" timeOffset="159445.13">24474 11943 17503 0,'7'-3'1552'0,"-3"2"-1232"0,-2-1-320 0,1-1 0 16,0 3 960-16,-2 0 144 0,0 0 32 0,1 0 0 16,0-2 608-16,1 1 128 0,2 0 32 0,0 1 0 0,-1 1 80 15,-4-1 0-15,0 0 16 0,0 0 0 0,0 0-896 0,0 0-176 16,0 0-32-16,32 39-16 0,-32-39-544 0,0 0-96 16,13 40-32-16,-13-40 0 0,7 36-16 0,-7-36-16 15,7 43 0-15,-7-43 0 0,4 54-48 0,-3-25-128 16,-2-1 192-16,0-2-64 0,0-1-128 0,-2-2 0 15,-1 0 0-15,-3-4 0 0,1 0 0 0,-1-2 0 16,-3-1 0-16,0-1 0 0,-1 1-176 0,-2-1-16 16,-2-3 0-16,0 2-17632 0</inkml:trace>
</inkml:ink>
</file>

<file path=ppt/ink/ink16.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1:29:28.426"/>
    </inkml:context>
    <inkml:brush xml:id="br0">
      <inkml:brushProperty name="width" value="0.05292" units="cm"/>
      <inkml:brushProperty name="height" value="0.05292" units="cm"/>
    </inkml:brush>
  </inkml:definitions>
  <inkml:trace contextRef="#ctx0" brushRef="#br0">4130 3349 10127 0,'-1'0'896'16,"1"0"-704"-16,0 0-192 0,0 0 0 15,0 0 672-15,0-2 96 0,0 2 32 0,0-2 0 0,1 1 592 0,-1-1 112 16,1 0 32-16,0 0 0 0,-1 2-480 0,1 0-96 15,-1 2 0-15,0 0-16 0,1 5-176 16,-1 1-48-16,0 4 0 0,-1 4 0 0,1 3 48 0,0 2 0 16,0 3 0-16,-1 2 0 0,0 3-64 0,0-1-16 15,1 1 0-15,-1 1 0 16,1-1-272-16,0-5-48 0,1-4-16 0,0 0 0 0,1-4-352 0,-1-1 0 16,1-4 0-16,1 0 0 0,0-3-256 0,-1-1-112 15,0-2-16-15,-1-4-16 16,1 1-2160-16,-2-2-448 0</inkml:trace>
  <inkml:trace contextRef="#ctx0" brushRef="#br0" timeOffset="332.06">4089 3292 8287 0,'0'0'736'0,"0"-2"-592"15,1 0-144-15,0 0 0 16,0 1 1360-16,1-1 240 0,1-3 64 0,3-4 0 0,4-3 720 0,3-3 160 31,3-1 16-31,0 3 16 0,1 0-848 0,2 3-192 0,-2 3-16 16,1 2-16-16,-2 5-768 0,-16 0-160 0,0 0-16 0,50 15-16 0,-50-15-288 0,0 0-48 16,43 43-16-16,-43-43 0 0,0 0-192 0,22 44 176 15,-22-44-176-15,4 30 160 0,-5-16-16 0,-2 2 0 16,-5 0 0-16,0 4 0 15,-3-4-16-15,0 1-128 0,-3 0 192 0,-1-1-64 0,1-4-128 16,-2 0 0-16,1-2 0 0,-3-1 0 0,-1 0 0 0,1-1 0 0,0-2 0 16,2 1 128-16,0-2-128 0,3-3 0 0,3 3 0 0,0-5 0 31,4 3-1072-31,1-3-80 0</inkml:trace>
  <inkml:trace contextRef="#ctx0" brushRef="#br0" timeOffset="1264.95">4807 3172 1839 0,'0'-3'160'0,"0"1"-160"0,1 2 0 0,-1-2 0 16,1 1 1040-16,-1 1 176 0,1-2 48 0,-1 2 0 0,1-1 64 0,0-2 16 16,1 0 0-16,-1 0 0 15,1 1-272-15,-1 0-48 0,0 0-16 0,-1 0 0 0,-1 1-416 0,1 1-80 16,-1 0 0-16,-1 0-16 0,0 1 64 0,-1 1 16 16,0 1 0-16,-2 0 0 0,1 0-192 0,-1 2-48 15,0-1 0-15,-1 1 0 0,-2 2-16 0,1 3-16 16,-1-1 0-16,-1 0 0 0,2 3 128 0,-1 0 16 15,2 0 16-15,-1 2 0 16,2-2 144-16,0 5 32 0,2 0 0 0,1 1 0 16,1 4 384-16,0-1 64 0,1 0 32 0,1-1 0 0,0-1-48 0,-1-19-16 0,6 35 0 15,-6-35 0-15,0 0-304 16,18 42-64-16,-18-42-16 0,0 0 0 0,0 0-416 0,28 36-96 16,-28-36-16-16,0 0 0 0,0 0-144 0,0 0 0 0,0 0 0 0,42 22 0 31,-36-22-464-31,-3 2-128 0,2-2-32 0,0 0-9600 0,-2-2-1920 15</inkml:trace>
  <inkml:trace contextRef="#ctx0" brushRef="#br0" timeOffset="1676.47">4895 3312 12895 0,'1'0'576'0,"-1"-2"112"0,1 2-560 0,0 0-128 0,0 0 0 0,0 0 0 0,1 0 1872 0,1-1 352 16,3 1 64-16,1-2 16 0,4 1 32 0,1-3 16 15,1 2 0-15,0-3 0 0,1 0-1072 0,-1 0-192 16,1 0-64-16,0-1 0 0,-2-1-512 0,-1 2-128 16,0 2 0-16,-1-2-16 0,-2 3-176 15,-2 0-16-15,1 2-16 0,-2 0 0 0,-2 0-160 0,0 2 0 0,-1 0 0 0,-1 3 0 16,-2-2 0-16,-1 2 0 0,-1 2 128 0,0-1-128 15,-1 3 0-15,-1-1 0 16,0-1 0-16,-2 3 0 0,1-1 0 0,-1-1 0 0,1 3 0 0,-1-1 0 16,2-3 0-16,-1 2 0 15,0-1 0-15,3-2 0 0,0 2 0 0,1-4 0 0,2 1 0 0,1-2 0 16,2-1 0-16,0-2 0 0,1 0 0 0,2 0 0 16,0-2 0-16,2-1 0 15,-1 1 0-15,1-3 128 0,-1 3-128 0,1-3 160 0,2 0-160 0,-1 1 160 16,1-3-160-16,0 2 0 0,0 0 144 0,0-1-144 31,1-2-944-31,1 1-256 0,1-3-48 0,1 1-13472 16</inkml:trace>
  <inkml:trace contextRef="#ctx0" brushRef="#br0" timeOffset="2003.36">5341 3160 11055 0,'3'-3'480'0,"-2"-1"112"0,1 3-464 0,-2-1-128 0,0 2 0 0,1 0 0 16,-1 0 1968-16,1 0 368 0,0 0 80 0,1 0 16 0,-1 2 112 0,1 1 16 15,-1-1 16-15,0 2 0 0,0 2-1040 16,0 1-192-16,0 0-64 0,-1 2 0 16,1 1-592-16,0 0-128 0,0 1-32 0,-1-11 0 15,0 0-176-15,0 0-32 0,0 0-16 0,19 43 0 0,-14-38-48 0,-5-5-16 16,0 0 0-16,0 0 0 0,0 0-32 0,38 23 0 16,-38-23 0-16,0 0 0 15,0 0-80-15,0 0-128 0,45 26 176 0,-45-26-176 16,0 0 144-16,0 0-144 0,0 0 0 0,37 34 144 15,-31-29-144-15,-1 2 0 0,0-3 0 0,-2 1 0 16,0 0 0-16,-1-1 0 0,0-1 0 0,-2 0 0 0,1 0 0 16,-2 0 0-16,-1 0 0 0,-1-1 0 0,-1 1 0 15,-2 0 0-15,0 0 0 0,-4 0 0 0,0 0 0 0,-2 1 0 16,-2 1 0-16,-2 2 0 0,2-4 0 0,1 2-144 16,-1-1 144-16,1-2-208 15,1 0-352-15,0-1-64 0,2-2-16 0,1-2-10352 16,2 0-2064-16</inkml:trace>
  <inkml:trace contextRef="#ctx0" brushRef="#br0" timeOffset="2167.71">5344 3160 15663 0,'1'0'688'0,"1"0"144"0,0 0-656 0,1 0-176 0,-1 0 0 0,0 0 0 16,2 1 2752-16,0-1 528 0,5 1 112 0,3-1 0 15,4 0-800-15,1-2-160 0,1-1-48 0,-1-2 0 16,0 1-1472-16,0-1-288 0,-1 0-64 0,1 1-16 15,1-1-544-15,-2 0 0 0,-1 3 0 0,-1-2-11328 16,0 3-2320-16</inkml:trace>
  <inkml:trace contextRef="#ctx0" brushRef="#br0" timeOffset="2881.52">6017 3152 7359 0,'3'-2'656'0,"-1"1"-528"16,0 0-128-16,-2 1 0 15,0 0 944-15,1-2 144 0,2 2 48 0,0-3 0 0,2-1 1264 0,-1 1 256 16,2 1 48-16,-2-1 16 0,-1 1-864 16,0 2-160-16,0-2-32 0,-1 2-16 0,0 0-832 0,-2 0-176 15,0 2-16-15,0-2-16 0,1 2-256 16,-2-2-48-16,1 3-16 0,-1-3 0 0,-2 2-64 0,0 0-16 0,-1 1 0 0,1 0 0 15,-2 1-32-15,0-2-16 16,-1 3 0-16,-2 0 0 16,0-1-32-16,0 1-128 0,-2 1 192 0,1 0-64 15,-2 1-128-15,0 1 128 0,-1-1-128 0,0 0 128 0,0 0-128 0,1 0 0 0,0-2 0 0,1 2 0 16,1-4-320-16,0 0 48 0,2 0 16 0,1 0 0 16,0-1 256-16,1 0 0 0,-1 0-128 0,2-2 128 15,1 0 0-15,-1 0 0 0,2 0 0 0,0 0 0 16,1 1 0-16,1-1 272 15,0 0-16-15,0 2-16 0,1-2 240 0,1 0 48 16,1 2 16-16,0 1 0 0,2-1 96 0,0 1 32 0,1 1 0 0,3 1 0 0,-9-5-224 0,0 0-64 16,0 0 0-1,39 28 0-15,-39-28-80 0,0 0-32 0,0 0 0 0,43 26 0 0,-43-26-112 0,0 0-32 16,0 0 0-16,46 22 0 16,-46-22-128-16,0 0 0 0,0 0 0 15,42 14 0-15,-33-12-160 0,-2-2-16 0,0 2 0 16,-3-1-11296-1,-1 1-2272-15</inkml:trace>
  <inkml:trace contextRef="#ctx0" brushRef="#br0" timeOffset="3106.98">5874 3385 911 0,'-7'5'0'0,"1"-4"0"0,2 0 0 0,1 1 0 16,1-1 1408-16,2-1 208 0,-1 2 48 0,-1 0 0 15,0 1 1072-15,0 1 208 0,-1 1 64 0,2 1 0 16,1-2-256-16,1 3-64 0,2-3 0 0,0 2 0 16,2 0-640-16,-5-6-144 0,0 0-32 0,0 0 0 15,0 0-672-15,45 29-144 0,-45-29-32 0,0 0 0 0,0 0-576 0,46 19-128 16,-46-19-32-16,0 0 0 0,39 12-288 0,-39-12 0 16,0 0 0-16,0 0-11488 15,46 19-2320-15</inkml:trace>
  <inkml:trace contextRef="#ctx0" brushRef="#br0" timeOffset="3386.98">6229 3233 10127 0,'1'-5'896'0,"0"2"-704"16,1 0-192-16,-1 2 0 0,0 1 1600 0,1-2 272 15,1-3 64-15,0-1 16 0,4-2 400 0,0 1 80 0,3 0 0 0,-1 2 16 16,0 0-1088-16,1 5-208 0,-10 0-64 0,0 0 0 16,36 15-256-16,-36-15-48 0,0 0-16 0,46 43 0 15,-46-43 64-15,31 38 0 0,-31-38 0 0,31 38 0 16,-31-38-128-16,32 40 0 0,-32-40-16 0,29 35 0 16,-29-35-352-16,0 0-64 0,38 45-16 0,-38-45 0 15,0 0-256-15,0 0 0 0,43 36 0 0,-43-36 0 16,0 0-1152-1,34 11-224-15</inkml:trace>
  <inkml:trace contextRef="#ctx0" brushRef="#br0" timeOffset="3733.24">6611 3157 2751 0,'-1'1'256'0,"-1"-1"-256"15,1 0 0-15,0 2 0 0,0-2 2032 0,-1 2 352 0,0 0 80 0,-2 3 16 16,-3 1 464-16,-1 1 112 15,-2 4 16-15,-1-2 0 0,1 2-928 0,0 0-176 0,-2 3-48 0,-1-2 0 16,-1 2-608-16,-2 0-128 0,0 0-32 0,-3 3 0 0,0 0-448 0,-2-2-112 16,4 0-16-16,0-1 0 0,2 1-384 0,-1-1-192 15,2 3 160-15,0-3-160 0,3 2 0 0,1-4 0 16,3 0 0-16,-1-2 0 16,4 0-720-16,0-3-96 0</inkml:trace>
  <inkml:trace contextRef="#ctx0" brushRef="#br0" timeOffset="4111.8">6227 3214 4655 0,'-3'-4'0'0,"1"1"192"0,0-1-48 0,1 3 0 0,0 1-144 0,0 0 0 16,0 0 0-16,1 0 0 0,-3 0 3136 0,1 1 608 0,-1 0 112 0,1-1 32 15,1 1-880-15,1 1-160 0,2-2-32 0,1-2-16 16,1 1-1152-16,1-1-240 0,3 0-32 0,1 0-16 16,1-3-480-16,2-1-112 0,2 0 0 0,0 1-16 0,1-1-272 0,1 1-48 15,0 1-16-15,3 0 0 0,0 2-96 0,2-1-32 16,-1 3 0-16,0 1 0 0,-20-1-96 15,42 7 0-15,-42-7-16 0,42 7 0 0,-42-7-176 0,39 11 0 16,-39-11 0-16,0 0 0 0,49 12 0 0,-49-12 0 16,32 3 0-16,-18-3 0 15,0-3-736-15,-2 1-80 0,1 1-16 0,-4-2 0 16,0 0-1184-16,-2 0-240 0,-1 1-48 0,-2-2-16 16,-1 2-144-16,-2 1-32 0,0-1 0 0,-2 2-7472 0</inkml:trace>
  <inkml:trace contextRef="#ctx0" brushRef="#br0" timeOffset="4459.71">6273 3525 1839 0,'-3'2'160'0,"0"1"-160"16,2 0 0-16,0-2 0 0,0-1 816 0,-1 2 128 0,-2 1 16 0,0 2 16 16,-3 0 528-16,1 2 96 0,0-3 32 0,1-1 0 0,3-1-160 0,1-1-16 15,0-1-16-15,2-1 0 16,1-1 176-16,0-1 48 0,3 1 0 0,0-2 0 0,2 1 112 0,0 0 16 16,1 1 16-16,0 0 0 15,2 0-400-15,2 0-64 0,2 1-32 0,2 1 0 16,-16 0-384-16,36 1-80 0,-36-1-16 0,37 4 0 15,-37-4-304-15,45 2-64 0,-45-2-16 0,48 5 0 16,-48-5-224-16,46 3-48 16,-46-3-16-16,45 4 0 0,-45-4-160 0,44 0 0 15,-25 0 0-15,0 0 0 0,1 0-256 0,-2 0-48 0,-1-2 0 0,-1-1-16624 16</inkml:trace>
  <inkml:trace contextRef="#ctx0" brushRef="#br0" timeOffset="5014.39">7237 3118 911 0,'1'-1'0'0,"-1"-1"0"16,1 1 0-16,0-1 0 0,0 2 2576 0,-1-1 432 15,1 1 96-15,-1-1 16 0,1-1 384 0,0 0 80 0,-1-1 0 0,-1 1 16 16,-1 1-1488-16,-1 1-288 15,0 0-64-15,-4 1-16 0,-1 1-1072 0,-1 0-224 0,-2 1-32 0,-2 1-16 16,0-1-112-16,-1 2-32 0,-3 1 0 0,-2 2 0 16,1-2 0-16,-1 2 0 0,2 1 0 0,-2-1 0 15,-2 3-256-15,0-1 0 16,3 0 0-16,1-2 0 0,4 1-208 0,1-3-112 0,2 0 0 0,2-2-16 16,2 0 336-16,1-3-144 0,3 1 144 0,-1-2 0 15,2 0 0-15,0 0 0 0,1-3 192 0,1 3-48 16,1-4 528-16,0 3 96 0,1-2 32 0,0 2 0 0,1-2-128 0,0 3-32 15,3 0 0-15,-2 0 0 0,2 1-256 16,0 1-64-16,1 0-16 0,-1 3 0 0,-7-5-160 0,0 0-16 16,0 0-128-16,0 0 192 0,41 21-192 0,-41-21 128 15,0 0-128-15,0 0 0 0,38 19 0 0,-29-16 128 16,1-1-128-16,-1 0 0 16,0 0 0-16,0-1 0 0,3 1 0 0,-2 0 0 0,0-1 0 0,-1-1 0 15,0 0 0-15,-3 2 0 0,1-2-240 0,-3-2-32 16,0 4-16-16,-1-2-11568 15,-1 0-2320-15</inkml:trace>
  <inkml:trace contextRef="#ctx0" brushRef="#br0" timeOffset="5282.28">6893 3341 1839 0,'-7'3'0'0,"3"-2"160"15,1 3-160-15,0-3 0 0,1 1 0 0,1-2 0 16,0 1 1728-16,-1 2 320 0,0 0 64 16,0 2 16-16,0 0 496 0,1 0 112 0,2 0 16 0,1-2 0 0,2 0-304 0,1 0-48 31,1 0-16-31,3-2 0 0,0 1-352 0,2 1-80 0,-11-3-16 0,28 2 0 0,-28-2-784 0,27 3-144 16,-16-1-48-16,-11-2 0 0,0 0-496 0,44 4-96 15,-44-4-32-15,33 8 0 0,-33-8-336 0,0 0 144 16,41 7-144-16,-41-7 0 15,0 0 0-15,40 10 0 0,-40-10 0 0,0 0 0 16,0 0-704-16,34 10-160 0</inkml:trace>
  <inkml:trace contextRef="#ctx0" brushRef="#br0" timeOffset="5692.2">7374 3127 9215 0,'0'-7'400'0,"1"1"96"0,1 2-496 0,0 0 0 16,-1 1 0-16,1 0 0 0,0 1 1984 0,2 0 320 16,2-3 48-16,4-2 16 0,0-1-64 0,2 2-16 0,1 1 0 0,0 0 0 0,0 3-704 0,0 2-144 31,-13 0-32-31,0 0 0 0,34 9-560 0,-34-9-112 0,0 0-32 0,0 0 0 0,33 31-160 0,-33-31-32 15,0 0-16-15,0 0 0 0,8 38-240 0,-10-28-64 16,-1-1 0-16,-1-2 0 0,-2 1-16 0,0-2-16 16,-1 1 0-16,1 0 0 15,-1-2-16-15,-1 0 0 0,-1 0 0 0,0 2 0 0,0-5-144 0,0 3 0 16,1-2 144-16,3-1-144 0,1-1 0 0,2 0 0 31,2-1 0-31,2 0 0 0,2 2 0 0,0-2 0 0,2-2 0 0,1 2 0 0,2 0 144 16,1-1 16-16,2 0 0 0,0-2 0 0,2 1 304 0,1-1 64 0,0 0 16 0,2 0 0 15,-1-2-320-15,0 2-64 0,2-3-16 0,-1 1 0 16,-1 1-144-16,-3-1 0 0,1 1 0 0,-1 0-11968 16,-1-1-2336-16</inkml:trace>
  <inkml:trace contextRef="#ctx0" brushRef="#br0" timeOffset="6198.76">7847 3041 11967 0,'0'3'1072'0,"1"-3"-864"0,0 3-208 0,0-2 0 0,0 2 2384 0,-1-1 432 15,0-2 96-15,2 2 16 0,1 1 528 0,1 1 96 16,-4-4 32-16,0 0 0 0,0 0-2032 0,0 0-400 16,37 6-64-16,-29-9-32 0,2 0-608 0,0-1-128 15,1-4-32-15,0 2 0 0,-1-4-160 0,0 1-128 16,1 0 192-16,-1 1-192 0,-2-4 0 0,-1 2 0 15,-2 2 0-15,-2 0 0 0,0-2 0 0,-3 2 0 16,-1 0 0-16,-2-2 0 0,-2 3 0 0,-1 0 0 0,-2 0 0 0,-2 0 0 16,-2 0-336-16,0 2 16 0,-1 3 16 15,0 0 0 1,0 2-144-16,1 2-48 0,2-1 0 0,1 2 0 0,0 2 240 0,1 0 32 0,1 2 16 0,0 0 0 16,1 3 208-16,0-1 0 0,1-2 0 0,3 3 0 15,0-1 208-15,1-1-16 0,1 1 0 0,2-2 0 16,1-1 128-16,-3-6 32 0,0 0 0 0,0 0 0 15,0 0-208-15,0 0-144 0,42 21 192 0,-31-21-192 16,1-1 128-16,-1-1-128 0,2 1 0 0,-2-2 0 16,-2 2 0-16,-1-1 0 0,1 0 0 0,-2 1 0 15,-1 1 0-15,-1 0 0 0,-1 0 0 0,-2 0 0 0,-2 3 0 16,-1 0 0-16,-1 0 0 0,-1 3 0 0,0-2 0 0,-1 4 0 16,-1 1 0-16,0 3 0 0,-1 2 160 0,0 1-32 15,0 3 0-15,-1 1 0 0,3 0 128 0,-2 5 0 16,1 3 16-16,-1 0 0 0,1 1-112 0,0-3-32 15,-1 5 0-15,0-1 0 0,-1 1-128 0,0 1 128 16,1-2-128-16,1-1 128 16,0-3-128-16,1-2 0 0,0-4 0 0,1-2 0 0,3-17 0 0,-3 25-144 15,3-25 0-15,0 0-18128 0</inkml:trace>
  <inkml:trace contextRef="#ctx0" brushRef="#br0" timeOffset="6530.27">8117 3032 8287 0,'2'-5'736'16,"-1"2"-592"-16,1 1-144 0,-1 2 0 0,1 0 1152 15,0 0 208-15,2 0 48 0,1-2 0 16,4 2 1440-16,2 1 288 0,-11-1 64 0,0 0 16 16,36 21-848-16,-36-21-192 0,0 0-16 0,40 47-16 0,-40-47-720 0,28 47-144 15,-28-47-16-15,26 54-16 16,-26-54-416-16,23 60-96 0,-23-60-16 0,14 47 0 16,-14-47-400-16,6 47-64 0,-6-47-32 0,-2 41 0 0,-2-22-224 0,-3-3 128 15,0-2-128-15,-3-1 0 0,-1 1 0 0,-3-2 0 16,-1 0 0-16,-3-1 0 0,-3 0 0 0,-3 0-208 15</inkml:trace>
  <inkml:trace contextRef="#ctx0" brushRef="#br0" timeOffset="9393.51">9653 2927 11967 0,'-2'-2'1072'15,"0"2"-864"-15,1-2-208 0,0 1 0 0,0 1 1760 0,0 0 304 16,-1 0 64-16,-1 0 16 0,0-2 224 0,-2 2 32 0,0 2 16 0,3-1 0 15,-1 4-784-15,0 1-160 0,0 4-16 0,1 3-16 16,0 2-368-16,-1 4-80 0,1-2-16 0,0 2 0 16,1 7-272-16,-1 3-64 0,0 6-16 0,-2 3 0 15,0 5-240-15,0-5-32 16,0-3-16-16,0-4 0 0,1-3-160 0,2-1-48 0,0-2 0 0,1-3 0 0,0-22-128 0,1 30 0 16,-1-30 0-16,0 0 0 0,0 0 0 15,0 0 0 1,0 0 0-16,0 0-12224 0,0 0-2304 0</inkml:trace>
  <inkml:trace contextRef="#ctx0" brushRef="#br0" timeOffset="9648.12">9588 2956 8287 0,'4'-11'736'0,"1"3"-592"0,0 1-144 0,-1 2 0 16,0 0 1360-16,0 4 240 0,1-2 64 0,4-2 0 0,6-2 832 0,6-3 160 0,2 3 32 0,1 0 16 15,-1 3-1008-15,-2 3-208 16,-21 1-32-16,37 5-16 0,-37-5-896 0,0 0-176 16,38 17-48-16,-38-17 0 15,0 0-192-15,0 0-128 0,0 0 128 0,12 47-128 16,-17-39 224-16,-2 3-32 0,-4 1 0 0,0 2 0 16,0-4 128-16,1 1 0 0,0-1 16 0,-1-1 0 0,-2-1-80 0,1 2-32 15,0-2 0-15,0-3 0 0,1 2-96 0,1-2 0 16,0-3-128-16,2-2 192 0,0 0-192 0,3-1 0 15,1 0 0-15,1-4-10016 16,2 3-1936-16</inkml:trace>
  <inkml:trace contextRef="#ctx0" brushRef="#br0" timeOffset="10028.5">10264 2934 4607 0,'-1'-7'192'0,"0"2"64"0,1 1-256 0,-1 2 0 0,0-1 0 0,0 3 0 16,0-2 2064-16,-2-1 368 0,1 1 80 0,-4 0 16 15,0-1 64-15,-2 3 16 0,-1 3 0 0,-1 1 0 16,-2 6-640-16,0-1-128 0,-1 1-32 0,0 4 0 16,-1 5-400-16,-1 0-96 0,2 0-16 0,1 2 0 0,0 3-256 0,0 2-48 15,0 5-16-15,0-1 0 16,4 2-304-16,3-4-64 0,1-2-16 0,4-26 0 0,2 43-272 16,-2-43-64-16,0 0-16 0,18 46 0 0,-18-46-240 15,0 0 0-15,0 0 0 0,48 35 0 0,-48-35 0 0,0 0 0 16,49 14-128-16,-33-14 128 15,3 0-1216-15,-1-3-128 0,0-1-16 0,0 0-15264 0</inkml:trace>
  <inkml:trace contextRef="#ctx0" brushRef="#br0" timeOffset="10420.37">10381 3044 13359 0,'-5'0'288'0,"2"0"64"0,0 0 16 0,1 0 16 0,2 0-384 0,0 0 0 0,0 0 0 0,0 0 0 16,0 0 3072-16,0-2 528 0,3 1 112 0,1-1 32 16,2 0-1632-16,0-1-336 0,2-1-64 0,3 1-16 15,1-2-736-15,0 1-160 0,1 1-32 0,-1 1 0 16,1 1-144-16,0 1-48 0,1 1 0 0,-14-1 0 16,0 0-320-16,0 0-64 0,39 19 0 0,-39-19-16 15,0 0-176-15,0 0 0 0,0 0 144 0,0 0-144 0,14 45 0 0,-17-34 0 16,-2-1 0-16,-2 2 128 0,0-4-128 15,-1 1 0-15,-1 2 0 0,-2-1 0 0,1-1 0 0,0-2 0 16,1 3 0-16,-2-3 0 0,2 0 0 0,-1 1 0 16,1-2 0-16,-1 2 0 0,3-2 0 0,1-1 0 15,0 0 0-15,3 0-128 0,1-2 128 0,2 1 0 16,1-2 0-16,2 0 0 0,2 1 0 0,0-3 0 16,1 1 0-16,2-2 0 0,2-1 0 0,2 1 0 15,0-2 0-15,0-2 0 0,1 2 0 0,1-2 0 16,1 0 0-16,1-3 128 0,-1 0-128 0,2-1 0 15,-2-1 0-15,3 0 0 16,0-1-448-16,-1 1-48 0,-1 1-16 0,1-1-16128 0</inkml:trace>
  <inkml:trace contextRef="#ctx0" brushRef="#br0" timeOffset="10706.12">10834 2909 19343 0,'3'-3'848'0,"-1"3"192"16,0-2-832-16,-2 0-208 0,0 2 0 0,0 2 0 15,0-2 2400-15,0 2 432 0,0-2 96 0,-1 5 16 16,-1 2-560-16,-1-2-96 0,0 3-32 0,-1 1 0 0,0 0-1296 0,-1 2-256 16,0 2-48-16,-1 0-16 0,0 2-336 0,-1 0-80 31,2 1-16-31,-2-1 0 0,1 1-64 0,0 0-16 0,0 2 0 0,2-3 0 0,0 0-128 0,1-1 128 16,3-14-128-16,0 0 128 0,2 35-128 0,-2-35 0 15,0 0 0-15,0 0 128 0,0 0-128 0,27 36 0 16,-27-36 0-16,0 0 0 15,32 9 0-15,-19-9 0 0,0 0 0 0,0-2 0 0,2 0 0 0,-1-1 0 16,0-1 0-16,0-1 0 0,0 2 0 0,-1-3-144 16,-1 0 144-16,-1 2-160 15,-2-1-720-15,0-1-144 0,-1 1-16 0,0-1-16384 0</inkml:trace>
  <inkml:trace contextRef="#ctx0" brushRef="#br0" timeOffset="10911.26">10939 2986 12895 0,'-3'3'1152'16,"0"-1"-928"-1,1 2-224-15,1-1 0 0,1 0 2560 0,-1 0 448 0,-2 3 112 0,-2 6 16 16,0 5-368-16,-4 3-64 0,2 1-16 0,-1 2 0 16,0 0-1248-16,1-1-256 0,0 2-48 0,1-3-16 15,0 0-576-15,2-1-112 16,-1-2-32-16,1-3 0 0,2-1-272 0,0 0-128 0,2-3 0 0,-1-1-11600 15,1 2-2416 1</inkml:trace>
  <inkml:trace contextRef="#ctx0" brushRef="#br0" timeOffset="11100.85">11054 3297 19343 0,'0'0'848'0,"0"0"192"0,0 0-832 0,0 0-208 0,0 0 0 0,0 0 0 16,0 0 1024-16,0 0 144 0,0 0 48 0,37 38 0 15,-37-38-480-15,0 0-96 0,0 0 0 0,35 31-16 16,-35-31-1216-16,0 0-240 0,27 2-64 0,-17-6 0 16</inkml:trace>
  <inkml:trace contextRef="#ctx0" brushRef="#br0" timeOffset="11455.67">11425 2951 12895 0,'-2'0'576'0,"0"0"112"0,0 3-560 0,0-1-128 16,1-1 0-16,0 0 0 0,-1 2 2992 0,-1 2 560 15,-2 2 112-15,-1 4 32 0,-2 3-1168 0,0 1-224 16,1 2-64-16,0-1 0 0,2 0-960 0,0-3-208 15,5-13-48-15,0 0 0 0,-2 33-480 0,2-33-96 0,0 0-32 0,0 0 0 16,0 0-272-16,0 0-144 0,35 26 160 0,-35-26-160 16,0 0 0-16,30 4 0 0,-30-4 0 0,0 0 0 15,30 10 0-15,-30-10 0 0,0 0 0 0,0 0 0 16,37 19 0-16,-37-19 0 0,0 0 0 0,0 0 0 16,0 0 0-16,29 35 0 15,-29-35 0-15,0 0 0 0,0 0 0 0,0 0 0 0,2 36 0 0,-4-31 0 16,-2 2 0-16,0-3 0 0,-1 1 0 0,0-2 0 15,-2-1 0-15,0 1 0 0,-1-1 0 0,-2 0 0 0,-1 1 0 0,-1-3 0 16,0 2 0-16,-3-2 0 16,0 0 0-16,0 0 0 0,1-2 0 0,0 0 0 15,3-1-1088-15,1-2-176 0,0 0-16 0,3-4-15024 16</inkml:trace>
  <inkml:trace contextRef="#ctx0" brushRef="#br0" timeOffset="11637.91">11378 2944 19343 0,'0'-2'848'0,"1"0"192"0,1 4-832 0,0-2-208 16,0 0 0-16,0 0 0 0,1 0 2896 0,1 0 544 15,4 0 96-15,4 0 32 0,2-2-1376 0,3-1-272 16,3 0-48-16,-2-1-16 0,0-3-1216 0,-1 2-256 0,1 0-64 0,-1-2 0 16,-1 2-320-16,-1 0 0 0,-2 2 0 0,-1 0 0 31,-1 1-1296-31,0 1-288 0</inkml:trace>
  <inkml:trace contextRef="#ctx0" brushRef="#br0" timeOffset="12746.5">12359 2919 2751 0,'2'-1'256'0,"-1"1"-256"0,0 0 0 0,0-2 0 0,0 2 896 0,0 0 128 15,1-2 16-15,2 1 16 0,0-3 496 0,3 1 112 0,-3 1 0 0,0 0 16 16,0-1 240-16,-1 1 64 16,-1 1 0-16,0-1 0 0,-1 1 32 0,1 0 16 15,-2 1 0-15,1-2 0 0,-1 1-352 0,-1 1-64 0,0 0-16 0,-1 0 0 0,0 0-512 0,0 1-128 16,-2 1 0-16,-1 0-16 0,1-2-528 0,-1 3-96 31,-1 1-32-31,-1-1 0 0,-1 1-288 0,-2 2 0 16,0 0 0-16,-2-1 0 0,-1 2 128 0,-2 1-128 15,2 0 0-15,-1 0 0 0,-2-1 176 0,-1 2-176 16,1 1 160-16,0-3-160 0,1 2 160 0,1-3-160 16,2 2 160-16,1-2-160 0,1 0 128 0,2-1-128 15,2 0 0-15,0-3 0 0,1 1 0 0,2 0 0 16,-1 1 0-16,2-3 0 0,0 0 0 0,1-1 128 16,0 2-128-16,1-2 0 0,0 0 0 0,0 0 128 15,0 0-128-15,1 0 0 0,-1 0 256 0,1 0-32 0,-1 0-16 16,0-2 0-16,0 4-32 0,0-2-16 0,-1 0 0 0,0 0 0 15,0 0-160-15,0 0 160 0,-1 1-160 0,0 1 160 16,-1-2-160-16,0 2 0 0,1-1 0 0,0 1 0 16,0-2 0-16,0 1 0 0,1 0 0 0,0-1 0 15,0 0 0-15,1 0 0 0,1 0 128 0,-1-1-128 16,1 0 0-16,0 1 0 0,1-2 0 0,1 1 128 16,-2 1-128-16,1-2 160 0,0 2-160 0,0-2 160 15,2 1-160-15,-1 1 128 0,0-2-128 0,1 2 128 16,-1 0-128-16,0 0 128 0,-1 2-128 0,3-2 128 15,0 5-128-15,-5-5 160 0,0 0-160 0,0 0 160 0,0 0-160 0,0 0 0 16,39 31 144-16,-39-31-144 0,0 0 0 0,0 0 128 16,41 36-128-16,-41-36 0 0,0 0 0 0,34 24 0 15,-34-24 0-15,0 0 0 0,0 0 0 0,41 26 0 16,-41-26 0-16,0 0 0 0,0 0 0 0,36 16 0 16,-30-14 0-16,1-1 0 15,-2 1-752-15,-1-2-112 0,0 0-32 0,-1-3-16608 0</inkml:trace>
  <inkml:trace contextRef="#ctx0" brushRef="#br0" timeOffset="12982.33">12123 3186 14735 0,'-4'-4'640'0,"2"3"160"0,0-2-640 0,1 3-160 0,0 0 0 0,1 0 0 15,0 0 2624-15,-1 0 512 0,1 1 80 0,0 1 32 0,1 1-480 0,1 3-80 16,-2-6-32-16,0 0 0 0,0 0-1392 0,0 0-288 16,31 36-48-16,-31-36-16 0,0 0-560 0,34 24-112 15,-34-24-32-15,0 0 0 0,45 14-208 0,-45-14 0 16,0 0 0-16,41 10 0 0,-41-10 0 0,30 6-336 16,-30-6 48-16,27 6-17264 15</inkml:trace>
  <inkml:trace contextRef="#ctx0" brushRef="#br0" timeOffset="13362.79">12667 2700 16575 0,'-1'-3'1472'0,"0"1"-1168"15,1 2-304-15,0 0 0 16,1 0 1168-16,-1 0 176 0,0 0 48 0,1 0 0 15,0 0 1104-15,0 0 240 0,3 3 32 0,1 1 16 0,0 3-944 0,-5-7-192 16,0 0-48-16,0 0 0 0,33 44-784 0,-33-44-176 16,0 0-16-16,36 51-16 0,-36-51-352 0,28 38-64 15,-28-38 0-15,0 0-16 16,38 48-176-16,-38-48 0 0,0 0 0 0,36 35 0 16,-36-35-928-16,0 0-224 0</inkml:trace>
  <inkml:trace contextRef="#ctx0" brushRef="#br0" timeOffset="13744.32">13106 2791 10127 0,'0'1'896'0,"0"-1"-704"0,0 0-192 0,-1 0 0 16,0 2 1728-16,-1-2 304 0,1 1 64 0,-2 1 16 16,-2 3 1216-1,-1-1 240-15,-4 2 48 0,-3 0 16 0,0 4-1904 0,-2-3-368 16,-2 0-80-16,1 1 0 0,0 0-880 0,-1 0-160 0,1-1-48 0,0 0 0 0,2 0-192 0,0-2 144 31,1 0-144-31,0-1 128 0,1-1-128 0,2-1 0 16,3 0 0-16,1-2 0 0,2 1 0 0,-1-1 0 15,2-1 0-15,1 1 0 0,1 0-144 0,1 0 144 16,0-2-192-16,1 2 192 0,1-2-288 0,0 2 48 16,0-2 16-16,1 2 0 0,0-1 224 0,-1 1-192 15,0 0 192-15,1-2-192 0,1 2 192 0,-1 0 128 0,1 0 0 0,1 2-128 16,-2 1 512-16,1-1-16 0,0 5 0 0,-4-7 0 15,0 0 16-15,0 0 0 0,0 0 0 16,16 45 0-16,-16-45-128 0,0 0 0 0,6 43-16 16,-6-43 0-16,0 0-176 0,4 52-16 0,-4-52-16 0,4 43 0 15,-4-43-160-15,6 47 0 0,-6-47 144 0,7 48-144 16,-7-48 0-16,6 42 0 0,-6-42 0 0,0 0 0 16,0 0-1024-16,17 43-240 0</inkml:trace>
  <inkml:trace contextRef="#ctx0" brushRef="#br0" timeOffset="14374.97">13738 2858 10127 0,'3'-2'896'15,"-2"0"-704"-15,0 0-192 0,-1 2 0 16,0-2 2192-16,0 1 416 0,2-1 80 0,0-1 0 0,0 1 288 0,-1-3 48 16,-1 1 16-16,-2 3 0 0,0 1-1184 0,-3 0-256 15,1 0-32-15,-4 3-16 0,1-1-784 0,-3 1-176 16,-1 1-16-16,-1-2-16 0,-1 4-240 0,-2-3-32 15,-1 0-16-15,-2 2 0 0,3-1-80 0,-3-1 0 16,0 0-16-16,0 2 0 0,1-2-48 0,0 0 0 16,1 2 0-16,0 0 0 0,3 0-128 0,1-2 0 15,3 1 0-15,-1 1 0 0,5-2 0 0,-1 1 0 16,3-3 0-16,0 2 0 0,1-2 128 0,1 3-128 0,1-3 0 16,0 1 128-16,2 0-128 0,0 0 192 0,1-2-192 0,0 3 192 15,1-3-192-15,1 2 192 0,0-2-192 0,2 3 192 16,0-1-192-16,0 0 160 0,2 1-160 0,-2 2 160 15,1-2-160-15,-8-3 0 16,0 0 0-16,0 0 0 0,42 27 0 0,-42-27 0 0,0 0 0 0,38 25 0 16,-38-25 0-16,0 0 0 0,40 20 0 0,-40-20 0 15,0 0 0-15,32 13 0 0,-32-13 0 0,0 0 0 16,34 11 0-16,-27-9 0 0,0-1 0 0,-1 1 0 16,0 0-912-16,-2-2-64 0,-1 2-16 0,-3-1-16480 15</inkml:trace>
  <inkml:trace contextRef="#ctx0" brushRef="#br0" timeOffset="14611.28">13507 3088 6447 0,'-2'0'576'0,"0"0"-576"0,1 0 0 0,1 0 0 0,0 0 2688 0,0 0 448 15,0 0 64-15,-1 1 32 0,0 1 992 0,1-2 208 16,1 2 48-16,0 1 0 15,2-1-2992-15,1 0-592 0,0 1-112 0,2 2-16 0,-6-5 32 0,0 0 16 0,0 0 0 0,0 0 0 16,39 18-432-16,-39-18-96 0,0 0-16 0,0 0 0 16,43 18-144-16,-43-18-128 0,0 0 144 0,37 17-144 31,-37-17 0-31,0 0 0 0,36 15 0 0,-36-15 0 0,0 0 0 0,0 0-192 16,39 17 16-16,-39-17-17936 0</inkml:trace>
  <inkml:trace contextRef="#ctx0" brushRef="#br0" timeOffset="15008.03">14004 2888 21183 0,'-2'-4'944'0,"1"0"192"0,1 2-912 0,0-1-224 16,1 3 0-16,0-2 0 0,1 2 1680 0,1-3 304 31,3 1 48-31,2-3 16 0,4 0-656 0,0 1-128 0,1 2-32 0,0-1 0 16,-1 3-512-16,0 0-96 0,1 1-32 0,-13-1 0 0,0 0-240 0,37 14-48 15,-37-14-16-15,0 0 0 0,0 0 48 0,35 24 16 16,-35-24 0-16,0 0 0 16,0 0-80-16,0 0-16 0,0 0 0 0,6 46 0 0,-13-36 16 15,-1-3 0-15,-2 3 0 0,-2-1 0 0,4 1-48 0,-3-4-16 16,-2 4 0-16,0-2 0 0,1 0-208 0,1 0 144 0,1-3-144 15,0 2 128 1,1-2-128-16,0 2 0 0,0-3 0 0,3 3 128 16,0-3-128-16,4-1 0 0,0 2 0 0,2-2 128 0,2-1-128 15,0 0 0-15,4 0 144 0,0 1-144 0,1-3 0 0,1 1 144 0,1-1-144 16,0 0 0-16,3 0 128 0,0-1-128 0,2-1 0 0,0 0 0 16,-2 1 0-16,2-1 0 0,1-2-128 0,1 1 128 31,0-2-1600-31,0 1-208 0,-1-1-48 0</inkml:trace>
  <inkml:trace contextRef="#ctx0" brushRef="#br0" timeOffset="15510.58">14476 2887 10127 0,'1'-2'896'0,"0"1"-704"0,0 1-192 0,0-2 0 0,0 2 2624 0,0 0 512 16,0 0 80-16,1 0 32 0,3-2 608 0,1 0 128 15,2-1 32-15,1-2 0 0,1 1-2480 0,0-3-512 16,0 2-80-16,1-2-32 0,2 0-528 0,-1-1-128 16,0-1 0-16,-1 2-16 0,-3 0-240 0,1-2 128 0,-1 0-128 0,-1-1 0 15,-2 2 0-15,-1-1 0 0,-1 2 0 0,-2 0 0 16,-2-3 0-16,-2 1 0 0,-3 2 0 0,0-2 0 16,-2 1 0-16,-2 2 0 0,-1 0 0 0,-1 3 0 15,2 0 0-15,-1 2 0 0,-1 1 0 0,-1 1 0 16,-1 2 0-16,0 2 0 0,2 0 0 0,0 2 0 15,1 0 0-15,0 1-128 0,3 1 128 0,2 0 0 16,1 1 0-16,2-1 0 0,2-2 0 0,1-7 0 16,0 0 0-16,0 0 0 0,0 0 0 0,0 0 0 15,29 38 0-15,-29-38 0 0,0 0 128 0,31 11-128 16,-19-10 0-16,1 1 0 0,-1 1 0 0,-1-2 0 16,0 3 0-16,-1-2 0 0,-10-2 0 0,0 0 0 0,0 0 0 0,0 0 0 15,0 0 0-15,0 0 0 0,0 0 0 0,0 0 0 16,21 40 0-16,-25-35 0 0,1 1 0 0,-1-3 0 15,2 3 0-15,-1-2 0 0,0 1 0 0,0 0 0 16,1 0 0-16,0 4 0 0,0 0 0 0,0-1 0 16,-1 2 0-16,0 2 0 0,3-12 0 0,-7 29 0 15,7-29 0-15,-9 36 0 0,9-36 160 0,-9 33-160 16,9-33 160-16,-10 36-160 0,10-36 128 0,-8 35-128 16,8-35 0-16,-5 31 0 0,5-31 0 0,0 0 0 15,0 0 0-15,4 38 0 16,0-35-576-16,2-3-144 0</inkml:trace>
  <inkml:trace contextRef="#ctx0" brushRef="#br0" timeOffset="15715.65">14749 3015 23039 0,'-1'0'1024'0,"0"-2"192"0,1 1-960 0,-1 1-256 0,1 0 0 0,0 0 0 16,0-2 2624-16,1 2 464 0,-1 0 112 0,1 0 0 0,1 2-1344 0,-1 1-256 15,2 0-64-15,-3-3-16 0,0 0-944 0,0 0-176 16,0 0-32-16,0 0-16 0,21 49-176 0,-21-49-48 16,0 0 0-16,0 0 0 0,16 38-128 0,-16-38 0 15,0 0 0-15,0 0 0 0,0 0 0 0,0 0 0 16,0 0-160-16,36 24-18368 16</inkml:trace>
  <inkml:trace contextRef="#ctx0" brushRef="#br0" timeOffset="16095.31">15011 2846 7359 0,'3'-4'656'0,"-1"2"-528"0,-1 0-128 16,0 2 0-16,-1 0 2608 0,1 0 480 0,0-1 112 0,2-1 0 16,1 2 416-16,0 0 80 0,-2 3 16 0,0 1 0 15,-1 4-1744-15,-2 0-352 0,1-8-64 0,0 0-16 16,-8 34-720-16,3-22-160 0,0 4-16 0,0-4-16 15,1 0-240-15,0-2-64 16,4-10 0-16,0 0 0 0,-6 30-128 0,6-30-16 0,0 0-16 0,0 0 0 16,0 0-160-16,0 0 0 0,0 0 0 0,34 34 0 15,-24-32 0-15,1 0 0 0,1 0 0 0,0 1 0 16,-12-3 0-16,25 7 0 0,-25-7 0 0,0 0 0 0,36 13 0 16,-36-13 0-16,0 0 0 15,0 0 0-15,36 28 0 0,-36-28 0 0,0 0 0 0,0 0 0 0,0 0 0 0,12 42 0 16,-12-42 0-16,-6 19 0 0,1-12 0 0,-2 0 0 15,0 1 0-15,-1-2 0 0,-1 2 0 0,-1-4 0 16,-1-1 0-16,0-1 0 0,-1 0 0 0,-1-2 0 16,0 0 0-16,-2-1 0 0,0 0 0 0,-1-4 0 15,1 3 0-15,0-2 0 16,1 1-352-16,1-2-96 0,3 0-32 0,1-2-17632 0</inkml:trace>
  <inkml:trace contextRef="#ctx0" brushRef="#br0" timeOffset="16275.04">14988 2849 11055 0,'4'-5'976'0,"-2"3"-784"0,2 0-192 0,0 0 0 16,-1 2 2128-16,-2 0 384 0,3 0 80 0,3-1 16 15,3-1 992-15,5 0 208 16,5 2 32-16,1-3 16 0,3 2-2064 0,-1-2-432 0,2 0-80 0,0 0 0 16,0-1-832-16,-1-1-144 0,1 0-48 0,-1-2 0 15,-2 2-256-15,-2-1 0 16,-2 1 0-16,-1 1 0 0,-1-2-784 0,-1 1-176 0</inkml:trace>
  <inkml:trace contextRef="#ctx0" brushRef="#br0" timeOffset="16529.84">15599 2690 14735 0,'10'3'640'0,"-2"1"160"0,-8-4-640 0,0 0-160 0,0 0 0 0,0 0 0 0,0 0 2336 0,0 0 432 0,41 33 96 0,-41-33 16 16,37 36-144-16,-37-36-32 0,39 45 0 0,-39-45 0 15,36 41-1264-15,-36-41-256 16,27 37-48-16,-27-37-16 16,0 0-544-16,27 57-96 0,-27-57-32 0,0 0 0 15,3 55-192-15,-3-55-32 0,-14 35-16 0,5-21 0 0,0-1-32 0,-2 1-16 0,-5 2 0 0,-2 1 0 16,-1-1-160-16,-3 1 0 0,-3 0 0 0,-4-1-18560 15</inkml:trace>
  <inkml:trace contextRef="#ctx0" brushRef="#br0" timeOffset="25373.94">8612 3264 6447 0,'-4'0'576'0,"1"2"-576"0,2-1 0 0,0-1 0 16,1 2 1440-16,-1-2 176 0,-2 0 48 0,-1 2 0 15,0 1 640-15,-1-3 128 16,1 2 16-16,1-2 16 0,1-2-800 0,1-1-144 15,2-1-48-15,0 1 0 0,1-2-640 0,1-2-128 0,1 1-16 0,1-2-16 16,0 1-288-16,2-2-48 0,1 0-16 0,-1-2 0 0,3 2-32 0,-1-2-16 16,0 1 0-16,2-1 0 0,1 0 112 0,1-1 0 15,2 0 16-15,1 0 0 0,-1 3 48 0,-2 0 16 16,-1 1 0-16,0 0 0 0,0 1-144 0,-1 1-16 16,-1 2-16-16,0 1 0 0,-2 1-144 0,-1 0-16 15,1 4-128-15,-3-1 192 0,1 0 0 0,-1 4-16 16,-5-5 0-16,0 0 0 0,0 0 0 0,0 0 0 15,25 40 0-15,-25-40 0 0,0 0-176 0,0 0 160 16,28 43-160-16,-28-43 160 16,0 0-160-16,0 0 160 0,38 30-160 0,-38-30 160 0,0 0 48 0,36 5 16 15,-23-7 0-15,1-1 0 0,1-1-16 0,0-5 0 16,2-1 0-16,0 1 0 0,-1-1-208 0,1-2 128 16,1 2-128-16,-1-3 0 15,-2 5-384-15,-2-1-160 0,0 1-32 0,-3 4-16 16,-2-1-2160-16,-1 5-416 0</inkml:trace>
  <inkml:trace contextRef="#ctx0" brushRef="#br0" timeOffset="25816.58">8600 3522 3679 0,'1'-2'320'0,"0"0"-320"0,1-1 0 0,-1 1 0 15,1-1 1632-15,0 1 256 0,2-2 48 0,1-6 16 0,5 0 272 0,2-4 48 16,1 0 16-16,1 0 0 0,1-2-544 0,3 1-96 15,-1 1-32-15,-1 2 0 16,-2 1-880-16,-1 3-176 0,-2 1-48 0,1 2 0 0,-1 3-128 0,-2-1-48 0,0 3 0 0,0 3 0 31,-3-1-176-31,1 3-32 0,-7-5-128 0,0 0 192 0,0 0-192 0,24 36 128 0,-24-36-128 0,0 0 0 16,0 0 224-16,0 0-48 0,36 45-16 0,-36-45 0 16,0 0 144-16,0 0 16 0,46 18 16 0,-32-18 0 31,3-3 384-31,0-3 80 0,0 0 16 0,4-4 0 0,4-3-48 0,2-3-16 15,3-3 0-15,-1 0 0 0,-2 0-368 0,-3 0-80 0,-2 0-16 0,-3 3 0 16,-3 3-288-16,-4 4-192 16</inkml:trace>
  <inkml:trace contextRef="#ctx0" brushRef="#br0" timeOffset="27425.67">8570 4604 7359 0,'4'-2'656'0,"0"1"-528"16,-1-1-128-16,0 0 0 0,0 1 1280 0,0-1 208 0,3 1 48 0,4-4 16 15,6-1 608-15,4 2 112 0,2-4 32 0,2 4 0 16,2-1-704-16,-2 0-128 0,-3 3-16 0,-3 0-16 16,-4 0-416-16,0 1-64 0,1 1-32 0,-1 0 0 15,-3 0-352-15,1-2-80 0,1 4-16 0,0-4 0 0,-1 4-256 0,-1-4-48 16,0 2-16-16,-1 0 0 15,-2 0-160-15,-2-1 0 0,0 1 0 0,-1 0 0 16,0 0-1072-16,0 0-192 0,-2-2-32 0</inkml:trace>
  <inkml:trace contextRef="#ctx0" brushRef="#br0" timeOffset="27695.87">8684 4722 12895 0,'-3'2'576'0,"0"-1"112"0,1 1-560 16,0-2-128-16,2 2 0 0,0-2 0 0,0 0 1968 0,-1 1 352 0,1 1 80 0,0 0 16 16,1 0-208-16,2-2-32 0,1 1-16 0,0-2 0 15,3 1-720-15,0-2-144 0,2 0-16 0,3-1-16 16,0 1-240-16,1-1-64 0,0-1 0 0,0 1 0 15,1-1-288-15,2 1-64 0,0 1-16 0,1 0 0 16,0-3-304-16,-1 2-64 0,1 1-16 0,-2 0 0 16,-1-1-208-16,2-1 0 0,-1 1 0 0,0 2 0 0,0-2 0 15,-1 1 0-15,0 1 0 0,0-1-17904 16</inkml:trace>
  <inkml:trace contextRef="#ctx0" brushRef="#br0" timeOffset="28694.8">9614 4281 3679 0,'0'-2'320'0,"0"-1"-320"16,0 1 0-16,0 2 0 0,0 0 1376 0,0 0 208 0,-1-2 32 0,0-1 16 15,0 1 1040-15,-1-3 208 16,0 3 32-16,0 0 16 0,0 2-496 0,1 0-112 0,0 0-16 0,-1 2 0 16,1 0-848-16,1 3-176 0,-1 0-48 0,1 2 0 15,-1 1-352-15,0 3-80 0,0 3-16 0,1 2 0 16,-1 2-272-16,0 0-48 0,0 2-16 0,0 1 0 0,0 2-128 0,1 2-16 16,-2 2-16-16,0-1 0 0,0 1-80 0,1-2-16 15,0-1 0-15,1 1 0 0,1 0-192 0,-1-25 128 16,5 45-128-16,-5-45 0 0,4 33 0 0,-4-33 0 15,0 0 0-15,0 0 0 32,0 0-512-32,0 0 16 0,0 0 0 0,0 0 0 0,0 0-1904 15,0 0-384-15</inkml:trace>
  <inkml:trace contextRef="#ctx0" brushRef="#br0" timeOffset="28974.2">9556 4337 5519 0,'-2'-12'240'0,"0"3"64"0,2 3-304 0,1 1 0 0,0 2 0 0,0 1 0 16,1 1 1856-16,1-4 320 0,1-1 64 16,4-3 16-16,1-1 352 0,3 1 64 0,2-1 16 0,0 3 0 15,1 0-832-15,1 2-144 0,-1 1-48 0,2 1 0 16,2 2-720-16,-2 1-160 0,-17 0-16 0,0 0-16 16,48 12-224-16,-48-12-32 0,0 0-16 0,0 0 0 15,39 34-304-15,-39-34-176 0,0 0 192 0,0 0-192 0,8 43 240 16,-11-33-64-16,-3 1-16 0,-2-1 0 0,0-1 0 0,-1 1 0 15,0-3 0-15,-1 0 0 0,0 0-160 0,-2-2 160 16,-1-1-160-16,0 1 160 0,1-2-160 0,0-1 0 16,0 0 144-16,-1-1-144 0,1 1 128 0,0-2-128 15,2 0 128 1,2 0-128 0,1-3-320-16,3 1-128 0,1 0-16 0,4-1-15024 0</inkml:trace>
  <inkml:trace contextRef="#ctx0" brushRef="#br0" timeOffset="29640.53">10381 4072 7359 0,'0'0'656'16,"0"0"-528"-16,0 0-128 0,-1-2 0 15,1 2 1216-15,-1 0 224 0,0 0 32 0,0 0 16 0,-2 0 368 16,0 0 80-16,-1 0 16 0,0 0 0 0,-1 2-192 16,1-1-32-16,-1 1-16 0,0 1 0 15,0 1-336-15,-1-1-64 0,1 4-16 0,-2-1 0 0,1 2-272 0,-2 1-48 16,0 3-16-16,0 2 0 0,0 1-192 0,-1 3-32 15,-1 4-16-15,-1 4 0 0,-2 4-224 16,-2 8-48-16,-1 5-16 0,0 2 0 0,1-1-176 0,3-2-16 16,3-2-16-16,3 2 0 0,3-1 32 0,3 2 0 15,4 0 0-15,5-3 0 0,1-3-80 16,-10-37-16-16,28 61 0 0,-28-61 0 0,38 51-160 0,-38-51 0 0,45 48 0 0,-45-48 0 16,45 38 0-16,-45-38 0 0,42 32 0 0,-42-32 0 31,40 26-640-31,-40-26-64 0,37 17-16 0,-37-17-16512 0</inkml:trace>
  <inkml:trace contextRef="#ctx0" brushRef="#br0" timeOffset="30364.33">10896 3987 9215 0,'-1'-2'816'0,"1"-1"-656"0,0 3-160 0,0-2 0 0,0 2 1664 0,0-1 320 31,0-2 48-31,1-2 16 0,1 0 592 0,1-2 128 0,1 2 32 0,0-2 0 0,4 0-832 0,-1-1-176 32,3 4-16-32,0-3-16 0,2 2-656 0,1 1-128 15,0 1-16-15,0 1-16 0,1 1-336 0,0 2-64 16,-14-1-16-16,0 0 0 0,39 14-192 0,-39-14-32 0,0 0-16 0,0 0 0 15,37 35-160-15,-37-35-128 0,0 0 144 0,0 0-144 16,13 43 0-16,-14-34 128 0,-1 1-128 0,-4 0 0 16,0-1 0-16,-4 3 0 0,-1-1 0 0,-2 1 0 15,0 0 0-15,0-2 0 0,-1 0 0 0,1-1 0 16,2-1 0-16,-2-1 0 0,0 1 0 0,0-2 0 16,4 0 0-16,0-1 0 0,0 0-128 0,2-1 128 15,1 1 0-15,1-1 0 0,0-1 0 0,1 0 0 16,3 0 0-16,-2 1 0 0,2-2 0 0,1-2 0 15,1 2 0-15,2-2 0 0,-1 0 0 0,4 0 0 16,0-3 0-16,3 0 0 0,1 0 0 0,1-1 0 0,0 1 0 0,0-1 0 16,1 1 0-16,3-3 0 0,4 0 0 0,2-1 0 15,-1 0 0-15,1 0 0 0,-2 0 0 0,-1 2 0 16,0 0 0-16,-3 0 0 16,1 2-896-16,-1-1-128 0,0 2-32 0,-2-1-15424 0</inkml:trace>
  <inkml:trace contextRef="#ctx0" brushRef="#br0" timeOffset="30655.12">11398 3904 6447 0,'3'-4'272'0,"-2"-2"80"0,0 3-352 0,0 2 0 0,-1-1 0 16,0 2 0-16,-1 2 2384 0,1-2 416 0,-1 0 80 0,-1 2 0 15,-1 3 112-15,-1 2 16 0,0 3 0 0,-2 2 0 16,1 2-1328-16,-3 0-256 0,2 0-48 0,-1 3-16 15,1-3-576-15,-1 1-112 0,1 1-32 0,0-4 0 16,2 0-144-16,2-3-48 0,0 3 0 0,0-3 0 16,2 1-128-16,1-3-48 0,2 0 0 0,0 0 0 15,2-1-80-15,1-2-32 0,0 3 0 0,1-5 0 0,-7-2-160 0,0 0 0 16,0 0 0-16,43 12 128 0,-30-10-128 16,0-1 0-16,1-1 0 0,0-1 0 0,0 1 0 0,0-2 0 15,-1-2 0-15,-1 1 0 16,-1-2-528-16,-1 1-48 0,0-1 0 0,0 1 0 15,-2-1-1472-15,-1-1-320 0,1 2-48 0,-2-1-11152 0</inkml:trace>
  <inkml:trace contextRef="#ctx0" brushRef="#br0" timeOffset="30859.22">11535 3906 7359 0,'-4'0'320'0,"0"0"80"0,1 0-400 0,1 0 0 0,0 3 0 0,0-1 0 16,2-1 2080-16,-4 3 336 0,-1 4 64 0,-2 5 16 15,-2 2 432-15,-1 3 80 0,1 4 32 0,0-1 0 16,0 0-1376-16,1 1-256 0,0-1-64 0,0 0-16 16,3-4-576-16,-2 0-112 0,3-1-32 0,-1-2 0 15,1-2-368-15,1 0-80 0,0 0-16 0,0 0 0 16,0-2-688-16,1-1-144 0,-1 0-16 0,0-1-14048 16</inkml:trace>
  <inkml:trace contextRef="#ctx0" brushRef="#br0" timeOffset="31080.3">11569 4177 12895 0,'0'-2'1152'0,"1"1"-928"16,0 1-224-16,-1 0 0 0,0 1 2784 0,1-1 512 15,0 0 96-15,1 2 32 0,1-2-144 0,0 2-16 0,1 1-16 0,1-1 0 16,0 0-2000-16,0 1-400 0,1 2-80 0,-2-3 0 16,2 0-576-16,-1 1-192 0,2-1 0 0,-2 0 144 31,1-1-576-31,0 1-112 0</inkml:trace>
  <inkml:trace contextRef="#ctx0" brushRef="#br0" timeOffset="31461.48">11871 3954 9215 0,'-2'-2'400'0,"1"-1"96"0,1 1-496 0,-1 2 0 0,0 0 0 0,1 0 0 16,-1 0 2736-16,0 0 448 0,0 0 80 0,-1 2 32 0,-1-1-640 15,0 3-128-15,-1 0-32 0,1 2 0 0,-1 0-1152 0,0 2-256 16,1 1-32-16,0-2-16 0,1 3-352 0,0-1-80 15,1-2-16-15,2 3 0 0,0-5-176 0,2 2-32 16,0 0-16-16,0 0 0 0,2-3-128 16,0 0-32-16,0 0 0 0,2 0 0 15,1 1-208-15,-1 0 128 0,1-2-128 0,0 2 0 0,0 0 0 0,0-1 0 0,-8-4 0 0,0 0 0 16,0 0 0-16,0 0 0 0,0 0 0 0,0 0 0 31,0 0 0-31,35 33 0 0,-33-31 0 0,-2 3 0 16,0-3 0-16,-1 1 0 0,0-1 0 0,-1 1 0 15,0 1 0-15,0-1 0 0,-2 0 0 0,-2 0 0 16,0 2 0-16,-1-1 0 0,0-1 0 0,-1 2 0 16,-1-2 0-16,1 0 0 0,-1 0 0 0,-2 0 0 15,-1-2-432-15,-1 1 32 0,-1 0 0 0,-1 0 0 16,1-2-1984-16,1 0-400 0</inkml:trace>
  <inkml:trace contextRef="#ctx0" brushRef="#br0" timeOffset="31665.45">11831 3918 11967 0,'2'-2'528'0,"1"0"112"0,-1 2-512 0,1-2-128 16,0 1 0-16,0 1 0 0,0-2 2096 0,3 2 384 16,2-3 80-16,4 0 0 0,4 0-960 0,1-3-192 15,1 2-32-15,-2-1-16 0,2 0-832 0,-1 1-160 0,-1 1-48 0,0-2 0 31,-2 3-672-31,-2 2-144 0,-1-1-16 0,-1 1-11104 0</inkml:trace>
  <inkml:trace contextRef="#ctx0" brushRef="#br0" timeOffset="31886.81">12061 4022 20271 0,'3'-1'896'0,"0"0"192"15,0 1-880-15,0-1-208 0,-1 0 0 0,0 1 0 16,1 0 2272-16,2-2 416 0,3-1 64 0,4 1 32 16,1-1-656-16,0 1-128 0,1 1-16 0,0 0-16 15,-1 1-1104-15,-1 0-224 0,-1 0-32 0,0 0-16 16,-1 0-384-16,-1 0-80 0,1 0 0 0,-1 0-128 0,0-2 0 0,-2 1 0 16,2 0 0-16,-3 0-11776 15,2-1-2368-15</inkml:trace>
  <inkml:trace contextRef="#ctx0" brushRef="#br0" timeOffset="32909.26">12548 3903 4607 0,'-1'0'400'0,"0"-1"-400"0,0 1 0 0,1 0 0 15,0 0 1472-15,-1-2 224 16,0 2 32-16,0-2 16 15,-1 1 752-15,2-2 128 0,-2 1 48 0,1 0 0 16,-1 0-384-16,1 2-80 0,-1 0-16 0,1-2 0 16,0 2-688-16,0 0-144 0,0 0-16 0,1 0-16 15,-1 2-448-15,1-2-96 0,0 0-16 0,0 0 0 16,1 0-192-16,0 0-64 0,1 0 0 0,1 0 0 16,0-2-160-16,0 1-32 0,3-1-16 0,0 0 0 15,0 1-96-15,0-1-16 0,1 0 0 0,1 0 0 0,1 1-192 0,0-3 176 16,-1 3-176-16,2-1 160 15,-1 2-160-15,-1 0 128 0,-1 0-128 0,0 0 128 0,0 2-128 0,0 1 0 16,0 2 0-16,-2-1 128 0,1 2-128 16,-2 0 0-16,-1 4 0 0,0-3 0 0,-1 3 0 0,-2 1 0 15,0 1 0-15,-3 0 0 0,-1 0 0 0,-1 0 0 16,-2-2 0-16,0-1 0 0,-2 2 0 0,1-3 0 16,0-1 0-16,0 0 0 0,1-2 0 0,0 0 0 15,-1-1 0-15,1 1 0 0,-1 0 0 0,1-1 0 16,0 1 0-16,1-2 0 0,0 0-128 0,1 0 128 15,-1 2 0-15,1 0 0 0,0-2 0 0,1 1 0 0,1 1 0 16,1-3 0-16,1 1 0 0,1-1 0 0,1 0 0 0,1-1 0 16,2 1 0-16,2-4 0 0,1 1 0 0,2-1 0 15,-2-1 0-15,1 0 0 0,2 0 0 0,3-3 0 16,0 2 0-16,0-1 0 0,-1 0 0 16,2 1 0-16,-2-1 0 0,1 0 0 0,-1 1-128 0,0 1 128 15,-2-2-880-15,1 2-96 0,-1-1-32 0,0 2 0 16,0-1-1808-16,0-1-384 0</inkml:trace>
  <inkml:trace contextRef="#ctx0" brushRef="#br0" timeOffset="33203.08">12904 3912 9215 0,'1'-3'400'0,"-1"0"96"0,0 1-496 16,0 2 0-16,0 0 0 0,-1 0 0 15,0 0 1920-15,-1 0 272 0,0 2 64 0,-1 1 16 0,-2 0 128 0,-1 3 32 16,0 4 0-16,-1-1 0 15,0 4-912-15,1 1-176 0,-1 0-48 0,2 0 0 0,1 0-656 0,2-2-128 16,0 0-16-16,3-2-16 0,0-1 0 0,1-1 0 16,2-2 0-16,0 0 0 0,3-2-128 0,0 0-32 0,0-1 0 0,3-3 0 15,0 0-48-15,2-3-16 0,2-2 0 0,0 1 0 16,2-3-32-16,-2 0-16 0,1-1 0 0,-1-1 0 16,-2 2-208-16,0-2 0 15,-1 1 0-15,1 1 0 0,-3 0 0 0,-2 0 0 0,-1-3 0 0,-2 3 0 16,-1 0 0-16,-2-2 0 0,-2 2 0 15,-2-1 0-15,0-1 0 0,-3 0 0 0,1-1 0 0,-2-2 0 16,1 0 0-16,-1 0 0 0,2 1 0 0,-2 1 0 16,2-1 0-16,-2 1 0 0,1 0-128 0,-2 3 128 15,1 2-640 1,-2 1-64-16,1 2 0 0,-1 4-14976 0</inkml:trace>
  <inkml:trace contextRef="#ctx0" brushRef="#br0" timeOffset="34007.33">10722 4445 6447 0,'-8'2'576'0,"2"-1"-576"0,2 1 0 0,2-2 0 15,0 0 1280-15,0 0 160 16,-4 2 32-16,-3-1 0 16,-4 2 256-16,-2 0 48 0,2 0 16 0,3 0 0 15,2 0-320-15,3 0-48 0,0-1-16 0,3 1 0 16,1-1-336-16,2 0-80 0,1 0-16 0,2 1 0 15,2-2-272-15,2 1-64 0,1-2-16 0,2 0 0 16,-1 0-64-16,4-2-16 0,3 1 0 0,3-2 0 16,1-1 80-16,2-1 16 0,-1 0 0 0,5 2 0 0,5-1-32 15,3-1 0-15,2 1 0 0,2 2 0 0,0-1-224 16,5-2-64-16,3 1 0 0,2-1 0 0,2 0-160 16,3 1-32-16,1 1-128 0,3-2 192 0,3 3-192 15,-1-3 144-15,0-2-144 0,-1 2 128 0,1-2-128 0,4 0 160 16,2 2-160-16,-1-2 160 0,-5-1 64 0,4 0 16 15,0 1 0-15,3-1 0 0,2 2 16 0,-4-2 0 16,-2 2 0-16,-2-1 0 0,0 1-256 0,-2 1 176 16,-2 1-176-16,-2-1 160 0,-1 0-160 0,-4 3 0 15,-3-2 0-15,0 3 0 0,2-1 0 0,-3 2 0 16,-1 0-128-16,-4 0 128 0,-6 2-288 0,-3 1 16 16,-1-3 0-16,-4 2 0 15,0 0-560-15,-3-2-128 0,-24 0 0 0,40 3-16 16,-40-3-768-16,35 3-160 0,-35-3-16 0,29 4-11664 0</inkml:trace>
  <inkml:trace contextRef="#ctx0" brushRef="#br0" timeOffset="35311.66">11519 4713 13823 0,'-1'0'1216'0,"-1"0"-960"0,1 2-256 0,0-2 0 15,1 0 1616-15,-1 0 288 0,-1 0 48 0,0 1 16 16,-1 0 304-16,2-1 64 0,1 1 16 0,0-1 0 0,1 0-848 0,2-1-160 16,2 0-48-16,-1 0 0 15,2-1-528-15,1-1-128 0,1 2 0 0,0-2-16 16,0 0-272-16,-1 1-48 0,0-1-16 0,0 0 0 0,-1 0-112 0,-3 0-32 16,1 0 0-16,0 1 0 0,-2 0 32 0,-1 0 0 15,0 2 0-15,0-2 0 0,-1 2-16 0,0-1 0 16,0 1 0-16,-1 0 0 0,1 0-160 0,-1 1 160 15,1 1-160-15,-1-2 160 0,1 0-160 0,-1 2 0 16,1-1 0-16,-1 0 128 0,1-1-128 0,0 2 0 16,-1-2 0-16,1 0 0 0,-1 1 0 0,1 1 0 15,-1-2 0-15,1 0 0 0,0 0 0 0,0 0 0 16,-1 0 0-16,0-2 0 0,0 2 176 0,-1 0-48 16,1-1-128-16,-1 1 192 0,1 1-16 0,-2 1-16 0,0 0 0 0,-1 1 0 15,0-1-160-15,-3 3 160 0,2 2-160 0,-3 0 160 16,1-1-160-16,-2 2 0 15,0 2 144-15,0-1-144 0,0 3 0 0,-2 0 128 0,-1 2-128 0,0 3 0 16,0-1 0-16,-1 1 0 0,0-3 0 0,1 0 128 16,2 0-128-16,-1-2 0 0,0 2 0 0,-1 1 0 15,0 2 0-15,1-2 0 0,0 0 0 0,2-1 0 16,2-1 0-16,3-2 0 0,1 0 0 0,3-3 128 16,2 2-128-16,2-3 0 0,-4-7 0 0,0 0 0 15,0 0 0-15,37 12 0 0,-22-12 0 0,1-3 0 16,3-1 0-16,0 0 0 0,3-1 0 0,-2-1 0 15,1 2 0-15,-1-3 0 0,-1 3 0 0,-1 0 0 0,-3 2 0 0,0-3 0 16,-1 3-144-16,-2 0 144 16,-1-1-960-16,-1-1-128 0,-1 3-32 0,-1-1-15984 15</inkml:trace>
  <inkml:trace contextRef="#ctx0" brushRef="#br0" timeOffset="35522.24">11624 4827 8287 0,'-3'2'736'0,"2"-2"-592"0,0 2-144 0,0-2 0 16,-1 3 1888-16,0 0 352 0,-2 1 64 0,-1 4 0 15,-4 5 1024-15,-1 1 208 0,0 3 48 0,-1 2 0 16,1 0-1632-16,-1 1-320 16,-1 1-64-16,1-1-16 0,1-1-608 0,0 0-128 0,2-2-32 0,1-2 0 15,1 1-368-15,2-4-80 0,1 0-16 0,2-3 0 16,0 0-320-16,2-1 0 0,1-4 0 0,2 1-11584 15,0-4-2288 1</inkml:trace>
  <inkml:trace contextRef="#ctx0" brushRef="#br0" timeOffset="35704.24">11713 5038 2751 0,'1'0'256'0,"0"0"-256"16,1 0 0-16,-1 0 0 0,0 0 2880 15,-1 0 544-15,1 2 96 0,1-2 32 16,1 2 64-16,2 0 16 0,0 1 0 0,2 0 0 0,0-1-2096 0,0 0-432 0,0 0-80 0,1 1 0 16,-2-1-768-1,1-2-128-15,-1-2-128 0,2 2-9536 0,-1-3-2000 0</inkml:trace>
  <inkml:trace contextRef="#ctx0" brushRef="#br0" timeOffset="36067.94">11980 4817 8287 0,'2'-3'368'0,"-1"1"80"0,1 1-448 0,0 0 0 0,-1 1 0 0,0-2 0 16,1 2 3008-16,0 0 528 0,4-2 112 0,1-1 0 16,3 1-592-16,1 1-128 0,0-1-32 0,0 2 0 15,-1 0-1424-15,1 0-272 0,-1 0-64 0,1 2-16 0,-1 1-624 0,-3 2-128 16,-7-5-32-16,0 0 0 0,0 0-336 0,0 0 128 15,0 0-128-15,0 0 0 16,18 42 0-16,-22-34 0 0,-1-1 0 0,-1 2 0 0,1-5 0 0,0 2 0 16,-2 0 0-1,-1 2 0-15,-1-1 0 0,-2 2 0 0,-2 1 0 0,0-1-128 0,1 0-16 0,0-1 0 16,2-1 0-16,2 0 0 0,1 0-48 0,2-1-16 0,0-2 0 16,2 1 0-16,2-2 208 15,1 0 0-15,1-2 0 0,2 1 0 16,2-4 128-16,0 1-128 0,4-1 144 0,0 0-144 0,2-3 368 0,0 0-32 0,2 1 0 0,-1-1 0 15,0 2-208-15,0-1-128 0,2-1 160 0,0 0-160 16,1 0-160-16,-1 0-128 0,0 2-32 0,-1 0-16096 16</inkml:trace>
  <inkml:trace contextRef="#ctx0" brushRef="#br0" timeOffset="36362.21">12387 4736 13823 0,'0'1'608'0,"-2"1"128"0,0 0-592 0,0 1-144 15,1-1 0-15,-1-1 0 0,0 2 1520 0,0 2 272 16,-4 2 48-16,-1 5 16 0,-1 0-16 0,1 2 0 16,-1 0 0-16,2 1 0 0,0-1-528 0,2-2-96 15,2-3-32-15,2 1 0 0,1-2-112 0,1-2-32 16,2 1 0-16,1-4 0 0,1 0-432 0,2-1-96 0,1-1 0 0,2 0-16 15,1-1-144-15,2 0-32 0,0-1 0 0,2 0 0 16,0 0-320-16,2 0 0 16,-4 0 0-16,1-1 128 0,1 0-128 0,0-1-160 0,0 0 160 0,-3-1-208 31,-1 1-880-31,-1-1-192 0,-1 1-16 0,0-1-16 16,-2-1-1312-16,-1 0-256 0,-1 1-48 0,-2 1-8784 0</inkml:trace>
  <inkml:trace contextRef="#ctx0" brushRef="#br0" timeOffset="36527.35">12583 4680 8287 0,'-3'0'368'0,"1"2"80"0,-1 0-448 0,0 0 0 16,1 3 0-16,0-2 0 0,0 1 2816 15,-3 6 464-15,-3 4 112 0,-4 6 0 0,-1 5-80 0,-1 2-32 16,0 1 0-16,1-4 0 0,1-1-1520 0,0-1-304 16,-1 3-64-16,0 1-16 15,1-2-800-15,2-2-176 0,3-1-16 0,1-2-16 0,4-2-368 0,0-1 0 16,2-16 0-16,0 0-17152 0</inkml:trace>
  <inkml:trace contextRef="#ctx0" brushRef="#br0" timeOffset="37524.94">14129 4274 10127 0,'2'0'896'0,"0"0"-704"0,-1 0-192 0,-1 0 0 16,0 0 1792-16,0-2 336 15,1 2 64-15,0 0 16 0,0-2 176 0,1 1 48 0,0 1 0 0,-1-2 0 0,0 2-1040 0,0 0-208 32,0 0-32-32,-1-2-16 0,-1 2-592 0,0 0-112 0,0 2-32 0,0-2 0 0,-1 0-48 0,0 2-16 15,-1-2 0-15,-2 1 0 0,1 3-48 0,-2-4-16 16,-1 3 0-16,0 1 0 0,0 1-96 0,-2-3-32 16,-1 4 0-16,0 0 0 0,-2 1-16 15,-1-1 0-15,-1 0 0 0,0 1 0 0,0 0-128 0,-1-2 0 16,-1 2 0-16,1-2 0 0,0-1 0 15,0 2 0-15,1-2 0 0,1 1 0 0,2-2 0 16,0 1 0-16,2-2 0 0,0 0 0 0,2 1 0 16,-1 0 0-16,1-1 0 0,1-1 0 0,-1 0 0 0,1 2 0 0,0-1 0 0,0 0 0 15,1 1 0-15,-1-2 160 0,1 2-160 0,-1 0 160 16,1-1 80-16,-1 1 16 0,1 0 0 0,0-2 0 16,0 2-64-16,0-1-16 0,0 1 0 0,0 0 0 15,1 0-176-15,-1 0 128 0,0-1-128 0,1 1 128 31,0-1-128-31,0 0 0 0,2-1 0 0,-1 1 128 0,1-2-128 0,-1 2 0 0,1-2 144 0,0 1-144 0,1-1 176 0,-2 2-48 16,1-2 0-16,0 0 0 0,0 2 0 0,0-2 0 31,1 0 0-31,0 0 0 0,-1 1-128 0,0-1 192 16,0 1-192-16,0-1 192 0,0 0-192 0,0 0 128 16,2 2-128-16,-1-2 128 0,1 0-128 0,0 1 160 15,0 1-160-15,0-2 160 0,1 2-32 0,-1-2-128 16,1 0 192-16,1 1-64 0,1 1 0 0,1-2 0 15,-1 2 0-15,1 0 0 0,1-2-128 0,-1 1 192 16,0 1-192-16,1-2 192 0,-1 2-192 0,3-2 128 16,-1 3-128-16,2-1 128 0,-2-2-128 0,3 2 128 0,-1 1-128 0,-8-3 128 15,0 0-128-15,33 14 0 0,-33-14 0 0,0 0 128 16,37 17-128-16,-37-17 0 0,0 0 0 0,35 21 0 16,-35-21 0-16,0 0 0 0,41 23 0 0,-41-23 0 15,0 0 0-15,34 20 0 0,-34-20 0 0,0 0 0 16,0 0 0-16,0 0 0 0,35 23 0 0,-31-20-12352 15,-2 2-2368-15</inkml:trace>
  <inkml:trace contextRef="#ctx0" brushRef="#br0" timeOffset="37872.65">13689 4686 2751 0,'-5'1'0'0,"1"-1"128"0,1 0-128 0,0-1 144 0,2 1-144 0,0 0 0 0,-1 0 0 0,-1-2 0 15,0 1 1408-15,-2 0 240 0,0-3 48 0,1 3 16 16,0-2 752-16,1 1 160 0,1 0 16 0,1 2 16 15,0 0-304-15,1-2-64 16,0 4-16-16,2-2 0 0,1 0-496 0,1 2-112 0,0-1 0 0,1 3-16 16,2-1-336-16,-1 1-64 0,-6-4-16 0,0 0 0 15,0 0-528-15,35 26-96 0,-35-26-32 0,0 0 0 16,0 0-256-16,43 31-64 0,-43-31-16 0,0 0 0 0,0 0-240 16,39 27 144-16,-39-27-144 0,0 0 128 0,0 0-128 15,0 0 0-15,40 30 0 0,-40-30-11936 16,0 0-2336-16</inkml:trace>
  <inkml:trace contextRef="#ctx0" brushRef="#br0" timeOffset="38680.19">14665 4357 5519 0,'-3'0'496'0,"1"0"-496"0,0 0 0 0,1 0 0 0,0 0 960 0,0 0 112 0,-2 1 16 16,-1-1 0-16,-2 0 816 16,0 0 160-16,2 0 48 0,1 0 0 15,1 0-96-15,1-1-16 0,1 1 0 0,2-2 0 0,0 1-416 0,2-1-96 0,0 0-16 0,3 0 0 16,0-1-320-16,2 1-64 16,1-1 0-16,0 0-16 0,2 2-352 0,1-2-64 0,1 1-16 0,0-1 0 15,1 3-320-15,-1-2-80 0,1 2-16 0,-1 0 0 16,1 0-96-16,-1 0 0 0,-1 0-128 0,-1 0 192 15,-1 0-192 1,-1 0 144-16,1 2-144 0,-3-2 128 0,-1 1-128 0,0-1 128 0,-1 2-128 0,0-2 128 16,-1 2-128-1,-2-2 0-15,1 1 0 0,-1 1 128 0,0 0-128 0,-2 1 0 0,1 1 0 0,-1 1 0 0,-1 0 0 0,-1 2 0 32,-1 0 0-32,-1 0 0 0,-1 1 0 0,-1 1 0 15,0 0 0-15,-2 3 0 0,1-2 0 0,-3 1 0 16,-1 2 0-16,0 0 0 0,-3 0 0 0,1 1 0 15,-1 0 128-15,-2 0-128 0,-2 0 0 0,-2 0 0 16,1 0 0-16,1 1 0 0,0-1-352 0,2 0 48 16,2-2 16-16,2 2 0 0,2-2 48 0,2 0 16 0,2-2 0 15,1 1 0-15,2-1 224 0,2-1 0 0,0-9 0 0,0 0-144 16,0 0 144-16,0 0 0 0,31 33 0 0,-31-33 0 16,0 0 128-16,42 12-128 0,-26-9 128 0,3-3-128 15,-1 2 192-15,2-2-48 0,-1-2 0 0,0 2 0 16,-1-2-144-16,1 1 0 0,-2-1 0 0,-2 0 128 15,0 0-400-15,-1 1-96 0,-1-3-16 16,-1 1 0 0,-1 1-960-16,-1-3-208 0,-2 2-48 0,-2-1 0 0,-1 0-560 15,-1 1-112-15</inkml:trace>
  <inkml:trace contextRef="#ctx0" brushRef="#br0" timeOffset="38909.87">14609 4544 24879 0,'0'-2'1088'0,"1"-2"256"0,0 3-1088 0,2-3-256 15,0 3 0-15,0-1 0 0,0 1 2112 0,4-2 384 16,4-3 64-16,6 0 0 0,4-2-848 0,5 1-176 16,2-2-48-16,0 1 0 0,0 2-944 0,0-1-192 15,0 2-32-15,-1 0-16 0,-3 0-304 0,1 1 0 16,-1 1 0-16,-1 3 0 0,-1 0 0 0,-3 0 0 0,1 1 0 15,-2 1 0 1,-18-2-1792-16,34 6-272 0</inkml:trace>
  <inkml:trace contextRef="#ctx0" brushRef="#br0" timeOffset="39692.71">15772 4295 5519 0,'3'-1'496'0,"0"0"-496"31,0 1 0-31,-2-2 0 0,0 1 1568 0,1 1 224 0,2-2 32 0,3 0 16 0,0 0 768 16,1-1 144-16,-1-1 48 0,-1 3 0 15,-3-1-576-15,-1 2-112 0,0 0-32 0,-3 0 0 0,0 2-784 0,-3-2-144 16,1 1-48-16,-2 3 0 0,-1-1-432 16,0-1-96-16,-1 0 0 0,-1 3-16 0,-1-2-176 0,-1 1-16 0,-1 3-16 0,-2-2 0 31,0 0-128-31,-1 2-32 0,-1 0 0 0,-2 0 0 0,0 1-192 0,0 0 144 0,-3 2-144 0,2 0 128 16,-1-3-128-16,2 1 0 0,1 0 0 0,1-3 0 15,2 2 0-15,1 0 0 0,3-2 0 0,0-2 0 16,4 1 0-16,0-2 0 15,3-1 0-15,2 1 0 0,1 0 0 16,2-2 0-16,1 0 0 0,0 0 0 0,4 0 0 16,1 0 0-16,1-2 0 0,1 2 128 0,1 0 112 0,0 0 16 0,1 0 0 0,-1 0 0 15,-1 0 0-15,0 2 0 0,1-2 0 0,0 1 0 16,0 1-80-16,1 0-16 16,-2 1 0-16,0 1 0 0,0-1-160 0,2-1 128 0,0 2-128 0,0-1 128 15,-13-3-128-15,0 0 0 0,37 12 0 0,-26-9 0 16,-11-3 0-16,0 0 0 0,34 9 0 0,-25-6 0 0,1-1-192 0,-2 0 0 15,-2 0-16-15,0 0 0 16,-3-2-1824-16,-1 1-352 0,-2 1-80 0,0-2-12768 16</inkml:trace>
  <inkml:trace contextRef="#ctx0" brushRef="#br0" timeOffset="39950.65">15533 4558 6447 0,'-4'-2'576'0,"1"2"-576"0,0 0 0 0,2 0 0 16,0 0 2416-16,1 0 368 0,1 0 80 0,-1 0 16 16,1 2 320-16,0-1 80 0,2 1 16 0,0 1 0 15,2 1-1120-15,3-2-208 0,-8-2-48 0,0 0-16 16,0 0-672-16,38 14-128 0,-38-14-16 0,26 5-16 15,-14-2-560-15,1-2-128 0,1 0 0 0,3 1-16 0,-17-2-240 0,33 5-128 16,-18-4 128-16,1 1-128 0,-16-2 0 0,32 4 0 16,-32-4 0-16,31 6 0 15,-31-6 0-15,29 8-256 0,-29-8 32 0,0 0-17776 16</inkml:trace>
  <inkml:trace contextRef="#ctx0" brushRef="#br0" timeOffset="40735.93">16721 3845 9215 0,'-1'-3'816'0,"0"1"-656"0,1 0-160 0,0 2 0 16,0 0 1632-16,0-2 288 0,0 0 64 0,-1-2 16 15,1 0 448-15,1-1 96 0,1 1 16 0,1 1 0 16,2 1-480-16,0-3-96 0,3 2 0 0,1 1-16 16,3 0-688-16,1-2-128 0,2 1-16 0,1 0-16 0,-3 1-496 0,1 2-112 15,2-2 0-15,-1 0-16 16,-1 2-240-16,-1 2-32 0,1-2-16 0,-2 2 0 15,-2 1-208-15,-2 1 128 0,0 1-128 0,-4 0 0 0,-1 2 0 0,-2 2 0 16,-4 0 0-16,-2 1 0 16,-4 2 0-16,-1 0 0 0,-2-2 0 0,-1 2 0 0,0-1 0 0,-1 1 0 15,0-3 0-15,1 2 0 0,-1 0-160 16,0-2 160-16,1 0-128 0,2-1 128 0,0-3-128 0,2 2 128 16,3-3-128-16,1-1 128 0,2 2 0 0,3-3 0 15,0-1 0-15,3 0 0 0,2-1 0 0,0-1 0 16,4 0 0-16,-1-1 0 0,1-1 0 0,3-2 0 0,2 2 0 15,2-1 128-15,-2-1-128 0,2 1 192 0,0-1-64 0,3 0 0 32,-1 1-128-32,3-1 0 0,1 0 0 0,0 0 0 0,1 0 0 0,-2 1 0 0,0-1-160 0,0 0 160 31,-3 1-1552-31,-1-3-208 0,-1 3-32 0,-2-1-13792 16</inkml:trace>
  <inkml:trace contextRef="#ctx0" brushRef="#br0" timeOffset="41176.66">17178 3847 1839 0,'0'0'160'16,"0"0"-160"0,0 1 0-16,0-1 0 0,0 0 2256 0,0 0 432 0,1 0 64 0,1 0 32 15,1 0 896-15,2-1 176 0,0 1 48 0,2-2 0 16,1-1-1728-16,0 1-352 0,2-2-64 0,-1 1-16 0,1-3-880 0,2 0-176 16,1-1-48-16,0 0 0 0,1-2-288 0,0-1-64 31,0 0-16-31,-2-1 0 0,-2 2-272 0,-1 0 128 0,-1 0-128 0,-2-2 0 15,-1 1 0-15,-2-1 0 16,-3 2 0-16,-2-2 0 0,-2 4 0 0,-2-2 0 16,-3 2 0-16,-2 2 0 0,0 0 0 0,-2 3 0 0,0 0 0 15,-1 4 0-15,0 1 0 0,0 2 128 0,-1 1-128 0,1 1 0 0,2 0 128 0,0 0-128 0,0 4 0 16,0 0 0-16,-1 1 0 0,3 0 0 0,3-1 0 16,1-3 0-16,3 1 144 0,1-2-144 0,3-1 0 0,1 0 144 15,0-3-144-15,3 1 0 0,1-1 0 0,4-1 0 16,-1 0 0-16,1 1 0 15,1-3 0-15,0 2 0 0,0-2 0 0,-1 1 0 0,1 0 0 0,-1 1 0 16,-1 1 0-16,-1 2 0 0,-3-3 0 0,-1 5 0 16,-1-2 0-16,-2 2 0 0,-2 2 0 0,0 1 0 15,-2 0 0-15,-1 1 0 0,0 1 0 0,-2 1 128 16,1 1-128-16,-2 0 0 0,2 1 0 0,-3 0 128 16,0 0 128-16,0 1 32 0,-1 1 0 0,1-2 0 15,0 0-96-15,0-2 0 0,2 0-16 0,0 0 0 0,2-1-176 16,1-1 0-16,0-1 0 0,1-3 0 15,1 1-512-15,1-4-128 0,0 1-16 0,1-1-15536 16</inkml:trace>
  <inkml:trace contextRef="#ctx0" brushRef="#br0" timeOffset="41361.62">17348 3999 16575 0,'1'0'736'0,"0"-2"160"0,0 2-720 0,0 0-176 15,0 0 0-15,0 0 0 0,0 2 2496 0,0-2 448 16,1 2 112-16,2 1 16 0,2 1-800 0,-2 1-160 0,1 0-16 16,0-2-16-16,0 1-1360 0,0 1-272 15,0-3-48-15,0 0-16 16,0 1-384-16,0-1 0 0,0-2 0 0,0 0 0 31,0 0-1152-31,1-2-224 0</inkml:trace>
  <inkml:trace contextRef="#ctx0" brushRef="#br0" timeOffset="41679.37">17620 3781 10127 0,'-1'-2'896'16,"0"2"-704"-16,0 0-192 0,1 0 0 16,-1 0 1824-16,0 2 336 0,0-2 64 0,-1 2 16 0,-2-1 544 0,-1 3 112 15,1 1 32-15,-1 2 0 0,0 2-1072 0,1-2-224 16,0 4-32-16,-1 1-16 0,5-12-752 0,0 0-160 15,-8 35-32-15,8-35 0 0,0 0-192 0,0 0-32 16,3 42-16-16,-3-42 0 0,0 0-144 0,0 0-16 16,0 0-16-16,33 33 0 0,-23-28-96 0,1-1-128 15,0-1 176-15,-1 0-176 0,-1-1 128 0,0 0-128 16,1 1 0-16,-2 2 0 0,-1-1 0 0,1 1 0 16,-3-2 0-16,-1 2 0 0,-1-1 0 0,-2 1 0 15,0-1 0-15,-3 1 0 0,0 2 0 0,-2-4 0 16,0 4 0-16,-2-3 0 0,0 1 0 0,-1 0 0 0,0-1 0 15,-2 1 0-15,3 0 0 0,-2-3 0 0,-2 3 0 16,0 0 0-16,1-3 0 0,-2 0 0 0,-1-1 0 0,-1 1 0 16,-1-2 0-16,0 0-224 0,0-2 64 0,0-1-17184 15</inkml:trace>
  <inkml:trace contextRef="#ctx0" brushRef="#br0" timeOffset="41868.48">17580 3737 16575 0,'5'-1'736'0,"-3"-1"160"16,2 2-720-16,-1 0-176 0,-1 0 0 0,0 0 0 0,0 0 2240 0,4 0 432 15,2 0 80-15,5 0 0 16,4 2-816-16,3-2-160 0,-1 1-48 0,1 0 0 0,1-1-1168 0,-1 2-240 16,2-1-64-16,-3-1 0 0,0 0-432 0,-2-1-80 15,0 1-32-15,-3-2-14400 16</inkml:trace>
  <inkml:trace contextRef="#ctx0" brushRef="#br0" timeOffset="42214.4">17910 3911 14735 0,'-4'0'640'0,"1"0"160"15,1 0-640-15,0 0-160 0,1 0 0 0,1-2 0 16,0 2 2016-16,0 0 368 0,1-2 80 0,0 1 16 0,3-1-16 0,0 0 0 15,3 0 0-15,1-3 0 0,2 2-1088 0,2-1-224 16,1 1-32-16,-1-2-16 0,4 1-480 0,-1-1-112 16,1 0 0-16,0 1-16 0,-2 1-336 0,-1-1-160 15,0 3 160-15,0-1-160 0,-1 2 0 0,-3 0 0 16,-1 0 0-16,-1 0-11456 16,-2 0-2208-16</inkml:trace>
  <inkml:trace contextRef="#ctx0" brushRef="#br0" timeOffset="42861.75">18371 3731 19343 0,'-3'-3'848'0,"2"2"192"0,0 0-832 0,1 1-208 0,-1-1 0 0,1 0 0 0,0 1 2176 0,0 0 384 15,0-2 64-15,0 2 32 0,1-2-192 0,1 1-32 16,1-1-16-16,1 0 0 16,1 1-1376-16,1-1-272 0,0 2-48 0,1-2-16 0,1 0-384 0,2 0-64 15,1 1-32-15,0 1 0 0,0-3-224 0,0 3 144 16,0 0-144-16,0 0 128 0,1 0-128 0,-1 0 0 15,-3 1 0-15,0 1 0 0,0 1 0 0,-2 1 0 16,0-1 0-16,-3 2 0 0,0 0 0 0,-3-5 0 0,0 0 0 0,0 0 0 16,0 0 0-16,-8 37 0 0,3-30 0 0,0 0 0 15,-4 3 0-15,-1 0 0 0,0 1 0 0,-1-1 0 16,1 1 0-16,-1 0 0 0,-1 0 0 0,0-1 0 16,1 1 0-16,0-1 0 0,2 0 0 0,0-1 0 0,1-2 0 15,3 2 0-15,1-4 0 0,1 0 0 0,2-3 0 0,2 0 0 16,1-2 0-16,2 0 0 15,0-1 0-15,3 0 0 0,0-4 0 0,2 1 0 0,2 1 0 0,-1-1 0 16,2-1 0-16,0 1 0 0,1-1 0 0,0 1 0 16,1 0 0-16,1-3 0 0,-1 2-208 0,-1 0-32 15,0 0 0-15,0 1 0 16,1-3-1568-16,-1 2-320 0,-2 0-64 0,2-2-8416 16,0 0-1680-16</inkml:trace>
  <inkml:trace contextRef="#ctx0" brushRef="#br0" timeOffset="43129.7">18731 3717 6447 0,'-2'0'272'0,"0"0"80"0,0 2-352 0,1-1 0 0,0 1 0 0,-1 0 0 32,-1 0 2304-32,-1 3 384 0,-2 4 64 0,-3 3 32 15,-1 5 304-15,-1 0 64 0,1 2 16 0,2 0 0 0,8-19-1200 0,-12 33-240 0,12-33-64 0,0 0 0 16,0 0-688-16,8 49-144 16,-8-49-16-16,0 0-16 0,0 0-384 0,39 22-80 0,-25-22-16 0,1-2 0 15,-2-1-176-15,2-4-144 16,0 2 192-16,1-4-192 0,0-1 0 15,-2-1 0-15,-1 1 0 0,1-2 0 0,-1-2-208 0,-1-1-112 16,-5 1 0-16,-2-2-16 0,-3 0-16 0,-3 1 0 0,-1-1 0 0,-4 1 0 16,-1-1 48-16,-4 0 16 0,-1 1 0 0,-2 3 0 15,1 1-352 1,-1 5-80-16,-1 0-16 0,-1 5 0 0,1 1 400 0,-1 5 80 0,2-1 0 0,0 5-9088 16,1 0-1808-16</inkml:trace>
  <inkml:trace contextRef="#ctx0" brushRef="#br0" timeOffset="43622.34">16655 4336 11967 0,'2'0'1072'0,"1"0"-864"15,0 0-208-15,-1 0 0 0,0 0 1856 0,3-2 336 16,4 1 64-16,7-1 16 0,6-3 224 0,5 3 64 16,0-3 0-16,2 1 0 0,1 1-896 0,1-1-160 15,3 1-32-15,3-2-16 0,3 1-496 0,3-1-112 0,3 1-16 0,5-1 0 16,1-1-336-16,3 0-80 0,3-2-16 0,2-1 0 15,5 2-96-15,2-3-32 0,1 1 0 0,-1 0 0 16,0 1-112-16,1-2-32 0,3-1 0 0,4 1 0 16,3-2-128-16,2 1 128 0,-1 1-128 15,-3-2 128-15,-2 0-128 0,-5 1 0 0,-4 3 0 0,-3-1 0 16,-2 4 0-16,-6-2 0 0,-7 0 0 0,-5 1 0 16,-4 1-448-16,-1 1 16 0,-5 2 16 0,-2 0 0 31,-3 3-1568-31,-4 0-304 0</inkml:trace>
  <inkml:trace contextRef="#ctx0" brushRef="#br0" timeOffset="44255.09">17318 4537 11055 0,'1'-2'976'0,"-1"2"-784"16,1 0-192-16,-1 0 0 0,1 0 1664 16,0 0 272-16,0-2 64 0,1 1 16 0,0 1 160 0,1-2 48 0,-1 2 0 0,0-1 0 15,0 0-432-15,-2 1-96 0,0 1-16 0,-2 0 0 16,0-1-480-16,-1 3-112 0,-1 1 0 0,-2 1-16 16,-3 0-496-16,-1 4-112 0,-2 1-16 0,-1 2 0 31,-1 0-256-31,-3 4-48 0,1 0-16 0,-3 4 0 0,0-2-128 0,-1 4 160 0,2-3-160 0,0 1 160 15,3-2-32-15,2-2-128 0,4 1 192 0,1-4-64 16,5-2 0-16,1-2-128 0,2-9 192 0,0 0-64 16,0 0-128-16,0 0 0 0,0 0 0 0,35 31 0 15,-21-31 0-15,3-2 0 0,-1 0 0 0,3-3 0 0,0 1 0 16,3 0-144-16,0-3 144 0,0 3-160 16,1-1-80-16,-2 0-16 0,-1-2 0 0,0 2 0 15,-2 3-352-15,-1-3-80 0,-2 2-16 0,-1-1-15536 16</inkml:trace>
  <inkml:trace contextRef="#ctx0" brushRef="#br0" timeOffset="44460.65">17354 4630 14735 0,'-4'4'640'0,"1"-1"160"0,0 0-640 0,2 1-160 0,-1-2 0 16,0 1 0-16,-1 2 2512 0,-1 4 480 0,-4 3 80 0,-2 7 32 15,-1-1-576-15,-1 2-112 0,-1-1-32 0,1 0 0 16,1-3-1264-16,-2-2-256 0,2 1-48 0,0-1-16 16,2-2-432-16,0 0-96 0,2-3-16 0,2 1 0 15,1-4-432-15,2-1-80 0,1-1-32 0,3-1-16448 16</inkml:trace>
  <inkml:trace contextRef="#ctx0" brushRef="#br0" timeOffset="44627.79">17393 4862 7359 0,'1'2'656'0,"0"-1"-528"15,-1 1-128-15,1 0 0 0,0-2 1648 0,0 1 288 16,1 1 64-16,2 2 16 0,-4-4-240 0,0 0-48 16,0 0-16-16,0 0 0 15,34 19-1840-15,-26-19-384 0,-1 0-64 0,2-2 0 0</inkml:trace>
  <inkml:trace contextRef="#ctx0" brushRef="#br0" timeOffset="44995.36">17712 4628 29487 0,'3'-1'1296'0,"-1"1"288"0,1 0-1264 0,0 0-320 0,0 0 0 0,-1 0 0 15,1-2 1552-15,3 2 256 0,3 0 48 0,5-2 16 16,4 1-880-16,0-2-176 0,1 0-48 0,-2 1 0 0,1 1-400 0,-3-2-96 16,-1 3-16-16,-3 0 0 0,-2 1-256 0,-2 1 128 15,-7-2-128-15,0 0 0 0,0 0 0 0,0 0 0 16,0 0 0-16,0 0 0 0,1 38 0 0,-7-31 0 16,-2 3 0-16,-3 0 0 0,1 1 0 0,-2 1 0 15,1-3 0-15,-1 1 0 0,0-1 0 0,1-1 0 16,1-1 0-16,0-1 0 0,3-1 0 0,2-1 0 15,2-1 0-15,3 0 0 0,1-1 0 0,2-1 0 16,3 1 0-16,1-2 0 0,1 0 0 0,4-3 0 16,1 3 0-16,1-4 0 0,1 1 0 0,2-1 0 0,0 1 0 0,0-2 0 15,1 1 0-15,0-3 0 0,-1 2-176 0,0-2 176 32,0 2-1600-32,-2 0-192 0,1-1-64 0,0 0-13920 0</inkml:trace>
  <inkml:trace contextRef="#ctx0" brushRef="#br0" timeOffset="45250.89">18257 4526 11055 0,'4'-1'480'0,"-3"-1"112"0,1 2-464 0,-2 0-128 0,0 0 0 0,0 0 0 16,0 0 2768-16,0 2 544 0,0 1 96 0,0-1 32 16,-1 3-592-16,-2 2-112 15,0 1-32-15,-3 1 0 0,0 3-1456 0,-2 1-288 0,-2 0-64 0,1 1-16 16,-2 2-240-16,1-1-32 0,-1 0-16 0,1 0 0 0,3-1-112 0,1-2-32 31,6-12 0-31,0 0 0 0,0 0-192 0,0 38-64 0,0-38 0 0,0 0 0 0,0 0-192 0,32 15 0 16,-20-13 0-16,3-2 0 0,0-2 0 0,1 1 0 15,2-2 0-15,1 0 0 0,-1-2 0 0,1 2 0 16,-3-1 0-16,1-1 0 16,-1 0-432-16,0 0-16 0,-2 0-16 0,0 1 0 15,-1-1-960-15,-1 0-192 0,-1-1-48 0,0 0 0 16,-4 2-1376-16,0-4-288 0</inkml:trace>
  <inkml:trace contextRef="#ctx0" brushRef="#br0" timeOffset="45425.11">18423 4517 13823 0,'-3'4'608'0,"1"0"128"0,0 0-592 0,0 0-144 0,0 1 0 0,0 0 0 16,-1 1 2784-16,3-6 528 0,-11 33 96 0,-1-2 32 15,-1 5-816-15,-1 4-144 0,-1 0-48 0,1-1 0 16,1-1-1248-16,3-4-256 0,3-10-48 0,7-24-16 0,-8 49-640 15,8-49-224-15,0 41 144 0,0-41-17104 16</inkml:trace>
  <inkml:trace contextRef="#ctx0" brushRef="#br0" timeOffset="45930.22">19257 3827 8287 0,'1'0'736'0,"1"0"-592"15,-1 0-144-15,0 0 0 0,0 0 1264 0,1 0 208 16,1 0 64-16,3 1 0 0,3 2 1840 0,4 2 368 16,-13-5 80-16,30 16 16 0,-30-16-1536 0,37 24-320 15,-37-24-48-15,38 35-16 0,-38-35-752 0,42 43-144 16,-42-43-48-16,40 50 0 0,-40-50-384 0,33 47-80 16,-33-47 0-16,31 62-16 0,-31-62-272 0,25 71-48 0,-16-29-16 0,-3 1 0 15,-2 2-160-15,-4-2 0 0,-3 0 0 0,-3-3 0 16,-1-1 0-16,-3-2 0 0,-2 1 0 0,-3-3 0 15,-4-1 0-15,-3 0 0 0,-2-2 0 0,-4-1 0 32,0-4-336-32,-2-1-112 0,-4 1 0 0,-2-4-17072 0</inkml:trace>
  <inkml:trace contextRef="#ctx0" brushRef="#br0" timeOffset="46959.59">8803 6077 10127 0,'-6'1'896'0,"3"-1"-704"0,-1 0-192 0,2 0 0 15,0 0 672-15,1 0 96 0,0 2 32 0,0-2 0 0,-2 0 1440 0,-1 0 272 16,-1-2 64-16,2 2 16 16,0-1-400-16,0 0-80 0,2 1 0 0,1 0-16 0,1-2-640 0,1 2-128 15,2-2-32-15,1 1 0 0,3 1-384 0,2 0-80 0,1-2 0 0,3 2-16 16,3-2-352-16,0 1-64 15,3-1-16-15,0 1 0 0,-3 0-240 16,0-1-144-16,4 1 160 0,0-1-160 0,2 2 0 0,0-3 0 16,-4 3 0-16,-3 0 0 0,-3 0-208 0,-3 0 16 15,-2-2 0-15,0 4-11264 16,-3-2-2240-16</inkml:trace>
  <inkml:trace contextRef="#ctx0" brushRef="#br0" timeOffset="47150.5">8786 6273 13823 0,'-2'0'1216'0,"2"2"-960"0,0-2-256 0,1 1 0 15,1-1 1920-15,0 0 352 0,0 2 64 0,3-2 16 16,1 2 864-16,4-2 176 0,2 0 48 0,3 0 0 16,1-2-1680-16,1 0-336 0,1 1-64 0,2-1-16 15,0 2-832-15,0-2-192 0,-1 1-16 0,0 1-16 16,-1 0-288-16,-18 0 0 0,41 3 0 0,-21-3 0 31,-20 0-1104-31,37 0-240 0</inkml:trace>
  <inkml:trace contextRef="#ctx0" brushRef="#br0" timeOffset="47450.2">9782 6050 15663 0,'-1'-4'688'0,"1"1"144"0,0 1-656 0,0 1-176 16,0 1 0-16,0 0 0 0,0 0 2128 0,-1 1 400 0,0 3 80 0,-1-1 16 15,1 3-256-15,-1 4-64 0,-1 2 0 0,1 4 0 16,1 4-1072-16,-1 3-208 0,1 6-64 0,0-1 0 15,0 5-480-15,0-2-96 0,0 0-32 0,-1 1 0 16,0-5-32-16,1 2-16 16,0 0 0-16,0-1 0 0,0-2-176 0,1-26-128 0,2 44 192 0,-2-44-192 15,5 38 0-15,-5-38 0 0,0 0 0 0,11 43-11712 16,-11-43-2304-16</inkml:trace>
  <inkml:trace contextRef="#ctx0" brushRef="#br0" timeOffset="47769.91">9717 6067 20271 0,'-4'-5'896'0,"2"0"192"0,2 0-880 0,1 3-208 16,0 0 0-16,1 0 0 0,0 1 1776 0,1-1 304 15,5-1 64-15,3-1 16 16,5-1-544-16,5-2-96 0,6 2-32 0,-1 2 0 0,0 0-976 0,0 2-192 0,1-1-32 0,-1 2-16 15,-1 2-272-15,-25-2 0 0,42 8 0 0,-42-8 0 16,0 0 0-16,45 23 0 16,-45-23 0-16,0 0 0 0,0 0 0 0,23 50 0 15,-27-34 0-15,-3-3 0 0,-2 3 0 0,-4-1 0 0,-2 0 0 0,-4-1 0 16,0-1 0-16,-3-1 128 0,0-2-128 0,-2-2 0 16,-1-1 128-16,-1-2-128 0,2 0 0 15,3-4 0-15,4-1 0 0,3-1 0 0,2 1-128 0,4-4 128 16,2 1-1232-16,3 0-160 0</inkml:trace>
  <inkml:trace contextRef="#ctx0" brushRef="#br0" timeOffset="48076.98">10740 5926 11679 0,'-1'-2'512'0,"-2"2"128"0,0-1-512 16,-1 1-128-16,1 1 0 0,1-1 0 0,-2 2 992 16,-3 3 176-16,-4 0 48 0,-3 5 0 0,-5 2 448 0,-2 2 80 0,-3 7 32 0,-1 3 0 15,0 4-576-15,3 1-112 16,2 1-32-16,2 2 0 0,1 3 384 0,4-2 80 15,3-2 16-15,5-3 0 0,3-6-32 0,2-22 0 16,5 42 0-16,-5-42 0 0,0 0-896 0,24 45-176 16,-24-45-48-16,0 0 0 0,46 36-384 0,-46-36 0 15,41 17 0-15,-41-17-11344 0,46 16-2352 16</inkml:trace>
  <inkml:trace contextRef="#ctx0" brushRef="#br0" timeOffset="48988.28">11249 5903 8287 0,'1'0'736'0,"-1"0"-592"0,0 0-144 15,0 0 0-15,-1 0 1072 0,1 2 176 0,-1-2 32 0,0 3 16 16,0-1 272-16,-2 5 48 0,0 0 16 0,0 3 0 15,-1 2-272-15,-1 2-48 0,-1 3-16 0,-1 5 0 0,0 3-144 0,-1 1-48 16,1 0 0 0,-1 0 0-16,0 3-16 0,0 1-16 0,-1-1 0 0,1-3 0 15,2-2-208-15,-1-5-32 0,3-2-16 0,1-4 0 0,0 0-288 0,2-4-48 16,0 0-16-16,1-2 0 0,1-2-464 0,0-3 0 16,1 1-128-16,2-3-15760 0</inkml:trace>
  <inkml:trace contextRef="#ctx0" brushRef="#br0" timeOffset="49230.4">11357 6261 19343 0,'0'-2'1728'0,"0"1"-1392"0,1 1-336 0,0 0 0 31,0 0 2240-31,-1 1 384 0,1 1 80 0,0 0 16 16,1 1 48-16,0 1 16 0,-2-4 0 0,0 0 0 0,0 0-1840 0,0 0-368 15,0 0-80-15,28 36-16 0,-28-36-480 0,0 0 0 16,0 0 0-16,0 0-12048 16,0 0-2480-16</inkml:trace>
  <inkml:trace contextRef="#ctx0" brushRef="#br0" timeOffset="49588.65">11684 6088 15663 0,'-7'-2'688'0,"3"2"144"0,2 0-656 0,-1 0-176 15,0 2 0-15,1-1 0 0,0 2 1856 0,-1 0 352 0,-3 4 64 0,-1 5 16 16,-3 1-496-16,2 2-112 0,-1 4-16 0,1-2 0 15,3 0-672-15,1 0-144 0,1-1-16 0,2-4-16 16,1-12-112-16,0 0-32 0,0 0 0 0,0 0 0 16,0 0-352-16,38 31-64 0,-26-32 0 0,1-3-16 15,2-1-240-15,1-2 0 0,2-3 0 0,-2-1 0 16,3-2-192-16,-2-1-48 0,-2 0 0 0,-1 0 0 16,-2 0-704-16,-2 0-144 0,-2 2-16 0,-3 0-16 15,0 0 240-15,-3 2 48 0,-2 1 16 0,-2 0 0 16,-2 0 288-16,-2 1 48 0,-3-1 16 0,-3 1 0 0,4 4 464 15,-2-1-144-15,-3 0 144 0,-2 3 0 0,-1-1 144 0,2 4 112 16,2 1 32-16,1 0 0 0,2 3 32 0,2 0 16 16,0 1 0-16,2-3 0 0,3 0-592 0,1 1-112 15</inkml:trace>
  <inkml:trace contextRef="#ctx0" brushRef="#br0" timeOffset="49954">12305 5839 9215 0,'3'-5'816'0,"-1"3"-656"0,-2 0-160 0,0 1 0 16,0 1 1840-16,-1 0 336 0,1-1 64 0,-1 0 0 15,-1 1-48-15,-2 0-16 0,-1 3 0 0,-2 3 0 16,-2 4-704-16,0 0-128 0,-2 2-48 0,-1 4 0 15,-2 1-128-15,-1 5-16 0,0 3-16 0,-3-1 0 0,-3 4-464 0,-2 3-96 16,-2 0 0-16,-1 0-16 0,0 2-320 0,3-3-64 16,4-1-16-16,4-5 0 0,5-1-160 0,3-5 0 15,5-2 0-15,2-4 0 0,1-3 0 0,2-3 0 16,3-3 0-16,1 0 0 0,3-3-176 0,3-5 176 16,1 0-128-16,2-2 128 0,4-2 0 0,-1-1-128 15,0-1 128-15,-2 1 0 16,1-3 0-16,-4 2 0 0,-2-1 0 0,-3 5 0 0,-1-2 0 0,-3 2 128 15,-3 3-128-15,-2 1 0 0,-3 0 0 16,-3 1 0-16,-5 2 0 0,-2 2 0 16,-2-1-176-16,-2 3 0 0,-1-2 0 0,1 3 0 15,-1-2-592-15,2 1-128 0,2-1-32 0,2 1-13936 0</inkml:trace>
  <inkml:trace contextRef="#ctx0" brushRef="#br0" timeOffset="51107.56">13033 5917 9215 0,'1'-2'816'0,"0"2"-656"0,-1 0-160 0,0 0 0 16,0 0 1408-16,0 0 240 15,0-1 48-15,1 1 16 0,-1-1-112 0,0 1 0 0,-1 0-16 0,-1 0 0 16,-1 1-224-16,-1-1-32 0,0 3-16 0,-3-3 0 0,1 3-384 0,-3-1-80 15,0 2-16-15,-1-1 0 0,1 0-128 0,-4 1-48 16,-1 1 0-16,-3 0 0 0,0-1 48 0,0 1 16 16,1-2 0-16,-1 1 0 0,0-1-224 0,-1 1-48 15,2-1-16-15,2 1 0 0,0-1-288 0,2 0-144 16,2 1 160-16,3-2-160 0,0 0 0 0,2 3 0 16,0-2 0-16,2-1 0 0,2 0 192 0,0 1-48 15,1-3-16-15,0 2 0 0,1 1 64 16,-1-3 16-16,3 2 0 0,-1 0 0 0,0 0 176 15,2 1 16-15,-1 0 16 0,3 1 0 0,-6-4-80 0,0 0-16 16,0 0 0-16,32 29 0 0,-32-29-112 0,0 0-16 16,0 0-16-16,45 35 0 0,-45-35-176 15,0 0 0-15,40 22 144 0,-40-22-144 0,0 0 0 0,39 19 0 0,-39-19 0 0,0 0 0 16,35 12-128-16,-35-12-112 0,0 0-16 0,0 0-17376 16</inkml:trace>
  <inkml:trace contextRef="#ctx0" brushRef="#br0" timeOffset="51324.54">12721 6166 9215 0,'-3'0'816'0,"0"0"-656"16,1 0-160-16,1 0 0 0,1 2 2368 0,1-2 448 31,-1 1 96-31,1 3 16 0,1 1 272 0,1 0 48 16,-3-5 16-16,0 0 0 0,0 0-1360 0,28 37-272 0,-28-37-48 0,0 0-16 0,36 32-832 0,-36-32-160 0,0 0-48 0,48 33 0 15,-48-33-400-15,39 21-128 0,-39-21 0 0,35 14 0 32,-35-14-368-32,0 0-176 0,48 17-32 0,-48-17-16256 0</inkml:trace>
  <inkml:trace contextRef="#ctx0" brushRef="#br0" timeOffset="51777.95">13462 5920 18431 0,'-3'-2'816'0,"1"1"160"0,1 1-784 0,0 0-192 15,1 0 0-15,0 0 0 0,1 0 1264 0,2-2 208 16,0 2 32-16,4-2 16 0,2 1-224 0,3-1-32 15,2 0-16-15,2-1 0 0,1 1 480 0,1 0 80 16,1 1 32-16,-1 1 0 16,2 0-1840-16,-2 0-608 0,3 1 0 0,-3 1 0 0,2 0 800 0,-4 1 176 15,-16-3 16-15,31 4 16 0,-31-4-176 0,28 5-32 0,-28-5-16 0,0 0 0 16,0 0-176-16,38 15 128 0,-33-11-128 0,-1 3 128 16,-1-1-128-16,-3 0 160 0,-1 1-160 0,-1 1 160 15,-2 1 32-15,-2 0 0 0,-2 5 0 16,-2 0 0-16,0 1 64 0,-2 4 0 0,-1-3 16 0,0 4 0 15,-1-1-80-15,-1 2-32 16,-1 1 0-16,3-2 0 0,1 2-160 0,4-6 128 0,2 1-128 0,3-2 128 16,3-15-128-16,0 0 0 0,0 0 0 0,11 38 0 15,-11-38 0-15,0 0 0 0,0 0 0 0,39 23 0 16,-39-23 0-16,0 0 0 0,43 8-144 0,-30-7 144 16,0 1-192-16,1-2 32 0,-1 1 0 0,1-1 0 15,1 2-96-15,-1-2 0 0,0 0-16 0,-2 0 0 16,0 0-928-16,-1-3-176 15,-2 1-32-15,0 0-8448 0,-2 0-1664 0</inkml:trace>
  <inkml:trace contextRef="#ctx0" brushRef="#br0" timeOffset="51991.3">13515 6150 9215 0,'-3'0'816'0,"2"-2"-656"0,1 2-160 0,1 0 0 15,1-1 2480-15,1 1 464 0,0-2 80 0,2 0 32 16,5 1 64-16,2-1 16 0,4-2 0 0,4 1 0 16,4-2-1472-16,1 3-272 0,1-3-64 0,1 2-16 15,1-1-720-15,0-1-144 0,0 1-16 0,0 0-16 16,-1 0-416-16,1-3 0 16,0 1 0-16,0 0 0 0,0 2-1920 0,-2-1-320 0</inkml:trace>
  <inkml:trace contextRef="#ctx0" brushRef="#br0" timeOffset="52458.68">14696 5934 9439 0,'5'-3'192'0,"0"-1"64"0,0 3 0 0,-3-1 16 0,0 1-272 0,-1 0 0 0,1 1 0 0,1 0 0 0,1-2 3472 0,0 2 640 0,0-2 128 0,-1 2 32 15,-2 2-1376-15,-1 0-272 0,-3 0-48 0,-2 0-16 16,1 1-1024-16,-4 2-224 16,0-3-32-16,-2 3-16 15,-2 2-672-15,-1-2-128 0,0 2-16 0,0 0-16 0,1 0-192 0,-3 0-48 0,-3 2 0 0,0 1 0 16,-1 2-192-16,-1-2 128 15,0 1-128-15,1 1 0 0,-3 0 0 0,0-2 0 16,0 1 0-16,-1 1 0 0,2-2 0 0,3-3 0 0,0 1 0 0,3-2 0 0,4 1 0 0,1-2 0 16,2-2 0-16,3-1 0 0,0 0 0 15,3-1 0-15,2 0 0 16,0-2 0-16,3 1 0 0,0-1 0 0,2-1 0 0,1-1 0 16,2 1 0-16,1 0 0 0,0 2 0 0,1-1 0 0,2 2 0 0,0-1 176 15,-12 0-176-15,0 0 160 0,37 7-160 0,-37-7 192 16,0 0-192-16,42 14 192 0,-42-14-192 0,0 0 0 31,45 13 0-31,-45-13 0 0,32 8 0 0,-32-8 0 0,33 7 0 0,-33-7 0 0,33 3 0 0,-16-1 0 16,-1-2 0-16,1 1 0 15,1 0-288-15,-18-1-32 0,32 5-16 0,-32-5-11760 0,32 8-2368 0</inkml:trace>
  <inkml:trace contextRef="#ctx0" brushRef="#br0" timeOffset="52776.94">14342 6268 4607 0,'-4'0'400'0,"1"-2"-400"16,2 2 0-16,1 0 0 0,0 0 2176 0,0 0 336 15,-1 0 80-15,1-2 16 0,0 1 912 0,3 1 192 16,2-2 48-16,2 2 0 0,2 0-1040 0,3 2-208 0,-12-2-32 0,31 3-16 16,-31-3-1264-16,34 4-256 15,-34-4-48-15,41 5-16 0,-18-4-560 0,0 1-96 0,-4 0-32 0,1-2 0 16,2 2-192-16,0-2 0 0,0 2 0 0,0-2-11968 15,1 0-2304-15</inkml:trace>
  <inkml:trace contextRef="#ctx0" brushRef="#br0" timeOffset="54258.92">15349 5898 11055 0,'-1'-1'976'0,"0"0"-784"0,1 1-192 0,-1 0 0 16,0 0 1216-16,0 0 192 0,-1 0 32 0,-1 0 16 16,-1 1 208-16,-2 0 32 0,0 2 16 0,-2-1 0 0,3 3-688 0,-2-3-144 15,1 0-32-15,0 1 0 0,1 2-336 0,-1-3-64 16,2 0 0-16,0 1-16 15,0 1-32-15,0-1 0 0,1-2 0 0,0 2 0 0,0-2-80 0,-1 3-32 16,2-1 0-16,-2-1 0 0,1 0 48 0,0 0 16 16,-1 1 0-16,0 2 0 0,-1-1 32 0,0-1 0 15,0 2 0-15,1-3 0 0,2 0-96 0,-1-1-16 16,1 1 0-16,0-2 0 0,0 0 176 0,1 0 16 16,1-2 16-16,-1 1 0 0,1-1-32 0,0 2 0 15,1-2 0-15,-1-1 0 0,1-1-128 0,0 1-48 16,2 1 0-16,-1-3 0 0,0 2-80 0,0-1-32 0,0-1 0 15,1 1 0-15,1 0-160 0,-1 0 128 0,2 0-128 0,-1 1 128 16,0 1-128-16,2-3 0 0,1 1 0 0,-1 1 0 16,2-1 0-16,1-1 0 15,1 2 0-15,0-1 0 0,2 1 0 0,-1 0 0 0,1 0 0 0,-1 2 0 16,1 2 0-16,-2 0 0 0,-10-1 0 0,0 0 0 16,0 0 0-16,0 0 0 0,38 37 0 0,-38-37 0 15,0 0 0-15,4 41 0 0,-4-41 128 0,-7 34-128 16,2-22 0-16,-1 2 0 0,-3 2 0 0,-4 3 0 15,-2 0 0-15,-2 0 0 0,0-1 0 0,1-3 0 0,0 0 0 16,-1-1 0-16,2-2-128 0,0-1 128 0,-1-2 0 0,0-1-176 16,2-1 176-16,-1-2-128 0,2 2-16 0,-1-4 0 15,1 1 0-15,0-1 0 16,2-3-240-16,1 0-64 0,1 0 0 0,2 0 0 0,3-3 128 0,1 1 32 16,1-1 0-16,2 0 0 0,3 0 128 0,1 0 32 15,0-2 0-15,4 1 0 0,0-1 0 0,2-1 0 16,3 0 0-16,2-1 0 0,1 0 128 0,1 1 176 15,-1 0-48-15,1 1 0 0,1 1 384 16,2 1 64-16,1 0 0 0,2 2 16 0,-2 0-16 0,0 1 0 16,1 0 0-16,-1 0 0 0,-2 0-240 0,0 0-48 0,0 0-16 0,1 0 0 15,-2 1-144-15,0-2-128 0,-1 1 144 0,-2-2-144 16,0 0 0-16,-1 0 0 0,-2 1 0 16,0-3 0-16,-1 3 0 0,0-2-208 15,-1-1 32-15,0 0-17328 0</inkml:trace>
  <inkml:trace contextRef="#ctx0" brushRef="#br0" timeOffset="54461.38">15754 6052 20271 0,'5'-1'896'0,"-3"0"192"0,2-1-880 0,-1 2-208 16,-1 0 0-16,0-2 0 0,-1 2 2384 0,2 0 432 15,4-1 96-15,0 1 16 0,2 0-496 0,1 0-112 16,1 1-16-16,-11-1 0 0,0 0-1488 0,29 8-304 15,-29-8-64-15,0 0-16 16,0 0-432-16,35 17 0 0,-35-17 0 0,0 0 0 31,0 0-320-31,0 0-160 0</inkml:trace>
  <inkml:trace contextRef="#ctx0" brushRef="#br0" timeOffset="54834.46">16035 5914 4607 0,'2'-2'400'0,"-1"0"-400"0,2 2 0 0,-2-2 0 15,0 2 1872-15,0 0 304 0,1 0 48 16,2-2 16-16,1 2 832 0,3-1 160 0,1-1 32 0,0 2 16 16,2-2-848-16,0 1-160 0,-1 1-32 0,0 1-16 15,-1-1-816-15,1 2-144 0,-1 0-48 0,0-1 0 16,0 3-576-16,-2-2-128 0,-7-2-32 0,0 0 0 15,0 0-336-15,0 0-144 0,0 0 128 0,34 37-128 16,-34-37 0-16,0 0 0 0,0 0 0 16,0 0 0-16,5 44 0 0,-8-35 0 0,-1 1 0 0,-1 0 0 0,-1-1 0 0,-1 0 0 15,-1 1-176-15,1-3 176 0,1 0-208 0,-3 1 32 16,-1 3 16-16,-2-2 0 0,1 3-16 0,0-2 0 16,0 2 0-16,2-3 0 15,2 1 176-15,2-1 0 0,2-2 0 0,2-2 0 16,2-2 0-16,2 1 0 0,2-4 0 0,1 0 0 0,3-2 0 0,2-3 144 15,1 1-144-15,2-2 0 16,1 2 192-16,2-4-64 0,1 2 0 0,0-2-128 0,1 1-160 0,-1 0-144 16,3 1-16-16,-2 0-16 15,2 2-1200-15,-3-3-256 0,0 3-32 0,-2-1-16 16,-2 1-528-16,0 0-96 16,0-1-32-16,-2 0-8384 0</inkml:trace>
  <inkml:trace contextRef="#ctx0" brushRef="#br0" timeOffset="55135.13">16562 5900 3679 0,'3'-9'160'0,"-1"4"32"0,0 1-192 0,-2 1 0 15,1 1 0-15,-1 2 0 0,0-2 1968 0,0 1 336 16,1-1 80-16,-2 0 16 0,-1 0 544 0,-1 2 96 16,0 3 32-16,-4 0 0 0,0 5-912 0,-1-2-176 15,0 3-48-15,0 2 0 0,-2 1-736 0,0 2-160 16,-1 1-16-16,1 0-16 0,1 2-304 0,1-3-48 15,3-4-16-15,1-1 0 0,1 2 0 0,3-11-16 16,0 0 0-16,0 0 0 0,0 0-336 0,0 0-64 0,27 41-16 0,-27-41 0 16,26 5-208-16,-11-4 144 0,2-1-144 15,3-1 128-15,-1-1-128 0,0-1 0 0,-1 3 0 0,0-3 128 16,3 0-128-16,-1 0 0 0,-3 0 0 0,-1 1 0 16,1 0 0-16,-2-3-144 0,-2 1 144 0,-3 1-208 31,-1 1-512-31,0-1-112 0,-3-1 0 0,0 1-10288 0,-3 1-2048 0</inkml:trace>
  <inkml:trace contextRef="#ctx0" brushRef="#br0" timeOffset="55324.55">16687 5874 911 0,'-2'1'0'0,"1"1"0"0,-1 1 0 0,1 1 0 0,0-2 2976 0,1 0 512 15,-2 3 96-15,-1 3 32 0,3-8 592 16,-10 31 112-16,3-10 32 0,-2 5 0 0,0 3-2112 0,-2 1-400 15,1 1-96-15,2-3-16 0,8-28-992 0,-10 53-208 16,10-53-32-16,-3 45-16 0,3-45-480 0,0 0-256 16,9 49 16-16,-9-49-16224 0</inkml:trace>
  <inkml:trace contextRef="#ctx0" brushRef="#br0" timeOffset="55595.14">16969 5850 21183 0,'0'0'944'0,"0"0"192"0,30 13-912 0,-30-13-224 0,0 0 0 0,0 0 0 16,0 0 1872-16,39 19 336 0,-39-19 64 0,48 26 16 15,-48-26-528-15,58 30-96 0,-58-30-32 0,53 31 0 0,-53-31-544 0,45 29-128 16,-45-29 0-16,33 33-16 0,-33-33-336 0,24 38-64 15,-24-38-16-15,10 43 0 16,-10-43-304-16,-7 47-64 0,-2-24-16 0,-6 1 0 0,-4 2-144 16,-4-2 128-16,-3 2-128 0,-2-2 128 0,-1 0-128 0,-1-5 0 15,0 0 0-15,-5-3-18368 0</inkml:trace>
  <inkml:trace contextRef="#ctx0" brushRef="#br0" timeOffset="56352.76">8851 7506 19343 0,'-1'0'1728'0,"1"0"-1392"0,0-2-336 0,1 2 0 15,-1 0 1232-15,1 0 176 0,1 0 48 0,0 2 0 16,3-4-96-16,1 1-16 0,3 1 0 0,2-2 0 15,2 0-208-15,2 1-48 0,2-1-16 0,1 0 0 16,3 0-368-16,0-1-64 0,1 1 0 0,-1 1-16 16,-21 1-352-16,41 0-64 0,-41 0-16 0,38 0 0 15,-38 0-192-15,31-2 0 0,-31 2 0 0,0 0 0 16,35 0-352-16,-28 0-16 0,-1 0 0 0,-2 2-15312 16</inkml:trace>
  <inkml:trace contextRef="#ctx0" brushRef="#br0" timeOffset="56543.06">8924 7695 17503 0,'0'1'768'0,"2"1"176"0,0-2-752 0,0 0-192 16,1 0 0-16,-1 0 0 0,1 0 2064 0,4 0 384 15,3-2 80-15,4 1 16 0,4-1-240 0,0-3-32 16,3 3-16-16,0-2 0 0,0 0-1312 0,0 2-272 0,0-2-48 0,-2 2-16 15,0 1-480-15,-1-1-128 0,-2-1 0 0,0 1-10912 16,-16 2-2240-16</inkml:trace>
  <inkml:trace contextRef="#ctx0" brushRef="#br0" timeOffset="58102.02">9781 7435 13823 0,'1'-1'1216'0,"-1"-1"-960"0,0 1-256 0,-1 0 0 16,1 1 1344-16,0 0 208 0,-1-2 48 0,0 0 16 15,-2 1 128-15,0-2 32 0,-1 1 0 0,0 2 0 0,0 2-592 0,-2 1-112 16,2-1-32-16,-2 2 0 0,1 2-400 0,-2 1-64 16,0 0-32-16,-1 2 0 0,0 3-48 0,0 2-16 15,0 3 0-15,-1 2 0 16,0 5 160-16,-1 4 16 0,-1 3 16 0,2 2 0 0,1 3-80 0,1-2-16 15,3-4 0-15,2-4 0 0,1-7-32 0,1-19-16 0,7 33 0 16,-7-33 0-16,0 0-288 0,0 0-64 0,40 36-16 16,-40-36 0-16,32 0-160 0,-15-5 0 15,3-2 0-15,1-3 128 0,1-2-128 0,1-4 160 0,0 2-160 0,-3-5 160 16,0 2-160 0,-4-2 0-16,-2 0 0 0,-3 0 0 0,-1 0 0 0,-4 3 0 0,-1-1 0 15,-2 1 0-15,-3 1 0 0,-2 1 0 0,-2 0 0 0,-1 2 0 16,0 0 0-16,-2 0 0 15,-1-2 0-15,-1 0 0 0,-2 0 0 0,-1-3 0 0,1 3 128 16,1-1-128-16,0 4 0 0,1 1 0 0,0 1 0 0,3 2 0 0,0 2 0 16,1 1 0-16,0 4 0 0,1 2 0 15,1 1 0-15,0 1 0 0,1 3 0 0,-1 2 0 16,1 1 0-16,1 1 0 16,1 2 0-16,0-13-18176 15</inkml:trace>
  <inkml:trace contextRef="#ctx0" brushRef="#br0" timeOffset="58305.46">10031 7646 21183 0,'1'4'944'0,"0"-1"192"0,0 0-912 0,-1-1-224 0,0 0 0 0,0 0 0 15,1 0 3072-15,0 1 576 0,-1 4 128 0,1 0 0 16,-1-7-2544-16,0 0-512 0,0 0-96 0,0 0-32 15,18 38-336-15,-18-38-80 0,0 0-16 0,0 0 0 16,0 0-656-16,0 0-128 0</inkml:trace>
  <inkml:trace contextRef="#ctx0" brushRef="#br0" timeOffset="58604.39">10368 7454 7359 0,'-1'0'656'0,"0"0"-528"0,1 0-128 0,-1 2 0 0,0-2 2160 0,0 1 400 16,-1 0 64-16,0 2 32 0,-1 4 720 0,-1-2 144 15,-1 5 16-15,-1 1 16 0,-1 1-1856 0,0 0-368 16,0 3-80-16,1-1-16 0,0 1-400 0,0 0-64 16,0 1-32-16,2-1 0 0,-1-1-160 0,1 0-48 15,0 0 0-15,3 1 0 0,1-15-224 0,-2 25-48 0,2-25-16 0,0 0 0 16,0 0-112-16,0 0-128 0,26 38 176 0,-26-38-176 15,0 0 128-15,0 0-128 0,42 6 0 0,-28-7 0 16,1-1 0-16,0-1 0 0,2-1 0 0,-2 1 0 16,0-1-160-16,-1 1-32 0,1-1-16 0,-1-1 0 15,0 0-720 1,-2 0-144-16,0 0-16 0,-1 2-16 0,-1-2-1584 0,-1 0-320 0,-2 0-64 16,-1 0-9488-16</inkml:trace>
  <inkml:trace contextRef="#ctx0" brushRef="#br0" timeOffset="58777.7">10521 7506 2751 0,'-2'0'256'0,"0"0"-256"0,0 0 0 0,1 2 0 0,0 0 2432 0,-1 1 432 16,0 2 80-16,-3 1 32 0,-2 6 480 0,-1 5 80 15,-2 5 32-15,0 3 0 0,0 2-1120 0,0 1-208 16,2 1-64-16,-1-5 0 0,2-1-1088 0,1-2-240 16,0-2-32-16,2-4-16 0,2-3-432 0,2-3-96 15,0-1-16-15,1-2 0 16,2-1-816-16,0-3-160 0,1-2-48 0,2-2-15328 0</inkml:trace>
  <inkml:trace contextRef="#ctx0" brushRef="#br0" timeOffset="59301.93">10850 7413 13823 0,'2'-2'608'0,"0"0"128"0,-1 1-592 0,0 1-144 0,-1 0 0 0,0 0 0 16,-1 0 2176-16,0 1 384 15,0 1 96-15,-3 0 16 0,-1 3 128 0,0 0 16 0,-2 3 16 0,0 0 0 16,-1 2-1648-16,1-1-336 0,0 2-64 0,1 0-16 0,1 1-448 0,2-1-80 31,1 1-32-31,2-12 0 0,0 0-208 0,0 0 0 0,14 38 128 0,-14-38-128 16,0 0 0-16,0 0 0 0,43 29 0 0,-43-29 0 0,0 0 0 0,49 18 0 16,-49-18 0-16,37 13 0 15,-37-13 176-15,38 14-176 0,-38-14 192 0,34 17-192 0,-34-17 128 0,0 0-128 16,36 28 0-16,-36-28 0 0,0 0 0 0,0 0 0 15,12 36 0-15,-15-28 0 0,-2 2 0 0,-4-2 0 16,-1-1 0-16,-1 0 0 0,-1-1 0 0,-4 0 0 16,-2 0 0-16,-3-1 0 0,0 0 0 0,0-1 0 15,-1-1 0-15,1 0 0 0,1-1 0 0,0-2-144 16,2 0 144-16,0-2-128 0,3-1-48 0,1-2 0 0,4 1 0 0,3-4 0 16,2 1 32-16,3-2 0 0,3-1 0 0,2-2 0 31,3-2-304-31,4-1-48 0,1 0-16 0,1-2 0 0,2 0 144 0,0 1 32 15,2-1 0-15,0 0 0 0,2 1 336 0,0-3-176 16,4 0 176-16,2-3-128 0,0 4 128 0,-2 1 0 0,0 0 0 0,-2 2 0 16,-3 0 0-16,-1 0 0 0,-4 1 0 0,-3 2 128 15,-3-2-128-15,-4 2 0 0,-3 3 0 0,-2-2 0 16,-3 3 160-16,-3 3 16 16,-2 1 0-16,-2 3 0 0,-3 1 256 0,-1 3 48 0,-4 1 16 15,2 1 0-15,0 0-320 0,2 2-176 16,0-2 192-16,1 2-192 15,2 0-1664-15,2 0-448 0</inkml:trace>
  <inkml:trace contextRef="#ctx0" brushRef="#br0" timeOffset="59635.79">11171 7314 4607 0,'2'-7'400'0,"-1"4"-400"0,1 1 0 0,0-2 0 0,-1 3 2816 0,0-1 464 0,1 1 112 0,1-2 0 31,1-2 256-31,3-1 64 0,1 0 0 0,1 0 0 16,1 2-1792-16,0 0-336 0,0 0-80 0,1 2-16 15,1 2-608-15,1-2-128 0,1 0-32 0,2 2 0 16,0-3-416-16,0 3-96 0,3-2-16 0,-1 2 0 16,-1-3-192-16,0 3 0 0,-1-2 0 0,-2 2 0 15,-1-1 0-15,-1 0 0 0,-1 1 0 0,-3 0 0 16,-1 0 0-16,-4 2 0 0,1 0 0 0,-3-1 0 0,-1 4 0 15,-1 0 0-15,-2 2 0 0,-1 1 0 0,-1 4 0 0,-2 0 0 16,1 3 144-16,-2 2-144 0,1 1 192 0,0 2-64 16,-1-2 0-16,2 1 0 0,-2 2-128 0,0 3 192 15,-1 2-192-15,-1 0 192 0,1 5-192 0,1-5 0 16,0 0 144-16,2-2-144 0,1 2 0 0,2-3 0 16,-1-1 0-16,-1 0 128 0,1-2-128 0,2-3 0 15,-1-2-128-15,0-4 128 16,2-1-1392-16,-1-2-192 0,1-2-32 0,0-1-14464 0</inkml:trace>
  <inkml:trace contextRef="#ctx0" brushRef="#br0" timeOffset="59857.06">11243 7534 11967 0,'-2'0'528'0,"1"0"112"15,2 0-512-15,0 0-128 0,1 0 0 0,0 0 0 0,2 0 2304 16,0-1 416-16,4 0 96 0,3-2 0 0,4-1-1088 0,2 1-240 16,2-1-32-16,2-3-16 0,1 2-880 0,0-3-176 15,0 2-48-15,0-2 0 0,-1 1-192 0,-2-1-144 16,1 0 192-16,-3 1-192 16,1 0-816-16,-2 2-272 0</inkml:trace>
  <inkml:trace contextRef="#ctx0" brushRef="#br0" timeOffset="60298.99">11869 7262 16575 0,'1'0'736'0,"-1"0"160"0,0 0-720 0,0 0-176 0,0 2 0 0,0-2 0 15,-1 1 1200-15,1 0 208 0,-1 1 32 0,-1 3 16 16,-1 2-48-16,1 1 0 0,-2 1 0 0,0 0 0 16,1 3 16-16,-2 0 0 15,-1 0 0-15,1 2 0 0,-1 0-304 0,0 0-64 0,0 3-16 0,2-2 0 0,-1 1-288 0,0-1-64 16,2 1-16-16,0-2 0 0,3-14-256 0,0 0-48 16,-1 33-16-16,1-33 0 0,0 0-208 15,0 0-144-15,0 0 192 0,20 38-192 16,-20-38 0-16,0 0 0 0,0 0 0 0,0 0 0 15,43 24 0-15,-43-24 0 0,0 0 0 0,0 0 0 16,40 19 0-16,-40-19 0 0,0 0 0 0,0 0 0 0,35 23 0 0,-35-23 0 16,0 0 0-16,0 0 0 15,0 0 0-15,0 0 0 0,24 38 0 0,-25-30 0 0,0-4 0 0,-1 2 0 0,0-2 0 0,-2 1 0 16,0 0 128-16,0-1-128 0,-2 1 0 0,0-3 0 16,-1 2 0-16,-2-1 0 0,-1 0 0 0,0-1 0 15,-2 1 0 1,-2 0 0-16,-1 0 0 0,-3 0 0 0,-2 2 0 0,0-3 0 0,-1 0 0 0,-2 1 0 31,1-3-608-31,0 0-80 0,2 0-16 0,4-3-10640 0,2-1-2144 0</inkml:trace>
  <inkml:trace contextRef="#ctx0" brushRef="#br0" timeOffset="60504.35">11774 7314 4607 0,'1'0'400'15,"1"0"-400"-15,2 0 0 0,-1-2 0 16,0 1 2528-16,0 1 416 0,2-2 96 0,2-1 16 0,6 0-48 0,5-3-16 16,3 0 0-16,1-2 0 0,0 1-1200 0,-1-1-224 15,0 0-48-15,-1 1-16 0,0 1-736 0,0-1-128 16,-2 2-48-16,0-2 0 0,0 3-336 0,-2 1-80 16,0 1-16-16,-3-1 0 0,-2 3-160 0,0 0 0 15,-1 0-160-15,-10 0-10032 16,0 0-2016-16</inkml:trace>
  <inkml:trace contextRef="#ctx0" brushRef="#br0" timeOffset="60757.39">12241 7480 24879 0,'2'2'1088'0,"0"-2"256"0,0 1-1088 0,1 0-256 15,-1-1 0-15,0 0 0 16,1 0 2288-16,1 0 400 0,5-1 64 0,3 0 32 0,2-1-1200 0,1 0-240 16,1-1-64-16,0 1 0 0,2-1-752 0,0 1-144 15,1-1-48-15,0-1 0 0,-1 3-208 0,0-2-128 16,2 2 128-16,-2-1-128 0,0 0 0 0,-2 1 0 16,-1-1 0-16,-2-1 0 15,0 3-400-15,-2-2-112 0,-2 2 0 0,0-2-17152 0</inkml:trace>
  <inkml:trace contextRef="#ctx0" brushRef="#br0" timeOffset="61264.77">13270 7312 14735 0,'-4'-6'640'0,"0"2"160"0,0-1-640 16,2 2-160-16,-1 3 0 0,0 0 0 0,0 0 1408 0,-1 1 240 15,-5 1 48-15,-3 3 16 0,-2 2-48 0,-1 1-16 16,1 3 0-16,-2 3 0 0,0 0-576 0,1 3-112 16,0 2-32-16,2 0 0 15,2 0-368-15,1 0-80 0,2 0-16 0,0-3 0 0,5-1 352 0,3-15 64 0,-3 31 16 0,3-31 0 16,0 0-272-16,0 0-48 0,23 42-16 0,-23-42 0 16,0 0-304-16,37 12-48 0,-20-14-16 0,0-1 0 15,1-4-16-15,1 0-16 0,-1-2 0 0,0 0 0 16,-1-2-32-16,1-1-128 0,0-1 192 0,-1-2-64 15,-1 1-128-15,-2-3 0 0,-2 1 0 0,-4 1 128 16,0-1-128-16,-5 0 0 16,-1 1 0-16,-4-2 0 0,-1 3 0 0,-6-1 0 0,-2 0 0 0,-1 0 0 15,-3 1 0-15,0 2 0 0,-4 3 0 0,1 1 0 16,3 4 0-16,-2 0 0 0,0 4-128 0,1 2 128 16,3 2-160-16,1 1 160 15,3 0-208-15,1-1 80 0,2 2-336 0,3 0-64 0,1-1-16 0,2 0 0 16,1-1-1440-16,2-1-272 0</inkml:trace>
  <inkml:trace contextRef="#ctx0" brushRef="#br0" timeOffset="61438.96">13507 7425 16575 0,'3'3'1472'0,"-1"0"-1168"15,0-2-304-15,-1 1 0 0,-1-2 2240 0,1 3 400 16,1 2 80-16,-2-5 16 0,0 0 144 15,0 0 48-15,0 0 0 0,18 45 0 0,-18-45-1760 0,0 0-336 0,0 0-80 0,0 0-16 16,18 40-736-16,-18-40 0 0,0 0 0 0,0 0-17568 16</inkml:trace>
  <inkml:trace contextRef="#ctx0" brushRef="#br0" timeOffset="61911.37">13779 7190 23951 0,'2'0'1056'0,"1"0"224"0,0 2-1024 15,-1-2-256 1,0 0 0-16,-1 0 0 0,2 0 2000 0,1 0 352 0,2 0 64 0,4 1 16 0,2-1-1184 0,1-1-224 16,2 1-64-16,-1 0 0 0,0-2-640 0,0 2-128 15,0 0-16-15,-1 0-16 0,-13 0-160 0,24 2 0 16,-24-2 0-16,0 0 0 0,0 0 0 0,0 0 0 15,0 0 0-15,0 0 0 0,0 0 0 0,8 41-144 16,-17-32 144-16,-2 2 0 0,-1 0-336 0,-3 1 32 16,0 0 16-16,-2 0 0 15,1 2 48-15,-1-2 16 0,1-1 0 0,0-1 0 0,1-1 224 0,2 1 0 0,4-3 0 16,1 0 0-16,4-4 0 0,2 1 0 0,2-1 192 0,2-1-192 31,1-2 192-31,1 1-192 0,3-1 192 0,1 0-192 0,3 1 288 0,1-1-48 0,3 0-16 0,-1 2 0 16,-14-2 16-16,30 3 0 0,-30-3 0 0,0 0 0 15,43 10-240-15,-43-10 176 16,0 0-176-16,35 14 160 0,-35-14-160 16,0 0 128-16,0 0-128 0,0 0 128 0,0 0-128 0,26 38 0 0,-27-31 0 0,-5 0 0 15,-1 0 192-15,-2-3-64 0,-2 4 0 0,-3-3 0 16,0 2 160-16,-1 0 32 16,-1 0 0-16,0 0 0 0,-1-1-320 0,0 0 160 15,0 1-160-15,1-3 128 0,1 2-128 0,2-3 0 16,1 0 0-16,2-3 0 0,4 0-1504 0,1 0-176 0</inkml:trace>
  <inkml:trace contextRef="#ctx0" brushRef="#br0" timeOffset="62608.04">14318 7152 8287 0,'0'-2'736'0,"1"2"-592"16,0-2-144-16,-1 2 0 0,0 0 1280 0,0 0 240 15,1 0 32-15,0-2 16 0,1 1 928 0,-1-1 176 16,1-1 32-16,0 3 16 0,-2-2-928 0,1 2-176 16,-1 0-32-16,1 0-16 0,-1 0-672 0,0 0-144 0,-1 2-32 0,1-2 0 15,-1 1-368-15,1 1-80 0,-1 0-16 0,-1-1 0 16,0 1-48-16,-1-2-16 0,0 2 0 0,0 1 0 16,-1 1 80-16,-1 1 16 0,0-1 0 0,-2 2 0 15,0 1 96-15,-2 2 32 0,0 1 0 0,0 1 0 16,0-1-96-16,-1 1-32 0,1 2 0 15,1 0 0-15,0 0 0 0,2 1 0 16,1-2 0-16,2-1 0 0,2-1-32 0,1 0 0 0,0-10 0 0,0 0 0 16,0 0-256-16,0 0 160 0,0 0-160 0,31 32 128 15,-23-31-128-15,-8-1 0 0,0 0 0 0,35 9 0 16,-35-9 0-16,0 0 0 0,40 12 128 0,-40-12-128 0,0 0 0 0,37 19 0 16,-37-19 0-16,0 0 0 0,31 26 0 15,-31-26 0-15,0 0 0 0,0 0 0 0,29 40 0 0,-29-40 0 16,0 0 0-16,0 0 0 0,11 39 0 0,-13-30 0 15,-1 2 0-15,-1-2 0 0,-3 2 0 0,-2-2 128 16,-1 0-128-16,-3 1 0 0,-1-2 192 16,-2 0-32-16,0 2-16 0,0-3 0 15,1 0-144-15,-1-1 192 0,0 0-192 0,2-1 192 0,-1-2-192 0,-1-1 0 16,0-2 0-16,1-2 0 16,2-1-432-16,1-2-64 0,3-2-16 0,1-2-16944 0</inkml:trace>
  <inkml:trace contextRef="#ctx0" brushRef="#br0" timeOffset="62812.03">14280 7195 8287 0,'6'-3'736'0,"-1"1"-592"0,0 1-144 0,0 0 0 16,-2 1 2192-16,1 0 416 0,2-2 80 0,2 2 0 16,5-3 192-16,6 1 48 15,4-1 0-15,2-1 0 0,-1-1-1520 0,0-1-288 16,1 0-64-16,-1-1-16 0,-2 2-672 0,-1-2-144 0,2-2-32 0,0 0 0 15,-1 1-704-15,0 1-160 0</inkml:trace>
  <inkml:trace contextRef="#ctx0" brushRef="#br0" timeOffset="63143.82">14865 7034 8399 0,'-1'-2'176'0,"0"0"32"0,0 2 16 0,0 0 32 0,0 0-256 0,0 0 0 16,0 2 0-16,-1 0 0 0,-1 0 3152 0,0 3 576 15,-4 0 112-15,0 2 32 0,-2 1-896 0,0 3-176 16,-1 3-48-16,0-1 0 0,1 0-928 16,0 1-192-16,0 1-32 0,0 2-16 15,2 0-880-15,1-2-192 0,6-15-16 0,-6 26-16 16,6-26-208-16,0 0-32 0,0 0-16 0,0 0 0 0,26 41-224 0,-26-41 128 0,0 0-128 0,38 9 0 16,-38-9 128-16,32 2-128 0,-32-2 0 0,34 3 0 15,-34-3 128-15,32 7-128 0,-32-7 0 0,32 7 0 16,-32-7 0-16,0 0 0 15,42 17 0-15,-42-17 0 0,0 0 0 0,0 0 0 0,40 26 0 0,-40-26 0 16,0 0 0-16,0 0 0 16,0 0 0-16,0 0 0 0,21 38 0 0,-23-34 0 0,-2-1 0 0,-1 2 0 15,-1-3 0-15,-1 2 128 0,-1-1-128 0,-2 2 0 0,-3-1 0 16,-3 1 0-16,-1 0 0 0,-3 2 0 0,-1-1 0 16,-3 0 0-16,-1 0 0 0,0 0 0 0,-1-1 0 0,-1-3 0 15,2 0-160-15,2-2 160 16,3-2-1680-16,3-2-256 0</inkml:trace>
  <inkml:trace contextRef="#ctx0" brushRef="#br0" timeOffset="63317.01">14761 7098 21183 0,'6'0'944'0,"0"0"192"0,0 0-912 0,-1 0-224 0,-1 0 0 0,-1 0 0 31,2 0 2256-31,4 0 416 0,5-2 80 0,6-1 0 0,3 0-1088 0,2-1-240 0,2 0-32 0,0-2-16 15,-1 2-976-15,-2-3-192 0,0 2-32 16,-2 0-16-16,-1-2-304 0,-2 3-64 0,-1 1-16 16,-2-2-15856-16</inkml:trace>
  <inkml:trace contextRef="#ctx0" brushRef="#br0" timeOffset="63712.07">15405 7024 17503 0,'1'-2'768'0,"-1"0"176"0,0 2-752 0,0-2-192 15,0 2 0-15,0 0 0 0,0 2 1696 0,-1-2 304 16,-1 2 64-16,0 1 16 0,-3 1-96 0,0 2-32 0,-1 0 0 0,-1 1 0 16,0 3-1072-16,-1 0-224 0,-1 3-32 0,0 0-16 15,1 3-160-15,-3 0-16 0,1 4-16 0,0-2 0 16,-1 4-224-16,1-1-64 0,0 0 0 0,1-1 0 16,1 0 128-16,2 0 0 0,6-20 16 0,-5 31 0 15,5-31 96-15,0 0 16 0,0 0 0 0,18 43 0 16,-18-43-384-16,0 0 144 0,35 13-144 0,-35-13 0 15,30 3 0-15,-11-6 0 0,1 1 0 0,2-3 0 16,2 0-288-16,-1 0 32 0,-1 1 16 0,0-5 0 16,0 4 0-16,-2-3 0 0,-1 2 0 0,-3-2 0 15,-1 1-176-15,-1 0-32 0,-2 2-16 0,-2-2 0 16,0 3-1616-16,-2-4-320 0</inkml:trace>
  <inkml:trace contextRef="#ctx0" brushRef="#br0" timeOffset="63887.09">15501 7126 13823 0,'-3'7'1216'0,"0"0"-960"15,0-1-256-15,2-2 0 0,0 1 2160 0,-2 3 384 0,-3 5 80 0,-3 11 0 16,-4 9 400-16,-1 3 80 16,-2 2 16-16,2-1 0 0,-1-3-1392 0,2-4-256 0,1-1-64 0,0-1-16 15,1-1-928-15,2-4-176 0,1 1-32 16,1-1-16-1,2-3-768-15,5-20-160 0</inkml:trace>
  <inkml:trace contextRef="#ctx0" brushRef="#br0" timeOffset="64377.48">15897 7302 9215 0,'-3'-2'816'15,"1"2"-656"-15,2 0-160 16,0 0 0-16,0 0 1616 0,0 0 304 0,-1 0 48 0,0-1 16 15,2 1 1328-15,1-2 272 0,2 0 48 16,2 1 16-16,4-2-1216 0,0 0-256 0,3-2-32 0,2 2-16 16,0-1-1056-16,3 1-224 0,1-2-32 0,-2 1-16 0,1 0-544 0,-2 1-96 15,1 0-32-15,-2 1 0 0,-1-3-128 0,-1 3 0 16,-1-1 0-16,-3 0 0 0,0 2 0 0,-2-1-176 16,0 1 176-16,-2-1-192 15,-1 2-1216-15,-2 0-240 0,-1 0-48 0,-2 2-14416 16</inkml:trace>
  <inkml:trace contextRef="#ctx0" brushRef="#br0" timeOffset="64573.55">15882 7394 21183 0,'6'-1'944'0,"-3"0"192"15,2 1-912-15,-1 0-224 0,-1-2 0 0,0 2 0 31,1-2 2128-31,3 1 384 0,5-1 80 0,3-1 16 0,4 1-448 0,-1-3-96 0,2 3-16 0,-3-3 0 16,1 3-1216-16,-2-2-240 0,-1 3-48 16,-3-2-16-16,1 0-528 0,-2 2 0 0,-1-3 0 0,-1 1-11760 31,-1 1-2384-31</inkml:trace>
  <inkml:trace contextRef="#ctx0" brushRef="#br0" timeOffset="69666.42">16803 7166 11055 0,'0'-2'976'0,"0"2"-784"0,0 0-192 0,-1 0 0 16,1 0 1280-16,-1 0 192 0,-1 0 64 0,0 0 0 16,-1 0 304-16,-2 2 64 0,-2-2 16 0,0 3 0 15,0 0-576-15,-3 1-96 0,-1 3-32 0,0 2 0 16,-2 3-256-16,0 1-48 0,0 5-16 0,-1 3 0 16,1 1-160-16,1 3-32 0,2 0-16 0,1-1 0 0,2-5-160 0,7-19-16 15,-5 35-16-15,5-35 0 0,0 0-32 0,11 38 0 16,-11-38 0-16,0 0 0 0,0 0-208 0,42 24-32 15,-42-24-16-15,27 0 0 0,-12-5-64 0,1-1-16 16,2-4 0-16,-1 0 0 0,1-4-128 0,0-1 128 16,0-1-128-16,-2-1 128 0,-3 1-272 0,-2-1-64 15,-3 3-16-15,-3-3 0 16,-3 0-160-16,-3 1-48 0,-2 2 0 0,-3 0 0 0,-3 2 432 0,-2-2 0 16,-2 0 0-16,-1 4 0 0,0 0 0 0,0 3 0 0,0 0 0 15,1 5 0-15,1-1 256 0,1 3-32 0,2 0 0 0,2 1 0 16,0 2-96-16,2 0 0 0,2 2-128 0,2 0 192 15,-1-1-320-15,2-4-80 16,0 0-16-16,0 0-16224 0</inkml:trace>
  <inkml:trace contextRef="#ctx0" brushRef="#br0" timeOffset="69888.11">17028 7397 7359 0,'2'-1'656'0,"-1"1"-528"0,0 1-128 0,-1 1 0 0,0 0 2624 0,-1-1 480 16,0 1 96-16,0 2 32 0,-1 2-160 0,0 3-16 16,-3 2-16-16,0 1 0 15,1-1-1376-15,0 0-288 0,1-2-48 0,0-2-16 0,3-7-1184 0,0 0-128 16,0 0-256-16,0 0-15008 0</inkml:trace>
  <inkml:trace contextRef="#ctx0" brushRef="#br0" timeOffset="70903.53">17352 7141 10127 0,'-1'-1'896'0,"1"-1"-704"0,0 2-192 0,0 0 0 16,0 0 800-16,0 0 128 0,0 0 32 0,0-1 0 15,-1 0 864-15,0 1 176 0,-1 0 48 0,1 1 0 16,-1 0-416-16,1 4-80 0,-2 0-16 0,0-1 0 16,0 6-256-16,0-1-48 15,-1 3-16-15,-1 3 0 0,1 1-432 0,-2 1-80 0,0 4-32 0,1 0 0 16,-2 0-224-16,1 1-64 0,-1 0 0 0,1-2 0 16,-1 0-64-16,2-2-32 0,-2 0 0 0,1-2 0 15,-1-2-144-15,2 0-16 0,-1-2-128 0,1 0 192 0,0-2-192 16,0-1-240-16,1 0 48 0,-1-3 16 15,1 0-2000-15,3-4-416 0</inkml:trace>
  <inkml:trace contextRef="#ctx0" brushRef="#br0" timeOffset="71380.36">17456 7198 12895 0,'3'0'1152'0,"-1"-2"-928"16,1 2-224-16,0 0 0 0,0 0 1344 0,0-1 208 0,5 1 48 0,3-3 16 16,5 0 512-16,2-2 112 0,3 0 0 0,0 0 16 15,0 0-1216-15,0 0-240 16,-2 1-48-16,-2 1-16 0,0 1-320 0,-4 2-64 0,0 0-16 0,-13 0 0 16,0 0-336-16,0 0 128 0,31 14-128 0,-31-14 0 15,0 0 0-15,0 0 0 0,-11 27-160 0,2-19 160 16,-3 2-592-16,-2-2-16 0,0 3 0 0,-2-2 0 15,-1 1 224-15,1 0 32 16,-2 1 16-16,0-1 0 0,1-1 336 0,0 1 0 0,2-3 0 0,2 0 0 0,4-2 0 16,2 0 160-1,2-3-32-15,3 0-128 0,3-2 672 0,2-1 32 0,2 0 0 0,5-3 0 0,3-1-128 0,1 0-32 16,3-3 0-16,2 2 0 0,-2 0-128 0,5 2-32 16,1-3 0-16,2 2 0 0,1 3-224 0,0 0-160 15,1 4 192-15,-2 0-192 0,-2 0 128 16,-23-2-128-16,37 14 0 0,-37-14 0 0,0 0 0 0,31 24 0 15,-31-24 0-15,0 0 0 0,0 0 0 16,1 38 0-16,-6-28 0 0,-4-1 0 0,-2-1 272 0,-2 2 0 16,-2-2 0-16,0 0 0 0,-2 1 208 0,1-5 32 0,1 2 16 15,-1-2 0-15,0-1-128 0,0 1-16 0,1-3-16 16,0 1 0-16,3-2-240 0,1 0-128 0,0-2 128 16,3-1-128-16,1 1 0 15,1-1-240-15,1 1 48 0,3-3 0 16,1 0-1792-16,1 3-336 0</inkml:trace>
  <inkml:trace contextRef="#ctx0" brushRef="#br0" timeOffset="71842.47">18147 7155 11967 0,'2'0'528'0,"-2"-2"112"0,0 1-512 0,-1 1-128 16,-1 0 0-16,1 0 0 0,0 0 1760 0,-1 0 320 15,-2 0 64-15,1 1 16 0,-1 1 144 0,0-2 48 16,1 2 0-16,1-2 0 16,1 1-640-16,1-1-128 15,1 2-32-15,1-2 0 0,2 0-720 0,2 0-128 0,0 0-48 0,3 0 0 0,1 0-128 0,2-2-16 16,2 2-16-16,0-1 0 0,-2 1-160 0,-12 0-16 16,29 3-16-16,-29-3 0 0,30 4-128 0,-30-4-32 15,0 0 0-15,39 14 0 0,-39-14-144 0,0 0 0 16,0 0 144-16,32 32-144 0,-32-32 0 0,0 0 0 0,0 0 0 15,0 38 0-15,-7-27 0 16,0-1 0-16,-4 1 0 0,0-1 0 16,-1 2 0-16,-2-3 0 0,-1 1 0 0,0-1 0 15,-2 2 0-15,-1-2 0 0,0 0 0 0,0 0 0 16,1-2 0-16,2-2 0 0,1 2 0 0,2-2 0 16,3-1 0-16,2 1 0 0,2-2 0 0,4-1 0 15,0 0 128-15,3 1-128 0,3-1 128 0,2-2-128 16,5 0 128-16,1-2-128 0,3 0 128 0,4-1-128 15,0 1 192-15,1-3-16 0,4-1-16 0,-1 1 0 16,0 0-160-16,1 2 0 0,-1-2 144 0,-3 3-144 0,-3-1 0 16,0 1 0-16,-1 1 0 0,0 0 128 0,0 1-128 0,-3 0 0 15,0 0 0-15,-2 0 0 0,0-2-192 0,0 1 0 16,-1 0 0-16,0 0-17808 16</inkml:trace>
  <inkml:trace contextRef="#ctx0" brushRef="#br0" timeOffset="72110.3">18851 7058 9215 0,'2'-2'816'0,"0"1"-656"0,0-1-160 0,-1 2 0 16,-1 0 1648-16,1 0 288 0,2-3 64 0,0 1 16 15,1 0 1056-15,1-1 224 0,-1-1 32 0,-1 3 16 16,0 1-832-16,-1 0-160 0,-1 3-48 0,-1-1 0 15,0 3-1024-15,-1 2-192 0,1-7-64 0,0 0 0 16,-6 39-608-16,6-39-128 0,-7 44-32 0,7-44 0 16,-10 62-48-16,2-26-16 0,2 6 0 0,-3-1 0 15,1 2 0-15,-2 3-16 0,-2 3 0 0,0 2 0 0,-3 1-176 16,1 1 0-16,0-2 0 0,2-1-18928 16</inkml:trace>
  <inkml:trace contextRef="#ctx0" brushRef="#br0" timeOffset="95013.99">19694 7209 5519 0,'-1'0'496'0,"0"0"-496"0,0 0 0 0,0 0 0 15,1 0 1088-15,-1 0 112 0,0 0 16 0,0 1 16 16,-2 1 336-16,1 0 64 0,-3 0 16 0,0 3 0 16,0 0-64-16,-1 2-16 0,0 0 0 0,-1 3 0 0,1-1-288 0,-2 3-64 15,2 2-16-15,-2 0 0 0,2 1-288 0,1-1-48 16,1 0-16-16,4-14 0 0,-7 24-144 0,7-24-48 16,0 0 0-16,0 0 0 0,0 0-176 0,0 0-32 15,0 0-16-15,23 35 0 0,-14-37-80 0,2-1-16 16,1-3 0-16,2-4 0 0,1 1-64 0,-1-3-16 15,1 0 0-15,-1-3 0 0,-1 0-256 0,-1 0 0 16,-2-1 0-16,-2 3 0 0,-4 0 0 0,-2 3 0 16,-2 0-128-16,-3 3 128 0,-4 0 0 0,-2 2 0 15,-3 3 0-15,-2-1 0 0,-1 3 0 0,-2 3 0 0,2-1 192 0,-1 1-192 16,1 0 272-16,2 0-48 0,2 2-16 0,2 0 0 16,1-2 80-16,3 1 16 0,2-1 0 0,2-1 0 15,2 0-64-15,2 0-16 0,1-2 0 16,3 0 0-16,1 0-224 0,4-2 0 0,2 0 128 0,2 0-128 15,1-1-512 1,1-2-128-16,2 3-48 0,-2-2 0 16,0 3-2288-16,0-3-464 0,1 3-80 0,-1-2-32 15,0 2 304-15,0-3 64 0,-1 1 16 0,0 0 0 0,-2 1 1728 16,-1 0 352-16,0-1 64 0,-3 1 0 0,-1 0 768 0,-3 1 256 0,-1-1-192 0,-2 2 192 0,-2-1 736 16,-1 1 240-16,0 0 48 0,-1 0 16 0,0 1 1024 15,0-1 208-15,0 0 32 0,-1 2 16 16,2-2 0-16,-1 0 0 0,2 1 0 0,0-1 0 0,1 0-672 0,1-1-144 15,3 1-32-15,-1-2 0 0,3 0-480 0,-1 0-96 16,2-1-32-16,-1 0 0 0,1 0-384 0,-1 0-80 16,0 1-16-16,1 1 0 15,-10 1-80-15,0 0-32 0,0 0 0 0,28 7 0 0,-28-7-64 0,0 0-16 16,0 0 0-16,0 0 0 0,17 40-48 0,-17-40-16 16,0 0 0-16,-2 39 0 0,2-39-128 0,-7 33 128 0,1-17-128 15,6-16 128-15,-11 32-128 0,4-18 0 16,0 0 144-16,0-5-144 0,1 3 0 0,0-5 144 0,0 3-144 0,1-4 0 15,2-1 240-15,0-1-64 0,1-1-16 16,0-3 0-16,1 1-160 0,1-2 160 0,1-1-160 0,1-2 160 16,1-1-160-16,1-2 160 0,2-3-160 0,1 0 160 15,1-1-160-15,1-4 0 0,2-1 144 16,2-3-144-16,0-2 0 0,1-2 0 0,0 0 0 16,1-2 128-16,1 3-128 0,0-1 0 15,-1 3 0-15,-1 2 0 0,0 6-272 0,-1 0-32 16,-2 2 0-16,-2 4-11808 0,-1 3-2368 0</inkml:trace>
  <inkml:trace contextRef="#ctx0" brushRef="#br0" timeOffset="95415.63">20881 7006 12895 0,'10'-10'1152'0,"-4"3"-928"0,1 2-224 0,-3 3 0 0,-3 0 864 16,-1 1 128-16,1 1 32 0,0-2 0 0,1 2 1184 16,0 2 240-1,-1 3 48-15,-3 2 16 0,2-7-560 0,-8 26-112 0,8-26-32 0,-16 41 0 0,6-17-624 0,-1 4-128 16,0 0-32-16,-2 3 0 16,1 1-320-16,0 0-80 0,0 0-16 0,1-2 0 15,3-1-192-15,-1-3-32 0,2-1-16 16,1-6 0-16,6-19-368 0,-10 36 0 0,10-36 0 0,-6 28 0 15,6-28-288-15,0 0-128 0,-5 29-32 0,4-22 0 32,1-5-1696-32,2 0-352 0</inkml:trace>
  <inkml:trace contextRef="#ctx0" brushRef="#br0" timeOffset="95871.82">21066 7036 18431 0,'3'-4'816'0,"0"1"160"16,0 0-784-16,1 1-192 0,-1 0 0 0,0 0 0 0,0 0 1824 0,4-1 320 15,5-2 64-15,4-2 16 0,4-2-640 0,2-1-128 16,0-2-32-16,-2 5 0 0,-1 0-864 16,-2 2-176-16,-1 3-48 0,-3 2 0 0,-3 2-144 0,-10-2-16 15,0 0-16-15,0 0 0 0,0 0-160 0,0 0 0 16,10 43 0-16,-18-33 0 0,-4 2 0 0,-3 2-176 15,-2-2 48-15,-3 2 0 0,0-2-128 0,-1 0-32 16,1-1 0-16,0-2 0 0,2 1 288 0,-1 0 0 16,2-1 0-16,0-2 0 0,2 3 128 0,2-6 16 15,3 1 16-15,3 0 0 0,2-3 176 0,2 1 48 16,2-1 0-16,3-2 0 0,3 0 16 0,2 0 16 0,2-3 0 16,2 1 0-16,1 0-192 0,3 0-32 15,0-1-16-15,2 1 0 0,2 0-176 0,-1 4 192 0,2-4-192 0,-1 2 192 16,1 2-192-16,-4-2 0 0,-16 0 144 0,28 5-144 15,-28-5 0-15,0 0 144 0,0 0-144 0,0 0 0 16,0 0 128-16,0 0-128 0,0 0 0 0,0 0 0 16,1 42 144-16,-15-34-16 0,-3 1-128 0,-2-1 192 15,-1 1-32-15,1 2-16 0,-2-1 0 0,-1 1 0 0,3-1-16 16,0 2-128-16,3-4 192 0,1 1-64 0,3 0-128 0,1-2 0 16,4-1 0-16,3-3 0 15,2 0-896-15,5-3-176 0</inkml:trace>
  <inkml:trace contextRef="#ctx0" brushRef="#br0" timeOffset="96057.48">21358 7233 23951 0,'3'2'2128'0,"-1"-2"-1696"15,-1 0-432-15,0 0 0 0,0 0 1792 0,0 1 288 0,1 1 48 0,1-2 16 16,2 2 16-16,-5-2 0 0,0 0 0 0,0 0 0 15,28 8-1680-15,-28-8-336 0,0 0-144 0,0 0-11648 16,0 0-2432-16</inkml:trace>
  <inkml:trace contextRef="#ctx0" brushRef="#br0" timeOffset="96466.26">21664 7050 15663 0,'2'0'1392'0,"1"-2"-1120"15,0 1-272-15,-1 0 0 0,0-1 1408 0,1 1 208 16,3-1 48-16,4-1 16 0,4-3 64 0,3 0 16 16,1 0 0-16,0 1 0 0,0 0-736 0,0 1-160 15,-1 2-32-15,-2 1 0 0,-1 1-176 0,-1 2-32 16,-13-2-16-16,0 0 0 15,0 0-368-15,31 21-80 0,-31-21-16 0,0 0 0 16,0 0-16-16,-5 38 0 0,0-28 0 0,-3 2 0 16,-1-2 64-16,-1-1 0 0,0 3 0 0,-2-1 0 0,1-1-32 0,1 0 0 15,0-1 0-15,0 0 0 16,0-1 96-16,-2 1 32 0,3-2 0 0,-1 1 0 0,1-2 48 0,1 0 16 0,2 0 0 0,1-1 0 16,1 0-96-1,2-1-32-15,1 1 0 0,2-2 0 0,-1-3-48 0,0 0-16 0,0 0 0 0,0 0 0 16,26 9-160-16,-16-9 192 0,-1 0-192 0,2 0 192 15,0-2-192-15,3-1 0 0,1 0 144 0,2-1-144 16,-1-1 0-16,2 1 144 0,1-1-144 0,-1 0 0 0,0-1 0 16,-1 3 0-16,0-2 0 0,-1 1 0 15,0-1-576-15,-2 1-112 0,-1 1-16 0,1-2-16256 16</inkml:trace>
  <inkml:trace contextRef="#ctx0" brushRef="#br0" timeOffset="96724.98">22383 6830 7359 0,'5'-5'656'0,"-3"1"-528"0,0 3-128 0,0-1 0 0,-1 1 1504 0,-1 1 272 0,0 0 48 0,1 0 16 16,0 1 1616-16,-1 2 320 0,0 2 64 0,-2 1 0 15,2-6-1312-15,0 0-272 0,-13 41-48 0,13-41-16 16,-16 47-1136-16,6-18-224 0,-2 1-64 0,-1 1 0 16,0 0-384-16,-1 0-96 15,1-1-16-15,1-3 0 16,0-1-272-16,2 0 128 0,0-2-128 0,1-1-11680 16,9-23-2400-16</inkml:trace>
  <inkml:trace contextRef="#ctx0" brushRef="#br0" timeOffset="97420.01">22817 6782 11967 0,'1'-2'1072'0,"0"1"-864"15,0 0-208-15,-1 1 0 0,-1 0 1456 0,1-2 240 16,-1 0 48-16,0 1 16 0,0-2 512 0,-1 1 96 0,0 2 32 0,-2 0 0 16,1 0-896-16,-2 3-176 0,0 2-48 0,0 1 0 15,0-1-320-15,-1 2-64 0,1 3 0 0,-1-1-16 16,6-9-288-16,-10 21-48 16,10-21-16-16,0 0 0 0,-12 36-208 0,12-36-64 0,0 0 0 0,0 0 0 15,-2 37-128-15,2-37-128 0,0 0 144 0,0 0-144 16,0 0 128-16,32 11-128 15,-21-14 0-15,3-1 144 0,1-1-16 0,1-3-128 16,0 2 192-16,0-2-64 0,-3 2-128 0,2-2 0 0,1 1 0 0,-1 0 0 16,-1 0 0-16,-2 0-224 0,-1-1 48 0,-2 0 16 15,0 0 16-15,-3 1 0 0,-1 0 0 0,-2-3 0 0,-3 3 144 16,0-2 0-16,-3-1 0 0,-2 1 0 0,0-1 0 16,-3-1 0-16,0 1 0 0,-1 0 0 0,0 1 0 0,-1 2 0 15,-1 0 0-15,0 4 0 0,0 1-144 0,-2 2 144 16,2 3-160-16,1 2 160 0,0 1-320 0,1 1 16 15,1 0 16-15,1 3 0 16,0-3-640-16,2 2-128 0,5-9-32 0,0 0-13792 16</inkml:trace>
  <inkml:trace contextRef="#ctx0" brushRef="#br0" timeOffset="97707.8">23326 6659 8287 0,'8'-7'368'0,"-5"2"80"0,2 1-448 0,-1 1 0 0,-1 3 0 0,-3-1 0 15,1 0 1040-15,2-1 128 0,1 2 32 0,0-3 0 16,-1 3 272-16,-1 0 48 0,-2 0 16 0,-3 5 0 16,-1-1 160-16,-4 4 32 0,-1 4 16 0,-4 0 0 15,-2 4-64-15,-3 3-16 16,-4 3 0-16,-3 6 0 0,-3 1-672 0,-6 6-144 0,-4 5-16 15,-4 3-16-15,0-3-336 0,-3 3-64 16,-2 2-16-16,-4 2 0 0,-3 3-208 0,-1 0-64 0,1 2 0 0,2-2 0 0,5-3-128 0,8-7 0 16,6-4 0-16,4-5 0 31,6-3-384-31,4-4-64 0,4-5-16 0,5-2-9696 0,10-17-1936 0</inkml:trace>
  <inkml:trace contextRef="#ctx0" brushRef="#br0" timeOffset="98060.85">22928 7345 8287 0,'1'-1'368'15,"0"1"80"-15,0 0-448 0,-2 0 0 0,0 0 0 0,0 1 0 0,0 1 1040 0,-1 0 128 16,-2 1 32-16,-2 1 0 0,-1 4 400 0,-2 1 96 0,-1 3 16 0,0 0 0 15,0 2 32-15,1-2 16 0,0 4 0 0,1-3 0 16,8-13-96-16,-9 28-32 0,9-28 0 0,0 0 0 0,0 0-864 16,6 40-192-16,-6-40-16 0,0 0-16 0,30 7-352 0,-16-9-64 15,0-1 0-15,3-4-128 0,3 0 160 0,1-5-160 16,2 0 128-16,1-2-128 0,-3 2 0 0,-2-2 0 16,-3 0 0-16,-4 0 0 0,-2 0 0 0,-8 2 0 31,-3 0 0-31,-7 1 0 0,-3 2 128 0,-6 3-128 15,-3-1 192-15,-2 4-64 0,-2 2-128 0,-2 2 0 16,-2 2 0-16,0 4 128 0,1 2-128 0,2 0-176 16,2 1 48-16,3 0-9888 15,4-1-1968-15</inkml:trace>
</inkml:ink>
</file>

<file path=ppt/ink/ink17.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1:32:39.997"/>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definitions>
  <inkml:trace contextRef="#ctx0" brushRef="#br0">4309 8943 8287 0,'0'-1'736'0,"0"1"-592"0,0 0-144 0,-1 0 0 16,1 0 832-16,0 0 128 0,-1 0 16 0,-1 0 16 16,1 0 160-16,-2 0 16 0,1 1 16 0,1 1 0 15,-2 0 0-15,1-1 0 0,-1 3 0 0,1-2 0 16,0 3 80-16,-2 0 16 0,1 2 0 0,-2 0 0 16,2 0-320-16,-2 2-48 0,0 1-16 0,-2 2 0 0,1 0-256 0,-3 2-48 15,-1 3-16-15,-1 2 0 0,-2 0-192 0,-1 2-64 16,0 0 0-16,0-2 0 0,-1 5-64 15,2-3 0-15,-1-2-16 0,3 0 0 0,2-4-96 0,2-1-16 16,0-2 0-16,2-3 0 0,3 0-128 0,1-3 0 16,3-2 0-16,0-3 0 0,3-2-144 0,2-4-16 15,1-2 0-15,2-3-9440 16,2-3-1872-16</inkml:trace>
  <inkml:trace contextRef="#ctx0" brushRef="#br0" timeOffset="252.2">4387 8926 9215 0,'5'-12'400'0,"-2"7"96"0,0 0-496 0,-1 1 0 16,-1 2 0-16,0 2 0 0,-1 0 1664 0,0 0 256 0,1-1 32 0,0 1 16 15,0 3 240-15,-1 1 48 16,0 6 16-16,-1 0 0 0,0 2-704 0,0 4-144 16,0 3-16-16,1 0-16 0,0-3-432 0,0 4-64 0,0 3-32 0,1-1 0 15,-1 1-512-15,1 1-96 0,0-3-32 0,0-2 0 16,-1 1-224-16,1-2 0 0,-1-4 0 0,0 0 0 15,1-1 0-15,0-2 0 0,0 1 0 0,-1-12-160 16,0 0 32-16,0 0 0 0,0 0 0 0,0 0 0 16,0 0-1488-16,0 0-304 0,0 0-48 15,0 0-10576-15</inkml:trace>
  <inkml:trace contextRef="#ctx0" brushRef="#br0" timeOffset="441.56">4243 9184 6447 0,'-8'0'272'0,"2"-1"80"0,0 0-352 0,5 1 0 16,0 0 0-16,1 0 0 0,0 0 1904 0,0 0 304 16,-1 0 64-16,2 2 16 0,0 0 352 0,2 1 80 15,2-1 16-15,0 1 0 0,2-1-944 0,-7-2-192 16,0 0-48-16,0 0 0 0,39 5-896 0,-39-5-176 16,0 0-32-16,38-5-16 0,-38 5-432 0,27-5 0 15,-14 1 0-15,1 1-14096 0</inkml:trace>
  <inkml:trace contextRef="#ctx0" brushRef="#br0" timeOffset="1011.54">4785 9087 6447 0,'-1'-3'272'0,"0"1"80"0,0 2-352 0,0-1 0 15,0 1 0-15,1 0 0 0,-1 0 1568 0,0 0 240 16,-1 0 48-16,-1 0 16 16,0 1 576-16,-1-1 112 0,-1 5 32 0,1-2 0 0,-1 1-688 0,0 3-144 15,2-2-32-15,-2 5 0 0,0-1-480 0,0 1-96 16,0 2-32-16,0 2 0 0,-1 0-496 0,1 1-112 15,0 1 0-15,-1-2-16 0,2-2-320 0,-2 0-176 0,2 0 192 0,0-3-192 16,1-2 160-16,0 0-160 16,1-1 128-16,1-2-128 0,1 0 0 0,-1-1 128 15,1-3-128-15,0 0 0 0,1-2 0 0,-1 1 0 0,1-1 0 0,1-3 0 16,1 3 0-16,-1-3 0 0,1 0 0 0,-1-1 0 16,1 0 0-16,1-2 0 15,0 1 0-15,0-3 0 0,2 2 0 0,0-3 0 0,1-1 0 0,0 2 0 16,1 0 0-16,-1-1 0 15,1 1 0-15,1-1 0 0,-1-1 256 0,1 1 0 0,2 0 16 0,-3 2 0 16,0 0 64-16,1 1 16 0,-1 2 0 16,0 2 0-16,0 0-32 0,-2 2-16 0,2 2 0 0,-3 0 0 0,1 0-96 15,-2 3-16-15,1 0 0 0,-1 3 0 0,-1 0-192 0,-3-6 128 16,0 0-128-16,0 0 0 0,11 31 0 0,-10-21 128 16,-1 1-128-16,-1 1 0 0,1 0 0 0,-1 0 0 15,0 0 128-15,-1 0-128 16,0 1 0-16,0-2 0 0,0-1 128 0,1-2-128 15,0 0 0-15,0-1 0 0,1 0 0 0,-1-4 0 0,1 1 0 0,0-1 0 16,0 0 0-16,1-3 0 0,1 0 0 0,-1-3 0 16,2 0 0-16,0-1 0 15,1 1-576-15,0-4-64 0,1 1-16 0,1 0-16288 16</inkml:trace>
  <inkml:trace contextRef="#ctx0" brushRef="#br0" timeOffset="1892.5">5013 9152 8463 0,'1'-1'176'0,"-1"1"32"0,1 0 16 0,-1 0 32 0,0 0-256 0,0 0 0 0,0 0 0 0,0 0 0 16,0 0 2432-16,0 0 416 0,0 0 96 0,1 0 0 15,1 0-656-15,1 0-144 0,0 0-32 0,1-2 0 16,0 2 144-16,1-1 32 16,1 1 0-16,0-1 0 0,0 0-2288 0,2 0-256 0,0 0-160 0,0-3-32 0,-1 3 448 0,1-3 0 15,0 1 0-15,1-2 176 0,-1 0-176 0,1-1 0 16,0 1 0-16,-2-2 0 0,1 2 0 0,-2-2 0 15,0 2 0-15,-2-2 0 0,0 0 0 0,-2 1 0 16,0 0 0-16,-2 1 0 0,0 1-304 0,-2-3 64 16,-1 4 16-16,0-2 0 15,-2 3 656-15,-1-1 128 0,0 3 16 0,-2 0 16 0,0 1-592 0,0 3 0 16,-1-1 0-16,2 1 0 0,-1 4 0 0,0-2 0 16,1 2 0-16,-1 1 0 0,2 0 0 0,0 0 0 15,2 0 128-15,-1 2-128 16,1-2-448-16,2 0-144 0,-1-1-48 0,0-1 0 0,2 3 912 0,0-5 176 0,1 2 48 15,1-2 0 1,1 0-96-16,0 0-16 0,1-2 0 0,1 0 0 0,1-1-208 0,0 1-48 0,-5-3-128 0,0 0 192 16,0 0-192-16,0 0 0 0,42 4 0 0,-42-4 0 15,0 0 0-15,34-2-192 0,-34 2 192 0,0 0-160 32,39-4-1312-32,-39 4-272 0,32-6-48 0,-15 2-16 15,0-3-1472-15,2 0-304 0,-1-3-48 0,0 1-16 0,0 2 624 0,-3-3 112 16,1 0 32-16,-3 1 0 15,-2 0 1376-15,-1-1 288 0,-1 1 48 0,-2 2 16 16,-1-1 864-16,-2 1 288 0,0 0-160 0,-2 3 160 16,0-1 1152-16,-2 0 320 0,0 3 64 0,-1 0 16 15,0 1 880-15,-2 2 160 0,0 1 32 0,0 0 16 0,0 0-736 0,-2 3-160 16,2 0-16-16,-1-1-16 0,-1 4-400 0,1-3-80 16,1 2-16-16,-1 0 0 15,0 1-128-15,1 0-48 0,0-1 0 0,0 3 0 0,0-3-320 0,1 0-64 16,2 3-16-16,-1-4 0 0,2 2-240 0,-1-4-48 15,2 2-16-15,1-2 0 0,0-2-208 0,1 1-128 16,-1-3 128-16,2 0-128 0,0 0 0 0,1-5 0 16,1 1 0-16,-1-1 0 0,0 0 0 0,1-2 0 15,1 0 0-15,1-1 0 0,0-1-128 0,-1 0 128 16,3-1-128-16,-2 0 128 16,1 1-416-16,-2 2 0 0,1 0 0 0,-1 0 0 15,0-1 0-15,0 2 0 0,-2 1 0 0,1 0 0 0,-3 3 416 0,1 2-128 0,-1-2 128 0,-1 4 0 16,-1-2 0-16,0 2 0 0,-1 0 0 0,0 3 0 15,-1-2 0-15,0 1 0 0,0 3 0 16,0-2 0-16,-1 2 0 0,0 0 128 0,0 1-128 0,1 1 128 16,-1 0 64-16,2 1 0 0,-1 0 16 0,1-1 0 15,1 1 80-15,-2-10 16 0,0 0 0 0,0 0 0 16,0 0-112-16,0 0-32 0,33 31 0 0,-25-32 0 16,-8 1-32-16,19-5 0 0,-8 1 0 0,0-1 0 15,0-2 144-15,1-2 32 0,-1 1 0 0,1-1 0 16,-1-1-48-16,-1-1 0 0,0 1 0 0,-3 1 0 15,0-3 48-15,-1 2 0 0,-1 0 0 0,-3 4 0 16,0-2 64-16,-2 1 16 0,-2 0 0 0,0 3 0 16,-2-2-144-16,-2 2-32 0,1 0 0 0,-3 1 0 0,1 3-208 0,0-2 0 15,-1 2 0-15,2-1 0 0,0 1 0 16,1 0-160-16,2 0 0 0,1 0-17216 16</inkml:trace>
  <inkml:trace contextRef="#ctx0" brushRef="#br0" timeOffset="3184.78">6228 9011 2751 0,'0'-2'256'0,"1"0"-256"0,-1 1 0 0,1-1 0 0,0 1 992 0,0 0 160 16,0-1 16-16,1 1 16 0,2-4 672 0,0 1 144 15,2-1 32-15,0-2 0 0,1 2-112 0,-1-2 0 16,1 3-16-16,-2-1 0 0,1 2-224 0,-1 1-32 15,-1 2-16-15,1-2 0 0,-1 4-352 0,-1-1-80 0,1 2-16 0,-1 3 0 16,0 0-528-16,-1 4-96 0,0 0-32 0,-1 1 0 16,0-1-336-16,-1 1-192 0,0 2 192 0,-2 1-192 31,0 0 0-31,1-2 0 0,-1-1 0 0,-2-1 0 0,1 0 0 0,-1-3 0 0,1 0 0 0,-1-2 0 16,0 0 144-16,1-1-144 0,-2-1 0 0,1-1 144 15,0 1-16-15,-1-1-128 0,1 0 192 0,1-2-64 16,-1 1-128-16,0-2 128 0,1 1-128 0,1 0 128 15,0-2-128-15,1-1 0 0,1 1 144 0,0-3-144 0,1 3 176 0,1-3-48 32,0-1 0-32,3-2 0 0,1 3 96 0,1-5 16 15,2 1 0-15,2-3 0 0,-1 3 288 0,2-3 64 16,1 0 16-16,1-1 0 0,0 2-288 0,-1 2-64 16,0-1-16-16,-2 3 0 0,0 1-240 0,-2 0 0 0,2 2 0 0,-1 1 0 0,0-1 0 0,-2 3-320 31,0-1 64-31,1 2-16832 0</inkml:trace>
  <inkml:trace contextRef="#ctx0" brushRef="#br0" timeOffset="3992.71">6576 9087 4607 0,'3'1'400'0,"0"-2"-400"0,0 1 0 0,-2-2 0 15,1 1 2400-15,-1 1 400 0,1-2 80 0,1 0 0 16,1-3 0-16,1-2-16 0,3 0 0 0,-2-2 0 15,1-1-1280-15,-2-2-256 0,0 2-48 0,-1 1-16 16,0-2-496-16,0 2-112 0,-2 1-16 0,-2 1 0 16,-2 0-320-16,-1 2-80 0,-1 3-16 0,-1-1 0 15,-3 3-224-15,-1 0 0 0,0 3 0 0,-1 0 0 16,-1 1 0-16,0 3 0 0,1 0 0 0,-2 2 0 0,1 2 0 0,-1 0 0 16,1 1 0-16,1 2 0 0,1-2 0 0,2 0 0 15,0 2 0-15,1 0 0 0,1-2 0 0,1 2 0 16,2-2 0-16,0-2 0 0,2-1 0 0,0 0 0 15,3-2 0-15,0-2 0 0,-3-5 0 0,0 0 0 16,0 0 128-16,0 0-128 0,0 0 0 0,43 5 0 16,-34-10 0-16,1 0 0 0,1-2 0 0,-1 0 0 15,1 0 0-15,-1 0 0 0,-1 1 0 0,1-2 0 0,1-1 0 16,-1 1 0-16,0-2 0 0,-1 1-128 0,-2 0 128 16,-1 1 0-16,0 2 0 0,-1 0 0 0,-3 2-128 0,0-1 128 15,0 3 0-15,-1 0 0 16,-1 2 0-16,-1 2 0 0,1 0 0 0,-1 1 0 0,0 1 0 15,-1 1 0-15,2 2 272 0,-1 0-32 0,1 2-16 0,0 1 0 16,0 0 240-16,1 0 48 0,-1 1 16 0,0-11 0 16,0 0-208-16,0 0-64 0,0 0 0 0,18 33 0 15,-13-30-256-15,0-1 128 0,1-2-128 0,-1-2 0 16,2 1 0-16,0-3 0 0,2-3 0 0,-1 0 0 16,0-1 0-16,2-1 0 0,1-3 0 0,0 1 0 0,-1 1-208 0,-1-2 48 15,2 0 16-15,-2 2 0 0,-1 4-112 16,0-2 0-16,-2 1-16 0,-1 2 0 0,-2 2 272 15,0 2 0-15,0-1 0 0,-2 4 0 0,-1 0 0 16,-1 3 0-16,-1 0 0 0,-2 2 0 0,2 1 0 0,-3 1 0 16,0 2 176-16,0 1-176 0,-1 0 368 15,0 0-48-15,-2 2 0 0,2 0 0 16,-1-1-64-16,0 0-32 0,1-3 0 0,1-1 0 0,2-1-32 0,-1-4 0 16,2 1 0-16,2-3 0 0,0-2-192 0,0 0 176 0,2-5-176 15,2 1 160 1,1-1-160-16,-1-4 0 0,4-1 0 0,-2-2 0 0,3 0 0 0,-1 0 0 0,2 0 0 0,-2-2 0 15,1 3-320-15,-1 1 48 0,1-2 16 0,-1 1 0 32,-1 1-144-32,2 0-32 0,-1-1 0 0,0 4 0 0,0-1 208 0,-1 4 32 0,-1-1 16 0,-1 5 0 15,0 0 176-15,-2 2 0 0,-1 3 0 16,-1 2 0-16,0 0 192 0,0 3 0 0,0 0 16 0,-2 3 0 16,0-1 112-16,0 1 32 0,0 0 0 15,-1-1 0-15,-1 0-160 0,1-2-16 0,-1 1-16 0,1-1 0 0,2-3-32 16,0-2-128-1,0 0 192-15,-1 0-64 0,2-1-128 0,-1-2 0 16,2-2 0-16,1 0 0 0,0-1 0 0,1 0-176 0,1-3 16 0,1 1-16624 16</inkml:trace>
  <inkml:trace contextRef="#ctx0" brushRef="#br0" timeOffset="4593.01">7171 9073 14735 0,'5'-3'640'0,"-1"1"160"0,0 0-640 0,-2 2-160 16,-1-2 0-16,0 1 0 0,0 1 1440 0,0-2 256 16,3 0 48-16,0-1 16 0,1-1 32 0,1 1 0 0,-1-2 0 0,0 1 0 15,0-1-848-15,-2 0-176 0,1 1-16 0,0-2-16 16,-1 2-288-16,-1-3-48 16,-2 2-16-16,1 0 0 0,-1-2-176 0,-1 1-32 0,0 0-16 0,0 2 0 15,-2-4-160-15,-1 4 0 0,0-1 144 0,-1 0-144 16,-1 1 176-16,0 1-48 0,-2 3 0 0,1 0 0 15,-1 3 0-15,-1-1 0 0,1 2 0 0,-1 2 0 16,-1 0-128-16,1 2 0 0,1 1 0 0,0-2 128 16,2 1-128-16,0 1 0 0,1 2 0 0,-1-1 0 15,0 2 0-15,2 0 0 0,0-2 0 0,0 1 0 16,1 1 0-16,0-3 128 0,1 1-128 0,1-2 192 0,1 0 144 0,0-8 48 16,0 0 0-1,0 0 0-15,0 0-32 0,0 0 0 0,0 0 0 0,0 0 0 16,38 22-112-16,-31-24-32 0,1 0 0 0,0-1 0 0,1-2-208 0,-1 0 144 31,1-2-144-31,1 0 128 0,-2 0-128 0,2-2 0 0,0-1 0 16,1-1 0-16,2-2 0 0,-2-1 0 0,0 0 0 0,-1-1 0 15,0-1 0-15,0 0 0 0,1-3 0 0,-3 2 0 16,1-2 0-16,-1 0-144 0,-1 0 144 16,0 0 0-16,-2 0-144 0,0 0 144 0,-1 3 0 15,0-1-144-15,-1 2 144 0,0 2 0 0,-1 5 0 16,-2 0-128-16,0 2 128 0,0-1 0 0,-1 5 0 0,-1-3 0 15,0 2 0-15,-1 1 0 0,0 2 0 0,1 0 128 16,-1 0 0-16,-1 2 16 0,0 1 0 0,2-1 0 16,-2 3 112-16,1 0 32 0,0 0 0 0,0 4 0 15,-1 0-64-15,1 3-16 0,-1 3 0 0,2 2 0 16,0 1-64-16,-1 1-16 0,-1 0 0 0,1 0 0 16,1 0-128-16,-2 0 0 0,0 2 0 0,1 1 128 15,1-4-128-15,0-1 0 0,2 1 144 0,0-3-144 16,2-1 0-16,0-2 0 0,-1-2 0 0,1-2 128 0,-2-8-128 15,0 0 0-15,0 0 0 0,0 0 0 16,0 0-512-16,0 0-32 0,0 0 0 0,0 0-16624 16</inkml:trace>
  <inkml:trace contextRef="#ctx0" brushRef="#br0" timeOffset="5919.37">7551 9037 3679 0,'0'0'320'0,"0"0"-320"15,1 0 0-15,-1 0 0 0,0 0 960 0,0 0 128 16,1 0 32-16,0 0 0 0,0 1 832 15,1-1 160-15,-1 0 48 0,1 0 0 0,0 0-240 0,0-1-32 16,1 1-16-16,-1-2 0 0,1 0-400 0,0-1-64 16,1 1-32-16,-1-2 0 0,0 0-352 0,1-2-80 15,1-2-16-15,-1 1 0 0,1-2-160 0,-1-1-48 16,-1 1 0-16,0 0 0 0,0 0-32 0,-2 1-16 0,0 1 0 0,-2-1 0 16,-1 4-176-16,-2-1-48 0,1 1 0 0,-3 3 0 15,0 1-48-15,0 0-16 16,-1 5 0-16,-3 0 0 0,1 2-176 0,-1 0-32 0,0 3-16 0,-2-1 0 15,2 3-160-15,0 0 128 16,2 0-128-16,-2 2 128 0,2 3-128 0,0-1 0 0,0 0 0 0,2 2 128 16,0-1-128-16,3-2 0 0,2-1 0 0,1-2 0 15,0-12 0-15,0 0 0 16,0 0 0-16,0 0 0 0,0 0 0 0,42 23 0 0,-29-26 0 16,1-4 0-16,3 0 0 0,-1-2 0 0,-1 0 0 0,1-2 0 0,0-1 0 15,0 0 0-15,-2-2 0 0,-2 2 0 0,-2 1-128 16,-1-1 128-16,-1 0 0 0,-1 0 0 15,-1 0 0-15,-3 2 0 0,-1-1 0 0,-4 3 0 0,0 0 0 0,-2 0 0 16,-2 3 0-16,0-2 0 0,-2 2 0 0,0 1 0 16,-1 1 0-16,-1 0 0 0,1 3 0 0,1 0 0 15,-1 0 0-15,2 1 0 0,1 1 0 0,2 1 0 16,-1 1 128-16,1-1-128 0,2 2 0 0,0 1 0 16,2-1 0-16,0 2 0 0,1 0 0 15,2-2 0-15,0 0 0 0,2 0 0 0,-5-5 0 0,0 0 0 0,0 0 0 0,0 0 0 16,39 9 0-16,-29-9 0 0,2-3 0 0,1 0 0 15,0 0 0-15,1-2 0 16,-1 0 0-16,0 0 0 0,0 0 0 0,0 1 0 16,2-3 0-16,0 2 0 0,-1 0 0 0,0 0 0 15,-1 1 0-15,0 1 0 0,-2 1 0 0,0 2 0 0,-11 0 0 0,0 0 0 16,0 0 0-16,0 0 0 0,0 0 0 16,0 0 0-16,35 27 0 0,-35-19 0 0,0 0 0 0,-2-1 0 0,1 2 0 15,-2 1 0-15,0-1 0 0,-1 1 0 0,0 1 0 16,0-1 0-16,0-2 0 0,0 0 0 0,0 0 0 15,1-1 0 1,-1 0 0-16,0-3 0 0,1 2 0 0,-1-2 0 0,1-1 0 0,1-1 128 0,0 1-128 0,1-3 0 16,1 0 0-1,0-1 128-15,0-1-128 0,1-1 0 0,1-1 0 0,2-1 0 0,-1 0 0 0,0-2 0 16,2 0 0-16,1 0 0 0,-1 0 0 0,2-3-144 16,-1 1 144-16,2 0 0 31,0-1-464-31,0 0 16 0,1 3 0 0,-1-1 0 0,0 2 48 0,1-1 16 0,-2 2 0 0,0 0 0 0,0 1 384 0,-1 0-128 15,0 1 128-15,0 2 0 0,-2-1 0 0,0 0 0 16,0 2 0-16,-2-2 0 0,1 2 128 0,-1-2 0 0,0 2 0 16,-1 0 0-16,1 0 80 0,-2 0 32 0,1 2 0 0,-1 0 0 31,0-1 0-31,-1 0 0 0,0 2 0 0,0 2 0 0,0-1-96 0,-1 1-16 16,0 2 0-16,-1 1 0 0,2-2-128 0,-1 4 192 15,-1-1-192-15,-1 1 192 0,1 1-192 0,1-1 0 0,-1 0 0 0,0 1 128 16,1-1-128-16,0-2 0 15,1 1 0-15,1-3 0 0,-1 0 0 0,1-2 0 0,1-2 0 16,-1-1 0-16,2-1 0 0,-1-3 0 0,2 3 0 0,0-5 0 16,1 0 0-16,-1 1 0 15,2-3 0-15,0 0 0 0,-1 0-128 0,0-1-16 0,1 0 0 0,0 0 0 16,0 1-432-16,0-1-64 0,1-1-32 0,0 0 0 16,2-2 160-16,-1 0 16 0,1 2 16 0,-2-3 0 0,1 5 288 0,-1-1 192 15,0 2-208-15,0-2 80 16,1 4 128-16,-2-1 0 0,1 0 0 0,-1 3 128 0,0 0 208 0,-1 0 48 15,-1 4 16-15,0-2 0 0,1 4 112 0,-2 1 32 32,0 0 0-32,-1 4 0 0,0 0-224 0,0 1-64 0,-1 2 0 0,-1 4 0 0,0 1-80 0,-2 1-32 15,0 2 0-15,-1 1 0 0,0 1-144 0,-1-3 0 32,0 0 144-32,1-3-144 0,0-2 0 0,0-2 0 15,1-2 0-15,2-2-11728 16,-1-2-2304-16</inkml:trace>
  <inkml:trace contextRef="#ctx0" brushRef="#br0" timeOffset="7302.26">8786 8928 18431 0,'3'-4'1632'0,"0"1"-1312"31,-1-1-320-31,-1 3 0 0,0-1 1408 0,0 2 192 0,1-4 64 0,1-2 0 0,2 2 192 0,-2-3 32 15,0 4 16-15,-2 2 0 0,0 2-752 0,-2 1-160 16,-1 3-32 0,0 2 0-16,0 1-448 0,-2 2-80 0,-1 3-32 0,1 0 0 0,-2 3-272 0,1-2-128 15,0 0 0-15,-1 1 128 0,1 1-128 0,-1-1 0 0,1 1 0 16,0-3 0-16,-1 0 0 0,3-3 0 16,-1-1 0-16,2-2 0 0,1-2 0 0,1-3 0 0,1 1 0 0,0-3 0 15,1 0 0-15,0-3 0 0,2 1 176 0,0-3-176 16,1 0 448-16,1-2 0 0,3-2 0 15,-2 2 0 1,1-3-128-16,3 0-16 0,0-1-16 0,0 1 0 0,-2-1-112 16,2-1-32-16,1 0 0 0,0-2 0 0,0 2-144 0,0 0 0 0,-2 1 0 0,0 1 0 15,-1 2 0-15,0 1 0 16,-2 3 128-16,-1-3-128 16,0 4 0-16,-1-1 0 0,-1 1 0 0,1 0 0 15,-1 1-880-15,-1 1-96 0,2 0-32 16,-1 1-15648-16</inkml:trace>
  <inkml:trace contextRef="#ctx0" brushRef="#br0" timeOffset="8006.66">9069 9017 11807 0,'5'1'256'0,"-1"1"48"0,-1-1 16 0,1-1 16 0,-1 0-336 0,-1-1 0 16,0 1 0-16,2-2 0 0,3 1 2688 0,1-2 448 15,4-4 112-15,-1 0 16 0,1-1-992 0,-2-1-192 16,1-1-32-16,-1-1-16 0,-1 1-1168 0,-1-2-224 0,-1 2-64 0,-2-1 0 15,0 2-448-15,-1 1-128 0,-2 1 0 0,-3 1 0 16,-1 0 0-16,-3 1 0 0,-1 3 0 0,-3 1 0 16,0 2 0-16,-2 1-160 0,0 3 160 0,-2 1-208 15,1 3 0-15,-2 2 0 0,1-1 0 0,1 2 0 16,0 2 208-16,0-3 0 0,2 2 0 0,-1 1-144 16,2-2 144-16,-1 4 0 0,0-1 0 0,0 1 128 15,2-2-128-15,1 0 0 0,2-2 0 0,0-1 128 16,3 0-128-16,2-6 128 0,0 2-128 0,3-5 128 15,1 0-128-15,1-2 176 0,1-1-176 0,1-2 192 16,2-2-192-16,1 0 0 0,1-2 144 0,2 0-144 0,1-3 240 0,0 1-32 16,1-1 0-16,-3 2 0 15,-1 0-208-15,0 1 0 0,-1-1 128 0,-1 2-128 0,-3 0 0 0,1 2 0 16,-2-1 0-16,0 0 0 0,-1 3 128 0,-3 1-128 16,-1 0 0-16,0 2 0 0,0 2 0 0,-2 0 128 15,0 0-128-15,-1 1 0 0,0 1 288 0,0 3 16 16,-1 0 0-16,0 2 0 0,2-2 16 0,0 0 16 15,1 0 0-15,1 1 0 0,0-2-112 0,1-1-32 16,1 0 0-16,2-1 0 0,1-3 96 0,-1-2 16 0,3 2 0 16,0-4 0-16,1 2 0 0,0-2 0 0,0-3 0 0,2 0 0 15,-2 1-304-15,1-1 128 16,2 0-128-16,0-2 0 0,1-2 0 0,1 1 0 0,-1 1 0 0,0-2 0 16,-1 1 0-16,0 2 0 0,-1 0 0 0,-1 0 0 15,1 1 0-15,-2-1 0 0,1 2 0 0,-1-1 0 16,-3 3 0-16,0 0-144 15,0 0 144-15,-3 2 0 0,0 0 0 0,0-2 0 0,0 2 0 0,-1 0 0 16,0 0 0-16,0 0 0 0,0 0 0 0,0-1 0 0,0 1 0 16,0 0 0-16,1 0 0 0,-1 0 0 0,0 0 0 0,-1 3 0 15,1-1 0-15,-2 0 0 0,0 3 0 0,0 0 144 16,-1 2-144-16,0 4 0 0,2-1 256 0,-4 2-64 16,0 0-16-16,0 0 0 0,2-2-48 0,-2 2 0 15,0-1 0-15,0 1 0 0,2-3 0 0,-1 1 0 16,1-3 0-16,1-2 0 0,0-1-128 0,0-1 0 15,2-1 144-15,0-2-144 0,1 0 0 0,0-2 0 16,1-1 0-16,0-1 0 16,1-1 0-16,0-1 0 0,-1 0 0 0,2-1-192 15,1-3-1584-15,-2 1-320 0,0 2-64 0,0-3-13712 0</inkml:trace>
  <inkml:trace contextRef="#ctx0" brushRef="#br0" timeOffset="8434.46">9417 9042 11967 0,'-1'-2'528'0,"0"-1"112"0,1 1-512 0,0 0-128 0,0 1 0 0,0-1 0 0,0 2 1664 0,0-2 320 16,0-2 48-16,1-2 16 0,0 0 256 0,0-2 64 0,1 3 16 0,1-2 0 15,-1 0-912-15,2 2-176 0,2-1-32 0,-1 0-16 16,3 0-672-16,1 0-144 16,1 0-32-16,0-1 0 0,2 2-400 0,0-3 128 0,0 2-128 0,0-2 0 15,-1 4 0-15,-1-1 0 0,1 0 0 0,-2 1 0 16,0 1 0-16,-2 0 0 0,0 1 0 16,-3 2 0-1,1 2-704-15,-1-2-80 0,-3 3-16 0,1 0 0 16,0 1-1152-16,-3-1-224 0</inkml:trace>
  <inkml:trace contextRef="#ctx0" brushRef="#br0" timeOffset="8675.66">9717 8834 24879 0,'2'0'1088'0,"0"0"256"0,2 0-1088 0,-1 0-256 16,-2 0 0-16,1 0 0 0,1 2 2032 0,2-2 336 0,-5 0 80 0,0 0 16 16,0 0-1184-16,37 7-256 0,-37-7-32 0,0 0-16 15,0 0-720-15,0 0-128 0,39 12-128 0,-39-12 144 16,0 0-144-16,0 0 0 0,0 0 0 0,0 0-176 31,0 0-1824-31,0 0-368 0</inkml:trace>
  <inkml:trace contextRef="#ctx0" brushRef="#br0" timeOffset="8813.33">9721 8960 4607 0,'-1'2'400'16,"1"0"-400"-16,0-1 0 0,-1 0 0 0,1-1 2592 15,0 2 432-15,-1 1 96 0,0 2 16 0,0 0-96 0,-1 4-16 16,-1 0 0-16,0-1 0 0,0 2-1120 0,2-1-240 16,-2 0-32-16,0 0-16 0,-1 1-1072 0,1-3-224 15,1 0-32-15,0-2-16 0,0 2-448 16,1-3-80-16,1-1-32 0,1-2-9488 15,1 1-1888-15</inkml:trace>
  <inkml:trace contextRef="#ctx0" brushRef="#br0" timeOffset="9352.24">9890 9012 1839 0,'6'2'160'0,"-3"-2"-160"0,1 0 0 0,-1 0 0 15,-1 0 2400-15,-1 0 448 0,1-2 96 0,2 1 0 16,2-1 1072-16,1-1 208 0,3-1 32 0,0-3 16 15,1 0-1776-15,1-1-368 16,-2-1-64-16,0 0-16 0,-2 0-1216 0,2-1-240 0,-3 2-48 0,0-1-16 16,-1-1-400-16,-1 1-128 0,-3 2 0 0,-1-1 0 15,-2 0 0-15,-2 2 0 0,-1 3 0 0,-2 2 0 16,-1 1-576-16,0 0-80 0,-2 4-16 0,1 1 0 16,0 2-16-16,-2 3 0 0,1-1 0 0,0-1 0 15,0 3 512-15,0 0 176 0,1 2 0 0,-1-3-144 0,3 1 272 0,0-1 48 16,1 1 16-16,1-1 0 0,1 0 192 0,2-4 32 15,1 2 16-15,1-3 0 0,1-1 16 0,1-1 16 16,2-1 0-16,1-2 0 0,0 0-272 0,1 0-64 16,1-4-128-16,2 1 192 0,0-2-48 0,0-1-16 15,-1 2 0-15,2-2 0 0,-1-1-128 0,0 0 0 16,1 1-160-16,-1-2 160 0,0 0-320 0,-1 1 16 16,-2 1 16-16,1-2 0 0,-2 3 32 0,0-2 0 15,-1 0 0-15,0-1 0 0,0 4 256 0,-1-4 0 16,-1 4 0-16,0-1 0 0,0 3 0 0,-2-1 0 15,-1 3 128-15,1 0-128 0,-1 0 512 0,1 3 0 0,-1 2 0 0,0-3 0 16,0 5-64-16,-1-1-16 0,1 0 0 0,0 3 0 16,0-9-176-16,0 0-48 0,5 31 0 0,-5-31 0 15,0 0-208-15,0 0 128 0,0 0-128 16,26 33 0-16,-26-33 0 0,0 0 0 0,0 0 0 0,41 1 0 31,-29-5-384-31,1-4-128 0,2-1-32 0,0-1 0 0,0-2-1440 16,1-2-272-16,-1 0-64 0,1-1-11856 0</inkml:trace>
  <inkml:trace contextRef="#ctx0" brushRef="#br0" timeOffset="9711.69">10401 8746 6847 0,'1'-22'144'0,"-1"13"48"0,0 3 0 15,0 5 0-15,0 1-192 0,0-2 0 0,-1 1 0 0,-1-1 0 0,-1-3 3584 16,0 4 672-16,-2 2 144 0,-1 2 16 0,0 6-1392 0,-1 3-272 16,0 4-64-16,0 4-16 0,-1 3-1216 0,0 3-240 15,0 0-64-15,1 1 0 0,0 1-512 0,0-2-128 16,2-2 0-16,1-3-16 0,-1 0-176 0,2 1-48 15,1-3 0-15,0 0 0 16,1-4-272-16,1-15 0 0,0 0 0 0,0 0 0 0,0 0 0 0,0 0 0 16,0 0 0-16,0 0 0 15,0 0-464-15,0 0 0 0,0 0 0 0,29-5 0 16,-25-5-640-16,1-2-128 0,-1 0-32 0,1-2 0 16,1 2 480-16,-2-2 80 0,2 2 32 0,-1 0 0 15,1 0 512-15,-1 3 160 0,0 2 0 0,0-1 0 16,0 4 0-16,1-1 176 0,-1 2 0 0,0 1 0 0,1 2 656 0,-2 0 128 0,-4 0 16 0,0 0 16 15,0 0-48-15,0 0-16 0,0 0 0 0,0 0 0 16,24 40-496-16,-24-40-112 0,0 0 0 0,2 29-16 16,-4-19-304-16,1 1 128 0,-3 0-128 0,0 0 0 15,0-2 144-15,0 0-144 0,-2-1 0 0,2-1 144 16,-1 0-144-16,-1-5 0 0,3 3 0 0,-2-3 128 16,2-2-128-16,1-2 0 0,-1 0 0 0,0-1 0 15,0 1 0-15,1-2 0 0,0 1 0 0,2 0 0 31,0-1-800-31,0-1-32 0,0 2-16 0,2-1 0 0,2-1-1696 0,1 0-336 0</inkml:trace>
  <inkml:trace contextRef="#ctx0" brushRef="#br0" timeOffset="10056.98">10648 8805 911 0,'1'-2'0'0,"1"1"0"16,-1 1 0-16,-1 0 0 0,0-2 2368 0,1 2 400 15,1-1 80-15,1-2 16 0,0 0 384 16,-1 0 80-16,1-1 0 0,-1-1 16 0,0 1-784 0,-1 1-144 0,-1 1-48 0,0-1 0 16,0 1-704-16,-2 2-160 0,0-2-32 0,0 4 0 15,-1 0-624-15,0 1-128 0,-1 1-16 0,0 2-16 16,0 2-336-16,0 2-64 0,-1 4-16 0,1 1 0 15,-1 1-128-15,0 1-16 16,-1 2-128-16,0 1 192 0,1-2-192 0,-1 1 0 16,1 0 0-16,0-2 0 0,2 0 128 0,0-2-128 0,1 2 0 0,2-17 0 15,-1 27 0-15,1-27 0 0,0 0 0 0,3 30 0 16,-3-30-320-16,0 0-96 0,0 0-32 0,0 0-17344 16</inkml:trace>
  <inkml:trace contextRef="#ctx0" brushRef="#br0" timeOffset="10388.77">10763 8983 12895 0,'2'-2'576'0,"0"1"112"16,0 1-560-16,0-2-128 0,-1 2 0 0,1 0 0 16,0 0 2256-16,0 0 432 0,4 0 64 0,1-2 32 15,4 0-384-15,0-1-80 0,1 0-16 0,2 1 0 0,1-2-1056 0,2 1-224 0,1-2-32 0,-2-1-16 16,1 1-528-16,-1 0-128 0,0 0 0 0,-1-1-16 15,-2 0-304-15,-1 1 0 0,-1 1 128 0,-2-3-128 32,-2 3 0-32,-2-2 0 0,-1 3 0 0,-4-1 0 0,-2-1 256 0,-1 0-48 0,-3 1-16 0,-3 1 0 31,-2 1 160-31,-1-1 32 0,0 3 0 0,-1-2 0 16,1 4-16-16,-1 1 0 0,-1 2 0 0,1-1 0 15,1 2-208-15,2 0-32 0,1 4-128 0,0-1 192 16,2 0 16-16,1 3 0 0,2-2 0 0,0 3 0 15,1 0-16-15,0-1-16 0,3-12 0 0,0 0 0 16,5 39-48-16,-5-39-128 0,0 0 192 0,0 0-64 0,33 37-128 0,-33-37 0 16,0 0 0-16,46 9 0 15,-46-9-432-15,36 0-64 0,-12-2-16 0,3-3-17424 16</inkml:trace>
  <inkml:trace contextRef="#ctx0" brushRef="#br0" timeOffset="12511.07">12231 8898 10127 0,'1'0'896'0,"0"-1"-704"16,0 1-192-16,-1 0 0 16,0 0 1424-16,1 0 256 0,0 0 48 0,1-1 16 15,2 1 656-15,-1-1 128 0,0-1 32 0,1 2 0 0,0-1-720 0,-1 1-144 16,1 0-32-16,-1-2 0 0,1 1-400 0,-1 0-96 0,1-1-16 0,-1 0 0 15,1 1-384-15,-2-1-96 0,0-1-16 16,1 1 0-16,-1 0-176 0,0-1-32 16,-1 1-16-16,0-1 0 0,-1 1-208 0,1-2-32 15,-1 1-16-15,-1-2 0 0,0 1-48 0,-1-1 0 16,1 2 0-16,-2-1 0 0,-1-1-128 0,1 2 192 0,-2 0-192 0,-1 0 192 16,2 0-192-16,-3 3 0 0,0 0 144 0,-1 0-144 15,0 0 0-15,0 1 128 0,-1 3-128 0,1-2 0 16,-1 3 0-16,0 1 0 15,0 2 0-15,0-1 128 0,-1 1-128 0,0 1 0 0,1 1 0 0,-1 1 0 0,-1 1 0 16,1 2 0-16,-1 0 0 0,1 1 0 16,0-1 0-16,0 1 0 15,0 2 0-15,-1 1 0 0,2 2 0 0,0 0 0 16,1-1 0-16,0-2 0 0,3 2 0 0,3-4 0 0,0 0 0 0,2-15 0 0,0 0 0 0,8 34 0 16,-8-34 0-16,0 0 0 0,0 0 0 0,34 21 0 15,-34-21 128-15,0 0-128 0,41 5 176 0,-41-5-48 16,32-4 0-16,-32 4 0 0,31-6-128 0,-16 0 128 15,0 0-128-15,-1 2 128 16,-2-1-128-16,-1-2 0 0,0 2 0 0,0-1 0 0,-1 0 0 0,-2 1 0 16,1 1 0-16,-1-3 0 0,-1 3-160 0,0-1-64 0,-2 2-16 0,0-2-18336 15</inkml:trace>
  <inkml:trace contextRef="#ctx0" brushRef="#br0" timeOffset="13270.39">12395 9006 10063 0,'2'0'896'0,"-2"0"-720"16,1 0-176-16,-1 0 0 0,0 0 0 0,0 0 0 16,1 0 0-16,-1 0 0 0,0 0 0 0,1 0 0 15,-1-2 0-15,0 2 0 0,1 0 0 0,-1-1 0 16,1 1 0-16,-1-1 0 0,0 1 0 0,0 0 0 16,0 0 0-16,-1-2 0 0,0 2 0 0,1-1 0 15,0 1 0-15,0 1 0 0,0-1 0 0,-1 0 0 0,1 2 0 0,-1-2 0 16,1 0 512-16,-1 1 240 0,1 0 32 0,-1-1 48 15,1 0 160-15,0 0 32 0,-1 2 16 0,1-2 48 16,0 0-320-16,0 0-64 0,-1 1-16 0,1-1 16 16,-1 2 80-16,1-2 16 0,-1 0 0 0,0 0 32 15,0 2 176-15,0-2 32 0,0 0 16 0,0 1 32 16,1-1 64-16,0 0 0 0,0 0 0 0,-1 2 16 16,1-2-48-16,0 0-16 0,-1 0 0 0,1-2 32 15,0 4-416-15,0-2-80 0,0 0 0 0,0 0 16 16,-1 0-320-16,1 0-64 0,0 0-16 0,0 0 32 15,0 0-288-15,-1 0 128 0,1 0-128 0,0 0 128 16,0 2-128-16,0-2 160 0,0 0-160 0,0 0 192 0,0 0-192 0,0 0 128 16,-1 0-128-16,1 0 128 0,0 1 48 0,0-1 16 15,-1 0 0-15,1 0 0 0,0 0 0 16,-1 1-16-16,1-1 0 0,-1 0 0 0,1 0-32 0,0 0 0 16,-1 0 0-16,1 0 0 0,0 0-16 0,0 0-128 15,-1 0 192-15,1 2-64 0,0-2-128 0,0 0 192 16,0 0-192-16,0 0 192 0,0 0-192 0,0 0 128 15,0 0-128-15,1 0 128 0,-1 0-128 0,1 0 0 16,1-2 144-16,0 2-144 0,0 0 128 0,0-1-128 0,2 0 160 0,0 1-160 16,1-2 176-16,-1 0-176 0,1 1 192 0,0-1-192 15,2 0 176-15,-1 1-176 0,3-1 160 0,-1 0-160 16,0-1 128-16,2 1-128 16,0 2 0-16,0-3 144 0,-10 3-144 0,0 0 0 0,30-2 0 0,-20 0 128 15,-1 0-128-15,0 0 0 0,0 1 0 0,-2 1 0 16,1-2 0-16,-2 0 0 0,1 1 0 0,-2-1 0 15,1 2 0-15,-2-2 0 0,0 2 0 0,0-3 0 16,0 3 0-16,-1-2 0 0,1 0 0 0,-1 1 0 16,0-1 0-16,1 2 0 0,0-2-128 0,-1 2-18592 15</inkml:trace>
  <inkml:trace contextRef="#ctx0" brushRef="#br0" timeOffset="14379.15">13064 8852 8287 0,'1'0'736'0,"0"0"-592"0,0 0-144 15,0-1 0-15,-1 1 1408 0,1 0 240 0,1-1 48 0,2 1 16 16,-1-2 736-16,2 0 160 0,-1 1 16 0,-1-1 16 16,0 0-512-16,0 1-96 0,-1-1-32 0,0 1 0 15,0 0-592-15,-2 1-112 0,0-3-16 0,1 2-16 16,-2 0-528-16,1 1-96 0,-2-2-32 0,-1 2 0 15,-2 0-224-15,1 0-64 0,-4 2 0 0,1-2 0 16,-2 2-160-16,-1 1-32 0,-1-1-128 0,-1 0 192 16,0 3-192-16,-1-2 144 0,0 1-144 0,0 1 128 15,2 0-128-15,2-1 0 0,-1 1 0 0,2-1 128 0,1 0-128 0,0 0 0 16,1 1 0-16,1-3 0 0,0 3 0 0,2-4 0 16,0 1 128-16,0 0-128 0,2 0 0 0,0 0 0 15,1 1 0-15,0-3 0 0,0 2 128 0,1 1-128 16,0-3 0-16,0 2 128 0,1 0-128 0,1-1 128 15,-1 1-128-15,2 0 128 0,1-1-128 0,0 1 160 16,-5-2-160-16,0 0 160 0,0 0-160 0,0 0 192 16,40 14-192-16,-40-14 192 0,0 0-64 0,0 0-128 15,40 14 192-15,-40-14-64 0,0 0 0 0,0 0-128 16,42 17 192-16,-42-17-64 0,0 0-128 0,0 0 192 0,0 0-192 0,40 25 192 16,-40-25-192-16,0 0 128 0,0 0-128 0,0 0 128 15,0 0-128-15,0 0 0 0,19 36 144 16,-22-31-144-16,0 2 0 0,-3-2 128 0,-2 2-128 0,-1 0 0 15,-4 0 0-15,0 0 0 16,-1 0 0-16,-2 1 128 0,-1-2-128 0,-1-1 0 0,0 0 0 0,-1-3 0 16,2 1 0-16,-1-3 0 0,2 2 0 0,-1-4 0 15,2 0 0-15,-1-1-160 0,2 1 16 0,0-1-18736 16</inkml:trace>
  <inkml:trace contextRef="#ctx0" brushRef="#br0" timeOffset="16106.12">12109 9339 5519 0,'-1'0'496'0,"0"0"-496"0,1 0 0 0,0 0 0 16,0 0 688-16,-1 0 32 0,1 0 16 0,0 0 0 16,-1 2 448-16,1-2 96 0,0 2 0 0,1-2 16 15,-1 1-80-15,3-1-32 0,0 2 0 0,0-2 0 16,1 0-16-16,1 0 0 0,2 2 0 0,0-2 0 0,1 0-16 0,2 0-16 16,1-2 0-16,2-1 0 0,2 1-16 0,2-3 0 15,2 0 0-15,0 0 0 0,3 1 112 0,2-1 32 16,3-1 0-16,1 0 0 0,4 1-320 0,1 1-64 15,2-1-16-15,-1 2 0 0,0 1-320 16,-1 0-64-16,0 0-16 0,1-1 0 0,2 1-208 0,1-1-64 16,-1 3 0-16,0 0 0 0,-1 0-192 0,0 1 128 0,-2 1-128 15,-2-2 0-15,-2 0 0 0,-2 0 128 16,-1-3-128-16,-3 1 0 0,0 0 0 16,-2-1 0-16,-2 1 0 0,-1-3 0 0,-3 3 0 0,-2-3 0 0,-2 2 0 0,-4 0 0 15,0 0-256-15,-3 0-64 0,-4 1 0 0,0-1 0 31,-4 1-1792-31,-3 0-384 0</inkml:trace>
  <inkml:trace contextRef="#ctx0" brushRef="#br0" timeOffset="16435.15">12328 9436 3903 0,'-4'0'0'0,"2"0"176"0,0 2-48 0,1-2-128 0,1 0 0 0,-2 0 0 0,-1 0 0 0,-1 1 0 15,-3 0 1184-15,2-1 128 0,0 1 32 0,1-1 0 0,2 0 16 0,0 1 16 16,2-1 0-16,0 0 0 0,3 0 16 0,0-1 0 15,2 0 0-15,2 0 0 0,2 0 416 0,2-3 96 16,2 1 16-16,3 0 0 0,5 0-144 0,1-1-32 0,5 0 0 0,1 1 0 16,-1 1-336-16,4-3-64 15,3 3 0-15,3-3-16 0,1 3-624 0,0 0-128 0,-3-1-32 0,2 1 0 32,3 1-272-32,1 1-48 0,1 0-16 0,-1 0 0 15,-3 0-208-15,-4 0 0 0,-1 0 0 0,-2-2-160 16,0 1-1232-16,-1 0-240 15</inkml:trace>
  <inkml:trace contextRef="#ctx0" brushRef="#br1" timeOffset="33875.71">1511 3207 6447 0,'-1'-4'576'0,"1"1"-576"16,0 3 0-16,0-2 0 0,0 2 752 0,-1-3 32 0,1 1 16 0,-1-4 0 31,1 0 176-31,0 0 48 0,0 0 0 0,1 1 0 0,0 1 0 0,1 2 16 0,0 1 0 0,0-1 0 16,1 2-416-16,0 0-96 0,1 0-16 15,0 2 0-15,2-2-112 0,-1 1-16 0,3 1-16 0,0-1 0 16,2 0-96-16,1-1-16 16,2 0 0-16,-1 0 0 0,3 2 208 0,1-2 48 0,3 0 0 0,0 0 0 15,2 0 48-15,0 0 16 16,3 0 0-16,1 0 0 0,1 0-96 0,2-2-16 0,1 2 0 0,1 0 0 0,1 2-64 0,-1-2-16 15,3 1 0-15,-2 1 0 0,1-2-128 0,-2 0-16 16,-1 0-16-16,1 0 0 0,0 0-32 0,0 0-16 16,3-3 0-16,1 1 0 0,0 2-48 0,2-1 0 15,-1 0 0-15,-1 1 0 16,-4-2 0-16,1 1 0 0,3-1 0 0,1 2 0 0,2-3 64 0,1 1 16 16,2 2 0-1,2 0 0-15,-1 2 32 0,1-1 0 0,0 3 0 16,-1-1 0-16,-1-1 0 0,2 1 0 0,1 1 0 0,0-1 0 0,0 1-64 0,2-1-16 15,1 1 0-15,-1-1 0 0,-2-1-32 0,0 0 0 16,0-2 0-16,1 1 0 0,1-1 0 0,1-1 0 16,-1 1 0-16,0 0 0 0,-3-2 0 15,0 1 0-15,-1 0 0 0,1 1 0 0,-1-2 64 0,2 1 0 0,3 1 0 0,0 0 0 32,-1 1 32-32,-1-1 16 0,-1 2 0 0,0-2 0 15,4 2-80-15,-2-2-16 0,2 2 0 0,0 1 0 16,-3-3-144-16,1 2 128 0,-2-2-128 0,2 1 128 15,0-2-128-15,3 1 0 0,0-2 144 0,1 0-144 16,0 1 128-16,-2-1-128 0,-1 0 128 0,0-1-128 16,1 1 160-16,0-1-32 0,2 1-128 0,-2 0 192 0,0 2-64 0,-3 0-128 15,1 0 176-15,-2 0-176 0,0 0 144 0,2 0-144 16,-1 1 0-16,0 0 144 0,-2 1-144 0,-2-2 0 16,-1 0 0-16,-3 0 128 0,-1-2-128 0,1 0 0 15,2 0 144-15,0-3-144 0,-2 2 0 0,-1-1 128 16,0 1-128-16,-2-2 0 0,-2 2 0 0,-2-2 0 15,0 0 0-15,-4 2 0 0,-3 1 0 0,1-1 0 16,-1-1 0-16,-2 3 0 0,-1-1 0 0,-3 2 0 16,-1 0-128-16,-3 0 128 15,-1 0-1056-15,-2 2-128 0,-3-2-32 0,-1 1-14608 0</inkml:trace>
  <inkml:trace contextRef="#ctx0" brushRef="#br1" timeOffset="34702.3">1776 3309 2751 0,'1'0'256'0,"1"0"-256"0,-1 1 0 0,0-1 0 16,0 2 688-16,0-2 80 0,3 3 32 0,1 0 0 0,-5-3 96 15,0 0 32-15,0 0 0 0,47 24 0 0,-47-24-144 0,0 0-16 16,55 20-16-16,-55-20 0 16,47 12 48-16,-47-12 16 0,52 11 0 0,-52-11 0 0,58 7 64 0,-26-5 16 15,1-1 0-15,2 1 0 0,1 0 256 0,0-1 48 16,1 1 16-16,-1-2 0 0,2 2-160 0,2-4-32 15,1 0 0-15,1 1 0 16,-1-1-224-16,2-1-48 0,0 4-16 0,0-1 0 0,4 2-256 16,-1-2-48-16,0 0-16 0,1-2 0 15,-3 1-240-15,2 1-48 0,1 1-128 0,2 1 192 16,3 0-192-16,0-1 0 0,1-2 0 0,-2 1 0 0,-4 0 128 16,6 0-128-16,7 1 0 0,2 1 0 0,0 0 240 0,0-2-48 0,-1 0-16 0,-3 0 0 15,-8 2 208-15,4 0 32 16,9-2 16-16,1 1 0 0,-3-1 16 0,4 0 0 0,6 2 0 0,2-2 0 15,-1 0-48-15,-2-2 0 16,1-1 0-16,0 3 0 0,3-1-80 0,0 0-32 0,-2-3 0 0,-2 1 0 16,0-2-144-16,1 3-16 0,5 0-128 15,-5-3 192-15,-8 1-192 0,4-1 144 0,4 0-144 0,2 2 128 0,-1-4-128 0,-2 0 0 16,-2-1 0-16,0 0 0 0,0 2 0 0,0 2 0 16,-2-4 0-16,-4 2 0 0,-4-2 0 0,-2 4 0 15,-1 4 0-15,-3 0 0 0,-1 2 0 0,-6-1 0 16,-2 2-160-16,-6 1-16480 0</inkml:trace>
  <inkml:trace contextRef="#ctx0" brushRef="#br0" timeOffset="42218.7">13448 9108 7359 0,'-1'1'656'0,"1"1"-528"0,0-2-128 0,0 0 0 0,0 0 880 0,-1 2 144 16,-1-2 16-1,0 3 16-15,-1 0 608 0,0 0 112 16,1 0 16-16,0 0 16 0,-1-1-336 0,1-1-64 15,1 0 0-15,-1-1-16 0,1 0-112 0,0 0-32 0,1 0 0 0,0-1 0 0,0 0-352 0,1-1-80 16,-1 0-16-16,1-2 0 16,1 2-192-16,1-2-32 0,0-1-16 0,0 0 0 0,0 0-176 0,1-2-16 15,1 0-16-15,1 0 0 16,0 0-224-16,0 0-128 0,1 0 160 0,-1 0-160 16,2 0 208-16,-2 2-48 0,1-2-16 0,1 2 0 0,-2 0 0 0,2 0 0 0,-1 3 0 0,1-3 0 15,-1 3 32-15,0-1 0 0,0 1 0 0,-7 2 0 31,0 0 48-31,0 0 16 0,0 0 0 0,0 0 0 16,35 14-64-16,-35-14-16 0,0 0 0 0,0 0 0 16,0 0-16-16,26 34 0 0,-26-34 0 0,0 0 0 15,0 0-16-15,30 36-128 0,-30-36 192 0,0 0-64 16,0 0 0-16,38 30 0 0,-38-30 0 0,0 0 0 16,35 12 96-16,-35-12 16 0,0 0 0 0,39 2 0 15,-39-2-48-15,25-2-16 0,-25 2 0 0,24-5 0 16,-24 5-176-16,23-7 128 0,-11 0-128 0,0 0 128 0,0 0-128 0,-1 2 0 15,0-3 0-15,-1 2 0 16,-1-1-1312-16,2 0-144 0</inkml:trace>
  <inkml:trace contextRef="#ctx0" brushRef="#br0" timeOffset="44446.39">14312 8942 9215 0,'-1'0'816'0,"1"1"-656"15,0 1-160-15,-1-2 0 0,1 2 752 0,-1-1 112 0,-1 3 32 0,-1 1 0 16,0 4 384-16,-3 3 64 0,0 0 32 0,-2 2 0 15,1 2-288-15,-2 1-64 0,1 2-16 0,-1 0 0 16,0 0-304-16,-1 1-64 0,0 1-16 0,-1 0 0 0,2 0 224 0,-1-2 48 16,1-2 16-16,1-1 0 0,1-1 48 0,1-3 0 15,1-1 0-15,1-3 0 0,3 1-528 0,-1-5-112 16,1 1 0-16,1-2-16 0,0-3-304 0,1 0-224 16,1-2 32-16,-1-1 16 15,3-2-512-15,0-2-96 0,1 0-32 0,1-3 0 16,1-2-368-16,0 1-80 0,1-1-16 0,1-3 0 15,-3 2-576-15,2-2-128 0,0-1-32 0,-2-3 0 16,2 2 48-16,-3 1 16 0,1-1 0 0,-2 2 0 16,0 1 1168-16,1 0 224 0,0 2 48 0,-1 0 16 0,0 3 1216 0,1 2 240 0,-2-3 64 0,1 3 0 15,0 0 736-15,-2 1 160 0,2 1 16 0,-1 2 16 16,0 1-32-16,-1-1 0 0,1-1 0 0,-1 3 0 16,1-1-240-16,0 1-48 0,-1 1-16 0,0-1 0 15,1 2-512-15,0-1-96 0,0 1-32 16,0 1 0-16,0-1-400 0,0 1-96 0,0 1-16 0,-1 1 0 15,-2-4-240-15,0 0-48 0,0 0-16 0,0 0 0 16,0 0-160-16,14 40 0 0,-14-40 0 16,0 0 0-16,6 45 0 0,-6-45 0 0,2 39 0 0,-2-39 0 15,2 44 0-15,-2-44 0 0,2 48 0 0,-2-48 0 16,3 40 0-16,-3-40 0 0,0 0 0 0,8 40 0 0,-8-40 0 16,0 0 0-16,0 0 0 0,0 0 0 0,0 0 0 0,0 0 0 15,0 0 0-15,0 0 0 0,0 0 0 0,0 0 128 16,36 10-128-16,-32-20 128 0,2 1 192 0,0-6 48 15,0 1 0-15,1-1 0 0,-1 0 16 0,1-4 16 16,-2 1 0-16,2 0 0 0,-1-1-128 0,1 0-16 16,-1-2-16-16,2-1 0 0,-1 4-64 0,1-4-16 15,1 3 0-15,0-2 0 0,1 0-160 0,-1 4 0 16,2-2 0-16,-3 2 128 0,0 5-128 0,1 0 0 16,-2 3 0-16,0 2 0 0,-3 3-192 0,0 1-32 0,0 3 0 15,-3 0 0 1,0 2-1728-16,-2 1-352 0</inkml:trace>
  <inkml:trace contextRef="#ctx0" brushRef="#br0" timeOffset="44923.48">14956 8869 9215 0,'5'-5'400'0,"-2"1"96"0,1 1-496 0,-3-1 0 0,1 3 0 0,-1 0 0 0,1 0 1232 0,1-4 160 0,1 0 16 0,1-2 16 15,1 0 640-15,-2 1 128 0,-1 0 32 0,-2 4 0 16,-1 0-256-16,-2 0-48 0,-2 4-16 0,-1-1 0 16,-3 2-640-16,-1 2-128 0,-2 2-32 0,-1 3 0 15,-2 0-480-15,1 2-112 16,-1 1 0-16,0 2-16 15,1 1-64-15,0 3-16 0,1 2 0 0,2 2 0 16,2-2-16-16,-1 4 0 0,3 6 0 0,0-2 0 16,4 4 32-16,2 0 0 0,0-2 0 0,0-31 0 0,10 54-192 0,-10-54-48 15,19 41 0-15,-19-41 0 0,0 0-192 0,42 34 0 16,-42-34 128-16,35 11-128 0,-35-11 0 0,34 4 0 16,-34-4 0-16,34 0 0 15,-17-1-1296-15,-1-2-208 0</inkml:trace>
  <inkml:trace contextRef="#ctx0" brushRef="#br0" timeOffset="46485.86">15298 8999 10127 0,'-3'-2'896'0,"0"2"-704"0,2 0-192 15,0 0 0-15,0 0 1312 0,0-2 224 16,-1 2 64-16,-2-1 0 0,-1 1 416 0,0-2 96 0,-1 1 0 0,2 0 16 15,2 1-336-15,1-2-80 0,0 2-16 0,2-3 0 0,2 3-544 0,0-4-128 32,2 1 0-32,1 1-16 0,2-1-240 0,0-2-64 0,1 2 0 0,3 0 0 0,-2 0-208 0,0 0-48 31,1 1-16-31,-1 2 0 0,-10 0-176 0,0 0-16 0,0 0-16 0,35 8 0 0,-35-8-224 0,0 0 144 31,0 0-144-31,0 0 128 0,0 0-128 0,21 42 0 16,-21-35 0-16,-3 2 0 0,-1-1 0 0,0 1 0 15,-4 1-144-15,0-1 144 0,-1 1-192 0,-1-1 0 16,-1 1 16-16,0-1 0 16,1-1-240-16,0-2-48 0,0 2-16 0,-1-4 0 0,2-1 160 0,0 1 16 0,0-1 16 0,2-1 0 15,1 0 96-15,-1-2 0 0,2 0 16 0,2 0 0 16,-1 0 176-16,2-2 0 0,1 1-144 0,1 0 144 16,0-1 0-16,2 0 0 0,1 1 0 0,0-1 0 15,2 1-160-15,2-1 160 0,0 0 0 0,1 0-144 16,2 0 144-16,-1 1-128 0,-9 1 128 0,0 0-128 15,33 0 128-15,-33 0 0 0,0 0 0 0,36 5 0 16,-36-5 0-16,0 0 0 0,0 0 0 0,34 12 128 16,-34-12-128-16,0 0 0 0,0 0 0 0,0 0 0 15,0 0 0-15,0 0 0 0,0 0 0 0,6 33 128 0,-11-28-128 16,0-3 0-16,0 3 0 0,-2 0 0 0,1-1 0 0,-1 1 0 16,0 0 0-16,0-1 0 0,2-1 0 0,-1 2 0 15,1-3 0-15,-2 1 128 0,2 1-128 0,-2 1 0 16,2-3 0-16,-1 0-128 0,0 1 0 0,0-1 0 15,0 1 0-15,0-2 0 16,0 0-1184-16,0 1-224 0,1 1-64 0,1-1 0 16,-1-1-288-16,0 1-64 0,2-2-16 0,1 2-8304 0</inkml:trace>
  <inkml:trace contextRef="#ctx0" brushRef="#br0" timeOffset="46770.34">15554 9161 8287 0,'0'0'368'0,"0"0"80"16,1 0-448-16,-1-1 0 0,1 1 0 0,-1 0 0 15,0 0 2048-15,1 1 336 0,1 1 64 0,-2-2 16 16,0 0-288-16,0 0-48 0,0 0-16 0,0 0 0 15,0 0-672-15,0 0-144 0,30 35-16 0,-30-35-16 16,0 0-496-16,0 0-80 0,0 0-32 0,0 0 0 0,0 0-384 0,0 0-80 16,0 0 0-16,31 26-16 0,-28-26-400 0,0-2-80 15,0 1-16-15,0-2-13712 0</inkml:trace>
  <inkml:trace contextRef="#ctx0" brushRef="#br0" timeOffset="47180.95">15824 8999 7359 0,'2'-2'320'0,"0"0"80"0,0 1-400 0,0 1 0 15,-1 0 0-15,-1 0 0 0,1 0 1728 0,-1 0 256 0,1 0 48 0,1 0 16 16,-2 3 128-16,0-1 16 0,0 1 16 0,-1-1 0 15,0 3-912-15,-2 0-176 16,0 1-32-16,-1 2-16 0,1 1-464 0,-1-2-96 0,0 4 0 0,0-2-16 0,0 2-112 16,4-11 0-16,-4 21-16 0,4-21 0 0,0 0-16 15,0 0 0-15,4 34 0 0,-4-34 0 0,0 0-112 0,0 0-32 16,0 0 0-16,0 0 0 0,36 10 80 16,-27-13 16-16,2-2 0 0,0-1 0 0,1-1 16 0,-1-1 16 15,1 1 0-15,-2-3 0 16,1 3-208-16,-2 0-128 0,-1 0 160 15,-1 0-160-15,0-1 0 0,-2 0 128 0,0 0-128 0,-2 1 0 0,-1 0 0 0,-1-1 0 16,-1 0 0-16,-1 0 0 0,-1 1 0 0,-1 0 0 0,-2 0 0 16,0 2 0-16,-2 0 0 0,0 3-128 0,-1-1 128 0,-2 3 0 15,2-2-144-15,0 2 144 16,0 2 0-16,1-4-144 0,0 4 144 0,2-2-160 0,-1 3 160 0,2-3-160 31,1 2-288-31,1 1-48 0,1-1-16 0,0-2 0 16,2 2-1328-16,1-2-272 0</inkml:trace>
  <inkml:trace contextRef="#ctx0" brushRef="#br0" timeOffset="47525.2">16128 8943 4607 0,'3'-3'0'0,"0"1"192"0,-1-1-48 0,0 1-16 31,-1 2-128-31,-1-2 0 0,1 2 0 0,0-1 0 0,1-1 976 0,0 0 176 0,0 0 16 16,1-1 16-16,-1 1 320 0,1 1 64 0,-2-1 16 0,0 2 0 15,0-2-16-15,1 2 0 0,-1 0 0 0,-1 0 0 0,2 0-224 0,-2 0-64 16,1 0 0-16,-1 0 0 0,0 0-80 0,0 2-32 16,-1-1 0-16,0 3 0 0,-1-1-16 0,0 1 0 15,0 3 0-15,0 0 0 0,-1 4-208 0,0 0-48 16,3-11-16-16,-5 26 0 0,5-26-496 15,-6 28-80-15,6-28-32 0,-6 31 0 16,6-31-272-16,-4 29 0 0,4-29 128 0,0 0-128 16,-3 38 0-16,3-38 0 0,0 0 0 0,0 0 0 15,0 32-304-15,0-32 48 0,0 0 0 0,0 0 0 16,0 0-1152-16,0 0-208 0,0 0-48 0,0 0-12816 16</inkml:trace>
  <inkml:trace contextRef="#ctx0" brushRef="#br0" timeOffset="47910.53">16329 8991 5519 0,'1'0'496'0,"-1"0"-496"15,0 0 0-15,-1 1 0 0,1-1 1376 0,-1 2 176 0,1-2 48 16,-2 3 0-16,0 2-128 0,0-1 0 0,-1 1-16 0,-1 2 0 15,0-1-192-15,1 2-48 0,3-8 0 0,-7 18 0 16,7-18-192-16,0 0-64 0,-7 30 0 0,7-30 0 16,0 0-320-16,0 0-64 0,2 36 0 0,-2-36-16 15,0 0-176-15,0 0-48 16,0 0 0-16,0 0 0 0,31 26 32 0,-31-26 0 0,0 0 0 0,27-5 0 16,-17 0 48-16,1 0 16 0,1-2 0 0,0 0 0 15,1 0-192-15,-3-2-48 0,1 2 0 0,-3-2 0 16,1 1-192-16,-2-2 144 0,0 1-144 0,-2-3 128 15,-1 2-128-15,-2 1 0 0,-3 0 0 16,-1-1 0-16,-1 0 0 0,-3 1 0 0,-2 2 0 0,-1 2 0 0,-1 1 0 0,-2 3 0 16,1-1 0-16,1 2-176 15,0 0 176-15,2 2-192 0,0-1 192 0,2 1-192 0,1-2 32 0,1 2 0 16,2-2 0-16,0 1 0 16,1 1-1136-16,1-2-240 0,1 0-32 0,1 0-10288 0</inkml:trace>
  <inkml:trace contextRef="#ctx0" brushRef="#br0" timeOffset="48258.44">16626 9067 911 0,'-1'1'0'16,"0"-1"0"-1,0 0 0-15,1 0 0 0,0 0 1776 0,-1 2 272 0,0-2 48 0,0 0 16 16,-1 3 672-16,0-3 144 0,1 2 16 0,0-2 16 0,0 0-624 0,1 0-128 16,1 0-32-16,1 0 0 0,0 0-560 0,1-2-112 15,2-1-32-15,0 1 0 0,3 0-496 0,-1-1-96 16,1 1-32-16,3-1 0 0,-11 3-128 0,19-4-16 15,-19 4-16-15,20-5 0 0,-20 5-272 0,19-2-48 16,-19 2-16-16,0 0 0 0,22 0-352 0,-22 0 144 16,0 0-144-16,0 0 0 0,0 0 0 0,0 0 0 15,26 2 0-15,-24-2-11600 16,-1 0-2320-16</inkml:trace>
  <inkml:trace contextRef="#ctx0" brushRef="#br0" timeOffset="48984.41">17138 8921 2751 0,'-1'-2'256'0,"0"1"-256"0,1 0 0 0,0 0 0 0,0 1 576 0,0 0 64 16,0-2 0-16,0 2 16 0,0 0 336 0,0-2 64 15,0-1 16-15,0 1 0 0,0-1 192 0,0 1 32 16,-1 0 16-16,0 0 0 0,-1-1 608 0,0 1 112 0,0 1 16 0,0-1 16 15,0 1-144-15,-1 0-48 0,0 1 0 0,1 0 0 16,0 0-368-16,1 0-80 0,0 0-16 0,0 0 0 16,2 0-320-1,0 0-80-15,1 0-16 0,2 0 0 16,0-2-240-16,1 2-48 0,3-2-16 0,-1 1 0 16,3 1-240-16,-1-2-64 0,1 0 0 0,-10 2 0 15,19-1-192-15,-7 1-64 0,-1 0 0 0,-11 0 0 16,0 0-128-16,0 0 0 0,29 10 0 0,-29-10 128 15,0 0-128-15,0 0 0 0,0 0 0 0,0 0 0 16,0 0 0-16,-5 36 0 0,-4-30 0 0,0 2 0 0,-1-1 0 16,-1 2 0-16,-1-1-176 0,-1-1 176 0,1 2-320 0,-1-2 32 15,2 0 0-15,0-2 0 0,-1 2 80 16,2-2 16-16,3-2 0 0,0 1 0 0,3-2 192 0,-1 0 0 16,2-2-160-16,2 1 160 0,0-1 0 0,2 2 0 15,0-2 0-15,1-2 0 0,1 2 0 0,2-1 0 16,-1 1 0-16,3-2 0 0,-1 1 0 0,2 0 0 15,-1 1 144-15,1-2-144 0,-8 2 0 0,0 0 144 16,25 2-144-16,-25-2 0 0,0 0 128 0,0 0-128 16,33 12 0-16,-33-12 0 0,0 0 0 0,0 0 0 0,0 0 0 15,29 28 0-15,-29-28 0 0,0 0 0 16,0 0 0-16,0 0 0 0,0 0 0 0,1 37 0 0,-4-31 0 0,-2-3 0 16,0 1 0-16,-1 1 0 0,-1-2 0 0,-1 1 0 15,0 0 0-15,-2-1 0 0,0 0 0 0,-1 0 0 16,-1 0 0-16,-1-2 0 0,1 3 0 0,-1-1 0 15,2-1 0-15,0 0 0 0,1 1 0 0,1-1 0 16,1 1 0-16,1-1 0 0,3 0-176 0,-1 0 176 16,3-2-1328-16,1 0-144 0,3 0-48 0,1-2-14272 15</inkml:trace>
  <inkml:trace contextRef="#ctx0" brushRef="#br0" timeOffset="55722.12">17582 9076 15663 0,'0'0'1392'0,"0"0"-1120"0,0 0-272 0,0 0 0 16,0 0 928-16,0 0 128 0,0 0 32 0,0 0 0 0,0 0 576 0,0 0 112 15,0 0 16-15,29 16 16 0,-29-16-176 0,0 0-32 16,0 0-16-16,0 0 0 0,20 31-400 0,-20-31-80 16,0 0-16-16,0 0 0 0,7 38-432 0,-7-38-80 15,0 0-32-15,-9 33 0 0,9-33-272 0,-15 21-48 0,4-12-16 16,-2 1 0-16,-1 0-208 0,-1-4 0 0,0 2 0 0,1-3-17088 15</inkml:trace>
</inkml:ink>
</file>

<file path=ppt/ink/ink18.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3T11:36:21.666"/>
    </inkml:context>
    <inkml:brush xml:id="br0">
      <inkml:brushProperty name="width" value="0.05292" units="cm"/>
      <inkml:brushProperty name="height" value="0.05292" units="cm"/>
    </inkml:brush>
  </inkml:definitions>
  <inkml:trace contextRef="#ctx0" brushRef="#br0">18286 8876 24879 0,'0'0'2208'0,"0"0"-1760"0,0 0-448 0,0 0 0 15,0 0 368-15,-2 0-16 0,2 0 0 0,-3 0 0 16,1 2 864-16,0-1 160 0,-2 3 32 0,-1-1 16 15,1 1-544-15,-2 3-112 0,-1 3-32 0,1-1 0 16,-1 5-288-16,-2 1-64 0,0 4-16 0,0 0 0 16,1 0-112-16,1 2 0 0,-1 3-16 0,1 4 0 15,1-2-112-15,3-2-128 16,3-24 176-16,-1 38-176 0,1-38 128 0,0 0-128 0,14 35 0 0,-14-35 0 0,0 0 0 0,0 0 0 16,39 1 0-16,-26-8 0 0,0-3 192 0,1-3 16 31,1-2 16-31,1-4 0 0,0 2-16 0,-2-4 0 0,-1 4 0 0,-2-2 0 0,-3 0-208 0,-1 3 0 15,-4 1 0-15,-2 1 0 0,-1 2 0 0,-2 3 0 16,-5-3 0-16,-1 2 0 16,-2 1 192-16,-3 2-64 0,0 2-128 0,0 2 192 0,0 1-48 15,1 2-16-15,-1 0 0 0,3 0 0 0,1 2-128 0,2 1 160 16,1-3-160-16,1 2 160 0,3 1-160 0,2-3 0 16,0 0 0-16,0 0-17440 0</inkml:trace>
  <inkml:trace contextRef="#ctx0" brushRef="#br0" timeOffset="202.37">18456 9084 28559 0,'0'0'1264'0,"0"0"272"0,13-6-1232 0,-13 6-304 0,0 0 0 0,0 0 0 15,0 0 1552-15,0 0 256 16,0 0 48-16,0 0 16 0,0 0-976 0,0 0-208 0,0 0-48 0,0 0 0 15,0 0-448-15,0 0-192 0,25 28 128 0,-25-28-128 16,0 0-640-16,0 0-224 0,0 31-32 0,0-31-15024 16</inkml:trace>
  <inkml:trace contextRef="#ctx0" brushRef="#br0" timeOffset="582.92">18691 8936 11967 0,'0'-6'528'0,"1"3"112"0,0 0-512 0,0 0-128 0,-1 3 0 16,0 0 0-16,2-4 1760 0,-2 4 320 0,0 0 64 0,0 0 16 15,0 0 16-15,0 0 16 0,0 0 0 0,0 0 0 16,0 0-880-16,-8 30-176 0,8-30-48 0,-11 26 0 16,5-11-432-16,-2 1-80 0,0 3-32 0,0 0 0 15,0 0-160-15,1 0-16 0,0 0-16 0,7-19 0 16,-7 31-128-16,7-31-32 0,0 0 0 0,2 30 0 15,-2-30-192-15,0 0 144 0,0 0-144 0,0 0 128 16,32 17 32-16,-32-17 0 0,0 0 0 0,36-5 0 16,-36 5 160-16,29-4 16 0,-29 4 16 0,29-7 0 15,-29 7-192-15,25-4-32 0,-25 4-128 0,28-8 192 0,-28 8-192 16,25-7 128-16,-25 7-128 0,23-10 0 0,-23 10 0 0,18-12 0 16,-9 5 0-16,-3 0 0 0,-1 0 0 0,-2 0 0 15,-1-1 0-15,-2 2 0 0,-2-2 0 0,0 2 0 16,-2-2 0-16,0 2 0 15,0-2-384-15,-2 3-80 0,-1-2-16 0,1 0 0 16,2 2-320-16,-2-1-64 0,0 1-16 0,1 1 0 16,1 1-896-16,0 2-176 0,1-1-32 0,0 2-10752 0</inkml:trace>
  <inkml:trace contextRef="#ctx0" brushRef="#br0" timeOffset="1028.4">18697 8901 11055 0,'1'-3'976'0,"-1"0"-784"0,1 1-192 0,-1 2 0 15,0 0 1440-15,0 0 240 0,3-3 48 0,0-1 16 16,2-1 320-16,0 0 64 0,-5 5 16 0,0 0 0 16,22-5-544-16,-22 5-96 0,0 0-32 0,0 0 0 15,40 12-464-15,-40-12-112 0,0 0 0 0,40 24-16 16,-40-24-464-16,0 0-96 0,39 35 0 0,-39-35-16 16,0 0-304-16,30 38 0 0,-30-38 0 0,0 0 0 15,17 32 0-15,-17-32 0 0,0 0 0 0,0 0 0 16,13 30-400-16,-13-30-96 0,0 0-16 15,-5 16-14336-15</inkml:trace>
  <inkml:trace contextRef="#ctx0" brushRef="#br0" timeOffset="4220.35">19694 8774 7359 0,'1'-1'656'15,"0"0"-528"-15,0-1-128 0,0 1 0 0,-1 1 832 0,1 0 128 0,-1 0 16 0,4-4 16 16,-2 1 1120-16,0 2 240 0,-2 1 32 0,0 0 16 0,0 0-672 0,0 0-144 16,0 0-32-16,-11 13 0 0,7-8-288 0,-3 2-64 15,1 0-16-15,-2 0 0 0,1 1-288 0,-1-1-48 31,-1 3-16-31,1-2 0 0,0 0-192 0,-1 2-32 16,0 1-16-16,0-1 0 0,-2 2-112 0,2 1-32 16,-1 2 0-16,0 0 0 0,1 0-144 0,0 2-48 15,1 0 0-15,-1-1 0 0,2 3-48 0,1-2-16 16,0-1 0-16,6-16 0 0,-6 26-32 0,6-26-16 16,0 0 0-16,0 0 0 0,5 36-144 0,-5-36 0 15,0 0 0-15,0 0 128 0,0 0 0 0,33 14-128 0,-33-14 192 0,26-2-64 16,-26 2 224-16,34-10 32 0,-16 6 16 0,2-3 0 15,1 0-208-15,-1 1-32 0,0 0-16 0,-2-1 0 16,-2 2-144-16,0 0 0 0,0-1 0 16,-2 0 128-16,-1 1-128 0,-2 1 0 0,-11 4 0 0,18-8 0 15,-18 8-288-15,12-4-32 0,-12 4-16 0,2-5-17488 16</inkml:trace>
  <inkml:trace contextRef="#ctx0" brushRef="#br0" timeOffset="4442.33">19713 8883 12895 0,'-3'-2'1152'0,"1"0"-928"15,2 1-224-15,-1 1 0 0,1 0 1456 0,0 0 240 16,0 0 48-16,0 0 16 0,0 0 432 0,-6 14 96 16,6-14 16-16,-6 20 0 0,6-20-832 0,-9 26-176 15,5-11-16-15,-1 1-16 0,-1 3-208 0,1-1-32 16,-2 5-16-16,0 0 0 0,-1 3-560 0,-2-2-128 15,1 2 0-15,-1 0-16 0,1-2-304 0,-2-1 0 0,2-2 128 0,2-2-128 32,-1-2-288-32,3-3-112 0,-1-1-32 0,6-13-15552 0</inkml:trace>
  <inkml:trace contextRef="#ctx0" brushRef="#br0" timeOffset="5137.38">19299 8978 17503 0,'1'-5'1552'15,"0"3"-1232"-15,0-1-320 0,-1 3 0 16,0-2 672-16,-1 1 80 15,0-2 16-15,1-2 0 0,-1 1 560 0,-1-2 112 0,-1 1 32 0,0 2 0 0,0 2-272 0,-1-1-48 16,0 4-16-16,-2 0 0 0,2 3-432 16,-3 0-96-16,1 4-16 0,-1 0 0 0,0 3-208 0,-1 2-32 15,0 3-16-15,1 0 0 0,-1 0-128 0,2 1-16 16,1 1-16-16,5-19 0 0,-6 31-176 0,6-31 0 16,0 0 0-16,3 33 0 0,-3-33 128 0,0 0-128 15,0 0 128-15,0 0-128 0,37 14 336 0,-37-14-16 16,26-6 0-16,-12-2 0 0,2-1 272 15,0-1 48-15,0-1 16 0,-2-1 0 0,-1 1-336 0,-1-1-64 16,-2 1 0-16,-2-3-16 16,-1 3-240-16,-3 1 128 0,0-1-128 0,-3 1 0 0,-1-1 0 0,-3 0 0 0,-1-1 0 0,-3 0 0 15,-1 0 0-15,-4 1 128 0,-1 1-128 0,-3 1 0 16,0 2 0-16,0 2 0 0,1 3-192 0,-1 0 192 31,2 4-560-31,1 0 0 0,2 1 0 0,1 2 0 16,3 1-1200-16,2-1-240 0</inkml:trace>
  <inkml:trace contextRef="#ctx0" brushRef="#br0" timeOffset="5721.43">19997 8679 11967 0,'-3'-2'1072'0,"0"0"-864"0,2 1-208 0,0 1 0 15,1 0 1232-15,0-2 208 0,-1 2 32 0,-1-2 16 32,-1-3 928-32,-1 2 176 0,2-1 32 0,1-1 16 0,0 3-656 0,0-3-144 0,2 3-32 0,0-1 0 15,0 1-784-15,2-1-176 0,1 3-16 16,0-2-16 0,-4 2-224-16,0 0-32 0,0 0-16 0,25-1 0 0,-25 1-32 15,0 0 0-15,0 0 0 0,36 6 0 0,-36-6-272 0,0 0-64 16,0 0-16-16,34 17 0 0,-34-17-160 0,0 0 0 15,0 0 0-15,0 0 0 0,0 0 0 0,23 31 0 16,-23-31 0-16,0 0 0 0,0 0 0 0,-7 22 0 16,1-16 0-16,-1-1 0 0,0 1 0 0,-4 0 0 15,-1 0 0-15,0-1 0 0,-1 0 0 0,0 0 0 16,-2 2 0-16,1-3 0 0,0 1 0 0,1 0 0 16,2 0 0-16,0-2 0 0,4 1 0 0,1-2 0 15,3 0 0-15,2-1 0 0,1 1 0 0,0-2 0 16,0 0 0-16,0 0 0 0,26 0 0 0,-26 0 0 0,26-2 128 0,-26 2-128 15,31-1 208-15,-31 1-32 0,36 0-16 0,-36 0 0 16,35 0-160-16,-35 0 0 0,33 1 0 16,-33-1 0-16,31 2 0 0,-31-2 0 0,28 3 0 0,-28-3 0 31,27 3-1136-31,-27-3-208 0,0 0-32 0,35 4-15616 0</inkml:trace>
  <inkml:trace contextRef="#ctx0" brushRef="#br0" timeOffset="6053.01">20224 9014 6447 0,'-4'0'576'0,"2"2"-576"16,0-2 0-16,0 0 0 0,2 0 1792 0,0 0 240 16,0 0 48-16,0 0 16 0,0 0 528 0,0 0 128 0,0 0 0 0,0 0 16 15,0 0-144-15,23-4-48 0,-23 4 0 0,20-5 0 16,-20 5-768-16,26-4-144 16,-26 4-48-16,34-4 0 0,-34 4-912 0,40-5-192 0,-18 3-48 0,-22 2 0 15,43-2-320-15,-43 2-144 0,40-5 128 0,-40 5-128 16,32-5 0-16,-32 5 0 0,29-4 0 0,-29 4 0 15,22-5-272 1,-22 5-144-16,0 0-32 0,22-5-11408 0,-22 5-2288 0</inkml:trace>
  <inkml:trace contextRef="#ctx0" brushRef="#br0" timeOffset="6289.74">20469 8814 12895 0,'-1'-2'1152'0,"0"2"-928"16,1 0-224-16,0 0 0 0,0 0 2544 0,0 0 464 16,0 0 80-16,0 0 32 0,0 0-560 0,-4 34-128 15,4-34 0-15,-11 42-16 0,4-16-1200 0,-3 2-256 16,-1 1-32-16,-1 2-16 0,2-1-544 0,0-1-112 16,1 2-32-16,0-4 0 0,4-1-224 0,0-3 0 15,5-23-192-15,-4 40-16128 0</inkml:trace>
  <inkml:trace contextRef="#ctx0" brushRef="#br0" timeOffset="6873.78">20969 8904 19343 0,'0'0'1728'0,"0"0"-1392"0,0 0-336 0,0 0 0 15,0 0 1152-15,0 0 144 0,0 0 48 0,0 0 0 16,-8 12 32-16,8-12 16 15,-13 14 0-15,6-5 0 0,-1 2-624 0,-2 1-128 16,1 2-32-16,0 0 0 0,0 0-112 0,0 2-32 0,1 1 0 0,0 0 0 16,8-17-16-16,-12 33 0 0,12-33 0 0,-6 31 0 15,6-31-64-15,0 0-32 16,1 33 0-16,-1-33 0 0,0 0-96 0,0 0-32 0,0 0 0 0,35 15 0 16,-35-15-64-16,25-9-16 15,-10 0 0-15,1 0 0 0,0-4-144 0,0 0 128 0,0-3-128 0,0 0 128 0,-1-2-128 0,0-1 0 16,-3 4-160-16,-2 0 160 0,-3 0 0 0,-1-1 0 15,-3 1-128-15,-3 1 128 0,-2 0 0 0,-1 2 0 16,-4 0 0-16,-1 1 0 0,-1 1 224 0,-2 3-64 16,-1 0-16-16,0 2 0 0,1 4 192 0,0 1 48 15,1 1 0-15,2 2 0 0,0 1-384 0,2 2 0 16,6-6 0-16,-9 13 128 16,9-13-688-16,0 0-128 0,-5 26-16 0,5-26-16048 0</inkml:trace>
  <inkml:trace contextRef="#ctx0" brushRef="#br0" timeOffset="7083.19">21260 9018 24879 0,'0'0'1088'0,"0"0"256"16,0 0-1088-16,0 0-256 0,0 0 0 0,0 0 0 15,0 0 1776-15,0 0 288 0,0 0 64 0,12 32 16 0,-12-32-880 0,0 0-176 31,9 34-48-31,-9-34 0 16,0 0-1584-16,0 0-320 0,0 0-64 0,26 29-16 0</inkml:trace>
  <inkml:trace contextRef="#ctx0" brushRef="#br0" timeOffset="7379.08">21576 8893 14735 0,'0'0'1312'0,"0"0"-1056"15,0 0-256-15,0 0 0 0,0 0 1616 0,0 0 272 16,0 0 48-16,-7 8 16 0,7-8 736 0,-11 13 128 0,3-6 48 0,0 2 0 16,-1 3-1024-16,-2 0-208 0,1 0-32 0,0 3-16 15,0 1-720-15,0-1-144 0,0 1-16 0,3-2-16 16,7-14-432-16,-8 26-96 0,8-26-16 0,0 0 0 16,0 0-144-16,9 31 0 0,-9-31 0 0,0 0 0 15,28 2 0-15,-28-2 0 0,28-9 0 0,-12-1 0 16,0 1 0-16,1-3 0 0,-2 1 0 0,0 1 0 15,-2-2 0-15,-1 0 0 0,-1 0 0 0,0 0 0 16,-4 3 0-16,-1-1 0 0,-2 1 0 0,-2-1 0 16,-3 3 0-16,-2 0 0 0,-2 0 0 0,-3 2 0 15,0-1-208-15,-3 2 80 0,0 2 128 0,-1 0-208 16,0 0-112-16,1 2-32 0,-1 0 0 0,2 2 0 16,2-2-64-16,1 2-16 0,1 1 0 0,6-3 0 15,0 0-1104-15,0 0-208 0</inkml:trace>
  <inkml:trace contextRef="#ctx0" brushRef="#br0" timeOffset="7695.3">21882 8876 26719 0,'0'0'1184'0,"0"0"240"0,0 0-1136 0,0 0-288 16,0 0 0-16,0 0 0 0,0 0 1664 0,0 0 256 0,0 0 64 0,0 0 16 15,0 0-528-15,0 38-96 0,-8-26-32 0,-1 2 0 16,-2 2-736-16,-1 2-160 0,1 2-16 0,-1-2-16 15,2 0-192-15,3-1-32 0,7-17-16 0,-10 29 0 16,10-29-176-16,0 0 0 0,0 0 0 0,15 35 0 16,-15-35 0-16,0 0 0 15,36-2 0-15,-19-3 0 0,2-5 0 0,0-2-192 0,2-2 64 0,0 0 128 16,-2-2-192-16,-2 1 192 0,-2 1-192 0,-3 0 192 16,-3 2-192-16,-1 0 192 0,-3 0-160 0,-4 0 160 0,-2 3 0 15,-3 1-144-15,-2-1 144 0,-4 2 0 0,-2 2-224 16,-2-2 32-16,-2 5 16 0,-1-3 0 0,1 3-32 0,-2 1-16 15,-1 1 0-15,1 3 0 0,0-1 224 0,3 1 0 16,0 1 0-16,2 1 0 0,2 0-288 0,2-2 32 16,3 2 16-16,1-1-10928 15,5-4-2192-15</inkml:trace>
  <inkml:trace contextRef="#ctx0" brushRef="#br0" timeOffset="8153.24">22106 8834 19231 0,'0'0'416'0,"11"-9"96"0,-11 9 0 0,0 0 48 0,11-6-560 0,-11 6 0 0,0 0 0 0,0 0 0 15,16-7 2816-15,-16 7 448 0,17-5 80 0,-17 5 32 16,0 0-1040-16,27-2-208 0,-27 2-32 0,0 0-16 16,0 0-1200-16,33 7-240 0,-33-7-64 0,0 0 0 15,0 0-384-15,38 14-64 16,-38-14-128-16,0 0 176 0,29 7-176 0,-29-7 0 0,0 0 0 0,0 0 0 15,0 0 0-15,0 0 0 0,0 0 0 0,0 0 0 16,0 0 0-16,0 0 0 0,2 30 0 0,-14-26 0 0,-1 1 0 16,-1 1 0-16,-3 0 0 15,-2 2 0-15,2 0 0 0,-1 1 0 16,0-2-144-16,3 3 144 0,2-3 0 0,2 0 0 0,3 0 0 0,8-7 0 0,0 0 0 0,0 0 0 16,0 0 0-16,0 0 0 0,0 0 0 0,0 0 0 15,30 17 0-15,-30-17 0 16,0 0 0-16,38 2 0 0,-38-2 0 0,29 5 0 15,-29-5 128-15,33 9-128 0,-33-9 0 0,30 15 0 0,-30-15 0 0,0 0 0 16,28 31 0-16,-28-31 0 0,0 0 0 0,11 35 0 16,-11-35 0-16,0 0 0 0,-5 36 0 0,5-36 128 0,-11 22-128 0,11-22 0 15,-15 16 128-15,6-9 0 0,-1-2-128 0,0 2 192 16,0-4-192 0,-1 0 176-16,-1-2-176 0,-1 1 160 0,2-4-160 0,-2 1 0 0,-1-2 0 0,-1 0 0 31,0-3-448-31,0 2-128 0,2-1-32 0,2 0-17504 15</inkml:trace>
  <inkml:trace contextRef="#ctx0" brushRef="#br0" timeOffset="8541.41">22485 8708 22111 0,'0'0'1968'0,"0"0"-1584"15,0 0-384-15,0 0 0 16,0 0 1472-16,0 0 224 0,0 0 32 0,0 0 16 16,0 0 512-16,0 0 112 0,0 0 0 0,0 0 16 0,0 0-1232 0,16-5-256 31,-16 5-64-31,0 0 0 0,21 0-384 0,-21 0-96 0,0 0-16 0,29 2 0 0,-29-2-336 0,0 0 144 16,33 7-144-16,-33-7 0 0,0 0 128 0,0 0-128 15,34 17 0 1,-34-17 0-16,0 0 0 0,0 0 0 0,0 0 0 0,0 0 0 15,-5 38 0-15,-3-32 0 0,-1 0 0 0,-3 1 0 16,1 0 0-16,-2-2 0 0,-1 2 0 0,0-2 0 16,1 0-128-16,0 2 128 0,0-3 0 0,2 2-144 15,2-1 144-15,9-5 0 0,-13 9 0 0,13-9 0 16,0 0 0-16,0 0 0 0,0 0 0 0,0 0 0 16,0 0 0-16,0 0 0 0,30 23 0 0,-30-23 0 0,25 3 0 15,-25-3 0-15,30 3 0 0,-30-3 0 16,34 1 0-16,-34-1 0 0,35 0-160 0,-35 0 160 15,36 0-1376-15,-36 0-160 0,35 0-48 0,-35 0-14992 16</inkml:trace>
  <inkml:trace contextRef="#ctx0" brushRef="#br0" timeOffset="8801.79">22973 8764 6447 0,'0'0'576'0,"0"0"-576"15,0 0 0-15,0 0 0 0,0 0 3072 0,0 0 512 0,0 0 112 16,0 0 16-16,0 0 160 0,0 0 32 0,0 0 16 0,0 0 0 16,30 22-1936-16,-30-22-384 0,0 0-64 0,31 14-32 15,-31-14-768-15,0 0-160 0,39 29-16 16,-39-29-16-16,28 28-240 0,-28-28-48 0,24 33-16 0,-24-33 0 16,20 41-96-16,-20-41-16 0,13 47 0 0,-13-47 0 15,4 51-128-15,-4-51 0 0,-5 53 144 0,-4-27-144 16,-1 0 0-16,-5-4 128 0,-1 0-128 0,-4-4 0 15,0 1 0-15,-4-5 0 0,-2-1 0 0,-5-1-19024 16</inkml:trace>
  <inkml:trace contextRef="#ctx0" brushRef="#br0" timeOffset="14996.42">5601 10199 11967 0,'-1'-3'1072'0,"0"3"-864"16,1-2-208-16,0 2 0 0,0-1 1024 0,0 0 176 0,1 1 16 0,0-2 16 0,1 2 896 0,-1-2 176 15,1 2 48-15,1 0 0 0,-1 2-656 0,1 0-128 16,-1 0-32-16,1 3 0 0,-1 1-640 0,1 0-144 16,0 3-32-16,-2-1 0 0,-1-8-368 0,0 0-80 15,0 0-16-15,11 35 0 16,-11-35-256-16,0 0 0 0,0 0 0 0,0 0 0 16,0 0-992-16,0 0-160 0</inkml:trace>
  <inkml:trace contextRef="#ctx0" brushRef="#br0" timeOffset="15170.22">5932 10132 12895 0,'4'-2'1152'0,"-1"1"-928"0,0 1-224 0,-1 0 0 15,0 1 1552-15,-1-1 272 0,0 3 48 0,1 1 16 16,-2-4 176-16,0 0 48 16,11 33 0-16,-11-33 0 0,3 30-992 0,-2-16-192 0,-1-2-32 0,0-1-16 15,1-4-560-15,-1 0-128 16,1-2 0-16,0-3-16 0,0-2-688 0,1-1-128 0</inkml:trace>
  <inkml:trace contextRef="#ctx0" brushRef="#br0" timeOffset="15328.6">5770 9891 17503 0,'-4'-6'1552'0,"1"2"-1232"31,2 0-320-31,0 3 0 0,1 1 1296 0,-2-2 208 0,-1-2 32 0,-1-3 16 0,-2 2 432 0,1 2 96 15,1 4 16-15,1 3 0 16,2 3-1136-16,1 3-240 0,2 2-32 0,1 1-16 31,-3-13-928-31,0 0-176 0</inkml:trace>
  <inkml:trace contextRef="#ctx0" brushRef="#br0" timeOffset="15850.46">6619 9974 10127 0,'2'-2'448'0,"-1"-1"96"0,0 3-544 0,0-2 0 0,-1 1 0 0,0 1 0 16,0 0 1536-16,0-2 192 0,1 1 32 0,-1 0 16 15,0-1 352-15,-1 2 80 0,0-2 16 0,-1 1 0 16,0 1-576-16,-1 0-112 0,0 0-32 0,0 0 0 15,-1 1-480-15,-1 1-80 0,0 0-32 0,-2-1 0 16,0 2-336-16,-2 0-64 0,-1 2 0 0,-1 2-16 16,-1 0-336-16,0 3-160 0,1-1 160 0,-1 1-160 15,1 4 192-15,-2 2-48 0,2 1-16 0,3-3 0 16,2-2-128-16,-1 2 192 0,3 5-192 0,-1 2 192 16,3 1 96-16,1-1 32 0,3-2 0 0,-2-19 0 15,7 33-80-15,-7-33-16 0,0 0 0 0,0 0 0 0,36 38-224 0,-36-38 176 16,0 0-176-16,0 0 160 0,47 12-32 0,-47-12 0 15,0 0 0-15,42-2 0 0,-42 2 0 0,29-7-128 16,-14 2 192-16,-2 0-64 0,1 1-128 0,-1-4 0 16,0 2 0-16,-1-2 0 0,0-1 0 0,-1 2 0 15,0-3 0-15,-1 3 0 16,-1 1-1680-16,-1 0-224 0,0-1-32 0,-1 0-13472 0</inkml:trace>
  <inkml:trace contextRef="#ctx0" brushRef="#br0" timeOffset="16166.14">6782 10111 3679 0,'-2'-2'160'0,"1"2"32"0,0-2-192 0,0 2 0 0,0 0 0 0,0 0 0 16,1 0 1440-16,-2 0 240 0,0 2 48 0,-1-2 16 15,0 2 192-15,1-2 48 0,0 1 0 0,0-1 0 0,1 2-64 0,0-2-16 16,0 1 0-16,1 0 0 15,0-1-304-15,0 0-64 0,2 0-16 0,-1 0 0 0,2 0-352 0,0 0-64 16,-1-1-16-16,3 1 0 0,1 0-160 16,1 0-32-16,-1 0-16 0,3 0 0 0,-1 0-256 0,-8 0-48 15,0 0-16-15,0 0 0 0,41 3-192 0,-33-2-48 16,2 1 0-16,-1-2 0 0,0 2-160 0,0-2-32 16,1 0-128-16,-1 0 192 0,-1-2-192 0,1 0 0 15,-2 1 0-15,-1 1 0 0,-1-2 128 0,1 2-128 16,-2-1 0-16,2 0 0 0,-1 1 0 0,-1-2 0 15,0 2 0-15,0 0-11888 16,0 0-2384-16</inkml:trace>
  <inkml:trace contextRef="#ctx0" brushRef="#br0" timeOffset="16702.24">7468 9974 911 0,'4'-4'0'0,"-1"1"0"0,1 0 0 0,-2 2 0 16,-1 0 2368-16,0-1 400 0,0 0 80 0,1-1 16 0,2 0 640 0,0-3 128 15,1 0 16-15,-2 2 16 16,-1-1-1360-16,-2 1-256 0,-1 3-64 0,-1-1-16 0,-1 2-624 16,-1 0-128-16,-1 2-32 0,-3-2 0 0,0 3-512 0,-2 0-96 15,-2 2-32-15,-1 1 0 16,-1 0-256-16,0 0-48 0,-3 2-16 0,3 1 0 0,0 0-48 0,-1 0-16 16,1 1 0-16,0 0 0 0,2-1-160 0,2 1 128 0,0 0-128 0,3-2 128 15,0 0-128-15,3 1 0 0,0-4 144 0,2 0-144 16,0-1 0-16,2 1 0 0,2-2 0 0,1 1 0 15,0-4 0-15,1 2 0 0,3 1 0 0,1-1 0 16,-8-2 0-16,0 0 0 0,0 0 0 0,47 15 0 16,-47-15 0-16,0 0 0 0,0 0 128 0,53 24-128 15,-53-24 0-15,0 0 0 16,44 34 0-16,-44-34 128 0,0 0-128 0,29 32 0 0,-29-32 0 0,0 0 0 16,0 0 0-16,11 33 0 0,-13-26 0 0,-2 0 0 15,0-2 0-15,-3-1 144 0,-1 1-144 0,-3-2 0 16,0-1 176-16,-3 0-176 0,-1 0 160 0,-1 1-160 15,-1 0 128-15,1 1-128 16,-1-2 0-16,1 1 0 0,1-1 0 0,2 1 0 0,1-1-176 0,3 0 176 16,3 0-1744-16,2-2-240 0</inkml:trace>
  <inkml:trace contextRef="#ctx0" brushRef="#br0" timeOffset="17237.54">7785 10141 11055 0,'-6'3'480'0,"3"-3"112"16,1 1-464-16,0 1-128 0,1-2 0 0,0 2 0 0,0-2 1312 0,-1 1 240 15,-1 1 48-15,1 0 16 0,0 0 544 0,0-2 96 16,1 0 32-16,2 0 0 0,0-2-560 0,2 0-128 15,-1-1 0-15,2-2-16 0,1 1-752 0,0-3-128 16,1 2-48-16,1-5 0 0,2 3-240 0,1-2-48 16,0-1-16-16,0 1 0 0,1-1-16 0,0 2 0 15,1 0 0-15,-1 1 0 0,-1 2-80 0,-1 0 0 0,1 3-16 0,-1 2 0 16,0 0-112-16,-2 0 0 0,-7 0-128 0,0 0 192 16,0 0-192-16,0 0 0 0,0 0 0 0,35 39 0 15,-35-39 0-15,0 0 0 0,0 0 0 0,17 37 0 16,-17-37 0-16,0 0 0 0,0 0 0 0,0 0 0 15,33 38 0-15,-33-38 0 0,0 0 0 0,0 0 0 16,43 12 192-16,-43-12-64 0,0 0-128 0,39 0 192 16,-39 0 64-16,31-6 16 0,-13 2 0 0,1 0 0 15,-2-1-144-15,-1 1-128 0,2-1 144 0,0 1-144 16,0 0 0-16,1-1 0 0,-2 0 0 0,2 1-11440 16,-1-1-2256-16</inkml:trace>
  <inkml:trace contextRef="#ctx0" brushRef="#br0" timeOffset="18697.37">8806 9934 11967 0,'-2'2'1072'0,"0"0"-864"16,0 1-208-16,0 1 0 0,1-1 672 0,0 1 96 0,-4 6 0 15,-2 4 16-15,-2 8 144 0,-1 2 32 0,0 4 0 0,-1-2 0 16,1 0-256-16,0 0-64 16,0-2 0-16,1 0 0 0,-1 0 0 0,1-1 0 15,0-2 0-15,1-2 0 0,0-2 160 0,3-3 32 16,0-2 0-16,2-3 0 0,1-3-272 0,1-2-48 0,1-1-16 0,0-1 0 16,2-4-496-16,1 1 0 0,0-4 0 0,2-1 0 15,1-2 0-15,-1-2-240 0,3-3 32 0,0-2 0 16,1 1-752-16,-1-3-128 0,-1 1-48 15,0-1 0-15,-2 3 336 0,2-3 64 0,-2-4 16 0,-1 0 0 0,1 0 720 0,-1-1 0 16,-1 0 128-16,0 1-128 0,1 2 800 16,-2 0 48-16,2 3 16 0,-1 1 0 0,1 1 272 0,-2 2 48 15,2 3 16-15,0 2 0 16,-1 0-16-16,0 2 0 0,0 5 0 0,1-2 0 0,-1 2-224 16,0 2-64-16,2 3 0 0,-5-5 0 0,0 0-352 15,0 0-80-15,23 46-16 0,-23-46 0 0,12 32-304 0,-12-32-144 16,12 33 128-16,-12-33-128 0,12 34 0 0,-12-34 0 15,13 37 0-15,-13-37 0 0,15 38 0 0,-15-38 0 16,14 31 0-16,-14-31 0 0,0 0-128 0,0 0 128 16,21 38 0-16,-18-33 0 0,-2-2 0 0,0 1 0 0,0-3 0 0,-1 0 0 15,0-1 0-15,1 0 0 0,-1-1 0 0,0-2 0 16,0 1 0-16,0-3 0 0,1 2 0 16,1-4 128-16,-1 0 0 0,1-1-128 0,1-1 192 0,0 0-64 15,2-5 192-15,0-1 16 16,2-2 16-16,0-1 0 0,2-3-192 0,1 0-32 0,0-1-128 15,0 0 192-15,1 1-192 0,0 0 0 16,1 2 0-16,-1 2 0 0,-2 3 0 0,-1 2-208 0,1 0 16 0,-3 2 0 16,1 4-1504-16,-1-2-288 0</inkml:trace>
  <inkml:trace contextRef="#ctx0" brushRef="#br0" timeOffset="19036.77">9365 9853 1839 0,'4'-5'160'0,"-2"3"-160"16,-1-1 0-16,1 1 0 15,-1 2 2384-15,-1 0 448 0,0-2 96 0,0 1 16 0,1-1-80 0,-1 1-16 0,0 0 0 0,-2 1 0 16,0 0-1008-16,-1 1-208 0,-2 2-32 0,0 0-16 15,-2 3-512-15,-1 2-112 0,0 0 0 0,0 3-16 32,-1 1-304-32,-1 2-64 0,0 3-16 0,0 2 0 0,0 2-112 0,0 1-32 0,0 1 0 0,3 1 0 15,0 2 32-15,3 0 16 0,1 2 0 0,1-2 0 16,3-4-64-16,-1-22-16 0,8 45 0 0,-8-45 0 16,19 43-256-16,-19-43-128 0,26 33 128 0,-26-33-128 0,0 0 0 15,43 31 0-15,-43-31 0 0,0 0 0 16,50 12-464-16,-50-12-32 0,36 0 0 0,-36 0-16080 15</inkml:trace>
  <inkml:trace contextRef="#ctx0" brushRef="#br0" timeOffset="20313.8">9780 9950 2751 0,'0'-1'256'0,"0"0"-256"0,0-2 0 0,0 3 0 0,0-2 1008 0,0 2 144 16,0 0 48-16,0-3 0 0,0 1 720 0,0 0 128 15,0 0 48-15,0-1 0 0,-1 1-176 0,0 0-48 0,0 1 0 0,-2 1 0 16,1 1-448-16,0 1-80 15,0 0-32-15,-2 1 0 0,0 0-544 0,0 0-96 16,0 2-32-16,-1 0 0 0,0 0-128 0,-1 2-16 16,0-2-16-16,0 3 0 0,1-2-32 0,0 3 0 15,-2 2 0-15,2 2 0 0,-1-1-80 0,1 0-32 16,0 0 0-16,0 0 0 0,1 2-16 0,-1-2-16 0,2 0 0 16,0-1 0-16,2 1-32 0,1 0 0 0,0-2 0 0,0-10 0 15,0 0-80-15,0 0-32 0,0 0 0 0,14 35 0 16,-9-30-160-16,1-3 0 0,-2-1 0 0,2-2 128 15,-1 1-128-15,1-4 0 0,0 1 0 0,1-2 0 16,0-2 0-16,1 1 0 0,-1-2 0 0,2-2 128 16,-1 1-128-16,1-3 192 15,1 0-192-15,1-2 192 0,-1 0-192 0,-1 0 0 0,-1 0 144 0,-1-1-144 0,-1 3 0 0,0-2 144 16,-2 2-144-16,-3 0 0 0,0 0 160 0,-2 0-160 16,-2 1 128-16,-1 2-128 0,0 1 0 0,-1 4 0 15,-1-1 0-15,1 0 0 0,-2 5 0 0,0 0 0 16,1 0 0-16,0 2 0 0,0-1 0 0,2 3 0 0,-1 1 0 15,1-3-176 1,1 3-336-16,2 0-80 0,-1 0-16 0,1 0-9824 16,2 0-1984-16</inkml:trace>
  <inkml:trace contextRef="#ctx0" brushRef="#br0" timeOffset="20550.61">9985 10083 15663 0,'5'-2'688'0,"-2"1"144"0,1 1-656 0,-3 0-176 15,0 0 0-15,0 1 0 0,1 1 1920 0,0 0 368 16,2 3 64-16,-4-5 16 0,0 0-752 0,0 0-144 16,0 0-16-16,21 34-16 0,-21-34-752 0,0 0-160 15,0 0-16-15,12 34-16 0,-12-34-240 0,0 0-64 16,0 0 0-16,0 0 0 15,0 0-672-15,0 0-144 0,0 0-16 0,0 0-12864 0</inkml:trace>
  <inkml:trace contextRef="#ctx0" brushRef="#br0" timeOffset="20899.25">10273 10007 6447 0,'3'-3'576'0,"-1"1"-576"0,-1 1 0 0,-1 0 0 15,0 1 1584-15,1 0 208 0,0 0 32 0,1-2 16 16,1 2 720-16,-2 2 160 0,-1 0 32 0,-3 3 0 0,0 2-1104 0,-1 1-224 16,-2 3-32-16,1 1-16 0,-1 0-352 0,-1 2-80 15,2 0-16-15,0-2 0 0,1 0-304 0,2-3-64 16,0 1-16-16,2-10 0 0,0 0-128 0,0 0-32 16,0 0 0-16,19 36 0 15,-19-36-240-15,0 0-144 0,0 0 160 0,0 0-160 0,43 2 128 0,-33-7-128 16,1-2 0-16,0-3 0 0,0 1 224 0,2-2-48 15,0-1-16-15,-2 0 0 0,0-2-160 0,-2 1 0 16,0 2-192-16,-3-1 192 0,-2 0-176 0,-2 2 176 16,-2 1-128-16,-3 2 128 0,-2-1 0 0,-2 2 0 15,-2-2 0-15,0 4 0 0,-1 1 0 0,0 1-208 16,0 0 80-16,-1 4 128 0,1 0-400 0,2 1 32 0,0-1 16 0,3 0 0 16,0 3-16-16,1-4 0 15,3 3 0-15,0-4 0 16,2 1-1136-16,0-1-224 0</inkml:trace>
  <inkml:trace contextRef="#ctx0" brushRef="#br0" timeOffset="21135.05">10684 9896 16575 0,'4'-7'736'0,"-1"3"160"0,1 0-720 0,-2 2-176 0,-2 0 0 0,0 1 0 15,0 1 2240-15,0-2 400 0,1 2 96 0,-1-1 16 0,-1 2-192 0,-1 1-16 16,0 4-16-16,-3 3 0 0,1 2-1152 0,-2 4-224 16,1 4-64-16,-3 0 0 15,1 4-576-15,-2 1-128 0,0 1-32 0,1 0 0 0,-1-1-352 0,1-3 144 16,3-3-144-16,0-1 0 0,1 1 0 0,1-2 0 16,2-2 0-16,1-14 0 15,0 22-432-15,0-22-192 0</inkml:trace>
  <inkml:trace contextRef="#ctx0" brushRef="#br0" timeOffset="21436.81">10932 10095 25791 0,'4'2'1152'0,"-1"-2"224"16,0 0-1104-16,-2 1-272 0,0 1 0 0,0 0 0 0,0-1 1728 0,1 2 272 16,-2-3 64-16,0 0 16 15,0 0-720-15,8 41-144 0,-8-41-16 0,-1 29-16 16,-3-13-608-16,-2 0-112 0,0 1-16 0,-4-2-16 15,-1 1-304-15,-1-3-128 0,0 0 128 0,-1-1-128 16,0 0-800-16,-1-5-240 0</inkml:trace>
  <inkml:trace contextRef="#ctx0" brushRef="#br0" timeOffset="22510.85">11560 9903 12895 0,'1'-5'1152'0,"-1"0"-928"0,0 3-224 0,-1-1 0 0,1 3 1456 0,-1-2 240 16,-1 0 48-16,1-3 16 0,-3-2 80 0,-2 2 16 15,0 1 0-15,-2 3 0 0,2 4-704 0,-2 2-128 16,1 1-16-16,0 4-16 0,-1 4 496 0,1 5 112 16,-1 2 0-16,1 3 16 15,1 0-1920-15,1 0-384 0,-1 2-80 0,3 0 0 0,0-2 640 0,1-5 128 16,1 0 0-16,1-4 0 16,0-15 176-16,5 29-16 0,-5-29 0 0,0 0 0 15,0 0-160-15,0 0 0 0,36 26 144 0,-26-28-144 0,1-5 128 0,1-2-128 0,-1-1 128 0,1-2-128 16,1-3 240-16,0-3-32 0,0 1 0 0,-1-1 0 15,0 1-208-15,-4 0-288 16,-1 3 64-16,-2 0 16 0,-2-2-144 0,-2 2-32 0,-2 1 0 0,-2 2 0 16,-2-1 384-16,-1 2 0 0,-2 1 0 0,0 2 0 15,1-1 192-15,-1 1 0 0,1 2 0 0,0 3 0 16,1 0 224-16,0 2 48 0,2 0 16 0,-1 1 0 16,3 0-224-16,0 2-64 15,1 1 0-15,1-1 0 0,1 1-384 0,1 1-64 0,0 1-32 0,-2-6-15168 16</inkml:trace>
  <inkml:trace contextRef="#ctx0" brushRef="#br0" timeOffset="22700.51">11786 10111 23951 0,'5'-2'1056'0,"-1"2"224"0,0 0-1024 0,-1 0-256 15,-2 0 0-15,0 0 0 0,0 0 1472 0,2 2 256 16,1 1 32-16,-4-3 16 15,0 0-752-15,0 0-160 0,0 0-32 0,0 0 0 0,29 35-704 0,-29-35-128 16,0 0 0-16,0 0-14816 16</inkml:trace>
  <inkml:trace contextRef="#ctx0" brushRef="#br0" timeOffset="23048.21">12083 9914 19343 0,'2'-2'848'0,"-1"1"192"16,-1 1-832-16,0 1-208 0,0 1 0 0,-1-1 0 0,-1 3 1520 16,0 1 256-16,-1 2 48 0,-3 3 16 0,-1 4-400 15,-3 0-80-15,2 1-16 0,-1 1 0 0,0 0-320 0,2 1-64 32,0 0 0-32,0-1-16 0,2 3-240 0,0-1-32 0,2-2-16 0,3-2 0 15,0-14-256-15,0 0-48 0,8 33-16 0,-8-33 0 0,0 0-336 0,0 0 128 16,36 19-128-16,-36-19 0 0,27-6 0 0,-12-2 0 31,1-2 0-31,1-1 0 0,0-1 0 0,-1-3 0 0,2-2 0 0,-2 1 0 16,-2-2-160-16,-1 0 0 0,0 3 0 15,-4 0 0-15,0-2 160 0,-3 1-160 16,-2 1 160-16,-3 3-160 0,-3-2 160 0,-2 2 0 0,-4 3 0 16,-1-1 0-16,-2 2 0 0,-2 3 0 0,0 2 0 0,-2 3 128 15,1 2-128-15,0 1 0 0,2 1 0 0,1 1 0 16,2 0-144-16,1-1-48 0,2 1-16 0,2 0 0 31,1-3-1136-31,2 3-208 0,2-3-48 0,2 1-12944 0</inkml:trace>
  <inkml:trace contextRef="#ctx0" brushRef="#br0" timeOffset="23918.72">12501 9898 4607 0,'7'-7'400'0,"-4"4"-400"0,1 1 0 0,-2 1 0 0,-1 0 0 0,0-1 0 16,-1 1 0-16,2-1 0 0,0 0 0 16,0 1 0-16,-1-1 0 0,0 2 0 0,-1 0 0 0,-1 0-144 15,1 0 144-15,-1 0 0 0,0 0 0 0,-1 2 0 16,1 1-144-16,-1-1 144 0,1-1 0 0,-1 1 0 16,1-1-128-16,1-1 128 0,-1 1 0 0,0-1-128 15,0 0 128-15,0 2 0 0,0-2 0 0,1 0 0 0,0 0-144 0,0 0 144 16,0 1 128-16,0-2 64 15,1 1 32-15,-1 0 16 0,1 0 1872 0,0 0 384 0,-1-2 80 0,1 2 32 16,0-1 560-16,-1 0 112 0,0-1 32 0,1 1 0 16,-1 1-960-16,1-2-192 0,-1 2-48 0,1 0 0 15,-1-2-976-15,0 1-208 0,0 1-32 0,0 0-16 16,0 1-384-16,0-1-80 0,-1 2-16 0,1-2 0 16,-1 0-96-16,1 2-32 0,-1-2 0 0,1 1 0 15,-1 1-80-15,0-2-32 0,0 0 0 0,0 1 0 16,0-1-160-16,0 1 128 0,0-1-128 0,0 0 128 15,0 0-128-15,1 0 0 0,-1-1 144 0,0 1-144 0,0 1 0 16,1-1 128-16,-1 0-128 0,1 0 0 0,-1 2 128 0,0-2-128 16,1-2 128-16,-1 2-128 0,1 2 128 0,0-2-128 15,-1 0 128-15,1 1-128 0,0-1 128 0,0 0-128 16,0 0 128-16,0 0-128 0,-1 0 0 0,1 2 0 16,0-2 0-16,0 0 128 0,-1 2-128 0,1-2 0 15,-1 0 128-15,1 1-128 16,-1-1 0-16,1 0 144 0,-1 2-144 0,1-2 0 0,-1 0 128 0,0 0-128 15,0 0 0-15,0 2 0 0,1-2 128 0,-1 0-128 16,-1 0 0-16,0 0 0 0,2 0 0 0,-1 0 0 0,1 0 0 0,-1 0 0 16,1 1 0-16,-1-1 0 15,0 0 0-15,1 0 0 0,-1 1 128 0,1-1-128 0,-1 2 0 0,0-2 0 16,0 0 0-16,1 1 128 0,-2 1-128 0,0 1 0 16,0-1 128-16,0-1-128 0,-1 0 0 0,1 1 0 15,-1 3 144-15,-1-2-144 0,-1 1 0 0,1-1 144 16,-1 2-144-16,0-1 0 15,-2 3 0-15,1-2 0 0,-1 3 0 0,1 0 0 0,-1 1 128 0,1 0-128 16,-1 2 0-16,0-1 0 0,0 4 0 0,0-2 0 16,1 2 0-16,0 0 0 0,0 0 128 0,2-1-128 0,0-2 0 0,1-1 0 15,0 2 0 1,1 1 0-16,2-13 0 0,0 0 0 0,2 29 128 0,-2-29-128 0,0 0 0 16,0 0 0-16,0 0 0 0,0 0 0 0,0 0 0 15,37 7 0-15,-27-13 0 0,-3 1 0 0,0 2 0 16,1-4 0-16,2 0 0 0,2-4 0 15,2 0 0-15,0-3 0 0,0 2 0 0,-2 0 0 0,-2 0 0 16,-1 1 0-16,-1 1 0 0,-3-1 0 0,1 1 0 0,-2-2 0 16,-1 2 0-16,-2-1 0 0,0 1 0 0,-2-1 0 0,0-1 0 15,-2 0 0-15,-1 1 0 16,-2-2 0-16,0 3 0 0,-1 1 0 0,1 2 0 0,-1 2-176 16,1 1 176-16,-1 3-128 0,1 1-64 15,0 1-16-15,2-1 0 0,0 2 0 16,1 0-288-16,2-1-48 0,0 3-16 0,1-2 0 15,2 0-1184-15,-2-2-240 0,0 0-64 0,0 0-13360 0</inkml:trace>
  <inkml:trace contextRef="#ctx0" brushRef="#br0" timeOffset="24300.02">12742 9821 11055 0,'4'-3'976'0,"0"2"-784"15,-1-1-192-15,-1 0 0 16,0 2 2032-16,0-1 352 0,5-1 80 0,1-2 16 0,2-2 304 0,1 2 64 15,-2 0 16-15,-3 3 0 0,-1-1-1008 0,-3 4-208 16,-1-1-48-16,-3 3 0 16,-2 0-576-16,-1 2-112 15,-3 3-16-15,0 0-16 0,-1 2-512 0,-2 2-112 16,0 1 0-16,1 0-16 0,1 1-112 0,0-1-128 16,3 0 176-16,0-1-176 0,3-2 176 0,3-11-176 15,0 0 160-15,0 26-160 0,0-26 128 0,0 0-128 0,0 0 0 0,0 0 144 16,0 0-144-16,34 24 0 15,-34-24 0-15,0 0 0 0,0 0 0 0,45 19 0 0,-45-19 0 0,0 0 128 16,37 21-128-16,-37-21 0 0,0 0 0 0,32 31 128 16,-32-31-128-16,0 0 0 0,25 30 0 0,-25-30 0 15,0 0 0-15,0 0 0 0,15 41 0 0,-15-41 0 16,0 0 0-16,-2 26 0 0,-2-19 0 0,-1 1 0 16,-1-2 0-16,0-1 0 0,-3 0 0 0,1-1 0 15,-2 0 0-15,-1 0 0 0,-1-3 0 0,0 0 0 0,0-1 0 16,-2 0 0-16,-1-1 0 0,1-2 0 0,2 0 0 0,0-2-256 15,1-2 48-15,0-1 0 16,4-1-1632-16,-1-4-320 0,1-2-64 0,2 1-13504 16</inkml:trace>
  <inkml:trace contextRef="#ctx0" brushRef="#br0" timeOffset="24506.72">12733 9891 1839 0,'0'0'160'0,"0"0"-160"0,1 0 0 0,0-2 0 16,0 2 1792-16,0-1 320 0,1 1 64 0,3-3 0 15,1 0 640-15,2-2 128 16,3 1 32-16,0-2 0 0,2-1-672 0,0 0-144 16,2 0-32-16,-1-1 0 0,3 4-528 0,0-1-96 15,-1 0-32-15,-16 5 0 0,30-4-576 0,-30 4-112 16,0 0-16-16,37 0-16 0,-37 0-256 0,0 0-48 16,0 0-16-16,0 0 0 0,36 14-304 0,-36-14-128 0,0 0 0 0,0 0 128 15,0 0-128-15,0 0 0 0,0 0 0 0,0 0-11280 16,0 0-2144-16</inkml:trace>
  <inkml:trace contextRef="#ctx0" brushRef="#br0" timeOffset="25100.56">13128 9719 4943 0,'0'-1'0'0,"0"1"192"0,0-2-48 0,0 2 32 0,-1 0-176 0,1 0 0 0,0-1 0 0,0 1 0 16,0-2 2688-16,-1 2 512 0,1-3 112 0,0 3 16 16,0-2-320-16,0 2-64 0,0-1-16 0,1 0 0 15,0 1-672-15,-1-2-128 0,2 2-16 0,0-2-16 16,0 1-944-16,1-1-176 0,1 2-32 0,-1-2-16 15,1 2-384-15,0-1-80 16,0 1-16-16,1 0 0 0,0 0-192 0,0 0-32 0,-5 0-16 0,0 0 0 0,0 0-208 0,0 0 176 16,0 0-176-16,34 22 160 0,-34-22-160 0,0 0 0 31,0 0 144-31,0 0-144 0,0 0 0 0,13 33 0 0,-13-33 0 0,0 0 128 0,0 0-128 0,-3 23 0 31,-1-18 0-31,1 0 0 0,0 0 0 0,-2 0 0 0,0-3 0 0,1 1 0 0,0 1 0 0,-1-1 0 16,1 0 0-16,-1 0 0 0,-1 0 0 0,0-1 0 15,-1 1 0 1,0-1 0-16,0 0 0 0,-1 1 0 0,1-1 0 0,-1 1 0 0,1-1 0 0,-1 0 0 16,1 0 0-16,1 1 0 0,0-2 0 0,1 0 0 0,2 0 0 15,-1 1 0-15,2-2 0 0,1 1 0 0,0-1 0 0,2 0 0 32,1 1 0-32,0-1 0 0,1 0 0 0,0 0 0 0,2 0 0 0,-5 0 0 0,0 0 0 0,0 0 0 31,0 0 144-31,34 0 16 0,-34 0 0 0,0 0 0 0,29-2-160 0,-29 2 192 0,0 0-192 15,33-4 192-15,-33 4-192 16,0 0 0-16,35-1 0 0,-35 1 0 0,0 0 0 0,35-3 0 0,-35 3 0 0,0 0 0 16,31-2 0-16,-31 2 0 15,0 0 0-15,22-4 0 16,-16 2-320-16,0 1-112 0,-1-1-16 0,-2 0-17840 0</inkml:trace>
  <inkml:trace contextRef="#ctx0" brushRef="#br0" timeOffset="27023">13651 9836 911 0,'0'-1'0'0,"0"0"0"0,0 1 0 0,1 0 0 16,-1-2 2096-16,0 2 336 0,1 0 64 0,0 0 0 15,1-2-16-15,0 1-16 0,2-1 0 0,-1 2 0 16,1-2 112-16,0 1 32 0,0 1 0 0,-1 0 0 0,-3 0-416 0,0 0-80 16,0 0 0-16,0 0-16 0,0 0-864 0,0 0-160 15,0 0-48-15,0 0 0 0,33 34-448 0,-33-34-112 16,0 0-16-16,13 33 0 0,-13-33-128 0,0 0-48 15,13 47 0-15,-13-47 0 0,9 36-96 16,-9-36-32-16,8 33 0 0,-8-33 0 0,7 32-16 0,-7-32 0 16,4 32 0-16,-4-32 0 0,1 33-128 0,-1-33 192 15,-1 31-192-15,1-31 192 0,-5 29-192 0,0-17 0 16,-1 2 0-16,-3-2 0 0,1-1 0 0,-4 1 0 16,-2 2 0-16,-4 1 0 0,-4 1 0 0,-4 3-192 15,-2 2 32-15,-5 1-18976 0</inkml:trace>
  <inkml:trace contextRef="#ctx0" brushRef="#br0" timeOffset="31658.96">6388 10806 13823 0,'0'0'1216'0,"0"0"-960"0,0-2-256 0,0 2 0 16,0 0 1040-16,0 0 176 0,0 0 16 0,-1 0 16 15,0 2 528-15,-1 1 96 0,0 4 32 0,-1 0 0 0,0 4-688 0,0 1-128 16,0 2-16-16,2 3-16 0,0 0-240 0,0 1-48 16,1 6-16-16,0 5 0 0,0-1-144 0,0 1-32 15,1 1 0-15,0-1 0 0,-1 0-96 0,0-5-32 16,1 1 0-16,-1-4 0 0,0-21-192 0,4 36-64 16,-4-36 0-16,3 26 0 0,-3-26-192 0,0 0 0 15,5 24 0-15,-5-22-160 16,2-2-672-16,-1 0-128 0,0-4-16 0,1-1-13952 0</inkml:trace>
  <inkml:trace contextRef="#ctx0" brushRef="#br0" timeOffset="31942.88">6369 10908 5519 0,'-1'-10'496'0,"0"4"-496"0,1 1 0 0,0 2 0 15,1 1 1904-15,-1 0 272 0,1-1 64 0,0-1 16 16,2-1 432-16,1-3 96 15,1 2 16-15,2 0 0 0,0 2-816 0,3 0-176 0,-10 4-16 0,23-6-16 16,-23 6-480-16,0 0-80 0,42-4-32 0,-42 4 0 16,0 0-544-16,40 4-128 0,-40-4 0 0,0 0-16 15,0 0-240-15,44 26-64 0,-44-26 0 0,0 0 0 16,0 0-192-16,25 36 0 0,-25-36 0 0,3 25 0 16,-5-14 0-16,-3 1 0 0,-1 0 128 0,-3 2-128 0,-3 0 0 0,-1-2 128 15,-1 0-128-15,-1-2 0 0,-1 1 128 0,-2-2-128 16,1-1 0-16,-3-2 0 15,2-1 0-15,-2-1 128 0,3-3-128 0,1 1 0 0,1-1 0 0,2-1 0 16,2-1 0-16,3 1 0 16,2-2-528-16,3 0-112 0,1-1 0 0,4-1-15280 15</inkml:trace>
  <inkml:trace contextRef="#ctx0" brushRef="#br0" timeOffset="32320.85">6853 10910 7359 0,'2'-1'656'0,"-2"-2"-528"15,1 1-128-15,-1 1 0 0,1 1 2336 0,0-2 432 0,0-1 96 0,1-1 16 16,1-3 128-16,-2 2 16 0,0 0 16 0,-2 1 0 0,-1 1-1184 0,-1 3-256 16,-2 0-32-16,0 0-16 0,-3 2-528 0,0 3-96 15,-1 0-32-15,0-1 0 0,4-1-352 0,-2 3-80 16,-4 2-16-16,-1 4 0 0,0 5-192 0,0-1-64 16,1 3 0-16,3 2 0 0,0 1-192 0,2 0 144 15,3 3-144-15,1-3 128 0,1 1-128 0,2-1 0 16,-1-22 0-16,8 40 128 0,-8-40-128 0,15 31 0 15,-15-31 0-15,0 0 0 0,35 33 0 0,-35-33 0 16,0 0 0-16,39 20 0 0,-39-20 0 0,0 0 0 16,43 8 0-16,-43-8-11904 15,0 0-2352-15</inkml:trace>
  <inkml:trace contextRef="#ctx0" brushRef="#br0" timeOffset="32833.68">7379 10947 13823 0,'2'-3'608'0,"-1"0"128"0,0 1-592 0,0 0-144 16,-1 2 0-16,0-1 0 0,1 1 2000 0,-1-2 368 15,1 0 80-15,-1-3 16 0,0 2 32 0,0-1 16 16,-2-1 0-16,0 2 0 0,-1-1-1072 0,0 0-224 0,-2 1-32 0,0 0-16 15,0 1-464-15,-1 2-112 0,0 0-16 0,-1 0 0 16,-1 0-272-16,0 2-64 0,-2 1-16 0,0 2 0 16,-1 1-80-16,-1 2-16 15,1-1 0-15,-1 3 0 16,-1 3-128-16,0 0 160 0,0 4-160 0,0 1 160 0,1-1-160 0,1 2 0 0,1 0 0 0,4 0 0 16,2 0 0-16,1 0 0 0,2 0 0 15,1-2 0-15,0-17 0 0,4 28 0 0,-4-28 0 16,0 0 0-16,22 35 0 0,-22-35 0 0,0 0 0 0,0 0 0 15,44 19 0-15,-44-19 0 16,0 0 0-16,39-2 0 0,-39 2 0 0,26-10 0 0,-14 3 0 0,0 1 0 0,1-2-400 0,-1 1 32 16,0-1 16-16,0 2-16800 15</inkml:trace>
  <inkml:trace contextRef="#ctx0" brushRef="#br0" timeOffset="33109.42">7430 11098 9215 0,'-2'0'816'0,"1"-2"-656"0,0 1-160 0,1 1 0 16,0 0 2304-16,-1 0 448 0,0-2 64 0,0-1 32 15,0 1 16-15,1 0 0 0,1-2 0 0,2 1 0 16,1 2-880-16,-4 1-160 0,0 0-32 0,0 0-16 15,30-4-688-15,-30 4-144 0,0 0-32 0,0 0 0 16,46 2-544-16,-46-2-112 0,0 0-32 0,0 0 0 16,43 10-224-16,-43-10 0 0,0 0 0 0,0 0 0 15,40 5 0-15,-40-5 0 0,0 0 0 0,0 0 0 16,34-3-320-16,-34 3-64 0,0 0-16 0,24-9-17072 16</inkml:trace>
  <inkml:trace contextRef="#ctx0" brushRef="#br0" timeOffset="33554.69">7942 10988 4607 0,'4'-2'400'0,"-1"1"-400"0,-1 0 0 0,-1 1 0 15,-1 0 2480-15,1-2 400 16,0 0 96-16,2-2 16 0,0 1 400 0,0-2 96 0,-2 2 16 0,-1 0 0 15,-2 0-1456-15,-1 2-272 16,-1-2-64-16,0 2-16 0,-2 0-608 0,1 1-128 0,-3 1-32 0,1 0 0 16,-1-1-320-16,-1 3-64 0,0-2-16 0,-2 0 0 15,0 4-272-15,-2-2-48 0,-1 3-16 0,0-1 0 16,0 2-192-16,1 0 144 0,2-2-144 0,0 2 128 16,2-2-128-16,0-1 0 0,2 2 0 0,1-2 0 15,1 1 128-15,3-3-128 0,1 1 128 0,2-1-128 0,0 0 128 16,-1-2-128-16,0 0 0 0,0 0 128 0,0 0-128 0,0 0 0 15,42 14 0-15,-42-14 0 0,0 0 0 0,0 0 128 16,47 22-128-16,-47-22 0 0,0 0 0 0,36 24 0 16,-36-24 0-16,0 0 0 0,28 28 0 0,-28-28 0 15,0 0 0-15,0 0 0 0,21 36 0 0,-21-36 0 16,0 0 0-16,0 21 0 0,-4-15 0 0,-1 0 0 16,0 1 0-16,-3-3 0 0,-2 0 160 0,-1 0-160 15,2-2 192-15,-2 0-192 0,-3-1 160 0,-1 1-160 16,0-2 128-16,1 0-128 0,1 0 0 0,1 0 0 0,2 0 0 15,0 0 0-15,1 0 0 0,1 0-224 0,3 0 48 0,2 2-18064 16</inkml:trace>
  <inkml:trace contextRef="#ctx0" brushRef="#br0" timeOffset="35007.76">8468 10993 8287 0,'-3'0'736'0,"2"0"-592"16,0 0-144-16,-1-2 0 0,1 2 1296 0,1 0 240 15,-1 0 32-15,-1 0 16 0,0 0 784 0,0 0 144 16,0 0 48-16,-1 0 0 0,0 0-816 0,2 0-144 0,-1 0-48 0,1 0 0 16,1 0-208-16,0 0-64 0,0 2 0 15,1-2 0-15,0 1-320 0,0 1-80 0,1-1-16 0,1 0 0 16,0-1-208-16,-1 2-32 0,3-2-16 0,0 0 0 15,-5 0-192-15,0 0-32 0,0 0-16 0,0 0 0 16,0 0-128-16,42 10-32 0,-42-10 0 0,0 0 0 16,0 0-80-16,38 8-128 0,-38-8 176 0,0 0-176 15,0 0 160-15,48 14-160 0,-48-14 128 0,0 0-128 16,43 14 0-16,-43-14 128 0,0 0-128 0,41 14 0 16,-41-14 128-16,0 0-128 0,0 0 128 0,44 16-128 15,-44-16 128-15,0 0-128 0,0 0 0 0,0 0 128 16,0 0-128-16,0 0 0 0,0 0 0 0,36 19 128 0,-37-16-128 0,-2-1 0 15,-3 0 0-15,0 3 0 0,-1-2 0 0,-4 1 0 16,-3 1 0-16,-2 1 0 0,-3 0 0 0,-1 2 0 16,1 1 0-16,2-3 0 0,0 2 0 0,-2 1 0 15,1 0 0-15,0 3 0 0,1-2 0 0,2 0 0 16,0-1 0-16,3 0 0 0,3-3 0 0,2-1 0 16,2-1 0-16,1-1 0 15,2-2-688-15,3-2-16 0,1 0 0 0,1-4-17168 0</inkml:trace>
  <inkml:trace contextRef="#ctx0" brushRef="#br0" timeOffset="35419.04">9131 10989 4607 0,'-2'0'400'15,"1"0"-400"1,0 2 0-16,0-2 0 0,-1 2 1872 0,0-2 304 16,-2 3 48-16,-2 1 16 0,-2 2-192 0,-1 2-48 0,0 0 0 0,1 2 0 15,0-1-576-15,2 2-112 0,0-1-32 0,2 0 0 0,2 0 304 0,2-10 48 16,-2 23 16-16,2-23 0 0,0 0-304 0,0 0-64 16,14 33-16-16,-14-33 0 0,0 0-400 15,0 0-80-15,41 10-16 0,-41-10 0 0,27-3-304 0,-27 3-64 16,27-7-16-16,-27 7 0 0,29-13-80 15,-14 4-32-15,0 1 0 0,-1 0 0 0,-1-2-128 0,-1 1-16 16,0 0-128-16,-3-1 192 0,-2 3-192 16,0-2 0-16,-3 1 0 0,-2-1 0 0,0 2 0 0,-2 0 0 15,-3 2 0-15,0-2 0 0,-3 1 0 0,-2 0 0 0,-3 1 0 16,-1 1 0-16,0 1 0 0,-1-1 0 16,0 3 0-16,0 1 0 0,2 1 0 0,-2 3 0 15,1-1-128-15,0 1 128 16,3 1-528-16,1 1 0 0,0 0 0 0,3-1 0 15,1-1-1008-15,3 2-192 0,0-1-32 0,2-2-13488 0</inkml:trace>
  <inkml:trace contextRef="#ctx0" brushRef="#br0" timeOffset="35876.78">9577 10837 11055 0,'1'-5'480'0,"-1"1"112"0,1 1-464 0,-1 1-128 0,0 2 0 0,0 0 0 16,1 0 1696-16,0 0 320 0,1 0 64 0,1 0 16 16,0 2 768-16,-3-2 144 0,0 0 48 0,0 0 0 15,0 0-800-15,0 0-144 0,29 31-48 0,-29-31 0 16,0 0-928-16,0 0-192 0,39 28-48 0,-39-28 0 15,0 0-480-15,38 28-96 0,-38-28-32 0,0 0 0 0,41 34-48 0,-41-34-16 16,29 28 0-16,-29-28 0 0,24 29-96 16,-24-29-128-16,17 31 176 0,-17-31-176 0,6 30 128 15,-6-30-128-15,-6 31 0 0,-1-16 0 0,-1 0 0 0,-5-1 0 16,-3 1 0-16,-2-2 0 0,0 1 0 0,-4 2 0 16,-3 1 0-16,-1-1-12560 15,0-2-2544-15</inkml:trace>
  <inkml:trace contextRef="#ctx0" brushRef="#br0" timeOffset="37488.83">10091 11010 4607 0,'-6'0'400'0,"1"0"-400"16,2-2 0-16,1 2 0 0,1 0 1472 0,1-2 192 15,0 1 64-15,0-1 0 0,1-1 512 0,1-1 128 16,1-1 0-16,1-2 16 0,1 2-256 0,4-1-48 15,0 0-16-15,1 2 0 0,-10 4-368 0,0 0-80 0,41-3-16 0,-41 3 0 16,0 0-704-16,50 7-160 0,-50-7-32 0,0 0 0 16,50 9-368-16,-50-9-80 0,0 0 0 0,47 9-16 15,-47-9-240-15,0 0 0 0,39 3 0 0,-39-3 0 16,0 0-704-16,0 0-192 0,33 0-48 16,-29 1-14112-16</inkml:trace>
  <inkml:trace contextRef="#ctx0" brushRef="#br0" timeOffset="37688.36">10135 11088 11055 0,'0'-1'976'0,"1"0"-784"0,1 1-192 0,-1-2 0 0,1 2 2160 0,0 0 384 16,-2 0 80-16,0 0 0 0,0 0 320 0,34 0 64 15,-34 0 16-15,0 0 0 0,43 4-1168 0,-43-4-224 16,0 0-48-16,47 7-16 0,-47-7-864 0,0 0-160 15,47 3-32-15,-47-3-16 0,0 0-496 0,41-2 0 0,-41 2 0 16,0 0-11456-16,39-6-2336 16</inkml:trace>
  <inkml:trace contextRef="#ctx0" brushRef="#br0" timeOffset="38470.26">10832 10819 9823 0,'-1'0'880'0,"0"-1"-704"0,1 1-176 0,0 0 0 0,0 0 0 0,0 0 0 0,0 0 0 0,-1 0 0 0,1 0 1040 0,0 0 304 15,-1 0 48-15,1 0 16 0,0 0 384 0,-1 0 96 16,0 0 16-16,0 0 0 16,0 0-48-16,1 0-16 0,-1 0 0 0,0 0 0 15,1 0 592-15,-1 0 112 0,0 0 16 0,1 1 64 16,-1 0-2016-16,1 1-400 0,-1 1-80 0,0 2 0 16,0 0 464-16,0 2 112 0,1 2 0 0,-2 0 16 15,1 1-304-15,0 3-64 0,0 7-16 0,-2 4 0 16,2 2-336-16,-2 3 0 0,2 0 0 0,-2-2 0 15,2 2-192-15,-2-1 32 0,1-4 16 0,0 0 144 16,1-1-208-16,0-3 64 0,1-20 16 0,0 32 0 16,0-32-48-16,1 26 0 0,-1-26 0 0,0 0 0 15,6 29-784-15,-6-29-176 0,0 0-16 0,0 0-16 16,0 0-1728-16,0 0-352 0</inkml:trace>
  <inkml:trace contextRef="#ctx0" brushRef="#br0" timeOffset="38834.42">10775 10894 2751 0,'-1'-3'256'15,"1"-1"-256"-15,0 3 0 0,0 1 0 0,0 0 1184 0,0-2 192 0,1 1 32 0,0-2 16 16,0-2 816-16,0-2 144 15,3-1 48-15,1 2 0 0,0 0-384 0,2 0-64 16,1-2 0-16,0 4-16 0,3-1 848 0,-11 5 160 16,24-6 32-16,-24 6 16 0,0 0-2192 0,41 6-432 15,-41-6-80-15,0 0-32 0,42 24 224 0,-42-24 64 0,0 0 0 0,36 35 0 16,-36-35-320-16,0 0-64 0,23 36-16 0,-23-36 0 16,0 0-176-16,12 30 0 0,-12-30 0 0,0 0 128 15,0 0-128-15,-1 26 0 0,-4-20 0 0,0-2 0 16,-3 1 0-16,-1 0 0 0,-1-1 0 0,-2-1 0 0,-1 0 0 15,-1 1 0-15,-1-2 0 0,-2 1 0 0,1 0 0 0,0 1-224 16,0-3 32-16,2 0 0 16,2 1-320-16,1 1-64 0,1-1-16 0,1-1 0 15,1 3-1504-15,2-2-288 0</inkml:trace>
  <inkml:trace contextRef="#ctx0" brushRef="#br0" timeOffset="39686.48">11527 10832 2751 0,'3'-4'256'0,"-1"1"-256"0,0 1 0 0,-1 1 0 0,-1-1 1216 0,2 1 192 16,1-2 32-16,1-2 16 15,1-2 464-15,1-1 112 0,-1 2 16 0,-2 0 0 16,0 3-192-16,-2 0-16 0,0 0-16 0,-2 1 0 15,0 2-368-15,-1 0-80 0,0 0-16 0,-2 0 0 0,0 2-496 0,-3 1-96 0,1 0-32 0,-2 0 0 16,0 3-32-16,-1 0 0 0,0 0 0 0,0 1 0 16,1 2-80-16,-1 0-32 0,1 1 0 0,-1 1 0 15,0 4 48-15,1 2 16 16,1 1 0-16,1 4 0 16,1 2-144-16,0 4-16 0,1 0-16 0,2 3 0 0,2 0-80 0,1-2-16 0,0 1 0 0,2-3 0 15,-3-27-112-15,6 45-16 0,-6-45-16 0,11 43 0 16,-11-43-240-1,14 37 144-15,-14-37-144 0,0 0 128 0,32 38-128 0,-32-38 0 0,0 0 0 16,0 0 0-16,44 19-976 0,-44-19-128 0</inkml:trace>
  <inkml:trace contextRef="#ctx0" brushRef="#br0" timeOffset="76636.78">11825 10946 9215 0,'-1'1'816'0,"0"-1"-656"16,0 1-160-16,1-1 0 0,0 0 976 0,-1 0 176 0,-1 0 16 0,-1 2 16 16,0-2 768-16,1 0 160 0,0 1 16 0,1-1 16 15,0-1-512-15,1 1-96 0,0 0-32 0,0 0 0 16,0 0-240-16,1 0-48 0,1 0-16 0,0 0 0 16,-1 0-240-16,1 0-64 0,1 0 0 0,1 0 0 15,0 0-224-15,0 0-48 0,2 0-16 0,-1-2 0 16,3 2-96-16,0-1-32 0,0 0 0 0,2-1 0 15,-1 0-112-15,0-1-32 0,-9 3 0 0,24-5 0 16,-24 5-80-16,0 0-32 0,37-2 0 0,-37 2 0 16,0 0-96-16,0 0-128 0,38 2 176 0,-38-2-176 0,0 0 128 15,0 0-128-15,0 0 0 0,0 0 0 0,41 17 128 0,-41-17-128 16,0 0 0-16,0 0 0 0,0 0 128 0,0 0-128 16,0 0 0-16,0 0 0 0,0 0 0 0,0 0 0 15,14 34 0-15,-14-33 0 0,-1 1 0 16,0 1 0-16,-1 0 0 0,1 0 0 0,-2 0 0 0,0 2 0 15,-1 1 0-15,0 0 0 0,-2 3 0 0,0-1 0 16,1 1 0-16,-2 0 0 0,-1 3 0 0,1-2 0 16,0 0 0-16,0 1 0 0,1-1 0 15,1 1 0-15,-1-1 0 0,1 0 0 0,2-1 0 0,-2 0 0 0,1-1 0 16,1 1 0-16,0-2 0 0,0 3 0 0,0-1 0 0,1 0 0 16,1 0 0-16,0-1 0 0,1-1 0 0,0 1 0 15,0-2 0-15,1 2 0 0,-1-8 0 0,0 0 0 16,0 0 0-16,0 0 0 15,0 0 0-15,0 0 0 0,30 33 0 0,-30-33 0 0,0 0 0 0,0 0 0 16,0 0 0-16,38 14 0 0,-38-14 0 0,0 0 0 16,0 0 0-16,35-2 0 0,-35 2 0 0,20-6 0 15,-10 0 0-15,0 1 0 16,0-2 0-16,-2 1-144 0,0 0-352 0,0-1-64 0,-2 1-16 0,-1 0 0 16,-1 2-1472-16,-2 1-320 0,-2-1-48 0,-1 3-12224 15</inkml:trace>
  <inkml:trace contextRef="#ctx0" brushRef="#br0" timeOffset="76890.8">11910 11110 6447 0,'-9'2'272'0,"5"-2"80"0,-1 0-352 0,2-2 0 15,2 2 0-15,-1 0 0 16,0 0 1856-16,-1 0 288 0,-1-2 64 0,0 1 16 0,0-1 368 0,2-1 80 15,1 1 16-15,1 0 0 16,3-1-496-16,1-1-80 0,0 1-32 0,3-1 0 0,0 1-448 0,3 0-96 0,-10 3 0 0,0 0-16 16,33-8-688-16,-33 8-144 15,0 0-32-15,44-1 0 0,-44 1-384 0,0 0-80 16,49 6 0-16,-49-6-16 0,0 0-176 0,52 13 0 0,-52-13 0 0,0 0 0 16,52 12 0-16,-52-12-144 0,0 0 144 0,48 7-11904 31,-48-7-2272-31</inkml:trace>
  <inkml:trace contextRef="#ctx0" brushRef="#br0" timeOffset="78113.17">12468 10916 8287 0,'-1'0'736'0,"0"0"-592"15,0 0-144-15,0 0 0 0,1 0 1536 0,-1 0 288 16,0 0 48-16,-2 0 16 0,-1 0 416 0,1 0 64 0,1 2 32 0,-1-2 0 0,1 0-432 0,0 0-96 16,1 2-16-1,1-2 0-15,0 0-608 0,1 0-128 0,0 1-32 0,1 0 0 0,0-1-352 16,1 2-80-16,0-2-16 0,2 1 0 0,0 3-208 0,-5-4-48 16,0 0-16-16,0 0 0 0,0 0-144 0,0 0-32 15,39 21 0-15,-39-21 0 0,0 0-64 0,0 0-128 16,0 0 176-16,44 27-176 0,-44-27 176 0,0 0-176 15,0 0 160-15,38 20-160 16,-38-20 192-16,0 0-48 0,0 0-16 0,0 0 0 16,43 13 32-16,-43-13 0 0,0 0 0 0,0 0 0 0,0 0-160 0,0 0 192 15,40 7-192-15,-36-7 192 0,1 0-192 0,-2 1 128 16,-1-1-128-16,0 1 128 0,0-1-128 16,-1 1 0-16,-1-1 0 0,0 2 0 0,0-2 128 0,-1 1-128 15,-1 0 0-15,-1 1 128 0,0 3-128 0,-2-2 0 0,0 1 0 0,-2 1 0 16,1 0 0-16,-1 0 0 15,-1 3 0-15,-2 0 0 0,0-1 0 0,-2 3 0 16,0 2 0-16,-2-2 0 0,1 3 0 0,-2-1 0 16,0 3 0-16,-1-1 0 0,-1 0 0 0,1-2 0 15,2 0 0-15,1 0 0 0,1-1 0 0,0-3 0 16,4 1 0-16,1-4 0 0,1 2 0 0,1-5-176 16,3 0 176-16,1-1-18240 15</inkml:trace>
  <inkml:trace contextRef="#ctx0" brushRef="#br0" timeOffset="79105.78">13273 10703 11055 0,'0'0'976'16,"-1"-1"-784"-16,1 1-192 0,0 0 0 0,-1 0 1200 0,0 0 192 15,0-2 32-15,0 2 16 0,-2 0 448 0,-1 0 96 16,0 2 0-16,0-2 16 0,1 2-368 0,-2 0-80 16,1 1-16-16,-2-1 0 0,1 3-384 0,0-3-96 0,0 4-16 0,0 0 0 15,-1-1-272-15,1 2-64 0,-1 0-16 0,0 0 0 16,0 3-240-16,0 0-64 16,2 1 0-16,-1-2 0 0,0 3-64 0,2 0 0 0,0 2-16 0,0 0 0 15,1 1-80-15,1-1-16 16,1 0 0-16,1-2 0 0,-1-12-48 0,0 0-16 0,0 0 0 0,0 0 0 15,29 33-144-15,-29-33 0 0,0 0 0 0,0 0 0 16,42 1 0-16,-32-4 128 0,-2 1-128 0,4-3 0 16,1-2 128-16,0-3-128 0,1-1 128 0,-2 1-128 15,-2 1 0-15,0-1 128 0,-1-2-128 0,-1 0 0 16,0 0 0-16,-3 1 0 16,0-1 128-16,-1 2-128 0,-2-1 0 0,-1 1 0 0,-3 0 0 0,-1 1 128 0,-2 2-128 0,-1-3 0 15,-2 1 0-15,1 2 0 0,-2 2 0 0,-1-1 0 16,-1 3 128-16,0 0-128 15,2 1 0-15,-1 2 0 0,0 0 0 0,-1 2 0 16,2 1 0-16,1 0 0 0,-1 1 0 0,3 1 0 0,1-1-272 0,1-1 64 16,1 1 16-16,1-1 0 15,2 1-1008-15,0-2-192 0,3 2-32 0,0 0-9232 16,2-3-1840-16</inkml:trace>
  <inkml:trace contextRef="#ctx0" brushRef="#br0" timeOffset="79299.92">13380 10796 8287 0,'0'3'736'0,"1"-1"-592"0,0 1-144 0,0-3 0 16,0 0 2496-16,-1 0 448 0,1 0 112 0,2 0 16 15,1 0 528-15,2-2 112 16,3 1 32-16,0-1 0 0,-9 2-1872 0,0 0-368 16,29-7-80-16,-18 3-16 0,-11 4-880 0,23-6-176 0,-23 6-32 15,0 0-16-15,32-4-304 0,-32 4 0 16,0 0 0-16,32-3 0 0,-32 3-432 0,0 0-144 15,0 0-16-15,0 0-16128 0</inkml:trace>
  <inkml:trace contextRef="#ctx0" brushRef="#br0" timeOffset="79660.92">13784 10636 8287 0,'1'-1'368'0,"-1"1"80"0,0 0-448 0,-1 0 0 0,1 0 0 0,-1 0 0 0,1 0 2432 0,-1 1 384 0,-1 1 96 0,0 0 16 15,-2 1-16-15,0 1 0 16,0 2 0-16,-1 1 0 16,-1 1-1328-16,1 2-272 0,-2 2-48 0,1 0-16 15,-2 2-608-15,2 0-112 0,-1 2-16 0,2 1-16 16,0 0-240-16,2-3-64 0,1 0 0 0,1-2 0 16,1-12-48-16,0 0-16 0,9 29 0 0,-9-29 0 15,0 0-128-15,0 0 0 0,0 0 0 0,45 9 128 16,-32-13-128-16,1-4 0 0,1 1 0 0,0-2 128 15,-1 1-128-15,1-3 0 0,1-3 144 0,-1 1-144 0,0 0 0 0,-2 0 0 16,-1-1 0-16,-2 2-192 0,-2-2-16 0,-4 2-16 16,0 3 0-16,-3-3 0 0,-2 3 224 0,-3-1 0 15,-1 3-160-15,-3 0 160 0,-2 0 0 0,-1 2 0 16,0 3 0-16,-1-1 0 0,0 1-128 0,1 2 128 16,2-2-160-16,-1 2 160 0,1 2-128 0,2 0 128 15,-1 1 0-15,3-1-144 16,1 0-256-16,1 1-48 0,3-1-16 0,1 1-14832 15</inkml:trace>
  <inkml:trace contextRef="#ctx0" brushRef="#br0" timeOffset="79850.36">14046 10730 11055 0,'1'-2'976'0,"0"-2"-784"0,0 3-192 0,0-1 0 15,0 1 2160-15,-1 1 384 0,1 0 80 0,0 0 0 16,1 0 112-16,0 3 16 0,0-1 0 0,0 3 0 0,-2 2-1536 0,0-7-320 16,0 0-48-16,3 24-16 0,-2-15-528 0,0-1-112 15,-1-8-32-15,0 0 0 32,0 0-992-32,0 0-192 0</inkml:trace>
  <inkml:trace contextRef="#ctx0" brushRef="#br0" timeOffset="80230.39">14271 10609 911 0,'-3'3'0'0,"0"-3"0"16,2 2 0-16,0-2 0 0,0 1 2432 0,1-1 384 15,-1 1 96-15,-1 1 16 0,1 1-32 0,-3 2 0 0,2 0 0 0,-2 3 0 16,0 1-1104-16,1 2-240 0,1-1-32 15,0 2-16-15,0 1-432 0,1-1-96 0,1-12-16 0,1 23 0 16,-1-23-416-16,0 0-96 0,0 0 0 0,15 37-16 16,-15-37-272-16,0 0-160 0,0 0 192 15,36 12-192-15,-36-12 256 0,26-5-64 16,-12 0-16-16,1 0 0 0,0-2 16 0,1-3 16 0,0 1 0 0,0-2 0 0,-2 1-32 16,-1-3-16-16,-2 0 0 0,-3 1 0 0,-1 0-160 15,-3 0 0-15,-2 1 0 0,-1 3 0 0,-3-1 0 0,-3 1 0 16,-1 2 0-16,-2 1 0 0,-4 0 0 0,-1 3 0 15,0 2 0-15,-1 0 0 0,-1 1 0 0,1 0 0 16,0 1 0-16,2 1 0 0,1 2 0 0,1-1 0 16,0 1 0-16,2 0 0 0,2-1 0 0,0-1 0 15,2 2-224-15,1-3 80 16,2 1-608 0,0-1-112-16,2 0-32 0,1-2-13408 0</inkml:trace>
  <inkml:trace contextRef="#ctx0" brushRef="#br0" timeOffset="80452.08">14680 10493 12895 0,'7'-3'576'0,"-3"1"112"0,1 2-560 0,-2-1-128 16,-2 1 0-16,0 0 0 0,0 0 1616 0,0 0 304 0,2 0 48 0,0 1 16 0,-1 1-400 0,-1 2-80 15,-2 2-16-15,-1 4 0 16,-1 0-80-16,-1 4-32 15,2 3 0-15,-4 1 0 0,0 3-384 0,1 3-80 0,-2 0-16 0,2 2 0 0,-2 0-416 0,3-2-96 16,0-1 0-16,1-4-16 16,3-19-800-16,-1 36-144 0</inkml:trace>
  <inkml:trace contextRef="#ctx0" brushRef="#br0" timeOffset="81086.14">13144 11060 5519 0,'-7'1'496'0,"1"0"-496"16,2 1 0-16,1-2 0 0,1 1 1008 0,0 1 96 0,0-2 32 0,-1 2 0 15,-2 1 336-15,-2 1 64 0,0 1 0 16,1 0 16-16,0-3-320 0,2 1-64 16,1 1-16-16,1-3 0 0,2 1 240 0,0 0 32 0,2-2 16 0,0 2 0 15,1-2-80-15,2 0-16 0,0 0 0 0,2-2 0 16,-7 2-272-16,0 0-64 15,0 0-16-15,39-2 0 0,-39 2-128 0,0 0-32 0,41-3 0 0,-41 3 0 16,36 0-256-16,-36 0-64 0,42-2-16 0,-42 2 0 16,49 0-112-16,-49 0-32 0,54-3 0 0,-54 3 0 15,58-3-96-15,-24 2 0 0,6 1-16 0,5-2 0 0,6 0-32 0,1-1 0 16,3 0 0-16,1 1 0 0,-1-2-80 16,5 1-128-16,4 0 176 0,2 0-176 15,0 0 144-15,-3 0-144 0,0-2 0 0,-1 3 144 0,1-2-144 0,1-1 128 16,1 2-128-16,-2-2 128 0,-5 0-128 0,-1 1 0 15,-1-1 0-15,-1-2 128 0,0 0-128 0,-6 2 0 16,-5 0 0-16,-5 0 0 16,-4-1 0-16,-4 0 0 0,-3 2 0 0,-28 4 0 15,45-10-512-15,-45 10-16 0</inkml:trace>
  <inkml:trace contextRef="#ctx0" brushRef="#br0" timeOffset="82571.06">13486 11351 10127 0,'0'0'896'0,"-1"0"-704"16,0-2-192-16,0 2 0 0,1 0 1424 0,-1 2 256 15,-2-2 48-15,-1 1 16 0,0 2 160 0,-2 0 16 0,1 2 16 0,-2 0 0 16,2 0-592-16,1 4-112 0,-1-1-16 0,1 1-16 16,0 2-400-16,-1 2-80 15,2 1-16-15,1 2 0 0,-2-1-304 0,1 0-64 16,1 0-16-16,0-1 0 0,1 1-96 0,2-3-32 15,0-1 0-15,-1-11 0 0,0 0 64 0,0 0 0 16,0 0 0-16,21 34 0 0,-21-34-128 0,0 0-128 0,0 0 176 0,31-5-176 0,-21-2 304 16,2-2-48-16,0-1-16 0,1-2 0 0,0-2-64 15,0-1-16-15,1 0 0 0,-2-2 0 0,0 2-352 16,-1-2-80-16,-3-1-16 0,-2 1 0 0,-3 3 64 16,-1 2 16-16,-3 0 0 0,-2 3 0 15,-2 1 208-15,-3 2 0 0,-3 0 0 0,-1 4 0 0,-1 0-192 0,0 2 16 16,0 1 0-16,1 2 0 0,0 0 48 0,2 2 0 15,1-1 0-15,0 1 0 0,4 0 896 0,0-3 176 16,2 3 32-16,0 0 16 16,1-3-1952-16,2 1-400 0,2-1-80 0,0 1-12880 0</inkml:trace>
  <inkml:trace contextRef="#ctx0" brushRef="#br0" timeOffset="82776.71">13753 11466 12895 0,'0'-1'1152'0,"0"1"-928"15,1 0-224-15,-1 0 0 0,0 0 1920 0,0 0 352 16,0 0 64-16,0 0 16 0,0 3 336 0,-1-1 80 16,1 2 16-16,-1 1 0 0,1 2-1488 0,-1 3-288 0,1 0-64 0,0-1-16 15,1 3-640-15,-1-12-128 0,0 0-32 0,6 28 0 16,-6-28-832-1,0 0-160-15,0 0-32 0,0 0-13840 0</inkml:trace>
  <inkml:trace contextRef="#ctx0" brushRef="#br0" timeOffset="83132.6">14061 11304 14735 0,'-3'4'640'0,"1"-3"160"0,0 2-640 0,-1 1-160 0,1-2 0 15,1 0 0 1,-2 1 2016-16,-3 6 368 0,0 2 80 0,-5 4 16 0,0 7-672 0,0-3-128 0,2 2-16 0,0-1-16 16,2 0-624-16,1-1-112 0,2-2-16 0,3-3-16 31,1-14-176-31,0 0-48 0,10 34 0 0,-10-34 0 0,0 0-320 0,0 0-64 0,36 16-16 0,-36-16 0 16,0 0-112-16,39-10-16 15,-25 2-128-15,0 0 192 0,0-2-64 0,0-2 0 16,0 0-128-16,-1-2 192 0,0 0-192 0,-2 0 0 15,-2 0 128-15,-1 0-128 0,-2 2 0 0,-2-2 0 0,-1 2 0 0,-4 1 0 0,-1 0 0 16,-3 2 0-16,-2 0 0 0,-3 1 0 16,-1 2 0-16,-3 1 0 15,0 2 0-15,-1 3 0 0,1 0 0 0,0 2 0 0,1 3-160 0,1 1 160 16,2 2-240-16,1-1 48 0,0 1 0 0,3-1 0 31,0 1-320-31,2-2-64 0,3 1-16 0,1-4-9712 0,1 1-1952 0</inkml:trace>
  <inkml:trace contextRef="#ctx0" brushRef="#br0" timeOffset="83599.63">14459 11316 14735 0,'-2'4'640'0,"-1"-4"160"0,0 3-640 0,1-1-160 16,0-1 0-16,1 1 0 0,-1 0 2208 0,-1 0 416 15,-2 3 64-15,-2 1 32 0,1 2-352 0,-1-1-64 16,1 1 0-16,2 1-16 0,0 0-1104 0,1-1-224 15,1-1-32-15,2-7-16 0,0 0-480 0,0 0-112 16,6 28 0-16,-6-28-16 0,0 0-112 0,0 0 0 16,0 0-16-16,0 0 0 0,41 19 64 0,-41-19 16 15,0 0 0-15,0 0 0 0,41 10-80 0,-41-10-16 16,0 0 0-16,0 0 0 0,39 15-160 0,-39-15 128 16,0 0-128-16,0 0 128 0,0 0-128 0,0 0 0 0,27 32 0 15,-28-27 0-15,0 0 0 0,-2 4 128 0,-2-4-128 16,-2 3 0-16,0-1 128 0,-2 1-128 0,-1 0 0 0,0-3 128 15,0 2-128-15,-1-1 128 0,-1 0-128 0,-1-2 128 16,0 1-128-16,0 0 0 0,0-3 0 0,0-1 128 16,0 0-128-16,-1-1 0 0,2-1 0 0,0-2 0 15,1 0-768 1,1-4-64-16,0 2-32 0,3-3-16096 0</inkml:trace>
  <inkml:trace contextRef="#ctx0" brushRef="#br0" timeOffset="83741.28">14389 11309 12895 0,'4'-1'1152'0,"1"-1"-928"0,-1 2-224 0,-1 0 0 0,-1 0 2576 0,2-1 480 16,4 0 80-16,-8 1 32 15,29-5-496-15,-29 5-112 0,42-8 0 0,-42 8-16 0,41-9-1584 0,-41 9-320 16,38-9-64-16,-38 9-16 0,36-7-752 0,-36 7-160 16,33-5-32-16,-33 5-14992 0</inkml:trace>
  <inkml:trace contextRef="#ctx0" brushRef="#br0" timeOffset="91731.81">15319 11017 11967 0,'-2'0'1072'0,"0"0"-864"0,1 0-208 0,1 0 0 16,0 0 1072-16,-1 0 160 16,0 0 48-16,-2-2 0 0,-1 2 528 0,1 2 112 0,1-2 32 0,2 0 0 0,0 0-272 0,0 0-48 31,3 0-16-31,1 0 0 0,1-3-400 0,1 1-64 0,2 1-32 0,2-2 0 15,-10 3-304-15,21-5-64 0,-21 5-16 0,26-5 0 16,-26 5-272-16,30-2-48 0,-30 2-16 0,29 0 0 0,-29 0-192 0,0 0-32 16,42 2-16-16,-42-2 0 0,0 0-160 0,39 3 0 15,-39-3 0-15,0 0 0 16,0 0-160-16,38 2-64 0,-38-2-16 0,0 0-16464 0</inkml:trace>
  <inkml:trace contextRef="#ctx0" brushRef="#br0" timeOffset="91953.81">15394 11136 11055 0,'-2'0'480'0,"1"-2"112"0,1 1-464 0,-1-1-128 16,1 2 0-16,0 0 0 0,0-2 1584 0,1 1 288 0,0 1 64 0,1-2 16 0,2 1 464 0,0 0 80 16,-4 1 32-16,0 0 0 0,0 0-672 15,0 0-128 1,35 1-16-16,-35-1-16 0,0 0-960 0,0 0-192 15,43 8-32-15,-43-8-16 0,0 0-496 0,40 3 0 16,-40-3 0-16,0 0 0 16,44 0-720-16,-44 0-240 0,27-3-64 0,-27 3-13536 15</inkml:trace>
  <inkml:trace contextRef="#ctx0" brushRef="#br0" timeOffset="92210.94">15800 11067 4607 0,'-2'0'400'0,"-1"0"-400"0,2 0 0 0,0 0 0 16,1 0 1664-16,0 0 240 0,-1 0 48 0,-1 0 16 16,1 2 624-16,2-2 128 0,2 0 32 0,-3 0 0 15,0 0-832-15,0 0-176 0,33-5-16 0,-33 5-16 16,30-6-256-16,-30 6-48 0,34-5-16 0,-34 5 0 15,35-3-608-15,-35 3-112 0,31-4-32 0,-31 4 0 16,0 0-352-16,39 0-80 0,-39 0-16 0,0 0 0 0,0 0-192 0,37 2 0 16,-37-2 0-16,0 0 0 15,0 0-736-15,0 0-96 0,0 0 0 0,0 0-14176 16</inkml:trace>
  <inkml:trace contextRef="#ctx0" brushRef="#br0" timeOffset="92664.28">16123 10944 4607 0,'-1'0'400'0,"0"0"-400"0,0 0 0 0,1 0 0 16,0 2 2160-16,0-2 336 0,-1 0 80 0,0 0 16 16,1 2 608-16,0-2 112 0,0 2 16 0,2-1 16 15,2 1-1216-15,1-2-240 0,-5 0-48 0,0 0-16 16,0 0-656-16,0 0-128 0,40 3-16 0,-40-3-16 15,0 0-432-15,34 4-96 0,-34-4-16 0,0 0 0 16,0 0-224-16,43 13-48 0,-43-13-16 0,0 0 0 16,0 0-176-16,0 0 0 0,38 27 0 0,-38-27 128 15,0 0-128-15,0 0 0 0,0 0 0 0,5 34 0 0,-8-28 0 0,-1 2 0 16,-2 1 0-16,0-2 0 16,-1 1 0-16,0-1 0 0,-3 2 0 0,0-2 0 0,0 1-144 0,0 1 144 15,-1 0 0-15,0-1 0 0,0 2-208 0,1-1 64 16,1-2 16-16,1 2 0 0,1-2 128 0,1-2 0 15,3-1-144-15,1 1 144 0,1-2 0 0,1-1 0 16,1-2 0-16,1 2 0 0,1-2 0 16,2-2 0-16,2 2 0 0,0-2 0 0,-7 2 0 15,18-5 128-15,-18 5-128 0,21-3 128 0,-21 3 64 0,0 0 16 16,33-4 0-16,-33 4 0 0,0 0-208 0,36-4 176 16,-36 4-176-16,0 0 160 0,32-1-160 0,-32 1 0 15,0 0 0-15,30-5 0 0,-30 5-240 0,18-4-16 0,-9 1-16 0,-1 1 0 31,-1-1-1664-31,1-1-336 0,0 0-64 0,1 0-7520 0,-1 0-1488 0</inkml:trace>
  <inkml:trace contextRef="#ctx0" brushRef="#br0" timeOffset="92954.48">16482 10887 3679 0,'0'-7'160'0,"0"2"32"0,1 0-192 0,-1 1 0 0,1 3 0 16,0 1 0-16,0-2 1776 0,1 0 304 0,-1-1 64 0,3 1 16 15,0 0 432-15,0 2 96 0,2 0 0 0,-6 0 16 0,0 0-272 0,0 0-64 16,0 0-16-16,36 29 0 16,-36-29-1072-16,0 0-192 0,32 37-64 0,-32-37 0 0,0 0-240 0,39 40-48 15,-39-40-16-15,28 31 0 16,-28-31-96-16,28 33-32 0,-28-33 0 0,24 33 0 16,-24-33-208-16,23 31-64 0,-23-31 0 0,0 0 0 0,24 43-112 0,-24-43-16 15,0 0-16-15,8 36 0 16,-8-36-16-16,-5 23 0 0,1-9 0 0,-2-4 0 0,1-1-160 0,-5 1 0 15,-2 2 144-15,-4 4-144 16,-4-1 0-16,-2 1 0 0,-1 0 0 0,0 1 0 0,-1-2-208 0,1 0-64 0,0 0-16 0,2-1-11552 31,1-4-2320-31</inkml:trace>
  <inkml:trace contextRef="#ctx0" brushRef="#br0" timeOffset="95076.41">17042 11020 4607 0,'-2'-1'400'16,"0"0"-400"-1,2 1 0-15,0-1 0 0,0 1 976 0,0 0 112 0,-1-2 32 0,-1 1 0 0,0-1 560 0,1 1 112 16,1 0 32-16,2-1 0 0,0 0 160 0,1 1 16 16,3 1 16-16,0-2 0 0,-6 2-224 0,0 0-64 15,0 0 0-15,38-3 0 0,-38 3-576 0,0 0-128 16,38 0-32-16,-38 0 0 0,0 0-576 0,41 1-112 15,-41-1-32-15,0 0 0 0,42 0-272 0,-42 0 0 16,0 0 128-16,39-1-128 0,-39 1 0 0,0 0-256 16,32-4 64-16,-32 4 0 15,0 0-1472-15,0 0-304 0</inkml:trace>
  <inkml:trace contextRef="#ctx0" brushRef="#br0" timeOffset="95338.33">17113 11145 10127 0,'0'0'448'0,"1"-2"96"0,-1 2-544 0,1-1 0 16,0 1 0-16,0 0 0 0,0 0 1424 0,1 0 176 0,1 0 48 0,1 0 0 31,0 0 368-31,-4 0 80 0,0 0 16 0,0 0 0 16,0 0-704-16,0 0-144 0,34 3-32 0,-34-3 0 15,0 0-704-15,0 0-144 0,30-2-16 0,-30 2-16 0,0 0 64 0,28-3 16 16,-28 3 0-16,0 0 0 0,32-2 32 0,-32 2 16 16,0 0 0-16,33-7 0 0,-33 7-480 0,0 0 128 15,30-6-128-15,-30 6 0 16,17-6-1088-16,-17 6-256 0</inkml:trace>
  <inkml:trace contextRef="#ctx0" brushRef="#br0" timeOffset="95934.55">17792 10977 12895 0,'-2'-2'576'0,"0"1"112"0,1 0-560 0,0 0-128 16,0 1 0-16,0 0 0 0,0 0 1280 0,0-2 208 15,-1 2 48-15,0 0 16 0,-1 0 96 0,-1 0 16 16,1 2 0-16,0-1 0 0,0 1-528 0,-1 2-112 0,1 1 0 0,-1 2-16 16,0 0-384-16,-1 3-80 0,2 0-16 0,-2 3 0 15,-1 2-64-15,2 1-16 0,-2 1 0 0,2 0 0 16,0-1-112-16,1 0-16 0,3-16-16 0,-2 29 0 16,2-29 80-16,0 0 0 0,6 35 16 15,-6-35 0-15,0 0-176 0,0 0-32 0,0 0-16 16,34 22 0-16,-34-22-16 0,0 0 0 0,29-7 0 0,-19 2 0 15,0 0 64-15,1-3 16 0,1-1 0 0,0-2 0 16,-2 1-96-16,0-3-16 0,-1 0 0 0,-1 1 0 16,-2 1-128-16,0-1 0 15,-3 0 0-15,0 0 0 0,-1 0 0 0,-1 2 0 0,-2 1 0 16,-1 0 0-16,-1-2 0 0,-1 0 0 0,-2 2 0 0,0 0 0 0,-1 1 0 0,-1-1 0 16,1 2 0-16,-2 2 0 0,2 0 0 15,-1 3 0-15,2-1 0 0,0 3 0 0,1 3-176 0,-1-2 176 16,2 2-128-16,-1 2 128 15,1 0-352-15,1-2 16 0,2 1 0 0,-1 1 0 32,1-1-528-32,1-4-96 0,0 0-32 0,0 0-13600 0</inkml:trace>
  <inkml:trace contextRef="#ctx0" brushRef="#br0" timeOffset="96123.6">17985 11114 11967 0,'1'2'1072'0,"0"-1"-864"0,0 1-208 0,0 0 0 16,0-1 1216-16,-1 1 208 0,0-2 48 16,0 0 0-16,0 0 736 0,0 0 160 0,0 0 16 0,15 36 16 15,-15-36-944-15,0 0-192 0,0 0-48 0,0 0 0 0,0 0-848 0,15 33-176 32,-15-33-48-32,0 0-9200 15,0 0-1840-15</inkml:trace>
  <inkml:trace contextRef="#ctx0" brushRef="#br0" timeOffset="96662.85">18213 11010 6447 0,'0'2'576'0,"0"0"-576"0,0-1 0 16,0 1 0-16,1-2 1824 0,0 1 256 0,-1-1 48 0,0 0 16 15,0 0 448-15,0 0 96 0,0 0 0 0,0 0 16 16,0 0-1072-16,43 14-224 0,-34-17-32 0,2-3-16 16,1-2-512-16,-1-1-96 0,1 0-32 0,0-3 0 15,1 0-400-15,-2-1-64 0,0 1-32 0,-2 0 0 16,1 0-96-16,-3-2 0 0,-1 2-128 0,-1 0 192 16,-2 1-192-16,-2-1 144 0,-1 3-144 0,-4-1 128 15,0 1-128-15,-1 2 0 0,-2 1 0 0,-2 2 0 16,-1-1 144-16,-1 3-144 0,-2 0 160 0,-1 2-160 0,0 2 128 15,0 3-128-15,-1-1 0 0,1 3 144 0,1 0-144 16,1 1 0-16,0 1 0 0,2-2 128 0,2 3 16 0,0-1 0 16,2 0 0-16,1-1 0 0,0 1 48 0,3-2 16 15,2-7 0-15,0 0 0 0,0 0-208 0,2 31 0 16,-2-31 0-16,0 0 0 0,0 0 0 0,0 0 0 16,0 0 0-16,36 29 0 0,-36-29 0 0,0 0 128 15,0 0-128-15,36 4 144 0,-36-4-16 0,0 0-128 16,0 0 192-16,0 0-64 0,32 8-128 0,-32-8 128 15,0 0-128-15,0 0 128 0,0 0-128 0,0 0 0 0,2 32 144 0,-6-20-144 16,-1 0 0-16,-3 2 128 0,1 1-128 0,-2 2 0 16,-1-1 128-16,0 1-128 0,0 4 128 0,0-4-128 15,0 2 0-15,-1-1 0 0,0 2 0 0,1-4 128 16,2 1-128-16,-1-1 0 0,2-1 0 0,1-3 0 16,2 0 0-16,0-3 0 0,2-1 0 0,0-2 0 15,2-6-960-15,0 0-192 16,0 0-64-16,0 0-13632 0</inkml:trace>
  <inkml:trace contextRef="#ctx0" brushRef="#br0" timeOffset="97056.36">18510 10884 13823 0,'-2'-2'608'0,"1"2"128"0,0-2-592 0,1 2-144 16,0 0 0-16,1 0 0 0,-1 0 1392 0,0-2 240 15,2 1 48-15,1 1 16 0,1-2 400 0,1-1 80 16,2 1 0-16,0 0 16 0,1-1-640 0,-8 3-128 16,20-5-16-16,-9 1-16 0,2-1-688 0,-1 0-144 0,2 1-32 0,-1-3 0 15,1 3-272-15,-1 0-48 0,0-3-16 0,0 3 0 16,-1 1 0-16,-1-2 0 0,1 3 0 0,-2-2 0 15,-1 3 32-15,-9 1 0 0,0 0 0 0,0 0 0 16,30 0-32-16,-30 0-16 0,0 0 0 16,0 0 0-16,0 0 16 0,0 0 0 0,0 0 0 0,0 0 0 15,19 43-32-15,-19-43 0 0,-3 24 0 0,0-9 0 16,0 3-32-16,-1 1-128 0,-1 0 192 0,0 2-64 0,-1 1-128 16,0 1 0-16,-2 3 144 0,0 0-144 0,-1-2 0 0,-2 2 128 15,1 0-128-15,-1-2 0 0,1-1 0 16,-2 0 0-16,0 0 0 0,0-2 0 15,2-2-272-15,0-5-32 0,4-2 0 0,-1 0 0 16,2-5-1440-16,-1-1-304 0,2-3-48 0,2-2-12816 16</inkml:trace>
  <inkml:trace contextRef="#ctx0" brushRef="#br0" timeOffset="97261.98">18581 11072 6447 0,'-3'0'576'0,"1"2"-576"15,1 0 0-15,1-2 0 16,0 0 1728-16,0 0 224 0,0 0 48 0,0 0 16 0,0 0 1040 16,0 0 208-16,0 0 32 0,27 31 16 15,-27-31-1088-15,0 0-224 0,42-5-32 0,-25-1-16 0,3 0-1136 0,0-3-240 0,1 0-32 0,-2-1-16 16,1 0-528-16,-1-1-256 0,1 1 32 0,-3 1 0 31,1-1-1504-31,-3 1-320 0,-1 2-48 0,-2 0-10784 0</inkml:trace>
  <inkml:trace contextRef="#ctx0" brushRef="#br0" timeOffset="97626.56">19026 10793 19343 0,'1'1'848'0,"0"-1"192"0,1 0-832 0,-1 0-208 0,1 0 0 0,0 0 0 0,1 0 1552 0,2-2 272 32,3 2 48-32,2-4 16 0,4 0 0 0,1 1 0 0,1 0 0 0,-2-2 0 0,1 2-784 0,-1 0-144 0,-14 3-48 0,28-4 0 31,-28 4-496-31,26-2-96 0,-26 2-32 0,0 0 0 16,32 0-160-16,-32 0-128 0,0 0 192 0,0 0-192 15,0 0 192-15,0 0-64 0,32 17 0 0,-32-17-128 16,0 0 304-16,0 0-48 0,0 0-16 0,-3 33 0 15,0-24-48-15,-2 3-16 0,-2 4 0 0,1 1 0 16,-2 2-176-16,-1 3 128 0,-1 2-128 0,0 4 128 0,0 0-128 16,-1 1 128-16,1 4-128 0,0-3 128 0,2-1-128 0,-1-2 0 15,2 1 0-15,0-5 128 0,1 1-128 0,0-5 0 16,2 0 0-16,4-19 0 16,-5 29-816-16,5-29-32 0,-4 16-16 0,3-11 0 15,1-3-2064-15,0-2-400 0</inkml:trace>
  <inkml:trace contextRef="#ctx0" brushRef="#br0" timeOffset="97849.13">19034 11046 9215 0,'0'0'816'0,"1"0"-656"0,0 2-160 16,1-2 0-16,-1 0 2064 0,1 0 384 0,-2 0 80 0,0 0 16 15,0 0 832-15,30-4 160 0,-30 4 48 0,28-8 0 16,-28 8-1424-16,31-10-288 0,-15 3-48 0,2 0-16 15,1 0-1168-15,-2-1-224 0,1 0-48 0,-1 1-16 16,-2-1-352-16,1 1 0 0,0 0 0 0,0 0 0 31,-2 1-1408-31,1 0-192 0,0 1-32 0,-15 5-14000 0</inkml:trace>
  <inkml:trace contextRef="#ctx0" brushRef="#br0" timeOffset="98237.21">19469 10860 17503 0,'-4'1'768'0,"1"-1"176"0,1 2-752 0,1-2-192 16,1 0 0-16,0 0 0 0,1-2 1568 0,0 2 288 15,2-1 48-15,0 1 16 0,4-2-32 0,1 1 0 16,1-2 0-16,2 0 0 0,0 0-336 0,1 0-64 15,-12 3-16-15,28-3 0 0,-28 3-784 0,29-2-176 0,-29 2-16 0,33 2-16 16,-33-2-192-16,30 6-32 0,-30-6-16 0,0 0 0 16,33 13-112-16,-33-13-128 0,0 0 176 0,0 0-176 15,28 33 0-15,-28-33 0 0,0 0 0 0,3 35 0 16,-3-35 128-16,-8 30-128 0,-1-16 0 0,-1 1 0 16,-2 0 0-16,-2-1 0 0,1 0 0 0,-2-2 0 15,1 0-160-15,0 0 160 0,2-3-160 16,1 1 160-16,1-3 0 0,3 0 0 0,2-2 0 0,3 2 0 15,0-5 0-15,2-2 0 0,0 0 0 16,0 0 160-16,0 0 80 0,0 0 16 0,38 15 0 0,-38-15 0 0,31 2 0 0,-31-2 16 16,43-3 0-16,-16 1 0 15,2-3-272-15,-1-2 160 0,1 0-160 0,-1 0 128 16,0-3-128-16,-1 1 0 0,0 0 0 0,-1-3-18432 16</inkml:trace>
  <inkml:trace contextRef="#ctx0" brushRef="#br0" timeOffset="105163.05">5102 11998 18431 0,'0'-2'1632'0,"1"2"-1312"16,0-1-320-16,-1 1 0 0,0-1 1264 0,1 1 176 0,0-2 32 0,1 0 16 16,1 1 656-16,1 1 128 0,-1 1 32 0,2 3 0 15,-5-4-768-15,0 0-128 0,0 0-48 0,18 38 0 16,-18-38-624-16,0 0-128 0,17 40-32 0,-17-40 0 16,0 0-368-16,14 40-80 0,-14-40 0 0,0 0-128 15,0 0 0-15,24 34 0 0,-24-34 0 0,0 0-144 16,0 0-1552-1,0 0-304-15,38 7-64 0,-28-10-13264 0</inkml:trace>
  <inkml:trace contextRef="#ctx0" brushRef="#br0" timeOffset="105318.73">5403 12034 13823 0,'10'-4'608'0,"-4"2"128"0,-1 1-592 0,0 1-144 16,-1 0 0-16,-1 0 0 0,0 1 2048 0,-3-1 384 16,0 0 80-16,0 0 16 0,39 18-48 0,-39-18-16 15,0 0 0-15,0 0 0 0,30 28-1008 0,-30-28-208 0,0 0-32 16,0 0-16-16,0 0-880 0,0 0-160 15,0 0-32-15,0 0-128 16,0 0-384-16,0 0-192 0,0 0-48 0,0 0-14992 0</inkml:trace>
  <inkml:trace contextRef="#ctx0" brushRef="#br0" timeOffset="105483.53">5286 11676 24879 0,'-6'-6'1088'0,"3"2"256"15,1 1-1088-15,0 2-256 0,1-1 0 16,1 2 0-16,0 0 1504 0,0 2 240 0,1 0 48 0,1 1 16 16,-2-3-496-16,0 0-96 15,0 0-32-15,21 33 0 0,-21-33-928 0,0 0-256 0,0 0 0 16,38 36 128-16</inkml:trace>
  <inkml:trace contextRef="#ctx0" brushRef="#br0" timeOffset="110259.6">5991 11840 2751 0,'-1'-3'256'0,"1"3"-256"15,0-2 0-15,0 2 0 16,1 0 896-16,0 0 128 0,0 0 16 0,1 0 16 16,2 0 576-16,0 0 112 0,2 2 32 0,-6-2 0 15,0 0-272-15,0 0-48 0,0 0-16 0,41 7 0 16,-41-7-176-16,0 0-48 0,0 0 0 0,47 6 0 15,-47-6-432-15,0 0-80 0,42 2-32 0,-42-2 0 16,0 0-240-16,39 2-48 0,-39-2-16 0,0 0 0 16,0 0-208-16,43-2-32 0,-43 2-128 0,0 0 192 15,0 0-192-15,35-5 0 0,-35 5 0 0,0 0-160 0,0 0 160 0,28-6 0 16,-23 5 0-16,-1-2-128 16,-2 1-320-16,0 2-64 0,-1 0-16 0,-1 0 0 15,0 0-736-15,-1 0-144 0,-2 2-16 0,0-1-16 16,-1 1-400-16,0-1-80 0,1 0 0 0,-2 1-16 15,-1-1 736-15,1 1 160 0,0-2 16 0,0 2 16 0,-2-2 640 0,2 1 128 16,1 1 32-16,-2 0 0 0,2-1 208 0,-2 0 160 16,2 0-32-16,1 1 0 0,-1 1 448 0,0 1 96 15,1-2 16-15,1 3 0 0,0 0 336 0,0-1 80 16,0 2 16-16,1 0 0 0,0 1-176 0,0 1-48 16,0 3 0-16,-1-1 0 0,2 0-224 0,-2 2-48 0,1 1-16 15,-1 0 0-15,1-1-272 0,-2-1-48 0,2-1-16 0,0 1 0 16,0-1-272-16,1-1 0 15,0 1 0-15,-2-1 0 0,1 1 0 0,0-3-144 0,0 0 144 0,0-2-128 16,0 0-704 0,-1-1-128-16,1-2-16 0,0 1-16 0,-1-1-928 15,0-2-176-15,-1 0-32 0,-1 0-16 0,0 1 112 0,-2-1 32 16,-1 2 0-16,-1 0 0 0,0-2 1104 0,-1 2 240 0,-1-1 32 16,1 1 16-16,1 0 1232 0,-2-1 240 0,2 3 48 0,0-2 16 15,1 1 144-15,1 1 16 0,0-1 16 0,2-2 0 0,1 2 352 16,2-2 64-16,0 1 16 0,2 0 0 0,1-2 464 0,1 0 112 15,3 0 0-15,0 0 16 0,-6 0-192 0,0 0-32 16,0 0-16-16,37-5 0 0,-37 5-560 0,0 0-112 16,38-6-32-16,-38 6 0 0,0 0-240 0,45-8-48 15,-45 8-16-15,34-4 0 0,-34 4-496 0,0 0-112 16,49-5-16-16,-49 5 0 0,0 0-256 0,42-5 0 16,-42 5 0-16,0 0 0 0,37-5-272 15,-37 5-64-15,0 0-16 0,34-5-10048 16,-34 5-2016-16</inkml:trace>
  <inkml:trace contextRef="#ctx0" brushRef="#br0" timeOffset="110698.92">6495 11985 5519 0,'0'-1'496'0,"1"1"-496"0,-1-2 0 0,0 2 0 15,0 0 1872-15,0 0 288 0,-1 0 48 0,0 0 16 16,-1 0 128-16,-1 0 16 0,0 3 16 0,0 1 0 15,-1 2-624-15,0 0-128 0,1 1-32 0,0 0 0 16,0 2-304-16,0 1-64 16,0 0-16-16,1 2 0 0,-2-1-576 0,1 1-128 0,1 1-32 0,0 0 0 15,1-1-288-15,-1 0-48 0,1 0-16 0,1-3 0 0,0-1-128 0,1-2 0 16,1 0 0-16,-1-2 128 0,1-2-128 0,0-2 0 16,1-2 0-16,1-2-176 0,-1-2-80 0,1 0 0 15,0-3-16-15,-1-2 0 16,2 2-1424-16,-2-3-288 0,1 1-48 0,-1 1-16 31,0-2 288-31,0 0 48 0,0 0 16 0,-1 0 0 0,0 0 1008 0,0 0 208 0,1 1 32 0,0-1 16 0,-1 3 976 0,1-1 192 16,0 1 32-16,1 2 16 0,-1 2 496 0,1 1 112 15,1 1 16-15,-1 0 0 0,1 1 48 0,1 2 16 16,-6 0 0-16,0 0 0 0,0 0-368 0,0 0-64 0,0 0-16 16,38 23 0-16,-38-23-480 0,0 0-96 0,0 0-32 0,26 38 0 15,-26-38-224-15,0 0-64 16,18 38 0-16,-18-38 0 0,8 26-128 0,-8-26 0 0,4 24 0 0,-3-12 0 15,0-4 0-15,0 0 0 0,-1-2 0 0,1-2 0 16,0-2 0-16,0 1 0 0,1-3 0 0,0-2 0 16,2 1-1056-16,1-3-192 0</inkml:trace>
  <inkml:trace contextRef="#ctx0" brushRef="#br0" timeOffset="111888.67">7321 11894 11967 0,'-2'0'1072'0,"0"-1"-864"0,1 1-208 0,1-1 0 16,0 1 912-16,0-2 144 0,-1 0 32 0,-1-1 0 15,0-2 752-15,1 1 144 0,1-2 48 0,2 2 0 16,1-1 0-16,0-1 0 0,1 1 0 0,1 0 0 16,1 1-432-16,1 0-64 0,-1 0-32 0,1 3 0 15,-7 1-624-15,0 0-128 0,0 0-32 0,0 0 0 0,0 0-400 0,40 10-96 16,-40-10-16-16,0 0 0 0,0 0-208 15,0 0 0-15,30 34 128 0,-30-34-128 0,0 0 0 0,10 29 0 16,-9-18 0-16,-1-1 0 16,-1 1 0-16,-2-2 0 0,1 1 0 0,-2 0 0 0,-1-1 0 0,0 1 0 15,-2 1 0-15,1-1 0 16,-1-1-176-16,0 0 176 0,0 1-160 0,0-3 160 0,0 1-192 0,0-1 192 16,1-1-208-16,0 0 80 0,1 0 128 0,1-1 0 15,0 0 0-15,0-3-128 0,1 1 128 0,2-1 0 0,0 1 0 16,1-3 0-16,0 2 0 0,0-2 0 15,2 1 0-15,-1-1 0 0,2 0 0 0,0-1 0 16,0 1 0-16,1 0 0 0,1-2 0 0,1 0 0 0,0 1 0 0,2-1 0 16,-8 2 0-16,0 0 0 0,25-5 0 0,-15 1 128 15,-10 4-128-15,0 0 0 0,31-9 0 0,-31 9 0 16,21-6 0-16,-21 6 0 0,20-7 0 0,-12 3 0 16,0 1 0-16,-1-2 0 0,1 3-128 0,-1-3 128 15,0 2-1600-15,-2 1-256 0,0 0-32 0,0 2-13264 16</inkml:trace>
  <inkml:trace contextRef="#ctx0" brushRef="#br0" timeOffset="112079.66">7635 12006 8287 0,'1'0'736'0,"0"0"-592"0,0 0-144 15,-1 0 0-15,1 0 2128 0,0 0 400 0,1 0 80 0,1 0 16 16,0 0 192-16,1 1 64 0,1-1 0 0,-2 1 0 15,2-1-1088-15,-1 2-224 0,-1-2-32 0,1 0-16 16,-1 0-1056-16,1 0-208 0,-2 0-32 0,2 0-16 31,-1 0-1200-31,0 0-240 0,0-2-48 0,1 2-12688 0</inkml:trace>
  <inkml:trace contextRef="#ctx0" brushRef="#br0" timeOffset="112491.87">7817 11856 4607 0,'1'-1'400'0,"-1"0"-400"0,1 1 0 0,0-2 0 0,0 2 1696 0,0 0 256 16,0-2 48-16,1 1 16 0,1-1 1040 0,-3 2 208 15,0 0 32-15,18-7 16 0,-18 7-880 0,0 0-160 16,20-8-32-16,-20 8-16 0,0 0-912 0,0 0-176 15,29-4-48-15,-29 4 0 0,0 0-640 0,0 0-128 0,0 0-16 16,0 0-16-16,38 9-288 0,-38-9 160 0,0 0-160 0,0 0 128 16,0 0-128-16,0 0 0 0,18 33 0 0,-19-25 0 15,0-1 0-15,-2 2 0 0,0 1 0 0,0-1 0 16,-2 1 0-16,-1 1 0 0,-1-1 0 0,-1 0 0 16,-1 0 0-16,1-1 0 0,0 0-192 0,0-1 192 15,2 0-256-15,-1 1 64 0,1-1 0 0,1 1 16 16,1 0 176-16,2-1 0 0,0-3 0 0,1 2-128 15,1-2 128-15,2-1 0 0,-2-4 0 16,0 0 0-16,0 0 0 0,0 0 128 0,0 0-128 0,0 0 0 0,40 6 128 0,-40-6-128 16,22-9 128-16,-10 3-128 15,0-1 240-15,-12 7-32 0,26-13 0 0,-13 7 0 16,-13 6-208-16,23-11 128 0,-13 6-128 0,-10 5 0 0,20-8 0 0,-12 4-128 16,0 1-16-16,-8 3 0 15,0 0-1632-15,22-7-320 0</inkml:trace>
  <inkml:trace contextRef="#ctx0" brushRef="#br0" timeOffset="113036.57">8264 11771 8287 0,'0'-3'736'0,"-1"3"-592"0,1-2-144 0,0 2 0 16,-1 0 2240-16,0 0 400 0,-1 0 96 0,-1-1 16 15,-2 1 0-15,-1 1 16 0,0 2 0 0,1 1 0 16,-1 1-1024-16,0 2-208 15,3-2-32-15,-1 2-16 0,1-2-528 0,1 2-128 0,2-2 0 0,0 0-16 16,0-5-464-16,0 0-96 16,0 0 0-16,0 0-16 0,0 0-240 0,0 0 128 0,32 33-128 0,-32-33 0 0,0 0 160 0,0 0-160 15,31 23 160 1,-31-23-160-16,0 0 160 0,31 29-160 16,-31-29 160-16,0 0-160 0,36 35 128 0,-36-35-128 0,0 0 0 0,35 33 0 15,-35-33 0-15,0 0 0 0,0 0 0 0,30 29 0 16,-30-29 0-16,0 0 0 0,0 0 0 0,0 0 0 0,0 0 0 0,0 0 0 15,8 29 128-15,-12-27-128 16,-3 0 0-16,0 0 0 0,-2 1 128 0,-2-3-128 0,-1 2 0 0,-1-2 0 16,0 1 128-16,0-1-128 0,-2 0 0 0,1-1 0 15,1 1 0-15,1-2 0 0,0-1 0 0,1 1 0 16,0 0 0-16,2 0 0 0,1-1 0 0,0-2 0 16,3 3 0-16,1-2 0 0,2 1 0 0,1-2 0 15,1 0 0-15,2 0 0 0,1 1-144 0,2-3 144 16,3-2 0-16,2-1-144 0,1 0 144 0,2-2-128 15,2 0 128-15,1-2-128 0,1 2 128 0,1-3-192 16,1 0 192-16,-3 1-192 16,1 0 16-16,-2-1 0 0,-2 3 0 0,-2-2 0 15,-2-1 176-15,-1 2 0 0,-4 1-144 0,-1 0 144 0,-2 3 0 0,-2 0 0 0,-4 1 0 0,0 1 0 16,-4 2 0-16,-1 0 0 16,-2 3 0-16,-1-1 128 0,-1 3 0 0,0 0-128 15,1 0 192-15,0 1-64 0,1 1-128 0,2-1 128 16,2 0-128-16,1 1 128 15,4-1-432-15,0 1-80 0,3 0-32 0,2-1-10480 16,-2-1-2096-16</inkml:trace>
  <inkml:trace contextRef="#ctx0" brushRef="#br0" timeOffset="113461.25">8793 11594 4607 0,'-3'-1'400'0,"1"1"-400"0,0 0 0 0,1 0 0 16,0 0 1712-16,0 0 256 0,-1 0 48 0,-2 1 16 16,-2 1 400-16,-1 0 64 0,-1 0 32 0,-2 1 0 0,0 2-672 0,2 1-144 15,-1 0-32-15,0 1 0 0,2 3-528 16,0-1-128-16,1 2 0 0,2-1-16 0,0 1-496 15,3-1-112-15,1-10-16 0,0 0 0 0,0 0-208 0,0 0-48 16,0 0-128-16,25 31 192 0,-25-31-192 0,0 0 0 16,29-6 0-16,-29 6 0 0,21-11 0 0,-11 4 0 15,0-2 0-15,-1-1 0 0,2 0-320 16,-3-1-64-16,-1 1-16 0,-1 1 0 16,-1-1-208-16,-2 1-32 0,-1 2-16 0,-2-1 0 0,-1 4 352 0,-2-3 80 0,0 4 16 15,-3-1 0-15,0 2 208 0,-2 1 192 16,0 1-48-16,-2 0 0 0,-1 3 304 0,0-1 48 15,0 3 16-15,0 0 0 0,1-1-192 0,1 1-48 0,-1 0 0 0,2-1 0 16,2 1-144-16,-1-2-128 0,1 1 144 0,2 1-144 16,0 0 0-16,2-4-160 0,2 0 0 0,2 1-9072 15,1-2-1824-15</inkml:trace>
  <inkml:trace contextRef="#ctx0" brushRef="#br0" timeOffset="113746.56">9064 11638 9215 0,'-2'0'816'0,"1"0"-656"15,0 2-160-15,-1-2 0 0,0 1 2064 0,-1 1 384 16,-1 3 80-16,-5 0 16 15,-2 5-128-15,-1 1-32 0,-2 1 0 0,-1 3 0 0,1 0-1008 0,-1 2-208 0,-1 4-32 0,-2-1-16 16,1 3-416-16,-3-2-96 0,0 3-16 0,-2 2 0 31,-2 2-400-31,-3 2-64 0,-1 2-128 0,-3-1 176 0,1 0-176 0,-2-2 0 0,1 2 0 0,4-3-176 16,3-4-144-16,5-4-48 0,5-3 0 0,2-4 0 31,4-2-320-31,2-4-64 0,3-4-16 0,2-1-12640 0</inkml:trace>
  <inkml:trace contextRef="#ctx0" brushRef="#br0" timeOffset="114063.53">8773 12044 8287 0,'-1'2'736'0,"0"-2"-592"31,1 2-144-31,0-1 0 0,-1 1 1632 0,0 0 288 0,-1 3 64 0,-1 4 16 16,-1 3 288-16,1 1 48 0,0 3 16 0,0-2 0 0,1 2-976 0,0-2-192 15,1 1-32-15,0-1-16 0,0 1-272 0,1-15-48 16,1 24-16-16,-1-24 0 0,0 0-176 0,0 0-48 16,0 0 0-16,21 30 0 15,-21-30-208-15,0 0-48 0,27-9-16 0,-16 2 0 0,2-3 336 16,2-2 80-16,0-2 16 0,0-2 0 0,2-1-352 0,-2 0-80 0,-1 1-16 0,-2 1 0 16,-3-1-288-1,-2 3 128-15,-4 0-128 0,-4 3 0 0,-2 3 128 0,-6 2-128 0,-5 1 0 0,-3 6 0 16,-4 3 0-16,-2 1 0 0,-1 4 0 0,-1 3-144 31,2-1-336-31,2 1-64 0,2-3-16 0,1-1-10304 0,4 0-2064 16</inkml:trace>
  <inkml:trace contextRef="#ctx0" brushRef="#br0" timeOffset="115281.35">9476 11960 15663 0,'-2'0'1392'0,"1"0"-1120"16,1 0-272-16,0 0 0 0,0 0 640 0,-1 1 80 16,-2 1 16-16,-1 1 0 0,0 3 448 0,-2 2 96 15,-1 1 0-15,2 1 16 0,-1 4-224 0,1-2-48 16,1 4-16-16,-1-1 0 0,2 0-240 0,0 0-32 16,2-1-16-16,1-2 0 0,1 0-192 0,-1-12-32 15,0 0-16-15,0 0 0 0,0 0-16 0,0 0 0 0,38 19 0 0,-38-19 0 16,24-12 224-16,-10 3 32 15,1-3 16-15,-1-1 0 0,2 0-192 0,-3-3-32 0,0 1-16 0,-1 1 0 16,-2 2-304 0,-1-2-48-16,-2 0-16 0,-1 2 0 0,-2 2-128 15,-2 1 0-15,-3-1 0 0,-2 4 0 0,-3 0 0 0,-1 3 0 16,-4 2 0-16,-1 1 128 0,-3 1-128 0,0 2 128 0,0 2-128 0,-2 0 128 16,3 0-128-16,0 2 128 0,1-2-128 0,2 2 128 31,2-3-128-31,3-1 0 0,0 2 0 0,3-1 0 15,2-1-640-15,2-1-128 0,3 0 0 0,-4-2-15360 16</inkml:trace>
  <inkml:trace contextRef="#ctx0" brushRef="#br0" timeOffset="115630.57">9985 11897 16575 0,'5'-5'1472'0,"-1"0"-1168"15,-1 3-304-15,-2-1 0 0,0 0 576 0,4-5 48 0,0-1 16 16,2-4 0-16,0-4 64 0,0 1 32 0,-2 2 0 0,-4 2 0 16,-2 2 672-16,-2 3 128 15,-2 2 16-15,0 1 16 0,-3 2-32 0,1 2-16 0,-2-2 0 0,-1 4 0 16,0 0-656-16,0-1-128 0,-1 0-32 0,1 2 0 16,-2 2-192-16,2-1-64 0,1 3 0 0,0-1 0 15,0 3-144-15,2-2-48 0,0 2 0 0,2 3 0 16,0-3-96-16,1 4-32 0,1 3 0 0,2 0 0 15,2 3-128-15,0 2 0 0,1 4 144 0,2 1-144 16,1 0 0-16,0 7 0 0,1 2 0 0,-1 3 0 16,-1 0 0-16,1 3 0 0,-1-1-144 0,0-5 144 0,-1-2 0 15,-1-1 0-15,0-3 0 0,0-2 0 16,0-1-576-16,0-3 16 0,0-6 0 0,-2-17 0 16,3 22-1008-16,-3-17-208 0,1-5-32 0,-2-3-16 15,2-1-192-15,-1-6-32 0</inkml:trace>
  <inkml:trace contextRef="#ctx0" brushRef="#br0" timeOffset="115788.56">9786 12105 20271 0,'-1'-2'896'0,"2"0"192"0,1 2-880 0,1 0-208 0,-1 0 0 0,1 2 0 16,-3-2 2192-16,0 0 400 16,0 0 80-16,57 12 16 0,-57-12-464 0,56 7-96 0,-56-7-16 0,59 2 0 15,-59-2-1152-15,58-4-224 0,-58 4-48 0,55-10-16 16,-55 10-528-16,47-10-144 0,-47 10 0 0,39-9-17728 15</inkml:trace>
  <inkml:trace contextRef="#ctx0" brushRef="#br0" timeOffset="117411.28">10963 11972 11967 0,'2'-2'1072'0,"-1"0"-864"0,0-2-208 0,0 3 0 15,-1-1 1248-15,1 1 208 0,0-5 32 0,1-2 16 16,0-1 800-16,-1 0 176 0,-2-1 16 0,-1 5 16 15,-1 0-432-15,-1 3-96 0,-2 0 0 0,0 2-16 16,-3 0-800-16,-1 2-144 0,-1 0-48 0,0 3 0 16,-1 0-432-16,0-2-96 0,1 4 0 0,-2-1-16 15,-1 4-208-15,-2 3-32 0,2 0-16 0,1 4 0 16,1 0 720-16,0 3 160 16,3 2 32-16,0 3 0 0,4 1-1648 0,1 1-320 0,2-3-64 0,1 0-16 15,3 0 800-15,-2-24 160 0,9 44 0 0,-9-44 0 16,0 0 0-16,26 41 0 0,-26-41 0 0,0 0 0 0,0 0 0 15,49 21 0-15,-49-21 0 0,32-2 0 0,-32 2 0 0,37-12 0 16,-17 2 0-16,-1-1 0 0,1 1-320 0,-1-2 64 16,0 0 0-16,-3 1 0 15,1-1-1632-15,-2 1-320 0,0 0-64 0,-2 2-16 16,1-1-752-16,-1 2-160 0,0-1-16 0,-2 3-16 16,0-2 1056-16,-1 2 192 0,-1 0 64 0,-1 2 0 0,-1-1 1216 0,-1 0 256 0,0 1 64 15,-1-1 0-15,-1 0 1088 0,-1 1 240 0,0-2 32 0,0 0 16 16,-1-1 1072-16,0 2 224 0,0-3 32 15,-1 0 16 1,0 2-416-16,0-1-96 0,-1 0-16 0,0 1 0 16,-1 0-576-16,-1 2-112 0,0-1-32 0,-1 0 0 15,0 3-384-15,-2 0-64 0,1 1-32 0,-3-1 0 16,1 2-272-16,-3 0-48 0,1 2-16 0,0 1 0 16,-2 1-128-16,0 2-16 0,0 0-128 0,0 4 192 15,0-1-192-15,0-1 144 0,1 3-144 0,1 0 128 16,0 2-128-16,1-1 0 0,2 2 0 0,1 0 0 0,1 3 0 15,2-3 0-15,0 3 0 0,1-17 0 0,4 26 0 16,-4-26 0-16,0 0 0 0,0 0 0 0,20 35 0 0,-20-35 0 16,0 0 0-16,0 0 0 0,0 0 0 0,39 12 0 15,-39-12-128-15,19-7 128 0,-11 2 0 0,0-2 0 16,2 0 0-16,-1 0 0 0,-2-3 0 0,2 1 0 16,-2-2 0-16,0 1 0 0,-2-1-208 0,0 0 80 15,-2-1 128-15,0 3-208 0,-1 0-48 0,-1-1-16 16,-1 1 0-16,-1 2 0 0,-1-1 272 0,0 1-128 15,1 2 128-15,-1 1 0 0,-1 2 0 0,0 1 0 16,1 4 0-16,0-1 0 0,1 3 160 0,1 0 32 0,-1 2 16 0,1 1 0 16,0 1 32-16,0 2 0 0,0-11 0 0,0 0 0 15,4 29-16-15,-4-29 0 0,0 0 0 16,0 0 0-16,15 30-80 0,-15-30-16 0,0 0 0 0,0 0 0 16,0 0-128-16,0 0 160 0,40 23-160 0,-40-23 160 15,0 0-160-15,0 0 0 0,0 0 0 0,33-4 0 16,-33 4 0-16,0 0 0 0,0 0 0 0,21-9 0 15,-17 5-1408-15,1 1-176 0,1-2-16 0,-1 1-13696 16</inkml:trace>
  <inkml:trace contextRef="#ctx0" brushRef="#br0" timeOffset="117791.69">11442 11996 10127 0,'2'-1'448'0,"-1"0"96"0,1-1-544 0,-1 2 0 15,-1 0 0-15,0 0 0 0,0 0 2016 0,0 0 288 16,0 0 64-16,-1 2 16 0,-1 0-512 0,-1 1-96 16,0 1-32-16,-2 0 0 0,0 0-416 0,0 1-96 15,0 0-16-15,0-1 0 0,-1 3-512 0,1-3-96 16,-1 1-32-16,0 0 0 0,2 0-320 0,-1 0-64 0,1-1 0 0,1 1-16 16,0 0 160-16,0-1 48 0,1 1 0 0,1 0 0 15,1-3-48-15,0-2 0 0,0 0 0 0,0 0 0 16,0 0-144-16,0 0-48 0,0 0 0 0,28 31 0 15,-28-31-16-15,0 0 0 0,0 0 0 0,0 0 0 16,43 15-128-16,-43-15 192 0,0 0-192 0,0 0 192 16,0 0-192-16,0 0 0 0,33 26 0 0,-33-26 0 15,0 0 0-15,0 0 0 0,-1 19 0 0,-2-12 0 16,-2-1 0-16,-2-1 0 0,0 0 0 0,-1 0 0 16,-1 0 0-16,0-3 0 0,0 0 0 15,0-1 0-15,1-1 0 0,0-1 0 0,0 1 0 0,3-2 0 0,0 0-336 16,2-3-48-16,2 2-16 0,2-1 0 15,3-1-1936-15,1 0-384 0</inkml:trace>
  <inkml:trace contextRef="#ctx0" brushRef="#br0" timeOffset="118153.96">11531 12123 2751 0,'1'1'256'0,"0"-1"-256"0,1 0 0 0,0 0 0 0,-1 0 2672 0,0 0 480 15,1 2 112-15,1-2 0 0,-3 0 384 0,0 0 80 16,0 0 16-16,0 0 0 0,40 5-1248 0,-40-5-256 0,0 0-64 0,30-7 0 15,-30 7-1088-15,20-7-208 0,-20 7-48 0,21-12-16 32,-12 5-512-32,0 0-112 0,1 0 0 0,-2-2-16 0,-2 4-176 0,1-3 0 15,-3 2 0-15,-2-1 0 0,0 2 0 0,-2 0 0 0,-1 0 0 0,-2 1 0 16,-2-1-192-16,-1 1 16 0,-1 1 16 0,-1 0 0 16,-1 1-256-16,0-1-48 0,0 3-16 0,0 0 0 15,0 1 224-15,0 3 32 0,1 2 16 0,0 0 0 16,2 3 208-16,-1-1 0 0,1 1 0 0,1 1-144 15,0 1 144-15,2 1 128 0,0 0-128 0,1 0 176 0,0 0 144 0,2-12 16 32,0 21 16-32,0-21 0 0,0 0 16 0,4 27 0 0,-4-27 0 0,0 0 0 0,0 0-160 0,0 0-16 15,0 0-16-15,28 32 0 0,-28-32-176 0,0 0 160 16,0 0-160-16,0 0 160 0,37 3-160 0,-37-3 128 16,0 0-128-16,25-5 128 0,-25 5-128 0,0 0 0 15,27-10 0-15,-27 10 0 0,20-9-256 16,-20 9-96-16,25-11-16 0,-25 11-11344 15,27-12-2256-15</inkml:trace>
  <inkml:trace contextRef="#ctx0" brushRef="#br0" timeOffset="118502.01">12023 12001 13823 0,'-2'0'608'0,"0"0"128"0,0 0-592 0,1 0-144 0,-1 0 0 0,0 2 0 16,0-2 1328-16,-2 3 224 0,-3-1 48 0,-2 3 16 31,-2 0-80-31,0 1 0 0,0 0-16 0,1 0 0 0,0 2-304 16,0-3-48-16,1 2-16 0,1 0 0 15,0 0-496-15,2 0-96 0,1 0-32 0,1-2 0 0,1 2 48 0,1-2 16 16,2 2 0-16,0-3 0 0,0-4-64 16,0 0-16-16,0 0 0 0,0 0 0 0,0 0-192 0,0 0-32 15,33 31-16-15,-33-31 0 0,0 0-128 0,0 0-16 16,35 19-128-16,-35-19 192 0,0 0-192 0,0 0 0 15,0 0 0-15,38 20 0 16,-38-20 0-16,0 0 0 0,0 0 0 0,0 0 0 0,0 0 0 0,0 0 0 16,0 0 0-16,0 0 0 0,0 0 0 0,0 0 0 15,-4 23 0-15,-2-21 0 0,-2 1 0 0,1-1 0 16,-3 3 0-16,1 0 0 0,1-1-240 0,-1 3-32 16,-1-2-16-16,3 2 0 15,0-2-1520-15,3-1-304 0,1-1-64 0,2 0-11392 0</inkml:trace>
  <inkml:trace contextRef="#ctx0" brushRef="#br0" timeOffset="118692.54">12199 12212 9215 0,'-1'4'816'0,"0"-1"-656"0,0 2-160 0,0-3 0 16,0 1 1296-16,-1 1 240 0,0-1 32 0,-3 4 16 0,-1 4-272 0,-4 6-48 15,-2 0-16-15,2-3 0 16,0 0-1472-16,2-2-288 0,0 0-64 0,2-5-16 0</inkml:trace>
  <inkml:trace contextRef="#ctx0" brushRef="#br0" timeOffset="120753.96">12508 11947 12895 0,'1'-1'1152'0,"0"-1"-928"16,0 2-224-16,0 0 0 0,1 0 1552 0,-1-1 272 15,3 0 48-15,1-1 16 0,-5 2 560 0,0 0 112 16,27-6 32-16,-27 6 0 0,0 0-848 0,27-4-160 16,-27 4-48-16,0 0 0 0,0 0-720 0,0 0-160 15,35-2-16-15,-35 2-16 0,0 0-496 0,0 0-128 16,0 0 0-16,0 0 0 16,0 0-1072-16,0 0-224 0,0 0-48 0,0 0-13664 0</inkml:trace>
  <inkml:trace contextRef="#ctx0" brushRef="#br0" timeOffset="120911.88">12561 12082 7359 0,'-2'2'320'0,"1"-2"80"0,0 0-400 0,1 0 0 0,0 0 0 0,0 0 0 15,0 0 1632-15,0 1 240 0,1-1 48 0,0 1 16 16,0 1 208-16,1 2 32 0,-1 0 16 0,0 0 0 16,0 2-656-16,-1 0-144 0,0-6-32 0,0 0 0 15,0 23-832-15,-1-12-160 0,0-2-48 0,-1 3 0 0,0 0-320 0,1-3 0 16,-1 3 0-16,1-2-192 15,0-3-688-15,1-7-144 0,0 0-16 0,0 0-10352 16</inkml:trace>
  <inkml:trace contextRef="#ctx0" brushRef="#br0" timeOffset="121179.39">12724 12039 5519 0,'0'0'496'0,"0"2"-496"16,0-2 0-16,-1 1 0 0,1 1 1984 0,0-2 320 15,-1 2 48-15,0 1 16 0,0 4 144 0,0-1 48 0,0-1 0 16,1 2 0-16,0-2-384 0,1 0-64 0,-1-5 0 0,0 0-16 16,0 0-544-16,0 0-96 0,0 0-32 0,36 10 0 15,-36-10-640-15,0 0-128 0,39-8-16 0,-39 8-16 16,29-7-288-16,-29 7-48 0,31-7-16 0,-31 7 0 16,29-5-144-16,-29 5-128 0,0 0 192 0,34-8-192 15,-34 8 0-15,0 0 0 0,28-6 0 0,-21 2 0 16,-1 1-192-16,-1 1-160 0,0-1-32 0,-1-2 0 15,-1 2-1744-15,-2 0-368 0,-1-2-64 0,0 2-11808 16</inkml:trace>
  <inkml:trace contextRef="#ctx0" brushRef="#br0" timeOffset="121385.68">12894 11930 2751 0,'-1'0'256'0,"-1"0"-256"15,1 0 0-15,0 1 0 16,1 0 1424-16,-1-1 240 0,-1 2 64 0,0 3 0 15,-2 0 384-15,1 5 96 0,0-1 16 0,1 3 0 0,-1 3-368 0,1 3-64 16,0 2 0-16,-1 1-16 0,1 2-400 0,0 1-80 16,-1 2-16-16,0 0 0 0,1-2-112 0,1-1-16 15,1-3-16-15,0-20 0 0,3 31-224 0,-3-31-32 16,0 0-16-16,0 0 0 0,24 30-592 0,-24-30-112 0,0 0-32 0,0 0 0 16,39-5-128-16,-28-2 0 0,1 0-160 0,1-4-10368 15,1 1-2080-15</inkml:trace>
  <inkml:trace contextRef="#ctx0" brushRef="#br0" timeOffset="122064.58">13420 12020 12895 0,'2'-4'576'0,"-1"3"112"0,1 1-560 0,-1-2-128 0,-1 2 0 0,0 0 0 0,0 0 1424 0,-1 2 256 0,-1-2 48 15,0 3 16-15,-2 0 288 0,-1 1 48 0,1 1 16 0,-2 1 0 16,0 0-720-16,0 0-144 0,0 4-16 0,0-1-16 16,-1 3-192-16,2 0-48 0,-1 2 0 0,1-1 0 15,0 4-320-15,1-2-64 16,1 2 0-16,0 0-16 0,1-3-240 0,0-2-32 0,2-12-16 0,0 0 0 31,6 28-16-31,-6-28 0 0,0 0 0 0,0 0 0 16,0 0-256-16,0 0 128 0,0 0-128 0,42 0 0 0,-32-7 0 0,1-2 0 0,2-3 0 0,0 0 0 31,2-2 0-31,-2-1-256 0,1-1 32 0,-1 1 0 0,-2 3-464 0,0-2-80 0,0 0-32 0,-1 0 0 0,-1 2 368 0,-2 0 80 16,-2 3 16-16,0-1 0 0,-1 3 336 15,-2 0 0 1,-1 2 0-16,-1 3 0 0,0 0 0 0,-1 2 0 16,-1 2 0-16,1 2 128 0,-1 0 384 0,0 2 64 15,1 2 0-15,-1 1 16 0,1 0-32 0,0 1-16 16,1-10 0-16,0 21 0 0,0-21-256 0,0 0-48 15,7 31-16-15,-7-31 0 0,0 0-48 0,0 0-16 16,0 0 0-16,29 30 0 0,-29-30 0 0,0 0 0 16,0 0 0-16,0 0 0 0,40 6-32 0,-40-6 0 15,0 0 0-15,21-12 0 0,-15 7 0 0,0-1 0 16,0 0 0-16,-1-1 0 0,1 0-128 0,-2 0 160 0,1-3-160 0,-1 1 160 16,-1 2-160-16,0-3 128 0,0 0-128 0,-1-1 128 15,0 1-128-15,-1 1 0 0,-1-1 0 0,1 1 128 16,-1 2-128-16,0 0 0 0,0 2 0 0,0-2 0 15,1 2-176-15,1 0-16 0,0 0 0 0,1 1 0 16,0 0-2336 0,0 1-480-16,1 0-80 0,1 1-11920 0</inkml:trace>
  <inkml:trace contextRef="#ctx0" brushRef="#br0" timeOffset="122185.89">13758 11946 6447 0,'0'0'272'0,"0"0"80"16,0 0-352-16,0 0 0 0,0 0 0 0,0 0 0 0,0 0 2368 0,0 0 416 15,0 0 80-15,0 0 16 0,0 0 304 0,36 1 64 16,-36-1 16-16,0 0 0 0,26-5-1536 0,-26 5-288 15,0 0-64-15,28-8-16 0,-28 8-1072 0,0 0-288 16,30-11 0-16,-30 11 0 16,0 0-1856-16,26-7-448 0</inkml:trace>
  <inkml:trace contextRef="#ctx0" brushRef="#br0" timeOffset="122366.17">13849 12004 8287 0,'-5'4'368'0,"3"-1"80"0,-1 1-448 0,1-3 0 0,0 1 0 0,1 0 0 15,0 0 1680-15,0 3 256 16,-1 2 48-16,-1 3 16 0,0 0 560 0,1 3 96 16,-1 0 32-16,2-1 0 0,1-12-512 0,-2 23-80 0,2-23-32 0,-1 21 0 15,1-21-1184-15,0 0-240 0,1 24-64 0,-1-24 0 16,0 0-576-16,0 0 0 0,0 0-144 0,0 0 144 16,0 0-2224-16,0 0-320 0</inkml:trace>
  <inkml:trace contextRef="#ctx0" brushRef="#br0" timeOffset="122601.91">14101 11829 7359 0,'2'-3'656'0,"-1"1"-528"0,0 1-128 0,-1 1 0 0,0 0 2272 0,0 0 416 16,0 0 96-16,1 0 16 0,-1 0 80 0,-1 0 32 15,-1 5 0-15,-1-1 0 0,1 1-848 0,-2 3-160 16,0 2-48-16,0 1 0 0,-1 2-832 15,-1 1-160-15,2-1-32 0,-1 2-16 0,1 3-368 0,0 1-80 0,0 0-16 0,-1 0 0 16,3 3-160-16,-1-3-16 16,0 2-16-16,1-2 0 0,0 1-160 0,2-20 0 0,-1 34 0 0,1-34 0 15,2 29 0-15,-2-29 0 0,0 0 0 0,8 33-11712 16,-8-33-2256-16</inkml:trace>
  <inkml:trace contextRef="#ctx0" brushRef="#br0" timeOffset="122854.19">14333 11792 19343 0,'0'0'848'0,"0"0"192"0,0 0-832 0,0 0-208 32,-2 5 0-32,0-4 0 0,1 3 1712 0,-3 0 288 0,-3 6 64 0,-1 4 16 0,-2 3-384 0,-1 3-80 15,-1 3-16-15,1 0 0 16,-2 4-128-16,3 1-16 0,2 0-16 0,1-2 0 0,2-2-640 0,2 0-128 15,3-5-32-15,0-19 0 0,7 34-416 0,-7-34-96 16,0 0 0-16,22 37-128 0,-22-37 0 0,0 0 0 16,31 24 0-16,-31-24 0 0,0 0-160 0,38 10-32 15,-38-10-16-15,0 0 0 32,43-1-1488-32,-43 1-288 0</inkml:trace>
  <inkml:trace contextRef="#ctx0" brushRef="#br0" timeOffset="123831.8">14813 12079 8287 0,'-4'-7'736'0,"2"3"-592"0,0-2-144 0,1 2 0 15,1 2 640-15,0 2 80 0,0-2 32 0,0 1 0 16,0-4 1232-16,0 3 240 0,-1 0 48 0,0 4 16 16,0 3 48-16,-1 4 16 0,-1 3 0 0,-1 2 0 15,0 5-1072-15,-1 2-192 0,-2 1-64 0,1 0 0 16,-1 1-416-16,0-4-96 0,-1 2 0 0,-2-4-16 15,3-3-272-15,1-2-48 0,0 0-16 0,1-3 0 0,2-4-160 0,-1-2 0 16,2-3 0-16,1-1 0 0,1-3 0 0,1-1 0 16,1-2 0-16,0-2 0 0,0 1 0 0,0-1 0 15,2-3 0-15,0-2 0 0,0 0-192 0,-1 2 192 16,1-3-160-16,-1 1 160 0,0 0 0 0,2 0 0 16,0 2 176-16,0-2-48 0,2 4 96 0,-1-1 32 15,2 2 0-15,-1 1 0 0,1 3 400 0,1 0 96 16,-9 5 16-16,16-7 0 0,-16 7 32 0,0 0 16 15,0 0 0-15,31 0 0 0,-31 0-448 0,0 0-96 16,0 0-16-16,0 0 0 0,32 36-256 0,-32-36 160 16,0 0-160-16,12 42 128 0,-12-42-128 0,1 37 0 15,-3-17 0-15,-1-1 128 0,-1 0-128 0,1-4 0 16,-1-1 0-16,1-5 0 0,1 0 0 0,0-4 0 16,1 0 0-16,1-3 0 0,-1-1 0 0,2-2 0 0,0-1 0 15,1-3 0-15,2-2 0 0,1-2 0 0,1-1-160 0,1-3 160 31,3 0-1280-31,-1-1-176 0,2 0-16 0,-1 0-16 16,1 4-2032-16,1-2-416 0,0 3-80 0,0-1-16 16,-2 3 224-16,0 0 32 0,0 0 16 0,1 2 0 15,-11 5 2416-15,17-9 496 0,-17 9 80 0,0 0 32 0,17-7 1776 0,-14 4 368 0,-2 3 64 0,-1 0 0 16,-1 0 1008-16,-1 0 192 0,-1 3 32 0,-1-1 16 16,1 0-336-16,-2 1-64 0,1 1-16 0,0 1 0 15,-1 2-832-15,0-1-192 0,1 3-16 0,-1-2-16 16,0 2-160-16,2 3-16 0,1-3-16 0,0 1 0 15,2-10-304-15,0 0-64 0,4 26-16 0,-4-26 0 16,0 0-352-16,0 0-64 0,0 0 0 0,36 17-16 0,-36-17-96 0,0 0-16 16,38-5 0-16,-38 5 0 0,28-12-128 0,-14 3 160 15,-1 1-160-15,-2-3 160 0,-1 2-160 0,-2-1 0 16,0 0 0-16,-4-2 128 0,-1 2-128 0,-1 1 0 16,-3 1 0-16,-1 0 0 0,-2 3 0 0,-2-2 0 15,-2 2 0-15,-3 0 0 0,-1 3 0 0,0-1 0 16,-1 3 0-16,1 0 0 0,2 0 0 0,0 1-144 15,1 1 144-15,1 0-160 0,3-2 160 0,0 0-192 16,3 1 192-16,1 1-192 16,2-2-368-16,-1 0-80 0,0 0 0 0,0 0-16 15,0 0-1616-15,33-10-320 0,-33 10-64 0,27-9-11600 0</inkml:trace>
  <inkml:trace contextRef="#ctx0" brushRef="#br0" timeOffset="124100.49">15364 12013 11967 0,'15'-7'528'0,"-5"-1"112"0,0 2-512 0,-10 6-128 0,10-8 0 0,-7 6 0 15,-3 2 2160-15,9-9 400 0,1 0 64 0,2-1 32 16,0-2 224-16,-1 0 32 0,-3 2 16 0,-3 4 0 16,-1 0-1184-16,-4 6-224 0,4-6-48 0,-5 4-16 0,0 1-720 0,-2 1-144 15,0 3-16-15,1 0-16 0,-2 1-176 0,-1 3-48 16,1-2 0-16,-1 4 0 0,-1 0-128 0,2 1-16 16,-2 4-16-16,1 1 0 0,-1 3-176 0,0 1 192 15,-2 5-192-15,1-1 192 0,0 3-192 16,1-2 0-16,0 2 144 0,2-4-144 0,1-3 0 15,1 0 0-15,2-19 0 0,0 31 0 0,0-31 0 0,0 0 0 16,8 35 0-16,-8-35 0 0,0 0 0 0,0 0 0 16,0 0 0-16,0 0-128 15,0 0-448-15,37 8-64 0,-37-8-32 0,11-10 0 16,-7 2-2176-16,0 0-432 0</inkml:trace>
  <inkml:trace contextRef="#ctx0" brushRef="#br0" timeOffset="124257.88">15319 12062 16575 0,'-8'3'736'0,"2"-1"160"0,2 1-720 0,2-2-176 16,1 0 0-16,0 1 0 0,1 1 1920 0,-1-1 368 0,1-2 64 0,0 0 16 15,0 0 384-15,0 0 64 0,0 0 32 0,24 33 0 16,-24-33-1200-16,0 0-240 0,39-2-64 0,-39 2 0 16,34-10-944-16,-34 10-192 0,35-14-32 0,-16 5-16 15,0 2-160-15,-2-1-192 0,3 0 32 0,-20 8-11840 16,37-12-2368-16</inkml:trace>
  <inkml:trace contextRef="#ctx0" brushRef="#br0" timeOffset="124846.93">16059 11916 9215 0,'-5'-3'816'0,"3"1"-656"0,0-1-160 0,0 3 0 16,1 0 1584-16,0 0 272 0,0 1 64 0,-1 1 16 15,-1-2 576-15,-1 3 112 0,-2 1 32 0,1 3 0 16,-1 0-784-16,1 3-144 16,0 0-48-16,0 3 0 0,2 2-512 0,-2 1-96 0,1 3-32 0,1 2 0 0,0 1-496 0,-1-1-96 15,2 1-32-15,-1 1 0 0,2-1-48 0,-2-4-16 16,3-18 0-16,-4 36 0 0,4-36-160 0,-3 25-48 16,3-25 0-16,0 0 0 0,-2 20-144 0,2-20 0 15,0 0 0-15,0 0 0 0,0 0 224 0,0 0-32 16,4-7-16-16,-3 2 0 0,0-2-16 0,1 0 0 15,1-2 0-15,-1-1 0 16,2 0-160-16,0-1 0 0,1-1 144 0,0 1-144 0,1 1 0 0,0 0 0 16,2 3 0-16,0 1 0 0,-1 1 0 0,-7 5 0 15,0 0 0-15,28-5 0 0,-28 5 0 0,0 0 0 0,0 0 0 0,0 0 0 16,39 31 0-16,-39-31 0 0,0 0 0 0,10 37 0 31,-10-37 0-31,-2 24 0 0,-2-12 0 0,-3 0 0 16,-1 2 0-16,-2-3 0 0,-2-1 0 0,1 0 128 0,-2-3-128 0,0 0 0 0,0-2-128 0,0 0 128 15,1-3 0-15,-1 0-160 0,1-2 160 0,0-1 0 16,2 0 0-16,1-2-128 0,1-1 128 0,0 1 0 16,3 1-128-16,1-2 128 0,2 1-192 0,2 0 192 15,0 3-1072 1,7-7-96-16,-7 7-32 16,19-9-15168-16</inkml:trace>
  <inkml:trace contextRef="#ctx0" brushRef="#br0" timeOffset="125143.42">16235 12174 16575 0,'0'0'1472'0,"0"0"-1168"32,0 0-304-32,0 0 0 0,0 0 2992 0,0 0 528 15,0 0 128-15,0 0 0 0,34 10-864 0,-34-10-176 16,0 0-48-16,31 0 0 0,-31 0-1600 0,0 0-336 16,34-8-64-16,-34 8-16 0,23-12-352 0,-23 12-64 15,26-16 0-15,-13 7-128 0,1 1 0 0,-1-1 0 16,-1-3 0-16,-1 2 0 0,-1-2 0 0,-3 3 0 0,-2-2 0 15,-2 2 0-15,-2-2-176 0,-3 0-32 0,-2 1-16 0,-3 3 0 32,-2 0-352-32,-4 2-64 0,0 4 0 0,-2 2-16 15,-2 2-16-15,-1 4 0 0,1 2 0 0,0 1 0 0,0 4 448 0,2 0 96 0,-1 1 128 0,1 2-208 16,1 1 688-16,2-2 144 0,3 1 16 0,0 0 16 16,2 0-48-16,2-1-16 0,5-16 0 0,-1 24 0 15,1-24-304-15,0 0-64 0,0 0-16 0,0 0 0 16,39 26-208-16,-39-26 0 0,31-3 0 0,-31 3-11968 15,36-12-2416-15</inkml:trace>
  <inkml:trace contextRef="#ctx0" brushRef="#br0" timeOffset="125460.51">17037 11965 11967 0,'-9'0'528'0,"4"1"112"0,0 1-512 0,1-1-128 0,2 0 0 16,2 1 0-16,-1 1 2368 0,-2 0 448 15,-1 4 96-15,-1 4 16 0,-1 6 112 0,0 2 32 0,1 2 0 0,0 3 0 16,1 2-1280-16,-1 2-240 0,0-1-48 0,0 2-16 15,-1-1-944-15,1 0-192 0,0 0-32 0,0-4-16 16,2-3-304-16,1-1 0 0,2-20 128 0,0 42-128 16,0-42 0-16,3 31 0 0,-3-31-208 0,0 0 80 15,0 0-1344 1,0 0-256-16,0 0-48 0,0 0-8912 0,19-10-1792 0</inkml:trace>
  <inkml:trace contextRef="#ctx0" brushRef="#br0" timeOffset="125728.43">16965 12032 6447 0,'-1'-10'272'0,"0"6"80"0,0 1-352 0,0 1 0 16,1 2 0-16,0 0 0 0,0 0 2112 0,0 2 368 16,0-2 64-16,0 0 16 0,0 0 512 0,0 0 96 15,0 0 32-15,0 0 0 0,38 7-1184 0,-38-7-224 16,0 0-64-16,41-4 0 0,-41 4-880 0,30-7-176 0,-30 7-32 0,31-4-16 16,-31 4-304-16,0 0-48 15,39-1-16-15,-39 1 0 0,0 0-256 0,0 0 0 0,37 24 0 0,-37-24 0 16,0 0 0-16,6 32 0 0,-10-19 0 0,-1 1 0 15,-2 0 0-15,-3 0 0 16,0-2-192-16,-2 2 192 0,0-2-192 0,-1-2 48 0,0 1 16 0,0-3 0 16,0-1 128-16,1-2 0 0,0-1 0 0,1-4 0 15,0 0 0-15,2-1-128 0,0-2 128 0,1-2-10624 16,0 1-2048-16</inkml:trace>
  <inkml:trace contextRef="#ctx0" brushRef="#br0" timeOffset="126169.8">16330 12212 6447 0,'-3'-2'576'0,"0"2"-576"16,2 0 0-16,0 0 0 0,1 0 1008 0,-1 0 80 0,-2-2 32 0,-2 2 0 16,0-1 352-16,-2 1 64 0,1 0 0 0,1 0 16 0,0 0 384 0,2 0 80 15,1 0 16-15,0 1 0 16,1 1 0-16,1-2 0 0,1 0 0 0,1 0 0 0,-2 0-336 0,0 0-64 16,0 0-16-16,0 0 0 15,34 2-512-15,-34-2-96 0,0 0-32 0,40 0 0 0,-40 0-576 0,34 2-112 16,-34-2-32-16,40-2 0 0,-40 2-256 0,43-2 0 15,-43 2 0-15,51-5-12048 16,-51 5-2512-16</inkml:trace>
  <inkml:trace contextRef="#ctx0" brushRef="#br0" timeOffset="126953.02">17417 12082 12991 0,'0'-3'1152'0,"0"1"-912"15,0 2-240-15,0 0 128 0,0-2-128 0,0 1 0 16,0-1 0-16,0 0 0 0,0-3-176 0,0 0 176 15,-1 1 272-15,0-1 176 0,0 2 48 0,0-1 16 16,-1 1 960-16,0 1 176 0,1 0 32 0,-2 1 48 16,1 1-128-16,-1-2 0 0,1 2-16 0,0-1 16 0,1 1-48 15,-1 0-16-15,0 0 0 0,-1 0 32 0,0 1-208 0,1-1-32 16,0 3-16-16,-1 1 32 16,-1-1-480-16,1 1-96 0,1 2 0 0,-2 2 0 0,-1 1-416 0,2 2-96 15,-3 1 0-15,1 2 0 0,1 0-256 0,-1-1 0 16,5-13 0-16,-5 27 128 0,5-27-128 0,0 0-256 15,-1 31 64-15,1-31 48 0,0 0-96 0,0 0-16 16,0 0 0-16,0 0 32 0,0 0 0 0,39 14 0 16,-39-14 0-16,22-13 32 0,-10 5 192 0,-1-4 0 15,1 2 0-15,-1-2 0 0,0 1-128 0,-1 1-64 0,-2-1-16 16,-2 1 16-16,-1-2-80 0,-1 2-16 0,-2 1 0 0,-2 1 0 16,-1-1 16-16,-3 3 0 15,-2-2 0-15,-2 4 0 16,-1 1-176-16,-4 1-48 0,-1 2 0 0,-2 0 0 15,1 3-304-15,0 1-64 0,0 1-16 0,0-2 0 0,3 2 608 0,1-2 112 0,2 0 32 0,2 0 0 16,2-1-320-16,2-1-64 16,3 0-16-16,0-2 0 0,0 1-1520 0,0 0-288 0,22-6-64 0,-22 6-7728 15</inkml:trace>
  <inkml:trace contextRef="#ctx0" brushRef="#br0" timeOffset="127308.55">17548 12020 8927 0,'28'-7'192'0,"-28"7"32"0,0 0 16 0,24-5 16 0,-24 5-256 0,0 0 0 0,0 0 0 0,31-7 0 0,-7 2 3440 0,3-1 624 15,2 0 128-15,-4-1 32 0,-5 2-1088 0,-20 5-192 16,29-11-64-16,-29 11 0 0,13-5-1616 0,-13 5-336 16,0 0-64-16,0-2-16 15,-4 2-400-15,-3 2-64 0,-1 2-32 0,-3 0 0 0,2 2-128 0,-3-1-32 16,-2 4 0-16,-2 1 0 0,0-1-192 0,1 1 0 16,0 1 0-16,1-1 0 0,3 0 0 0,1-1 0 0,2-2 0 15,4 0 0-15,1-2 0 0,3-5 0 0,0 0 0 0,0 0 0 16,0 0 0-16,0 0 0 0,0 0-128 15,0 0 128-15,42 13 0 0,-42-13 0 0,0 0 0 16,38 6 0-16,-38-6 0 0,0 0 0 0,37 12 0 0,-37-12 0 16,0 0 0-16,0 0 0 0,36 21 0 0,-36-21 0 15,0 0 0-15,0 0 0 0,0 0 0 0,5 31 0 16,-9-26 0-16,-3-1 0 16,0 1 0-16,-1-1 0 0,0-1 0 0,0 0 0 0,-2-1 0 0,-1-1 0 15,2 1 0-15,1-4 128 16,-1 1-128-16,3-1 0 0,0-1 0 0,3 0 0 0,2-1-192 0,1-1 192 15,2 1-1184-15,2-3-128 0,2 2-32 0,1-2 0 16,2 1-1440-16,3 0-288 0</inkml:trace>
  <inkml:trace contextRef="#ctx0" brushRef="#br0" timeOffset="127666.77">17906 12032 4607 0,'24'-16'192'0,"-13"10"64"0,-11 6-256 0,0 0 0 16,10-7 0-16,-10 7 0 15,0 0 2576-15,20-13 480 0,-3 3 80 0,1-2 32 0,-3 0 544 0,-1 2 128 16,-3 3 0-16,-4 0 16 0,-3 3-1552 0,-2 1-320 15,-4 3-64-15,-1 0-16 0,-3 1-896 0,0 3-176 16,-2 0-48-16,-3 2 0 0,2 0-400 0,-1 4-96 16,-2-3-16-16,0 3 0 0,-1-1-272 0,2 3 160 0,0-3-160 0,2 1 128 15,2-2-128-15,0 1 0 0,4-3 0 16,3-6 0 0,0 0 0-16,0 0 0 0,0 0 0 0,0 0 0 15,0 0 0-15,0 0 0 0,32 24 0 0,-32-24 0 0,0 0 0 16,34 2 0-16,-34-2 0 0,0 0 0 0,40 5-128 0,-40-5 128 0,0 0 0 0,36 8 0 15,-36-8 0-15,0 0 0 0,0 0-144 0,0 0 144 16,31 26 0-16,-31-26 0 0,0 0 0 0,-5 19 0 0,1-13 0 16,-3 0 0-1,0 0 0-15,-2-1 0 0,-1 1 0 0,1-2 0 0,0 1 0 0,-2-2 0 0,2 0 0 0,0 0 0 16,-1-3 0-16,0 0 0 0,2-2-272 0,1 1-48 16,0-1-16-16,3 0 0 15,0-2-1536-15,2 1-304 0,2 0-64 0,1-1-12976 16</inkml:trace>
  <inkml:trace contextRef="#ctx0" brushRef="#br0" timeOffset="127814.35">18122 12004 12783 0,'6'-6'272'0,"-2"3"64"0,-4 3 16 0,0 0 16 0,13-8-368 0,-13 8 0 0,0 0 0 0,15-9 0 15,-15 9 3136-15,27-13 576 0,-10 6 96 0,-17 7 32 16,35-12-960-16,-35 12-176 0,28-7-32 0,-28 7-16 15,0 0-1600-15,30-4-320 0,-30 4-64 0,0 0-16 16,0 0-656-16,0 0-192 0,0 0-16 0,0 0-16720 16</inkml:trace>
  <inkml:trace contextRef="#ctx0" brushRef="#br0" timeOffset="127964.25">18226 12032 7359 0,'0'0'656'0,"0"0"-528"0,0 0-128 0,0 0 0 0,0 0 2816 0,0 0 512 15,0 0 128-15,0 0 0 0,9 33-256 0,-9-33-48 16,0 0-16-16,9 40 0 0,-9-40-1184 0,5 27-240 16,-5-27-48-16,0 0-16 0,6 33-1136 0,-6-33-240 15,0 0-32-15,0 0-11376 16,0 0-2256-16</inkml:trace>
  <inkml:trace contextRef="#ctx0" brushRef="#br0" timeOffset="128380.81">18473 11788 13183 0,'7'-15'288'0,"-4"8"64"0,2 0 16 0,-1 0 0 0,-4 7-368 0,0 0 0 15,0 0 0-15,11-7 0 0,-11 7 3568 0,0 0 640 0,0 0 128 0,30 3 16 16,-30-3-1344-16,0 0-288 0,12 40-48 0,-12-40-16 16,0 40-1632-16,-2-16-320 0,-1 2-64 0,-2 0 0 15,0 1-432-15,-2 2-80 0,2-2 0 0,-2 1-128 16,3-2 144-16,1 0-144 0,1-2 0 0,0 0 144 15,0-1-144-15,2-23 0 0,0 34 0 0,0-34 0 16,0 0 0-16,0 0 0 0,0 0 0 0,0 0 0 16,0 0 0-16,0 0 0 0,0 0 0 0,13-12 0 15,-9 0 128-15,1-2-128 0,-1 0 128 0,2 0-128 0,0 0 0 16,1 1 0-16,0 1 128 0,1 1-128 16,0 1 0-16,-1 3 0 0,-7 7 0 0,15-9 0 0,-15 9 0 15,0 0 0-15,0 0 0 0,0 0 0 0,0 0 128 0,0 0-128 16,0 0 128-16,31 29-128 0,-31-29 0 0,0 0 128 15,-2 35-128-15,2-35 0 0,-9 28 0 0,2-14 0 16,-1 1 0-16,-1 1 0 0,-3-1 0 0,1-2 0 16,0-1 0-16,0-3 0 0,0-1 0 0,0-3 0 15,1-1-160-15,0-1 160 0,2-3-224 0,0-3 48 16,3 1 16-16,0-1 0 0,2-1-48 0,1-3-16 16,2 2 0-16,1-4 0 15,2 1-496-15,3-1-112 0,1-3 0 0,3 0-16 16,2-2-1296-16,2 0-256 0</inkml:trace>
  <inkml:trace contextRef="#ctx0" brushRef="#br0" timeOffset="128601.35">18821 11816 2751 0,'5'-14'256'0,"-4"6"-256"16,1 2 0-16,0 1 0 0,-1 2 3072 0,-1 1 576 16,0 1 128-16,-1 0 0 0,1-2 464 0,-2 1 96 0,-1 2 16 0,0 2 0 15,-2 3-1792-15,0 5-368 0,-1-1-64 0,0 5-16 16,-1 1-1312-16,0 3-272 0,-1 4-48 0,0 4-16 0,0 0-272 0,0 3-48 15,1 4-16-15,1-3 0 0,1 2-128 0,4-4 128 16,1-2-128-16,0-26 128 0,4 40-128 0,-4-40 0 16,0 0 0-16,19 37 0 15,-19-37 0-15,0 0 0 0,0 0 0 0,31 13 0 16,-31-13-1136-16,16-10-96 0,-8 1-32 0,0-2-16080 16</inkml:trace>
  <inkml:trace contextRef="#ctx0" brushRef="#br0" timeOffset="128932.89">18890 12024 8287 0,'0'0'736'0,"0"0"-592"0,0 0-144 0,0 0 0 16,0 0 1984-16,0 0 352 0,0 0 80 0,0 0 16 15,0 0 640-15,5 36 128 16,-5-36 16-16,0 0 16 0,0 0-736 0,23 32-160 0,-23-32-32 0,0 0 0 16,31 9-1248-16,-31-9-256 0,26-1-48 0,-26 1-16 15,27-8-512-15,-27 8-96 0,26-13-128 0,-13 6 176 16,1-2-176-16,-2 0 0 15,-1-1 0-15,0-1 0 0,-1 0 0 0,-1-1 0 0,-3 0 0 16,0 1 0-16,-2 1 0 0,-1-3 0 16,-2 0 0-16,-2 2 0 0,-2 1 0 0,-2-2 0 0,-3 7 0 0,0 0 0 0,-3 3 0 15,0 4 0-15,-2 1 0 0,1 4 0 0,-3 0-192 16,1 5 48-16,1 0 0 0,1 4 0 0,-1 1 144 0,2 4 192 16,0 0-32-16,1 3-16 15,3 2 112-15,1-2 32 0,3 0 0 0,3-24 0 0,4 36-80 0,-4-36-16 16,0 0 0-16,22 38 0 0,-22-38-192 0,0 0 0 15,39 18 0-15,-39-18 0 0,32 1-160 0,-32-1-128 16</inkml:trace>
  <inkml:trace contextRef="#ctx0" brushRef="#br0" timeOffset="130529.23">19544 11958 2751 0,'4'-7'256'0,"-1"2"-256"0,0 1 0 0,-1-1 0 15,0 3 1088-15,-1 1 160 0,1 1 32 0,1-4 16 0,0-1 1360 0,1-2 272 16,2 2 48-16,-2-2 16 0,0 3 64 0,-2 1 16 31,0 0 0-31,-1 3 0 0,-1 0-944 0,-1 3-176 0,-1 0-32 0,0 3-16 0,2-6-1024 0,-5 18-208 31,2-5-32-31,-2 4-16 0,1-1-400 0,-1 6-80 0,-2 0-16 0,1 3 0 0,-1 1-128 0,1-2 0 16,0 2 0-16,2-5 128 0,0 1-128 0,4-22 0 16,-3 34 0-16,3-34 0 0,0 0 0 0,8 34 0 15,-8-34 0-15,0 0 0 0,0 0 0 0,36 15 0 16,-36-15 0 0,29-7 0-16,-12-1 0 0,1 0 0 0,0 0 0 0,1-4 128 0,-2 3-128 0,-2-1-192 0,-2-2 32 0,-2 3 16 31,-3-2-1264-31,-3 3-256 0,-3 1-64 0,-3 0-13664 0</inkml:trace>
  <inkml:trace contextRef="#ctx0" brushRef="#br0" timeOffset="130720.16">19308 12146 22111 0,'-2'0'976'0,"2"0"208"16,0 0-944-16,0 0-240 0,0 0 0 0,0 0 0 15,0 0 1408-15,0 0 256 0,31 2 32 0,-31-2 16 0,39-2 128 16,-13 0 16-16,4 1 16 0,1-4 0 15,1 1-672-15,2-3-144 16,1 0-32-16,2-3 0 0,1 0-752 0,-1-1-144 0,-1 1-128 0,-2-1 144 31,-2 1-992-31,-1 0-208 0,0-1-32 0,0 1-15152 16</inkml:trace>
  <inkml:trace contextRef="#ctx0" brushRef="#br0" timeOffset="131020.35">20081 11946 12895 0,'-1'0'1152'0,"0"0"-928"15,1 1-224-15,-1-1 0 0,0 2 2128 0,0-2 384 0,1 0 80 16,-6 7 16-16,2-2-496 0,-2 4-80 0,0 1-32 0,0 0 0 16,1 3-912-16,1-1-192 0,-1 1-48 0,-1 1 0 15,6-14-112-15,-8 30-32 0,8-30 0 0,-5 33 0 16,5-33-208-16,-2 27-48 0,2-27-16 0,0 0 0 16,5 35-128-16,-5-35-32 0,0 0 0 0,0 0 0 15,30 19 16-15,-30-19 0 0,0 0 0 0,39-7 0 16,-23 1 160-16,-1-3 16 0,4-3 16 0,-1 1 0 0,2-1-288 15,-1-2-48-15,-1-3-16 0,-1 3 0 0,-3 2-128 16,-3-1 0-16,-2 0 0 0,-2-1 0 0,-2 0 0 0,-4 2 0 16,-3-2 0-16,-4 4 0 15,-4-2 0-15,-3 5 0 0,-3 2 0 0,-2 4 0 0,-1 2-240 0,-2 1-80 16,2 2 0-16,-1 1-16 16,3-1-320-16,0 1-64 0,2-1-16 0,2 1-10560 15,3 0-2112-15</inkml:trace>
  <inkml:trace contextRef="#ctx0" brushRef="#br0" timeOffset="131449.14">20747 11842 12895 0,'-2'-5'576'0,"1"0"112"0,1 2-560 0,0 0-128 16,0 1 0-16,0 1 0 16,0 1 1840-16,0-2 336 0,0 0 64 0,0 1 0 0,-1-1 880 0,0 2 160 15,-1 0 48-15,-2 2 0 16,1 1-1360-16,0-1-272 0,-1 3-48 0,-1-3-16 15,1 1-976-15,0 2-192 0,0-1-32 0,0 3-16 0,-1-1-224 0,0 0-32 16,1 1-16-16,-1 3 0 0,1-1-144 0,1 0 0 16,-1 3 144-16,4-12-144 15,-3 26 0-15,3-26 0 0,2 31 0 0,-2-31 128 16,5 39-128-16,-5-39 0 0,8 44 0 0,-8-44 0 0,10 48 0 16,-10-48 0-16,8 50 0 0,-8-50 0 0,6 53 0 0,-6-53 0 0,0 51 0 0,-3-30-128 15,0 0 128-15,-3-1 0 0,-1-4 0 0,0 1 0 16,-1-5 0-16,-2 0 0 15,1-1 0-15,-1-1 0 0,3-5 0 0,-3 0 0 16,1-1 0-16,0-4 0 0,-1 0-624 16,2-5-80-16,0 0-32 0,1-4-10960 0,1 0-2192 0</inkml:trace>
  <inkml:trace contextRef="#ctx0" brushRef="#br0" timeOffset="131623.32">20560 12108 22111 0,'0'0'1968'0,"0"0"-1584"16,0 0-384-16,0 0 0 15,0 0 1904-15,0 0 288 0,0 0 64 0,0 0 16 0,0 0-208 0,32 12-32 16,-32-12-16-16,29-2 0 0,-29 2-896 0,35-8-176 16,-15 3-48-16,1-2 0 15,0 1-576-15,2-1-128 0,-2-1-32 0,0 1 0 0,0-1-160 0,-21 8-144 16,37-11 144-16,-37 11-12288 16,29-7-2320-16</inkml:trace>
  <inkml:trace contextRef="#ctx0" brushRef="#br0" timeOffset="131813.69">20914 11987 10127 0,'4'-3'896'0,"-4"3"-704"0,5-4-192 0,-5 4 0 16,0 0 1984-16,0 0 384 0,0 0 64 0,15-5 0 16,-15 5 224-16,20-6 32 0,-20 6 16 0,27-6 0 0,-27 6-864 0,26-6-176 15,-26 6-48-15,23-5 0 0,-23 5-1024 0,0 0-208 16,28-5-32-16,-28 5-16 15,0 0-624-15,25-4-128 0,-25 4-32 0,0 0 0 16,0 0-1984-16,19-4-416 0,-19 4-80 0,0 0-9280 16</inkml:trace>
  <inkml:trace contextRef="#ctx0" brushRef="#br0" timeOffset="131986.74">21026 12039 5919 0,'0'0'128'0,"0"0"16"0,0 0 16 0,0 0 32 0,0 0-192 0,0 0 0 15,0 0 0-15,0 0 0 0,0 0 2832 0,0 0 544 16,6 35 96-16,-6-35 32 0,0 0-288 0,-1 31-48 0,1-31-16 16,-4 21 0-16,4-21-1280 0,-4 22-256 15,4-22-48-15,0 0-16 0,-4 28-1040 0,4-28-192 0,0 0-64 0,0 0 0 16,0 0-448-16,0 0-112 0,0 0-16 0,0 0-15536 16</inkml:trace>
  <inkml:trace contextRef="#ctx0" brushRef="#br0" timeOffset="132178.4">21115 12100 22111 0,'0'0'976'0,"0"0"208"0,0 0-944 0,0 0-240 16,0 0 0-16,24-3 0 0,-24 3 1664 0,0 0 272 16,32-11 64-16,-10 5 16 0,4-2-160 0,1 1-48 15,1-2 0-15,-1 1 0 0,0 1-752 16,-1 2-160-16,-3-1-16 0,-1 0-16 0,-22 6-640 0,38-6-224 15,-38 6 144-15,30-5-144 0,-30 5 0 0,0 0-224 16,25-3 32-16,-25 3-11328 16,0 0-2240-16</inkml:trace>
  <inkml:trace contextRef="#ctx0" brushRef="#br0" timeOffset="132397.75">21398 11904 15087 0,'0'0'320'0,"0"0"80"0,0 0 16 0,0 0 16 0,0 0-432 0,0 0 0 0,0 0 0 0,0 0 0 16,0 0 2912-16,2 30 496 0,-2-30 112 0,-7 36 0 16,1-12-1184-16,-1 0-240 15,-2 2-48-15,1 0-16 0,-1 1-560 0,1-2-96 0,1-1-32 0,0-3 0 16,7-21-704-16,-6 36-128 0,6-36-48 0,0 0 0 16,5 35-304-16,-5-35-160 0,0 0 160 0,0 0-160 0,0 0 0 0,40 19 0 15,-40-19 0-15,24-6 0 16,-24 6-320-16,26-8-96 0,-11 1-32 0,1-1-17712 15</inkml:trace>
  <inkml:trace contextRef="#ctx0" brushRef="#br0" timeOffset="134296.14">21876 11899 8287 0,'0'-5'736'0,"0"4"-592"0,0 0-144 0,0-1 0 15,0-1 1344-15,1 1 224 0,0 2 48 0,0-3 16 16,0 0 1216-16,0-1 240 0,1-1 48 0,0 1 16 16,-1-1-560-16,0 2-112 0,0 1-32 0,-1 0 0 15,0 2-1024-15,0 0-208 0,0 0-32 0,0 0-16 16,0 0-576-16,0 0-112 0,0 0-32 0,-6 24 0 15,6-24-208-15,-3 23-48 0,3-23-16 0,-6 34 0 16,6-34-176-16,-6 42 0 16,3-20 144-16,0 1-144 0,0-1 0 0,0 1 0 0,1-2 0 0,2-21 128 15,-4 38-128-15,4-38 0 16,-2 34 0-16,2-34 0 0,-1 28 0 0,1-28 0 0,0 0 0 0,1 31 0 16,-1-31 0-16,0 0 0 0,0 0 0 0,0 0 0 0,0 0 0 0,0 0 0 15,0 0 0-15,31 3 0 0,-31-3-160 0,15-12 0 16,-7 4 0-16,-1-1 0 15,1 0-1072-15,-3-1-224 0,0-2-32 0,-1 3-14960 0</inkml:trace>
  <inkml:trace contextRef="#ctx0" brushRef="#br0" timeOffset="134483.48">21663 12103 22111 0,'0'-5'976'0,"0"4"208"0,1-2-944 0,2 1-240 0,1 1 0 0,0-1 0 16,-4 2 1616-16,0 0 288 0,30-7 48 0,-8 2 16 15,5-1 144-15,4 0 16 16,3-1 16-16,1 0 0 0,3 2-928 0,-2-2-176 0,-3 1-32 0,-1 0-16 16,-3 1-736-1,-2-1-128-15,0 0-128 0,-1-1 144 0,-2 0-304 0,-1 1-64 0,-1-2-16 0,-2 1-17648 32</inkml:trace>
  <inkml:trace contextRef="#ctx0" brushRef="#br0" timeOffset="135036.69">22286 11693 18431 0,'-1'-5'816'0,"1"3"160"0,0 2-784 0,0-2-192 16,0 2 0-16,0 0 0 0,0 0 1760 15,0 0 304-15,0 0 64 0,0 0 16 0,1 35 32 0,-1-35 0 16,-4 43 0-16,0-17 0 0,0 0-832 0,-1 2-176 31,-1 1-16-31,1 1-16 0,0 0-496 0,1-3-80 0,-1 2-32 0,2-3 0 16,3-26-272-16,-4 45-64 0,4-45-16 0,0 38 0 15,0-38-176-15,0 0 128 0,5 38-128 0,-5-38 128 16,0 0-128-16,0 0 0 0,0 0 0 0,0 0 0 16,0 0 128-16,0 0-128 0,34 1 192 0,-27-7-64 15,0-3 0-15,2-1-128 0,-2-2 192 0,1 0-64 16,1 1-128-16,0-1 0 0,-1 2 0 0,0 1 0 16,-1 1 0-16,0 2 0 0,-1 1 0 0,-6 5 0 15,0 0 0-15,0 0 0 0,0 0 0 0,0 0 0 16,0 0 0-16,0 0 0 0,28 26 0 0,-28-26 0 15,0 0 128-15,7 31-128 0,-7-31 0 0,0 0 128 0,11 35-128 0,-11-35 192 16,0 0-192-16,18 31 192 0,-18-31-192 0,0 0 0 16,0 0 0-16,41 24 128 0,-41-24-128 0,0 0 0 15,42 1 0-15,-42-1 0 0,31-9 0 0,-15 5 0 16,1-4 0-16,0 0 0 0,-1 0-160 0,-1-2 160 16,-1 1-208-16,-2-2 80 15,-2 1-256-15,-2-2-32 0,-3 0-16 0,-1-1 0 16,-4 0-720-16,-2-1-160 0,-3 0-32 0,0-1 0 15,-2 1 0-15,0-2 0 0,-1 1 0 0,-1 3 0 0,1 0 1056 0,0 1 288 16,2 4 0-16,-1 0-128 0,2 4 512 0,-1 3 128 16,2 2 0-16,0 3 16 0,4-5 800 0,-7 17 144 0,7-17 48 15,-7 27 0-15,7-27-624 0,-6 41-112 16,3-17-16-16,1 2-16 0,2-26-432 0,-2 50-64 0,2-50-32 0,3 45 0 16,-3-45-64-16,8 36-16 0,-8-36 0 0,0 0 0 15,19 35-144-15,-19-35 0 0,0 0 0 0,0 0 0 16,37 20 0-16,-37-20-256 0,0 0 64 0,36-3-18240 15</inkml:trace>
  <inkml:trace contextRef="#ctx0" brushRef="#br0" timeOffset="135543.26">23190 11894 8287 0,'0'0'736'0,"5"-4"-592"15,-5 4-144-15,0 0 0 0,0 0 1360 0,9-8 240 16,-9 8 64-16,14-7 0 0,-4-1 1152 0,1 0 256 15,-1 3 32-15,-10 5 16 0,16-9-336 0,-16 9-64 0,0 0-16 0,0 0 0 16,0 0-1104-16,0 0-240 0,-7 7-32 0,-1-3-16 16,1-1-784-16,-2 4-144 0,-1-3-48 0,-1 4 0 15,0-1-176-15,0 0-32 0,-1 0-128 0,2 0 192 16,-1 0-192-16,1 0 144 0,3 1-144 0,-1 1 128 16,8-9-128-16,-10 19 0 0,10-19 0 0,0 0 128 15,-5 31-128-15,5-31 0 0,0 0 0 0,4 35 0 0,-4-35 0 16,0 0 0-1,14 38 0-15,-14-38 0 0,0 0 0 0,20 34 0 0,-20-34 0 0,0 0 0 0,24 28 0 0,-24-28 0 16,0 0 0-16,0 0 0 0,29 21-128 0,-29-21 128 16,0 0 0-16,0 0 0 0,0 0 0 0,0 0 0 15,0 0 0-15,0 0 0 0,0 0 0 0,0 0 0 16,0 0 0-16,0 0 0 0,0 0 0 16,0 0 0-16,0 0 0 0,0 0 0 0,-15 21 0 0,6-16 0 15,-1-1 0-15,1 2 0 0,-1 1 0 0,1-3 0 16,1 0 0-16,1 0 0 15,7-4-544-15,-10 4-32 0,10-4-16 0,-3-2-11408 0,3 2-2272 0</inkml:trace>
  <inkml:trace contextRef="#ctx0" brushRef="#br0" timeOffset="135969.62">23412 11702 20271 0,'0'-2'1792'0,"1"-3"-1424"16,0 3-368-16,-1 2 0 0,0 0 2048 0,0 0 352 0,0 0 64 15,0 0 16-15,12-5-272 0,-12 5-48 0,0 0-16 0,0 0 0 16,0 0-912-16,0 0-176 16,26 34-32-16,-26-34-16 0,5 38-624 0,-5-38-112 15,2 47-16-15,-2-47-16 0,-2 52-112 0,0-24-128 0,-1-2 176 0,-2 0-176 16,0 0 0-16,0 1 0 0,-2-1 0 0,1-3 0 0,0 1 0 0,6-24 0 16,-10 40 0-16,10-40 0 0,-7 30 0 0,7-30 0 15,0 0 0-15,0 0 0 0,-1 27 0 0,1-27 0 16,0 0 0-16,0 0 0 15,7-6 0-15,-4 0 0 0,0 2 0 0,-1-4 0 0,2 1 128 16,1-2-128-16,-1-1 0 0,2-2 0 0,0 1 144 0,1 1-144 0,1-2 0 0,1 1 144 16,-1 3-144-16,0-1 0 0,1 4 0 0,-1-1 0 15,-8 6 0-15,16-6 0 16,-16 6 0-16,0 0 0 0,0 0 0 0,30 5 0 0,-30-5 0 0,0 0 0 16,0 0 0-16,0 0 0 0,28 32 0 0,-28-32 0 15,0 0 0-15,0 0 128 0,8 39-128 0,-8-39 0 31,0 0 128-31,-1 31-128 0,1-31 128 0,0 0-128 0,-4 26 0 16,4-26 0-16,0 0 128 0,0 0-128 16,0 0 0-16,0 0 0 0,0 0 0 0,0 0 0 15,0 0 0-15,0 0-192 0,0 0 32 0,29 12 16 16,-29-12-1520-16,19-12-288 0</inkml:trace>
  <inkml:trace contextRef="#ctx0" brushRef="#br0" timeOffset="136414.21">23791 12094 11055 0,'0'0'976'0,"7"-8"-784"0,-7 8-192 0,6-6 0 0,-6 6 2272 0,5-6 416 16,-5 6 64-16,7-9 32 0,1 0-432 0,3-6-96 15,2-2-16-15,0-1 0 0,-1-1-944 0,-1 2-192 16,-2 3-32-16,-2 2-16 0,0 2-560 0,-3 4-112 0,-4 6-32 0,1-8 0 16,-1 8 80-16,-6 0 16 0,-1 3 0 0,-1 2 0 15,-2 1-128-15,-2 2-32 0,-1 1 0 0,-1 1 0 16,1 2-288-16,-1 2 128 0,0 0-128 0,0 3 0 15,1-2 192-15,1 0-64 0,1 2 0 16,1-3-128-16,2 1 384 0,8-15-48 0,-12 26 0 0,12-26 0 16,0 0-32-16,-3 28-16 0,3-28 0 15,0 0 0-15,0 0-144 0,0 0-16 0,0 0-128 0,38 14 192 16,-38-14-48-16,25-7-16 0,-11 1 0 0,0 0 0 0,1-3-128 16,0 1-272-16,-1-1 64 0,-1 0 16 31,0-1-208-31,-2 0-48 0,-1-1 0 0,1-1 0 15,-3 0-64-15,-1 0 0 0,0-2-16 0,-2 2 0 0,-1 0 144 0,-1 3 16 0,-2 0 16 0,0 4 0 16,-2 0 352-16,0 2 0 0,1 3 0 0,0 0 128 0,0 0 368 0,0 0 64 16,-8 12 16-16,8-12 0 0,0 0 112 0,0 0 16 15,-8 34 16-15,8-34 0 0,0 0-400 0,-1 35-64 16,1-35-32-16,0 0 0 0,6 31-224 0,-6-31 176 16,0 0-176-16,0 0 160 0,24 29-160 0,-24-29 0 0,0 0 0 0,27 9 0 15,-27-9 0-15,21-2-176 0,-21 2 48 16,22-8 0-1,-22 8-1296-15,24-11-256 0,-10 4-48 0,2-3-14592 0</inkml:trace>
  <inkml:trace contextRef="#ctx0" brushRef="#br0" timeOffset="141164.76">24254 11736 22111 0,'0'-3'1968'0,"0"-2"-1584"16,0 3-384-16,0 0 0 0,-1 0 1152 0,0 1 128 0,0-3 48 0,0-1 0 16,-1-2 208-16,0 2 32 0,0-2 16 0,0 2 0 15,-1 5-336-15,0-2-64 0,0 4-16 0,0 0 0 16,-1 6-512-16,4-8-96 0,-10 21-32 0,10-21 0 15,-11 36-224-15,11-36-48 0,-14 49-16 0,7-23 0 16,2 2-240-16,-1 1 0 0,1 0 128 0,5-29-128 16,-3 56 0-16,3-56 0 0,0 58 0 0,0-58 0 15,2 56 0-15,-2-56 0 0,6 55 0 0,-6-55 0 16,7 50 0-16,-7-50-256 0,6 40 48 0,-6-40 16 16,0 0-208-16,2 45-48 0,-2-45 0 15,0 0 0-15,-11 31 304 0,3-22 144 0,-1-1-160 0,-1-1 160 16,-1 2-384-16,0-4 0 0,-1 2 16 0,0-3 0 15,1 1-288-15,1-2-64 0,0-2-16 0,2 0-9424 16,0-2-1872-16</inkml:trace>
  <inkml:trace contextRef="#ctx0" brushRef="#br0" timeOffset="141472.95">24330 11928 15663 0,'3'-5'1392'0,"1"0"-1120"16,0 3-272-16,-2-1 0 0,-1 1 720 0,1-1 96 16,1 0 16-16,2-5 0 0,1 1 192 0,2-3 64 0,-3 3 0 0,-1 1 0 15,-1 3 64-15,-2 3 32 0,0 2 0 0,-2 0 0 16,1-2-32-16,0 0-16 0,0 0 0 0,-10 36 0 16,10-36-384-16,-6 27-80 0,6-27-16 0,-6 30 0 15,6-30-352-15,-6 35-80 0,6-35-16 0,-3 34 0 16,3-34-208-16,-1 32 0 15,1-32 128-15,0 0-128 0,6 50 0 0,-6-50 0 0,0 0 0 0,6 48 0 16,-6-48-304-16,0 0 0 0,3 40 0 0,-3-40 0 16,0 0-672-16,-4 36-144 0,4-36-32 0,0 0 0 15,-11 26-288-15,11-26-64 0,-8 14-16 0,4-11-6096 16,1 1-1232 0</inkml:trace>
  <inkml:trace contextRef="#ctx0" brushRef="#br0" timeOffset="141921.31">24227 12030 15663 0,'3'0'1392'0,"-1"0"-1120"16,-2 0-272-16,0 0 0 0,0 0 1168 0,13-3 176 15,-13 3 48-15,18-3 0 0,-2 1 848 0,3-2 192 16,5-1 16-16,1 0 16 0,-1 0-480 0,1-2-112 16,-1 1-16-16,-1 0 0 0,-1 0-960 0,-2 0-192 15,-4 3-32-15,-2 0-16 0,-3 0-656 0,-2 3-176 16,-4-2-16-16</inkml:trace>
  <inkml:trace contextRef="#ctx0" brushRef="#br0" timeOffset="142409.63">24308 12217 10127 0,'0'0'896'16,"0"0"-704"-16,0 0-192 0,0 0 0 0,0 0 768 0,0 0 128 0,0 0 32 0,0 0 0 16,0 0 1520-16,0 0 304 0,0 0 64 0,0 0 16 15,0 0-160-15,0 0-48 0,0 0 0 0,34 16 0 16,-34-16-960-16,0 0-208 0,0 0-48 0,26 3 0 16,-26-3-720-16,16-3-160 0,-7 1-16 0,-1-1-16 15,1 1-240-15,0-2-64 0,-1 1 0 0,0-2 0 16,1 3-192-16,-2-3-240 0,1 0 48 0</inkml:trace>
  <inkml:trace contextRef="#ctx0" brushRef="#br0" timeOffset="143234.97">24023 11982 15663 0,'-1'0'1392'0,"1"-2"-1120"0,2 2-272 0,0-2 0 15,-2 1 1040-15,2 1 160 0,2-4 16 0,2 1 16 0,2-3 1232 0,5 0 240 16,4-1 48-16,2-2 16 0,3 1-544 0,3-1-112 0,1 0-32 0,2 1 0 31,0-1-1264-31,-1 2-256 0,-3-2-48 0,-1 4-16 16,-2-3-864-16,-3 5-160 0,-2-2-48 0,-3 2-16320 0</inkml:trace>
  <inkml:trace contextRef="#ctx0" brushRef="#br0" timeOffset="145363.21">24788 11866 911 0,'-1'-10'0'0,"1"4"0"0,1 0 0 0,0 3 0 16,1 0 2560-16,0 2 448 0,-1-1 64 0,2-3 32 0,2 1-352 0,0-4-80 15,3 1-16-15,-1-1 0 0,0 2-208 0,-1 1-32 16,0 1-16-16,-1 1 0 0,0 3-544 0,0 0-128 16,-3 3 0-16,0 0-16 0,0 3-832 0,-2 0-176 15,0-6-16-15,0 0-16 0,-3 32-352 0,3-32-80 16,-6 29-16-16,6-29 0 0,-9 33-224 0,3-12 0 16,-1-2 0-16,-2 4 0 0,1-1 0 0,0 2 0 15,-3 0 0-15,3 0 0 0,1-3 0 0,1 0 0 16,6-21-160-16,-6 30 160 0,6-30-144 0,0 0 144 15,0 0-160-15,0 0 160 0,12 41 0 0,-7-39 0 16,2-1 0-16,0-2 0 0,0-1 0 0,2-1 0 0,0-1 0 16,0-1 0-16,2-2 0 0,-1-2 0 0,0 1 128 0,-1-1-128 15,1-1 0-15,0-2 0 0,-1 1 0 0,-2 1 0 32,0-2-912-32,-2 1-144 0,-1-1-32 0,-2 0 0 15,0 1-1728-15,-3 1-368 0,-1 2-64 0</inkml:trace>
  <inkml:trace contextRef="#ctx0" brushRef="#br0" timeOffset="145542.15">24776 11963 5871 0,'-27'2'128'0,"16"-1"16"0,5-1 16 0,3 0 16 0,3 0-176 16,-1 0 0-16,-1 0 0 0,-2 0 0 0,-2 2 2320 15,2-4 432-15,0 2 96 0,1 0 16 0,4-1-144 0,1 1-32 16,2-1 0-16,2 1 0 16,3 0-64-16,0-1-32 0,3 1 0 0,2 0 0 15,-2 0-1344-15,2 0-272 0,1 0-48 0,1 0-16 0,0 1-624 0,2-2-128 16,-1 1-32-16,-1 0 0 0,1 0-288 0,-1-2-64 15,0 1-16-15</inkml:trace>
  <inkml:trace contextRef="#ctx0" brushRef="#br0" timeOffset="145870.51">25003 11958 10703 0,'-1'0'224'0,"1"0"48"0,0 0 16 0,0 2 32 0,1-1-320 0,-1 1 0 0,0-2 0 0,0 2 0 16,1 3 1584-16,-1 2 240 16,0-7 48-16,0 0 16 0,0 0-224 0,3 45-64 15,-3-45 0-15,0 0 0 0,0 0-240 0,10 49-48 16,-10-49-16-16,0 0 0 0,0 0-448 0,0 0-80 16,25 41-32-16,-18-38 0 0,1-1-144 0,0-4-16 15,1 0-16-15,2-1 0 0,0-4 32 0,0-2 16 0,0 0 0 0,-1-2 0 16,0 0-224-16,-2-1-32 0,-2 0-16 0,-2-2 0 0,-1 2 240 0,-3-2 32 15,-3 0 16-15,-2 1 0 16,-2 1 16-16,-3-1 16 0,-3 3 0 0,-2 3 0 0,-2-1-384 0,0 4-80 16,-4 4 0-16,1 2-16 0,-1 1-176 0,2 4 128 15,0 0-128-15,3 0 128 16,2 3-128-16,3-3 0 0,1 2 0 0</inkml:trace>
  <inkml:trace contextRef="#ctx0" brushRef="#br0" timeOffset="147454.15">10317 12580 13823 0,'1'-3'1216'0,"-1"3"-960"15,1 0-256-15,-1 0 0 0,0-2 1072 0,-1 2 160 16,1 0 48-16,-1 0 0 0,1 2 512 0,-2-1 128 16,0 3 0-16,-2-2 16 0,2 3-592 0,-1 2-112 15,0 5-16-15,-1 2-16 0,0 3-384 0,0 3-80 16,0 3-16-16,-2 1 0 16,3 1-288-16,-1-1-64 0,1 3-16 0,0-1 0 0,2 2-192 0,0-7-32 0,1-21-128 0,2 38 192 15,-2-38-64-15,0 0-128 0,15 38 176 0,-15-38-176 16,0 0 160-16,0 0-160 0,0 0 128 0,37 17-128 15,-37-17 256-15,20-6-16 0,-9 0-16 16,-1-2 0-16,1-1-80 0,-1 2-16 0,0-3 0 0,-2 3 0 16,1 0-256-16,-2 0-64 0,-1 1-16 0,0 0 0 15,0 1-480-15,-3-1-80 0,0 1-32 0,-2 0 0 16,0 0-544-16,-2 0-128 0,-2 3 0 0,-2-3-16 16,-1 0-752-16,-2 3-160 0,-2 0-32 0,0-1 0 15,-3 1-336-15,-2-1-80 0,-1 0-16 0,-3 0 0 16,0 0 992-16,-2-2 192 0,-1 4 32 0,-2 1 16 0,-2 1 1024 15,1 4 208-15,2 0 32 0,3-1 16 0,4 1 736 0,1 2 160 16,2 1 32 0,2-2 0-16,2 2 2176 0,3-4 448 0,1 1 96 0,2 0 16 0,3-5-400 15,1 2-80-15,2-2-16 0,2-2 0 0,1-3-480 16,3-2-96-16,3 1-32 0,0-2 0 0,2-2-608 0,2 1-128 16,1 0-32-16,2-1 0 0,2-2-816 0,0 3-176 15,3-1-16-15,-1 1-16 16,-1 1-288-16,-3 0-128 0,-1 2 128 0,3-1-128 0,4 0 0 0,1 2 0 15,-2 0 0-15,-24 5 0 0,45-6 0 0,-45 6 0 16,40-3 0-16,-40 3-176 16,37-4-976-16,-37 4-208 0,37-3-48 0,-37 3-14656 0</inkml:trace>
  <inkml:trace contextRef="#ctx0" brushRef="#br0" timeOffset="147830.6">10727 12463 13823 0,'-5'4'608'0,"1"-1"128"16,1 0-592-16,1-1-144 0,2 3 0 0,-1-3 0 0,0 3 1536 0,-1 5 288 16,-2 7 48-16,0 8 16 0,1 4-288 0,-2 4-48 31,1 0-16-31,1 1 0 0,-1-1-368 0,0 0-80 16,1-2 0-16,1 0-16 0,0-3 80 0,1-6 32 15,0-1 0-15,1-21 0 0,1 36-544 0,-1-36-128 16,1 25 0-16,-1-25-16 0,0 0-176 0,0 0-48 15,0 0 0-15,0 0 0 0,0 0 32 0,0 0 0 16,0 0 0-16,22-13 0 0,-17 2-176 0,0-1-128 0,1 0 192 16,-1-2-192-16,3 0 0 0,-1 0 0 0,0 0 0 15,-1 3 0-15,0 1 0 0,-2 3 0 0,1 1 0 0,1 2 0 16,-2 0 0-16,1 3 0 0,-5 1 0 0,0 0 160 16,0 0 80-16,0 0 16 0,0 0 0 0,27 33 0 15,-27-33 64-15,0 0 0 0,10 33 16 0,-10-33 0 16,0 0-192-16,11 38-144 0,-11-38 192 0,0 0-192 15,12 33 128-15,-12-33-128 0,0 0 0 0,0 0 0 16,0 0 0-16,0 0 0 0,0 0 0 0,34 26 0 16,-34-26 0-16,0 0 0 0,15-8 0 0,-10 3 0 0,1 2-176 15,-1-4-80-15,1 0-32 0,-1-1-17680 16</inkml:trace>
  <inkml:trace contextRef="#ctx0" brushRef="#br0" timeOffset="148196.47">10943 12788 16575 0,'0'2'736'0,"1"-1"160"0,1 1-720 0,-1-2-176 15,0 0 0-15,1 0 0 0,-2 0 1984 0,0 0 384 0,0 0 64 0,0 0 0 16,38 7-256-16,-38-7-64 0,0 0-16 16,41-2 0-16,-41 2-832 0,28-8-176 15,-28 8-16-15,27-9-16 0,-14 2-448 0,0 0-96 16,-1 0 0-16,1-1-16 0,-2-1-288 0,-1 2-48 0,-1-2-16 0,-1 2 0 15,-2-1-144-15,-1 1 0 0,-3 0 0 0,-2 2 0 16,0 0 0-16,-4 1 0 0,-1-1 0 0,-3 2 0 16,-1 3 0-16,-2-2 0 0,-1 4 0 0,0 1 0 15,-2 3 0-15,0 2 0 0,0 0 0 0,0 3 0 16,2 0 0-16,0 0 0 0,3 1 0 0,2 2 0 16,2 0 0-16,1 0 128 0,3 1 0 0,1-15 0 0,1 33 176 0,-1-33 16 15,0 0 16-15,14 38 0 0,-14-38-112 16,0 0-32-16,0 0 0 0,38 24 0 15,-38-24-192-15,0 0 128 0,39 2-128 0,-39-2 0 0,31-5 0 0,-31 5 0 16,31-10 0-16,-31 10 0 16,31-11-640-16,-31 11-160 0,34-10-32 0,-14 1-16736 0</inkml:trace>
  <inkml:trace contextRef="#ctx0" brushRef="#br0" timeOffset="148639.75">12020 12615 9215 0,'-3'-2'816'16,"1"1"-656"-16,0 1-160 0,0-2 0 0,0 2 2176 0,-1 0 384 15,-1-1 96-15,-5-2 16 0,-1 1 256 0,-2-1 48 16,1 1 16-16,1 1 0 15,0 1-944-15,1 1-176 0,0 1-32 0,0 3-16 0,-1-1-688 16,2 1-144-16,-1 1-32 16,-1 2 0-16,-2 0-544 0,0 2-112 0,0 1-32 0,-1-1 0 0,1 4-272 0,1-3 128 15,2 1-128-15,2-3 0 16,3-1 0-16,2 1 0 0,1-2 0 0,1-7 0 0,0 0 128 0,0 0-128 16,0 0 0-16,0 0 0 0,38 26 0 15,-38-26 0-15,0 0 0 0,41 5 0 0,-41-5 144 0,33 0-144 0,-33 0 0 0,34 1 144 16,-34-1-144-16,0 0 128 15,45 4-128-15,-45-4 128 0,0 0-128 0,0 0 0 0,40 16 0 0,-40-16 0 16,0 0 0-16,0 0 0 0,3 29 0 0,-11-20 0 16,-1 3 0-16,-3 0 0 0,-2 0 0 0,-2-2 0 15,0-1 0-15,-4 0 0 0,1 2 0 0,-2-2 0 16,1-2 0-16,-2 2 0 16,3-4 0-16,-1 2 0 0,3-3 0 0,0-1 0 0,2-1 0 0,4-2 0 15,4 0-768 1,3-2-144-16,3-3-32 0,6-2-16448 0</inkml:trace>
  <inkml:trace contextRef="#ctx0" brushRef="#br0" timeOffset="149051.59">12257 12513 16575 0,'1'-9'736'0,"-1"2"160"0,1 3-720 0,-1 0-176 0,0 2 0 0,1 0 0 16,-1 1 1792-16,1-3 336 0,0 0 64 0,1-2 16 16,0 3 368-16,-1 0 80 0,-1 3 16 0,0 3 0 15,0 3-1056-15,-1 3-208 0,1-9-32 0,-2 26-16 0,1-9-736 16,-1 4-160-16,0 3-16 0,-1 0-16 16,0 0-304-16,0 0-128 0,-1 1 128 0,2-3-128 0,0-1 0 0,1 0 0 15,0 1 128-15,1 0-128 0,0-22 0 0,3 35 0 16,-3-35 0-16,0 0 0 0,12 36 0 15,-12-36 0-15,0 0 0 0,0 0 0 16,0 0-832-16,0 0-112 0,0 0-16 0,0 0-16192 0</inkml:trace>
  <inkml:trace contextRef="#ctx0" brushRef="#br0" timeOffset="149415.32">12362 12738 12895 0,'1'2'1152'0,"0"1"-928"0,1-2-224 0,-1 1 0 15,1-2 1616-15,0 2 288 0,-2-2 48 0,0 0 16 16,0 0 656-16,0 0 144 0,43 16 32 0,-43-16 0 16,0 0-1040-16,40 0-208 0,-40 0-32 0,29-7-16 15,-29 7-752-15,23-9-160 0,-10 1-16 0,0 2-16 16,-1-4-432-16,-2 3-128 0,0 0 0 0,-2-2 0 0,-1 2 0 16,-2-1 0-16,-1 2-160 0,-2 0 160 15,-1 0-656 1,-2 1-16-16,0 1 0 0,-3 0 0 0,-1 0-512 0,-1 1-96 0,-2 2-32 0,-1 0 0 15,0-1 560-15,-2 2 112 0,-1 0 32 0,0 2 0 0,0 0 304 0,0 1 64 16,0 4 16-16,2-3 0 16,2 4 224-16,0 1 0 0,0-2 0 0,2 5 0 0,1-2 528 0,2-1 160 15,0 0 16-15,3-9 16 16,-1 22 272-16,1-22 48 0,3 26 16 0,-3-26 0 0,0 0-160 16,15 30-48-16,-15-30 0 0,0 0 0 0,0 0-272 0,44 24-64 15,-44-24-16-15,0 0 0 0,41-2-368 0,-41 2-128 0,25-5 0 0,-25 5 144 31,26-11-720-31,-14 4-160 0,-1 2-32 0,-2-3-15552 0</inkml:trace>
  <inkml:trace contextRef="#ctx0" brushRef="#br0" timeOffset="149786.5">12705 12731 15663 0,'0'5'688'0,"0"-4"144"0,1 0-656 0,-1 1-176 0,0-1 0 0,0 1 0 16,2-2 1904-16,0 3 336 0,-2-3 80 15,0 0 16-15,0 0 48 0,0 0 16 16,37 9 0-16,-37-9 0 0,0 0-912 0,36-6-176 16,-36 6-32-16,27-9-16 0,-27 9-720 0,30-13-144 15,-13 8-16-15,-2-5-16 0,-1 3-240 0,-1 0-128 0,-13 7 160 0,25-14-160 0,-16 6 0 0,-1 2 0 16,-1-2 0-16,-1 1 0 16,-2-1 0-16,-2 2 0 0,-1-1 0 0,-2 2 0 0,-1 0 0 0,-2 2 0 15,-1 0 0-15,-3-2 0 16,1 4 0-16,-3-1-128 0,0 2 128 0,-3 0 0 0,0 2-176 0,-2 1 176 0,1 2-160 0,0 2 160 47,2 0-512-47,0 0 0 0,1 3 0 0,2-1 0 0,2 3 272 0,0-2 48 0,1 2 16 0,1-1 0 15,2-1 176-15,0 1 0 0,3-11 160 0,0 23-160 0,0-23 352 0,0 0-32 0,0 0 0 0,0 0 0 16,19 33 160-16,-19-33 32 0,0 0 0 0,0 0 0 16,39 2-336-16,-39-2-176 15,25-6 192-15,-25 6-192 0,28-6-256 16,-28 6-176-16,26-10-16 0,-26 10-16608 15</inkml:trace>
  <inkml:trace contextRef="#ctx0" brushRef="#br0" timeOffset="151469.29">13132 12644 15663 0,'-1'-2'1392'0,"1"1"-1120"0,0-1-272 0,0 0 0 0,0 1 1408 0,-1 1 240 0,1-2 32 0,-1 0 16 16,1-1 800-16,-1 1 176 0,1 0 16 0,0 2 16 15,0 2-864-15,0-2-176 0,0 0-48 0,0 0 0 16,0 0-752-16,13 36-160 0,-13-36-16 0,0 0-16 15,13 45-416-15,-13-45-96 0,12 35-16 0,-12-35 0 16,11 36-144-16,-11-36 0 16,11 38 0-16,-11-38 128 0,11 35-128 0,-11-35 0 0,0 0 0 0,18 38 0 15,-18-38 0-15,0 0 0 0,0 0 0 0,0 0 0 0,0 0 0 0,0 0 0 16,0 0 128-16,35 12-128 0,-32-19 144 0,-1 0 0 16,1-3 0-16,1-2 0 0,0 0 32 0,0-2 0 31,-1 2 0-31,1-3 0 0,0 0-176 0,2-1 160 0,-1 1-160 0,0-2 160 15,1 3-160-15,-2-2 0 16,2 1 0-16,-1-2 0 0,1 3 0 0,0 2 0 16,-1 0 0-16,1 4 0 15,-1 0-640-15,1 4-48 0,-6 4-16 0,0 0-17168 0</inkml:trace>
  <inkml:trace contextRef="#ctx0" brushRef="#br0" timeOffset="151826.32">13397 12753 11055 0,'2'2'480'0,"0"-2"112"0,0 0-464 0,0-2-128 0,0 2 0 0,0 0 0 16,0-1 2496-16,3-1 496 0,-5 2 80 0,17-6 32 16,-17 6 144-16,24-8 16 0,-24 8 16 0,24-9 0 15,-24 9-1552-15,25-8-320 0,-25 8-64 0,25-8-16 16,-25 8-928-16,24-10-176 0,-24 10-32 0,22-10-16 16,-22 10-176-16,20-12 0 0,-20 12 0 0,17-12 0 15,-10 5 0-15,-2 0 0 0,-2 2-128 0,-1-2 128 0,-2 2 0 16,-2 1-176-16,-1-3 176 0,0 3-128 0,-4-1-112 0,-1 1-16 15,-1 1 0-15,-2 2 0 0,0-1 64 0,-1 0 16 16,-1 4 0-16,-1 0 0 0,0 0 48 16,0 3 0-16,0 2 0 0,3 1 0 0,1-1-96 15,0 3-16-15,3 1 0 0,1 1 0 0,1 0 240 0,1 2 0 16,2 1 0-16,2-15 0 0,-1 29 304 0,1-29 96 16,4 32 32-16,-4-32 0 0,0 0 240 0,17 35 48 15,-17-35 16-15,0 0 0 0,0 0-416 0,39 26-64 16,-39-26-32-16,0 0 0 0,37 5-224 0,-37-5 0 15,0 0 128-15,37-4-128 0,-37 4 0 0,25-8 0 16,-25 8 0-16,26-9 0 0,-26 9-384 0,27-10 0 16,-27 10-16-16,26-11 0 15,-26 11-2432-15,26-10-496 0</inkml:trace>
  <inkml:trace contextRef="#ctx0" brushRef="#br0" timeOffset="152054.03">13986 12800 35007 0,'0'0'1552'0,"0"0"320"0,0 0-1488 0,0 0-384 16,0 0 0-16,0 0 0 0,0 0 1376 0,0 0 208 15,0 0 32-15,0 0 16 16,0 0-1072-16,6 33-224 0,-6-33-32 0,0 0-16 0,0 0-288 0,-2 24 0 15,2-24 0-15,0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D6F77-CFCE-A445-8E2C-54D16F9EECCC}" type="datetimeFigureOut">
              <a:rPr lang="en-US" smtClean="0"/>
              <a:t>10/2/2023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42D00-D33B-6747-961F-9152114FB45F}" type="slidenum">
              <a:rPr lang="en-US" smtClean="0"/>
              <a:t>‹#›</a:t>
            </a:fld>
            <a:endParaRPr lang="en-US"/>
          </a:p>
        </p:txBody>
      </p:sp>
    </p:spTree>
    <p:extLst>
      <p:ext uri="{BB962C8B-B14F-4D97-AF65-F5344CB8AC3E}">
        <p14:creationId xmlns:p14="http://schemas.microsoft.com/office/powerpoint/2010/main" val="2981403554"/>
      </p:ext>
    </p:extLst>
  </p:cSld>
  <p:clrMap bg1="lt1" tx1="dk1" bg2="lt2" tx2="dk2" accent1="accent1" accent2="accent2" accent3="accent3" accent4="accent4" accent5="accent5" accent6="accent6" hlink="hlink" folHlink="folHlink"/>
  <p:notesStyle>
    <a:lvl1pPr marL="0" algn="l" defTabSz="685783" rtl="0" eaLnBrk="1" latinLnBrk="0" hangingPunct="1">
      <a:defRPr sz="900" kern="1200">
        <a:solidFill>
          <a:schemeClr val="tx1"/>
        </a:solidFill>
        <a:latin typeface="+mn-lt"/>
        <a:ea typeface="+mn-ea"/>
        <a:cs typeface="+mn-cs"/>
      </a:defRPr>
    </a:lvl1pPr>
    <a:lvl2pPr marL="342892" algn="l" defTabSz="685783" rtl="0" eaLnBrk="1" latinLnBrk="0" hangingPunct="1">
      <a:defRPr sz="900" kern="1200">
        <a:solidFill>
          <a:schemeClr val="tx1"/>
        </a:solidFill>
        <a:latin typeface="+mn-lt"/>
        <a:ea typeface="+mn-ea"/>
        <a:cs typeface="+mn-cs"/>
      </a:defRPr>
    </a:lvl2pPr>
    <a:lvl3pPr marL="685783" algn="l" defTabSz="685783" rtl="0" eaLnBrk="1" latinLnBrk="0" hangingPunct="1">
      <a:defRPr sz="900" kern="1200">
        <a:solidFill>
          <a:schemeClr val="tx1"/>
        </a:solidFill>
        <a:latin typeface="+mn-lt"/>
        <a:ea typeface="+mn-ea"/>
        <a:cs typeface="+mn-cs"/>
      </a:defRPr>
    </a:lvl3pPr>
    <a:lvl4pPr marL="1028675" algn="l" defTabSz="685783" rtl="0" eaLnBrk="1" latinLnBrk="0" hangingPunct="1">
      <a:defRPr sz="900" kern="1200">
        <a:solidFill>
          <a:schemeClr val="tx1"/>
        </a:solidFill>
        <a:latin typeface="+mn-lt"/>
        <a:ea typeface="+mn-ea"/>
        <a:cs typeface="+mn-cs"/>
      </a:defRPr>
    </a:lvl4pPr>
    <a:lvl5pPr marL="1371566" algn="l" defTabSz="685783" rtl="0" eaLnBrk="1" latinLnBrk="0" hangingPunct="1">
      <a:defRPr sz="900" kern="1200">
        <a:solidFill>
          <a:schemeClr val="tx1"/>
        </a:solidFill>
        <a:latin typeface="+mn-lt"/>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a:t>
            </a:fld>
            <a:endParaRPr lang="en-US"/>
          </a:p>
        </p:txBody>
      </p:sp>
    </p:spTree>
    <p:extLst>
      <p:ext uri="{BB962C8B-B14F-4D97-AF65-F5344CB8AC3E}">
        <p14:creationId xmlns:p14="http://schemas.microsoft.com/office/powerpoint/2010/main" val="307574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a:t>
            </a:fld>
            <a:endParaRPr lang="en-US"/>
          </a:p>
        </p:txBody>
      </p:sp>
    </p:spTree>
    <p:extLst>
      <p:ext uri="{BB962C8B-B14F-4D97-AF65-F5344CB8AC3E}">
        <p14:creationId xmlns:p14="http://schemas.microsoft.com/office/powerpoint/2010/main" val="864633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a:t>
            </a:fld>
            <a:endParaRPr lang="en-US"/>
          </a:p>
        </p:txBody>
      </p:sp>
    </p:spTree>
    <p:extLst>
      <p:ext uri="{BB962C8B-B14F-4D97-AF65-F5344CB8AC3E}">
        <p14:creationId xmlns:p14="http://schemas.microsoft.com/office/powerpoint/2010/main" val="2512391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4</a:t>
            </a:fld>
            <a:endParaRPr lang="en-US"/>
          </a:p>
        </p:txBody>
      </p:sp>
    </p:spTree>
    <p:extLst>
      <p:ext uri="{BB962C8B-B14F-4D97-AF65-F5344CB8AC3E}">
        <p14:creationId xmlns:p14="http://schemas.microsoft.com/office/powerpoint/2010/main" val="3156264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5</a:t>
            </a:fld>
            <a:endParaRPr lang="en-US"/>
          </a:p>
        </p:txBody>
      </p:sp>
    </p:spTree>
    <p:extLst>
      <p:ext uri="{BB962C8B-B14F-4D97-AF65-F5344CB8AC3E}">
        <p14:creationId xmlns:p14="http://schemas.microsoft.com/office/powerpoint/2010/main" val="3263025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6</a:t>
            </a:fld>
            <a:endParaRPr lang="en-US"/>
          </a:p>
        </p:txBody>
      </p:sp>
    </p:spTree>
    <p:extLst>
      <p:ext uri="{BB962C8B-B14F-4D97-AF65-F5344CB8AC3E}">
        <p14:creationId xmlns:p14="http://schemas.microsoft.com/office/powerpoint/2010/main" val="320263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7</a:t>
            </a:fld>
            <a:endParaRPr lang="en-US"/>
          </a:p>
        </p:txBody>
      </p:sp>
    </p:spTree>
    <p:extLst>
      <p:ext uri="{BB962C8B-B14F-4D97-AF65-F5344CB8AC3E}">
        <p14:creationId xmlns:p14="http://schemas.microsoft.com/office/powerpoint/2010/main" val="3245650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8</a:t>
            </a:fld>
            <a:endParaRPr lang="en-US"/>
          </a:p>
        </p:txBody>
      </p:sp>
    </p:spTree>
    <p:extLst>
      <p:ext uri="{BB962C8B-B14F-4D97-AF65-F5344CB8AC3E}">
        <p14:creationId xmlns:p14="http://schemas.microsoft.com/office/powerpoint/2010/main" val="78422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9</a:t>
            </a:fld>
            <a:endParaRPr lang="en-US"/>
          </a:p>
        </p:txBody>
      </p:sp>
    </p:spTree>
    <p:extLst>
      <p:ext uri="{BB962C8B-B14F-4D97-AF65-F5344CB8AC3E}">
        <p14:creationId xmlns:p14="http://schemas.microsoft.com/office/powerpoint/2010/main" val="1580646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10</a:t>
            </a:fld>
            <a:endParaRPr lang="en-US"/>
          </a:p>
        </p:txBody>
      </p:sp>
    </p:spTree>
    <p:extLst>
      <p:ext uri="{BB962C8B-B14F-4D97-AF65-F5344CB8AC3E}">
        <p14:creationId xmlns:p14="http://schemas.microsoft.com/office/powerpoint/2010/main" val="2908446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11</a:t>
            </a:fld>
            <a:endParaRPr lang="en-US"/>
          </a:p>
        </p:txBody>
      </p:sp>
    </p:spTree>
    <p:extLst>
      <p:ext uri="{BB962C8B-B14F-4D97-AF65-F5344CB8AC3E}">
        <p14:creationId xmlns:p14="http://schemas.microsoft.com/office/powerpoint/2010/main" val="3406817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12</a:t>
            </a:fld>
            <a:endParaRPr lang="en-US"/>
          </a:p>
        </p:txBody>
      </p:sp>
    </p:spTree>
    <p:extLst>
      <p:ext uri="{BB962C8B-B14F-4D97-AF65-F5344CB8AC3E}">
        <p14:creationId xmlns:p14="http://schemas.microsoft.com/office/powerpoint/2010/main" val="3917516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13</a:t>
            </a:fld>
            <a:endParaRPr lang="en-US"/>
          </a:p>
        </p:txBody>
      </p:sp>
    </p:spTree>
    <p:extLst>
      <p:ext uri="{BB962C8B-B14F-4D97-AF65-F5344CB8AC3E}">
        <p14:creationId xmlns:p14="http://schemas.microsoft.com/office/powerpoint/2010/main" val="4004375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14</a:t>
            </a:fld>
            <a:endParaRPr lang="en-US"/>
          </a:p>
        </p:txBody>
      </p:sp>
    </p:spTree>
    <p:extLst>
      <p:ext uri="{BB962C8B-B14F-4D97-AF65-F5344CB8AC3E}">
        <p14:creationId xmlns:p14="http://schemas.microsoft.com/office/powerpoint/2010/main" val="3310085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15</a:t>
            </a:fld>
            <a:endParaRPr lang="en-US"/>
          </a:p>
        </p:txBody>
      </p:sp>
    </p:spTree>
    <p:extLst>
      <p:ext uri="{BB962C8B-B14F-4D97-AF65-F5344CB8AC3E}">
        <p14:creationId xmlns:p14="http://schemas.microsoft.com/office/powerpoint/2010/main" val="1715495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16</a:t>
            </a:fld>
            <a:endParaRPr lang="en-US"/>
          </a:p>
        </p:txBody>
      </p:sp>
    </p:spTree>
    <p:extLst>
      <p:ext uri="{BB962C8B-B14F-4D97-AF65-F5344CB8AC3E}">
        <p14:creationId xmlns:p14="http://schemas.microsoft.com/office/powerpoint/2010/main" val="477318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17</a:t>
            </a:fld>
            <a:endParaRPr lang="en-US"/>
          </a:p>
        </p:txBody>
      </p:sp>
    </p:spTree>
    <p:extLst>
      <p:ext uri="{BB962C8B-B14F-4D97-AF65-F5344CB8AC3E}">
        <p14:creationId xmlns:p14="http://schemas.microsoft.com/office/powerpoint/2010/main" val="1580569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18</a:t>
            </a:fld>
            <a:endParaRPr lang="en-US"/>
          </a:p>
        </p:txBody>
      </p:sp>
    </p:spTree>
    <p:extLst>
      <p:ext uri="{BB962C8B-B14F-4D97-AF65-F5344CB8AC3E}">
        <p14:creationId xmlns:p14="http://schemas.microsoft.com/office/powerpoint/2010/main" val="1418517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19</a:t>
            </a:fld>
            <a:endParaRPr lang="en-US"/>
          </a:p>
        </p:txBody>
      </p:sp>
    </p:spTree>
    <p:extLst>
      <p:ext uri="{BB962C8B-B14F-4D97-AF65-F5344CB8AC3E}">
        <p14:creationId xmlns:p14="http://schemas.microsoft.com/office/powerpoint/2010/main" val="12997501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20</a:t>
            </a:fld>
            <a:endParaRPr lang="en-US"/>
          </a:p>
        </p:txBody>
      </p:sp>
    </p:spTree>
    <p:extLst>
      <p:ext uri="{BB962C8B-B14F-4D97-AF65-F5344CB8AC3E}">
        <p14:creationId xmlns:p14="http://schemas.microsoft.com/office/powerpoint/2010/main" val="25299563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21</a:t>
            </a:fld>
            <a:endParaRPr lang="en-US"/>
          </a:p>
        </p:txBody>
      </p:sp>
    </p:spTree>
    <p:extLst>
      <p:ext uri="{BB962C8B-B14F-4D97-AF65-F5344CB8AC3E}">
        <p14:creationId xmlns:p14="http://schemas.microsoft.com/office/powerpoint/2010/main" val="24533788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22</a:t>
            </a:fld>
            <a:endParaRPr lang="en-US"/>
          </a:p>
        </p:txBody>
      </p:sp>
    </p:spTree>
    <p:extLst>
      <p:ext uri="{BB962C8B-B14F-4D97-AF65-F5344CB8AC3E}">
        <p14:creationId xmlns:p14="http://schemas.microsoft.com/office/powerpoint/2010/main" val="3974023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23</a:t>
            </a:fld>
            <a:endParaRPr lang="en-US"/>
          </a:p>
        </p:txBody>
      </p:sp>
    </p:spTree>
    <p:extLst>
      <p:ext uri="{BB962C8B-B14F-4D97-AF65-F5344CB8AC3E}">
        <p14:creationId xmlns:p14="http://schemas.microsoft.com/office/powerpoint/2010/main" val="1415228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24</a:t>
            </a:fld>
            <a:endParaRPr lang="en-US"/>
          </a:p>
        </p:txBody>
      </p:sp>
    </p:spTree>
    <p:extLst>
      <p:ext uri="{BB962C8B-B14F-4D97-AF65-F5344CB8AC3E}">
        <p14:creationId xmlns:p14="http://schemas.microsoft.com/office/powerpoint/2010/main" val="674497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25</a:t>
            </a:fld>
            <a:endParaRPr lang="en-US"/>
          </a:p>
        </p:txBody>
      </p:sp>
    </p:spTree>
    <p:extLst>
      <p:ext uri="{BB962C8B-B14F-4D97-AF65-F5344CB8AC3E}">
        <p14:creationId xmlns:p14="http://schemas.microsoft.com/office/powerpoint/2010/main" val="31527983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26</a:t>
            </a:fld>
            <a:endParaRPr lang="en-US"/>
          </a:p>
        </p:txBody>
      </p:sp>
    </p:spTree>
    <p:extLst>
      <p:ext uri="{BB962C8B-B14F-4D97-AF65-F5344CB8AC3E}">
        <p14:creationId xmlns:p14="http://schemas.microsoft.com/office/powerpoint/2010/main" val="24093439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27</a:t>
            </a:fld>
            <a:endParaRPr lang="en-US"/>
          </a:p>
        </p:txBody>
      </p:sp>
    </p:spTree>
    <p:extLst>
      <p:ext uri="{BB962C8B-B14F-4D97-AF65-F5344CB8AC3E}">
        <p14:creationId xmlns:p14="http://schemas.microsoft.com/office/powerpoint/2010/main" val="5734168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28</a:t>
            </a:fld>
            <a:endParaRPr lang="en-US"/>
          </a:p>
        </p:txBody>
      </p:sp>
    </p:spTree>
    <p:extLst>
      <p:ext uri="{BB962C8B-B14F-4D97-AF65-F5344CB8AC3E}">
        <p14:creationId xmlns:p14="http://schemas.microsoft.com/office/powerpoint/2010/main" val="23120441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29</a:t>
            </a:fld>
            <a:endParaRPr lang="en-US"/>
          </a:p>
        </p:txBody>
      </p:sp>
    </p:spTree>
    <p:extLst>
      <p:ext uri="{BB962C8B-B14F-4D97-AF65-F5344CB8AC3E}">
        <p14:creationId xmlns:p14="http://schemas.microsoft.com/office/powerpoint/2010/main" val="4075023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30</a:t>
            </a:fld>
            <a:endParaRPr lang="en-US"/>
          </a:p>
        </p:txBody>
      </p:sp>
    </p:spTree>
    <p:extLst>
      <p:ext uri="{BB962C8B-B14F-4D97-AF65-F5344CB8AC3E}">
        <p14:creationId xmlns:p14="http://schemas.microsoft.com/office/powerpoint/2010/main" val="10100990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31</a:t>
            </a:fld>
            <a:endParaRPr lang="en-US"/>
          </a:p>
        </p:txBody>
      </p:sp>
    </p:spTree>
    <p:extLst>
      <p:ext uri="{BB962C8B-B14F-4D97-AF65-F5344CB8AC3E}">
        <p14:creationId xmlns:p14="http://schemas.microsoft.com/office/powerpoint/2010/main" val="5971340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32</a:t>
            </a:fld>
            <a:endParaRPr lang="en-US"/>
          </a:p>
        </p:txBody>
      </p:sp>
    </p:spTree>
    <p:extLst>
      <p:ext uri="{BB962C8B-B14F-4D97-AF65-F5344CB8AC3E}">
        <p14:creationId xmlns:p14="http://schemas.microsoft.com/office/powerpoint/2010/main" val="1128870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33</a:t>
            </a:fld>
            <a:endParaRPr lang="en-US"/>
          </a:p>
        </p:txBody>
      </p:sp>
    </p:spTree>
    <p:extLst>
      <p:ext uri="{BB962C8B-B14F-4D97-AF65-F5344CB8AC3E}">
        <p14:creationId xmlns:p14="http://schemas.microsoft.com/office/powerpoint/2010/main" val="1009520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Cover 1">
    <p:bg>
      <p:bgPr>
        <a:solidFill>
          <a:srgbClr val="1C3D74"/>
        </a:solidFill>
        <a:effectLst/>
      </p:bgPr>
    </p:bg>
    <p:spTree>
      <p:nvGrpSpPr>
        <p:cNvPr id="1" name=""/>
        <p:cNvGrpSpPr/>
        <p:nvPr/>
      </p:nvGrpSpPr>
      <p:grpSpPr>
        <a:xfrm>
          <a:off x="0" y="0"/>
          <a:ext cx="0" cy="0"/>
          <a:chOff x="0" y="0"/>
          <a:chExt cx="0" cy="0"/>
        </a:xfrm>
      </p:grpSpPr>
      <p:sp>
        <p:nvSpPr>
          <p:cNvPr id="7"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8"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401044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a:gsLst>
            <a:gs pos="12000">
              <a:srgbClr val="1C3D74"/>
            </a:gs>
            <a:gs pos="100000">
              <a:srgbClr val="2DB8C5"/>
            </a:gs>
          </a:gsLst>
          <a:lin ang="1980000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280325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bg>
      <p:bgPr>
        <a:gradFill flip="none" rotWithShape="1">
          <a:gsLst>
            <a:gs pos="74000">
              <a:srgbClr val="10746A"/>
            </a:gs>
            <a:gs pos="18000">
              <a:srgbClr val="0096E3">
                <a:lumMod val="90000"/>
                <a:lumOff val="10000"/>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19369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Custom Layout">
    <p:bg>
      <p:bgPr>
        <a:gradFill flip="none" rotWithShape="1">
          <a:gsLst>
            <a:gs pos="0">
              <a:srgbClr val="73B82B">
                <a:lumMod val="88000"/>
                <a:lumOff val="12000"/>
              </a:srgbClr>
            </a:gs>
            <a:gs pos="97312">
              <a:srgbClr val="10746A"/>
            </a:gs>
            <a:gs pos="59000">
              <a:srgbClr val="10746A">
                <a:lumMod val="94000"/>
                <a:lumOff val="6000"/>
              </a:srgbClr>
            </a:gs>
          </a:gsLst>
          <a:lin ang="12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66077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Custom Layout">
    <p:bg>
      <p:bgPr>
        <a:gradFill>
          <a:gsLst>
            <a:gs pos="0">
              <a:srgbClr val="73B82B">
                <a:lumMod val="88000"/>
                <a:lumOff val="12000"/>
              </a:srgbClr>
            </a:gs>
            <a:gs pos="69000">
              <a:srgbClr val="2DB8C5"/>
            </a:gs>
          </a:gsLst>
          <a:lin ang="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41877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Custom Layout">
    <p:bg>
      <p:bgPr>
        <a:gradFill flip="none" rotWithShape="1">
          <a:gsLst>
            <a:gs pos="85484">
              <a:srgbClr val="8D3786"/>
            </a:gs>
            <a:gs pos="19000">
              <a:srgbClr val="EC008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055588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Custom Layout">
    <p:bg>
      <p:bgPr>
        <a:gradFill flip="none" rotWithShape="1">
          <a:gsLst>
            <a:gs pos="3226">
              <a:srgbClr val="8D3786"/>
            </a:gs>
            <a:gs pos="35000">
              <a:srgbClr val="8D3786"/>
            </a:gs>
            <a:gs pos="100000">
              <a:srgbClr val="F18500"/>
            </a:gs>
          </a:gsLst>
          <a:lin ang="198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08686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Tree>
    <p:extLst>
      <p:ext uri="{BB962C8B-B14F-4D97-AF65-F5344CB8AC3E}">
        <p14:creationId xmlns:p14="http://schemas.microsoft.com/office/powerpoint/2010/main" val="2316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
        <p:nvSpPr>
          <p:cNvPr id="9" name="Text Placeholder 2">
            <a:extLst>
              <a:ext uri="{FF2B5EF4-FFF2-40B4-BE49-F238E27FC236}">
                <a16:creationId xmlns:a16="http://schemas.microsoft.com/office/drawing/2014/main" id="{35C7A6F9-784D-428C-B9C4-650A70FFC077}"/>
              </a:ext>
            </a:extLst>
          </p:cNvPr>
          <p:cNvSpPr>
            <a:spLocks noGrp="1"/>
          </p:cNvSpPr>
          <p:nvPr>
            <p:ph type="body" sz="quarter" idx="14" hasCustomPrompt="1"/>
          </p:nvPr>
        </p:nvSpPr>
        <p:spPr>
          <a:xfrm>
            <a:off x="4580865"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Tree>
    <p:extLst>
      <p:ext uri="{BB962C8B-B14F-4D97-AF65-F5344CB8AC3E}">
        <p14:creationId xmlns:p14="http://schemas.microsoft.com/office/powerpoint/2010/main" val="310220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4679950" y="1311276"/>
            <a:ext cx="4186238" cy="279199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9"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4679950" y="4176072"/>
            <a:ext cx="4186238" cy="87954"/>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00C9E275-0734-425E-938B-16131D4657EE}"/>
              </a:ext>
            </a:extLst>
          </p:cNvPr>
          <p:cNvSpPr>
            <a:spLocks noGrp="1"/>
          </p:cNvSpPr>
          <p:nvPr>
            <p:ph type="body" sz="quarter" idx="13" hasCustomPrompt="1"/>
          </p:nvPr>
        </p:nvSpPr>
        <p:spPr>
          <a:xfrm>
            <a:off x="186596" y="1311275"/>
            <a:ext cx="438540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9082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6767512" y="1311276"/>
            <a:ext cx="2098675" cy="277370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3"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2"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3" name="Text Placeholder 2">
            <a:extLst>
              <a:ext uri="{FF2B5EF4-FFF2-40B4-BE49-F238E27FC236}">
                <a16:creationId xmlns:a16="http://schemas.microsoft.com/office/drawing/2014/main" id="{9602840F-CF0A-4B0C-876C-214741C51912}"/>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516180862"/>
      </p:ext>
    </p:extLst>
  </p:cSld>
  <p:clrMapOvr>
    <a:masterClrMapping/>
  </p:clrMapOvr>
  <p:extLst>
    <p:ext uri="{DCECCB84-F9BA-43D5-87BE-67443E8EF086}">
      <p15:sldGuideLst xmlns:p15="http://schemas.microsoft.com/office/powerpoint/2012/main">
        <p15:guide id="1" pos="419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3 ">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1" name="Picture Placeholder 5">
            <a:extLst>
              <a:ext uri="{FF2B5EF4-FFF2-40B4-BE49-F238E27FC236}">
                <a16:creationId xmlns:a16="http://schemas.microsoft.com/office/drawing/2014/main" id="{6D51F31A-86D2-8C4F-A1A9-C88372B37B39}"/>
              </a:ext>
            </a:extLst>
          </p:cNvPr>
          <p:cNvSpPr>
            <a:spLocks noGrp="1"/>
          </p:cNvSpPr>
          <p:nvPr>
            <p:ph type="pic" sz="quarter" idx="16" hasCustomPrompt="1"/>
          </p:nvPr>
        </p:nvSpPr>
        <p:spPr>
          <a:xfrm>
            <a:off x="6767513" y="1311274"/>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7"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8"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39CEF63-09E5-47AB-B122-292E3DA7266B}"/>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840049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4">
    <p:spTree>
      <p:nvGrpSpPr>
        <p:cNvPr id="1" name=""/>
        <p:cNvGrpSpPr/>
        <p:nvPr/>
      </p:nvGrpSpPr>
      <p:grpSpPr>
        <a:xfrm>
          <a:off x="0" y="0"/>
          <a:ext cx="0" cy="0"/>
          <a:chOff x="0" y="0"/>
          <a:chExt cx="0" cy="0"/>
        </a:xfrm>
      </p:grpSpPr>
      <p:sp>
        <p:nvSpPr>
          <p:cNvPr id="14" name="Picture Placeholder 5">
            <a:extLst>
              <a:ext uri="{FF2B5EF4-FFF2-40B4-BE49-F238E27FC236}">
                <a16:creationId xmlns:a16="http://schemas.microsoft.com/office/drawing/2014/main" id="{DE942392-5A1D-4B43-9FC3-CF83A59FC53E}"/>
              </a:ext>
            </a:extLst>
          </p:cNvPr>
          <p:cNvSpPr>
            <a:spLocks noGrp="1"/>
          </p:cNvSpPr>
          <p:nvPr>
            <p:ph type="pic" sz="quarter" idx="16" hasCustomPrompt="1"/>
          </p:nvPr>
        </p:nvSpPr>
        <p:spPr>
          <a:xfrm>
            <a:off x="6767513" y="1311275"/>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8"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6"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7"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8"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9"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9"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2" name="Text Placeholder 2">
            <a:extLst>
              <a:ext uri="{FF2B5EF4-FFF2-40B4-BE49-F238E27FC236}">
                <a16:creationId xmlns:a16="http://schemas.microsoft.com/office/drawing/2014/main" id="{A5E523E2-4C7B-424A-8715-BA3BD5E8B973}"/>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47593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5">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3"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33"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767513" y="1322601"/>
            <a:ext cx="2098675"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3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67512" y="417795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6"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216A11E-B4A5-4F26-9049-F166D72D6258}"/>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869923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6">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4305300"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4305302"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3"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6778626" y="2877213"/>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78624"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5"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11A76B9A-C73D-41F4-848B-7B422BD2540C}"/>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68500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2 column text + image + caption 1">
    <p:spTree>
      <p:nvGrpSpPr>
        <p:cNvPr id="1" name=""/>
        <p:cNvGrpSpPr/>
        <p:nvPr/>
      </p:nvGrpSpPr>
      <p:grpSpPr>
        <a:xfrm>
          <a:off x="0" y="0"/>
          <a:ext cx="0" cy="0"/>
          <a:chOff x="0" y="0"/>
          <a:chExt cx="0" cy="0"/>
        </a:xfrm>
      </p:grpSpPr>
      <p:sp>
        <p:nvSpPr>
          <p:cNvPr id="19"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102847" y="1322601"/>
            <a:ext cx="2763341"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102847" y="4177950"/>
            <a:ext cx="2763341"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9" name="Text Placeholder 2">
            <a:extLst>
              <a:ext uri="{FF2B5EF4-FFF2-40B4-BE49-F238E27FC236}">
                <a16:creationId xmlns:a16="http://schemas.microsoft.com/office/drawing/2014/main" id="{6B742EC7-0905-4619-9932-945C15BD9FB8}"/>
              </a:ext>
            </a:extLst>
          </p:cNvPr>
          <p:cNvSpPr>
            <a:spLocks noGrp="1"/>
          </p:cNvSpPr>
          <p:nvPr>
            <p:ph type="body" sz="quarter" idx="26" hasCustomPrompt="1"/>
          </p:nvPr>
        </p:nvSpPr>
        <p:spPr>
          <a:xfrm>
            <a:off x="3144721"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marL="457200" indent="0">
              <a:buFont typeface="Arial" panose="020B0604020202020204" pitchFamily="34" charset="0"/>
              <a:buNone/>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
        <p:nvSpPr>
          <p:cNvPr id="8" name="Text Placeholder 2">
            <a:extLst>
              <a:ext uri="{FF2B5EF4-FFF2-40B4-BE49-F238E27FC236}">
                <a16:creationId xmlns:a16="http://schemas.microsoft.com/office/drawing/2014/main" id="{E839734A-FE59-489D-8235-3CE5E3DE21EF}"/>
              </a:ext>
            </a:extLst>
          </p:cNvPr>
          <p:cNvSpPr>
            <a:spLocks noGrp="1"/>
          </p:cNvSpPr>
          <p:nvPr>
            <p:ph type="body" sz="quarter" idx="27" hasCustomPrompt="1"/>
          </p:nvPr>
        </p:nvSpPr>
        <p:spPr>
          <a:xfrm>
            <a:off x="186595"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71719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column text + image + caption">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496620" y="1309603"/>
            <a:ext cx="6380681" cy="280837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496620" y="4176072"/>
            <a:ext cx="638068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57C490C0-3F42-428E-9663-C0315B61F18B}"/>
              </a:ext>
            </a:extLst>
          </p:cNvPr>
          <p:cNvSpPr>
            <a:spLocks noGrp="1"/>
          </p:cNvSpPr>
          <p:nvPr>
            <p:ph type="body" sz="quarter" idx="13" hasCustomPrompt="1"/>
          </p:nvPr>
        </p:nvSpPr>
        <p:spPr>
          <a:xfrm>
            <a:off x="186597" y="1311275"/>
            <a:ext cx="21262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473945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hero image + caption">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287339" y="1322601"/>
            <a:ext cx="8578850"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2"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3461591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ro image + caption">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79400" y="250826"/>
            <a:ext cx="8597901" cy="3867149"/>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Tree>
    <p:extLst>
      <p:ext uri="{BB962C8B-B14F-4D97-AF65-F5344CB8AC3E}">
        <p14:creationId xmlns:p14="http://schemas.microsoft.com/office/powerpoint/2010/main" val="2436586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0557C50-0B31-9348-AF2A-301002B74889}"/>
              </a:ext>
            </a:extLst>
          </p:cNvPr>
          <p:cNvGrpSpPr/>
          <p:nvPr userDrawn="1"/>
        </p:nvGrpSpPr>
        <p:grpSpPr>
          <a:xfrm>
            <a:off x="203484" y="1234649"/>
            <a:ext cx="2219675" cy="1349665"/>
            <a:chOff x="1985262" y="1786188"/>
            <a:chExt cx="3594613" cy="2579532"/>
          </a:xfrm>
        </p:grpSpPr>
        <p:sp>
          <p:nvSpPr>
            <p:cNvPr id="36" name="TextBox 35">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2DB8C5"/>
                  </a:solidFill>
                  <a:latin typeface="Arial" panose="020B0604020202020204" pitchFamily="34" charset="0"/>
                  <a:cs typeface="Arial" panose="020B0604020202020204" pitchFamily="34" charset="0"/>
                </a:rPr>
                <a:t>19%</a:t>
              </a:r>
            </a:p>
          </p:txBody>
        </p:sp>
        <p:cxnSp>
          <p:nvCxnSpPr>
            <p:cNvPr id="37" name="Straight Connector 36">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2DB8C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D3155A-02B7-9146-95B9-2D706BFA7810}"/>
                </a:ext>
              </a:extLst>
            </p:cNvPr>
            <p:cNvSpPr txBox="1"/>
            <p:nvPr/>
          </p:nvSpPr>
          <p:spPr>
            <a:xfrm>
              <a:off x="1985262" y="3500871"/>
              <a:ext cx="3594613" cy="864849"/>
            </a:xfrm>
            <a:prstGeom prst="rect">
              <a:avLst/>
            </a:prstGeom>
            <a:noFill/>
          </p:spPr>
          <p:txBody>
            <a:bodyPr wrap="square" rtlCol="0">
              <a:spAutoFit/>
            </a:bodyPr>
            <a:lstStyle/>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2" name="Group 51">
            <a:extLst>
              <a:ext uri="{FF2B5EF4-FFF2-40B4-BE49-F238E27FC236}">
                <a16:creationId xmlns:a16="http://schemas.microsoft.com/office/drawing/2014/main" id="{D0557C50-0B31-9348-AF2A-301002B74889}"/>
              </a:ext>
            </a:extLst>
          </p:cNvPr>
          <p:cNvGrpSpPr/>
          <p:nvPr userDrawn="1"/>
        </p:nvGrpSpPr>
        <p:grpSpPr>
          <a:xfrm>
            <a:off x="3299430" y="1210655"/>
            <a:ext cx="2156489" cy="1349665"/>
            <a:chOff x="1985262" y="1786188"/>
            <a:chExt cx="3594613" cy="2579532"/>
          </a:xfrm>
        </p:grpSpPr>
        <p:sp>
          <p:nvSpPr>
            <p:cNvPr id="53" name="TextBox 52">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8D3786"/>
                  </a:solidFill>
                  <a:latin typeface="Arial" panose="020B0604020202020204" pitchFamily="34" charset="0"/>
                  <a:cs typeface="Arial" panose="020B0604020202020204" pitchFamily="34" charset="0"/>
                </a:rPr>
                <a:t>19%</a:t>
              </a:r>
            </a:p>
          </p:txBody>
        </p:sp>
        <p:cxnSp>
          <p:nvCxnSpPr>
            <p:cNvPr id="54" name="Straight Connector 53">
              <a:extLst>
                <a:ext uri="{FF2B5EF4-FFF2-40B4-BE49-F238E27FC236}">
                  <a16:creationId xmlns:a16="http://schemas.microsoft.com/office/drawing/2014/main" id="{7499D1F6-6F64-E045-A629-F16A8AF17DEB}"/>
                </a:ext>
              </a:extLst>
            </p:cNvPr>
            <p:cNvCxnSpPr/>
            <p:nvPr/>
          </p:nvCxnSpPr>
          <p:spPr>
            <a:xfrm flipV="1">
              <a:off x="2114979" y="3256871"/>
              <a:ext cx="3407806" cy="10321"/>
            </a:xfrm>
            <a:prstGeom prst="line">
              <a:avLst/>
            </a:prstGeom>
            <a:ln w="28575">
              <a:solidFill>
                <a:srgbClr val="8D3786"/>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6" name="Group 55">
            <a:extLst>
              <a:ext uri="{FF2B5EF4-FFF2-40B4-BE49-F238E27FC236}">
                <a16:creationId xmlns:a16="http://schemas.microsoft.com/office/drawing/2014/main" id="{D0557C50-0B31-9348-AF2A-301002B74889}"/>
              </a:ext>
            </a:extLst>
          </p:cNvPr>
          <p:cNvGrpSpPr/>
          <p:nvPr userDrawn="1"/>
        </p:nvGrpSpPr>
        <p:grpSpPr>
          <a:xfrm>
            <a:off x="6395376" y="1210655"/>
            <a:ext cx="2184743" cy="1349665"/>
            <a:chOff x="1985262" y="1786188"/>
            <a:chExt cx="3594613" cy="2579532"/>
          </a:xfrm>
        </p:grpSpPr>
        <p:sp>
          <p:nvSpPr>
            <p:cNvPr id="57" name="TextBox 56">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10746A"/>
                  </a:solidFill>
                  <a:latin typeface="Arial" panose="020B0604020202020204" pitchFamily="34" charset="0"/>
                  <a:cs typeface="Arial" panose="020B0604020202020204" pitchFamily="34" charset="0"/>
                </a:rPr>
                <a:t>19%</a:t>
              </a:r>
            </a:p>
          </p:txBody>
        </p:sp>
        <p:cxnSp>
          <p:nvCxnSpPr>
            <p:cNvPr id="58" name="Straight Connector 57">
              <a:extLst>
                <a:ext uri="{FF2B5EF4-FFF2-40B4-BE49-F238E27FC236}">
                  <a16:creationId xmlns:a16="http://schemas.microsoft.com/office/drawing/2014/main" id="{7499D1F6-6F64-E045-A629-F16A8AF17DEB}"/>
                </a:ext>
              </a:extLst>
            </p:cNvPr>
            <p:cNvCxnSpPr/>
            <p:nvPr/>
          </p:nvCxnSpPr>
          <p:spPr>
            <a:xfrm flipV="1">
              <a:off x="2114979" y="3256871"/>
              <a:ext cx="3407804" cy="10321"/>
            </a:xfrm>
            <a:prstGeom prst="line">
              <a:avLst/>
            </a:prstGeom>
            <a:ln w="28575">
              <a:solidFill>
                <a:srgbClr val="10746A"/>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0" name="Group 59">
            <a:extLst>
              <a:ext uri="{FF2B5EF4-FFF2-40B4-BE49-F238E27FC236}">
                <a16:creationId xmlns:a16="http://schemas.microsoft.com/office/drawing/2014/main" id="{D0557C50-0B31-9348-AF2A-301002B74889}"/>
              </a:ext>
            </a:extLst>
          </p:cNvPr>
          <p:cNvGrpSpPr/>
          <p:nvPr userDrawn="1"/>
        </p:nvGrpSpPr>
        <p:grpSpPr>
          <a:xfrm>
            <a:off x="1800890" y="2785639"/>
            <a:ext cx="2268189" cy="1349665"/>
            <a:chOff x="1985262" y="1786188"/>
            <a:chExt cx="3594613" cy="2579532"/>
          </a:xfrm>
        </p:grpSpPr>
        <p:sp>
          <p:nvSpPr>
            <p:cNvPr id="61" name="TextBox 60">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F18500"/>
                  </a:solidFill>
                  <a:latin typeface="Arial" panose="020B0604020202020204" pitchFamily="34" charset="0"/>
                  <a:cs typeface="Arial" panose="020B0604020202020204" pitchFamily="34" charset="0"/>
                </a:rPr>
                <a:t>19%</a:t>
              </a:r>
            </a:p>
          </p:txBody>
        </p:sp>
        <p:cxnSp>
          <p:nvCxnSpPr>
            <p:cNvPr id="62" name="Straight Connector 61">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F18500"/>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4" name="Group 63">
            <a:extLst>
              <a:ext uri="{FF2B5EF4-FFF2-40B4-BE49-F238E27FC236}">
                <a16:creationId xmlns:a16="http://schemas.microsoft.com/office/drawing/2014/main" id="{D0557C50-0B31-9348-AF2A-301002B74889}"/>
              </a:ext>
            </a:extLst>
          </p:cNvPr>
          <p:cNvGrpSpPr/>
          <p:nvPr userDrawn="1"/>
        </p:nvGrpSpPr>
        <p:grpSpPr>
          <a:xfrm>
            <a:off x="4949634" y="2785639"/>
            <a:ext cx="2289366" cy="1349665"/>
            <a:chOff x="1985262" y="1786188"/>
            <a:chExt cx="3594613" cy="2579532"/>
          </a:xfrm>
        </p:grpSpPr>
        <p:sp>
          <p:nvSpPr>
            <p:cNvPr id="65" name="TextBox 64">
              <a:extLst>
                <a:ext uri="{FF2B5EF4-FFF2-40B4-BE49-F238E27FC236}">
                  <a16:creationId xmlns:a16="http://schemas.microsoft.com/office/drawing/2014/main" id="{B0759468-3783-DD45-AC2F-7E3842278B7D}"/>
                </a:ext>
              </a:extLst>
            </p:cNvPr>
            <p:cNvSpPr txBox="1"/>
            <p:nvPr/>
          </p:nvSpPr>
          <p:spPr>
            <a:xfrm>
              <a:off x="2401825" y="1786188"/>
              <a:ext cx="2677753" cy="1470585"/>
            </a:xfrm>
            <a:prstGeom prst="rect">
              <a:avLst/>
            </a:prstGeom>
            <a:noFill/>
          </p:spPr>
          <p:txBody>
            <a:bodyPr wrap="square" rtlCol="0">
              <a:spAutoFit/>
            </a:bodyPr>
            <a:lstStyle/>
            <a:p>
              <a:pPr algn="ctr"/>
              <a:r>
                <a:rPr lang="en-US" sz="4400" b="1">
                  <a:solidFill>
                    <a:srgbClr val="73B82B"/>
                  </a:solidFill>
                  <a:latin typeface="Arial" panose="020B0604020202020204" pitchFamily="34" charset="0"/>
                  <a:cs typeface="Arial" panose="020B0604020202020204" pitchFamily="34" charset="0"/>
                </a:rPr>
                <a:t>19%</a:t>
              </a:r>
            </a:p>
          </p:txBody>
        </p:sp>
        <p:cxnSp>
          <p:nvCxnSpPr>
            <p:cNvPr id="66" name="Straight Connector 65">
              <a:extLst>
                <a:ext uri="{FF2B5EF4-FFF2-40B4-BE49-F238E27FC236}">
                  <a16:creationId xmlns:a16="http://schemas.microsoft.com/office/drawing/2014/main" id="{7499D1F6-6F64-E045-A629-F16A8AF17DEB}"/>
                </a:ext>
              </a:extLst>
            </p:cNvPr>
            <p:cNvCxnSpPr/>
            <p:nvPr/>
          </p:nvCxnSpPr>
          <p:spPr>
            <a:xfrm flipV="1">
              <a:off x="2114979" y="3271937"/>
              <a:ext cx="3407805" cy="10321"/>
            </a:xfrm>
            <a:prstGeom prst="line">
              <a:avLst/>
            </a:prstGeom>
            <a:ln w="28575">
              <a:solidFill>
                <a:srgbClr val="73B82B"/>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sp>
        <p:nvSpPr>
          <p:cNvPr id="23" name="Content Placeholder 2"/>
          <p:cNvSpPr>
            <a:spLocks noGrp="1"/>
          </p:cNvSpPr>
          <p:nvPr>
            <p:ph sz="quarter" idx="10" hasCustomPrompt="1"/>
          </p:nvPr>
        </p:nvSpPr>
        <p:spPr>
          <a:xfrm>
            <a:off x="186596" y="211096"/>
            <a:ext cx="8672097" cy="1171575"/>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2476875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348A56A-D03E-7C4E-AE8E-F896E6A5A11B}"/>
              </a:ext>
            </a:extLst>
          </p:cNvPr>
          <p:cNvGraphicFramePr/>
          <p:nvPr userDrawn="1">
            <p:extLst>
              <p:ext uri="{D42A27DB-BD31-4B8C-83A1-F6EECF244321}">
                <p14:modId xmlns:p14="http://schemas.microsoft.com/office/powerpoint/2010/main" val="286463332"/>
              </p:ext>
            </p:extLst>
          </p:nvPr>
        </p:nvGraphicFramePr>
        <p:xfrm>
          <a:off x="2925649" y="1218723"/>
          <a:ext cx="4923808" cy="3149179"/>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A91CD518-0B4F-4DDD-8245-74B5057E966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583801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ntent slide 3">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ADE844C2-66A4-7347-BB76-EF1AA2EFEA89}"/>
              </a:ext>
            </a:extLst>
          </p:cNvPr>
          <p:cNvGraphicFramePr/>
          <p:nvPr userDrawn="1">
            <p:extLst>
              <p:ext uri="{D42A27DB-BD31-4B8C-83A1-F6EECF244321}">
                <p14:modId xmlns:p14="http://schemas.microsoft.com/office/powerpoint/2010/main" val="1544693725"/>
              </p:ext>
            </p:extLst>
          </p:nvPr>
        </p:nvGraphicFramePr>
        <p:xfrm>
          <a:off x="3380198" y="1259540"/>
          <a:ext cx="5003514" cy="3295755"/>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796BE319-1C15-41CC-A596-E46D2BF7CC7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9708132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EF8E69A5-8A32-3B48-8662-8A79DC2E0921}"/>
              </a:ext>
            </a:extLst>
          </p:cNvPr>
          <p:cNvGraphicFramePr/>
          <p:nvPr userDrawn="1">
            <p:extLst>
              <p:ext uri="{D42A27DB-BD31-4B8C-83A1-F6EECF244321}">
                <p14:modId xmlns:p14="http://schemas.microsoft.com/office/powerpoint/2010/main" val="3268563056"/>
              </p:ext>
            </p:extLst>
          </p:nvPr>
        </p:nvGraphicFramePr>
        <p:xfrm>
          <a:off x="2586555" y="1209354"/>
          <a:ext cx="5804951" cy="3027488"/>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020285F8-6946-46F6-9325-70AD32F1D6C8}"/>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14826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ontent slide 3">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AFD6674-8208-4117-92B8-8BA50FAB180F}"/>
              </a:ext>
            </a:extLst>
          </p:cNvPr>
          <p:cNvGraphicFramePr>
            <a:graphicFrameLocks noGrp="1"/>
          </p:cNvGraphicFramePr>
          <p:nvPr userDrawn="1">
            <p:extLst>
              <p:ext uri="{D42A27DB-BD31-4B8C-83A1-F6EECF244321}">
                <p14:modId xmlns:p14="http://schemas.microsoft.com/office/powerpoint/2010/main" val="2266213361"/>
              </p:ext>
            </p:extLst>
          </p:nvPr>
        </p:nvGraphicFramePr>
        <p:xfrm>
          <a:off x="287338" y="168965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2157991891"/>
                  </a:ext>
                </a:extLst>
              </a:tr>
            </a:tbl>
          </a:graphicData>
        </a:graphic>
      </p:graphicFrame>
      <p:graphicFrame>
        <p:nvGraphicFramePr>
          <p:cNvPr id="6" name="Table 5">
            <a:extLst>
              <a:ext uri="{FF2B5EF4-FFF2-40B4-BE49-F238E27FC236}">
                <a16:creationId xmlns:a16="http://schemas.microsoft.com/office/drawing/2014/main" id="{485AC98B-3184-4158-8DB1-FD0896BAEA5C}"/>
              </a:ext>
            </a:extLst>
          </p:cNvPr>
          <p:cNvGraphicFramePr>
            <a:graphicFrameLocks noGrp="1"/>
          </p:cNvGraphicFramePr>
          <p:nvPr userDrawn="1">
            <p:extLst>
              <p:ext uri="{D42A27DB-BD31-4B8C-83A1-F6EECF244321}">
                <p14:modId xmlns:p14="http://schemas.microsoft.com/office/powerpoint/2010/main" val="2248348035"/>
              </p:ext>
            </p:extLst>
          </p:nvPr>
        </p:nvGraphicFramePr>
        <p:xfrm>
          <a:off x="287338" y="315380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2DB8C5"/>
                      </a:solidFill>
                      <a:prstDash val="solid"/>
                      <a:round/>
                      <a:headEnd type="none" w="med" len="med"/>
                      <a:tailEnd type="none" w="med" len="med"/>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7991891"/>
                  </a:ext>
                </a:extLst>
              </a:tr>
            </a:tbl>
          </a:graphicData>
        </a:graphic>
      </p:graphicFrame>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3ABA65EC-BE67-47F1-855B-E0BFD2EA8CE3}"/>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p:txBody>
      </p:sp>
    </p:spTree>
    <p:extLst>
      <p:ext uri="{BB962C8B-B14F-4D97-AF65-F5344CB8AC3E}">
        <p14:creationId xmlns:p14="http://schemas.microsoft.com/office/powerpoint/2010/main" val="3833570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3228967"/>
            <a:ext cx="4335556" cy="1158812"/>
          </a:xfrm>
          <a:prstGeom prst="rect">
            <a:avLst/>
          </a:prstGeom>
        </p:spPr>
      </p:pic>
      <p:sp>
        <p:nvSpPr>
          <p:cNvPr id="2" name="TextBox 1">
            <a:extLst>
              <a:ext uri="{FF2B5EF4-FFF2-40B4-BE49-F238E27FC236}">
                <a16:creationId xmlns:a16="http://schemas.microsoft.com/office/drawing/2014/main" id="{AF811C00-D549-464E-ADFA-3C1836754071}"/>
              </a:ext>
            </a:extLst>
          </p:cNvPr>
          <p:cNvSpPr txBox="1"/>
          <p:nvPr userDrawn="1"/>
        </p:nvSpPr>
        <p:spPr>
          <a:xfrm>
            <a:off x="3282511" y="1820461"/>
            <a:ext cx="2770419" cy="646331"/>
          </a:xfrm>
          <a:prstGeom prst="rect">
            <a:avLst/>
          </a:prstGeom>
          <a:noFill/>
        </p:spPr>
        <p:txBody>
          <a:bodyPr wrap="square" rtlCol="0">
            <a:spAutoFit/>
          </a:bodyPr>
          <a:lstStyle/>
          <a:p>
            <a:pPr algn="l"/>
            <a:r>
              <a:rPr lang="en-GB" sz="3600" b="1">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263592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1954745"/>
            <a:ext cx="4335556" cy="1158812"/>
          </a:xfrm>
          <a:prstGeom prst="rect">
            <a:avLst/>
          </a:prstGeom>
        </p:spPr>
      </p:pic>
    </p:spTree>
    <p:extLst>
      <p:ext uri="{BB962C8B-B14F-4D97-AF65-F5344CB8AC3E}">
        <p14:creationId xmlns:p14="http://schemas.microsoft.com/office/powerpoint/2010/main" val="429369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image" Target="../media/image2.jpe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016AB-50EC-D145-8FEE-4F74E8E3B1D6}"/>
              </a:ext>
            </a:extLst>
          </p:cNvPr>
          <p:cNvPicPr>
            <a:picLocks noChangeAspect="1"/>
          </p:cNvPicPr>
          <p:nvPr userDrawn="1"/>
        </p:nvPicPr>
        <p:blipFill>
          <a:blip r:embed="rId9"/>
          <a:stretch>
            <a:fillRect/>
          </a:stretch>
        </p:blipFill>
        <p:spPr>
          <a:xfrm>
            <a:off x="298188" y="373575"/>
            <a:ext cx="2489200" cy="665316"/>
          </a:xfrm>
          <a:prstGeom prst="rect">
            <a:avLst/>
          </a:prstGeom>
        </p:spPr>
      </p:pic>
      <p:cxnSp>
        <p:nvCxnSpPr>
          <p:cNvPr id="4" name="Straight Connector 3">
            <a:extLst>
              <a:ext uri="{FF2B5EF4-FFF2-40B4-BE49-F238E27FC236}">
                <a16:creationId xmlns:a16="http://schemas.microsoft.com/office/drawing/2014/main" id="{CA670BE8-3C46-EF4F-BC90-6793A5222276}"/>
              </a:ext>
            </a:extLst>
          </p:cNvPr>
          <p:cNvCxnSpPr/>
          <p:nvPr userDrawn="1"/>
        </p:nvCxnSpPr>
        <p:spPr>
          <a:xfrm>
            <a:off x="298188" y="4830791"/>
            <a:ext cx="856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779460"/>
      </p:ext>
    </p:extLst>
  </p:cSld>
  <p:clrMap bg1="lt1" tx1="dk1" bg2="lt2" tx2="dk2" accent1="accent1" accent2="accent2" accent3="accent3" accent4="accent4" accent5="accent5" accent6="accent6" hlink="hlink" folHlink="folHlink"/>
  <p:sldLayoutIdLst>
    <p:sldLayoutId id="2147483717" r:id="rId1"/>
    <p:sldLayoutId id="2147483750" r:id="rId2"/>
    <p:sldLayoutId id="2147483765" r:id="rId3"/>
    <p:sldLayoutId id="2147483766" r:id="rId4"/>
    <p:sldLayoutId id="2147483767" r:id="rId5"/>
    <p:sldLayoutId id="2147483768" r:id="rId6"/>
    <p:sldLayoutId id="2147483769"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58" userDrawn="1">
          <p15:clr>
            <a:srgbClr val="F26B43"/>
          </p15:clr>
        </p15:guide>
        <p15:guide id="3" pos="176" userDrawn="1">
          <p15:clr>
            <a:srgbClr val="F26B43"/>
          </p15:clr>
        </p15:guide>
        <p15:guide id="4" orient="horz" pos="2981" userDrawn="1">
          <p15:clr>
            <a:srgbClr val="F26B43"/>
          </p15:clr>
        </p15:guide>
        <p15:guide id="5" pos="5585" userDrawn="1">
          <p15:clr>
            <a:srgbClr val="F26B43"/>
          </p15:clr>
        </p15:guide>
        <p15:guide id="6" orient="horz" pos="1620" userDrawn="1">
          <p15:clr>
            <a:srgbClr val="F26B43"/>
          </p15:clr>
        </p15:guide>
        <p15:guide id="7" orient="horz" pos="554" userDrawn="1">
          <p15:clr>
            <a:srgbClr val="F26B43"/>
          </p15:clr>
        </p15:guide>
        <p15:guide id="8" orient="horz" pos="690" userDrawn="1">
          <p15:clr>
            <a:srgbClr val="F26B43"/>
          </p15:clr>
        </p15:guide>
        <p15:guide id="9" orient="horz" pos="826" userDrawn="1">
          <p15:clr>
            <a:srgbClr val="F26B43"/>
          </p15:clr>
        </p15:guide>
        <p15:guide id="10" pos="2812" userDrawn="1">
          <p15:clr>
            <a:srgbClr val="F26B43"/>
          </p15:clr>
        </p15:guide>
        <p15:guide id="11" pos="2948" userDrawn="1">
          <p15:clr>
            <a:srgbClr val="F26B43"/>
          </p15:clr>
        </p15:guide>
        <p15:guide id="12" pos="1474" userDrawn="1">
          <p15:clr>
            <a:srgbClr val="F26B43"/>
          </p15:clr>
        </p15:guide>
        <p15:guide id="13" pos="4263" userDrawn="1">
          <p15:clr>
            <a:srgbClr val="F26B43"/>
          </p15:clr>
        </p15:guide>
        <p15:guide id="14" orient="horz" pos="2822" userDrawn="1">
          <p15:clr>
            <a:srgbClr val="F26B43"/>
          </p15:clr>
        </p15:guide>
        <p15:guide id="15" orient="horz" pos="27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3B30F1-BEAB-1D48-98D9-E0838B9BE62A}"/>
              </a:ext>
            </a:extLst>
          </p:cNvPr>
          <p:cNvPicPr>
            <a:picLocks noChangeAspect="1"/>
          </p:cNvPicPr>
          <p:nvPr userDrawn="1"/>
        </p:nvPicPr>
        <p:blipFill rotWithShape="1">
          <a:blip r:embed="rId19"/>
          <a:srcRect t="86937"/>
          <a:stretch/>
        </p:blipFill>
        <p:spPr>
          <a:xfrm>
            <a:off x="0" y="4471626"/>
            <a:ext cx="9144000" cy="671874"/>
          </a:xfrm>
          <a:prstGeom prst="rect">
            <a:avLst/>
          </a:prstGeom>
        </p:spPr>
      </p:pic>
      <p:pic>
        <p:nvPicPr>
          <p:cNvPr id="10" name="Picture 9">
            <a:extLst>
              <a:ext uri="{FF2B5EF4-FFF2-40B4-BE49-F238E27FC236}">
                <a16:creationId xmlns:a16="http://schemas.microsoft.com/office/drawing/2014/main" id="{F674CA67-DD21-8043-AD24-58925882A109}"/>
              </a:ext>
            </a:extLst>
          </p:cNvPr>
          <p:cNvPicPr>
            <a:picLocks noChangeAspect="1"/>
          </p:cNvPicPr>
          <p:nvPr userDrawn="1"/>
        </p:nvPicPr>
        <p:blipFill>
          <a:blip r:embed="rId20">
            <a:alphaModFix/>
          </a:blip>
          <a:stretch>
            <a:fillRect/>
          </a:stretch>
        </p:blipFill>
        <p:spPr>
          <a:xfrm>
            <a:off x="298188" y="4539884"/>
            <a:ext cx="1760102" cy="470442"/>
          </a:xfrm>
          <a:prstGeom prst="rect">
            <a:avLst/>
          </a:prstGeom>
        </p:spPr>
      </p:pic>
      <p:sp>
        <p:nvSpPr>
          <p:cNvPr id="13" name="TextBox 12">
            <a:extLst>
              <a:ext uri="{FF2B5EF4-FFF2-40B4-BE49-F238E27FC236}">
                <a16:creationId xmlns:a16="http://schemas.microsoft.com/office/drawing/2014/main" id="{5EFACAD1-D0A6-9749-A5C6-07C38D8E6F7D}"/>
              </a:ext>
            </a:extLst>
          </p:cNvPr>
          <p:cNvSpPr txBox="1"/>
          <p:nvPr userDrawn="1"/>
        </p:nvSpPr>
        <p:spPr>
          <a:xfrm>
            <a:off x="7926850" y="4846638"/>
            <a:ext cx="939338" cy="138499"/>
          </a:xfrm>
          <a:prstGeom prst="rect">
            <a:avLst/>
          </a:prstGeom>
          <a:noFill/>
        </p:spPr>
        <p:txBody>
          <a:bodyPr wrap="square" lIns="0" tIns="0" rIns="0" bIns="0" rtlCol="0">
            <a:spAutoFit/>
          </a:bodyPr>
          <a:lstStyle/>
          <a:p>
            <a:pPr algn="r"/>
            <a:fld id="{A98891B2-5225-5C40-A770-7C3A43B5E5B1}" type="slidenum">
              <a:rPr lang="en-US" sz="900" b="0" i="0" smtClean="0">
                <a:solidFill>
                  <a:schemeClr val="bg1"/>
                </a:solidFill>
                <a:latin typeface="Arial" panose="020B0604020202020204" pitchFamily="34" charset="0"/>
                <a:cs typeface="Arial" panose="020B0604020202020204" pitchFamily="34" charset="0"/>
              </a:rPr>
              <a:pPr algn="r"/>
              <a:t>‹#›</a:t>
            </a:fld>
            <a:endParaRPr lang="en-US" sz="900" b="0"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95733"/>
      </p:ext>
    </p:extLst>
  </p:cSld>
  <p:clrMap bg1="lt1" tx1="dk1" bg2="lt2" tx2="dk2" accent1="accent1" accent2="accent2" accent3="accent3" accent4="accent4" accent5="accent5" accent6="accent6" hlink="hlink" folHlink="folHlink"/>
  <p:sldLayoutIdLst>
    <p:sldLayoutId id="2147483885"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86">
          <p15:clr>
            <a:srgbClr val="F26B43"/>
          </p15:clr>
        </p15:guide>
        <p15:guide id="2" pos="1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466171"/>
      </p:ext>
    </p:extLst>
  </p:cSld>
  <p:clrMap bg1="lt1" tx1="dk1" bg2="lt2" tx2="dk2" accent1="accent1" accent2="accent2" accent3="accent3" accent4="accent4" accent5="accent5" accent6="accent6" hlink="hlink" folHlink="folHlink"/>
  <p:sldLayoutIdLst>
    <p:sldLayoutId id="2147483844" r:id="rId1"/>
    <p:sldLayoutId id="214748388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customXml" Target="../ink/ink2.xml"/><Relationship Id="rId5" Type="http://schemas.openxmlformats.org/officeDocument/2006/relationships/image" Target="../media/image10.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customXml" Target="../ink/ink3.xml"/><Relationship Id="rId4" Type="http://schemas.openxmlformats.org/officeDocument/2006/relationships/image" Target="../media/image110.png"/></Relationships>
</file>

<file path=ppt/slides/_rels/slide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customXml" Target="../ink/ink4.xml"/></Relationships>
</file>

<file path=ppt/slides/_rels/slide1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customXml" Target="../ink/ink6.xml"/><Relationship Id="rId5" Type="http://schemas.openxmlformats.org/officeDocument/2006/relationships/image" Target="../media/image19.png"/><Relationship Id="rId4" Type="http://schemas.openxmlformats.org/officeDocument/2006/relationships/customXml" Target="../ink/ink5.xml"/></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customXml" Target="../ink/ink7.xml"/></Relationships>
</file>

<file path=ppt/slides/_rels/slide15.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customXml" Target="../ink/ink8.xml"/></Relationships>
</file>

<file path=ppt/slides/_rels/slide1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customXml" Target="../ink/ink10.xml"/></Relationships>
</file>

<file path=ppt/slides/_rels/slide19.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customXml" Target="../ink/ink11.xml"/></Relationships>
</file>

<file path=ppt/slides/_rels/slide2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customXml" Target="../ink/ink12.xml"/></Relationships>
</file>

<file path=ppt/slides/_rels/slide22.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0.png"/><Relationship Id="rId4" Type="http://schemas.openxmlformats.org/officeDocument/2006/relationships/image" Target="../media/image480.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52.png"/><Relationship Id="rId4" Type="http://schemas.openxmlformats.org/officeDocument/2006/relationships/customXml" Target="../ink/ink15.xml"/></Relationships>
</file>

<file path=ppt/slides/_rels/slide32.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0.png"/><Relationship Id="rId7" Type="http://schemas.openxmlformats.org/officeDocument/2006/relationships/customXml" Target="../ink/ink18.xml"/><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customXml" Target="../ink/ink17.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type="title" idx="4294967295"/>
          </p:nvPr>
        </p:nvSpPr>
        <p:spPr>
          <a:xfrm>
            <a:off x="943599" y="1751595"/>
            <a:ext cx="7870825" cy="11715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buNone/>
              <a:defRPr sz="4000" b="1">
                <a:solidFill>
                  <a:schemeClr val="bg1"/>
                </a:solidFill>
                <a:latin typeface="Arial" panose="020B0604020202020204" pitchFamily="34" charset="0"/>
                <a:cs typeface="Arial" panose="020B0604020202020204" pitchFamily="34" charset="0"/>
              </a:defRPr>
            </a:lvl1pPr>
          </a:lstStyle>
          <a:p>
            <a:pPr lvl="0">
              <a:spcBef>
                <a:spcPts val="750"/>
              </a:spcBef>
              <a:defRPr/>
            </a:pPr>
            <a:r>
              <a:rPr lang="en-US" dirty="0"/>
              <a:t>EMS702UP Statistical Thinking and Applied Machine Learning</a:t>
            </a:r>
            <a:br>
              <a:rPr lang="en-US" dirty="0"/>
            </a:br>
            <a:endParaRPr kumimoji="0" lang="en-US" sz="4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dirty="0"/>
              <a:t>W1.3 Probability Distributions</a:t>
            </a:r>
          </a:p>
          <a:p>
            <a:r>
              <a:rPr lang="en-US" dirty="0"/>
              <a:t>Jun Chen</a:t>
            </a:r>
          </a:p>
        </p:txBody>
      </p:sp>
    </p:spTree>
    <p:extLst>
      <p:ext uri="{BB962C8B-B14F-4D97-AF65-F5344CB8AC3E}">
        <p14:creationId xmlns:p14="http://schemas.microsoft.com/office/powerpoint/2010/main" val="1863928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F5D6A52-A743-E876-2FA8-B62924B755DB}"/>
                  </a:ext>
                </a:extLst>
              </p:cNvPr>
              <p:cNvSpPr txBox="1"/>
              <p:nvPr/>
            </p:nvSpPr>
            <p:spPr>
              <a:xfrm>
                <a:off x="235951" y="712698"/>
                <a:ext cx="8672097" cy="2277547"/>
              </a:xfrm>
              <a:prstGeom prst="rect">
                <a:avLst/>
              </a:prstGeom>
              <a:noFill/>
            </p:spPr>
            <p:txBody>
              <a:bodyPr wrap="square">
                <a:spAutoFit/>
              </a:bodyPr>
              <a:lstStyle/>
              <a:p>
                <a:pPr algn="just">
                  <a:spcBef>
                    <a:spcPts val="600"/>
                  </a:spcBef>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random variable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a quantity whose value cannot be predicted with certainty. </a:t>
                </a:r>
              </a:p>
              <a:p>
                <a:pPr algn="just">
                  <a:spcBef>
                    <a:spcPts val="600"/>
                  </a:spcBef>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Variables may be: </a:t>
                </a:r>
              </a:p>
              <a:p>
                <a:pPr marL="285750" indent="-285750" algn="just">
                  <a:spcBef>
                    <a:spcPts val="600"/>
                  </a:spcBef>
                  <a:buFont typeface="Arial" panose="020B0604020202020204" pitchFamily="34" charset="0"/>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Quantitative: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i.e. numerical, e.g. numbers of vehicles. </a:t>
                </a:r>
              </a:p>
              <a:p>
                <a:pPr marL="285750" indent="-285750" algn="just">
                  <a:spcBef>
                    <a:spcPts val="600"/>
                  </a:spcBef>
                  <a:buFont typeface="Arial" panose="020B0604020202020204" pitchFamily="34" charset="0"/>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Qualitative: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usually categorical, e.g. make of a car, voting intention of a voter, cause of failure in a machine.</a:t>
                </a:r>
              </a:p>
              <a:p>
                <a:pPr algn="just">
                  <a:spcBef>
                    <a:spcPts val="600"/>
                  </a:spcBef>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Quantitative variables may be </a:t>
                </a:r>
              </a:p>
              <a:p>
                <a:pPr marL="285750" indent="-285750" algn="just">
                  <a:spcBef>
                    <a:spcPts val="600"/>
                  </a:spcBef>
                  <a:buFont typeface="Arial" panose="020B0604020202020204" pitchFamily="34" charset="0"/>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Continuous: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i.e. measured on a continuous scale. E.g. height of a student, breaking strength of a cord. </a:t>
                </a:r>
              </a:p>
              <a:p>
                <a:pPr marL="285750" indent="-285750" algn="just">
                  <a:spcBef>
                    <a:spcPts val="600"/>
                  </a:spcBef>
                  <a:buFont typeface="Arial" panose="020B0604020202020204" pitchFamily="34" charset="0"/>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Discrete: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i.e. only certain separate values, e.g. integers, are possible. E.g. number of right-turning vehicles, goal difference of a football team.</a:t>
                </a:r>
              </a:p>
            </p:txBody>
          </p:sp>
        </mc:Choice>
        <mc:Fallback xmlns="">
          <p:sp>
            <p:nvSpPr>
              <p:cNvPr id="9" name="TextBox 8">
                <a:extLst>
                  <a:ext uri="{FF2B5EF4-FFF2-40B4-BE49-F238E27FC236}">
                    <a16:creationId xmlns:a16="http://schemas.microsoft.com/office/drawing/2014/main" id="{6F5D6A52-A743-E876-2FA8-B62924B755DB}"/>
                  </a:ext>
                </a:extLst>
              </p:cNvPr>
              <p:cNvSpPr txBox="1">
                <a:spLocks noRot="1" noChangeAspect="1" noMove="1" noResize="1" noEditPoints="1" noAdjustHandles="1" noChangeArrowheads="1" noChangeShapeType="1" noTextEdit="1"/>
              </p:cNvSpPr>
              <p:nvPr/>
            </p:nvSpPr>
            <p:spPr>
              <a:xfrm>
                <a:off x="235951" y="712698"/>
                <a:ext cx="8672097" cy="2277547"/>
              </a:xfrm>
              <a:prstGeom prst="rect">
                <a:avLst/>
              </a:prstGeom>
              <a:blipFill>
                <a:blip r:embed="rId3"/>
                <a:stretch>
                  <a:fillRect l="-211" t="-535" r="-211" b="-1604"/>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D00BF60B-47FC-CC97-FC74-3B58803838E2}"/>
              </a:ext>
            </a:extLst>
          </p:cNvPr>
          <p:cNvSpPr txBox="1"/>
          <p:nvPr/>
        </p:nvSpPr>
        <p:spPr>
          <a:xfrm>
            <a:off x="186596" y="3078197"/>
            <a:ext cx="8616437" cy="1028423"/>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Distributions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are often described in terms of their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mass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or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density functions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Mass or Density functions are functions that describe how the proportion of data or likelihood of the proportion of observations change over an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ordered list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(discrete) or the range (continuous) of the distribution.</a:t>
            </a:r>
          </a:p>
        </p:txBody>
      </p:sp>
    </p:spTree>
    <p:extLst>
      <p:ext uri="{BB962C8B-B14F-4D97-AF65-F5344CB8AC3E}">
        <p14:creationId xmlns:p14="http://schemas.microsoft.com/office/powerpoint/2010/main" val="358037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16BB6FE-E99D-7050-DB9C-BB3D43815E1E}"/>
                  </a:ext>
                </a:extLst>
              </p:cNvPr>
              <p:cNvSpPr txBox="1"/>
              <p:nvPr/>
            </p:nvSpPr>
            <p:spPr>
              <a:xfrm>
                <a:off x="186596" y="718796"/>
                <a:ext cx="8616178" cy="1107996"/>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its distribution are said to be </a:t>
                </a:r>
                <a:r>
                  <a:rPr lang="en-GB" sz="1400" b="1"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discrete</a:t>
                </a:r>
                <a:r>
                  <a:rPr lang="en-GB" sz="14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 </a:t>
                </a:r>
                <a:r>
                  <a:rPr lang="en-GB" sz="1400" dirty="0">
                    <a:effectLst/>
                    <a:latin typeface="Calibri" panose="020F0502020204030204" pitchFamily="34" charset="0"/>
                    <a:ea typeface="DengXian" panose="02010600030101010101" pitchFamily="2" charset="-122"/>
                    <a:cs typeface="Times New Roman" panose="02020603050405020304" pitchFamily="18" charset="0"/>
                  </a:rPr>
                  <a:t>if the values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can be presented as an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ordered list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say </a:t>
                </a: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3</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 . .</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with probability values </a:t>
                </a: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3</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 ..</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For example, the number of times a particular machine fails during the course of one calendar year is a discrete random variable.</a:t>
                </a:r>
              </a:p>
            </p:txBody>
          </p:sp>
        </mc:Choice>
        <mc:Fallback xmlns="">
          <p:sp>
            <p:nvSpPr>
              <p:cNvPr id="3" name="TextBox 2">
                <a:extLst>
                  <a:ext uri="{FF2B5EF4-FFF2-40B4-BE49-F238E27FC236}">
                    <a16:creationId xmlns:a16="http://schemas.microsoft.com/office/drawing/2014/main" id="{916BB6FE-E99D-7050-DB9C-BB3D43815E1E}"/>
                  </a:ext>
                </a:extLst>
              </p:cNvPr>
              <p:cNvSpPr txBox="1">
                <a:spLocks noRot="1" noChangeAspect="1" noMove="1" noResize="1" noEditPoints="1" noAdjustHandles="1" noChangeArrowheads="1" noChangeShapeType="1" noTextEdit="1"/>
              </p:cNvSpPr>
              <p:nvPr/>
            </p:nvSpPr>
            <p:spPr>
              <a:xfrm>
                <a:off x="186596" y="718796"/>
                <a:ext cx="8616178" cy="1107996"/>
              </a:xfrm>
              <a:prstGeom prst="rect">
                <a:avLst/>
              </a:prstGeom>
              <a:blipFill>
                <a:blip r:embed="rId3"/>
                <a:stretch>
                  <a:fillRect l="-212" t="-1099" r="-212" b="-439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073CD89-B00F-2088-F937-39F271EDEEB7}"/>
                  </a:ext>
                </a:extLst>
              </p:cNvPr>
              <p:cNvSpPr txBox="1"/>
              <p:nvPr/>
            </p:nvSpPr>
            <p:spPr>
              <a:xfrm>
                <a:off x="186596" y="1865419"/>
                <a:ext cx="7883718" cy="2767681"/>
              </a:xfrm>
              <a:prstGeom prst="rect">
                <a:avLst/>
              </a:prstGeom>
              <a:noFill/>
            </p:spPr>
            <p:txBody>
              <a:bodyPr wrap="square">
                <a:spAutoFit/>
              </a:bodyPr>
              <a:lstStyle/>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Probability Mass Function (PMF) </a:t>
                </a:r>
                <a:r>
                  <a:rPr lang="en-GB" sz="1400" dirty="0">
                    <a:effectLst/>
                    <a:latin typeface="Calibri" panose="020F0502020204030204" pitchFamily="34" charset="0"/>
                    <a:ea typeface="DengXian" panose="02010600030101010101" pitchFamily="2" charset="-122"/>
                    <a:cs typeface="Times New Roman" panose="02020603050405020304" pitchFamily="18" charset="0"/>
                  </a:rPr>
                  <a:t>for a discrete random variable is defined as </a:t>
                </a:r>
              </a:p>
              <a:p>
                <a:pPr algn="ctr">
                  <a:spcAft>
                    <a:spcPts val="600"/>
                  </a:spcAft>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Two necessary conditions for a valid PMF are below</a:t>
                </a:r>
              </a:p>
              <a:p>
                <a:pPr marL="342900" lvl="0" indent="-342900">
                  <a:spcAft>
                    <a:spcPts val="600"/>
                  </a:spcAft>
                  <a:buFont typeface="Symbol" panose="05050102010706020507" pitchFamily="18" charset="2"/>
                  <a:buChar char=""/>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≥0</m:t>
                    </m:r>
                  </m:oMath>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spcAft>
                    <a:spcPts val="600"/>
                  </a:spcAft>
                  <a:buFont typeface="Symbol" panose="05050102010706020507" pitchFamily="18" charset="2"/>
                  <a:buChar char=""/>
                  <a:tabLst>
                    <a:tab pos="3616325" algn="l"/>
                  </a:tabLst>
                </a:pPr>
                <a14:m>
                  <m:oMath xmlns:m="http://schemas.openxmlformats.org/officeDocument/2006/math">
                    <m:nary>
                      <m:naryPr>
                        <m:chr m:val="∑"/>
                        <m:limLoc m:val="undOv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e>
                        </m:d>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=1,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𝑤h𝑒𝑟𝑒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𝑐𝑎𝑛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𝑏𝑒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𝑖𝑛𝑓𝑖𝑛𝑖𝑡𝑒</m:t>
                    </m:r>
                  </m:oMath>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Cumulative Distribution Function (CDF) </a:t>
                </a:r>
                <a:r>
                  <a:rPr lang="en-GB" sz="1400" dirty="0">
                    <a:effectLst/>
                    <a:latin typeface="Calibri" panose="020F0502020204030204" pitchFamily="34" charset="0"/>
                    <a:ea typeface="DengXian" panose="02010600030101010101" pitchFamily="2" charset="-122"/>
                    <a:cs typeface="Times New Roman" panose="02020603050405020304" pitchFamily="18" charset="0"/>
                  </a:rPr>
                  <a:t>for a discrete random variable is defined as the summation of </a:t>
                </a: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for which </a:t>
                </a: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less than or equal to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ctr">
                  <a:spcAft>
                    <a:spcPts val="600"/>
                  </a:spcAft>
                  <a:tabLst>
                    <a:tab pos="3616325" algn="l"/>
                  </a:tabLst>
                </a:pPr>
                <a14:m>
                  <m:oMathPara xmlns:m="http://schemas.openxmlformats.org/officeDocument/2006/math">
                    <m:oMathParaPr>
                      <m:jc m:val="centerGroup"/>
                    </m:oMathParaPr>
                    <m:oMath xmlns:m="http://schemas.openxmlformats.org/officeDocument/2006/math">
                      <m:nary>
                        <m:naryPr>
                          <m:chr m:val="∑"/>
                          <m:limLoc m:val="undOvr"/>
                          <m:supHide m:val="on"/>
                          <m:ctrlPr>
                            <a:rPr lang="en-GB" sz="1400" b="1" i="1">
                              <a:effectLst/>
                              <a:latin typeface="Cambria Math" panose="02040503050406030204" pitchFamily="18" charset="0"/>
                              <a:ea typeface="DengXian" panose="02010600030101010101" pitchFamily="2" charset="-122"/>
                              <a:cs typeface="Times New Roman" panose="02020603050405020304" pitchFamily="18" charset="0"/>
                            </a:rPr>
                          </m:ctrlPr>
                        </m:naryPr>
                        <m:sub>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sub>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nary>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B073CD89-B00F-2088-F937-39F271EDEEB7}"/>
                  </a:ext>
                </a:extLst>
              </p:cNvPr>
              <p:cNvSpPr txBox="1">
                <a:spLocks noRot="1" noChangeAspect="1" noMove="1" noResize="1" noEditPoints="1" noAdjustHandles="1" noChangeArrowheads="1" noChangeShapeType="1" noTextEdit="1"/>
              </p:cNvSpPr>
              <p:nvPr/>
            </p:nvSpPr>
            <p:spPr>
              <a:xfrm>
                <a:off x="186596" y="1865419"/>
                <a:ext cx="7883718" cy="2767681"/>
              </a:xfrm>
              <a:prstGeom prst="rect">
                <a:avLst/>
              </a:prstGeom>
              <a:blipFill>
                <a:blip r:embed="rId4"/>
                <a:stretch>
                  <a:fillRect l="-232" t="-441"/>
                </a:stretch>
              </a:blipFill>
            </p:spPr>
            <p:txBody>
              <a:bodyPr/>
              <a:lstStyle/>
              <a:p>
                <a:r>
                  <a:rPr lang="en-GB">
                    <a:noFill/>
                  </a:rPr>
                  <a:t> </a:t>
                </a:r>
              </a:p>
            </p:txBody>
          </p:sp>
        </mc:Fallback>
      </mc:AlternateContent>
    </p:spTree>
    <p:extLst>
      <p:ext uri="{BB962C8B-B14F-4D97-AF65-F5344CB8AC3E}">
        <p14:creationId xmlns:p14="http://schemas.microsoft.com/office/powerpoint/2010/main" val="2047176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DD1F0DE-B095-29B3-5341-F7B29C1810A5}"/>
                  </a:ext>
                </a:extLst>
              </p:cNvPr>
              <p:cNvGraphicFramePr>
                <a:graphicFrameLocks noGrp="1"/>
              </p:cNvGraphicFramePr>
              <p:nvPr>
                <p:extLst>
                  <p:ext uri="{D42A27DB-BD31-4B8C-83A1-F6EECF244321}">
                    <p14:modId xmlns:p14="http://schemas.microsoft.com/office/powerpoint/2010/main" val="2256136242"/>
                  </p:ext>
                </p:extLst>
              </p:nvPr>
            </p:nvGraphicFramePr>
            <p:xfrm>
              <a:off x="2846704" y="1697250"/>
              <a:ext cx="4070931" cy="627190"/>
            </p:xfrm>
            <a:graphic>
              <a:graphicData uri="http://schemas.openxmlformats.org/drawingml/2006/table">
                <a:tbl>
                  <a:tblPr firstRow="1" firstCol="1" bandRow="1">
                    <a:tableStyleId>{5C22544A-7EE6-4342-B048-85BDC9FD1C3A}</a:tableStyleId>
                  </a:tblPr>
                  <a:tblGrid>
                    <a:gridCol w="1050321">
                      <a:extLst>
                        <a:ext uri="{9D8B030D-6E8A-4147-A177-3AD203B41FA5}">
                          <a16:colId xmlns:a16="http://schemas.microsoft.com/office/drawing/2014/main" val="1356885700"/>
                        </a:ext>
                      </a:extLst>
                    </a:gridCol>
                    <a:gridCol w="634538">
                      <a:extLst>
                        <a:ext uri="{9D8B030D-6E8A-4147-A177-3AD203B41FA5}">
                          <a16:colId xmlns:a16="http://schemas.microsoft.com/office/drawing/2014/main" val="887209017"/>
                        </a:ext>
                      </a:extLst>
                    </a:gridCol>
                    <a:gridCol w="635287">
                      <a:extLst>
                        <a:ext uri="{9D8B030D-6E8A-4147-A177-3AD203B41FA5}">
                          <a16:colId xmlns:a16="http://schemas.microsoft.com/office/drawing/2014/main" val="3527408885"/>
                        </a:ext>
                      </a:extLst>
                    </a:gridCol>
                    <a:gridCol w="634538">
                      <a:extLst>
                        <a:ext uri="{9D8B030D-6E8A-4147-A177-3AD203B41FA5}">
                          <a16:colId xmlns:a16="http://schemas.microsoft.com/office/drawing/2014/main" val="3567456249"/>
                        </a:ext>
                      </a:extLst>
                    </a:gridCol>
                    <a:gridCol w="635287">
                      <a:extLst>
                        <a:ext uri="{9D8B030D-6E8A-4147-A177-3AD203B41FA5}">
                          <a16:colId xmlns:a16="http://schemas.microsoft.com/office/drawing/2014/main" val="3166181285"/>
                        </a:ext>
                      </a:extLst>
                    </a:gridCol>
                    <a:gridCol w="480960">
                      <a:extLst>
                        <a:ext uri="{9D8B030D-6E8A-4147-A177-3AD203B41FA5}">
                          <a16:colId xmlns:a16="http://schemas.microsoft.com/office/drawing/2014/main" val="3292500784"/>
                        </a:ext>
                      </a:extLst>
                    </a:gridCol>
                  </a:tblGrid>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GB" sz="1200">
                                    <a:effectLst/>
                                    <a:latin typeface="Cambria Math" panose="02040503050406030204" pitchFamily="18" charset="0"/>
                                  </a:rPr>
                                  <m:t>𝒙</m:t>
                                </m:r>
                              </m:oMath>
                            </m:oMathPara>
                          </a14:m>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dirty="0">
                              <a:effectLst/>
                            </a:rPr>
                            <a:t>0</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1</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2</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3</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4</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38701684"/>
                      </a:ext>
                    </a:extLst>
                  </a:tr>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GB" sz="1400">
                                    <a:effectLst/>
                                    <a:latin typeface="Cambria Math" panose="02040503050406030204" pitchFamily="18" charset="0"/>
                                  </a:rPr>
                                  <m:t>𝑃</m:t>
                                </m:r>
                                <m:r>
                                  <a:rPr lang="en-GB" sz="1400">
                                    <a:effectLst/>
                                    <a:latin typeface="Cambria Math" panose="02040503050406030204" pitchFamily="18" charset="0"/>
                                  </a:rPr>
                                  <m:t>(</m:t>
                                </m:r>
                                <m:r>
                                  <a:rPr lang="en-GB" sz="1400">
                                    <a:effectLst/>
                                    <a:latin typeface="Cambria Math" panose="02040503050406030204" pitchFamily="18" charset="0"/>
                                  </a:rPr>
                                  <m:t>𝑋</m:t>
                                </m:r>
                                <m:r>
                                  <a:rPr lang="en-GB" sz="1400">
                                    <a:effectLst/>
                                    <a:latin typeface="Cambria Math" panose="02040503050406030204" pitchFamily="18" charset="0"/>
                                  </a:rPr>
                                  <m:t>=</m:t>
                                </m:r>
                                <m:r>
                                  <a:rPr lang="en-GB" sz="1400">
                                    <a:effectLst/>
                                    <a:latin typeface="Cambria Math" panose="02040503050406030204" pitchFamily="18" charset="0"/>
                                  </a:rPr>
                                  <m:t>𝑥</m:t>
                                </m:r>
                                <m:r>
                                  <a:rPr lang="en-GB" sz="1400">
                                    <a:effectLst/>
                                    <a:latin typeface="Cambria Math" panose="02040503050406030204" pitchFamily="18" charset="0"/>
                                  </a:rPr>
                                  <m:t>)</m:t>
                                </m:r>
                              </m:oMath>
                            </m:oMathPara>
                          </a14:m>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0.37</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0.39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0.19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0.04</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0.01</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78971400"/>
                      </a:ext>
                    </a:extLst>
                  </a:tr>
                </a:tbl>
              </a:graphicData>
            </a:graphic>
          </p:graphicFrame>
        </mc:Choice>
        <mc:Fallback xmlns="">
          <p:graphicFrame>
            <p:nvGraphicFramePr>
              <p:cNvPr id="2" name="Table 1">
                <a:extLst>
                  <a:ext uri="{FF2B5EF4-FFF2-40B4-BE49-F238E27FC236}">
                    <a16:creationId xmlns:a16="http://schemas.microsoft.com/office/drawing/2014/main" id="{EDD1F0DE-B095-29B3-5341-F7B29C1810A5}"/>
                  </a:ext>
                </a:extLst>
              </p:cNvPr>
              <p:cNvGraphicFramePr>
                <a:graphicFrameLocks noGrp="1"/>
              </p:cNvGraphicFramePr>
              <p:nvPr>
                <p:extLst>
                  <p:ext uri="{D42A27DB-BD31-4B8C-83A1-F6EECF244321}">
                    <p14:modId xmlns:p14="http://schemas.microsoft.com/office/powerpoint/2010/main" val="2256136242"/>
                  </p:ext>
                </p:extLst>
              </p:nvPr>
            </p:nvGraphicFramePr>
            <p:xfrm>
              <a:off x="2846704" y="1697250"/>
              <a:ext cx="4070931" cy="627190"/>
            </p:xfrm>
            <a:graphic>
              <a:graphicData uri="http://schemas.openxmlformats.org/drawingml/2006/table">
                <a:tbl>
                  <a:tblPr firstRow="1" firstCol="1" bandRow="1">
                    <a:tableStyleId>{5C22544A-7EE6-4342-B048-85BDC9FD1C3A}</a:tableStyleId>
                  </a:tblPr>
                  <a:tblGrid>
                    <a:gridCol w="1050321">
                      <a:extLst>
                        <a:ext uri="{9D8B030D-6E8A-4147-A177-3AD203B41FA5}">
                          <a16:colId xmlns:a16="http://schemas.microsoft.com/office/drawing/2014/main" val="1356885700"/>
                        </a:ext>
                      </a:extLst>
                    </a:gridCol>
                    <a:gridCol w="634538">
                      <a:extLst>
                        <a:ext uri="{9D8B030D-6E8A-4147-A177-3AD203B41FA5}">
                          <a16:colId xmlns:a16="http://schemas.microsoft.com/office/drawing/2014/main" val="887209017"/>
                        </a:ext>
                      </a:extLst>
                    </a:gridCol>
                    <a:gridCol w="635287">
                      <a:extLst>
                        <a:ext uri="{9D8B030D-6E8A-4147-A177-3AD203B41FA5}">
                          <a16:colId xmlns:a16="http://schemas.microsoft.com/office/drawing/2014/main" val="3527408885"/>
                        </a:ext>
                      </a:extLst>
                    </a:gridCol>
                    <a:gridCol w="634538">
                      <a:extLst>
                        <a:ext uri="{9D8B030D-6E8A-4147-A177-3AD203B41FA5}">
                          <a16:colId xmlns:a16="http://schemas.microsoft.com/office/drawing/2014/main" val="3567456249"/>
                        </a:ext>
                      </a:extLst>
                    </a:gridCol>
                    <a:gridCol w="635287">
                      <a:extLst>
                        <a:ext uri="{9D8B030D-6E8A-4147-A177-3AD203B41FA5}">
                          <a16:colId xmlns:a16="http://schemas.microsoft.com/office/drawing/2014/main" val="3166181285"/>
                        </a:ext>
                      </a:extLst>
                    </a:gridCol>
                    <a:gridCol w="480960">
                      <a:extLst>
                        <a:ext uri="{9D8B030D-6E8A-4147-A177-3AD203B41FA5}">
                          <a16:colId xmlns:a16="http://schemas.microsoft.com/office/drawing/2014/main" val="3292500784"/>
                        </a:ext>
                      </a:extLst>
                    </a:gridCol>
                  </a:tblGrid>
                  <a:tr h="297307">
                    <a:tc>
                      <a:txBody>
                        <a:bodyPr/>
                        <a:lstStyle/>
                        <a:p>
                          <a:endParaRPr lang="en-US"/>
                        </a:p>
                      </a:txBody>
                      <a:tcPr marL="68580" marR="68580" marT="0" marB="0">
                        <a:blipFill>
                          <a:blip r:embed="rId3"/>
                          <a:stretch>
                            <a:fillRect l="-578" t="-18367" r="-289017" b="-116327"/>
                          </a:stretch>
                        </a:blipFill>
                      </a:tcPr>
                    </a:tc>
                    <a:tc>
                      <a:txBody>
                        <a:bodyPr/>
                        <a:lstStyle/>
                        <a:p>
                          <a:pPr algn="ctr">
                            <a:lnSpc>
                              <a:spcPct val="107000"/>
                            </a:lnSpc>
                            <a:spcAft>
                              <a:spcPts val="800"/>
                            </a:spcAft>
                          </a:pPr>
                          <a:r>
                            <a:rPr lang="en-GB" sz="1200" dirty="0">
                              <a:effectLst/>
                            </a:rPr>
                            <a:t>0</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1</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2</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3</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4</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38701684"/>
                      </a:ext>
                    </a:extLst>
                  </a:tr>
                  <a:tr h="329883">
                    <a:tc>
                      <a:txBody>
                        <a:bodyPr/>
                        <a:lstStyle/>
                        <a:p>
                          <a:endParaRPr lang="en-US"/>
                        </a:p>
                      </a:txBody>
                      <a:tcPr marL="68580" marR="68580" marT="0" marB="0">
                        <a:blipFill>
                          <a:blip r:embed="rId3"/>
                          <a:stretch>
                            <a:fillRect l="-578" t="-105455" r="-289017" b="-3636"/>
                          </a:stretch>
                        </a:blipFill>
                      </a:tcPr>
                    </a:tc>
                    <a:tc>
                      <a:txBody>
                        <a:bodyPr/>
                        <a:lstStyle/>
                        <a:p>
                          <a:pPr algn="ctr">
                            <a:lnSpc>
                              <a:spcPct val="107000"/>
                            </a:lnSpc>
                            <a:spcAft>
                              <a:spcPts val="800"/>
                            </a:spcAft>
                          </a:pPr>
                          <a:r>
                            <a:rPr lang="en-GB" sz="1200">
                              <a:effectLst/>
                            </a:rPr>
                            <a:t>0.37</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0.39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0.19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0.04</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0.01</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78971400"/>
                      </a:ext>
                    </a:extLst>
                  </a:tr>
                </a:tbl>
              </a:graphicData>
            </a:graphic>
          </p:graphicFrame>
        </mc:Fallback>
      </mc:AlternateContent>
      <p:sp>
        <p:nvSpPr>
          <p:cNvPr id="4" name="Rectangle 1">
            <a:extLst>
              <a:ext uri="{FF2B5EF4-FFF2-40B4-BE49-F238E27FC236}">
                <a16:creationId xmlns:a16="http://schemas.microsoft.com/office/drawing/2014/main" id="{E90D15A0-5284-525D-F876-A97F6749F0F9}"/>
              </a:ext>
            </a:extLst>
          </p:cNvPr>
          <p:cNvSpPr>
            <a:spLocks noChangeArrowheads="1"/>
          </p:cNvSpPr>
          <p:nvPr/>
        </p:nvSpPr>
        <p:spPr bwMode="auto">
          <a:xfrm>
            <a:off x="221696" y="660873"/>
            <a:ext cx="8850061"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616325"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3616325"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3616325"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3616325"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3616325"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3616325"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3616325"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3616325"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36163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600"/>
              </a:spcAft>
              <a:buClrTx/>
              <a:buSzTx/>
              <a:buFontTx/>
              <a:buNone/>
              <a:tabLst>
                <a:tab pos="3616325" algn="l"/>
              </a:tabLst>
            </a:pPr>
            <a:r>
              <a:rPr kumimoji="0" lang="en-GB" altLang="en-US" sz="1400" b="1"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Example 14</a:t>
            </a:r>
            <a:endParaRPr kumimoji="0" lang="en-GB"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600"/>
              </a:spcAft>
              <a:buClrTx/>
              <a:buSzTx/>
              <a:buFontTx/>
              <a:buNone/>
              <a:tabLst>
                <a:tab pos="3616325" algn="l"/>
              </a:tabLst>
            </a:pP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 traffic engineer is interested in the number of vehicles reaching a particular crossroads during periods of relatively low traffic flow. The engineer finds that the number of vehicles </a:t>
            </a:r>
            <a:r>
              <a:rPr kumimoji="0" lang="en-GB" altLang="en-US" sz="1400" b="0" i="1" u="none" strike="noStrike" cap="none" normalizeH="0" baseline="0" dirty="0">
                <a:ln>
                  <a:noFill/>
                </a:ln>
                <a:solidFill>
                  <a:schemeClr val="tx1"/>
                </a:solidFill>
                <a:effectLst/>
                <a:latin typeface="Cambria Math" panose="02040503050406030204" pitchFamily="18" charset="0"/>
                <a:ea typeface="DengXian" panose="02010600030101010101" pitchFamily="2" charset="-122"/>
                <a:cs typeface="Times New Roman" panose="02020603050405020304" pitchFamily="18" charset="0"/>
              </a:rPr>
              <a:t>X</a:t>
            </a: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reaching the crossroads per minute is governed by the probability distribution:</a:t>
            </a:r>
          </a:p>
          <a:p>
            <a:pPr marL="0" marR="0" lvl="0" indent="0" algn="l" defTabSz="914400" rtl="0" eaLnBrk="0" fontAlgn="base" latinLnBrk="0" hangingPunct="0">
              <a:lnSpc>
                <a:spcPct val="100000"/>
              </a:lnSpc>
              <a:spcBef>
                <a:spcPts val="0"/>
              </a:spcBef>
              <a:spcAft>
                <a:spcPts val="600"/>
              </a:spcAft>
              <a:buClrTx/>
              <a:buSzTx/>
              <a:buFontTx/>
              <a:buNone/>
              <a:tabLst>
                <a:tab pos="3616325" algn="l"/>
              </a:tabLst>
            </a:pPr>
            <a:endParaRPr lang="en-GB" altLang="en-US" sz="1400" dirty="0">
              <a:latin typeface="Calibri" panose="020F0502020204030204" pitchFamily="34" charset="0"/>
              <a:ea typeface="DengXia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600"/>
              </a:spcAft>
              <a:buClrTx/>
              <a:buSzTx/>
              <a:buFontTx/>
              <a:buNone/>
              <a:tabLst>
                <a:tab pos="3616325" algn="l"/>
              </a:tabLst>
            </a:pPr>
            <a:endParaRPr lang="en-GB" altLang="en-US" sz="1400" dirty="0">
              <a:latin typeface="Calibri" panose="020F0502020204030204" pitchFamily="34" charset="0"/>
              <a:ea typeface="DengXia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ts val="0"/>
              </a:spcBef>
              <a:spcAft>
                <a:spcPts val="600"/>
              </a:spcAft>
              <a:buClrTx/>
              <a:buSzTx/>
              <a:buFontTx/>
              <a:buNone/>
              <a:tabLst>
                <a:tab pos="3616325" algn="l"/>
              </a:tabLst>
            </a:pPr>
            <a:endParaRPr kumimoji="0" lang="en-GB"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600"/>
              </a:spcAft>
              <a:buClrTx/>
              <a:buSzTx/>
              <a:buFontTx/>
              <a:buNone/>
              <a:tabLst>
                <a:tab pos="3616325" algn="l"/>
              </a:tabLst>
            </a:pP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Graph the PMF and the corresponding CDF.</a:t>
            </a:r>
            <a:endParaRPr kumimoji="0" lang="en-GB"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600"/>
              </a:spcAft>
              <a:buClrTx/>
              <a:buSzTx/>
              <a:buFontTx/>
              <a:buNone/>
              <a:tabLst>
                <a:tab pos="3616325" algn="l"/>
              </a:tabLst>
            </a:pPr>
            <a:r>
              <a:rPr kumimoji="0" lang="en-GB" altLang="en-US" sz="1400" b="1" i="0" u="none" strike="noStrike" cap="none" normalizeH="0" baseline="0" dirty="0">
                <a:ln>
                  <a:noFill/>
                </a:ln>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kumimoji="0" lang="en-GB" altLang="en-US" sz="1400" b="0" i="0" u="none" strike="noStrike" cap="none" normalizeH="0" baseline="0" dirty="0">
              <a:ln>
                <a:noFill/>
              </a:ln>
              <a:solidFill>
                <a:srgbClr val="C00000"/>
              </a:solidFill>
              <a:effectLst/>
              <a:latin typeface="Arial" panose="020B0604020202020204" pitchFamily="34" charset="0"/>
            </a:endParaRPr>
          </a:p>
        </p:txBody>
      </p:sp>
      <p:pic>
        <p:nvPicPr>
          <p:cNvPr id="8" name="Picture 7">
            <a:extLst>
              <a:ext uri="{FF2B5EF4-FFF2-40B4-BE49-F238E27FC236}">
                <a16:creationId xmlns:a16="http://schemas.microsoft.com/office/drawing/2014/main" id="{5E5CEFB4-3C83-FD9A-71FE-51E225DA79D2}"/>
              </a:ext>
            </a:extLst>
          </p:cNvPr>
          <p:cNvPicPr>
            <a:picLocks noChangeAspect="1"/>
          </p:cNvPicPr>
          <p:nvPr/>
        </p:nvPicPr>
        <p:blipFill>
          <a:blip r:embed="rId4"/>
          <a:stretch>
            <a:fillRect/>
          </a:stretch>
        </p:blipFill>
        <p:spPr>
          <a:xfrm>
            <a:off x="2810786" y="2974624"/>
            <a:ext cx="4683318" cy="1449247"/>
          </a:xfrm>
          <a:prstGeom prst="rect">
            <a:avLst/>
          </a:prstGeom>
        </p:spPr>
      </p:pic>
    </p:spTree>
    <p:extLst>
      <p:ext uri="{BB962C8B-B14F-4D97-AF65-F5344CB8AC3E}">
        <p14:creationId xmlns:p14="http://schemas.microsoft.com/office/powerpoint/2010/main" val="1636936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87AA308-72F9-1E25-3DA5-1A856CBCBA0B}"/>
                  </a:ext>
                </a:extLst>
              </p:cNvPr>
              <p:cNvSpPr txBox="1"/>
              <p:nvPr/>
            </p:nvSpPr>
            <p:spPr>
              <a:xfrm>
                <a:off x="186596" y="872023"/>
                <a:ext cx="8636056" cy="3068469"/>
              </a:xfrm>
              <a:prstGeom prst="rect">
                <a:avLst/>
              </a:prstGeom>
              <a:noFill/>
            </p:spPr>
            <p:txBody>
              <a:bodyPr wrap="square">
                <a:spAutoFit/>
              </a:bodyPr>
              <a:lstStyle/>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The expectation of a Discrete Random Variable: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The mean or expected value or expectation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which is written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defined as</a:t>
                </a:r>
              </a:p>
              <a:p>
                <a:pPr algn="just">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chr m:val="∑"/>
                          <m:limLoc m:val="undOv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p>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e>
                          </m:d>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gn="just">
                  <a:spcAft>
                    <a:spcPts val="600"/>
                  </a:spcAft>
                  <a:buFont typeface="Arial" panose="020B0604020202020204" pitchFamily="34" charset="0"/>
                  <a:buChar char="•"/>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the value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which we expect on average. </a:t>
                </a:r>
              </a:p>
              <a:p>
                <a:pPr marL="285750" indent="-285750" algn="just">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We can think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e>
                    </m:d>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as the weight for </a:t>
                </a: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to appear in the sample space, i.e. the population. </a:t>
                </a:r>
              </a:p>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The variance of a Discrete Random Variable: </a:t>
                </a:r>
                <a:r>
                  <a:rPr lang="en-GB" sz="1400" dirty="0">
                    <a:effectLst/>
                    <a:latin typeface="Calibri" panose="020F0502020204030204" pitchFamily="34" charset="0"/>
                    <a:ea typeface="DengXian" panose="02010600030101010101" pitchFamily="2" charset="-122"/>
                    <a:cs typeface="Times New Roman" panose="02020603050405020304" pitchFamily="18" charset="0"/>
                  </a:rPr>
                  <a:t>The variance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which is written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defined by</a:t>
                </a:r>
              </a:p>
              <a:p>
                <a:pPr algn="just">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chr m:val="∑"/>
                          <m:limLoc m:val="undOv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p>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e>
                              </m:d>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Where,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ad>
                      <m:radPr>
                        <m:degHide m:val="on"/>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radPr>
                      <m:deg/>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rad>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standard deviation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id="{D87AA308-72F9-1E25-3DA5-1A856CBCBA0B}"/>
                  </a:ext>
                </a:extLst>
              </p:cNvPr>
              <p:cNvSpPr txBox="1">
                <a:spLocks noRot="1" noChangeAspect="1" noMove="1" noResize="1" noEditPoints="1" noAdjustHandles="1" noChangeArrowheads="1" noChangeShapeType="1" noTextEdit="1"/>
              </p:cNvSpPr>
              <p:nvPr/>
            </p:nvSpPr>
            <p:spPr>
              <a:xfrm>
                <a:off x="186596" y="872023"/>
                <a:ext cx="8636056" cy="3068469"/>
              </a:xfrm>
              <a:prstGeom prst="rect">
                <a:avLst/>
              </a:prstGeom>
              <a:blipFill>
                <a:blip r:embed="rId3"/>
                <a:stretch>
                  <a:fillRect l="-212" t="-398" r="-212" b="-994"/>
                </a:stretch>
              </a:blipFill>
            </p:spPr>
            <p:txBody>
              <a:bodyPr/>
              <a:lstStyle/>
              <a:p>
                <a:r>
                  <a:rPr lang="en-GB">
                    <a:noFill/>
                  </a:rPr>
                  <a:t> </a:t>
                </a:r>
              </a:p>
            </p:txBody>
          </p:sp>
        </mc:Fallback>
      </mc:AlternateContent>
    </p:spTree>
    <p:extLst>
      <p:ext uri="{BB962C8B-B14F-4D97-AF65-F5344CB8AC3E}">
        <p14:creationId xmlns:p14="http://schemas.microsoft.com/office/powerpoint/2010/main" val="3308686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EEE2622-ABB5-6519-F157-6E99FFC664B7}"/>
                  </a:ext>
                </a:extLst>
              </p:cNvPr>
              <p:cNvSpPr txBox="1"/>
              <p:nvPr/>
            </p:nvSpPr>
            <p:spPr>
              <a:xfrm>
                <a:off x="234564" y="730957"/>
                <a:ext cx="5776622" cy="920252"/>
              </a:xfrm>
              <a:prstGeom prst="rect">
                <a:avLst/>
              </a:prstGeom>
              <a:noFill/>
            </p:spPr>
            <p:txBody>
              <a:bodyPr wrap="square">
                <a:spAutoFit/>
              </a:bodyPr>
              <a:lstStyle/>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15</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Prove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b="1"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9EEE2622-ABB5-6519-F157-6E99FFC664B7}"/>
                  </a:ext>
                </a:extLst>
              </p:cNvPr>
              <p:cNvSpPr txBox="1">
                <a:spLocks noRot="1" noChangeAspect="1" noMove="1" noResize="1" noEditPoints="1" noAdjustHandles="1" noChangeArrowheads="1" noChangeShapeType="1" noTextEdit="1"/>
              </p:cNvSpPr>
              <p:nvPr/>
            </p:nvSpPr>
            <p:spPr>
              <a:xfrm>
                <a:off x="234564" y="730957"/>
                <a:ext cx="5776622" cy="920252"/>
              </a:xfrm>
              <a:prstGeom prst="rect">
                <a:avLst/>
              </a:prstGeom>
              <a:blipFill>
                <a:blip r:embed="rId3"/>
                <a:stretch>
                  <a:fillRect l="-316" t="-1325" b="-5960"/>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E59D27E-BC39-4184-DE8D-FC0CDA2723D3}"/>
                  </a:ext>
                </a:extLst>
              </p14:cNvPr>
              <p14:cNvContentPartPr/>
              <p14:nvPr/>
            </p14:nvContentPartPr>
            <p14:xfrm>
              <a:off x="230400" y="4761720"/>
              <a:ext cx="2160" cy="9720"/>
            </p14:xfrm>
          </p:contentPart>
        </mc:Choice>
        <mc:Fallback>
          <p:pic>
            <p:nvPicPr>
              <p:cNvPr id="2" name="Ink 1">
                <a:extLst>
                  <a:ext uri="{FF2B5EF4-FFF2-40B4-BE49-F238E27FC236}">
                    <a16:creationId xmlns:a16="http://schemas.microsoft.com/office/drawing/2014/main" id="{0E59D27E-BC39-4184-DE8D-FC0CDA2723D3}"/>
                  </a:ext>
                </a:extLst>
              </p:cNvPr>
              <p:cNvPicPr/>
              <p:nvPr/>
            </p:nvPicPr>
            <p:blipFill>
              <a:blip r:embed="rId5"/>
              <a:stretch>
                <a:fillRect/>
              </a:stretch>
            </p:blipFill>
            <p:spPr>
              <a:xfrm>
                <a:off x="221040" y="4752360"/>
                <a:ext cx="2088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34BE4025-B8B0-83D7-F39F-35A837A9581A}"/>
                  </a:ext>
                </a:extLst>
              </p14:cNvPr>
              <p14:cNvContentPartPr/>
              <p14:nvPr/>
            </p14:nvContentPartPr>
            <p14:xfrm>
              <a:off x="1322640" y="984600"/>
              <a:ext cx="7798320" cy="4559400"/>
            </p14:xfrm>
          </p:contentPart>
        </mc:Choice>
        <mc:Fallback>
          <p:pic>
            <p:nvPicPr>
              <p:cNvPr id="8" name="Ink 7">
                <a:extLst>
                  <a:ext uri="{FF2B5EF4-FFF2-40B4-BE49-F238E27FC236}">
                    <a16:creationId xmlns:a16="http://schemas.microsoft.com/office/drawing/2014/main" id="{34BE4025-B8B0-83D7-F39F-35A837A9581A}"/>
                  </a:ext>
                </a:extLst>
              </p:cNvPr>
              <p:cNvPicPr/>
              <p:nvPr/>
            </p:nvPicPr>
            <p:blipFill>
              <a:blip r:embed="rId7"/>
              <a:stretch>
                <a:fillRect/>
              </a:stretch>
            </p:blipFill>
            <p:spPr>
              <a:xfrm>
                <a:off x="1313280" y="975240"/>
                <a:ext cx="7817040" cy="4578120"/>
              </a:xfrm>
              <a:prstGeom prst="rect">
                <a:avLst/>
              </a:prstGeom>
            </p:spPr>
          </p:pic>
        </mc:Fallback>
      </mc:AlternateContent>
    </p:spTree>
    <p:extLst>
      <p:ext uri="{BB962C8B-B14F-4D97-AF65-F5344CB8AC3E}">
        <p14:creationId xmlns:p14="http://schemas.microsoft.com/office/powerpoint/2010/main" val="3833089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AE760C8-76EA-BEFE-9313-11F6053EC557}"/>
                  </a:ext>
                </a:extLst>
              </p:cNvPr>
              <p:cNvSpPr txBox="1"/>
              <p:nvPr/>
            </p:nvSpPr>
            <p:spPr>
              <a:xfrm>
                <a:off x="186596" y="651338"/>
                <a:ext cx="8341178" cy="1477328"/>
              </a:xfrm>
              <a:prstGeom prst="rect">
                <a:avLst/>
              </a:prstGeom>
              <a:noFill/>
            </p:spPr>
            <p:txBody>
              <a:bodyPr wrap="square">
                <a:spAutoFit/>
              </a:bodyPr>
              <a:lstStyle/>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16</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Calculate the expected value, the variance and the standard deviation of the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in Example 14.</a:t>
                </a:r>
              </a:p>
              <a:p>
                <a:pPr algn="just">
                  <a:spcAft>
                    <a:spcPts val="600"/>
                  </a:spcAft>
                  <a:tabLst>
                    <a:tab pos="3616325" algn="l"/>
                  </a:tabLst>
                </a:pPr>
                <a:endParaRPr lang="en-GB" sz="1400" dirty="0">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b="1"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CAE760C8-76EA-BEFE-9313-11F6053EC557}"/>
                  </a:ext>
                </a:extLst>
              </p:cNvPr>
              <p:cNvSpPr txBox="1">
                <a:spLocks noRot="1" noChangeAspect="1" noMove="1" noResize="1" noEditPoints="1" noAdjustHandles="1" noChangeArrowheads="1" noChangeShapeType="1" noTextEdit="1"/>
              </p:cNvSpPr>
              <p:nvPr/>
            </p:nvSpPr>
            <p:spPr>
              <a:xfrm>
                <a:off x="186596" y="651338"/>
                <a:ext cx="8341178" cy="1477328"/>
              </a:xfrm>
              <a:prstGeom prst="rect">
                <a:avLst/>
              </a:prstGeom>
              <a:blipFill>
                <a:blip r:embed="rId3"/>
                <a:stretch>
                  <a:fillRect l="-219" t="-826" b="-33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31A75BE2-D826-42A2-1733-C185AA7D3793}"/>
                  </a:ext>
                </a:extLst>
              </p:cNvPr>
              <p:cNvGraphicFramePr>
                <a:graphicFrameLocks noGrp="1"/>
              </p:cNvGraphicFramePr>
              <p:nvPr>
                <p:extLst>
                  <p:ext uri="{D42A27DB-BD31-4B8C-83A1-F6EECF244321}">
                    <p14:modId xmlns:p14="http://schemas.microsoft.com/office/powerpoint/2010/main" val="2065161943"/>
                  </p:ext>
                </p:extLst>
              </p:nvPr>
            </p:nvGraphicFramePr>
            <p:xfrm>
              <a:off x="2246380" y="1298773"/>
              <a:ext cx="4070931" cy="627190"/>
            </p:xfrm>
            <a:graphic>
              <a:graphicData uri="http://schemas.openxmlformats.org/drawingml/2006/table">
                <a:tbl>
                  <a:tblPr firstRow="1" firstCol="1" bandRow="1">
                    <a:tableStyleId>{5C22544A-7EE6-4342-B048-85BDC9FD1C3A}</a:tableStyleId>
                  </a:tblPr>
                  <a:tblGrid>
                    <a:gridCol w="1050321">
                      <a:extLst>
                        <a:ext uri="{9D8B030D-6E8A-4147-A177-3AD203B41FA5}">
                          <a16:colId xmlns:a16="http://schemas.microsoft.com/office/drawing/2014/main" val="1356885700"/>
                        </a:ext>
                      </a:extLst>
                    </a:gridCol>
                    <a:gridCol w="634538">
                      <a:extLst>
                        <a:ext uri="{9D8B030D-6E8A-4147-A177-3AD203B41FA5}">
                          <a16:colId xmlns:a16="http://schemas.microsoft.com/office/drawing/2014/main" val="887209017"/>
                        </a:ext>
                      </a:extLst>
                    </a:gridCol>
                    <a:gridCol w="635287">
                      <a:extLst>
                        <a:ext uri="{9D8B030D-6E8A-4147-A177-3AD203B41FA5}">
                          <a16:colId xmlns:a16="http://schemas.microsoft.com/office/drawing/2014/main" val="3527408885"/>
                        </a:ext>
                      </a:extLst>
                    </a:gridCol>
                    <a:gridCol w="634538">
                      <a:extLst>
                        <a:ext uri="{9D8B030D-6E8A-4147-A177-3AD203B41FA5}">
                          <a16:colId xmlns:a16="http://schemas.microsoft.com/office/drawing/2014/main" val="3567456249"/>
                        </a:ext>
                      </a:extLst>
                    </a:gridCol>
                    <a:gridCol w="635287">
                      <a:extLst>
                        <a:ext uri="{9D8B030D-6E8A-4147-A177-3AD203B41FA5}">
                          <a16:colId xmlns:a16="http://schemas.microsoft.com/office/drawing/2014/main" val="3166181285"/>
                        </a:ext>
                      </a:extLst>
                    </a:gridCol>
                    <a:gridCol w="480960">
                      <a:extLst>
                        <a:ext uri="{9D8B030D-6E8A-4147-A177-3AD203B41FA5}">
                          <a16:colId xmlns:a16="http://schemas.microsoft.com/office/drawing/2014/main" val="3292500784"/>
                        </a:ext>
                      </a:extLst>
                    </a:gridCol>
                  </a:tblGrid>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GB" sz="1200">
                                    <a:effectLst/>
                                    <a:latin typeface="Cambria Math" panose="02040503050406030204" pitchFamily="18" charset="0"/>
                                  </a:rPr>
                                  <m:t>𝒙</m:t>
                                </m:r>
                              </m:oMath>
                            </m:oMathPara>
                          </a14:m>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dirty="0">
                              <a:effectLst/>
                            </a:rPr>
                            <a:t>0</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1</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2</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3</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4</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38701684"/>
                      </a:ext>
                    </a:extLst>
                  </a:tr>
                  <a:tr h="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GB" sz="1400">
                                    <a:effectLst/>
                                    <a:latin typeface="Cambria Math" panose="02040503050406030204" pitchFamily="18" charset="0"/>
                                  </a:rPr>
                                  <m:t>𝑃</m:t>
                                </m:r>
                                <m:r>
                                  <a:rPr lang="en-GB" sz="1400">
                                    <a:effectLst/>
                                    <a:latin typeface="Cambria Math" panose="02040503050406030204" pitchFamily="18" charset="0"/>
                                  </a:rPr>
                                  <m:t>(</m:t>
                                </m:r>
                                <m:r>
                                  <a:rPr lang="en-GB" sz="1400">
                                    <a:effectLst/>
                                    <a:latin typeface="Cambria Math" panose="02040503050406030204" pitchFamily="18" charset="0"/>
                                  </a:rPr>
                                  <m:t>𝑋</m:t>
                                </m:r>
                                <m:r>
                                  <a:rPr lang="en-GB" sz="1400">
                                    <a:effectLst/>
                                    <a:latin typeface="Cambria Math" panose="02040503050406030204" pitchFamily="18" charset="0"/>
                                  </a:rPr>
                                  <m:t>=</m:t>
                                </m:r>
                                <m:r>
                                  <a:rPr lang="en-GB" sz="1400">
                                    <a:effectLst/>
                                    <a:latin typeface="Cambria Math" panose="02040503050406030204" pitchFamily="18" charset="0"/>
                                  </a:rPr>
                                  <m:t>𝑥</m:t>
                                </m:r>
                                <m:r>
                                  <a:rPr lang="en-GB" sz="1400">
                                    <a:effectLst/>
                                    <a:latin typeface="Cambria Math" panose="02040503050406030204" pitchFamily="18" charset="0"/>
                                  </a:rPr>
                                  <m:t>)</m:t>
                                </m:r>
                              </m:oMath>
                            </m:oMathPara>
                          </a14:m>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0.37</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0.39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0.19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0.04</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0.01</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78971400"/>
                      </a:ext>
                    </a:extLst>
                  </a:tr>
                </a:tbl>
              </a:graphicData>
            </a:graphic>
          </p:graphicFrame>
        </mc:Choice>
        <mc:Fallback xmlns="">
          <p:graphicFrame>
            <p:nvGraphicFramePr>
              <p:cNvPr id="5" name="Table 4">
                <a:extLst>
                  <a:ext uri="{FF2B5EF4-FFF2-40B4-BE49-F238E27FC236}">
                    <a16:creationId xmlns:a16="http://schemas.microsoft.com/office/drawing/2014/main" id="{31A75BE2-D826-42A2-1733-C185AA7D3793}"/>
                  </a:ext>
                </a:extLst>
              </p:cNvPr>
              <p:cNvGraphicFramePr>
                <a:graphicFrameLocks noGrp="1"/>
              </p:cNvGraphicFramePr>
              <p:nvPr>
                <p:extLst>
                  <p:ext uri="{D42A27DB-BD31-4B8C-83A1-F6EECF244321}">
                    <p14:modId xmlns:p14="http://schemas.microsoft.com/office/powerpoint/2010/main" val="2065161943"/>
                  </p:ext>
                </p:extLst>
              </p:nvPr>
            </p:nvGraphicFramePr>
            <p:xfrm>
              <a:off x="2246380" y="1298773"/>
              <a:ext cx="4070931" cy="627190"/>
            </p:xfrm>
            <a:graphic>
              <a:graphicData uri="http://schemas.openxmlformats.org/drawingml/2006/table">
                <a:tbl>
                  <a:tblPr firstRow="1" firstCol="1" bandRow="1">
                    <a:tableStyleId>{5C22544A-7EE6-4342-B048-85BDC9FD1C3A}</a:tableStyleId>
                  </a:tblPr>
                  <a:tblGrid>
                    <a:gridCol w="1050321">
                      <a:extLst>
                        <a:ext uri="{9D8B030D-6E8A-4147-A177-3AD203B41FA5}">
                          <a16:colId xmlns:a16="http://schemas.microsoft.com/office/drawing/2014/main" val="1356885700"/>
                        </a:ext>
                      </a:extLst>
                    </a:gridCol>
                    <a:gridCol w="634538">
                      <a:extLst>
                        <a:ext uri="{9D8B030D-6E8A-4147-A177-3AD203B41FA5}">
                          <a16:colId xmlns:a16="http://schemas.microsoft.com/office/drawing/2014/main" val="887209017"/>
                        </a:ext>
                      </a:extLst>
                    </a:gridCol>
                    <a:gridCol w="635287">
                      <a:extLst>
                        <a:ext uri="{9D8B030D-6E8A-4147-A177-3AD203B41FA5}">
                          <a16:colId xmlns:a16="http://schemas.microsoft.com/office/drawing/2014/main" val="3527408885"/>
                        </a:ext>
                      </a:extLst>
                    </a:gridCol>
                    <a:gridCol w="634538">
                      <a:extLst>
                        <a:ext uri="{9D8B030D-6E8A-4147-A177-3AD203B41FA5}">
                          <a16:colId xmlns:a16="http://schemas.microsoft.com/office/drawing/2014/main" val="3567456249"/>
                        </a:ext>
                      </a:extLst>
                    </a:gridCol>
                    <a:gridCol w="635287">
                      <a:extLst>
                        <a:ext uri="{9D8B030D-6E8A-4147-A177-3AD203B41FA5}">
                          <a16:colId xmlns:a16="http://schemas.microsoft.com/office/drawing/2014/main" val="3166181285"/>
                        </a:ext>
                      </a:extLst>
                    </a:gridCol>
                    <a:gridCol w="480960">
                      <a:extLst>
                        <a:ext uri="{9D8B030D-6E8A-4147-A177-3AD203B41FA5}">
                          <a16:colId xmlns:a16="http://schemas.microsoft.com/office/drawing/2014/main" val="3292500784"/>
                        </a:ext>
                      </a:extLst>
                    </a:gridCol>
                  </a:tblGrid>
                  <a:tr h="297307">
                    <a:tc>
                      <a:txBody>
                        <a:bodyPr/>
                        <a:lstStyle/>
                        <a:p>
                          <a:endParaRPr lang="en-US"/>
                        </a:p>
                      </a:txBody>
                      <a:tcPr marL="68580" marR="68580" marT="0" marB="0">
                        <a:blipFill>
                          <a:blip r:embed="rId4"/>
                          <a:stretch>
                            <a:fillRect l="-578" t="-18367" r="-289017" b="-116327"/>
                          </a:stretch>
                        </a:blipFill>
                      </a:tcPr>
                    </a:tc>
                    <a:tc>
                      <a:txBody>
                        <a:bodyPr/>
                        <a:lstStyle/>
                        <a:p>
                          <a:pPr algn="ctr">
                            <a:lnSpc>
                              <a:spcPct val="107000"/>
                            </a:lnSpc>
                            <a:spcAft>
                              <a:spcPts val="800"/>
                            </a:spcAft>
                          </a:pPr>
                          <a:r>
                            <a:rPr lang="en-GB" sz="1200" dirty="0">
                              <a:effectLst/>
                            </a:rPr>
                            <a:t>0</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1</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2</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3</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a:effectLst/>
                            </a:rPr>
                            <a:t>4</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38701684"/>
                      </a:ext>
                    </a:extLst>
                  </a:tr>
                  <a:tr h="329883">
                    <a:tc>
                      <a:txBody>
                        <a:bodyPr/>
                        <a:lstStyle/>
                        <a:p>
                          <a:endParaRPr lang="en-US"/>
                        </a:p>
                      </a:txBody>
                      <a:tcPr marL="68580" marR="68580" marT="0" marB="0">
                        <a:blipFill>
                          <a:blip r:embed="rId4"/>
                          <a:stretch>
                            <a:fillRect l="-578" t="-107407" r="-289017" b="-5556"/>
                          </a:stretch>
                        </a:blipFill>
                      </a:tcPr>
                    </a:tc>
                    <a:tc>
                      <a:txBody>
                        <a:bodyPr/>
                        <a:lstStyle/>
                        <a:p>
                          <a:pPr algn="ctr">
                            <a:lnSpc>
                              <a:spcPct val="107000"/>
                            </a:lnSpc>
                            <a:spcAft>
                              <a:spcPts val="800"/>
                            </a:spcAft>
                          </a:pPr>
                          <a:r>
                            <a:rPr lang="en-GB" sz="1200">
                              <a:effectLst/>
                            </a:rPr>
                            <a:t>0.37</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0.39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07000"/>
                            </a:lnSpc>
                            <a:spcAft>
                              <a:spcPts val="800"/>
                            </a:spcAft>
                          </a:pPr>
                          <a:r>
                            <a:rPr lang="en-GB" sz="1200">
                              <a:effectLst/>
                            </a:rPr>
                            <a:t>0.19</a:t>
                          </a:r>
                          <a:endParaRPr lang="en-GB" sz="110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0.04</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800"/>
                            </a:spcAft>
                            <a:tabLst>
                              <a:tab pos="3616325" algn="l"/>
                            </a:tabLst>
                          </a:pPr>
                          <a:r>
                            <a:rPr lang="en-GB" sz="1200" dirty="0">
                              <a:effectLst/>
                            </a:rPr>
                            <a:t>0.01</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78971400"/>
                      </a:ext>
                    </a:extLst>
                  </a:tr>
                </a:tbl>
              </a:graphicData>
            </a:graphic>
          </p:graphicFrame>
        </mc:Fallback>
      </mc:AlternateContent>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F1D4C4B1-8028-CBED-6CFC-4952AFF5D134}"/>
                  </a:ext>
                </a:extLst>
              </p14:cNvPr>
              <p14:cNvContentPartPr/>
              <p14:nvPr/>
            </p14:nvContentPartPr>
            <p14:xfrm>
              <a:off x="261720" y="1875960"/>
              <a:ext cx="8799480" cy="2233800"/>
            </p14:xfrm>
          </p:contentPart>
        </mc:Choice>
        <mc:Fallback>
          <p:pic>
            <p:nvPicPr>
              <p:cNvPr id="2" name="Ink 1">
                <a:extLst>
                  <a:ext uri="{FF2B5EF4-FFF2-40B4-BE49-F238E27FC236}">
                    <a16:creationId xmlns:a16="http://schemas.microsoft.com/office/drawing/2014/main" id="{F1D4C4B1-8028-CBED-6CFC-4952AFF5D134}"/>
                  </a:ext>
                </a:extLst>
              </p:cNvPr>
              <p:cNvPicPr/>
              <p:nvPr/>
            </p:nvPicPr>
            <p:blipFill>
              <a:blip r:embed="rId6"/>
              <a:stretch>
                <a:fillRect/>
              </a:stretch>
            </p:blipFill>
            <p:spPr>
              <a:xfrm>
                <a:off x="252360" y="1866600"/>
                <a:ext cx="8818200" cy="2252520"/>
              </a:xfrm>
              <a:prstGeom prst="rect">
                <a:avLst/>
              </a:prstGeom>
            </p:spPr>
          </p:pic>
        </mc:Fallback>
      </mc:AlternateContent>
    </p:spTree>
    <p:extLst>
      <p:ext uri="{BB962C8B-B14F-4D97-AF65-F5344CB8AC3E}">
        <p14:creationId xmlns:p14="http://schemas.microsoft.com/office/powerpoint/2010/main" val="636736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D1AEBD0-C383-8799-745B-E4F38825A7C2}"/>
                  </a:ext>
                </a:extLst>
              </p:cNvPr>
              <p:cNvSpPr txBox="1"/>
              <p:nvPr/>
            </p:nvSpPr>
            <p:spPr>
              <a:xfrm>
                <a:off x="186596" y="780584"/>
                <a:ext cx="7566606" cy="307777"/>
              </a:xfrm>
              <a:prstGeom prst="rect">
                <a:avLst/>
              </a:prstGeom>
              <a:noFill/>
            </p:spPr>
            <p:txBody>
              <a:bodyPr wrap="square">
                <a:spAutoFit/>
              </a:bodyPr>
              <a:lstStyle/>
              <a:p>
                <a:r>
                  <a:rPr lang="en-GB" sz="1400" dirty="0">
                    <a:effectLst/>
                    <a:latin typeface="Calibri" panose="020F0502020204030204" pitchFamily="34" charset="0"/>
                    <a:ea typeface="DengXian" panose="02010600030101010101" pitchFamily="2" charset="-122"/>
                    <a:cs typeface="Times New Roman" panose="02020603050405020304" pitchFamily="18" charset="0"/>
                  </a:rPr>
                  <a:t>A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said to be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continuous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if it can assume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any</a:t>
                </a:r>
                <a:r>
                  <a:rPr lang="en-GB" sz="1400" dirty="0">
                    <a:effectLst/>
                    <a:latin typeface="Calibri" panose="020F0502020204030204" pitchFamily="34" charset="0"/>
                    <a:ea typeface="DengXian" panose="02010600030101010101" pitchFamily="2" charset="-122"/>
                    <a:cs typeface="Times New Roman" panose="02020603050405020304" pitchFamily="18" charset="0"/>
                  </a:rPr>
                  <a:t> value in a given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interval</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p>
            </p:txBody>
          </p:sp>
        </mc:Choice>
        <mc:Fallback xmlns="">
          <p:sp>
            <p:nvSpPr>
              <p:cNvPr id="3" name="TextBox 2">
                <a:extLst>
                  <a:ext uri="{FF2B5EF4-FFF2-40B4-BE49-F238E27FC236}">
                    <a16:creationId xmlns:a16="http://schemas.microsoft.com/office/drawing/2014/main" id="{4D1AEBD0-C383-8799-745B-E4F38825A7C2}"/>
                  </a:ext>
                </a:extLst>
              </p:cNvPr>
              <p:cNvSpPr txBox="1">
                <a:spLocks noRot="1" noChangeAspect="1" noMove="1" noResize="1" noEditPoints="1" noAdjustHandles="1" noChangeArrowheads="1" noChangeShapeType="1" noTextEdit="1"/>
              </p:cNvSpPr>
              <p:nvPr/>
            </p:nvSpPr>
            <p:spPr>
              <a:xfrm>
                <a:off x="186596" y="780584"/>
                <a:ext cx="7566606" cy="307777"/>
              </a:xfrm>
              <a:prstGeom prst="rect">
                <a:avLst/>
              </a:prstGeom>
              <a:blipFill>
                <a:blip r:embed="rId3"/>
                <a:stretch>
                  <a:fillRect l="-242" t="-1961" b="-215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FC8C026-6933-ADE7-1677-9E105AC3E1A0}"/>
                  </a:ext>
                </a:extLst>
              </p:cNvPr>
              <p:cNvSpPr txBox="1"/>
              <p:nvPr/>
            </p:nvSpPr>
            <p:spPr>
              <a:xfrm>
                <a:off x="186596" y="1123973"/>
                <a:ext cx="8672097" cy="1323439"/>
              </a:xfrm>
              <a:prstGeom prst="rect">
                <a:avLst/>
              </a:prstGeom>
              <a:noFill/>
            </p:spPr>
            <p:txBody>
              <a:bodyPr wrap="square">
                <a:spAutoFit/>
              </a:bodyPr>
              <a:lstStyle/>
              <a:p>
                <a:pPr marL="285750" indent="-285750" algn="just">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For a continuous random variable, we can never determine the probability if the random variable assumes a particular value as there are always small variations so as to deviate from that particular value. </a:t>
                </a:r>
              </a:p>
              <a:p>
                <a:pPr marL="285750" indent="-285750" algn="just">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we can only calculate the probability that a continuous random variable lies within a given range of values. </a:t>
                </a:r>
              </a:p>
              <a:p>
                <a:pPr marL="285750" indent="-285750" algn="just">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continuous random variable is characterised, not by probabilities of the type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𝑐</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(as was the case with a discrete random variable), but by a function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called the </a:t>
                </a:r>
                <a:r>
                  <a:rPr lang="en-GB" sz="1400" b="1"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Probability Density Function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(PDF).</a:t>
                </a:r>
                <a:endParaRPr lang="en-GB" sz="1400" b="1" dirty="0">
                  <a:solidFill>
                    <a:srgbClr val="C00000"/>
                  </a:solidFill>
                </a:endParaRPr>
              </a:p>
            </p:txBody>
          </p:sp>
        </mc:Choice>
        <mc:Fallback xmlns="">
          <p:sp>
            <p:nvSpPr>
              <p:cNvPr id="8" name="TextBox 7">
                <a:extLst>
                  <a:ext uri="{FF2B5EF4-FFF2-40B4-BE49-F238E27FC236}">
                    <a16:creationId xmlns:a16="http://schemas.microsoft.com/office/drawing/2014/main" id="{6FC8C026-6933-ADE7-1677-9E105AC3E1A0}"/>
                  </a:ext>
                </a:extLst>
              </p:cNvPr>
              <p:cNvSpPr txBox="1">
                <a:spLocks noRot="1" noChangeAspect="1" noMove="1" noResize="1" noEditPoints="1" noAdjustHandles="1" noChangeArrowheads="1" noChangeShapeType="1" noTextEdit="1"/>
              </p:cNvSpPr>
              <p:nvPr/>
            </p:nvSpPr>
            <p:spPr>
              <a:xfrm>
                <a:off x="186596" y="1123973"/>
                <a:ext cx="8672097" cy="1323439"/>
              </a:xfrm>
              <a:prstGeom prst="rect">
                <a:avLst/>
              </a:prstGeom>
              <a:blipFill>
                <a:blip r:embed="rId4"/>
                <a:stretch>
                  <a:fillRect l="-141" t="-461" r="-211" b="-46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739C8E-4CB9-FEFF-D4CE-F33A8A906723}"/>
                  </a:ext>
                </a:extLst>
              </p:cNvPr>
              <p:cNvSpPr txBox="1"/>
              <p:nvPr/>
            </p:nvSpPr>
            <p:spPr>
              <a:xfrm>
                <a:off x="186596" y="2609209"/>
                <a:ext cx="7060758" cy="1216680"/>
              </a:xfrm>
              <a:prstGeom prst="rect">
                <a:avLst/>
              </a:prstGeom>
              <a:noFill/>
            </p:spPr>
            <p:txBody>
              <a:bodyPr wrap="square">
                <a:spAutoFit/>
              </a:bodyPr>
              <a:lstStyle/>
              <a:p>
                <a:pPr>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Similar to discrete random variables,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two necessary conditions </a:t>
                </a:r>
                <a:r>
                  <a:rPr lang="en-GB" sz="1400" dirty="0">
                    <a:effectLst/>
                    <a:latin typeface="Calibri" panose="020F0502020204030204" pitchFamily="34" charset="0"/>
                    <a:ea typeface="DengXian" panose="02010600030101010101" pitchFamily="2" charset="-122"/>
                    <a:cs typeface="Times New Roman" panose="02020603050405020304" pitchFamily="18" charset="0"/>
                  </a:rPr>
                  <a:t>for a valid PDF are below</a:t>
                </a:r>
              </a:p>
              <a:p>
                <a:pPr marL="342900" lvl="0" indent="-342900">
                  <a:lnSpc>
                    <a:spcPct val="150000"/>
                  </a:lnSpc>
                  <a:buFont typeface="Symbol" panose="05050102010706020507" pitchFamily="18" charset="2"/>
                  <a:buChar char=""/>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≥0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𝑓𝑜𝑟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𝑎𝑙𝑙</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oMath>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tabLst>
                    <a:tab pos="3616325" algn="l"/>
                  </a:tabLst>
                </a:pPr>
                <a14:m>
                  <m:oMath xmlns:m="http://schemas.openxmlformats.org/officeDocument/2006/math">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𝑑𝑥</m:t>
                        </m:r>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oMath>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A3739C8E-4CB9-FEFF-D4CE-F33A8A906723}"/>
                  </a:ext>
                </a:extLst>
              </p:cNvPr>
              <p:cNvSpPr txBox="1">
                <a:spLocks noRot="1" noChangeAspect="1" noMove="1" noResize="1" noEditPoints="1" noAdjustHandles="1" noChangeArrowheads="1" noChangeShapeType="1" noTextEdit="1"/>
              </p:cNvSpPr>
              <p:nvPr/>
            </p:nvSpPr>
            <p:spPr>
              <a:xfrm>
                <a:off x="186596" y="2609209"/>
                <a:ext cx="7060758" cy="1216680"/>
              </a:xfrm>
              <a:prstGeom prst="rect">
                <a:avLst/>
              </a:prstGeom>
              <a:blipFill>
                <a:blip r:embed="rId5"/>
                <a:stretch>
                  <a:fillRect l="-259" b="-48000"/>
                </a:stretch>
              </a:blipFill>
            </p:spPr>
            <p:txBody>
              <a:bodyPr/>
              <a:lstStyle/>
              <a:p>
                <a:r>
                  <a:rPr lang="en-GB">
                    <a:noFill/>
                  </a:rPr>
                  <a:t> </a:t>
                </a:r>
              </a:p>
            </p:txBody>
          </p:sp>
        </mc:Fallback>
      </mc:AlternateContent>
    </p:spTree>
    <p:extLst>
      <p:ext uri="{BB962C8B-B14F-4D97-AF65-F5344CB8AC3E}">
        <p14:creationId xmlns:p14="http://schemas.microsoft.com/office/powerpoint/2010/main" val="641498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409A370-4A52-F53D-D592-F8AF27AAC10F}"/>
                  </a:ext>
                </a:extLst>
              </p:cNvPr>
              <p:cNvSpPr txBox="1"/>
              <p:nvPr/>
            </p:nvSpPr>
            <p:spPr>
              <a:xfrm>
                <a:off x="186596" y="734157"/>
                <a:ext cx="8898449" cy="3668889"/>
              </a:xfrm>
              <a:prstGeom prst="rect">
                <a:avLst/>
              </a:prstGeom>
              <a:noFill/>
            </p:spPr>
            <p:txBody>
              <a:bodyPr wrap="square">
                <a:spAutoFit/>
              </a:bodyPr>
              <a:lstStyle/>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Analogous to the formula for the CDF for discrete random variables,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CDF</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for continuous random variables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is defined by replacing the summation with the integral.</a:t>
                </a:r>
              </a:p>
              <a:p>
                <a:pPr marL="457200">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𝐹</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𝑡</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𝑑𝑡</m:t>
                          </m:r>
                        </m:e>
                      </m:nary>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probability of a continuous variable within an interval is calculated by</a:t>
                </a:r>
              </a:p>
              <a:p>
                <a:pPr marL="228600">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r>
                            <a:rPr lang="en-GB" sz="1400" i="1">
                              <a:effectLst/>
                              <a:latin typeface="Cambria Math" panose="02040503050406030204" pitchFamily="18" charset="0"/>
                              <a:ea typeface="DengXian" panose="02010600030101010101" pitchFamily="2" charset="-122"/>
                              <a:cs typeface="Times New Roman" panose="02020603050405020304" pitchFamily="18" charset="0"/>
                            </a:rPr>
                            <m:t>&lt;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&lt;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𝑑𝑥</m:t>
                          </m:r>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𝐹</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𝐹</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The expectation of a Continuous Random Variable </a:t>
                </a:r>
                <a:r>
                  <a:rPr lang="en-GB" sz="1400" dirty="0">
                    <a:effectLst/>
                    <a:latin typeface="Calibri" panose="020F0502020204030204" pitchFamily="34" charset="0"/>
                    <a:ea typeface="DengXian" panose="02010600030101010101" pitchFamily="2" charset="-122"/>
                    <a:cs typeface="Times New Roman" panose="02020603050405020304" pitchFamily="18" charset="0"/>
                  </a:rPr>
                  <a:t>is defined as</a:t>
                </a:r>
              </a:p>
              <a:p>
                <a:pPr algn="just">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𝑑𝑥</m:t>
                          </m:r>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The variance of a Continuous Random Variable </a:t>
                </a:r>
                <a:r>
                  <a:rPr lang="en-GB" sz="1400" dirty="0">
                    <a:effectLst/>
                    <a:latin typeface="Calibri" panose="020F0502020204030204" pitchFamily="34" charset="0"/>
                    <a:ea typeface="DengXian" panose="02010600030101010101" pitchFamily="2" charset="-122"/>
                    <a:cs typeface="Times New Roman" panose="02020603050405020304" pitchFamily="18" charset="0"/>
                  </a:rPr>
                  <a:t>is defined as</a:t>
                </a:r>
              </a:p>
              <a:p>
                <a:pPr algn="just">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e>
                              </m:d>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𝑑𝑥</m:t>
                          </m:r>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6409A370-4A52-F53D-D592-F8AF27AAC10F}"/>
                  </a:ext>
                </a:extLst>
              </p:cNvPr>
              <p:cNvSpPr txBox="1">
                <a:spLocks noRot="1" noChangeAspect="1" noMove="1" noResize="1" noEditPoints="1" noAdjustHandles="1" noChangeArrowheads="1" noChangeShapeType="1" noTextEdit="1"/>
              </p:cNvSpPr>
              <p:nvPr/>
            </p:nvSpPr>
            <p:spPr>
              <a:xfrm>
                <a:off x="186596" y="734157"/>
                <a:ext cx="8898449" cy="3668889"/>
              </a:xfrm>
              <a:prstGeom prst="rect">
                <a:avLst/>
              </a:prstGeom>
              <a:blipFill>
                <a:blip r:embed="rId3"/>
                <a:stretch>
                  <a:fillRect l="-206" t="-166" r="-274"/>
                </a:stretch>
              </a:blipFill>
            </p:spPr>
            <p:txBody>
              <a:bodyPr/>
              <a:lstStyle/>
              <a:p>
                <a:r>
                  <a:rPr lang="en-GB">
                    <a:noFill/>
                  </a:rPr>
                  <a:t> </a:t>
                </a:r>
              </a:p>
            </p:txBody>
          </p:sp>
        </mc:Fallback>
      </mc:AlternateContent>
    </p:spTree>
    <p:extLst>
      <p:ext uri="{BB962C8B-B14F-4D97-AF65-F5344CB8AC3E}">
        <p14:creationId xmlns:p14="http://schemas.microsoft.com/office/powerpoint/2010/main" val="406874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Distributions</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0FDBEFA-A463-30E6-12D4-D2EF38E575C1}"/>
                  </a:ext>
                </a:extLst>
              </p:cNvPr>
              <p:cNvSpPr txBox="1"/>
              <p:nvPr/>
            </p:nvSpPr>
            <p:spPr>
              <a:xfrm>
                <a:off x="186596" y="750289"/>
                <a:ext cx="6619461" cy="1821461"/>
              </a:xfrm>
              <a:prstGeom prst="rect">
                <a:avLst/>
              </a:prstGeom>
              <a:noFill/>
            </p:spPr>
            <p:txBody>
              <a:bodyPr wrap="square">
                <a:spAutoFit/>
              </a:bodyPr>
              <a:lstStyle/>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17</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For the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with PDF </a:t>
                </a:r>
              </a:p>
              <a:p>
                <a:pPr algn="just">
                  <a:spcAft>
                    <a:spcPts val="600"/>
                  </a:spcAft>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 </m:t>
                    </m:r>
                    <m:d>
                      <m:dPr>
                        <m:begChr m:val="{"/>
                        <m:endChr m:val=""/>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eqArr>
                          <m:eqArr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eqArrPr>
                          <m:e>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0≤</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≤2     </m:t>
                            </m:r>
                          </m:e>
                          <m:e>
                            <m:r>
                              <a:rPr lang="en-GB" sz="1400" i="1">
                                <a:effectLst/>
                                <a:latin typeface="Cambria Math" panose="02040503050406030204" pitchFamily="18" charset="0"/>
                                <a:ea typeface="DengXian" panose="02010600030101010101" pitchFamily="2" charset="-122"/>
                                <a:cs typeface="Times New Roman" panose="02020603050405020304" pitchFamily="18" charset="0"/>
                              </a:rPr>
                              <m:t>0,                        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𝑒𝑙𝑠𝑒𝑤h𝑒𝑟𝑒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e>
                        </m:eqArr>
                      </m:e>
                    </m:d>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find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then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p>
              <a:p>
                <a:pPr algn="just">
                  <a:spcAft>
                    <a:spcPts val="600"/>
                  </a:spcAft>
                  <a:tabLst>
                    <a:tab pos="3616325" algn="l"/>
                  </a:tabLst>
                </a:pPr>
                <a:r>
                  <a:rPr lang="en-GB" sz="1400" b="1"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30FDBEFA-A463-30E6-12D4-D2EF38E575C1}"/>
                  </a:ext>
                </a:extLst>
              </p:cNvPr>
              <p:cNvSpPr txBox="1">
                <a:spLocks noRot="1" noChangeAspect="1" noMove="1" noResize="1" noEditPoints="1" noAdjustHandles="1" noChangeArrowheads="1" noChangeShapeType="1" noTextEdit="1"/>
              </p:cNvSpPr>
              <p:nvPr/>
            </p:nvSpPr>
            <p:spPr>
              <a:xfrm>
                <a:off x="186596" y="750289"/>
                <a:ext cx="6619461" cy="1821461"/>
              </a:xfrm>
              <a:prstGeom prst="rect">
                <a:avLst/>
              </a:prstGeom>
              <a:blipFill>
                <a:blip r:embed="rId3"/>
                <a:stretch>
                  <a:fillRect l="-276" t="-669" b="-2676"/>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B7D4555-DC34-B1B8-76BF-2987DD648EDC}"/>
                  </a:ext>
                </a:extLst>
              </p14:cNvPr>
              <p14:cNvContentPartPr/>
              <p14:nvPr/>
            </p14:nvContentPartPr>
            <p14:xfrm>
              <a:off x="1649520" y="1927800"/>
              <a:ext cx="5985000" cy="2509200"/>
            </p14:xfrm>
          </p:contentPart>
        </mc:Choice>
        <mc:Fallback>
          <p:pic>
            <p:nvPicPr>
              <p:cNvPr id="2" name="Ink 1">
                <a:extLst>
                  <a:ext uri="{FF2B5EF4-FFF2-40B4-BE49-F238E27FC236}">
                    <a16:creationId xmlns:a16="http://schemas.microsoft.com/office/drawing/2014/main" id="{1B7D4555-DC34-B1B8-76BF-2987DD648EDC}"/>
                  </a:ext>
                </a:extLst>
              </p:cNvPr>
              <p:cNvPicPr/>
              <p:nvPr/>
            </p:nvPicPr>
            <p:blipFill>
              <a:blip r:embed="rId5"/>
              <a:stretch>
                <a:fillRect/>
              </a:stretch>
            </p:blipFill>
            <p:spPr>
              <a:xfrm>
                <a:off x="1640160" y="1918440"/>
                <a:ext cx="6003720" cy="2527920"/>
              </a:xfrm>
              <a:prstGeom prst="rect">
                <a:avLst/>
              </a:prstGeom>
            </p:spPr>
          </p:pic>
        </mc:Fallback>
      </mc:AlternateContent>
    </p:spTree>
    <p:extLst>
      <p:ext uri="{BB962C8B-B14F-4D97-AF65-F5344CB8AC3E}">
        <p14:creationId xmlns:p14="http://schemas.microsoft.com/office/powerpoint/2010/main" val="393723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Binomial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05995A7F-1B28-C1EF-8505-56610B854AF0}"/>
              </a:ext>
            </a:extLst>
          </p:cNvPr>
          <p:cNvSpPr txBox="1"/>
          <p:nvPr/>
        </p:nvSpPr>
        <p:spPr>
          <a:xfrm>
            <a:off x="186595" y="705636"/>
            <a:ext cx="8830183" cy="703847"/>
          </a:xfrm>
          <a:prstGeom prst="rect">
            <a:avLst/>
          </a:prstGeom>
          <a:noFill/>
        </p:spPr>
        <p:txBody>
          <a:bodyPr wrap="square">
            <a:spAutoFit/>
          </a:bodyPr>
          <a:lstStyle/>
          <a:p>
            <a:pPr algn="just">
              <a:lnSpc>
                <a:spcPct val="150000"/>
              </a:lnSpc>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binomial distribution allows us to calculate the probability of observing a certain number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successes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 a given number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trials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The Binomial Distribution is one of the commonly used discrete distributions. </a:t>
            </a:r>
            <a:endParaRPr lang="en-GB" sz="14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17FD51-1E33-CFFE-1A9C-BDF153CBB6A6}"/>
                  </a:ext>
                </a:extLst>
              </p:cNvPr>
              <p:cNvSpPr txBox="1"/>
              <p:nvPr/>
            </p:nvSpPr>
            <p:spPr>
              <a:xfrm>
                <a:off x="580445" y="1692362"/>
                <a:ext cx="8278248" cy="2400657"/>
              </a:xfrm>
              <a:prstGeom prst="rect">
                <a:avLst/>
              </a:prstGeom>
              <a:noFill/>
            </p:spPr>
            <p:txBody>
              <a:bodyPr wrap="square">
                <a:spAutoFit/>
              </a:bodyPr>
              <a:lstStyle/>
              <a:p>
                <a:pPr algn="just">
                  <a:spcBef>
                    <a:spcPts val="1200"/>
                  </a:spcBef>
                  <a:spcAft>
                    <a:spcPts val="12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For the binomial model to be applied the following </a:t>
                </a:r>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four criteria</a:t>
                </a:r>
                <a:r>
                  <a:rPr lang="en-GB" sz="14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GB" sz="1400" dirty="0">
                    <a:effectLst/>
                    <a:latin typeface="Calibri" panose="020F0502020204030204" pitchFamily="34" charset="0"/>
                    <a:ea typeface="Calibri" panose="020F0502020204030204" pitchFamily="34" charset="0"/>
                    <a:cs typeface="Calibri" panose="020F0502020204030204" pitchFamily="34" charset="0"/>
                  </a:rPr>
                  <a:t>must be satisfied:</a:t>
                </a:r>
              </a:p>
              <a:p>
                <a:pPr marL="342900" lvl="0" indent="-342900" algn="just">
                  <a:spcBef>
                    <a:spcPts val="1200"/>
                  </a:spcBef>
                  <a:spcAft>
                    <a:spcPts val="1200"/>
                  </a:spcAft>
                  <a:buFont typeface="Symbol" panose="05050102010706020507" pitchFamily="18" charset="2"/>
                  <a:buChar char=""/>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 trial is carried out a </a:t>
                </a:r>
                <a:r>
                  <a:rPr lang="en-GB" sz="1400" b="1" dirty="0">
                    <a:effectLst/>
                    <a:latin typeface="Calibri" panose="020F0502020204030204" pitchFamily="34" charset="0"/>
                    <a:ea typeface="Calibri" panose="020F0502020204030204" pitchFamily="34" charset="0"/>
                    <a:cs typeface="Calibri" panose="020F0502020204030204" pitchFamily="34" charset="0"/>
                  </a:rPr>
                  <a:t>fixed</a:t>
                </a:r>
                <a:r>
                  <a:rPr lang="en-GB" sz="1400" dirty="0">
                    <a:effectLst/>
                    <a:latin typeface="Calibri" panose="020F0502020204030204" pitchFamily="34" charset="0"/>
                    <a:ea typeface="Calibri" panose="020F0502020204030204" pitchFamily="34" charset="0"/>
                    <a:cs typeface="Calibri" panose="020F0502020204030204" pitchFamily="34" charset="0"/>
                  </a:rPr>
                  <a:t> number of times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a:t>
                </a:r>
              </a:p>
              <a:p>
                <a:pPr marL="342900" lvl="0" indent="-342900" algn="just">
                  <a:spcBef>
                    <a:spcPts val="1200"/>
                  </a:spcBef>
                  <a:spcAft>
                    <a:spcPts val="1200"/>
                  </a:spcAft>
                  <a:buFont typeface="Symbol" panose="05050102010706020507" pitchFamily="18" charset="2"/>
                  <a:buChar char=""/>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 outcomes of each trial can be classified into </a:t>
                </a:r>
                <a:r>
                  <a:rPr lang="en-GB" sz="1400" b="1" dirty="0">
                    <a:effectLst/>
                    <a:latin typeface="Calibri" panose="020F0502020204030204" pitchFamily="34" charset="0"/>
                    <a:ea typeface="Calibri" panose="020F0502020204030204" pitchFamily="34" charset="0"/>
                    <a:cs typeface="Calibri" panose="020F0502020204030204" pitchFamily="34" charset="0"/>
                  </a:rPr>
                  <a:t>two ‘types’ </a:t>
                </a:r>
                <a:r>
                  <a:rPr lang="en-GB" sz="1400" dirty="0">
                    <a:effectLst/>
                    <a:latin typeface="Calibri" panose="020F0502020204030204" pitchFamily="34" charset="0"/>
                    <a:ea typeface="Calibri" panose="020F0502020204030204" pitchFamily="34" charset="0"/>
                    <a:cs typeface="Calibri" panose="020F0502020204030204" pitchFamily="34" charset="0"/>
                  </a:rPr>
                  <a:t>conventionally named ‘</a:t>
                </a:r>
                <a:r>
                  <a:rPr lang="en-GB" sz="1400" b="1" dirty="0">
                    <a:effectLst/>
                    <a:latin typeface="Calibri" panose="020F0502020204030204" pitchFamily="34" charset="0"/>
                    <a:ea typeface="Calibri" panose="020F0502020204030204" pitchFamily="34" charset="0"/>
                    <a:cs typeface="Calibri" panose="020F0502020204030204" pitchFamily="34" charset="0"/>
                  </a:rPr>
                  <a:t>success</a:t>
                </a:r>
                <a:r>
                  <a:rPr lang="en-GB" sz="1400" dirty="0">
                    <a:effectLst/>
                    <a:latin typeface="Calibri" panose="020F0502020204030204" pitchFamily="34" charset="0"/>
                    <a:ea typeface="Calibri" panose="020F0502020204030204" pitchFamily="34" charset="0"/>
                    <a:cs typeface="Calibri" panose="020F0502020204030204" pitchFamily="34" charset="0"/>
                  </a:rPr>
                  <a:t>’ or ‘</a:t>
                </a:r>
                <a:r>
                  <a:rPr lang="en-GB" sz="1400" b="1" dirty="0">
                    <a:effectLst/>
                    <a:latin typeface="Calibri" panose="020F0502020204030204" pitchFamily="34" charset="0"/>
                    <a:ea typeface="Calibri" panose="020F0502020204030204" pitchFamily="34" charset="0"/>
                    <a:cs typeface="Calibri" panose="020F0502020204030204" pitchFamily="34" charset="0"/>
                  </a:rPr>
                  <a:t>failure</a:t>
                </a:r>
                <a:r>
                  <a:rPr lang="en-GB" sz="1400" dirty="0">
                    <a:effectLst/>
                    <a:latin typeface="Calibri" panose="020F0502020204030204" pitchFamily="34" charset="0"/>
                    <a:ea typeface="Calibri" panose="020F0502020204030204" pitchFamily="34" charset="0"/>
                    <a:cs typeface="Calibri" panose="020F0502020204030204" pitchFamily="34" charset="0"/>
                  </a:rPr>
                  <a:t>’ </a:t>
                </a:r>
              </a:p>
              <a:p>
                <a:pPr marL="342900" lvl="0" indent="-342900" algn="just">
                  <a:spcBef>
                    <a:spcPts val="1200"/>
                  </a:spcBef>
                  <a:spcAft>
                    <a:spcPts val="1200"/>
                  </a:spcAft>
                  <a:buFont typeface="Symbol" panose="05050102010706020507" pitchFamily="18" charset="2"/>
                  <a:buChar char=""/>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 probability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of success remains </a:t>
                </a:r>
                <a:r>
                  <a:rPr lang="en-GB" sz="1400" b="1" dirty="0">
                    <a:effectLst/>
                    <a:latin typeface="Calibri" panose="020F0502020204030204" pitchFamily="34" charset="0"/>
                    <a:ea typeface="Calibri" panose="020F0502020204030204" pitchFamily="34" charset="0"/>
                    <a:cs typeface="Calibri" panose="020F0502020204030204" pitchFamily="34" charset="0"/>
                  </a:rPr>
                  <a:t>constant</a:t>
                </a:r>
                <a:r>
                  <a:rPr lang="en-GB" sz="1400" dirty="0">
                    <a:effectLst/>
                    <a:latin typeface="Calibri" panose="020F0502020204030204" pitchFamily="34" charset="0"/>
                    <a:ea typeface="Calibri" panose="020F0502020204030204" pitchFamily="34" charset="0"/>
                    <a:cs typeface="Calibri" panose="020F0502020204030204" pitchFamily="34" charset="0"/>
                  </a:rPr>
                  <a:t> for each trial, likewise for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𝑞</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for failure</a:t>
                </a:r>
              </a:p>
              <a:p>
                <a:pPr marL="342900" lvl="0" indent="-342900" algn="just">
                  <a:spcBef>
                    <a:spcPts val="1200"/>
                  </a:spcBef>
                  <a:spcAft>
                    <a:spcPts val="1200"/>
                  </a:spcAft>
                  <a:buFont typeface="Symbol" panose="05050102010706020507" pitchFamily="18" charset="2"/>
                  <a:buChar char=""/>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 individual trials are </a:t>
                </a:r>
                <a:r>
                  <a:rPr lang="en-GB" sz="1400" b="1" dirty="0">
                    <a:effectLst/>
                    <a:latin typeface="Calibri" panose="020F0502020204030204" pitchFamily="34" charset="0"/>
                    <a:ea typeface="Calibri" panose="020F0502020204030204" pitchFamily="34" charset="0"/>
                    <a:cs typeface="Calibri" panose="020F0502020204030204" pitchFamily="34" charset="0"/>
                  </a:rPr>
                  <a:t>independent</a:t>
                </a:r>
                <a:r>
                  <a:rPr lang="en-GB" sz="1400" dirty="0">
                    <a:effectLst/>
                    <a:latin typeface="Calibri" panose="020F0502020204030204" pitchFamily="34" charset="0"/>
                    <a:ea typeface="Calibri" panose="020F0502020204030204" pitchFamily="34" charset="0"/>
                    <a:cs typeface="Calibri" panose="020F0502020204030204" pitchFamily="34" charset="0"/>
                  </a:rPr>
                  <a:t> of each other.</a:t>
                </a:r>
              </a:p>
            </p:txBody>
          </p:sp>
        </mc:Choice>
        <mc:Fallback xmlns="">
          <p:sp>
            <p:nvSpPr>
              <p:cNvPr id="5" name="TextBox 4">
                <a:extLst>
                  <a:ext uri="{FF2B5EF4-FFF2-40B4-BE49-F238E27FC236}">
                    <a16:creationId xmlns:a16="http://schemas.microsoft.com/office/drawing/2014/main" id="{A017FD51-1E33-CFFE-1A9C-BDF153CBB6A6}"/>
                  </a:ext>
                </a:extLst>
              </p:cNvPr>
              <p:cNvSpPr txBox="1">
                <a:spLocks noRot="1" noChangeAspect="1" noMove="1" noResize="1" noEditPoints="1" noAdjustHandles="1" noChangeArrowheads="1" noChangeShapeType="1" noTextEdit="1"/>
              </p:cNvSpPr>
              <p:nvPr/>
            </p:nvSpPr>
            <p:spPr>
              <a:xfrm>
                <a:off x="580445" y="1692362"/>
                <a:ext cx="8278248" cy="2400657"/>
              </a:xfrm>
              <a:prstGeom prst="rect">
                <a:avLst/>
              </a:prstGeom>
              <a:blipFill>
                <a:blip r:embed="rId3"/>
                <a:stretch>
                  <a:fillRect l="-221" t="-509" b="-1781"/>
                </a:stretch>
              </a:blipFill>
            </p:spPr>
            <p:txBody>
              <a:bodyPr/>
              <a:lstStyle/>
              <a:p>
                <a:r>
                  <a:rPr lang="en-GB">
                    <a:noFill/>
                  </a:rPr>
                  <a:t> </a:t>
                </a:r>
              </a:p>
            </p:txBody>
          </p:sp>
        </mc:Fallback>
      </mc:AlternateContent>
    </p:spTree>
    <p:extLst>
      <p:ext uri="{BB962C8B-B14F-4D97-AF65-F5344CB8AC3E}">
        <p14:creationId xmlns:p14="http://schemas.microsoft.com/office/powerpoint/2010/main" val="2026347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Binomial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ED2EE43-801B-B714-E3D8-4E635FFC1AB4}"/>
                  </a:ext>
                </a:extLst>
              </p:cNvPr>
              <p:cNvSpPr txBox="1"/>
              <p:nvPr/>
            </p:nvSpPr>
            <p:spPr>
              <a:xfrm>
                <a:off x="186596" y="639759"/>
                <a:ext cx="8555604" cy="2441694"/>
              </a:xfrm>
              <a:prstGeom prst="rect">
                <a:avLst/>
              </a:prstGeom>
              <a:noFill/>
            </p:spPr>
            <p:txBody>
              <a:bodyPr wrap="square">
                <a:spAutoFit/>
              </a:bodyPr>
              <a:lstStyle/>
              <a:p>
                <a:pPr algn="just">
                  <a:lnSpc>
                    <a:spcPct val="150000"/>
                  </a:lnSpc>
                  <a:spcAft>
                    <a:spcPts val="8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 name of Binomial Distribution is given since the probabilities of observing a certain number of successes in a given number of trials are in fact the terms which arise in binomial expansion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𝑞</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p>
                    </m:sSup>
                  </m:oMath>
                </a14:m>
                <a:r>
                  <a:rPr lang="en-GB" sz="1400" dirty="0">
                    <a:effectLst/>
                    <a:latin typeface="Calibri" panose="020F0502020204030204" pitchFamily="34" charset="0"/>
                    <a:ea typeface="Calibri" panose="020F0502020204030204" pitchFamily="34" charset="0"/>
                    <a:cs typeface="Calibri" panose="020F0502020204030204" pitchFamily="34" charset="0"/>
                  </a:rPr>
                  <a:t>. E.g. if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i.e. 2 trials, we have the following</a:t>
                </a:r>
              </a:p>
              <a:p>
                <a:pPr algn="just">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r>
                        <a:rPr lang="en-GB" sz="1400" i="1">
                          <a:effectLst/>
                          <a:latin typeface="Cambria Math" panose="02040503050406030204" pitchFamily="18" charset="0"/>
                          <a:ea typeface="DengXian" panose="02010600030101010101" pitchFamily="2" charset="-122"/>
                          <a:cs typeface="Times New Roman" panose="02020603050405020304" pitchFamily="18" charset="0"/>
                        </a:rPr>
                        <m:t>(2 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𝑠𝑢𝑐𝑐𝑒𝑠𝑠𝑒𝑠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𝑡𝑟𝑖𝑎𝑙𝑠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𝑠𝑢𝑐𝑐𝑒𝑠𝑠𝑒𝑠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𝑡𝑟𝑖𝑎𝑙𝑠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𝑝𝑞</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r>
                        <a:rPr lang="en-GB" sz="1400" i="1">
                          <a:effectLst/>
                          <a:latin typeface="Cambria Math" panose="02040503050406030204" pitchFamily="18" charset="0"/>
                          <a:ea typeface="DengXian" panose="02010600030101010101" pitchFamily="2" charset="-122"/>
                          <a:cs typeface="Times New Roman" panose="02020603050405020304" pitchFamily="18" charset="0"/>
                        </a:rPr>
                        <m:t>(0 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𝑠𝑢𝑐𝑐𝑒𝑠𝑠𝑒𝑠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𝑡𝑟𝑖𝑎𝑙𝑠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𝑞</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Box 3">
                <a:extLst>
                  <a:ext uri="{FF2B5EF4-FFF2-40B4-BE49-F238E27FC236}">
                    <a16:creationId xmlns:a16="http://schemas.microsoft.com/office/drawing/2014/main" id="{7ED2EE43-801B-B714-E3D8-4E635FFC1AB4}"/>
                  </a:ext>
                </a:extLst>
              </p:cNvPr>
              <p:cNvSpPr txBox="1">
                <a:spLocks noRot="1" noChangeAspect="1" noMove="1" noResize="1" noEditPoints="1" noAdjustHandles="1" noChangeArrowheads="1" noChangeShapeType="1" noTextEdit="1"/>
              </p:cNvSpPr>
              <p:nvPr/>
            </p:nvSpPr>
            <p:spPr>
              <a:xfrm>
                <a:off x="186596" y="639759"/>
                <a:ext cx="8555604" cy="2441694"/>
              </a:xfrm>
              <a:prstGeom prst="rect">
                <a:avLst/>
              </a:prstGeom>
              <a:blipFill>
                <a:blip r:embed="rId3"/>
                <a:stretch>
                  <a:fillRect l="-214" r="-214"/>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3AA2AD8-3B66-BEA0-EC49-6EBDD82964D5}"/>
                  </a:ext>
                </a:extLst>
              </p14:cNvPr>
              <p14:cNvContentPartPr/>
              <p14:nvPr/>
            </p14:nvContentPartPr>
            <p14:xfrm>
              <a:off x="892080" y="2839680"/>
              <a:ext cx="6479280" cy="1131840"/>
            </p14:xfrm>
          </p:contentPart>
        </mc:Choice>
        <mc:Fallback>
          <p:pic>
            <p:nvPicPr>
              <p:cNvPr id="2" name="Ink 1">
                <a:extLst>
                  <a:ext uri="{FF2B5EF4-FFF2-40B4-BE49-F238E27FC236}">
                    <a16:creationId xmlns:a16="http://schemas.microsoft.com/office/drawing/2014/main" id="{23AA2AD8-3B66-BEA0-EC49-6EBDD82964D5}"/>
                  </a:ext>
                </a:extLst>
              </p:cNvPr>
              <p:cNvPicPr/>
              <p:nvPr/>
            </p:nvPicPr>
            <p:blipFill>
              <a:blip r:embed="rId5"/>
              <a:stretch>
                <a:fillRect/>
              </a:stretch>
            </p:blipFill>
            <p:spPr>
              <a:xfrm>
                <a:off x="882720" y="2830320"/>
                <a:ext cx="6498000" cy="1150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D3E7805D-CCF0-B13C-9238-FD0DA6E0A53D}"/>
                  </a:ext>
                </a:extLst>
              </p14:cNvPr>
              <p14:cNvContentPartPr/>
              <p14:nvPr/>
            </p14:nvContentPartPr>
            <p14:xfrm>
              <a:off x="852480" y="3180240"/>
              <a:ext cx="8237520" cy="1293120"/>
            </p14:xfrm>
          </p:contentPart>
        </mc:Choice>
        <mc:Fallback>
          <p:pic>
            <p:nvPicPr>
              <p:cNvPr id="5" name="Ink 4">
                <a:extLst>
                  <a:ext uri="{FF2B5EF4-FFF2-40B4-BE49-F238E27FC236}">
                    <a16:creationId xmlns:a16="http://schemas.microsoft.com/office/drawing/2014/main" id="{D3E7805D-CCF0-B13C-9238-FD0DA6E0A53D}"/>
                  </a:ext>
                </a:extLst>
              </p:cNvPr>
              <p:cNvPicPr/>
              <p:nvPr/>
            </p:nvPicPr>
            <p:blipFill>
              <a:blip r:embed="rId7"/>
              <a:stretch>
                <a:fillRect/>
              </a:stretch>
            </p:blipFill>
            <p:spPr>
              <a:xfrm>
                <a:off x="843120" y="3170880"/>
                <a:ext cx="8256240" cy="1311840"/>
              </a:xfrm>
              <a:prstGeom prst="rect">
                <a:avLst/>
              </a:prstGeom>
            </p:spPr>
          </p:pic>
        </mc:Fallback>
      </mc:AlternateContent>
    </p:spTree>
    <p:extLst>
      <p:ext uri="{BB962C8B-B14F-4D97-AF65-F5344CB8AC3E}">
        <p14:creationId xmlns:p14="http://schemas.microsoft.com/office/powerpoint/2010/main" val="911855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Binomial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EDF4EAE-E6DD-1225-0B5A-76B68A941509}"/>
                  </a:ext>
                </a:extLst>
              </p:cNvPr>
              <p:cNvSpPr txBox="1"/>
              <p:nvPr/>
            </p:nvSpPr>
            <p:spPr>
              <a:xfrm>
                <a:off x="186596" y="713164"/>
                <a:ext cx="8611522" cy="704680"/>
              </a:xfrm>
              <a:prstGeom prst="rect">
                <a:avLst/>
              </a:prstGeom>
              <a:noFill/>
            </p:spPr>
            <p:txBody>
              <a:bodyPr wrap="square">
                <a:spAutoFit/>
              </a:bodyPr>
              <a:lstStyle/>
              <a:p>
                <a:pPr algn="just">
                  <a:lnSpc>
                    <a:spcPct val="150000"/>
                  </a:lnSpc>
                  <a:spcAft>
                    <a:spcPts val="8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Let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be a discrete random variable, being the number of successes occurring in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independent trials of an experiment. If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is to be described by the binomial model, the probability of exactly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successes in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trials is given by </a:t>
                </a:r>
              </a:p>
            </p:txBody>
          </p:sp>
        </mc:Choice>
        <mc:Fallback xmlns="">
          <p:sp>
            <p:nvSpPr>
              <p:cNvPr id="3" name="TextBox 2">
                <a:extLst>
                  <a:ext uri="{FF2B5EF4-FFF2-40B4-BE49-F238E27FC236}">
                    <a16:creationId xmlns:a16="http://schemas.microsoft.com/office/drawing/2014/main" id="{EEDF4EAE-E6DD-1225-0B5A-76B68A941509}"/>
                  </a:ext>
                </a:extLst>
              </p:cNvPr>
              <p:cNvSpPr txBox="1">
                <a:spLocks noRot="1" noChangeAspect="1" noMove="1" noResize="1" noEditPoints="1" noAdjustHandles="1" noChangeArrowheads="1" noChangeShapeType="1" noTextEdit="1"/>
              </p:cNvSpPr>
              <p:nvPr/>
            </p:nvSpPr>
            <p:spPr>
              <a:xfrm>
                <a:off x="186596" y="713164"/>
                <a:ext cx="8611522" cy="704680"/>
              </a:xfrm>
              <a:prstGeom prst="rect">
                <a:avLst/>
              </a:prstGeom>
              <a:blipFill>
                <a:blip r:embed="rId3"/>
                <a:stretch>
                  <a:fillRect l="-212" r="-283" b="-775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8CD9070-E6AF-0919-9499-337A193378AC}"/>
                  </a:ext>
                </a:extLst>
              </p:cNvPr>
              <p:cNvSpPr txBox="1"/>
              <p:nvPr/>
            </p:nvSpPr>
            <p:spPr>
              <a:xfrm>
                <a:off x="224519" y="1545203"/>
                <a:ext cx="8634174" cy="2006318"/>
              </a:xfrm>
              <a:prstGeom prst="rect">
                <a:avLst/>
              </a:prstGeom>
              <a:noFill/>
            </p:spPr>
            <p:txBody>
              <a:bodyPr wrap="square">
                <a:spAutoFit/>
              </a:bodyPr>
              <a:lstStyle/>
              <a:p>
                <a:pPr algn="ctr">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smtClean="0">
                          <a:effectLst/>
                          <a:latin typeface="Cambria Math" panose="02040503050406030204" pitchFamily="18" charset="0"/>
                          <a:ea typeface="DengXian" panose="02010600030101010101" pitchFamily="2" charset="-122"/>
                          <a:cs typeface="Times New Roman" panose="02020603050405020304" pitchFamily="18" charset="0"/>
                        </a:rPr>
                        <m:t>𝑃</m:t>
                      </m:r>
                      <m:r>
                        <a:rPr lang="en-GB" sz="14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smtClean="0">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smtClean="0">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smtClean="0">
                          <a:effectLst/>
                          <a:latin typeface="Cambria Math" panose="02040503050406030204" pitchFamily="18" charset="0"/>
                          <a:ea typeface="DengXian" panose="02010600030101010101" pitchFamily="2" charset="-122"/>
                          <a:cs typeface="Times New Roman" panose="02020603050405020304" pitchFamily="18" charset="0"/>
                        </a:rPr>
                        <m:t>𝑟</m:t>
                      </m:r>
                      <m:r>
                        <a:rPr lang="en-GB" sz="1400" i="1" smtClean="0">
                          <a:effectLst/>
                          <a:latin typeface="Cambria Math" panose="02040503050406030204" pitchFamily="18" charset="0"/>
                          <a:ea typeface="DengXian" panose="02010600030101010101" pitchFamily="2" charset="-122"/>
                          <a:cs typeface="Times New Roman" panose="02020603050405020304" pitchFamily="18" charset="0"/>
                        </a:rPr>
                        <m:t>)=</m:t>
                      </m:r>
                      <m:sPre>
                        <m:sPre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PreP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p>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𝐶</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sub>
                          </m:sSub>
                        </m:e>
                      </m:sPre>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sup>
                      </m:sSup>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𝑞</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sup>
                      </m:sSup>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Here there are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successes (each with probability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failures (each with probability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𝑞</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a:t>
                </a:r>
              </a:p>
              <a:p>
                <a:pPr algn="ctr">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sPre>
                        <m:sPre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PreP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p>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𝐶</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sub>
                          </m:sSub>
                        </m:e>
                      </m:sPr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is the number of ways of taking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objects among the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trials.</a:t>
                </a:r>
              </a:p>
            </p:txBody>
          </p:sp>
        </mc:Choice>
        <mc:Fallback xmlns="">
          <p:sp>
            <p:nvSpPr>
              <p:cNvPr id="7" name="TextBox 6">
                <a:extLst>
                  <a:ext uri="{FF2B5EF4-FFF2-40B4-BE49-F238E27FC236}">
                    <a16:creationId xmlns:a16="http://schemas.microsoft.com/office/drawing/2014/main" id="{A8CD9070-E6AF-0919-9499-337A193378AC}"/>
                  </a:ext>
                </a:extLst>
              </p:cNvPr>
              <p:cNvSpPr txBox="1">
                <a:spLocks noRot="1" noChangeAspect="1" noMove="1" noResize="1" noEditPoints="1" noAdjustHandles="1" noChangeArrowheads="1" noChangeShapeType="1" noTextEdit="1"/>
              </p:cNvSpPr>
              <p:nvPr/>
            </p:nvSpPr>
            <p:spPr>
              <a:xfrm>
                <a:off x="224519" y="1545203"/>
                <a:ext cx="8634174" cy="2006318"/>
              </a:xfrm>
              <a:prstGeom prst="rect">
                <a:avLst/>
              </a:prstGeom>
              <a:blipFill>
                <a:blip r:embed="rId4"/>
                <a:stretch>
                  <a:fillRect l="-212" b="-212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9AD4A00-E1EB-6726-4025-BFF7FFAA2361}"/>
                  </a:ext>
                </a:extLst>
              </p:cNvPr>
              <p:cNvSpPr txBox="1"/>
              <p:nvPr/>
            </p:nvSpPr>
            <p:spPr>
              <a:xfrm>
                <a:off x="224519" y="3678880"/>
                <a:ext cx="8634174" cy="703847"/>
              </a:xfrm>
              <a:prstGeom prst="rect">
                <a:avLst/>
              </a:prstGeom>
              <a:noFill/>
            </p:spPr>
            <p:txBody>
              <a:bodyPr wrap="square">
                <a:spAutoFit/>
              </a:bodyPr>
              <a:lstStyle/>
              <a:p>
                <a:pPr algn="just">
                  <a:lnSpc>
                    <a:spcPct val="150000"/>
                  </a:lnSpc>
                  <a:spcBef>
                    <a:spcPts val="600"/>
                  </a:spcBef>
                  <a:spcAft>
                    <a:spcPts val="600"/>
                  </a:spcAft>
                </a:pPr>
                <a:r>
                  <a:rPr lang="en-GB" sz="1400" dirty="0">
                    <a:effectLst/>
                    <a:latin typeface="Calibri" panose="020F0502020204030204" pitchFamily="34" charset="0"/>
                    <a:ea typeface="DengXian" panose="02010600030101010101" pitchFamily="2" charset="-122"/>
                  </a:rPr>
                  <a:t>If a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𝑋</m:t>
                    </m:r>
                  </m:oMath>
                </a14:m>
                <a:r>
                  <a:rPr lang="en-GB" sz="1400" dirty="0">
                    <a:effectLst/>
                    <a:latin typeface="Calibri" panose="020F0502020204030204" pitchFamily="34" charset="0"/>
                    <a:ea typeface="DengXian" panose="02010600030101010101" pitchFamily="2" charset="-122"/>
                  </a:rPr>
                  <a:t> follows a binomial distribution in which an experiment is repeated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𝑛</m:t>
                    </m:r>
                  </m:oMath>
                </a14:m>
                <a:r>
                  <a:rPr lang="en-GB" sz="1400" dirty="0">
                    <a:effectLst/>
                    <a:latin typeface="Calibri" panose="020F0502020204030204" pitchFamily="34" charset="0"/>
                    <a:ea typeface="DengXian" panose="02010600030101010101" pitchFamily="2" charset="-122"/>
                  </a:rPr>
                  <a:t> times each with probability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𝑝</m:t>
                    </m:r>
                  </m:oMath>
                </a14:m>
                <a:r>
                  <a:rPr lang="en-GB" sz="1400" dirty="0">
                    <a:effectLst/>
                    <a:latin typeface="Calibri" panose="020F0502020204030204" pitchFamily="34" charset="0"/>
                    <a:ea typeface="DengXian" panose="02010600030101010101" pitchFamily="2" charset="-122"/>
                  </a:rPr>
                  <a:t> of success then we write </a:t>
                </a:r>
                <a14:m>
                  <m:oMath xmlns:m="http://schemas.openxmlformats.org/officeDocument/2006/math">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𝑿</m:t>
                    </m:r>
                    <m:r>
                      <a:rPr lang="en-GB" sz="1400" b="1" i="1">
                        <a:solidFill>
                          <a:srgbClr val="FF0000"/>
                        </a:solidFill>
                        <a:effectLst/>
                        <a:latin typeface="Cambria Math" panose="02040503050406030204" pitchFamily="18" charset="0"/>
                        <a:ea typeface="DengXian" panose="02010600030101010101" pitchFamily="2" charset="-122"/>
                        <a:cs typeface="Cambria Math" panose="020405030504060302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𝑩</m:t>
                    </m:r>
                    <m:r>
                      <a:rPr lang="en-GB" sz="1400" b="1"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r>
                      <a:rPr lang="en-GB" sz="1400" b="1"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𝒏</m:t>
                    </m:r>
                    <m:r>
                      <a:rPr lang="en-GB" sz="1400" b="1"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 </m:t>
                    </m:r>
                    <m:r>
                      <a:rPr lang="en-GB" sz="1400" b="1"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𝒑</m:t>
                    </m:r>
                    <m:r>
                      <a:rPr lang="en-GB" sz="1400" b="1" i="1">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oMath>
                </a14:m>
                <a:r>
                  <a:rPr lang="en-GB" sz="1400" dirty="0">
                    <a:effectLst/>
                    <a:latin typeface="Calibri" panose="020F0502020204030204" pitchFamily="34" charset="0"/>
                    <a:ea typeface="DengXian" panose="02010600030101010101" pitchFamily="2" charset="-122"/>
                  </a:rPr>
                  <a:t>. </a:t>
                </a:r>
                <a:endParaRPr lang="en-GB" sz="1400" dirty="0"/>
              </a:p>
            </p:txBody>
          </p:sp>
        </mc:Choice>
        <mc:Fallback xmlns="">
          <p:sp>
            <p:nvSpPr>
              <p:cNvPr id="9" name="TextBox 8">
                <a:extLst>
                  <a:ext uri="{FF2B5EF4-FFF2-40B4-BE49-F238E27FC236}">
                    <a16:creationId xmlns:a16="http://schemas.microsoft.com/office/drawing/2014/main" id="{D9AD4A00-E1EB-6726-4025-BFF7FFAA2361}"/>
                  </a:ext>
                </a:extLst>
              </p:cNvPr>
              <p:cNvSpPr txBox="1">
                <a:spLocks noRot="1" noChangeAspect="1" noMove="1" noResize="1" noEditPoints="1" noAdjustHandles="1" noChangeArrowheads="1" noChangeShapeType="1" noTextEdit="1"/>
              </p:cNvSpPr>
              <p:nvPr/>
            </p:nvSpPr>
            <p:spPr>
              <a:xfrm>
                <a:off x="224519" y="3678880"/>
                <a:ext cx="8634174" cy="703847"/>
              </a:xfrm>
              <a:prstGeom prst="rect">
                <a:avLst/>
              </a:prstGeom>
              <a:blipFill>
                <a:blip r:embed="rId5"/>
                <a:stretch>
                  <a:fillRect l="-212" r="-212" b="-8621"/>
                </a:stretch>
              </a:blipFill>
            </p:spPr>
            <p:txBody>
              <a:bodyPr/>
              <a:lstStyle/>
              <a:p>
                <a:r>
                  <a:rPr lang="en-GB">
                    <a:noFill/>
                  </a:rPr>
                  <a:t> </a:t>
                </a:r>
              </a:p>
            </p:txBody>
          </p:sp>
        </mc:Fallback>
      </mc:AlternateContent>
    </p:spTree>
    <p:extLst>
      <p:ext uri="{BB962C8B-B14F-4D97-AF65-F5344CB8AC3E}">
        <p14:creationId xmlns:p14="http://schemas.microsoft.com/office/powerpoint/2010/main" val="1723002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Binomial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A6C14CB-8FE2-234A-968F-2DF21B7982D9}"/>
                  </a:ext>
                </a:extLst>
              </p:cNvPr>
              <p:cNvSpPr txBox="1"/>
              <p:nvPr/>
            </p:nvSpPr>
            <p:spPr>
              <a:xfrm>
                <a:off x="216354" y="740012"/>
                <a:ext cx="8592910" cy="1369606"/>
              </a:xfrm>
              <a:prstGeom prst="rect">
                <a:avLst/>
              </a:prstGeom>
              <a:noFill/>
            </p:spPr>
            <p:txBody>
              <a:bodyPr wrap="square">
                <a:spAutoFit/>
              </a:bodyPr>
              <a:lstStyle/>
              <a:p>
                <a:pPr algn="just">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Without proof,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expectation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variance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of the Binomial distribution are given by the formulae </a:t>
                </a:r>
              </a:p>
              <a:p>
                <a:pPr algn="just">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(1 −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𝑛𝑝𝑞</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2A6C14CB-8FE2-234A-968F-2DF21B7982D9}"/>
                  </a:ext>
                </a:extLst>
              </p:cNvPr>
              <p:cNvSpPr txBox="1">
                <a:spLocks noRot="1" noChangeAspect="1" noMove="1" noResize="1" noEditPoints="1" noAdjustHandles="1" noChangeArrowheads="1" noChangeShapeType="1" noTextEdit="1"/>
              </p:cNvSpPr>
              <p:nvPr/>
            </p:nvSpPr>
            <p:spPr>
              <a:xfrm>
                <a:off x="216354" y="740012"/>
                <a:ext cx="8592910" cy="1369606"/>
              </a:xfrm>
              <a:prstGeom prst="rect">
                <a:avLst/>
              </a:prstGeom>
              <a:blipFill>
                <a:blip r:embed="rId3"/>
                <a:stretch>
                  <a:fillRect l="-213"/>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1FBC3CD-8F7C-03AB-F8BA-7A1713724924}"/>
                  </a:ext>
                </a:extLst>
              </p14:cNvPr>
              <p14:cNvContentPartPr/>
              <p14:nvPr/>
            </p14:nvContentPartPr>
            <p14:xfrm>
              <a:off x="261720" y="1905840"/>
              <a:ext cx="8473320" cy="2558160"/>
            </p14:xfrm>
          </p:contentPart>
        </mc:Choice>
        <mc:Fallback>
          <p:pic>
            <p:nvPicPr>
              <p:cNvPr id="2" name="Ink 1">
                <a:extLst>
                  <a:ext uri="{FF2B5EF4-FFF2-40B4-BE49-F238E27FC236}">
                    <a16:creationId xmlns:a16="http://schemas.microsoft.com/office/drawing/2014/main" id="{E1FBC3CD-8F7C-03AB-F8BA-7A1713724924}"/>
                  </a:ext>
                </a:extLst>
              </p:cNvPr>
              <p:cNvPicPr/>
              <p:nvPr/>
            </p:nvPicPr>
            <p:blipFill>
              <a:blip r:embed="rId5"/>
              <a:stretch>
                <a:fillRect/>
              </a:stretch>
            </p:blipFill>
            <p:spPr>
              <a:xfrm>
                <a:off x="252360" y="1896480"/>
                <a:ext cx="8492040" cy="2576880"/>
              </a:xfrm>
              <a:prstGeom prst="rect">
                <a:avLst/>
              </a:prstGeom>
            </p:spPr>
          </p:pic>
        </mc:Fallback>
      </mc:AlternateContent>
    </p:spTree>
    <p:extLst>
      <p:ext uri="{BB962C8B-B14F-4D97-AF65-F5344CB8AC3E}">
        <p14:creationId xmlns:p14="http://schemas.microsoft.com/office/powerpoint/2010/main" val="1316797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Binomial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0C7E22F-C761-3E0D-C0AE-2E92A578BA04}"/>
                  </a:ext>
                </a:extLst>
              </p:cNvPr>
              <p:cNvSpPr txBox="1"/>
              <p:nvPr/>
            </p:nvSpPr>
            <p:spPr>
              <a:xfrm>
                <a:off x="186595" y="691812"/>
                <a:ext cx="8672097" cy="1374735"/>
              </a:xfrm>
              <a:prstGeom prst="rect">
                <a:avLst/>
              </a:prstGeom>
              <a:noFill/>
            </p:spPr>
            <p:txBody>
              <a:bodyPr wrap="square">
                <a:spAutoFit/>
              </a:bodyPr>
              <a:lstStyle/>
              <a:p>
                <a:pPr algn="just">
                  <a:spcAft>
                    <a:spcPts val="800"/>
                  </a:spcAft>
                  <a:tabLst>
                    <a:tab pos="3616325" algn="l"/>
                  </a:tabLst>
                </a:pPr>
                <a:r>
                  <a:rPr lang="en-GB" sz="1400" b="1" dirty="0">
                    <a:effectLst/>
                    <a:latin typeface="Calibri" panose="020F0502020204030204" pitchFamily="34" charset="0"/>
                    <a:ea typeface="DengXian" panose="02010600030101010101" pitchFamily="2" charset="-122"/>
                    <a:cs typeface="Calibri" panose="020F0502020204030204" pitchFamily="34" charset="0"/>
                  </a:rPr>
                  <a:t>Example 18</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 a box of switches it is known 10% of the switches are faulty. A technician is wiring 30 circuits, each of which needs one switch. What is the probability that (a) all 30 work, (b) at most 2 of the circuits do not work? (c) Find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where the switches work?</a:t>
                </a:r>
              </a:p>
              <a:p>
                <a:pPr algn="just">
                  <a:spcAft>
                    <a:spcPts val="8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70C7E22F-C761-3E0D-C0AE-2E92A578BA04}"/>
                  </a:ext>
                </a:extLst>
              </p:cNvPr>
              <p:cNvSpPr txBox="1">
                <a:spLocks noRot="1" noChangeAspect="1" noMove="1" noResize="1" noEditPoints="1" noAdjustHandles="1" noChangeArrowheads="1" noChangeShapeType="1" noTextEdit="1"/>
              </p:cNvSpPr>
              <p:nvPr/>
            </p:nvSpPr>
            <p:spPr>
              <a:xfrm>
                <a:off x="186595" y="691812"/>
                <a:ext cx="8672097" cy="1374735"/>
              </a:xfrm>
              <a:prstGeom prst="rect">
                <a:avLst/>
              </a:prstGeom>
              <a:blipFill>
                <a:blip r:embed="rId3"/>
                <a:stretch>
                  <a:fillRect l="-211" t="-442" r="-211" b="-3982"/>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DEB0BC47-B382-6498-C281-175394C7A4B5}"/>
                  </a:ext>
                </a:extLst>
              </p14:cNvPr>
              <p14:cNvContentPartPr/>
              <p14:nvPr/>
            </p14:nvContentPartPr>
            <p14:xfrm>
              <a:off x="709560" y="1524960"/>
              <a:ext cx="8281080" cy="2977560"/>
            </p14:xfrm>
          </p:contentPart>
        </mc:Choice>
        <mc:Fallback>
          <p:pic>
            <p:nvPicPr>
              <p:cNvPr id="2" name="Ink 1">
                <a:extLst>
                  <a:ext uri="{FF2B5EF4-FFF2-40B4-BE49-F238E27FC236}">
                    <a16:creationId xmlns:a16="http://schemas.microsoft.com/office/drawing/2014/main" id="{DEB0BC47-B382-6498-C281-175394C7A4B5}"/>
                  </a:ext>
                </a:extLst>
              </p:cNvPr>
              <p:cNvPicPr/>
              <p:nvPr/>
            </p:nvPicPr>
            <p:blipFill>
              <a:blip r:embed="rId5"/>
              <a:stretch>
                <a:fillRect/>
              </a:stretch>
            </p:blipFill>
            <p:spPr>
              <a:xfrm>
                <a:off x="700200" y="1515600"/>
                <a:ext cx="8299800" cy="2996280"/>
              </a:xfrm>
              <a:prstGeom prst="rect">
                <a:avLst/>
              </a:prstGeom>
            </p:spPr>
          </p:pic>
        </mc:Fallback>
      </mc:AlternateContent>
    </p:spTree>
    <p:extLst>
      <p:ext uri="{BB962C8B-B14F-4D97-AF65-F5344CB8AC3E}">
        <p14:creationId xmlns:p14="http://schemas.microsoft.com/office/powerpoint/2010/main" val="3341397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Poisson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07438488-49E0-618E-C56B-ECB01239851A}"/>
              </a:ext>
            </a:extLst>
          </p:cNvPr>
          <p:cNvSpPr txBox="1"/>
          <p:nvPr/>
        </p:nvSpPr>
        <p:spPr>
          <a:xfrm>
            <a:off x="186595" y="678531"/>
            <a:ext cx="8672097" cy="1569660"/>
          </a:xfrm>
          <a:prstGeom prst="rect">
            <a:avLst/>
          </a:prstGeom>
          <a:noFill/>
        </p:spPr>
        <p:txBody>
          <a:bodyPr wrap="square">
            <a:spAutoFit/>
          </a:bodyPr>
          <a:lstStyle/>
          <a:p>
            <a:pPr>
              <a:spcBef>
                <a:spcPts val="1200"/>
              </a:spcBef>
              <a:spcAft>
                <a:spcPts val="12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Poisson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distribution is a probability model which can be used to find the probability of a single event occurring a given number of times in an interval of (usually) time. </a:t>
            </a:r>
          </a:p>
          <a:p>
            <a:pPr marL="285750" indent="-285750">
              <a:spcBef>
                <a:spcPts val="1200"/>
              </a:spcBef>
              <a:spcAft>
                <a:spcPts val="1200"/>
              </a:spcAft>
              <a:buFont typeface="Arial" panose="020B0604020202020204" pitchFamily="34" charset="0"/>
              <a:buChar char="•"/>
            </a:pPr>
            <a:r>
              <a:rPr lang="en-GB" sz="1400" b="1" dirty="0">
                <a:solidFill>
                  <a:srgbClr val="FF0000"/>
                </a:solidFill>
                <a:latin typeface="Calibri" panose="020F0502020204030204" pitchFamily="34" charset="0"/>
                <a:ea typeface="DengXian" panose="02010600030101010101" pitchFamily="2" charset="-122"/>
                <a:cs typeface="Times New Roman" panose="02020603050405020304" pitchFamily="18" charset="0"/>
              </a:rPr>
              <a:t>O</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nly the occurrence of an event can be counted </a:t>
            </a:r>
          </a:p>
          <a:p>
            <a:pPr marL="285750" indent="-285750">
              <a:spcBef>
                <a:spcPts val="1200"/>
              </a:spcBef>
              <a:spcAft>
                <a:spcPts val="1200"/>
              </a:spcAft>
              <a:buFont typeface="Arial" panose="020B0604020202020204" pitchFamily="34" charset="0"/>
              <a:buChar char="•"/>
            </a:pPr>
            <a:r>
              <a:rPr lang="en-GB" sz="1400" b="1" dirty="0">
                <a:solidFill>
                  <a:srgbClr val="FF0000"/>
                </a:solidFill>
                <a:latin typeface="Calibri" panose="020F0502020204030204" pitchFamily="34" charset="0"/>
                <a:ea typeface="DengXian" panose="02010600030101010101" pitchFamily="2" charset="-122"/>
                <a:cs typeface="Times New Roman" panose="02020603050405020304" pitchFamily="18" charset="0"/>
              </a:rPr>
              <a:t>T</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he non-occurrence of an event cannot be counted</a:t>
            </a:r>
            <a:endParaRPr lang="en-GB" sz="1400" b="1" dirty="0">
              <a:solidFill>
                <a:srgbClr val="FF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A96FB53-96BA-A653-A8D9-6FE1150E2F2A}"/>
                  </a:ext>
                </a:extLst>
              </p:cNvPr>
              <p:cNvSpPr txBox="1"/>
              <p:nvPr/>
            </p:nvSpPr>
            <p:spPr>
              <a:xfrm>
                <a:off x="186594" y="2294918"/>
                <a:ext cx="8672098" cy="2329099"/>
              </a:xfrm>
              <a:prstGeom prst="rect">
                <a:avLst/>
              </a:prstGeom>
              <a:noFill/>
            </p:spPr>
            <p:txBody>
              <a:bodyPr wrap="square">
                <a:spAutoFit/>
              </a:bodyPr>
              <a:lstStyle/>
              <a:p>
                <a:pPr algn="just">
                  <a:spcBef>
                    <a:spcPts val="1200"/>
                  </a:spcBef>
                  <a:spcAft>
                    <a:spcPts val="12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is the random variable ‘number of occurrences in a given interval’ for which the average rate of occurrence is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𝜆</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then, according to the Poisson model, the probability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occurrences in that interval is given by</a:t>
                </a:r>
              </a:p>
              <a:p>
                <a:pPr algn="ctr">
                  <a:spcBef>
                    <a:spcPts val="1200"/>
                  </a:spcBef>
                  <a:spcAft>
                    <a:spcPts val="12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𝑒</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𝜆</m:t>
                          </m:r>
                        </m:sup>
                      </m:sSup>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𝜆</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sup>
                          </m:sSup>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=0,1,2,3,…</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1200"/>
                  </a:spcBef>
                  <a:spcAft>
                    <a:spcPts val="12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We also have </a:t>
                </a:r>
              </a:p>
              <a:p>
                <a:pPr algn="just">
                  <a:spcBef>
                    <a:spcPts val="1200"/>
                  </a:spcBef>
                  <a:spcAft>
                    <a:spcPts val="12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𝜆</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𝑓𝑜𝑟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5A96FB53-96BA-A653-A8D9-6FE1150E2F2A}"/>
                  </a:ext>
                </a:extLst>
              </p:cNvPr>
              <p:cNvSpPr txBox="1">
                <a:spLocks noRot="1" noChangeAspect="1" noMove="1" noResize="1" noEditPoints="1" noAdjustHandles="1" noChangeArrowheads="1" noChangeShapeType="1" noTextEdit="1"/>
              </p:cNvSpPr>
              <p:nvPr/>
            </p:nvSpPr>
            <p:spPr>
              <a:xfrm>
                <a:off x="186594" y="2294918"/>
                <a:ext cx="8672098" cy="2329099"/>
              </a:xfrm>
              <a:prstGeom prst="rect">
                <a:avLst/>
              </a:prstGeom>
              <a:blipFill>
                <a:blip r:embed="rId3"/>
                <a:stretch>
                  <a:fillRect l="-211" t="-261"/>
                </a:stretch>
              </a:blipFill>
            </p:spPr>
            <p:txBody>
              <a:bodyPr/>
              <a:lstStyle/>
              <a:p>
                <a:r>
                  <a:rPr lang="en-GB">
                    <a:noFill/>
                  </a:rPr>
                  <a:t> </a:t>
                </a:r>
              </a:p>
            </p:txBody>
          </p:sp>
        </mc:Fallback>
      </mc:AlternateContent>
    </p:spTree>
    <p:extLst>
      <p:ext uri="{BB962C8B-B14F-4D97-AF65-F5344CB8AC3E}">
        <p14:creationId xmlns:p14="http://schemas.microsoft.com/office/powerpoint/2010/main" val="3019066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Poisson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BAE16CAC-CEA5-98A4-D86E-DB1FA351B6B7}"/>
              </a:ext>
            </a:extLst>
          </p:cNvPr>
          <p:cNvSpPr txBox="1"/>
          <p:nvPr/>
        </p:nvSpPr>
        <p:spPr>
          <a:xfrm>
            <a:off x="186596" y="697149"/>
            <a:ext cx="8672097" cy="1908215"/>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19</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Council is considering whether to base a recovery vehicle on a stretch of road to help clear incidents as quickly as possible. The road concerned carries over 5000 vehicles during the peak rush hour period. Records show that, on average, the number of incidents during the morning rush hour is 5. The Council won’t base a vehicle on the road if the probability of having more than 5 incidents in any one morning is less than 30%. Based on this information should the Council provide a vehicle?</a:t>
            </a: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428671F-4F2A-FDCA-9D91-C726E95883C6}"/>
                  </a:ext>
                </a:extLst>
              </p14:cNvPr>
              <p14:cNvContentPartPr/>
              <p14:nvPr/>
            </p14:nvContentPartPr>
            <p14:xfrm>
              <a:off x="459000" y="817560"/>
              <a:ext cx="8364600" cy="3671280"/>
            </p14:xfrm>
          </p:contentPart>
        </mc:Choice>
        <mc:Fallback>
          <p:pic>
            <p:nvPicPr>
              <p:cNvPr id="2" name="Ink 1">
                <a:extLst>
                  <a:ext uri="{FF2B5EF4-FFF2-40B4-BE49-F238E27FC236}">
                    <a16:creationId xmlns:a16="http://schemas.microsoft.com/office/drawing/2014/main" id="{8428671F-4F2A-FDCA-9D91-C726E95883C6}"/>
                  </a:ext>
                </a:extLst>
              </p:cNvPr>
              <p:cNvPicPr/>
              <p:nvPr/>
            </p:nvPicPr>
            <p:blipFill>
              <a:blip r:embed="rId4"/>
              <a:stretch>
                <a:fillRect/>
              </a:stretch>
            </p:blipFill>
            <p:spPr>
              <a:xfrm>
                <a:off x="449640" y="808200"/>
                <a:ext cx="8383320" cy="3690000"/>
              </a:xfrm>
              <a:prstGeom prst="rect">
                <a:avLst/>
              </a:prstGeom>
            </p:spPr>
          </p:pic>
        </mc:Fallback>
      </mc:AlternateContent>
    </p:spTree>
    <p:extLst>
      <p:ext uri="{BB962C8B-B14F-4D97-AF65-F5344CB8AC3E}">
        <p14:creationId xmlns:p14="http://schemas.microsoft.com/office/powerpoint/2010/main" val="364516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Poisson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AE16CAC-CEA5-98A4-D86E-DB1FA351B6B7}"/>
                  </a:ext>
                </a:extLst>
              </p:cNvPr>
              <p:cNvSpPr txBox="1"/>
              <p:nvPr/>
            </p:nvSpPr>
            <p:spPr>
              <a:xfrm>
                <a:off x="186596" y="697149"/>
                <a:ext cx="8672097" cy="892552"/>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One application of the Poisson distribution is to approximate the probability of the outcome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of the Binomial distribution subject to the following conditions. </a:t>
                </a:r>
              </a:p>
              <a:p>
                <a:pPr lvl="0" algn="ctr">
                  <a:spcBef>
                    <a:spcPts val="600"/>
                  </a:spcBef>
                  <a:spcAft>
                    <a:spcPts val="600"/>
                  </a:spcAft>
                  <a:tabLst>
                    <a:tab pos="3616325" algn="l"/>
                  </a:tabLst>
                </a:pPr>
                <a14:m>
                  <m:oMath xmlns:m="http://schemas.openxmlformats.org/officeDocument/2006/math">
                    <m:r>
                      <a:rPr lang="en-GB" sz="1400" b="1" i="1" smtClean="0">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𝒏</m:t>
                    </m:r>
                  </m:oMath>
                </a14:m>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is large                                  </a:t>
                </a:r>
                <a14:m>
                  <m:oMath xmlns:m="http://schemas.openxmlformats.org/officeDocument/2006/math">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𝒑</m:t>
                    </m:r>
                  </m:oMath>
                </a14:m>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is small                                            </a:t>
                </a:r>
                <a14:m>
                  <m:oMath xmlns:m="http://schemas.openxmlformats.org/officeDocument/2006/math">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𝒏𝒑</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𝝀</m:t>
                    </m:r>
                  </m:oMath>
                </a14:m>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4" name="TextBox 3">
                <a:extLst>
                  <a:ext uri="{FF2B5EF4-FFF2-40B4-BE49-F238E27FC236}">
                    <a16:creationId xmlns:a16="http://schemas.microsoft.com/office/drawing/2014/main" id="{BAE16CAC-CEA5-98A4-D86E-DB1FA351B6B7}"/>
                  </a:ext>
                </a:extLst>
              </p:cNvPr>
              <p:cNvSpPr txBox="1">
                <a:spLocks noRot="1" noChangeAspect="1" noMove="1" noResize="1" noEditPoints="1" noAdjustHandles="1" noChangeArrowheads="1" noChangeShapeType="1" noTextEdit="1"/>
              </p:cNvSpPr>
              <p:nvPr/>
            </p:nvSpPr>
            <p:spPr>
              <a:xfrm>
                <a:off x="186596" y="697149"/>
                <a:ext cx="8672097" cy="892552"/>
              </a:xfrm>
              <a:prstGeom prst="rect">
                <a:avLst/>
              </a:prstGeom>
              <a:blipFill>
                <a:blip r:embed="rId3"/>
                <a:stretch>
                  <a:fillRect l="-211" t="-680" r="-211" b="-6122"/>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18CC9CAD-D9CD-AB93-C7AB-BF89C0C1B3F5}"/>
              </a:ext>
            </a:extLst>
          </p:cNvPr>
          <p:cNvSpPr txBox="1"/>
          <p:nvPr/>
        </p:nvSpPr>
        <p:spPr>
          <a:xfrm>
            <a:off x="186596" y="1638161"/>
            <a:ext cx="8672096" cy="1477328"/>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20</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A worn machine which is known to produce 1% defective components is used for a production run of 40 components. Use both the Binomial distribution and its Poisson approximation to calculate </a:t>
            </a:r>
            <a:r>
              <a:rPr lang="en-GB" sz="1400" dirty="0">
                <a:effectLst/>
                <a:latin typeface="Calibri" panose="020F0502020204030204" pitchFamily="34" charset="0"/>
                <a:ea typeface="DengXian" panose="02010600030101010101" pitchFamily="2" charset="-122"/>
                <a:cs typeface="Times New Roman" panose="02020603050405020304" pitchFamily="18" charset="0"/>
              </a:rPr>
              <a:t>the probability that two defective items are produced </a:t>
            </a:r>
            <a:r>
              <a:rPr lang="en-GB" sz="1400" dirty="0">
                <a:effectLst/>
                <a:latin typeface="Calibri" panose="020F0502020204030204" pitchFamily="34" charset="0"/>
                <a:ea typeface="DengXian" panose="02010600030101010101" pitchFamily="2" charset="-122"/>
                <a:cs typeface="Calibri" panose="020F0502020204030204" pitchFamily="34" charset="0"/>
              </a:rPr>
              <a:t>for comparison.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spcBef>
                <a:spcPts val="600"/>
              </a:spcBef>
              <a:spcAft>
                <a:spcPts val="600"/>
              </a:spcAft>
            </a:pPr>
            <a:r>
              <a:rPr lang="en-GB" sz="1400" b="1" dirty="0">
                <a:solidFill>
                  <a:srgbClr val="FF0000"/>
                </a:solidFill>
                <a:effectLst/>
                <a:latin typeface="Calibri" panose="020F0502020204030204" pitchFamily="34" charset="0"/>
                <a:ea typeface="DengXian" panose="02010600030101010101" pitchFamily="2" charset="-122"/>
              </a:rPr>
              <a:t>Solution</a:t>
            </a:r>
            <a:endParaRPr lang="en-GB" sz="1400" dirty="0">
              <a:solidFill>
                <a:srgbClr val="FF0000"/>
              </a:solidFill>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D8D123F-B4D6-D566-ACD9-0AC1551B794A}"/>
                  </a:ext>
                </a:extLst>
              </p14:cNvPr>
              <p14:cNvContentPartPr/>
              <p14:nvPr/>
            </p14:nvContentPartPr>
            <p14:xfrm>
              <a:off x="979920" y="1910160"/>
              <a:ext cx="7763400" cy="2406600"/>
            </p14:xfrm>
          </p:contentPart>
        </mc:Choice>
        <mc:Fallback>
          <p:pic>
            <p:nvPicPr>
              <p:cNvPr id="2" name="Ink 1">
                <a:extLst>
                  <a:ext uri="{FF2B5EF4-FFF2-40B4-BE49-F238E27FC236}">
                    <a16:creationId xmlns:a16="http://schemas.microsoft.com/office/drawing/2014/main" id="{5D8D123F-B4D6-D566-ACD9-0AC1551B794A}"/>
                  </a:ext>
                </a:extLst>
              </p:cNvPr>
              <p:cNvPicPr/>
              <p:nvPr/>
            </p:nvPicPr>
            <p:blipFill>
              <a:blip r:embed="rId5"/>
              <a:stretch>
                <a:fillRect/>
              </a:stretch>
            </p:blipFill>
            <p:spPr>
              <a:xfrm>
                <a:off x="970560" y="1900800"/>
                <a:ext cx="7782120" cy="2425320"/>
              </a:xfrm>
              <a:prstGeom prst="rect">
                <a:avLst/>
              </a:prstGeom>
            </p:spPr>
          </p:pic>
        </mc:Fallback>
      </mc:AlternateContent>
    </p:spTree>
    <p:extLst>
      <p:ext uri="{BB962C8B-B14F-4D97-AF65-F5344CB8AC3E}">
        <p14:creationId xmlns:p14="http://schemas.microsoft.com/office/powerpoint/2010/main" val="163592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Discrete Probability Distribution – Poisson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AAE291-93B9-5041-8660-E290C0C39698}"/>
                  </a:ext>
                </a:extLst>
              </p:cNvPr>
              <p:cNvSpPr txBox="1"/>
              <p:nvPr/>
            </p:nvSpPr>
            <p:spPr>
              <a:xfrm>
                <a:off x="220435" y="780584"/>
                <a:ext cx="8638257" cy="1923604"/>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Recalling that the expectation and variance of the Binomial distribution are given by </a:t>
                </a:r>
                <a:endParaRPr lang="en-GB" sz="1400" i="1" dirty="0">
                  <a:effectLst/>
                  <a:latin typeface="Cambria Math" panose="02040503050406030204" pitchFamily="18" charset="0"/>
                  <a:ea typeface="DengXian" panose="02010600030101010101" pitchFamily="2" charset="-122"/>
                  <a:cs typeface="Times New Roman" panose="02020603050405020304" pitchFamily="18" charset="0"/>
                </a:endParaRPr>
              </a:p>
              <a:p>
                <a:pPr algn="ctr">
                  <a:spcBef>
                    <a:spcPts val="600"/>
                  </a:spcBef>
                  <a:spcAft>
                    <a:spcPts val="600"/>
                  </a:spcAft>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𝑛𝑝𝑞</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When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large and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small and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𝜆</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 we have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expectation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variance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for the Poisson distribution as below.</a:t>
                </a:r>
              </a:p>
              <a:p>
                <a:pPr marL="257175"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𝜆</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257175"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𝑛𝑝</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𝜆</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51AAE291-93B9-5041-8660-E290C0C39698}"/>
                  </a:ext>
                </a:extLst>
              </p:cNvPr>
              <p:cNvSpPr txBox="1">
                <a:spLocks noRot="1" noChangeAspect="1" noMove="1" noResize="1" noEditPoints="1" noAdjustHandles="1" noChangeArrowheads="1" noChangeShapeType="1" noTextEdit="1"/>
              </p:cNvSpPr>
              <p:nvPr/>
            </p:nvSpPr>
            <p:spPr>
              <a:xfrm>
                <a:off x="220435" y="780584"/>
                <a:ext cx="8638257" cy="1923604"/>
              </a:xfrm>
              <a:prstGeom prst="rect">
                <a:avLst/>
              </a:prstGeom>
              <a:blipFill>
                <a:blip r:embed="rId3"/>
                <a:stretch>
                  <a:fillRect l="-212" t="-316" r="-212"/>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DD356E7B-D1EC-C0AB-A403-EF115D47745E}"/>
                  </a:ext>
                </a:extLst>
              </p14:cNvPr>
              <p14:cNvContentPartPr/>
              <p14:nvPr/>
            </p14:nvContentPartPr>
            <p14:xfrm>
              <a:off x="4308480" y="2597040"/>
              <a:ext cx="2395800" cy="630720"/>
            </p14:xfrm>
          </p:contentPart>
        </mc:Choice>
        <mc:Fallback>
          <p:pic>
            <p:nvPicPr>
              <p:cNvPr id="2" name="Ink 1">
                <a:extLst>
                  <a:ext uri="{FF2B5EF4-FFF2-40B4-BE49-F238E27FC236}">
                    <a16:creationId xmlns:a16="http://schemas.microsoft.com/office/drawing/2014/main" id="{DD356E7B-D1EC-C0AB-A403-EF115D47745E}"/>
                  </a:ext>
                </a:extLst>
              </p:cNvPr>
              <p:cNvPicPr/>
              <p:nvPr/>
            </p:nvPicPr>
            <p:blipFill>
              <a:blip r:embed="rId5"/>
              <a:stretch>
                <a:fillRect/>
              </a:stretch>
            </p:blipFill>
            <p:spPr>
              <a:xfrm>
                <a:off x="4299120" y="2587680"/>
                <a:ext cx="2414520" cy="649440"/>
              </a:xfrm>
              <a:prstGeom prst="rect">
                <a:avLst/>
              </a:prstGeom>
            </p:spPr>
          </p:pic>
        </mc:Fallback>
      </mc:AlternateContent>
    </p:spTree>
    <p:extLst>
      <p:ext uri="{BB962C8B-B14F-4D97-AF65-F5344CB8AC3E}">
        <p14:creationId xmlns:p14="http://schemas.microsoft.com/office/powerpoint/2010/main" val="3389128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Uniform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AAE291-93B9-5041-8660-E290C0C39698}"/>
                  </a:ext>
                </a:extLst>
              </p:cNvPr>
              <p:cNvSpPr txBox="1"/>
              <p:nvPr/>
            </p:nvSpPr>
            <p:spPr>
              <a:xfrm>
                <a:off x="48987" y="780584"/>
                <a:ext cx="9017452" cy="1261884"/>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Uniform</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or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Rectangular</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distribution has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restricted to a finite interval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has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𝑃𝐷𝐹</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constant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over the interval. </a:t>
                </a:r>
                <a:endParaRPr lang="en-GB" sz="1400" i="1" dirty="0">
                  <a:effectLst/>
                  <a:latin typeface="Cambria Math" panose="02040503050406030204" pitchFamily="18"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endParaRPr lang="en-GB" sz="1400" i="1" dirty="0">
                  <a:effectLst/>
                  <a:latin typeface="Cambria Math" panose="02040503050406030204" pitchFamily="18"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51AAE291-93B9-5041-8660-E290C0C39698}"/>
                  </a:ext>
                </a:extLst>
              </p:cNvPr>
              <p:cNvSpPr txBox="1">
                <a:spLocks noRot="1" noChangeAspect="1" noMove="1" noResize="1" noEditPoints="1" noAdjustHandles="1" noChangeArrowheads="1" noChangeShapeType="1" noTextEdit="1"/>
              </p:cNvSpPr>
              <p:nvPr/>
            </p:nvSpPr>
            <p:spPr>
              <a:xfrm>
                <a:off x="48987" y="780584"/>
                <a:ext cx="9017452" cy="1261884"/>
              </a:xfrm>
              <a:prstGeom prst="rect">
                <a:avLst/>
              </a:prstGeom>
              <a:blipFill>
                <a:blip r:embed="rId3"/>
                <a:stretch>
                  <a:fillRect l="-203" t="-966" r="-203"/>
                </a:stretch>
              </a:blipFill>
            </p:spPr>
            <p:txBody>
              <a:bodyPr/>
              <a:lstStyle/>
              <a:p>
                <a:r>
                  <a:rPr lang="en-GB">
                    <a:noFill/>
                  </a:rPr>
                  <a:t> </a:t>
                </a:r>
              </a:p>
            </p:txBody>
          </p:sp>
        </mc:Fallback>
      </mc:AlternateContent>
      <p:pic>
        <p:nvPicPr>
          <p:cNvPr id="2" name="Picture 1">
            <a:extLst>
              <a:ext uri="{FF2B5EF4-FFF2-40B4-BE49-F238E27FC236}">
                <a16:creationId xmlns:a16="http://schemas.microsoft.com/office/drawing/2014/main" id="{6BBF4B8D-2116-1F93-F711-968293016F4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561" y="1298773"/>
            <a:ext cx="3365046" cy="1655207"/>
          </a:xfrm>
          <a:prstGeom prst="rect">
            <a:avLst/>
          </a:prstGeom>
          <a:noFill/>
          <a:ln>
            <a:noFill/>
          </a:ln>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274BC88-B02D-DC22-D998-7F42590BCD98}"/>
                  </a:ext>
                </a:extLst>
              </p:cNvPr>
              <p:cNvSpPr txBox="1"/>
              <p:nvPr/>
            </p:nvSpPr>
            <p:spPr>
              <a:xfrm>
                <a:off x="48986" y="2914503"/>
                <a:ext cx="4598534" cy="1652440"/>
              </a:xfrm>
              <a:prstGeom prst="rect">
                <a:avLst/>
              </a:prstGeom>
              <a:noFill/>
            </p:spPr>
            <p:txBody>
              <a:bodyPr wrap="square">
                <a:spAutoFit/>
              </a:bodyPr>
              <a:lstStyle/>
              <a:p>
                <a:pPr>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function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has the following form</a:t>
                </a:r>
              </a:p>
              <a:p>
                <a:pPr>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 </m:t>
                      </m:r>
                      <m:d>
                        <m:dPr>
                          <m:begChr m:val="{"/>
                          <m:endChr m:val=""/>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eqArr>
                            <m:eqArr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eqArrPr>
                            <m:e>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e>
                            <m:e>
                              <m:r>
                                <a:rPr lang="en-GB" sz="1400" i="1">
                                  <a:effectLst/>
                                  <a:latin typeface="Cambria Math" panose="02040503050406030204" pitchFamily="18" charset="0"/>
                                  <a:ea typeface="DengXian" panose="02010600030101010101" pitchFamily="2" charset="-122"/>
                                  <a:cs typeface="Times New Roman" panose="02020603050405020304" pitchFamily="18" charset="0"/>
                                </a:rPr>
                                <m:t>   0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𝑒𝑙𝑠𝑒𝑤h𝑒𝑟𝑒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e>
                          </m:eqArr>
                        </m:e>
                      </m:d>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9274BC88-B02D-DC22-D998-7F42590BCD98}"/>
                  </a:ext>
                </a:extLst>
              </p:cNvPr>
              <p:cNvSpPr txBox="1">
                <a:spLocks noRot="1" noChangeAspect="1" noMove="1" noResize="1" noEditPoints="1" noAdjustHandles="1" noChangeArrowheads="1" noChangeShapeType="1" noTextEdit="1"/>
              </p:cNvSpPr>
              <p:nvPr/>
            </p:nvSpPr>
            <p:spPr>
              <a:xfrm>
                <a:off x="48986" y="2914503"/>
                <a:ext cx="4598534" cy="1652440"/>
              </a:xfrm>
              <a:prstGeom prst="rect">
                <a:avLst/>
              </a:prstGeom>
              <a:blipFill>
                <a:blip r:embed="rId5"/>
                <a:stretch>
                  <a:fillRect l="-39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EBFFC77-F66F-4D53-5461-162159FFB14A}"/>
                  </a:ext>
                </a:extLst>
              </p:cNvPr>
              <p:cNvSpPr txBox="1"/>
              <p:nvPr/>
            </p:nvSpPr>
            <p:spPr>
              <a:xfrm>
                <a:off x="3820716" y="1648290"/>
                <a:ext cx="5274297" cy="1938351"/>
              </a:xfrm>
              <a:prstGeom prst="rect">
                <a:avLst/>
              </a:prstGeom>
              <a:noFill/>
            </p:spPr>
            <p:txBody>
              <a:bodyPr wrap="square">
                <a:spAutoFit/>
              </a:bodyPr>
              <a:lstStyle/>
              <a:p>
                <a:pPr>
                  <a:lnSpc>
                    <a:spcPct val="150000"/>
                  </a:lnSpc>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expectation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variance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of a Uniform distribution</a:t>
                </a:r>
              </a:p>
              <a:p>
                <a:pPr algn="ctr">
                  <a:lnSpc>
                    <a:spcPct val="150000"/>
                  </a:lnSpc>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𝑑𝑥</m:t>
                          </m:r>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𝑑𝑥</m:t>
                          </m:r>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e>
                          </m:d>
                        </m:den>
                      </m:f>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d>
                            <m:dPr>
                              <m:begChr m:val="["/>
                              <m:endChr m:val="]"/>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e>
                          </m:d>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sup>
                      </m:sSubSup>
                      <m:r>
                        <a:rPr lang="en-GB" sz="1400">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b="1" i="1" smtClean="0">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𝒃</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𝒂</m:t>
                          </m:r>
                        </m:num>
                        <m:den>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𝟐</m:t>
                          </m:r>
                        </m:den>
                      </m:f>
                    </m:oMath>
                  </m:oMathPara>
                </a14:m>
                <a:endParaRPr lang="en-GB" sz="1400" b="1" dirty="0">
                  <a:effectLst/>
                  <a:latin typeface="Calibri" panose="020F0502020204030204" pitchFamily="34" charset="0"/>
                  <a:ea typeface="DengXian" panose="02010600030101010101" pitchFamily="2" charset="-122"/>
                  <a:cs typeface="Times New Roman" panose="02020603050405020304" pitchFamily="18" charset="0"/>
                </a:endParaRPr>
              </a:p>
              <a:p>
                <a:pPr algn="ctr">
                  <a:lnSpc>
                    <a:spcPct val="150000"/>
                  </a:lnSpc>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nary>
                        <m:naryPr>
                          <m:limLoc m:val="subSup"/>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sup>
                        <m:e>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𝑑𝑥</m:t>
                          </m:r>
                        </m:e>
                      </m:nary>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den>
                              </m:f>
                            </m:e>
                          </m:d>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𝑏</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12</m:t>
                          </m:r>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CEBFFC77-F66F-4D53-5461-162159FFB14A}"/>
                  </a:ext>
                </a:extLst>
              </p:cNvPr>
              <p:cNvSpPr txBox="1">
                <a:spLocks noRot="1" noChangeAspect="1" noMove="1" noResize="1" noEditPoints="1" noAdjustHandles="1" noChangeArrowheads="1" noChangeShapeType="1" noTextEdit="1"/>
              </p:cNvSpPr>
              <p:nvPr/>
            </p:nvSpPr>
            <p:spPr>
              <a:xfrm>
                <a:off x="3820716" y="1648290"/>
                <a:ext cx="5274297" cy="1938351"/>
              </a:xfrm>
              <a:prstGeom prst="rect">
                <a:avLst/>
              </a:prstGeom>
              <a:blipFill>
                <a:blip r:embed="rId6"/>
                <a:stretch>
                  <a:fillRect l="-347"/>
                </a:stretch>
              </a:blipFill>
            </p:spPr>
            <p:txBody>
              <a:bodyPr/>
              <a:lstStyle/>
              <a:p>
                <a:r>
                  <a:rPr lang="en-GB">
                    <a:noFill/>
                  </a:rPr>
                  <a:t> </a:t>
                </a:r>
              </a:p>
            </p:txBody>
          </p:sp>
        </mc:Fallback>
      </mc:AlternateContent>
    </p:spTree>
    <p:extLst>
      <p:ext uri="{BB962C8B-B14F-4D97-AF65-F5344CB8AC3E}">
        <p14:creationId xmlns:p14="http://schemas.microsoft.com/office/powerpoint/2010/main" val="961831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Uniform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361C4F-3488-3BC7-DF16-B8B9BE5DA419}"/>
                  </a:ext>
                </a:extLst>
              </p:cNvPr>
              <p:cNvSpPr txBox="1"/>
              <p:nvPr/>
            </p:nvSpPr>
            <p:spPr>
              <a:xfrm>
                <a:off x="48986" y="626872"/>
                <a:ext cx="9017452" cy="1477328"/>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21</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current (in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𝑚𝐴</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measured in a piece of copper wire is known to follow a uniform distribution over the interval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[0, 25]</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Write down the formula for the probability density function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of the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representing the current. Calculate the mean and variance of the distribution and find the cumulative distribution function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𝐹</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04361C4F-3488-3BC7-DF16-B8B9BE5DA419}"/>
                  </a:ext>
                </a:extLst>
              </p:cNvPr>
              <p:cNvSpPr txBox="1">
                <a:spLocks noRot="1" noChangeAspect="1" noMove="1" noResize="1" noEditPoints="1" noAdjustHandles="1" noChangeArrowheads="1" noChangeShapeType="1" noTextEdit="1"/>
              </p:cNvSpPr>
              <p:nvPr/>
            </p:nvSpPr>
            <p:spPr>
              <a:xfrm>
                <a:off x="48986" y="626872"/>
                <a:ext cx="9017452" cy="1477328"/>
              </a:xfrm>
              <a:prstGeom prst="rect">
                <a:avLst/>
              </a:prstGeom>
              <a:blipFill>
                <a:blip r:embed="rId3"/>
                <a:stretch>
                  <a:fillRect l="-203" t="-826" r="-203" b="-3306"/>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807821C-9891-03D6-0E4F-00A9756AAA9A}"/>
                  </a:ext>
                </a:extLst>
              </p14:cNvPr>
              <p14:cNvContentPartPr/>
              <p14:nvPr/>
            </p14:nvContentPartPr>
            <p14:xfrm>
              <a:off x="1085400" y="1696680"/>
              <a:ext cx="7306920" cy="2748600"/>
            </p14:xfrm>
          </p:contentPart>
        </mc:Choice>
        <mc:Fallback>
          <p:pic>
            <p:nvPicPr>
              <p:cNvPr id="2" name="Ink 1">
                <a:extLst>
                  <a:ext uri="{FF2B5EF4-FFF2-40B4-BE49-F238E27FC236}">
                    <a16:creationId xmlns:a16="http://schemas.microsoft.com/office/drawing/2014/main" id="{E807821C-9891-03D6-0E4F-00A9756AAA9A}"/>
                  </a:ext>
                </a:extLst>
              </p:cNvPr>
              <p:cNvPicPr/>
              <p:nvPr/>
            </p:nvPicPr>
            <p:blipFill>
              <a:blip r:embed="rId5"/>
              <a:stretch>
                <a:fillRect/>
              </a:stretch>
            </p:blipFill>
            <p:spPr>
              <a:xfrm>
                <a:off x="1076040" y="1687320"/>
                <a:ext cx="7325640" cy="2767320"/>
              </a:xfrm>
              <a:prstGeom prst="rect">
                <a:avLst/>
              </a:prstGeom>
            </p:spPr>
          </p:pic>
        </mc:Fallback>
      </mc:AlternateContent>
    </p:spTree>
    <p:extLst>
      <p:ext uri="{BB962C8B-B14F-4D97-AF65-F5344CB8AC3E}">
        <p14:creationId xmlns:p14="http://schemas.microsoft.com/office/powerpoint/2010/main" val="3678057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3D5944A2-2743-1D01-EB30-97CF417AF7BA}"/>
              </a:ext>
            </a:extLst>
          </p:cNvPr>
          <p:cNvSpPr txBox="1"/>
          <p:nvPr/>
        </p:nvSpPr>
        <p:spPr>
          <a:xfrm>
            <a:off x="77561" y="709617"/>
            <a:ext cx="8988878" cy="523220"/>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Data from many fields of study surprisingly can be described using a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Gaussian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distribution, so much so that the distribution is often called the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Normal</a:t>
            </a:r>
            <a:r>
              <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 </a:t>
            </a:r>
            <a:r>
              <a:rPr lang="en-GB" sz="1400" dirty="0">
                <a:effectLst/>
                <a:latin typeface="Calibri" panose="020F0502020204030204" pitchFamily="34" charset="0"/>
                <a:ea typeface="DengXian" panose="02010600030101010101" pitchFamily="2" charset="-122"/>
                <a:cs typeface="Times New Roman" panose="02020603050405020304" pitchFamily="18" charset="0"/>
              </a:rPr>
              <a:t>distribution because it is so common.</a:t>
            </a:r>
            <a:endParaRPr lang="en-GB" sz="14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5FC7C2-CC01-81FF-7542-44119C1A0F3A}"/>
                  </a:ext>
                </a:extLst>
              </p:cNvPr>
              <p:cNvSpPr txBox="1"/>
              <p:nvPr/>
            </p:nvSpPr>
            <p:spPr>
              <a:xfrm>
                <a:off x="77561" y="1232837"/>
                <a:ext cx="8988878" cy="1721177"/>
              </a:xfrm>
              <a:prstGeom prst="rect">
                <a:avLst/>
              </a:prstGeom>
              <a:noFill/>
            </p:spPr>
            <p:txBody>
              <a:bodyPr wrap="square">
                <a:spAutoFit/>
              </a:bodyPr>
              <a:lstStyle/>
              <a:p>
                <a:pPr algn="just">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following the Normal distribution is usually denoted by </a:t>
                </a: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𝑿</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𝑵</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𝝁</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b="1"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b="1" i="1">
                            <a:effectLst/>
                            <a:latin typeface="Cambria Math" panose="02040503050406030204" pitchFamily="18" charset="0"/>
                            <a:ea typeface="DengXian" panose="02010600030101010101" pitchFamily="2" charset="-122"/>
                            <a:cs typeface="Times New Roman" panose="02020603050405020304" pitchFamily="18" charset="0"/>
                          </a:rPr>
                          <m:t>𝝈</m:t>
                        </m:r>
                      </m:e>
                      <m:sup>
                        <m:r>
                          <a:rPr lang="en-GB" sz="1400" b="1" i="1">
                            <a:effectLst/>
                            <a:latin typeface="Cambria Math" panose="02040503050406030204" pitchFamily="18" charset="0"/>
                            <a:ea typeface="DengXian" panose="02010600030101010101" pitchFamily="2" charset="-122"/>
                            <a:cs typeface="Times New Roman" panose="02020603050405020304" pitchFamily="18" charset="0"/>
                          </a:rPr>
                          <m:t>𝟐</m:t>
                        </m:r>
                      </m:sup>
                    </m:sSup>
                    <m:r>
                      <a:rPr lang="en-GB" sz="1400" b="1" i="1">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just">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PDF of a Normal distribution with mean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variance </a:t>
                </a:r>
                <a14:m>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given by the formula</a:t>
                </a:r>
              </a:p>
              <a:p>
                <a:pPr algn="just">
                  <a:lnSpc>
                    <a:spcPct val="150000"/>
                  </a:lnSpc>
                  <a:spcAft>
                    <a:spcPts val="8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rad>
                            <m:radPr>
                              <m:degHide m:val="on"/>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radPr>
                            <m:deg/>
                            <m:e>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𝜋</m:t>
                              </m:r>
                            </m:e>
                          </m:rad>
                        </m:den>
                      </m:f>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𝑒</m:t>
                          </m:r>
                        </m:e>
                        <m:sup>
                          <m:f>
                            <m:fPr>
                              <m:type m:val="lin"/>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num>
                            <m:den>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den>
                          </m:f>
                        </m:sup>
                      </m:sSup>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8A5FC7C2-CC01-81FF-7542-44119C1A0F3A}"/>
                  </a:ext>
                </a:extLst>
              </p:cNvPr>
              <p:cNvSpPr txBox="1">
                <a:spLocks noRot="1" noChangeAspect="1" noMove="1" noResize="1" noEditPoints="1" noAdjustHandles="1" noChangeArrowheads="1" noChangeShapeType="1" noTextEdit="1"/>
              </p:cNvSpPr>
              <p:nvPr/>
            </p:nvSpPr>
            <p:spPr>
              <a:xfrm>
                <a:off x="77561" y="1232837"/>
                <a:ext cx="8988878" cy="1721177"/>
              </a:xfrm>
              <a:prstGeom prst="rect">
                <a:avLst/>
              </a:prstGeom>
              <a:blipFill>
                <a:blip r:embed="rId3"/>
                <a:stretch>
                  <a:fillRect l="-204"/>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D620B81D-83C2-729B-5BF2-B6CD17917F5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5182" y="3132496"/>
            <a:ext cx="4061460" cy="1066800"/>
          </a:xfrm>
          <a:prstGeom prst="rect">
            <a:avLst/>
          </a:prstGeom>
          <a:noFill/>
          <a:ln>
            <a:noFill/>
          </a:ln>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C601E46-BD9C-7403-209A-329B8A6FBDCA}"/>
                  </a:ext>
                </a:extLst>
              </p:cNvPr>
              <p:cNvSpPr txBox="1"/>
              <p:nvPr/>
            </p:nvSpPr>
            <p:spPr>
              <a:xfrm>
                <a:off x="4808587" y="3323345"/>
                <a:ext cx="4598534" cy="307777"/>
              </a:xfrm>
              <a:prstGeom prst="rect">
                <a:avLst/>
              </a:prstGeom>
              <a:noFill/>
            </p:spPr>
            <p:txBody>
              <a:bodyPr wrap="square">
                <a:spAutoFit/>
              </a:bodyPr>
              <a:lstStyle/>
              <a:p>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The height of the bell is controlled by the value of </a:t>
                </a:r>
                <a14:m>
                  <m:oMath xmlns:m="http://schemas.openxmlformats.org/officeDocument/2006/math">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𝝈</m:t>
                    </m:r>
                  </m:oMath>
                </a14:m>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 </a:t>
                </a:r>
                <a:endParaRPr lang="en-GB" sz="1400" b="1" dirty="0">
                  <a:solidFill>
                    <a:srgbClr val="FF0000"/>
                  </a:solidFill>
                </a:endParaRPr>
              </a:p>
            </p:txBody>
          </p:sp>
        </mc:Choice>
        <mc:Fallback xmlns="">
          <p:sp>
            <p:nvSpPr>
              <p:cNvPr id="10" name="TextBox 9">
                <a:extLst>
                  <a:ext uri="{FF2B5EF4-FFF2-40B4-BE49-F238E27FC236}">
                    <a16:creationId xmlns:a16="http://schemas.microsoft.com/office/drawing/2014/main" id="{8C601E46-BD9C-7403-209A-329B8A6FBDCA}"/>
                  </a:ext>
                </a:extLst>
              </p:cNvPr>
              <p:cNvSpPr txBox="1">
                <a:spLocks noRot="1" noChangeAspect="1" noMove="1" noResize="1" noEditPoints="1" noAdjustHandles="1" noChangeArrowheads="1" noChangeShapeType="1" noTextEdit="1"/>
              </p:cNvSpPr>
              <p:nvPr/>
            </p:nvSpPr>
            <p:spPr>
              <a:xfrm>
                <a:off x="4808587" y="3323345"/>
                <a:ext cx="4598534" cy="307777"/>
              </a:xfrm>
              <a:prstGeom prst="rect">
                <a:avLst/>
              </a:prstGeom>
              <a:blipFill>
                <a:blip r:embed="rId5"/>
                <a:stretch>
                  <a:fillRect l="-398" t="-1961" b="-21569"/>
                </a:stretch>
              </a:blipFill>
            </p:spPr>
            <p:txBody>
              <a:bodyPr/>
              <a:lstStyle/>
              <a:p>
                <a:r>
                  <a:rPr lang="en-GB">
                    <a:noFill/>
                  </a:rPr>
                  <a:t> </a:t>
                </a:r>
              </a:p>
            </p:txBody>
          </p:sp>
        </mc:Fallback>
      </mc:AlternateContent>
    </p:spTree>
    <p:extLst>
      <p:ext uri="{BB962C8B-B14F-4D97-AF65-F5344CB8AC3E}">
        <p14:creationId xmlns:p14="http://schemas.microsoft.com/office/powerpoint/2010/main" val="3762818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D5944A2-2743-1D01-EB30-97CF417AF7BA}"/>
                  </a:ext>
                </a:extLst>
              </p:cNvPr>
              <p:cNvSpPr txBox="1"/>
              <p:nvPr/>
            </p:nvSpPr>
            <p:spPr>
              <a:xfrm>
                <a:off x="63273" y="1203557"/>
                <a:ext cx="8988878" cy="1846659"/>
              </a:xfrm>
              <a:prstGeom prst="rect">
                <a:avLst/>
              </a:prstGeom>
              <a:noFill/>
            </p:spPr>
            <p:txBody>
              <a:bodyPr wrap="square">
                <a:spAutoFit/>
              </a:bodyPr>
              <a:lstStyle/>
              <a:p>
                <a:pPr algn="just">
                  <a:spcBef>
                    <a:spcPts val="600"/>
                  </a:spcBef>
                  <a:spcAft>
                    <a:spcPts val="600"/>
                  </a:spcAft>
                </a:pPr>
                <a:r>
                  <a:rPr lang="en-GB" sz="1400" dirty="0">
                    <a:latin typeface="Calibri" panose="020F0502020204030204" pitchFamily="34" charset="0"/>
                    <a:ea typeface="DengXian" panose="02010600030101010101" pitchFamily="2" charset="-122"/>
                    <a:cs typeface="Times New Roman" panose="02020603050405020304" pitchFamily="18" charset="0"/>
                  </a:rPr>
                  <a:t>C</a:t>
                </a:r>
                <a:r>
                  <a:rPr lang="en-GB" sz="1400" dirty="0">
                    <a:effectLst/>
                    <a:latin typeface="Calibri" panose="020F0502020204030204" pitchFamily="34" charset="0"/>
                    <a:ea typeface="DengXian" panose="02010600030101010101" pitchFamily="2" charset="-122"/>
                    <a:cs typeface="Times New Roman" panose="02020603050405020304" pitchFamily="18" charset="0"/>
                  </a:rPr>
                  <a:t>alculating the probability of an interval (i.e. areas under the normal curve) is intractable.</a:t>
                </a:r>
              </a:p>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Tabulate the distribution to provide information of the probability of an interested interval</a:t>
                </a: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DengXian" panose="02010600030101010101" pitchFamily="2" charset="-122"/>
                    <a:cs typeface="Times New Roman" panose="02020603050405020304" pitchFamily="18" charset="0"/>
                  </a:rPr>
                  <a:t>S</a:t>
                </a:r>
                <a:r>
                  <a:rPr lang="en-GB" sz="1400" dirty="0">
                    <a:effectLst/>
                    <a:latin typeface="Calibri" panose="020F0502020204030204" pitchFamily="34" charset="0"/>
                    <a:ea typeface="DengXian" panose="02010600030101010101" pitchFamily="2" charset="-122"/>
                    <a:cs typeface="Times New Roman" panose="02020603050405020304" pitchFamily="18" charset="0"/>
                  </a:rPr>
                  <a:t>ince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14:m>
                  <m:oMath xmlns:m="http://schemas.openxmlformats.org/officeDocument/2006/math">
                    <m:sSup>
                      <m:sSupPr>
                        <m:ctrlPr>
                          <a:rPr lang="en-GB" sz="1400" i="1">
                            <a:effectLst/>
                            <a:latin typeface="Cambria Math" panose="020405030504060302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can both vary, there are infinitely many Normal distributions and it is impossible to give tabulated information concerning them all</a:t>
                </a:r>
                <a:endParaRPr lang="en-GB" sz="1400" dirty="0">
                  <a:latin typeface="Calibri" panose="020F0502020204030204" pitchFamily="34" charset="0"/>
                  <a:ea typeface="DengXian" panose="02010600030101010101" pitchFamily="2" charset="-122"/>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GB" sz="1400" dirty="0">
                    <a:latin typeface="Calibri" panose="020F0502020204030204" pitchFamily="34" charset="0"/>
                    <a:ea typeface="DengXian" panose="02010600030101010101" pitchFamily="2" charset="-122"/>
                    <a:cs typeface="Times New Roman" panose="02020603050405020304" pitchFamily="18" charset="0"/>
                  </a:rPr>
                  <a:t>T</a:t>
                </a:r>
                <a:r>
                  <a:rPr lang="en-GB" sz="1400" dirty="0">
                    <a:effectLst/>
                    <a:latin typeface="Calibri" panose="020F0502020204030204" pitchFamily="34" charset="0"/>
                    <a:ea typeface="DengXian" panose="02010600030101010101" pitchFamily="2" charset="-122"/>
                    <a:cs typeface="Times New Roman" panose="02020603050405020304" pitchFamily="18" charset="0"/>
                  </a:rPr>
                  <a:t>abulate only on –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Standard Normal Distribution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 and convert all problems involving the normal distribution into problems involving the Standard Normal Distribution</a:t>
                </a:r>
                <a:endParaRPr lang="en-GB" sz="1400" dirty="0"/>
              </a:p>
            </p:txBody>
          </p:sp>
        </mc:Choice>
        <mc:Fallback xmlns="">
          <p:sp>
            <p:nvSpPr>
              <p:cNvPr id="3" name="TextBox 2">
                <a:extLst>
                  <a:ext uri="{FF2B5EF4-FFF2-40B4-BE49-F238E27FC236}">
                    <a16:creationId xmlns:a16="http://schemas.microsoft.com/office/drawing/2014/main" id="{3D5944A2-2743-1D01-EB30-97CF417AF7BA}"/>
                  </a:ext>
                </a:extLst>
              </p:cNvPr>
              <p:cNvSpPr txBox="1">
                <a:spLocks noRot="1" noChangeAspect="1" noMove="1" noResize="1" noEditPoints="1" noAdjustHandles="1" noChangeArrowheads="1" noChangeShapeType="1" noTextEdit="1"/>
              </p:cNvSpPr>
              <p:nvPr/>
            </p:nvSpPr>
            <p:spPr>
              <a:xfrm>
                <a:off x="63273" y="1203557"/>
                <a:ext cx="8988878" cy="1846659"/>
              </a:xfrm>
              <a:prstGeom prst="rect">
                <a:avLst/>
              </a:prstGeom>
              <a:blipFill>
                <a:blip r:embed="rId3"/>
                <a:stretch>
                  <a:fillRect l="-203" t="-330" r="-203" b="-2970"/>
                </a:stretch>
              </a:blipFill>
            </p:spPr>
            <p:txBody>
              <a:bodyPr/>
              <a:lstStyle/>
              <a:p>
                <a:r>
                  <a:rPr lang="en-GB">
                    <a:noFill/>
                  </a:rPr>
                  <a:t> </a:t>
                </a:r>
              </a:p>
            </p:txBody>
          </p:sp>
        </mc:Fallback>
      </mc:AlternateContent>
      <p:sp>
        <p:nvSpPr>
          <p:cNvPr id="4" name="Rectangle 3">
            <a:extLst>
              <a:ext uri="{FF2B5EF4-FFF2-40B4-BE49-F238E27FC236}">
                <a16:creationId xmlns:a16="http://schemas.microsoft.com/office/drawing/2014/main" id="{76FCAA61-6AFC-BA80-047E-9F15786D3047}"/>
              </a:ext>
            </a:extLst>
          </p:cNvPr>
          <p:cNvSpPr>
            <a:spLocks noChangeArrowheads="1"/>
          </p:cNvSpPr>
          <p:nvPr/>
        </p:nvSpPr>
        <p:spPr bwMode="auto">
          <a:xfrm>
            <a:off x="2281918" y="435360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443650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5" name="Rectangle 2">
            <a:extLst>
              <a:ext uri="{FF2B5EF4-FFF2-40B4-BE49-F238E27FC236}">
                <a16:creationId xmlns:a16="http://schemas.microsoft.com/office/drawing/2014/main" id="{3A0616F2-9A23-288F-6A16-11065865CAD0}"/>
              </a:ext>
            </a:extLst>
          </p:cNvPr>
          <p:cNvSpPr>
            <a:spLocks noChangeArrowheads="1"/>
          </p:cNvSpPr>
          <p:nvPr/>
        </p:nvSpPr>
        <p:spPr bwMode="auto">
          <a:xfrm>
            <a:off x="4822031" y="1111901"/>
            <a:ext cx="3890282"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616325"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3616325"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3616325"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3616325"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3616325"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3616325"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3616325"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3616325"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3616325"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3616325" algn="l"/>
              </a:tabLst>
            </a:pP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The Standard Normal Distribution has a mean of </a:t>
            </a:r>
            <a:r>
              <a:rPr kumimoji="0" lang="en-GB" altLang="en-US" sz="1400" b="1"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zero</a:t>
            </a: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and a variance of </a:t>
            </a:r>
            <a:r>
              <a:rPr kumimoji="0" lang="en-GB" altLang="en-US" sz="1400" b="1"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one</a:t>
            </a: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endParaRPr kumimoji="0" lang="en-GB" altLang="en-US" sz="14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3616325" algn="l"/>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48">
            <a:extLst>
              <a:ext uri="{FF2B5EF4-FFF2-40B4-BE49-F238E27FC236}">
                <a16:creationId xmlns:a16="http://schemas.microsoft.com/office/drawing/2014/main" id="{E078E692-2834-327B-4F50-F077FF428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587" y="733005"/>
            <a:ext cx="3859955" cy="11315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631C2D3-CBD9-3F77-708D-EE7B92C348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2297" y="2585594"/>
            <a:ext cx="3945635" cy="1036377"/>
          </a:xfrm>
          <a:prstGeom prst="rect">
            <a:avLst/>
          </a:prstGeom>
          <a:noFill/>
          <a:ln>
            <a:noFill/>
          </a:ln>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65E0F1-FE3B-6D48-694C-5CEE5AC9B329}"/>
                  </a:ext>
                </a:extLst>
              </p:cNvPr>
              <p:cNvSpPr txBox="1"/>
              <p:nvPr/>
            </p:nvSpPr>
            <p:spPr>
              <a:xfrm>
                <a:off x="4467905" y="2301991"/>
                <a:ext cx="4598534" cy="1603581"/>
              </a:xfrm>
              <a:prstGeom prst="rect">
                <a:avLst/>
              </a:prstGeom>
              <a:noFill/>
            </p:spPr>
            <p:txBody>
              <a:bodyPr wrap="square">
                <a:spAutoFit/>
              </a:bodyPr>
              <a:lstStyle/>
              <a:p>
                <a:pPr algn="ctr">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If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𝑋</m:t>
                    </m:r>
                    <m:r>
                      <a:rPr lang="en-GB" sz="1400" b="0" i="1" smtClean="0">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𝑁</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then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𝑍</m:t>
                    </m:r>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𝑋</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𝜎</m:t>
                        </m:r>
                      </m:den>
                    </m:f>
                  </m:oMath>
                </a14:m>
                <a:r>
                  <a:rPr lang="en-GB" sz="1400" dirty="0">
                    <a:effectLst/>
                    <a:latin typeface="Calibri" panose="020F0502020204030204" pitchFamily="34" charset="0"/>
                    <a:ea typeface="DengXian" panose="02010600030101010101" pitchFamily="2" charset="-122"/>
                    <a:cs typeface="Calibri" panose="020F0502020204030204" pitchFamily="34" charset="0"/>
                  </a:rPr>
                  <a:t> is described by the standard normal distribution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𝑁</m:t>
                    </m:r>
                    <m:d>
                      <m:d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dPr>
                      <m:e>
                        <m:r>
                          <a:rPr lang="en-GB" sz="1400" i="1">
                            <a:effectLst/>
                            <a:latin typeface="Cambria Math" panose="02040503050406030204" pitchFamily="18" charset="0"/>
                            <a:ea typeface="DengXian" panose="02010600030101010101" pitchFamily="2" charset="-122"/>
                            <a:cs typeface="Calibri" panose="020F0502020204030204" pitchFamily="34" charset="0"/>
                          </a:rPr>
                          <m:t>0, 1</m:t>
                        </m:r>
                      </m:e>
                    </m:d>
                  </m:oMath>
                </a14:m>
                <a:r>
                  <a:rPr lang="en-GB" sz="1400" dirty="0">
                    <a:effectLst/>
                    <a:latin typeface="Calibri" panose="020F0502020204030204" pitchFamily="34" charset="0"/>
                    <a:ea typeface="DengXian" panose="02010600030101010101" pitchFamily="2" charset="-122"/>
                    <a:cs typeface="Calibri" panose="020F0502020204030204" pitchFamily="34" charset="0"/>
                  </a:rPr>
                  <a:t>. </a:t>
                </a:r>
              </a:p>
              <a:p>
                <a:pPr algn="ctr">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We call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𝑍</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the </a:t>
                </a:r>
                <a:r>
                  <a:rPr lang="en-GB" sz="1400" b="1" dirty="0">
                    <a:effectLst/>
                    <a:latin typeface="Calibri" panose="020F0502020204030204" pitchFamily="34" charset="0"/>
                    <a:ea typeface="DengXian" panose="02010600030101010101" pitchFamily="2" charset="-122"/>
                    <a:cs typeface="Calibri" panose="020F0502020204030204" pitchFamily="34" charset="0"/>
                  </a:rPr>
                  <a:t>standardised normal variable</a:t>
                </a:r>
                <a:r>
                  <a:rPr lang="en-GB" sz="1400" dirty="0">
                    <a:effectLst/>
                    <a:latin typeface="Calibri" panose="020F0502020204030204" pitchFamily="34" charset="0"/>
                    <a:ea typeface="DengXian" panose="02010600030101010101" pitchFamily="2" charset="-122"/>
                    <a:cs typeface="Calibri" panose="020F0502020204030204" pitchFamily="34" charset="0"/>
                  </a:rPr>
                  <a:t> and we write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𝑍</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𝑁</m:t>
                    </m:r>
                    <m:r>
                      <a:rPr lang="en-GB" sz="1400" i="1">
                        <a:effectLst/>
                        <a:latin typeface="Cambria Math" panose="02040503050406030204" pitchFamily="18" charset="0"/>
                        <a:ea typeface="DengXian" panose="02010600030101010101" pitchFamily="2" charset="-122"/>
                        <a:cs typeface="Calibri" panose="020F0502020204030204" pitchFamily="34" charset="0"/>
                      </a:rPr>
                      <m:t>(0, 1)</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2A65E0F1-FE3B-6D48-694C-5CEE5AC9B329}"/>
                  </a:ext>
                </a:extLst>
              </p:cNvPr>
              <p:cNvSpPr txBox="1">
                <a:spLocks noRot="1" noChangeAspect="1" noMove="1" noResize="1" noEditPoints="1" noAdjustHandles="1" noChangeArrowheads="1" noChangeShapeType="1" noTextEdit="1"/>
              </p:cNvSpPr>
              <p:nvPr/>
            </p:nvSpPr>
            <p:spPr>
              <a:xfrm>
                <a:off x="4467905" y="2301991"/>
                <a:ext cx="4598534" cy="1603581"/>
              </a:xfrm>
              <a:prstGeom prst="rect">
                <a:avLst/>
              </a:prstGeom>
              <a:blipFill>
                <a:blip r:embed="rId5"/>
                <a:stretch>
                  <a:fillRect b="-3042"/>
                </a:stretch>
              </a:blipFill>
            </p:spPr>
            <p:txBody>
              <a:bodyPr/>
              <a:lstStyle/>
              <a:p>
                <a:r>
                  <a:rPr lang="en-GB">
                    <a:noFill/>
                  </a:rPr>
                  <a:t> </a:t>
                </a:r>
              </a:p>
            </p:txBody>
          </p:sp>
        </mc:Fallback>
      </mc:AlternateContent>
    </p:spTree>
    <p:extLst>
      <p:ext uri="{BB962C8B-B14F-4D97-AF65-F5344CB8AC3E}">
        <p14:creationId xmlns:p14="http://schemas.microsoft.com/office/powerpoint/2010/main" val="1200988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pic>
        <p:nvPicPr>
          <p:cNvPr id="2" name="Picture 1">
            <a:extLst>
              <a:ext uri="{FF2B5EF4-FFF2-40B4-BE49-F238E27FC236}">
                <a16:creationId xmlns:a16="http://schemas.microsoft.com/office/drawing/2014/main" id="{F345CB33-B29E-956D-1270-E1926234CD7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6186" y="600073"/>
            <a:ext cx="3041196" cy="3819278"/>
          </a:xfrm>
          <a:prstGeom prst="rect">
            <a:avLst/>
          </a:prstGeom>
          <a:noFill/>
          <a:ln>
            <a:noFill/>
          </a:ln>
        </p:spPr>
      </p:pic>
      <p:pic>
        <p:nvPicPr>
          <p:cNvPr id="3" name="Picture 2">
            <a:extLst>
              <a:ext uri="{FF2B5EF4-FFF2-40B4-BE49-F238E27FC236}">
                <a16:creationId xmlns:a16="http://schemas.microsoft.com/office/drawing/2014/main" id="{6C029CC9-4049-B749-D28A-A046F6F787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77520" y="950147"/>
            <a:ext cx="2418242" cy="1135421"/>
          </a:xfrm>
          <a:prstGeom prst="rect">
            <a:avLst/>
          </a:prstGeom>
          <a:noFill/>
          <a:ln>
            <a:noFill/>
          </a:ln>
        </p:spPr>
      </p:pic>
      <p:sp>
        <p:nvSpPr>
          <p:cNvPr id="9" name="TextBox 8">
            <a:extLst>
              <a:ext uri="{FF2B5EF4-FFF2-40B4-BE49-F238E27FC236}">
                <a16:creationId xmlns:a16="http://schemas.microsoft.com/office/drawing/2014/main" id="{8C4BDB96-CF2A-F437-DCCE-FD7E2582FBA8}"/>
              </a:ext>
            </a:extLst>
          </p:cNvPr>
          <p:cNvSpPr txBox="1"/>
          <p:nvPr/>
        </p:nvSpPr>
        <p:spPr>
          <a:xfrm>
            <a:off x="3906609" y="3139470"/>
            <a:ext cx="4664869" cy="705258"/>
          </a:xfrm>
          <a:prstGeom prst="rect">
            <a:avLst/>
          </a:prstGeom>
          <a:noFill/>
        </p:spPr>
        <p:txBody>
          <a:bodyPr wrap="square">
            <a:spAutoFit/>
          </a:bodyPr>
          <a:lstStyle/>
          <a:p>
            <a:pPr algn="ctr">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When we ‘look-up’ a value in the table we obtain the value of the shaded area.</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C90AD5B-D5B1-CD96-C9B9-78E3EF57C501}"/>
                  </a:ext>
                </a:extLst>
              </p:cNvPr>
              <p:cNvSpPr txBox="1"/>
              <p:nvPr/>
            </p:nvSpPr>
            <p:spPr>
              <a:xfrm>
                <a:off x="4004582" y="2438206"/>
                <a:ext cx="4598534" cy="523220"/>
              </a:xfrm>
              <a:prstGeom prst="rect">
                <a:avLst/>
              </a:prstGeom>
              <a:noFill/>
            </p:spPr>
            <p:txBody>
              <a:bodyPr wrap="square">
                <a:spAutoFit/>
              </a:bodyPr>
              <a:lstStyle/>
              <a:p>
                <a:pPr algn="ctr"/>
                <a:r>
                  <a:rPr lang="en-GB" sz="1400" dirty="0">
                    <a:effectLst/>
                    <a:latin typeface="Calibri" panose="020F0502020204030204" pitchFamily="34" charset="0"/>
                    <a:ea typeface="DengXian" panose="02010600030101010101" pitchFamily="2" charset="-122"/>
                    <a:cs typeface="Times New Roman" panose="02020603050405020304" pitchFamily="18" charset="0"/>
                  </a:rPr>
                  <a:t>The shaded area is the probability that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𝑍</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takes values between 0 and </a:t>
                </a:r>
                <a14:m>
                  <m:oMath xmlns:m="http://schemas.openxmlformats.org/officeDocument/2006/math">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𝑧</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p>
            </p:txBody>
          </p:sp>
        </mc:Choice>
        <mc:Fallback xmlns="">
          <p:sp>
            <p:nvSpPr>
              <p:cNvPr id="12" name="TextBox 11">
                <a:extLst>
                  <a:ext uri="{FF2B5EF4-FFF2-40B4-BE49-F238E27FC236}">
                    <a16:creationId xmlns:a16="http://schemas.microsoft.com/office/drawing/2014/main" id="{3C90AD5B-D5B1-CD96-C9B9-78E3EF57C501}"/>
                  </a:ext>
                </a:extLst>
              </p:cNvPr>
              <p:cNvSpPr txBox="1">
                <a:spLocks noRot="1" noChangeAspect="1" noMove="1" noResize="1" noEditPoints="1" noAdjustHandles="1" noChangeArrowheads="1" noChangeShapeType="1" noTextEdit="1"/>
              </p:cNvSpPr>
              <p:nvPr/>
            </p:nvSpPr>
            <p:spPr>
              <a:xfrm>
                <a:off x="4004582" y="2438206"/>
                <a:ext cx="4598534" cy="523220"/>
              </a:xfrm>
              <a:prstGeom prst="rect">
                <a:avLst/>
              </a:prstGeom>
              <a:blipFill>
                <a:blip r:embed="rId5"/>
                <a:stretch>
                  <a:fillRect t="-2326" b="-11628"/>
                </a:stretch>
              </a:blipFill>
            </p:spPr>
            <p:txBody>
              <a:bodyPr/>
              <a:lstStyle/>
              <a:p>
                <a:r>
                  <a:rPr lang="en-GB">
                    <a:noFill/>
                  </a:rPr>
                  <a:t> </a:t>
                </a:r>
              </a:p>
            </p:txBody>
          </p:sp>
        </mc:Fallback>
      </mc:AlternateContent>
      <p:pic>
        <p:nvPicPr>
          <p:cNvPr id="13" name="Picture 12">
            <a:extLst>
              <a:ext uri="{FF2B5EF4-FFF2-40B4-BE49-F238E27FC236}">
                <a16:creationId xmlns:a16="http://schemas.microsoft.com/office/drawing/2014/main" id="{2AC22EAD-FA0F-3032-2735-F00511BE514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949102" y="907545"/>
            <a:ext cx="2935764" cy="1248426"/>
          </a:xfrm>
          <a:prstGeom prst="rect">
            <a:avLst/>
          </a:prstGeom>
          <a:noFill/>
          <a:ln>
            <a:noFill/>
          </a:ln>
        </p:spPr>
      </p:pic>
    </p:spTree>
    <p:extLst>
      <p:ext uri="{BB962C8B-B14F-4D97-AF65-F5344CB8AC3E}">
        <p14:creationId xmlns:p14="http://schemas.microsoft.com/office/powerpoint/2010/main" val="1007668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63E2447-9B5B-5592-26B0-12287B0C3C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21488" y="958039"/>
            <a:ext cx="5151237" cy="1839235"/>
          </a:xfrm>
          <a:prstGeom prst="rect">
            <a:avLst/>
          </a:prstGeom>
          <a:noFill/>
          <a:ln>
            <a:noFill/>
          </a:ln>
        </p:spPr>
      </p:pic>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479CF331-D447-3092-0079-19760DA43446}"/>
              </a:ext>
            </a:extLst>
          </p:cNvPr>
          <p:cNvSpPr txBox="1"/>
          <p:nvPr/>
        </p:nvSpPr>
        <p:spPr>
          <a:xfrm>
            <a:off x="48986" y="763361"/>
            <a:ext cx="8920734" cy="307777"/>
          </a:xfrm>
          <a:prstGeom prst="rect">
            <a:avLst/>
          </a:prstGeom>
          <a:noFill/>
        </p:spPr>
        <p:txBody>
          <a:bodyPr wrap="square">
            <a:spAutoFit/>
          </a:bodyPr>
          <a:lstStyle/>
          <a:p>
            <a:r>
              <a:rPr lang="en-GB" sz="1400" dirty="0">
                <a:effectLst/>
                <a:latin typeface="Calibri" panose="020F0502020204030204" pitchFamily="34" charset="0"/>
                <a:ea typeface="DengXian" panose="02010600030101010101" pitchFamily="2" charset="-122"/>
                <a:cs typeface="Times New Roman" panose="02020603050405020304" pitchFamily="18" charset="0"/>
              </a:rPr>
              <a:t>The table enables us to calculate the probabilities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any</a:t>
            </a:r>
            <a:r>
              <a:rPr lang="en-GB" sz="1400" dirty="0">
                <a:effectLst/>
                <a:latin typeface="Calibri" panose="020F0502020204030204" pitchFamily="34" charset="0"/>
                <a:ea typeface="DengXian" panose="02010600030101010101" pitchFamily="2" charset="-122"/>
                <a:cs typeface="Times New Roman" panose="02020603050405020304" pitchFamily="18" charset="0"/>
              </a:rPr>
              <a:t> given intervals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any</a:t>
            </a:r>
            <a:r>
              <a:rPr lang="en-GB" sz="1400" dirty="0">
                <a:effectLst/>
                <a:latin typeface="Calibri" panose="020F0502020204030204" pitchFamily="34" charset="0"/>
                <a:ea typeface="DengXian" panose="02010600030101010101" pitchFamily="2" charset="-122"/>
                <a:cs typeface="Times New Roman" panose="02020603050405020304" pitchFamily="18" charset="0"/>
              </a:rPr>
              <a:t> normal distributions. </a:t>
            </a:r>
            <a:endParaRPr lang="en-GB" sz="1400" dirty="0"/>
          </a:p>
        </p:txBody>
      </p:sp>
      <p:pic>
        <p:nvPicPr>
          <p:cNvPr id="7" name="Picture 6">
            <a:extLst>
              <a:ext uri="{FF2B5EF4-FFF2-40B4-BE49-F238E27FC236}">
                <a16:creationId xmlns:a16="http://schemas.microsoft.com/office/drawing/2014/main" id="{32179461-2CB0-E8D5-FE2D-9160C8A2B70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4557" y="1025000"/>
            <a:ext cx="4219329" cy="1772274"/>
          </a:xfrm>
          <a:prstGeom prst="rect">
            <a:avLst/>
          </a:prstGeom>
          <a:noFill/>
          <a:ln>
            <a:noFill/>
          </a:ln>
        </p:spPr>
      </p:pic>
      <p:sp>
        <p:nvSpPr>
          <p:cNvPr id="10" name="TextBox 9">
            <a:extLst>
              <a:ext uri="{FF2B5EF4-FFF2-40B4-BE49-F238E27FC236}">
                <a16:creationId xmlns:a16="http://schemas.microsoft.com/office/drawing/2014/main" id="{434C5EC4-963B-EBA8-636B-51428E66EA62}"/>
              </a:ext>
            </a:extLst>
          </p:cNvPr>
          <p:cNvSpPr txBox="1"/>
          <p:nvPr/>
        </p:nvSpPr>
        <p:spPr>
          <a:xfrm>
            <a:off x="77561" y="958039"/>
            <a:ext cx="4598534"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Case 1</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4362508E-9711-DA78-E210-0030762D8944}"/>
              </a:ext>
            </a:extLst>
          </p:cNvPr>
          <p:cNvSpPr txBox="1"/>
          <p:nvPr/>
        </p:nvSpPr>
        <p:spPr>
          <a:xfrm>
            <a:off x="4110605" y="958039"/>
            <a:ext cx="4613944"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Case 2</a:t>
            </a:r>
            <a:endParaRPr lang="en-GB" sz="11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15" name="Picture 14">
            <a:extLst>
              <a:ext uri="{FF2B5EF4-FFF2-40B4-BE49-F238E27FC236}">
                <a16:creationId xmlns:a16="http://schemas.microsoft.com/office/drawing/2014/main" id="{3E631D07-D3BC-11B0-84E2-B318C6B5650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561" y="2964043"/>
            <a:ext cx="4671756" cy="1465654"/>
          </a:xfrm>
          <a:prstGeom prst="rect">
            <a:avLst/>
          </a:prstGeom>
          <a:noFill/>
          <a:ln>
            <a:noFill/>
          </a:ln>
        </p:spPr>
      </p:pic>
      <p:sp>
        <p:nvSpPr>
          <p:cNvPr id="17" name="TextBox 16">
            <a:extLst>
              <a:ext uri="{FF2B5EF4-FFF2-40B4-BE49-F238E27FC236}">
                <a16:creationId xmlns:a16="http://schemas.microsoft.com/office/drawing/2014/main" id="{30035B4F-6D34-D0A2-CB73-E856D6CBE901}"/>
              </a:ext>
            </a:extLst>
          </p:cNvPr>
          <p:cNvSpPr txBox="1"/>
          <p:nvPr/>
        </p:nvSpPr>
        <p:spPr>
          <a:xfrm>
            <a:off x="31193" y="2673189"/>
            <a:ext cx="4613944"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Case 3</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19" name="Picture 18">
            <a:extLst>
              <a:ext uri="{FF2B5EF4-FFF2-40B4-BE49-F238E27FC236}">
                <a16:creationId xmlns:a16="http://schemas.microsoft.com/office/drawing/2014/main" id="{9454E6BD-57BD-9CE4-D8DD-6B97623DE3B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39457" y="2797274"/>
            <a:ext cx="4626982" cy="1660332"/>
          </a:xfrm>
          <a:prstGeom prst="rect">
            <a:avLst/>
          </a:prstGeom>
          <a:noFill/>
          <a:ln>
            <a:noFill/>
          </a:ln>
        </p:spPr>
      </p:pic>
      <p:sp>
        <p:nvSpPr>
          <p:cNvPr id="20" name="TextBox 19">
            <a:extLst>
              <a:ext uri="{FF2B5EF4-FFF2-40B4-BE49-F238E27FC236}">
                <a16:creationId xmlns:a16="http://schemas.microsoft.com/office/drawing/2014/main" id="{C2049884-237D-FACD-50C8-3B1F730C0A22}"/>
              </a:ext>
            </a:extLst>
          </p:cNvPr>
          <p:cNvSpPr txBox="1"/>
          <p:nvPr/>
        </p:nvSpPr>
        <p:spPr>
          <a:xfrm>
            <a:off x="4128066" y="2637145"/>
            <a:ext cx="93504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Case 4</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24126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049EA2E-7417-2027-1E9C-6FD320F57673}"/>
                  </a:ext>
                </a:extLst>
              </p:cNvPr>
              <p:cNvSpPr txBox="1"/>
              <p:nvPr/>
            </p:nvSpPr>
            <p:spPr>
              <a:xfrm>
                <a:off x="77561" y="1057420"/>
                <a:ext cx="7990158" cy="2290307"/>
              </a:xfrm>
              <a:prstGeom prst="rect">
                <a:avLst/>
              </a:prstGeom>
              <a:noFill/>
            </p:spPr>
            <p:txBody>
              <a:bodyPr wrap="square">
                <a:spAutoFit/>
              </a:bodyPr>
              <a:lstStyle/>
              <a:p>
                <a:pPr algn="just">
                  <a:lnSpc>
                    <a:spcPct val="150000"/>
                  </a:lnSpc>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For any continuous random variable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we can only calculate the probability that </a:t>
                </a:r>
              </a:p>
              <a:p>
                <a:pPr marL="342900" lvl="0" indent="-342900" algn="just">
                  <a:lnSpc>
                    <a:spcPct val="150000"/>
                  </a:lnSpc>
                  <a:spcBef>
                    <a:spcPts val="600"/>
                  </a:spcBef>
                  <a:spcAft>
                    <a:spcPts val="600"/>
                  </a:spcAft>
                  <a:buFont typeface="Symbol" panose="05050102010706020507" pitchFamily="18" charset="2"/>
                  <a:buChar char=""/>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lies between two given values;</a:t>
                </a:r>
              </a:p>
              <a:p>
                <a:pPr marL="342900" lvl="0" indent="-342900" algn="just">
                  <a:lnSpc>
                    <a:spcPct val="150000"/>
                  </a:lnSpc>
                  <a:spcBef>
                    <a:spcPts val="600"/>
                  </a:spcBef>
                  <a:spcAft>
                    <a:spcPts val="600"/>
                  </a:spcAft>
                  <a:buFont typeface="Symbol" panose="05050102010706020507" pitchFamily="18" charset="2"/>
                  <a:buChar char=""/>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greater than a given value;</a:t>
                </a:r>
              </a:p>
              <a:p>
                <a:pPr marL="342900" lvl="0" indent="-342900" algn="just">
                  <a:lnSpc>
                    <a:spcPct val="150000"/>
                  </a:lnSpc>
                  <a:spcBef>
                    <a:spcPts val="600"/>
                  </a:spcBef>
                  <a:spcAft>
                    <a:spcPts val="600"/>
                  </a:spcAft>
                  <a:buFont typeface="Symbol" panose="05050102010706020507" pitchFamily="18" charset="2"/>
                  <a:buChar char=""/>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less than a given value.</a:t>
                </a:r>
              </a:p>
              <a:p>
                <a:pPr algn="just">
                  <a:lnSpc>
                    <a:spcPct val="150000"/>
                  </a:lnSpc>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We cannot calculate the probability for individual values. </a:t>
                </a:r>
              </a:p>
            </p:txBody>
          </p:sp>
        </mc:Choice>
        <mc:Fallback xmlns="">
          <p:sp>
            <p:nvSpPr>
              <p:cNvPr id="3" name="TextBox 2">
                <a:extLst>
                  <a:ext uri="{FF2B5EF4-FFF2-40B4-BE49-F238E27FC236}">
                    <a16:creationId xmlns:a16="http://schemas.microsoft.com/office/drawing/2014/main" id="{2049EA2E-7417-2027-1E9C-6FD320F57673}"/>
                  </a:ext>
                </a:extLst>
              </p:cNvPr>
              <p:cNvSpPr txBox="1">
                <a:spLocks noRot="1" noChangeAspect="1" noMove="1" noResize="1" noEditPoints="1" noAdjustHandles="1" noChangeArrowheads="1" noChangeShapeType="1" noTextEdit="1"/>
              </p:cNvSpPr>
              <p:nvPr/>
            </p:nvSpPr>
            <p:spPr>
              <a:xfrm>
                <a:off x="77561" y="1057420"/>
                <a:ext cx="7990158" cy="2290307"/>
              </a:xfrm>
              <a:prstGeom prst="rect">
                <a:avLst/>
              </a:prstGeom>
              <a:blipFill>
                <a:blip r:embed="rId3"/>
                <a:stretch>
                  <a:fillRect l="-229" b="-1862"/>
                </a:stretch>
              </a:blipFill>
            </p:spPr>
            <p:txBody>
              <a:bodyPr/>
              <a:lstStyle/>
              <a:p>
                <a:r>
                  <a:rPr lang="en-GB">
                    <a:noFill/>
                  </a:rPr>
                  <a:t> </a:t>
                </a:r>
              </a:p>
            </p:txBody>
          </p:sp>
        </mc:Fallback>
      </mc:AlternateContent>
    </p:spTree>
    <p:extLst>
      <p:ext uri="{BB962C8B-B14F-4D97-AF65-F5344CB8AC3E}">
        <p14:creationId xmlns:p14="http://schemas.microsoft.com/office/powerpoint/2010/main" val="3571177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4D58E07E-BF40-AE4D-4A79-9CF943440D68}"/>
              </a:ext>
            </a:extLst>
          </p:cNvPr>
          <p:cNvSpPr txBox="1"/>
          <p:nvPr/>
        </p:nvSpPr>
        <p:spPr>
          <a:xfrm>
            <a:off x="48985" y="640837"/>
            <a:ext cx="9017453" cy="1692771"/>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22</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Piston rings are mass-produced. The target internal diameter is 45 mm but records show that the diameters are normally distributed with mean 45 mm and standard deviation 0.05 mm. An acceptable diameter is one within the range 44.95 mm to 45.05 mm. What proportion of the output is unacceptable? If the standard deviation is halved by improved production practices what is now the proportion of unacceptable items?</a:t>
            </a: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027AAAB-E577-F399-0520-00CB18B58ADF}"/>
                  </a:ext>
                </a:extLst>
              </p14:cNvPr>
              <p14:cNvContentPartPr/>
              <p14:nvPr/>
            </p14:nvContentPartPr>
            <p14:xfrm>
              <a:off x="831960" y="1774080"/>
              <a:ext cx="8234640" cy="2676240"/>
            </p14:xfrm>
          </p:contentPart>
        </mc:Choice>
        <mc:Fallback>
          <p:pic>
            <p:nvPicPr>
              <p:cNvPr id="2" name="Ink 1">
                <a:extLst>
                  <a:ext uri="{FF2B5EF4-FFF2-40B4-BE49-F238E27FC236}">
                    <a16:creationId xmlns:a16="http://schemas.microsoft.com/office/drawing/2014/main" id="{B027AAAB-E577-F399-0520-00CB18B58ADF}"/>
                  </a:ext>
                </a:extLst>
              </p:cNvPr>
              <p:cNvPicPr/>
              <p:nvPr/>
            </p:nvPicPr>
            <p:blipFill>
              <a:blip r:embed="rId4"/>
              <a:stretch>
                <a:fillRect/>
              </a:stretch>
            </p:blipFill>
            <p:spPr>
              <a:xfrm>
                <a:off x="822600" y="1764720"/>
                <a:ext cx="8253360" cy="2694960"/>
              </a:xfrm>
              <a:prstGeom prst="rect">
                <a:avLst/>
              </a:prstGeom>
            </p:spPr>
          </p:pic>
        </mc:Fallback>
      </mc:AlternateContent>
    </p:spTree>
    <p:extLst>
      <p:ext uri="{BB962C8B-B14F-4D97-AF65-F5344CB8AC3E}">
        <p14:creationId xmlns:p14="http://schemas.microsoft.com/office/powerpoint/2010/main" val="34311822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4D58E07E-BF40-AE4D-4A79-9CF943440D68}"/>
              </a:ext>
            </a:extLst>
          </p:cNvPr>
          <p:cNvSpPr txBox="1"/>
          <p:nvPr/>
        </p:nvSpPr>
        <p:spPr>
          <a:xfrm>
            <a:off x="48985" y="640837"/>
            <a:ext cx="9017453" cy="677108"/>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22 – continued…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5BFBB08A-5FE5-E754-7860-666D09E5CEF5}"/>
                  </a:ext>
                </a:extLst>
              </p14:cNvPr>
              <p14:cNvContentPartPr/>
              <p14:nvPr/>
            </p14:nvContentPartPr>
            <p14:xfrm>
              <a:off x="1078560" y="911160"/>
              <a:ext cx="7994160" cy="3479400"/>
            </p14:xfrm>
          </p:contentPart>
        </mc:Choice>
        <mc:Fallback>
          <p:pic>
            <p:nvPicPr>
              <p:cNvPr id="5" name="Ink 4">
                <a:extLst>
                  <a:ext uri="{FF2B5EF4-FFF2-40B4-BE49-F238E27FC236}">
                    <a16:creationId xmlns:a16="http://schemas.microsoft.com/office/drawing/2014/main" id="{5BFBB08A-5FE5-E754-7860-666D09E5CEF5}"/>
                  </a:ext>
                </a:extLst>
              </p:cNvPr>
              <p:cNvPicPr/>
              <p:nvPr/>
            </p:nvPicPr>
            <p:blipFill>
              <a:blip r:embed="rId4"/>
              <a:stretch>
                <a:fillRect/>
              </a:stretch>
            </p:blipFill>
            <p:spPr>
              <a:xfrm>
                <a:off x="1069200" y="901800"/>
                <a:ext cx="8012880" cy="3498120"/>
              </a:xfrm>
              <a:prstGeom prst="rect">
                <a:avLst/>
              </a:prstGeom>
            </p:spPr>
          </p:pic>
        </mc:Fallback>
      </mc:AlternateContent>
    </p:spTree>
    <p:extLst>
      <p:ext uri="{BB962C8B-B14F-4D97-AF65-F5344CB8AC3E}">
        <p14:creationId xmlns:p14="http://schemas.microsoft.com/office/powerpoint/2010/main" val="2658453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pic>
        <p:nvPicPr>
          <p:cNvPr id="2049" name="Picture 56">
            <a:extLst>
              <a:ext uri="{FF2B5EF4-FFF2-40B4-BE49-F238E27FC236}">
                <a16:creationId xmlns:a16="http://schemas.microsoft.com/office/drawing/2014/main" id="{298F201F-5B28-450D-AE7B-A6ADE30633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313" y="1885951"/>
            <a:ext cx="4881563" cy="15621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4AFF0A9-3667-07AB-6CA1-6D8EC5A9969D}"/>
              </a:ext>
            </a:extLst>
          </p:cNvPr>
          <p:cNvSpPr>
            <a:spLocks noChangeArrowheads="1"/>
          </p:cNvSpPr>
          <p:nvPr/>
        </p:nvSpPr>
        <p:spPr bwMode="auto">
          <a:xfrm>
            <a:off x="0" y="20193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7" name="TextBox 6">
            <a:extLst>
              <a:ext uri="{FF2B5EF4-FFF2-40B4-BE49-F238E27FC236}">
                <a16:creationId xmlns:a16="http://schemas.microsoft.com/office/drawing/2014/main" id="{0A11DEA7-A365-7648-980F-79B15E508B21}"/>
              </a:ext>
            </a:extLst>
          </p:cNvPr>
          <p:cNvSpPr txBox="1"/>
          <p:nvPr/>
        </p:nvSpPr>
        <p:spPr>
          <a:xfrm>
            <a:off x="77561" y="670846"/>
            <a:ext cx="9017453" cy="382092"/>
          </a:xfrm>
          <a:prstGeom prst="rect">
            <a:avLst/>
          </a:prstGeom>
          <a:noFill/>
        </p:spPr>
        <p:txBody>
          <a:bodyPr wrap="square">
            <a:spAutoFit/>
          </a:bodyPr>
          <a:lstStyle/>
          <a:p>
            <a:pPr algn="just">
              <a:lnSpc>
                <a:spcPct val="150000"/>
              </a:lnSpc>
              <a:spcAft>
                <a:spcPts val="800"/>
              </a:spcAft>
              <a:tabLst>
                <a:tab pos="3616325" algn="l"/>
              </a:tabLst>
            </a:pPr>
            <a:r>
              <a:rPr lang="en-GB" sz="1400">
                <a:effectLst/>
                <a:latin typeface="Calibri" panose="020F0502020204030204" pitchFamily="34" charset="0"/>
                <a:ea typeface="DengXian" panose="02010600030101010101" pitchFamily="2" charset="-122"/>
                <a:cs typeface="Times New Roman" panose="02020603050405020304" pitchFamily="18" charset="0"/>
              </a:rPr>
              <a:t>In the case of the cumulative distribution for the standard normal curve, we have the following for the CDF.</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AF019A-7C71-2DDB-D9ED-861385CBC6EF}"/>
                  </a:ext>
                </a:extLst>
              </p:cNvPr>
              <p:cNvSpPr txBox="1"/>
              <p:nvPr/>
            </p:nvSpPr>
            <p:spPr>
              <a:xfrm>
                <a:off x="1756342" y="1243439"/>
                <a:ext cx="4598534" cy="5754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smtClean="0">
                          <a:latin typeface="Cambria Math" panose="02040503050406030204" pitchFamily="18" charset="0"/>
                        </a:rPr>
                        <m:t>𝛷</m:t>
                      </m:r>
                      <m:d>
                        <m:dPr>
                          <m:ctrlPr>
                            <a:rPr lang="en-GB" sz="1400" i="1">
                              <a:solidFill>
                                <a:srgbClr val="836967"/>
                              </a:solidFill>
                              <a:latin typeface="Cambria Math" panose="02040503050406030204" pitchFamily="18" charset="0"/>
                            </a:rPr>
                          </m:ctrlPr>
                        </m:dPr>
                        <m:e>
                          <m:r>
                            <a:rPr lang="en-GB" sz="1400" i="1">
                              <a:latin typeface="Cambria Math" panose="02040503050406030204" pitchFamily="18" charset="0"/>
                            </a:rPr>
                            <m:t>𝑧</m:t>
                          </m:r>
                        </m:e>
                      </m:d>
                      <m:r>
                        <a:rPr lang="en-GB" sz="1400" i="0">
                          <a:latin typeface="Cambria Math" panose="02040503050406030204" pitchFamily="18" charset="0"/>
                        </a:rPr>
                        <m:t>=</m:t>
                      </m:r>
                      <m:f>
                        <m:fPr>
                          <m:ctrlPr>
                            <a:rPr lang="en-GB" sz="1400" i="1">
                              <a:solidFill>
                                <a:srgbClr val="836967"/>
                              </a:solidFill>
                              <a:latin typeface="Cambria Math" panose="02040503050406030204" pitchFamily="18" charset="0"/>
                            </a:rPr>
                          </m:ctrlPr>
                        </m:fPr>
                        <m:num>
                          <m:r>
                            <a:rPr lang="en-GB" sz="1400" i="0">
                              <a:latin typeface="Cambria Math" panose="02040503050406030204" pitchFamily="18" charset="0"/>
                            </a:rPr>
                            <m:t>1</m:t>
                          </m:r>
                        </m:num>
                        <m:den>
                          <m:rad>
                            <m:radPr>
                              <m:degHide m:val="on"/>
                              <m:ctrlPr>
                                <a:rPr lang="en-GB" sz="1400" i="1">
                                  <a:solidFill>
                                    <a:srgbClr val="836967"/>
                                  </a:solidFill>
                                  <a:latin typeface="Cambria Math" panose="02040503050406030204" pitchFamily="18" charset="0"/>
                                </a:rPr>
                              </m:ctrlPr>
                            </m:radPr>
                            <m:deg/>
                            <m:e>
                              <m:r>
                                <a:rPr lang="en-GB" sz="1400" i="0">
                                  <a:latin typeface="Cambria Math" panose="02040503050406030204" pitchFamily="18" charset="0"/>
                                </a:rPr>
                                <m:t>2</m:t>
                              </m:r>
                              <m:r>
                                <a:rPr lang="en-GB" sz="1400" i="1">
                                  <a:latin typeface="Cambria Math" panose="02040503050406030204" pitchFamily="18" charset="0"/>
                                </a:rPr>
                                <m:t>𝜋</m:t>
                              </m:r>
                            </m:e>
                          </m:rad>
                        </m:den>
                      </m:f>
                      <m:nary>
                        <m:naryPr>
                          <m:limLoc m:val="subSup"/>
                          <m:ctrlPr>
                            <a:rPr lang="en-GB" sz="1400" i="1">
                              <a:latin typeface="Cambria Math" panose="02040503050406030204" pitchFamily="18" charset="0"/>
                            </a:rPr>
                          </m:ctrlPr>
                        </m:naryPr>
                        <m:sub>
                          <m:r>
                            <a:rPr lang="en-GB" sz="1400" i="0">
                              <a:latin typeface="Cambria Math" panose="02040503050406030204" pitchFamily="18" charset="0"/>
                            </a:rPr>
                            <m:t>−∞</m:t>
                          </m:r>
                        </m:sub>
                        <m:sup>
                          <m:r>
                            <a:rPr lang="en-GB" sz="1400" i="1">
                              <a:latin typeface="Cambria Math" panose="02040503050406030204" pitchFamily="18" charset="0"/>
                            </a:rPr>
                            <m:t>𝑍</m:t>
                          </m:r>
                        </m:sup>
                        <m:e>
                          <m:sSup>
                            <m:sSupPr>
                              <m:ctrlPr>
                                <a:rPr lang="en-GB" sz="1400" i="1">
                                  <a:solidFill>
                                    <a:srgbClr val="836967"/>
                                  </a:solidFill>
                                  <a:latin typeface="Cambria Math" panose="02040503050406030204" pitchFamily="18" charset="0"/>
                                </a:rPr>
                              </m:ctrlPr>
                            </m:sSupPr>
                            <m:e>
                              <m:r>
                                <a:rPr lang="en-GB" sz="1400" i="1">
                                  <a:latin typeface="Cambria Math" panose="02040503050406030204" pitchFamily="18" charset="0"/>
                                </a:rPr>
                                <m:t>𝑒</m:t>
                              </m:r>
                            </m:e>
                            <m:sup>
                              <m:r>
                                <a:rPr lang="en-GB" sz="1400" i="0">
                                  <a:latin typeface="Cambria Math" panose="02040503050406030204" pitchFamily="18" charset="0"/>
                                </a:rPr>
                                <m:t>−</m:t>
                              </m:r>
                              <m:f>
                                <m:fPr>
                                  <m:type m:val="lin"/>
                                  <m:ctrlPr>
                                    <a:rPr lang="en-GB" sz="1400" i="1">
                                      <a:latin typeface="Cambria Math" panose="02040503050406030204" pitchFamily="18" charset="0"/>
                                    </a:rPr>
                                  </m:ctrlPr>
                                </m:fPr>
                                <m:num>
                                  <m:sSup>
                                    <m:sSupPr>
                                      <m:ctrlPr>
                                        <a:rPr lang="en-GB" sz="1400" i="1">
                                          <a:solidFill>
                                            <a:srgbClr val="836967"/>
                                          </a:solidFill>
                                          <a:latin typeface="Cambria Math" panose="02040503050406030204" pitchFamily="18" charset="0"/>
                                        </a:rPr>
                                      </m:ctrlPr>
                                    </m:sSupPr>
                                    <m:e>
                                      <m:r>
                                        <a:rPr lang="en-GB" sz="1400" i="1">
                                          <a:latin typeface="Cambria Math" panose="02040503050406030204" pitchFamily="18" charset="0"/>
                                        </a:rPr>
                                        <m:t>𝑢</m:t>
                                      </m:r>
                                    </m:e>
                                    <m:sup>
                                      <m:r>
                                        <a:rPr lang="en-GB" sz="1400" i="0">
                                          <a:latin typeface="Cambria Math" panose="02040503050406030204" pitchFamily="18" charset="0"/>
                                        </a:rPr>
                                        <m:t>2</m:t>
                                      </m:r>
                                    </m:sup>
                                  </m:sSup>
                                </m:num>
                                <m:den>
                                  <m:r>
                                    <a:rPr lang="en-GB" sz="1400" i="0">
                                      <a:latin typeface="Cambria Math" panose="02040503050406030204" pitchFamily="18" charset="0"/>
                                    </a:rPr>
                                    <m:t>2</m:t>
                                  </m:r>
                                </m:den>
                              </m:f>
                            </m:sup>
                          </m:sSup>
                          <m:r>
                            <a:rPr lang="en-GB" sz="1400" i="1">
                              <a:latin typeface="Cambria Math" panose="02040503050406030204" pitchFamily="18" charset="0"/>
                            </a:rPr>
                            <m:t>𝑑𝑢</m:t>
                          </m:r>
                        </m:e>
                      </m:nary>
                    </m:oMath>
                  </m:oMathPara>
                </a14:m>
                <a:endParaRPr lang="en-GB" sz="1400" dirty="0"/>
              </a:p>
            </p:txBody>
          </p:sp>
        </mc:Choice>
        <mc:Fallback xmlns="">
          <p:sp>
            <p:nvSpPr>
              <p:cNvPr id="9" name="TextBox 8">
                <a:extLst>
                  <a:ext uri="{FF2B5EF4-FFF2-40B4-BE49-F238E27FC236}">
                    <a16:creationId xmlns:a16="http://schemas.microsoft.com/office/drawing/2014/main" id="{80AF019A-7C71-2DDB-D9ED-861385CBC6EF}"/>
                  </a:ext>
                </a:extLst>
              </p:cNvPr>
              <p:cNvSpPr txBox="1">
                <a:spLocks noRot="1" noChangeAspect="1" noMove="1" noResize="1" noEditPoints="1" noAdjustHandles="1" noChangeArrowheads="1" noChangeShapeType="1" noTextEdit="1"/>
              </p:cNvSpPr>
              <p:nvPr/>
            </p:nvSpPr>
            <p:spPr>
              <a:xfrm>
                <a:off x="1756342" y="1243439"/>
                <a:ext cx="4598534" cy="57547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A0B0CA3-B1F5-BDD6-B282-0D0EE83322EE}"/>
                  </a:ext>
                </a:extLst>
              </p:cNvPr>
              <p:cNvSpPr txBox="1"/>
              <p:nvPr/>
            </p:nvSpPr>
            <p:spPr>
              <a:xfrm>
                <a:off x="1723684" y="3515178"/>
                <a:ext cx="4598534" cy="5591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𝑃</m:t>
                      </m:r>
                      <m:d>
                        <m:dPr>
                          <m:ctrlPr>
                            <a:rPr lang="en-GB" i="1">
                              <a:solidFill>
                                <a:srgbClr val="836967"/>
                              </a:solidFill>
                              <a:latin typeface="Cambria Math" panose="02040503050406030204" pitchFamily="18" charset="0"/>
                            </a:rPr>
                          </m:ctrlPr>
                        </m:dPr>
                        <m:e>
                          <m:r>
                            <a:rPr lang="en-GB" i="1">
                              <a:latin typeface="Cambria Math" panose="02040503050406030204" pitchFamily="18" charset="0"/>
                            </a:rPr>
                            <m:t>𝑎</m:t>
                          </m:r>
                          <m:r>
                            <a:rPr lang="en-GB" i="0">
                              <a:latin typeface="Cambria Math" panose="02040503050406030204" pitchFamily="18" charset="0"/>
                            </a:rPr>
                            <m:t>&lt;</m:t>
                          </m:r>
                          <m:r>
                            <a:rPr lang="en-GB" i="1">
                              <a:latin typeface="Cambria Math" panose="02040503050406030204" pitchFamily="18" charset="0"/>
                            </a:rPr>
                            <m:t>𝑋</m:t>
                          </m:r>
                          <m:r>
                            <a:rPr lang="en-GB" i="0">
                              <a:latin typeface="Cambria Math" panose="02040503050406030204" pitchFamily="18" charset="0"/>
                            </a:rPr>
                            <m:t>&lt;</m:t>
                          </m:r>
                          <m:r>
                            <a:rPr lang="en-GB" i="1">
                              <a:latin typeface="Cambria Math" panose="02040503050406030204" pitchFamily="18" charset="0"/>
                            </a:rPr>
                            <m:t>𝑏</m:t>
                          </m:r>
                        </m:e>
                      </m:d>
                      <m:r>
                        <a:rPr lang="en-GB" i="0">
                          <a:latin typeface="Cambria Math" panose="02040503050406030204" pitchFamily="18" charset="0"/>
                        </a:rPr>
                        <m:t>=</m:t>
                      </m:r>
                      <m:r>
                        <a:rPr lang="en-GB" i="1">
                          <a:latin typeface="Cambria Math" panose="02040503050406030204" pitchFamily="18" charset="0"/>
                        </a:rPr>
                        <m:t>𝐹</m:t>
                      </m:r>
                      <m:d>
                        <m:dPr>
                          <m:ctrlPr>
                            <a:rPr lang="en-GB" i="1">
                              <a:solidFill>
                                <a:srgbClr val="836967"/>
                              </a:solidFill>
                              <a:latin typeface="Cambria Math" panose="02040503050406030204" pitchFamily="18" charset="0"/>
                            </a:rPr>
                          </m:ctrlPr>
                        </m:dPr>
                        <m:e>
                          <m:r>
                            <a:rPr lang="en-GB" i="1">
                              <a:latin typeface="Cambria Math" panose="02040503050406030204" pitchFamily="18" charset="0"/>
                            </a:rPr>
                            <m:t>𝑏</m:t>
                          </m:r>
                        </m:e>
                      </m:d>
                      <m:r>
                        <a:rPr lang="en-GB" i="0">
                          <a:latin typeface="Cambria Math" panose="02040503050406030204" pitchFamily="18" charset="0"/>
                        </a:rPr>
                        <m:t>−</m:t>
                      </m:r>
                      <m:r>
                        <a:rPr lang="en-GB" i="1">
                          <a:latin typeface="Cambria Math" panose="02040503050406030204" pitchFamily="18" charset="0"/>
                        </a:rPr>
                        <m:t>𝐹</m:t>
                      </m:r>
                      <m:d>
                        <m:dPr>
                          <m:ctrlPr>
                            <a:rPr lang="en-GB" i="1">
                              <a:solidFill>
                                <a:srgbClr val="836967"/>
                              </a:solidFill>
                              <a:latin typeface="Cambria Math" panose="02040503050406030204" pitchFamily="18" charset="0"/>
                            </a:rPr>
                          </m:ctrlPr>
                        </m:dPr>
                        <m:e>
                          <m:r>
                            <a:rPr lang="en-GB" i="1">
                              <a:latin typeface="Cambria Math" panose="02040503050406030204" pitchFamily="18" charset="0"/>
                            </a:rPr>
                            <m:t>𝑎</m:t>
                          </m:r>
                        </m:e>
                      </m:d>
                      <m:r>
                        <a:rPr lang="en-GB" i="0">
                          <a:latin typeface="Cambria Math" panose="02040503050406030204" pitchFamily="18" charset="0"/>
                        </a:rPr>
                        <m:t>=</m:t>
                      </m:r>
                      <m:r>
                        <a:rPr lang="en-GB" i="1">
                          <a:latin typeface="Cambria Math" panose="02040503050406030204" pitchFamily="18" charset="0"/>
                        </a:rPr>
                        <m:t>𝛷</m:t>
                      </m:r>
                      <m:d>
                        <m:dPr>
                          <m:ctrlPr>
                            <a:rPr lang="en-GB" i="1">
                              <a:latin typeface="Cambria Math" panose="02040503050406030204" pitchFamily="18" charset="0"/>
                            </a:rPr>
                          </m:ctrlPr>
                        </m:dPr>
                        <m:e>
                          <m:r>
                            <a:rPr lang="en-GB" i="0">
                              <a:latin typeface="Cambria Math" panose="02040503050406030204" pitchFamily="18" charset="0"/>
                            </a:rPr>
                            <m:t> </m:t>
                          </m:r>
                          <m:f>
                            <m:fPr>
                              <m:ctrlPr>
                                <a:rPr lang="en-GB" i="1">
                                  <a:solidFill>
                                    <a:srgbClr val="836967"/>
                                  </a:solidFill>
                                  <a:latin typeface="Cambria Math" panose="02040503050406030204" pitchFamily="18" charset="0"/>
                                </a:rPr>
                              </m:ctrlPr>
                            </m:fPr>
                            <m:num>
                              <m:r>
                                <a:rPr lang="en-GB" i="1">
                                  <a:latin typeface="Cambria Math" panose="02040503050406030204" pitchFamily="18" charset="0"/>
                                </a:rPr>
                                <m:t>𝑏</m:t>
                              </m:r>
                              <m:r>
                                <a:rPr lang="en-GB" i="0">
                                  <a:latin typeface="Cambria Math" panose="02040503050406030204" pitchFamily="18" charset="0"/>
                                </a:rPr>
                                <m:t>−µ</m:t>
                              </m:r>
                            </m:num>
                            <m:den>
                              <m:r>
                                <a:rPr lang="en-GB" i="1">
                                  <a:latin typeface="Cambria Math" panose="02040503050406030204" pitchFamily="18" charset="0"/>
                                </a:rPr>
                                <m:t>𝜎</m:t>
                              </m:r>
                            </m:den>
                          </m:f>
                          <m:r>
                            <a:rPr lang="en-GB" i="0">
                              <a:latin typeface="Cambria Math" panose="02040503050406030204" pitchFamily="18" charset="0"/>
                            </a:rPr>
                            <m:t> </m:t>
                          </m:r>
                        </m:e>
                      </m:d>
                      <m:r>
                        <a:rPr lang="en-GB" i="0">
                          <a:latin typeface="Cambria Math" panose="02040503050406030204" pitchFamily="18" charset="0"/>
                        </a:rPr>
                        <m:t>−</m:t>
                      </m:r>
                      <m:r>
                        <a:rPr lang="en-GB" i="1">
                          <a:latin typeface="Cambria Math" panose="02040503050406030204" pitchFamily="18" charset="0"/>
                        </a:rPr>
                        <m:t>𝛷</m:t>
                      </m:r>
                      <m:d>
                        <m:dPr>
                          <m:ctrlPr>
                            <a:rPr lang="en-GB" i="1">
                              <a:latin typeface="Cambria Math" panose="02040503050406030204" pitchFamily="18" charset="0"/>
                            </a:rPr>
                          </m:ctrlPr>
                        </m:dPr>
                        <m:e>
                          <m:r>
                            <a:rPr lang="en-GB" i="0">
                              <a:latin typeface="Cambria Math" panose="02040503050406030204" pitchFamily="18" charset="0"/>
                            </a:rPr>
                            <m:t> </m:t>
                          </m:r>
                          <m:f>
                            <m:fPr>
                              <m:ctrlPr>
                                <a:rPr lang="en-GB" i="1">
                                  <a:solidFill>
                                    <a:srgbClr val="836967"/>
                                  </a:solidFill>
                                  <a:latin typeface="Cambria Math" panose="02040503050406030204" pitchFamily="18" charset="0"/>
                                </a:rPr>
                              </m:ctrlPr>
                            </m:fPr>
                            <m:num>
                              <m:r>
                                <a:rPr lang="en-GB" i="1">
                                  <a:latin typeface="Cambria Math" panose="02040503050406030204" pitchFamily="18" charset="0"/>
                                </a:rPr>
                                <m:t>𝑎</m:t>
                              </m:r>
                              <m:r>
                                <a:rPr lang="en-GB" i="0">
                                  <a:latin typeface="Cambria Math" panose="02040503050406030204" pitchFamily="18" charset="0"/>
                                </a:rPr>
                                <m:t>−µ</m:t>
                              </m:r>
                            </m:num>
                            <m:den>
                              <m:r>
                                <a:rPr lang="en-GB" i="1">
                                  <a:latin typeface="Cambria Math" panose="02040503050406030204" pitchFamily="18" charset="0"/>
                                </a:rPr>
                                <m:t>𝜎</m:t>
                              </m:r>
                            </m:den>
                          </m:f>
                          <m:r>
                            <a:rPr lang="en-GB" i="0">
                              <a:latin typeface="Cambria Math" panose="02040503050406030204" pitchFamily="18" charset="0"/>
                            </a:rPr>
                            <m:t> </m:t>
                          </m:r>
                        </m:e>
                      </m:d>
                    </m:oMath>
                  </m:oMathPara>
                </a14:m>
                <a:endParaRPr lang="en-GB" dirty="0"/>
              </a:p>
            </p:txBody>
          </p:sp>
        </mc:Choice>
        <mc:Fallback xmlns="">
          <p:sp>
            <p:nvSpPr>
              <p:cNvPr id="11" name="TextBox 10">
                <a:extLst>
                  <a:ext uri="{FF2B5EF4-FFF2-40B4-BE49-F238E27FC236}">
                    <a16:creationId xmlns:a16="http://schemas.microsoft.com/office/drawing/2014/main" id="{CA0B0CA3-B1F5-BDD6-B282-0D0EE83322EE}"/>
                  </a:ext>
                </a:extLst>
              </p:cNvPr>
              <p:cNvSpPr txBox="1">
                <a:spLocks noRot="1" noChangeAspect="1" noMove="1" noResize="1" noEditPoints="1" noAdjustHandles="1" noChangeArrowheads="1" noChangeShapeType="1" noTextEdit="1"/>
              </p:cNvSpPr>
              <p:nvPr/>
            </p:nvSpPr>
            <p:spPr>
              <a:xfrm>
                <a:off x="1723684" y="3515178"/>
                <a:ext cx="4598534" cy="55912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3746C65-4539-CAE3-EAB6-058E3DA9033F}"/>
                  </a:ext>
                </a:extLst>
              </p:cNvPr>
              <p:cNvSpPr txBox="1"/>
              <p:nvPr/>
            </p:nvSpPr>
            <p:spPr>
              <a:xfrm>
                <a:off x="3332049" y="4137414"/>
                <a:ext cx="4598534" cy="276999"/>
              </a:xfrm>
              <a:prstGeom prst="rect">
                <a:avLst/>
              </a:prstGeom>
              <a:noFill/>
            </p:spPr>
            <p:txBody>
              <a:bodyPr wrap="square">
                <a:spAutoFit/>
              </a:bodyPr>
              <a:lstStyle/>
              <a:p>
                <a14:m>
                  <m:oMath xmlns:m="http://schemas.openxmlformats.org/officeDocument/2006/math">
                    <m:r>
                      <a:rPr lang="en-GB" sz="1200" b="1" i="1" smtClean="0">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𝑭</m:t>
                    </m:r>
                    <m:d>
                      <m:dPr>
                        <m:ctrlPr>
                          <a:rPr lang="en-GB" sz="1200" b="1" i="1">
                            <a:solidFill>
                              <a:srgbClr val="FF0000"/>
                            </a:solidFill>
                            <a:effectLst/>
                            <a:latin typeface="Cambria Math" panose="02040503050406030204" pitchFamily="18" charset="0"/>
                          </a:rPr>
                        </m:ctrlPr>
                      </m:dPr>
                      <m:e>
                        <m:r>
                          <a:rPr lang="en-GB" sz="12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𝒙</m:t>
                        </m:r>
                      </m:e>
                    </m:d>
                  </m:oMath>
                </a14:m>
                <a:r>
                  <a:rPr lang="en-GB" sz="12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 is the CDF of any given Normal distribution. </a:t>
                </a:r>
                <a:endParaRPr lang="en-GB" b="1" dirty="0">
                  <a:solidFill>
                    <a:srgbClr val="FF0000"/>
                  </a:solidFill>
                </a:endParaRPr>
              </a:p>
            </p:txBody>
          </p:sp>
        </mc:Choice>
        <mc:Fallback xmlns="">
          <p:sp>
            <p:nvSpPr>
              <p:cNvPr id="4" name="TextBox 3">
                <a:extLst>
                  <a:ext uri="{FF2B5EF4-FFF2-40B4-BE49-F238E27FC236}">
                    <a16:creationId xmlns:a16="http://schemas.microsoft.com/office/drawing/2014/main" id="{B3746C65-4539-CAE3-EAB6-058E3DA9033F}"/>
                  </a:ext>
                </a:extLst>
              </p:cNvPr>
              <p:cNvSpPr txBox="1">
                <a:spLocks noRot="1" noChangeAspect="1" noMove="1" noResize="1" noEditPoints="1" noAdjustHandles="1" noChangeArrowheads="1" noChangeShapeType="1" noTextEdit="1"/>
              </p:cNvSpPr>
              <p:nvPr/>
            </p:nvSpPr>
            <p:spPr>
              <a:xfrm>
                <a:off x="3332049" y="4137414"/>
                <a:ext cx="4598534" cy="276999"/>
              </a:xfrm>
              <a:prstGeom prst="rect">
                <a:avLst/>
              </a:prstGeom>
              <a:blipFill>
                <a:blip r:embed="rId6"/>
                <a:stretch>
                  <a:fillRect b="-20000"/>
                </a:stretch>
              </a:blipFill>
            </p:spPr>
            <p:txBody>
              <a:bodyPr/>
              <a:lstStyle/>
              <a:p>
                <a:r>
                  <a:rPr lang="en-GB">
                    <a:noFill/>
                  </a:rPr>
                  <a:t> </a:t>
                </a:r>
              </a:p>
            </p:txBody>
          </p:sp>
        </mc:Fallback>
      </mc:AlternateContent>
    </p:spTree>
    <p:extLst>
      <p:ext uri="{BB962C8B-B14F-4D97-AF65-F5344CB8AC3E}">
        <p14:creationId xmlns:p14="http://schemas.microsoft.com/office/powerpoint/2010/main" val="265436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3" name="Rectangle 3">
            <a:extLst>
              <a:ext uri="{FF2B5EF4-FFF2-40B4-BE49-F238E27FC236}">
                <a16:creationId xmlns:a16="http://schemas.microsoft.com/office/drawing/2014/main" id="{44AFF0A9-3667-07AB-6CA1-6D8EC5A9969D}"/>
              </a:ext>
            </a:extLst>
          </p:cNvPr>
          <p:cNvSpPr>
            <a:spLocks noChangeArrowheads="1"/>
          </p:cNvSpPr>
          <p:nvPr/>
        </p:nvSpPr>
        <p:spPr bwMode="auto">
          <a:xfrm>
            <a:off x="0" y="20193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2875ED7-612B-7121-6C99-BA076F1600ED}"/>
                  </a:ext>
                </a:extLst>
              </p:cNvPr>
              <p:cNvSpPr txBox="1"/>
              <p:nvPr/>
            </p:nvSpPr>
            <p:spPr>
              <a:xfrm>
                <a:off x="77561" y="687586"/>
                <a:ext cx="8988878" cy="1046440"/>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Normal distribution can be used to approximate the Binomial distribution, given the following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conditions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are satisfied.</a:t>
                </a:r>
              </a:p>
              <a:p>
                <a:pPr algn="ctr">
                  <a:spcBef>
                    <a:spcPts val="600"/>
                  </a:spcBef>
                  <a:spcAft>
                    <a:spcPts val="600"/>
                  </a:spcAft>
                  <a:tabLst>
                    <a:tab pos="3616325" algn="l"/>
                  </a:tabLst>
                </a:pPr>
                <a14:m>
                  <m:oMath xmlns:m="http://schemas.openxmlformats.org/officeDocument/2006/math">
                    <m:r>
                      <a:rPr lang="en-GB" sz="1400" b="1" i="1" smtClean="0">
                        <a:effectLst/>
                        <a:latin typeface="Cambria Math" panose="02040503050406030204" pitchFamily="18" charset="0"/>
                        <a:ea typeface="DengXian" panose="02010600030101010101" pitchFamily="2" charset="-122"/>
                        <a:cs typeface="Times New Roman" panose="02020603050405020304" pitchFamily="18" charset="0"/>
                      </a:rPr>
                      <m:t>𝒏𝒑</m:t>
                    </m:r>
                    <m:r>
                      <a:rPr lang="en-GB" sz="1400" b="1" i="1" smtClean="0">
                        <a:effectLst/>
                        <a:latin typeface="Cambria Math" panose="02040503050406030204" pitchFamily="18" charset="0"/>
                        <a:ea typeface="DengXian" panose="02010600030101010101" pitchFamily="2" charset="-122"/>
                        <a:cs typeface="Times New Roman" panose="02020603050405020304" pitchFamily="18" charset="0"/>
                      </a:rPr>
                      <m:t>&gt;</m:t>
                    </m:r>
                    <m:r>
                      <a:rPr lang="en-GB" sz="1400" b="1" i="1" smtClean="0">
                        <a:effectLst/>
                        <a:latin typeface="Cambria Math" panose="02040503050406030204" pitchFamily="18" charset="0"/>
                        <a:ea typeface="DengXian" panose="02010600030101010101" pitchFamily="2" charset="-122"/>
                        <a:cs typeface="Times New Roman" panose="02020603050405020304" pitchFamily="18" charset="0"/>
                      </a:rPr>
                      <m:t>𝟓</m:t>
                    </m:r>
                  </m:oMath>
                </a14:m>
                <a:r>
                  <a:rPr lang="en-GB" sz="1400" b="1"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GB" sz="1400" b="1" i="1">
                        <a:latin typeface="Cambria Math" panose="02040503050406030204" pitchFamily="18" charset="0"/>
                        <a:ea typeface="DengXian" panose="02010600030101010101" pitchFamily="2" charset="-122"/>
                        <a:cs typeface="Times New Roman" panose="02020603050405020304" pitchFamily="18" charset="0"/>
                      </a:rPr>
                      <m:t>𝒏</m:t>
                    </m:r>
                    <m:r>
                      <a:rPr lang="en-GB" sz="1400" b="1" i="1">
                        <a:latin typeface="Cambria Math" panose="02040503050406030204" pitchFamily="18" charset="0"/>
                        <a:ea typeface="DengXian" panose="02010600030101010101" pitchFamily="2" charset="-122"/>
                        <a:cs typeface="Times New Roman" panose="02020603050405020304" pitchFamily="18" charset="0"/>
                      </a:rPr>
                      <m:t>(</m:t>
                    </m:r>
                    <m:r>
                      <a:rPr lang="en-GB" sz="1400" b="1" i="1">
                        <a:latin typeface="Cambria Math" panose="02040503050406030204" pitchFamily="18" charset="0"/>
                        <a:ea typeface="DengXian" panose="02010600030101010101" pitchFamily="2" charset="-122"/>
                        <a:cs typeface="Times New Roman" panose="02020603050405020304" pitchFamily="18" charset="0"/>
                      </a:rPr>
                      <m:t>𝟏</m:t>
                    </m:r>
                    <m:r>
                      <a:rPr lang="en-GB" sz="1400" b="1" i="1">
                        <a:latin typeface="Cambria Math" panose="02040503050406030204" pitchFamily="18" charset="0"/>
                        <a:ea typeface="DengXian" panose="02010600030101010101" pitchFamily="2" charset="-122"/>
                        <a:cs typeface="Times New Roman" panose="02020603050405020304" pitchFamily="18" charset="0"/>
                      </a:rPr>
                      <m:t>−</m:t>
                    </m:r>
                    <m:r>
                      <a:rPr lang="en-GB" sz="1400" b="1" i="1">
                        <a:latin typeface="Cambria Math" panose="02040503050406030204" pitchFamily="18" charset="0"/>
                        <a:ea typeface="DengXian" panose="02010600030101010101" pitchFamily="2" charset="-122"/>
                        <a:cs typeface="Times New Roman" panose="02020603050405020304" pitchFamily="18" charset="0"/>
                      </a:rPr>
                      <m:t>𝒑</m:t>
                    </m:r>
                    <m:r>
                      <a:rPr lang="en-GB" sz="1400" b="1" i="1">
                        <a:latin typeface="Cambria Math" panose="02040503050406030204" pitchFamily="18" charset="0"/>
                        <a:ea typeface="DengXian" panose="02010600030101010101" pitchFamily="2" charset="-122"/>
                        <a:cs typeface="Times New Roman" panose="02020603050405020304" pitchFamily="18" charset="0"/>
                      </a:rPr>
                      <m:t>)&gt;</m:t>
                    </m:r>
                    <m:r>
                      <a:rPr lang="en-GB" sz="1400" b="1" i="1">
                        <a:latin typeface="Cambria Math" panose="02040503050406030204" pitchFamily="18" charset="0"/>
                        <a:ea typeface="DengXian" panose="02010600030101010101" pitchFamily="2" charset="-122"/>
                        <a:cs typeface="Times New Roman" panose="02020603050405020304" pitchFamily="18" charset="0"/>
                      </a:rPr>
                      <m:t>𝟓</m:t>
                    </m:r>
                  </m:oMath>
                </a14:m>
                <a:endParaRPr lang="en-GB" sz="1400" b="1" dirty="0">
                  <a:latin typeface="Calibri" panose="020F0502020204030204" pitchFamily="34" charset="0"/>
                  <a:ea typeface="DengXian" panose="02010600030101010101" pitchFamily="2" charset="-122"/>
                  <a:cs typeface="Times New Roman" panose="02020603050405020304" pitchFamily="18" charset="0"/>
                </a:endParaRPr>
              </a:p>
              <a:p>
                <a:pPr lvl="0"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E2875ED7-612B-7121-6C99-BA076F1600ED}"/>
                  </a:ext>
                </a:extLst>
              </p:cNvPr>
              <p:cNvSpPr txBox="1">
                <a:spLocks noRot="1" noChangeAspect="1" noMove="1" noResize="1" noEditPoints="1" noAdjustHandles="1" noChangeArrowheads="1" noChangeShapeType="1" noTextEdit="1"/>
              </p:cNvSpPr>
              <p:nvPr/>
            </p:nvSpPr>
            <p:spPr>
              <a:xfrm>
                <a:off x="77561" y="687586"/>
                <a:ext cx="8988878" cy="1046440"/>
              </a:xfrm>
              <a:prstGeom prst="rect">
                <a:avLst/>
              </a:prstGeom>
              <a:blipFill>
                <a:blip r:embed="rId3"/>
                <a:stretch>
                  <a:fillRect l="-204" t="-1170"/>
                </a:stretch>
              </a:blipFill>
            </p:spPr>
            <p:txBody>
              <a:bodyPr/>
              <a:lstStyle/>
              <a:p>
                <a:r>
                  <a:rPr lang="en-GB">
                    <a:noFill/>
                  </a:rPr>
                  <a:t> </a:t>
                </a:r>
              </a:p>
            </p:txBody>
          </p:sp>
        </mc:Fallback>
      </mc:AlternateContent>
      <p:sp>
        <p:nvSpPr>
          <p:cNvPr id="15" name="TextBox 14">
            <a:extLst>
              <a:ext uri="{FF2B5EF4-FFF2-40B4-BE49-F238E27FC236}">
                <a16:creationId xmlns:a16="http://schemas.microsoft.com/office/drawing/2014/main" id="{2C1E9B6E-6183-0C2B-84DF-3034FA398B8E}"/>
              </a:ext>
            </a:extLst>
          </p:cNvPr>
          <p:cNvSpPr txBox="1"/>
          <p:nvPr/>
        </p:nvSpPr>
        <p:spPr>
          <a:xfrm>
            <a:off x="48986" y="1365741"/>
            <a:ext cx="9017453" cy="1477328"/>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23</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particular production process used to manufacture ferrite magnets used to operate reed switches in electronic meters is known to give 10% defective magnets on average. If 200 magnets are randomly selected, what is the probability that the number of defective magnets is between 24 and 30?</a:t>
            </a: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244EEDB-3679-F7D4-0295-235C7876F9B7}"/>
                  </a:ext>
                </a:extLst>
              </p14:cNvPr>
              <p14:cNvContentPartPr/>
              <p14:nvPr/>
            </p14:nvContentPartPr>
            <p14:xfrm>
              <a:off x="887400" y="1877400"/>
              <a:ext cx="8075160" cy="2602800"/>
            </p14:xfrm>
          </p:contentPart>
        </mc:Choice>
        <mc:Fallback>
          <p:pic>
            <p:nvPicPr>
              <p:cNvPr id="2" name="Ink 1">
                <a:extLst>
                  <a:ext uri="{FF2B5EF4-FFF2-40B4-BE49-F238E27FC236}">
                    <a16:creationId xmlns:a16="http://schemas.microsoft.com/office/drawing/2014/main" id="{B244EEDB-3679-F7D4-0295-235C7876F9B7}"/>
                  </a:ext>
                </a:extLst>
              </p:cNvPr>
              <p:cNvPicPr/>
              <p:nvPr/>
            </p:nvPicPr>
            <p:blipFill>
              <a:blip r:embed="rId5"/>
              <a:stretch>
                <a:fillRect/>
              </a:stretch>
            </p:blipFill>
            <p:spPr>
              <a:xfrm>
                <a:off x="878040" y="1868040"/>
                <a:ext cx="8093880" cy="2621520"/>
              </a:xfrm>
              <a:prstGeom prst="rect">
                <a:avLst/>
              </a:prstGeom>
            </p:spPr>
          </p:pic>
        </mc:Fallback>
      </mc:AlternateContent>
    </p:spTree>
    <p:extLst>
      <p:ext uri="{BB962C8B-B14F-4D97-AF65-F5344CB8AC3E}">
        <p14:creationId xmlns:p14="http://schemas.microsoft.com/office/powerpoint/2010/main" val="3053788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p:sp>
        <p:nvSpPr>
          <p:cNvPr id="3" name="Rectangle 3">
            <a:extLst>
              <a:ext uri="{FF2B5EF4-FFF2-40B4-BE49-F238E27FC236}">
                <a16:creationId xmlns:a16="http://schemas.microsoft.com/office/drawing/2014/main" id="{44AFF0A9-3667-07AB-6CA1-6D8EC5A9969D}"/>
              </a:ext>
            </a:extLst>
          </p:cNvPr>
          <p:cNvSpPr>
            <a:spLocks noChangeArrowheads="1"/>
          </p:cNvSpPr>
          <p:nvPr/>
        </p:nvSpPr>
        <p:spPr bwMode="auto">
          <a:xfrm>
            <a:off x="0" y="20193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5" name="TextBox 14">
            <a:extLst>
              <a:ext uri="{FF2B5EF4-FFF2-40B4-BE49-F238E27FC236}">
                <a16:creationId xmlns:a16="http://schemas.microsoft.com/office/drawing/2014/main" id="{2C1E9B6E-6183-0C2B-84DF-3034FA398B8E}"/>
              </a:ext>
            </a:extLst>
          </p:cNvPr>
          <p:cNvSpPr txBox="1"/>
          <p:nvPr/>
        </p:nvSpPr>
        <p:spPr>
          <a:xfrm>
            <a:off x="48985" y="702009"/>
            <a:ext cx="9017453" cy="677108"/>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23</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50199984-1842-8787-8A7E-863FE0443203}"/>
                  </a:ext>
                </a:extLst>
              </p14:cNvPr>
              <p14:cNvContentPartPr/>
              <p14:nvPr/>
            </p14:nvContentPartPr>
            <p14:xfrm>
              <a:off x="1472040" y="967680"/>
              <a:ext cx="6940080" cy="1859400"/>
            </p14:xfrm>
          </p:contentPart>
        </mc:Choice>
        <mc:Fallback>
          <p:pic>
            <p:nvPicPr>
              <p:cNvPr id="8" name="Ink 7">
                <a:extLst>
                  <a:ext uri="{FF2B5EF4-FFF2-40B4-BE49-F238E27FC236}">
                    <a16:creationId xmlns:a16="http://schemas.microsoft.com/office/drawing/2014/main" id="{50199984-1842-8787-8A7E-863FE0443203}"/>
                  </a:ext>
                </a:extLst>
              </p:cNvPr>
              <p:cNvPicPr/>
              <p:nvPr/>
            </p:nvPicPr>
            <p:blipFill>
              <a:blip r:embed="rId4"/>
              <a:stretch>
                <a:fillRect/>
              </a:stretch>
            </p:blipFill>
            <p:spPr>
              <a:xfrm>
                <a:off x="1462680" y="958320"/>
                <a:ext cx="6958800" cy="1878120"/>
              </a:xfrm>
              <a:prstGeom prst="rect">
                <a:avLst/>
              </a:prstGeom>
            </p:spPr>
          </p:pic>
        </mc:Fallback>
      </mc:AlternateContent>
    </p:spTree>
    <p:extLst>
      <p:ext uri="{BB962C8B-B14F-4D97-AF65-F5344CB8AC3E}">
        <p14:creationId xmlns:p14="http://schemas.microsoft.com/office/powerpoint/2010/main" val="1969590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48986" y="262396"/>
            <a:ext cx="9017453"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US" sz="2500" b="1" dirty="0"/>
              <a:t>Continuous Probability Distribution – Normal Distribution</a:t>
            </a:r>
            <a:endParaRPr kumimoji="0" lang="en-US" sz="2500" b="1" i="0" u="none" strike="noStrike" kern="1200" cap="none" spc="0" normalizeH="0" baseline="0" noProof="0" dirty="0">
              <a:ln>
                <a:noFill/>
              </a:ln>
              <a:solidFill>
                <a:srgbClr val="1C3D74"/>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A55E80A-6BCC-ECC1-EC7B-D4B353DB5002}"/>
                  </a:ext>
                </a:extLst>
              </p:cNvPr>
              <p:cNvSpPr txBox="1"/>
              <p:nvPr/>
            </p:nvSpPr>
            <p:spPr>
              <a:xfrm>
                <a:off x="48985" y="679073"/>
                <a:ext cx="9017453" cy="1184940"/>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 general,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adding/subtracting</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independent Normal random variables with different means and variances result in a new Normal random variable with its being</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e>
                      </m:d>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𝑉</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e>
                      </m:d>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6A55E80A-6BCC-ECC1-EC7B-D4B353DB5002}"/>
                  </a:ext>
                </a:extLst>
              </p:cNvPr>
              <p:cNvSpPr txBox="1">
                <a:spLocks noRot="1" noChangeAspect="1" noMove="1" noResize="1" noEditPoints="1" noAdjustHandles="1" noChangeArrowheads="1" noChangeShapeType="1" noTextEdit="1"/>
              </p:cNvSpPr>
              <p:nvPr/>
            </p:nvSpPr>
            <p:spPr>
              <a:xfrm>
                <a:off x="48985" y="679073"/>
                <a:ext cx="9017453" cy="1184940"/>
              </a:xfrm>
              <a:prstGeom prst="rect">
                <a:avLst/>
              </a:prstGeom>
              <a:blipFill>
                <a:blip r:embed="rId3"/>
                <a:stretch>
                  <a:fillRect l="-203" t="-513" r="-20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5440E4D-ED99-2CD1-C70F-C21A7A3CD832}"/>
                  </a:ext>
                </a:extLst>
              </p:cNvPr>
              <p:cNvSpPr txBox="1"/>
              <p:nvPr/>
            </p:nvSpPr>
            <p:spPr>
              <a:xfrm>
                <a:off x="48984" y="1864013"/>
                <a:ext cx="9017453" cy="1960217"/>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24</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In a certain mass-produced assembly, a 3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𝑐𝑚</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shaft must slide into a cylindrical sleeve. Shafts are manufactured whose diameter S follows a Normal distribution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𝑆</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𝑁</m:t>
                    </m:r>
                    <m:r>
                      <a:rPr lang="en-GB" sz="1400" i="1">
                        <a:effectLst/>
                        <a:latin typeface="Cambria Math" panose="02040503050406030204" pitchFamily="18" charset="0"/>
                        <a:ea typeface="DengXian" panose="02010600030101010101" pitchFamily="2" charset="-122"/>
                        <a:cs typeface="Calibri" panose="020F0502020204030204" pitchFamily="34" charset="0"/>
                      </a:rPr>
                      <m:t>(3, 0.00</m:t>
                    </m:r>
                    <m:sSup>
                      <m:sSupPr>
                        <m:ctrlPr>
                          <a:rPr lang="en-GB" sz="1400" i="1" smtClean="0">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latin typeface="Cambria Math" panose="02040503050406030204" pitchFamily="18" charset="0"/>
                            <a:ea typeface="DengXian" panose="02010600030101010101" pitchFamily="2" charset="-122"/>
                            <a:cs typeface="Calibri" panose="020F0502020204030204" pitchFamily="34" charset="0"/>
                          </a:rPr>
                          <m:t>4</m:t>
                        </m:r>
                      </m:e>
                      <m:sup>
                        <m:r>
                          <a:rPr lang="en-GB" sz="1400" i="1">
                            <a:latin typeface="Cambria Math" panose="02040503050406030204" pitchFamily="18" charset="0"/>
                            <a:ea typeface="DengXian" panose="02010600030101010101" pitchFamily="2" charset="-122"/>
                            <a:cs typeface="Calibri" panose="020F0502020204030204" pitchFamily="34" charset="0"/>
                          </a:rPr>
                          <m:t>2</m:t>
                        </m:r>
                      </m:sup>
                    </m:sSup>
                    <m:r>
                      <a:rPr lang="en-GB" sz="1400" i="1">
                        <a:effectLst/>
                        <a:latin typeface="Cambria Math" panose="02040503050406030204" pitchFamily="18" charset="0"/>
                        <a:ea typeface="DengXian" panose="02010600030101010101" pitchFamily="2" charset="-122"/>
                        <a:cs typeface="Calibri" panose="020F0502020204030204" pitchFamily="34" charset="0"/>
                      </a:rPr>
                      <m:t>)</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and cylindrical sleeves are manufactured whose internal diameter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𝐶</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follows a Normal distribution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𝐶</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𝑁</m:t>
                    </m:r>
                    <m:r>
                      <a:rPr lang="en-GB" sz="1400" i="1">
                        <a:effectLst/>
                        <a:latin typeface="Cambria Math" panose="02040503050406030204" pitchFamily="18" charset="0"/>
                        <a:ea typeface="DengXian" panose="02010600030101010101" pitchFamily="2" charset="-122"/>
                        <a:cs typeface="Calibri" panose="020F0502020204030204" pitchFamily="34" charset="0"/>
                      </a:rPr>
                      <m:t>(3.010, 0.00</m:t>
                    </m:r>
                    <m:sSup>
                      <m:sSupPr>
                        <m:ctrlPr>
                          <a:rPr lang="en-GB" sz="1400" i="1" smtClean="0">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latin typeface="Cambria Math" panose="02040503050406030204" pitchFamily="18" charset="0"/>
                            <a:ea typeface="DengXian" panose="02010600030101010101" pitchFamily="2" charset="-122"/>
                            <a:cs typeface="Calibri" panose="020F0502020204030204" pitchFamily="34" charset="0"/>
                          </a:rPr>
                          <m:t>3</m:t>
                        </m:r>
                      </m:e>
                      <m:sup>
                        <m:r>
                          <a:rPr lang="en-GB" sz="1400" i="1">
                            <a:latin typeface="Cambria Math" panose="02040503050406030204" pitchFamily="18" charset="0"/>
                            <a:ea typeface="DengXian" panose="02010600030101010101" pitchFamily="2" charset="-122"/>
                            <a:cs typeface="Calibri" panose="020F0502020204030204" pitchFamily="34" charset="0"/>
                          </a:rPr>
                          <m:t>2</m:t>
                        </m:r>
                      </m:sup>
                    </m:sSup>
                    <m:r>
                      <a:rPr lang="en-GB" sz="1400" i="1">
                        <a:effectLst/>
                        <a:latin typeface="Cambria Math" panose="02040503050406030204" pitchFamily="18" charset="0"/>
                        <a:ea typeface="DengXian" panose="02010600030101010101" pitchFamily="2" charset="-122"/>
                        <a:cs typeface="Calibri" panose="020F0502020204030204" pitchFamily="34" charset="0"/>
                      </a:rPr>
                      <m:t>)</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Assembly is performed by selecting a shaft and a cylindrical sleeve at random. In what proportion of cases will it be impossible to fit the selected shaft and cylindrical sleeve together?</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p:sp>
            <p:nvSpPr>
              <p:cNvPr id="7" name="TextBox 6">
                <a:extLst>
                  <a:ext uri="{FF2B5EF4-FFF2-40B4-BE49-F238E27FC236}">
                    <a16:creationId xmlns:a16="http://schemas.microsoft.com/office/drawing/2014/main" id="{85440E4D-ED99-2CD1-C70F-C21A7A3CD832}"/>
                  </a:ext>
                </a:extLst>
              </p:cNvPr>
              <p:cNvSpPr txBox="1">
                <a:spLocks noRot="1" noChangeAspect="1" noMove="1" noResize="1" noEditPoints="1" noAdjustHandles="1" noChangeArrowheads="1" noChangeShapeType="1" noTextEdit="1"/>
              </p:cNvSpPr>
              <p:nvPr/>
            </p:nvSpPr>
            <p:spPr>
              <a:xfrm>
                <a:off x="48984" y="1864013"/>
                <a:ext cx="9017453" cy="1960217"/>
              </a:xfrm>
              <a:prstGeom prst="rect">
                <a:avLst/>
              </a:prstGeom>
              <a:blipFill>
                <a:blip r:embed="rId4"/>
                <a:stretch>
                  <a:fillRect l="-203" t="-623" r="-203"/>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E8D3146-601B-0C9E-4FA6-7B7F1701B669}"/>
                  </a:ext>
                </a:extLst>
              </p14:cNvPr>
              <p14:cNvContentPartPr/>
              <p14:nvPr/>
            </p14:nvContentPartPr>
            <p14:xfrm>
              <a:off x="542880" y="1124640"/>
              <a:ext cx="5807160" cy="2274840"/>
            </p14:xfrm>
          </p:contentPart>
        </mc:Choice>
        <mc:Fallback>
          <p:pic>
            <p:nvPicPr>
              <p:cNvPr id="2" name="Ink 1">
                <a:extLst>
                  <a:ext uri="{FF2B5EF4-FFF2-40B4-BE49-F238E27FC236}">
                    <a16:creationId xmlns:a16="http://schemas.microsoft.com/office/drawing/2014/main" id="{5E8D3146-601B-0C9E-4FA6-7B7F1701B669}"/>
                  </a:ext>
                </a:extLst>
              </p:cNvPr>
              <p:cNvPicPr/>
              <p:nvPr/>
            </p:nvPicPr>
            <p:blipFill>
              <a:blip r:embed="rId6"/>
              <a:stretch>
                <a:fillRect/>
              </a:stretch>
            </p:blipFill>
            <p:spPr>
              <a:xfrm>
                <a:off x="533520" y="1115280"/>
                <a:ext cx="5825880" cy="22935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D702F0F4-CA00-7F2C-3E4C-826661B4D7C0}"/>
                  </a:ext>
                </a:extLst>
              </p14:cNvPr>
              <p14:cNvContentPartPr/>
              <p14:nvPr/>
            </p14:nvContentPartPr>
            <p14:xfrm>
              <a:off x="1836720" y="3107880"/>
              <a:ext cx="7220880" cy="1554480"/>
            </p14:xfrm>
          </p:contentPart>
        </mc:Choice>
        <mc:Fallback>
          <p:pic>
            <p:nvPicPr>
              <p:cNvPr id="5" name="Ink 4">
                <a:extLst>
                  <a:ext uri="{FF2B5EF4-FFF2-40B4-BE49-F238E27FC236}">
                    <a16:creationId xmlns:a16="http://schemas.microsoft.com/office/drawing/2014/main" id="{D702F0F4-CA00-7F2C-3E4C-826661B4D7C0}"/>
                  </a:ext>
                </a:extLst>
              </p:cNvPr>
              <p:cNvPicPr/>
              <p:nvPr/>
            </p:nvPicPr>
            <p:blipFill>
              <a:blip r:embed="rId8"/>
              <a:stretch>
                <a:fillRect/>
              </a:stretch>
            </p:blipFill>
            <p:spPr>
              <a:xfrm>
                <a:off x="1827360" y="3098520"/>
                <a:ext cx="7239600" cy="1573200"/>
              </a:xfrm>
              <a:prstGeom prst="rect">
                <a:avLst/>
              </a:prstGeom>
            </p:spPr>
          </p:pic>
        </mc:Fallback>
      </mc:AlternateContent>
    </p:spTree>
    <p:extLst>
      <p:ext uri="{BB962C8B-B14F-4D97-AF65-F5344CB8AC3E}">
        <p14:creationId xmlns:p14="http://schemas.microsoft.com/office/powerpoint/2010/main" val="2932839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54AB-2AA7-23CE-EA38-F8598A81E9D4}"/>
              </a:ext>
            </a:extLst>
          </p:cNvPr>
          <p:cNvSpPr>
            <a:spLocks noGrp="1"/>
          </p:cNvSpPr>
          <p:nvPr>
            <p:ph type="title" idx="4294967295"/>
          </p:nvPr>
        </p:nvSpPr>
        <p:spPr>
          <a:xfrm>
            <a:off x="628650" y="-993775"/>
            <a:ext cx="7886700" cy="993775"/>
          </a:xfrm>
          <a:prstGeom prst="rect">
            <a:avLst/>
          </a:prstGeom>
        </p:spPr>
        <p:txBody>
          <a:bodyPr anchor="b"/>
          <a:lstStyle/>
          <a:p>
            <a:r>
              <a:rPr lang="en-US"/>
              <a:t>End slide</a:t>
            </a:r>
          </a:p>
        </p:txBody>
      </p:sp>
    </p:spTree>
    <p:extLst>
      <p:ext uri="{BB962C8B-B14F-4D97-AF65-F5344CB8AC3E}">
        <p14:creationId xmlns:p14="http://schemas.microsoft.com/office/powerpoint/2010/main" val="3080253289"/>
      </p:ext>
    </p:extLst>
  </p:cSld>
  <p:clrMapOvr>
    <a:masterClrMapping/>
  </p:clrMapOvr>
</p:sld>
</file>

<file path=ppt/theme/theme1.xml><?xml version="1.0" encoding="utf-8"?>
<a:theme xmlns:a="http://schemas.openxmlformats.org/drawingml/2006/main" name="Office Theme">
  <a:themeElements>
    <a:clrScheme name="Channel 4 1">
      <a:dk1>
        <a:srgbClr val="000000"/>
      </a:dk1>
      <a:lt1>
        <a:srgbClr val="FFFFFF"/>
      </a:lt1>
      <a:dk2>
        <a:srgbClr val="585858"/>
      </a:dk2>
      <a:lt2>
        <a:srgbClr val="FFFFFF"/>
      </a:lt2>
      <a:accent1>
        <a:srgbClr val="6D2B83"/>
      </a:accent1>
      <a:accent2>
        <a:srgbClr val="D0091D"/>
      </a:accent2>
      <a:accent3>
        <a:srgbClr val="FFD611"/>
      </a:accent3>
      <a:accent4>
        <a:srgbClr val="85B6E2"/>
      </a:accent4>
      <a:accent5>
        <a:srgbClr val="62CBC5"/>
      </a:accent5>
      <a:accent6>
        <a:srgbClr val="7F7878"/>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Queen Mary">
      <a:dk1>
        <a:srgbClr val="21386A"/>
      </a:dk1>
      <a:lt1>
        <a:sysClr val="window" lastClr="FFFFFF"/>
      </a:lt1>
      <a:dk2>
        <a:srgbClr val="21386A"/>
      </a:dk2>
      <a:lt2>
        <a:srgbClr val="D8D8D8"/>
      </a:lt2>
      <a:accent1>
        <a:srgbClr val="123181"/>
      </a:accent1>
      <a:accent2>
        <a:srgbClr val="792273"/>
      </a:accent2>
      <a:accent3>
        <a:srgbClr val="2DB8C5"/>
      </a:accent3>
      <a:accent4>
        <a:srgbClr val="CDA60C"/>
      </a:accent4>
      <a:accent5>
        <a:srgbClr val="BD1C1C"/>
      </a:accent5>
      <a:accent6>
        <a:srgbClr val="73B82B"/>
      </a:accent6>
      <a:hlink>
        <a:srgbClr val="E6007E"/>
      </a:hlink>
      <a:folHlink>
        <a:srgbClr val="2DB8C5"/>
      </a:folHlink>
    </a:clrScheme>
    <a:fontScheme name="Queen Mar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ec8e96b7-88f6-4348-9ed3-1857a504f459">
      <UserInfo>
        <DisplayName>Stuart Richard Peters</DisplayName>
        <AccountId>249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368CCBB75DFF4FBBF35D2CFE6FAFE5" ma:contentTypeVersion="13" ma:contentTypeDescription="Create a new document." ma:contentTypeScope="" ma:versionID="f1311ced04cfc325e5928d5533fce59e">
  <xsd:schema xmlns:xsd="http://www.w3.org/2001/XMLSchema" xmlns:xs="http://www.w3.org/2001/XMLSchema" xmlns:p="http://schemas.microsoft.com/office/2006/metadata/properties" xmlns:ns2="ae20048c-4bd1-477c-818b-309dfd2ea730" xmlns:ns3="ec8e96b7-88f6-4348-9ed3-1857a504f459" targetNamespace="http://schemas.microsoft.com/office/2006/metadata/properties" ma:root="true" ma:fieldsID="5849b0596d969c419648485de5277e80" ns2:_="" ns3:_="">
    <xsd:import namespace="ae20048c-4bd1-477c-818b-309dfd2ea730"/>
    <xsd:import namespace="ec8e96b7-88f6-4348-9ed3-1857a504f45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0048c-4bd1-477c-818b-309dfd2ea7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8e96b7-88f6-4348-9ed3-1857a504f45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B8F29C-7E3B-4051-A5EC-36F526E48729}">
  <ds:schemaRefs>
    <ds:schemaRef ds:uri="http://schemas.microsoft.com/sharepoint/v3/contenttype/forms"/>
  </ds:schemaRefs>
</ds:datastoreItem>
</file>

<file path=customXml/itemProps2.xml><?xml version="1.0" encoding="utf-8"?>
<ds:datastoreItem xmlns:ds="http://schemas.openxmlformats.org/officeDocument/2006/customXml" ds:itemID="{532CF83C-B74F-48F2-8ECA-3B65423852EE}">
  <ds:schemaRefs>
    <ds:schemaRef ds:uri="http://schemas.microsoft.com/office/2006/metadata/properties"/>
    <ds:schemaRef ds:uri="http://schemas.microsoft.com/office/infopath/2007/PartnerControls"/>
    <ds:schemaRef ds:uri="ec8e96b7-88f6-4348-9ed3-1857a504f459"/>
  </ds:schemaRefs>
</ds:datastoreItem>
</file>

<file path=customXml/itemProps3.xml><?xml version="1.0" encoding="utf-8"?>
<ds:datastoreItem xmlns:ds="http://schemas.openxmlformats.org/officeDocument/2006/customXml" ds:itemID="{073B0BFE-8693-41A1-8146-1F50DBFC88B0}">
  <ds:schemaRefs>
    <ds:schemaRef ds:uri="ae20048c-4bd1-477c-818b-309dfd2ea730"/>
    <ds:schemaRef ds:uri="ec8e96b7-88f6-4348-9ed3-1857a504f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2686</Words>
  <Application>Microsoft Office PowerPoint</Application>
  <PresentationFormat>On-screen Show (16:9)</PresentationFormat>
  <Paragraphs>249</Paragraphs>
  <Slides>34</Slides>
  <Notes>33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34</vt:i4>
      </vt:variant>
    </vt:vector>
  </HeadingPairs>
  <TitlesOfParts>
    <vt:vector size="44" baseType="lpstr">
      <vt:lpstr>4 Text</vt:lpstr>
      <vt:lpstr>Channel 4 Chadwick</vt:lpstr>
      <vt:lpstr>Arial</vt:lpstr>
      <vt:lpstr>Calibri</vt:lpstr>
      <vt:lpstr>Calibri Light</vt:lpstr>
      <vt:lpstr>Cambria Math</vt:lpstr>
      <vt:lpstr>Symbol</vt:lpstr>
      <vt:lpstr>Office Theme</vt:lpstr>
      <vt:lpstr>1_Custom Design</vt:lpstr>
      <vt:lpstr>2_Custom Design</vt:lpstr>
      <vt:lpstr>EMS702UP Statistical Thinking and Applied Machine Learning </vt:lpstr>
      <vt:lpstr>Probability Distributions</vt:lpstr>
      <vt:lpstr>Discrete Probability Distributions</vt:lpstr>
      <vt:lpstr>Discrete Probability Distributions</vt:lpstr>
      <vt:lpstr>Discrete Probability Distributions</vt:lpstr>
      <vt:lpstr>Discrete Probability Distributions</vt:lpstr>
      <vt:lpstr>Discrete Probability Distributions</vt:lpstr>
      <vt:lpstr>Continuous Probability Distributions</vt:lpstr>
      <vt:lpstr>Continuous Probability Distributions</vt:lpstr>
      <vt:lpstr>Continuous Probability Distributions</vt:lpstr>
      <vt:lpstr>Discrete Probability Distribution – Binomial Distribution</vt:lpstr>
      <vt:lpstr>Discrete Probability Distribution – Binomial Distribution</vt:lpstr>
      <vt:lpstr>Discrete Probability Distribution – Binomial Distribution</vt:lpstr>
      <vt:lpstr>Discrete Probability Distribution – Binomial Distribution</vt:lpstr>
      <vt:lpstr>Discrete Probability Distribution – Binomial Distribution</vt:lpstr>
      <vt:lpstr>Discrete Probability Distribution – Poisson Distribution</vt:lpstr>
      <vt:lpstr>Discrete Probability Distribution – Poisson Distribution</vt:lpstr>
      <vt:lpstr>Discrete Probability Distribution – Poisson Distribution</vt:lpstr>
      <vt:lpstr>Discrete Probability Distribution – Poisson Distribution</vt:lpstr>
      <vt:lpstr>Continuous Probability Distribution – Uniform Distribution</vt:lpstr>
      <vt:lpstr>Continuous Probability Distribution – Uniform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Continuous Probability Distribution – Normal Distribution</vt:lpstr>
      <vt:lpstr>End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J</dc:creator>
  <cp:lastModifiedBy>Jun Chen</cp:lastModifiedBy>
  <cp:revision>176</cp:revision>
  <dcterms:created xsi:type="dcterms:W3CDTF">2020-06-18T12:08:25Z</dcterms:created>
  <dcterms:modified xsi:type="dcterms:W3CDTF">2023-10-03T13:45:29Z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0x010100E1368CCBB75DFF4FBBF35D2CFE6FAFE5</vt:lpwstr>
  </property>
</Properties>
</file>