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866" r:id="rId5"/>
    <p:sldMasterId id="2147483843" r:id="rId6"/>
  </p:sldMasterIdLst>
  <p:notesMasterIdLst>
    <p:notesMasterId r:id="rId29"/>
  </p:notesMasterIdLst>
  <p:handoutMasterIdLst>
    <p:handoutMasterId r:id="rId30"/>
  </p:handoutMasterIdLst>
  <p:sldIdLst>
    <p:sldId id="256" r:id="rId7"/>
    <p:sldId id="316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40" r:id="rId22"/>
    <p:sldId id="339" r:id="rId23"/>
    <p:sldId id="341" r:id="rId24"/>
    <p:sldId id="342" r:id="rId25"/>
    <p:sldId id="343" r:id="rId26"/>
    <p:sldId id="344" r:id="rId27"/>
    <p:sldId id="294" r:id="rId28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256"/>
            <p14:sldId id="316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40"/>
            <p14:sldId id="339"/>
            <p14:sldId id="341"/>
            <p14:sldId id="342"/>
            <p14:sldId id="343"/>
            <p14:sldId id="344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D74"/>
    <a:srgbClr val="1F7791"/>
    <a:srgbClr val="10746A"/>
    <a:srgbClr val="EC008C"/>
    <a:srgbClr val="2DB8C5"/>
    <a:srgbClr val="73B82B"/>
    <a:srgbClr val="F18500"/>
    <a:srgbClr val="8D3786"/>
    <a:srgbClr val="CDA60C"/>
    <a:srgbClr val="2DB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2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03T08:35:00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3743 5554 911 0,'-1'0'0'0,"0"-2"0"0,0 2 0 0,1 0 0 16,0-2 880-16,0 2 80 0,0 0 32 0,-1-2 0 0,1-1 416 0,-1 0 64 15,0 0 32-15,1 0 0 0,0 0-96 0,0 0 0 16,0 1-16-16,0 0 0 0,1 0-304 0,-1 0-48 16,1 1-16-16,0-1 0 0,0 2-160 0,-1 2-32 15,1-2-16-15,0 1 0 0,0 1-432 0,-1 1-64 16,0 0-32-16,-1 2 0 0,-1 2-288 0,0-1 0 0,0 3 0 0,-1 0 0 15,-1 3 0-15,-1 0 0 16,2 2 0-16,-2-2 0 0,1 2 0 0,1-2 0 0,-1 4-128 0,-1 1 128 16,1 0 0-16,-1 0 0 0,1 2 0 0,0 0 0 15,1 0 0-15,0-1 128 0,0-1-128 0,1 0 160 16,2-1-160-16,-1-2 192 16,0-2-192-16,1-12 192 0,0 0-192 0,3 28 0 15,-3-28 0-15,0 0 0 0,0 0 0 0,0 0 128 0,0 0-128 0,0 0 128 16,39 20 192-16,-28-25 48 0,3-1 0 0,2-3 0 0,2-2 0 15,-1-4 0-15,2 1 0 0,0 0 0 16,-5 1-368-16,1 0-160 0,-2 3 16 0,-3 2 0 16,-1 2-624-16,-3 4-112 0,-1 0-16 0,-2 4-6080 15,-2 0-1216-15</inkml:trace>
  <inkml:trace contextRef="#ctx0" brushRef="#br0" timeOffset="498.37">3909 5763 10127 0,'0'0'448'0,"0"0"96"0,0 0-544 0,1 0 0 0,0 2 0 0,-1-2 0 16,1 1 656-16,0 1 32 15,-1-2 0-15,0 0 0 0,0 0 256 0,0 0 48 0,0 0 16 0,0 0 0 16,0 0-112-16,26 33-32 15,-26-33 0-15,0 0 0 0,0 0 160 0,0 0 16 0,35-5 16 0,-26 3 0 16,1-3-96-16,-1-1-32 0,1 0 0 0,-1-2 0 16,0 2-528-16,-1-3-96 0,0-1-32 0,0 1 0 0,-1 2-272 0,-1-1 0 31,-2 2 0-31,-1 0 0 0,0 2-224 0,-3 1-48 0,-2-2-16 0,-1 3 0 31,-1 0-656-31,-1 2-128 0,-1 0-16 0,-2 0-16 0,0 1-48 0,-1 0 0 0,1 1 0 0,-1 1 0 0,-1-1 736 0,1 1 144 16,0-1 16-16,0 0 16 0,1 3 240 0,1-2 160 15,-1 1-32-15,2 1 0 0,-1 0 176 0,2-1 16 16,-1 2 16-16,2 1 0 0,-1 2 224 0,1 0 32 16,1 1 16-16,1-1 0 0,0 3 352 0,1-2 64 15,1-10 0-15,0 0 16 0,3 31-192 0,-3-31-32 16,0 0-16-16,0 0 0 16,0 0-288-16,0 0-48 0,29 33-16 0,-29-33 0 0,0 0-64 0,25-5-32 0,-14 0 0 0,-1 1 0 15,1-4-160-15,-1 2-48 0,-1 0 0 0,0-1 0 47,1 0-912-47,0-2-192 0,0 3-48 0,0 0 0 0,-1 1-1104 0,-1-1-240 16,0 2-32-16,-1 0-16 0,1 2 80 0,-1-1 16 15</inkml:trace>
  <inkml:trace contextRef="#ctx0" brushRef="#br0" timeOffset="828.69">4281 5571 13823 0,'-3'-5'608'0,"0"3"128"0,2-2-592 0,1 3-144 16,0-1 0-16,0 2 0 0,0 0 880 0,-1-1 144 15,0 0 16-15,-1 0 16 0,1 1 192 0,-1 0 32 16,0 2 16-16,-1 1 0 0,2 2-848 0,-2-1-160 16,1 2-32-16,-1 3-16 0,0 0 240 0,1 3 48 15,0 0 16-15,-1 2 0 0,-1 3 176 0,1-2 48 0,1 3 0 0,-1-4 0 16,1 3-432-16,0 0-80 0,0-1 0 0,2-16-16 15,-1 33-240-15,1-33 0 0,1 29 0 0,-1-29 0 16,0 0 0-16,0 0 0 0,0 0 0 0,18 33 0 16,-18-33 0-16,0 0 0 0,0 0 128 0,0 0-128 15,35-3 0-15,-27 1 128 0,0-2-128 0,0-1 0 16,1 2 0-16,-2-1 0 0,0 1-208 0,0-1 64 16,-1 1-272-16,-2 1-48 0,1-1-16 15,-2 1 0 1,1 0-912-16,-2 1-176 0,0-2-32 0,-1 0-8720 0</inkml:trace>
  <inkml:trace contextRef="#ctx0" brushRef="#br0" timeOffset="1011.03">4152 5739 3679 0,'-7'0'320'0,"0"1"-320"16,4 1 0-16,1-2 0 0,2 0 832 0,-1 0 112 0,-4 0 16 0,-1 0 0 15,-1-2 720-15,1 1 160 0,3-1 16 0,3-3 16 16,3 1-144-16,4-1-16 0,2 0-16 0,3 0 0 15,2-2-320-15,2 5-64 0,1-3-16 16,-17 5 0-16,31-3-256 0,-31 3-48 16,32 3-16-16,-32-3 0 0,0 0-544 0,47 7-112 0,-47-7-32 0,0 0-8800 31,42 10-1776-31</inkml:trace>
  <inkml:trace contextRef="#ctx0" brushRef="#br0" timeOffset="3375.64">4925 5586 5519 0,'2'-6'496'16,"-1"3"-496"-16,0 2 0 0,-1-1 0 0,0 2 688 0,0-1 32 15,1-1 16-15,0-3 0 0,1-1 288 0,0 1 64 16,-1 2 16-16,-1 3 0 0,1 0-128 0,-1 0-16 0,1 2-16 0,-1 3 0 16,0-2 224-16,-1 3 48 0,1-6 16 0,0 0 0 15,0 0-160-15,1 30-48 0,-1-30 0 0,-1 25 0 16,1-25-272-16,1 24-64 0,-1-24-16 0,0 33 0 16,0-33-176-16,0 33-48 0,0-33 0 0,0 38 0 15,0-38-128-15,-2 35-16 16,2-35-16-16,-2 36 0 0,2-36-288 0,-3 29 0 0,3-29 0 0,0 0 0 15,-1 26-576-15,1-26-64 0,0 0 0 16,0 0-16-16,0 0-480 0,0 0-80 0,0 0-32 0,15-10-9184 16</inkml:trace>
  <inkml:trace contextRef="#ctx0" brushRef="#br0" timeOffset="3738.27">4917 5597 8287 0,'-1'-2'736'0,"1"1"-592"16,0 1-144-16,1 0 0 0,0 0 576 0,-1-2 96 16,1 1 16-16,1 0 0 0,2-4 64 0,-1 0 16 15,2 1 0-15,0-1 0 0,2 0-256 0,-1 1-64 16,2 1 0-16,-1-2 0 0,2 3 320 0,-2-2 48 0,-7 4 16 0,0 0 0 16,25-3 128-16,-25 3 16 15,0 0 16-15,0 0 0 16,37 9-272-16,-37-9-48 0,0 0-16 0,0 0 0 15,36 23-400-15,-36-23-96 0,0 0-16 0,0 0 0 0,28 35-144 0,-28-35 192 0,0 0-192 0,0 0 192 16,19 40-192-16,-19-40 128 16,0 0-128-16,0 0 128 0,9 33-128 0,-8-26 128 0,-1-7-128 0,0 0 128 15,0 0-128-15,0 0 128 0,0 24-128 0,-3-20 128 16,-1 1 800-16,-2 0 160 0,-1 0 16 0,-2 2 16 16,-1 0-1552-16,-2 2-304 0,-1 2-64 0,-1 0-16 15,-2 1 816-15,1-1 176 0,0 1 16 0,-2 0 16 0,2 0-208 16,0-3 0-16,3-1 0 0,2-2 0 15,2-1 0-15,0-1 0 0,1-1 0 0,1 0 0 0,4-3-336 0,0-3 32 16</inkml:trace>
  <inkml:trace contextRef="#ctx0" brushRef="#br0" timeOffset="4291.29">5267 5632 911 0,'-1'0'0'0,"1"0"0"16,0 0 0-16,0-2 0 0,1 2 992 0,0 0 112 16,0-1 32-16,0 0 0 0,0 1 848 0,2-2 192 15,2-1 16-15,-1 1 16 0,0 0-240 0,2 1-48 0,-1 1-16 0,2-2 0 16,-7 2-448-16,0 0-96 0,0 0-16 0,32-4 0 15,-32 4-320-15,0 0-80 0,32-6-16 0,-32 6 0 16,23-7-416-16,-23 7-64 0,23-7-32 0,-23 7 0 16,21-4-416-16,-12 1 0 0,-2 1 128 0,0 2-128 15,-2-3 0-15,-1 3-256 0,-1 1 64 0,-1 1 16 16,-1-2-1056-16,-2 3-224 0,-1 1-32 0,-1 0-9856 16</inkml:trace>
  <inkml:trace contextRef="#ctx0" brushRef="#br0" timeOffset="4509.81">5314 5723 8287 0,'-1'-1'736'0,"0"1"-592"16,2-2-144-16,-1 2 0 0,1 0 1408 0,-1 0 240 16,2 0 48-16,0-2 16 0,2 0 656 0,3-1 144 15,-7 3 32-15,18-7 0 0,-6 3-640 0,0-2-128 0,1 2-32 0,0-1 0 16,1 0-448-16,-1 1-80 0,-1 1-32 15,-2-1 0-15,-2 3-416 0,-8 1-96 0,0 0-16 0,27-3 0 16,-27 3-464-16,0 0-192 0,0 0 128 0,0 0-10960 16,0 0-2208-16</inkml:trace>
  <inkml:trace contextRef="#ctx0" brushRef="#br0" timeOffset="6880.51">5847 5481 4607 0,'0'0'400'0,"0"0"-400"0,0 0 0 0,0 0 0 0,0 0 512 0,1-2 32 16,-1 1 0-16,1 1 0 0,0-2 1056 0,1-2 192 16,1 1 64-16,0-3 0 0,0 1-592 0,0-1-112 0,1 0-32 0,-1 0 0 15,1 0-416-15,-1 0-96 16,-1 2-16-16,-1 0 0 0,1 1-16 0,-2 0 0 15,0 1 0-15,-2 1 0 0,-1 0 32 0,-2 1 0 0,0 2 0 0,-3 0 0 0,0 1-112 0,-1 0-32 16,-1 3 0-16,-3-1 0 0,0 2-128 16,-1 3-16-1,1-3-16-15,1 1 0 0,2 0-48 0,0 0-16 0,1 1 0 16,1-2 0-16,4 0 32 0,-2 1 16 0,3-2 0 16,0 0 0-16,0 0-80 0,1-1-16 0,1 2 0 15,-1 0 0-15,2-7-64 0,0 0 0 16,-1 27-128-16,1-27 192 0,0 0-192 0,0 25 128 0,0-25-128 0,0 0 0 0,0 0 0 0,9 33 128 31,-9-33-128-31,0 0 0 0,0 0 0 0,0 0 0 0,0 0 0 16,32 29 0-16,-32-29 128 0,0 0-128 0,0 0 0 0,0 0 0 15,0 0 160-15,36 5-160 0,-32-5 160 0,-1 0-160 16,-1 0 0-16,-2 2 0 0,-1 0 0 0,-3 1 0 16,0 2 0-16,0-1-192 0,-3 4 16 0,1-4 0 15,-2 4-176-15,1-2-32 0,-1 2-16 0,0-2 0 16,0 3 240-16,-1-3 160 0,3 1-192 0,-1-2 192 15,2 0-128-15,0-1 128 0,2-2 0 0,1 1 0 16,0-3 0-16,1-2 0 0,0 1 0 0,1-1 0 16,0 0-128-16,1-2 128 0,0 1 0 0,1 0 0 0,-1 1 0 0,0 2 0 15,0-2 0-15,1 2 0 0,-1 0 0 16,1 2 0-16,-1-2 0 0,0 0 0 0,0 0 0 0,0 2 0 16,1-2-128-16,-1 1 128 0,0 1 0 15,0-2 0-15,1 2 0 0,0-2 0 0,0 0 224 0,1 0 0 16,-1 0 0-16,-1 0 0 0,1 0 144 0,1 0 16 15,-1 0 16-15,0 0 0 0,0 0-112 0,-2 0-32 16,1 3 0-16,1-1 0 0,-1-1-256 0,0 2 128 16,0 2-128-16,-1-5 0 0,0 0 176 0,0 0-176 15,1 24 160-15,-1-24-160 0,-3 19 320 0,1-6-16 0,2-13-16 0,-3 23 0 16,0-11 64-16,0-1 16 0,3-11 0 0,-3 17 0 16,3-17-112-16,0 0-32 0,0 0 0 0,0 24 0 15,0-24 64-15,0 0 16 0,0 0 0 0,0 0 0 16,0 0 16-16,0 0 0 0,0 0 0 0,27 38 0 15,-27-38-96-15,0 0-16 0,0 0 0 0,0 0 0 0,0 0-208 0,0 0 0 16,34 26 128 0,-34-26-128-16,0 0 0 0,0 0-160 0,0 0 32 15,0 0-16384-15</inkml:trace>
  <inkml:trace contextRef="#ctx0" brushRef="#br0" timeOffset="8601.62">6123 5507 5519 0,'0'0'496'0,"-1"0"-496"15,1 0 0-15,0 0 0 0,0 0 512 0,-1 0 0 16,0 0 0-16,0 0 0 0,-1 2 480 0,0-2 96 16,1 3 32-16,0-2 0 0,1 2-224 0,-1 0-32 0,0 2-16 0,1-1 0 15,0 1 128-15,0-5 32 0,0 0 0 0,-1 31 0 16,1-31-32-16,-1 30 0 16,0-10 0-16,-1-1 0 0,1 4-304 0,-1-1-64 0,0-1-16 0,1 2 0 0,-1 1-208 0,0 2-32 15,-1 0-16-15,1 0 0 16,0-3-160-16,2-23-48 0,-1 32 0 0,1-32 0 0,0 0-128 15,1 24 0 1,-1-24-160-16,0 0 160 0,0 0-192 0,0 0 48 0,0 0 16 0,0 0 0 16,0 0 128-16,7-6 0 0,-5 0 0 15,0-1 0-15,-1 0-192 0,2-3 64 16,0-1 0-16,-1 1 0 0,1-2-176 0,-1 2-16 0,0 1-16 0,0-2 0 0,1 2 336 0,1 0-176 0,-1 0 176 16,3 1-128-1,-1 0 128-15,2 1 0 0,0-1 0 16,0 2 0-16,0 0 368 0,2 2 48 0,0-3 16 0,1 2 0 15,-1 1-48-15,0 3 0 0,-9 1 0 0,0 0 0 16,0 0 128-16,0 0 0 0,0 0 16 0,36 26 0 16,-36-26-256-16,0 0-48 0,8 30-16 0,-9-17 0 15,1-13-208-15,-4 26 0 0,-1-10 0 0,-1-3 0 16,-1 1 0-16,0-2-256 0,-1-1 16 0,1-3 16 16,-1-1 224-16,1 0-144 0,0-3 144 0,-1 1-128 15,1-2 128-15,-1-3 0 0,1 2 0 0,0-2 0 16,1-2 0-16,0-1 0 0,1-2 0 0,0 2 0 15,0-2-432-15,2 1 0 0,0 0 0 0,1 2 0 16,0-1-848-16,2 1-160 0,1-1-32 0,2 1-5264 16,1 0-1056-16</inkml:trace>
  <inkml:trace contextRef="#ctx0" brushRef="#br0" timeOffset="8940.45">6419 5716 11055 0,'-3'0'480'0,"0"0"112"0,0 0-464 0,1 0-128 0,1 0 0 0,-1 0 0 16,0 2 1040-16,-1-2 192 0,-2 2 48 0,-1 0 0 16,-1 4-768-16,0-3-160 0,0 1-32 0,1 3 0 15,0-3 64-15,3 4 0 16,-2-1 0-16,1 1 0 0,2 0 960 0,-1 2 208 0,1 1 48 0,0 1 0 16,2-12-320-16,0 0-64 0,1 34-16 0,-1-34 0 15,0 0-688-15,0 0-144 0,0 0-32 0,0 0 0 16,36 23-336-16,-36-23 144 0,24-8-144 0,-10 0 0 15,2-1 0-15,0-3 0 0,0-2 0 0,-1-1 0 0,-1 1-256 0,-2 2-48 16,-1 0-16-16,-3 3 0 0,-2-1-32 16,-3 0-16-16,-1 2 0 0,-2 2 0 0,-2 2 368 0,-3-1 0 15,-2 2-144-15,-2 3 144 0,-3 0 0 0,-4 3 272 16,-4 4-48-16,-3-2-16 0,0 4-416 0,1 3-96 0,1-2-16 16,3-1 0-1,3-2-112-15,3 1-16 0,3-2-16 0,2-1 0 16,4-2-832-16,3-1-176 0</inkml:trace>
  <inkml:trace contextRef="#ctx0" brushRef="#br0" timeOffset="9272.24">6626 5500 1839 0,'1'-7'0'0,"0"3"160"0,0-1-160 0,-1 2 0 0,1 1 0 0,0 1 0 16,0-1 1040-16,0 0 176 0,1-3 48 0,0 0 0 16,-1 1 464-16,1 1 112 0,0-1 16 0,0 4 0 0,-2 2 256 0,0 0 64 15,0 1 16 1,-2 3 0-16,1 0-208 0,-2 3-64 0,0 0 0 0,-1 3 0 0,0 0-624 0,0 4-128 16,-2 4-16-16,1-2-16 0,-1 4-656 0,0-1-128 15,0 5-32-15,-1 1 0 16,1 2-32-16,1 0-16 0,1-2 0 0,0-1 0 0,2-3-32 0,1-1-16 0,1-22 0 0,3 31 0 31,-3-31-224-31,0 0 0 0,0 0 128 0,0 0-128 31,0 0-880-31,29 28-208 0,-23-30-64 0,2-5 0 0,0-1-544 0,0-1-112 0,2 0-32 0,0-3-10048 0</inkml:trace>
  <inkml:trace contextRef="#ctx0" brushRef="#br0" timeOffset="9574.09">6876 5524 7359 0,'0'0'656'0,"-1"0"-528"16,0 2-128-16,0-2 0 0,0 2 1600 0,-1 0 272 15,0 1 64-15,-2 3 16 0,-2 3 384 0,0 2 80 16,-2 1 16-16,1 0 0 0,-1 2-1136 0,1 0-208 15,1 1-64-15,0 0 0 0,1 0-144 0,1 0-48 16,0 2 0-16,0 1 0 0,2-1 0 0,2-17-16 16,-4 34 0-16,4-34 0 0,0 30-368 0,0-30-80 0,0 0-16 0,4 35 0 15,-4-35-352-15,0 0 128 0,0 0-128 0,14 34 0 32,-14-34-320-32,0 0-128 0,0 0-16 0,0 0-16 15,0 0-208-15,0 0-32 0,39 4-16 0,-31-10 0 16,-1 0 16-16,1-3 0 0,1-2 0 0,-1 1-7664 0,1-2-1536 0</inkml:trace>
  <inkml:trace contextRef="#ctx0" brushRef="#br0" timeOffset="9812.58">6706 5708 15663 0,'-3'1'688'0,"1"1"144"0,2 0-656 0,0-2-176 16,0 0 0-16,1 0 0 16,0 0 1728-16,2 0 320 0,3 0 64 0,-6 0 16 0,21-7 32 0,-4 3 0 15,1-4 0-15,3 1 0 0,1 0-1072 0,-2 0-192 0,1 0-64 0,-2 0 0 16,-1 2-368-16,-1 0-80 0,-17 5 0 0,29-4-16 31,-29 4-656-31,0 0-128 0</inkml:trace>
  <inkml:trace contextRef="#ctx0" brushRef="#br0" timeOffset="14038.21">7287 5547 5519 0,'0'-2'496'0,"0"2"-496"0,0 0 0 0,0 0 0 31,1 0 896-31,-1-2 64 0,1 2 32 0,-1-1 0 0,2-1 480 0,1 0 112 15,1-2 16-15,0 1 0 0,1 0-80 0,0 2-16 0,-1 0 0 0,2 1 0 0,-1 0-384 0,0 0-80 16,-1 0-16-16,0 2 0 0,0 0-704 0,-1-1-128 16,0 2-48-1,0 1 0 1,-2-2-1408-16,0 0-272 0,0 1-64 0,0 2-7680 16</inkml:trace>
  <inkml:trace contextRef="#ctx0" brushRef="#br0" timeOffset="14244.34">7301 5629 5519 0,'1'0'496'0,"-1"0"-496"16,0 0 0-16,1 0 0 0,-1 0 976 0,1 1 112 0,0-1 0 16,1 2 16-16,0 3 32 0,0-1 0 0,-1 2 0 15,1-1 0-15,-2 2-304 0,0 2-48 0,0 1-16 0,-2 0 0 16,1 3-64-16,-2-3-32 0,1 2 0 0,0 0 0 15,1 0-416-15,0-1-96 0,1-1-16 0,0-3 0 16,0-2-608-16,2-2-128 16,0-2-32-16,1-2-7328 0</inkml:trace>
  <inkml:trace contextRef="#ctx0" brushRef="#br0" timeOffset="14614.93">7521 5574 10127 0,'2'-3'448'0,"-1"1"96"0,0 1-544 0,0-1 0 0,-1 2 0 0,-1 0 0 16,1 0 1152-16,-1 0 112 0,-1 0 16 0,-1 2 16 0,0-1-400 0,-1 1-96 15,-2 1-16-15,1 0 0 0,-1 0-384 0,0 2-80 16,-1 0 0-16,1-1-16 0,-2 2 336 0,1 0 64 0,1-1 0 0,-1 0 16 16,1 2-80-16,0-2 0 15,0-1-16-15,2 1 0 0,0 0-224 0,1-2-32 0,1 1-16 0,1 1 0 16,1-4 160-16,0 0 16 15,1 1 16-15,2-2 0 0,0 1-192 0,2-1-32 0,-1 0-16 0,4-1 0 16,-2 1 16-16,2 0 0 0,2-2 0 0,0 1 0 16,1 0-128-16,-11 1 0 0,0 0-16 0,36-2 0 15,-36 2-176-15,0 0 0 0,38 2 0 0,-38-2 128 16,0 0-128-16,0 0 0 0,0 0 0 0,0 0 0 16,0 0-128-16,0 0 128 0,0 0 0 15,16 34 0-15,-24-26 0 0,-3 0 0 0,-2-1 0 0,-2 2 0 0,0-1 288 0,-1 1 32 16,0 0 0-16,0-1 0 15,1-2-80-15,2-1-16 0,1 0 0 0,1-2 0 16,2-1-224-16,4-2 0 0,1-3 0 0,3-1-9376 16,4-3-1840-16</inkml:trace>
  <inkml:trace contextRef="#ctx0" brushRef="#br0" timeOffset="17440.86">7967 5629 7359 0,'1'0'656'0,"-1"0"-528"0,1 0-128 0,-1 0 0 15,1 0 1136-15,-1 0 192 0,1 0 32 0,1 0 16 16,1-1 160-16,0 1 48 0,-2 0 0 0,1-2 0 16,0 0-432-16,0 1-64 0,0-2-32 0,-1 1 0 15,1 0-224-15,-1-3-32 0,-1 3-16 0,1-1 0 16,0-1-288-16,-1 1-64 0,-1-1-16 0,1 1 0 15,-1 1-416-15,1-2 0 0,-2 1 0 0,-1 0 0 0,0 1 0 0,-1 1 0 16,0 0 128-16,-2 1-128 0,0-2 0 0,-1 2 0 16,0 0 0-16,-1 2 0 0,0-2 0 0,1 1 0 15,0 0 0-15,1-1 0 0,0 2 0 0,0 1 0 16,2 0 128-16,-1 1-128 0,2 0 0 0,-1 0 0 16,1 1 0-16,0 1 0 0,1-1 0 0,0 1 0 15,0 3 128-15,0 0-128 0,1 2 352 0,-1-2 32 16,1 0 16-16,0 2 0 0,0-2-144 0,0 1-16 0,0 1-16 0,1-1 0 15,0-3-224-15,1 0 0 0,0 0 0 16,0-2 0-16,0 0 0 0,1-3 0 16,1 1 0-16,-1-3 0 0,0 2 0 0,2-2 144 0,0 0-144 0,1 0 128 15,-1 0 80-15,1-2 16 0,0 2 0 0,1-2 0 16,-1 1-224-16,2-1 144 16,-1 0-144-16,0-1 128 0,1 1-128 0,-1-1 0 0,0-2-160 0,1-1 160 15,-1 1-384-15,1 0 0 0,-1-4 16 0,2 1 0 16,-2-1-16-16,1-1-16 0,-1 1 0 0,2-3 0 31,-2 0-480-31,2 0-80 0,-3-2-32 0,2-3 0 0,-1 2-96 0,0-2 0 16,-1-1-16-16,-1 0 0 0,0-1 176 0,-2-2 32 0,-1 1 16 0,-3-1 0 15,0 2 272-15,-1 1 48 0,0 1 16 0,0 3 0 0,0 4 544 0,0 3 272 16,1-1-16-16,-1 5-16 0,1 2 720 0,0 1 128 16,0 0 48-16,0 1 0 0,0 2-160 15,0 0-16-15,0 2-16 0,1-3 0 0,-1 3-128 16,1 0-32-16,0 0 0 0,0 2 0 0,1 0 96 0,0-7 16 15,0 23 0-15,0-23 0 0,1 34-336 0,-1-34-64 16,3 40-16-16,-3-40 0 0,2 42-144 0,-2-42-16 0,2 46-16 16,-2-25 0-16,0-1-304 0,-1 3 128 0,0 0-128 0,1 1 0 15,-1-1 0-15,0-3 0 0,1-20 0 0,2 30 0 16,-2-30 0-16,0 0-304 0,0 0 48 0,0 0 0 31,0 0-1296-31,0 0-256 0</inkml:trace>
  <inkml:trace contextRef="#ctx0" brushRef="#br0" timeOffset="17837.45">8102 5638 10127 0,'-1'0'896'0,"1"0"-704"15,0 2-192-15,1-2 0 0,1 0 1072 0,-1 0 176 16,1 0 32-16,0 0 16 0,3 0 304 0,1 0 48 15,3-2 16-15,-1 1 0 0,2-1-864 0,1 0-160 32,0-1-48-32,-1 1 0 0,2-3-96 0,1 0-32 0,0-1 0 0,-1-2 0 0,0 2-288 0,-1-1-176 15,-1 1 192-15,-1-2-192 16,-1 2-272-16,-1-1-176 0,-3 2-16 0,-1-2-16 31,-1 2-608-31,-2 0-112 0,-2 1-16 0,-1-1-16 0,0 2 144 0,-1-1 48 0,-2 2 0 0,-1-1 0 16,0 1 304-16,0 0 64 0,-2 1 16 0,0-1 0 15,1 2 784-15,0-1 144 0,0 2 48 0,1 1 0 16,1 1 640-16,0 0 144 0,-1 2 32 0,1 1 0 16,0 1 480-16,1 3 112 0,-1-3 0 0,0 4 16 15,-1 1-80-15,0 2-32 0,1 3 0 0,-1 0 0 16,3-3-752-16,0 0-160 0,1 3-16 0,2-3-16 0,-1 0-416 0,2-14-80 16,0 0 0-16,3 31-16 0,-3-31 176 0,0 0 32 15,0 0 16-15,0 0 0 0,0 0-32 0,43 19-16 16,-32-23 0-16,1-1 0 0,1-5-352 0,2 1 128 15,0-1-128-15,0-2-15936 16</inkml:trace>
  <inkml:trace contextRef="#ctx0" brushRef="#br0" timeOffset="18263.57">8516 5376 9215 0,'-3'-9'400'0,"0"2"96"0,1 0-496 0,1 2 0 0,0 3 0 0,0 2 0 16,1-2 1824-16,-1-1 272 0,0-2 48 0,-1 1 16 16,-1-1 16-16,1 2 0 0,-1 1 0 0,1 4 0 15,0-1-768-15,0 4-160 0,-1 3-32 0,1 0 0 0,-1 2-128 16,1 2-48-16,-1 1 0 0,0 2 0 0,0 0-592 0,0 2-112 15,-1 0-16-15,0 1-16 0,1-2-80 0,1 1-16 16,-1-1 0-16,1 0 0 0,0-4 32 0,1 3 0 16,1-15 0-16,1 33 0 0,-1-33-32 0,4 33 0 15,-4-33 0-15,0 0 0 0,11 46-208 0,-11-46 144 16,0 0-144-16,16 46 128 0,-16-46-128 0,0 0 0 16,12 45 0-16,-12-45 0 0,3 29 0 0,-3-29 0 15,-3 31 0-15,-2-17 0 0,-1 0 0 0,0-2 0 16,-1 0 0-16,-2-3 128 0,0 0-128 0,0-1 0 15,0-1 0-15,0 0 0 0,0-4 0 0,-1 1 0 16,0-3 0-16,0-2 0 16,3-1-656-16,-3-3-176 0,2 0-16 0,1-4-14624 0</inkml:trace>
  <inkml:trace contextRef="#ctx0" brushRef="#br0" timeOffset="18441.5">8339 5590 11967 0,'0'-5'528'0,"1"3"112"0,1-1-512 0,-1 1-128 0,1 2 0 0,-1-1 0 16,2 1 1872-16,0-1 352 0,3-2 64 0,-6 3 16 16,19-5 64-16,-7 2 32 0,-12 3 0 0,26-6 0 0,-11 1-848 0,0 1-160 15,2 1-48-15,-2-2 0 0,-1 1-624 0,1 0-128 16,-15 4-16-16,28-4-16 0,-28 4-416 0,0 0-144 16,32-2 0-16,-32 2 144 31,0 0-1344-31,0 0-272 0,29 0-48 0,-24-2-12912 0</inkml:trace>
  <inkml:trace contextRef="#ctx0" brushRef="#br0" timeOffset="18822.71">8607 5585 11055 0,'-1'5'480'0,"0"-3"112"0,1 1-464 0,1-1-128 0,0-2 0 0,0-2 0 15,1 2 1472-15,2-1 256 0,1-1 64 0,3 0 16 16,2-2-384-16,2-1-80 0,1 1 0 0,1-2-16 15,1 0-544-15,-2 0-96 0,-1 1-32 0,-2 1 0 16,-1 1-400-16,0-2-64 0,-3 1-32 0,0 0 0 16,-3 0-160-16,0 1 0 15,-1 0 0-15,-1 0-176 16,-1-1-272-16,-1 1-48 0,-2 1-16 0,0-1 0 16,-1-2-128-16,-2 2-16 0,0 0-16 0,-1 0 0 15,0 1 32-15,-1-1 16 0,0 3 0 0,0-1 0 0,0 1 624 0,2 1 0 0,0 0 0 0,2 3 0 16,-1 1 480-16,0-1 64 15,1 4 16-15,-1-1 0 0,0 0 400 0,2 1 64 0,-1 0 32 0,0 2 0 0,1-3-48 0,-2 2-16 16,2 1 0-16,0 0 0 16,1-1-416-16,1 0-64 0,1-1-32 15,0-8 0-15,0 0 368 0,0 0 80 0,0 0 16 0,0 0 0 0,0 0-336 0,34 30-64 16,-34-30-16-16,0 0 0 0,0 0-352 0,40 1-176 16,-40-1 160-16,24-4-160 15,-12 0-976 1,0-1-304-16,-2 1-48 0,1-3-13072 0</inkml:trace>
  <inkml:trace contextRef="#ctx0" brushRef="#br0" timeOffset="19093.07">8927 5489 10127 0,'2'-3'896'0,"-1"1"-704"16,1 1-192-16,-1-1 0 0,0 0 1632 0,0 1 288 15,0 1 64-15,0-2 16 0,-1 0-16 16,2-1-16-16,-1 1 0 0,-1-1 0 15,-1 1-944-15,-1 2-192 0,1 0-48 0,-3 0 0 0,-1 2 288 0,1 1 48 16,-3 2 16-16,2-1 0 0,-3 2-176 0,2 0-48 16,-2 2 0-16,1 1 0 0,-1 0-400 0,2 1-64 0,0-3-32 0,1 2 0 15,1 1-96-15,-1 2-32 0,2-3 0 0,0 1 0 16,1-1-32-16,2 1 0 16,0-10 0-16,0 0 0 0,0 0-256 0,0 0 128 0,0 0-128 0,0 0 0 15,36 24 0-15,-27-27 0 0,-1 1-240 0,1-1 80 31,1-1-720-31,2-1-144 0,-1-2-16 0,0 0-14672 0</inkml:trace>
  <inkml:trace contextRef="#ctx0" brushRef="#br0" timeOffset="19392.08">9136 5347 7359 0,'1'-1'656'0,"-1"-2"-528"0,0 3-128 0,0 1 0 0,0 1 1760 16,0-2 320-16,-1 1 64 0,0 2 16 0,1-3 576 16,0 0 112-16,-6 22 32 0,2-12 0 0,-1 2-1600 0,0 2-304 15,-1 2-64-15,0-2-16 0,1 5-80 0,-2-2-32 16,2-1 0-16,0 1 0 0,1 0 272 0,4-17 48 16,-6 28 16-16,6-28 0 0,0 0-480 0,0 33-80 0,0-33-32 15,0 0 0-15,0 0-352 0,0 0-176 0,0 0 160 0,22 33-160 31,-22-33 0-31,0 0-208 0,0 0 16 0,26-2 0 16,-19 0-288-16,0-1-48 0,1-2-16 0,-2 1 0 16,0-1-416-16,-1 0-96 0,1 1-16 0,-3-1 0 15,1 0-1248-15,-1 1-256 0</inkml:trace>
  <inkml:trace contextRef="#ctx0" brushRef="#br0" timeOffset="19630.57">9019 5469 8063 0,'-7'5'176'0,"2"-1"32"0,1-1 16 0,2 0 0 0,1-1-224 0,0-2 0 0,1 2 0 0,-1 0 0 0,1 1 2624 0,0 2 496 15,0-5 80-15,0 0 32 16,0 0-624-16,0 0-128 0,0 0-32 0,43 0 0 16,-29-6-656-16,2 0-144 0,1-1-32 0,-1 0 0 0,1-1-848 0,-2 2-160 15,1 0-32-15,-3 2-16 0,-13 4-416 0,20-8-144 16,-20 8 0-16,0 0 144 31,0 0-688-31,0 0-144 0,31-2-16 0,-28 2-14816 0</inkml:trace>
  <inkml:trace contextRef="#ctx0" brushRef="#br0" timeOffset="19741.91">9307 5402 7359 0,'2'-2'656'0,"0"0"-528"0,-1 2-128 0,0 0 0 31,-1 0 2432-31,1-2 448 0,1 2 80 0,2-3 32 0,0-1 224 0,0 1 48 0,0 3 16 0,-1-2 0 15,0 0-2048-15,-1 2-400 16,-1 0-96-16,0 0-10032 16,1 2-2016-16</inkml:trace>
  <inkml:trace contextRef="#ctx0" brushRef="#br0" timeOffset="19930.46">9310 5483 17503 0,'-2'1'768'0,"1"1"176"0,-1 0-752 0,1 0-192 16,0-1 0-16,0 1 0 0,0 1 2336 0,-1 2 432 16,-1 1 96-16,0 3 16 0,-2 3-944 0,0 0-176 15,1 0-32-15,0 0-16 0,0 0-1264 0,2-3-240 0,0-2-48 16,1 1-16 0,1-2-752-16,1-3-160 0,-1-3-16 0,0 0-16 15,0 0-1280-15,0 0-256 0</inkml:trace>
  <inkml:trace contextRef="#ctx0" brushRef="#br0" timeOffset="20245.82">9432 5440 6447 0,'2'-6'576'0,"0"1"-576"0,-1 2 0 0,0 1 0 15,0 0 1712-15,0 2 224 0,0 2 48 0,0-2 16 0,-1 0 1200 0,0 0 224 16,0 0 48-16,0 0 16 0,0 0-1472 0,12 40-288 15,-12-40-64-15,-2 29-16 0,2-29-1008 0,-6 34-208 16,2-18-48-16,-1 0 0 0,3-2 32 0,-1-1 0 16,3-13 0-16,-2 23 0 0,2-23-224 0,0 0-64 15,0 0 0-15,0 0 0 0,0 0-128 0,0 0 0 16,0 0 0-16,0 0 0 0,38-2 144 0,-29-8 0 16,1-2 0-16,2-4 0 0,-1 1-144 0,-1 0 0 15,0 0 144-15,-1 0-144 0,-1 1 144 0,-1 0-144 16,1 2 192-16,-2 0-192 0,0 3 208 0,-1-1-64 15,0 4-16-15,-1 0 0 0,-2 4-128 0,2-2 0 0,-1 1 0 0,-1 1 0 32,0 1-1552-32,0-2-240 0</inkml:trace>
  <inkml:trace contextRef="#ctx0" brushRef="#br0" timeOffset="20595.72">9624 5521 14735 0,'-1'3'1312'15,"0"-1"-1056"-15,1 0-256 0,0-2 0 16,0 0 2048-16,1 2 368 0,-1 1 64 0,1 0 16 16,-1-3 272-16,0 0 64 0,0 0 16 0,0 0 0 15,0 0-1840-15,0 0-368 0,34 16-80 0,-34-16-16 16,18-5-320-16,-9 1-64 0,0 1-16 0,1-3 0 0,-1 0-144 0,0 0 128 16,0 0-128-16,0-1 128 0,-2 0-128 0,0 3 0 15,-2-3 0-15,-1 2-176 16,0-2-80-16,-3 2 0 0,1-3-16 0,-1 4 0 15,-2-3-224-15,-1 0-32 0,0 2-16 0,-3 2 0 16,0-1 48-16,-1 2 16 0,-1 2 0 0,1 2 0 0,-2 0 256 0,2 3 48 16,0 2 16-16,-1 0 0 0,1 0 608 0,-2 3 112 15,2-1 16-15,-2 1 16 0,1 1 16 0,-1 2 0 16,1 1 0-16,-1 0 0 0,1 0-96 0,0 1 0 0,0 2-16 0,2-1 0 16,0 1 80-16,2-3 32 0,3-14 0 0,0 0 0 15,3 30-288-15,-3-30-64 0,0 0-16 0,0 0 0 16,0 0-240-16,43 12 128 0,-30-17-128 0,1 0 0 15,1-1 0-15,0-2-320 0</inkml:trace>
  <inkml:trace contextRef="#ctx0" brushRef="#br0" timeOffset="22142.31">9910 5346 10127 0,'-1'0'896'0,"1"0"-704"16,0 0-192-16,0 0 0 0,1 0 1312 0,-1-2 224 0,1 2 64 0,1-1 0 15,1-1-64-15,2 0-16 0,0-1 0 0,2 1 0 0,0-2-224 0,2 1-32 16,1 0-16-16,1-1 0 15,-1 1-352-15,-1 1-80 0,0 2-16 0,-1-2 0 16,-8 2-464-16,0 0-80 0,0 0-32 0,0 0 0 16,0 0-224-16,0 0 0 0,0 0 0 0,0 0 0 15,0 0 0-15,0 0 0 16,14 42 0-16,-19-36 0 0,0 0-144 0,0-1-80 0,0 0-16 0,0 2 0 16,2-3-16-16,-1-1-16 15,1 2 0-15,-1-1 0 0,2 1 16 0,-1 0 16 0,1-3 0 16,0 3 0-16,1-2 80 0,-1 2 16 0,0 1 0 0,0 0 0 15,0 2 144-15,1-1-128 0,-1 1 128 0,1 1-128 16,1-9 128-16,0 0 0 0,0 0 0 0,1 29 128 16,1-25 96-16,-2-4 32 0,0 0 0 0,0 0 0 15,0 0 144-15,0 0 48 0,34 3 0 0,-27-6 0 16,0-1-64-16,0-1 0 0,1 0 0 0,-1-2 0 16,-1 2-384-16,-1 0 0 0,0 0 0 0,-2 1 0 15,0 2-192-15,-1-1-32 0,-2 3 0 0,0 0 0 16,-2 0 32-16,-1 3 16 0,-1 1 0 0,-2 1 0 15,1 2-64-15,-2 1-16 0,1-1 0 0,-2 2 0 0,2 1 256 0,-1-1-144 16,2 0 144-16,0 1-128 0,1-3 320 0,2 0 64 16,1 1 0-16,0-2 16 0,1-1-80 15,1 0 0-15,-1-3-16 0,3 1 0 0,1-1-176 16,1 0 160-16,-1-2-160 0,2 0 160 0,-1 1 48 0,1 1 16 16,-6-2 0-16,0 0 0 0,0 0-48 0,0 0-16 15,0 0 0-15,34 36 0 0,-34-36-16 0,0 0 0 16,5 42 0-16,-5-42 0 0,-3 30 768 0,-1-13 160 0,0-2 16 15,-3 1 16-15,0-2-1104 0,-2 0-320 0,-2 0 0 0,0 1-16 16,-2-3 1072-16,-1 2 224 16,-1 0 32-16,-3-4 16 0,2 1-496 0,-2-2-112 0,1-3-16 0,0-1-17504 31</inkml:trace>
  <inkml:trace contextRef="#ctx0" brushRef="#br0" timeOffset="44756.62">11216 5415 911 0,'1'-1'0'0,"0"1"0"0,0-2 0 0,-1 1 0 15,0 0 624-15,0 1 32 0,0 0 16 0,1-2 0 0,-1 1 416 0,0-1 64 0,0 2 32 16,0-3 0-16,-1 3-32 0,0 0-16 15,0 0 0-15,0 0 0 0,-1 1-240 16,0 3-32-16,1-1-16 0,-1-1 0 0,0 3-320 0,-1 0-64 0,0-1-16 0,1 4 0 16,-2 1-208-16,-1 0-48 15,0 2-16-15,-1 1 0 0,1 1 96 0,0-1 32 0,-1 1 0 0,0 2 0 16,-2 0 144-16,1 2 16 0,0 1 16 0,-2 1 0 16,2 0 160-16,-2 0 16 0,2 1 16 0,0-2 0 15,-1 1-32-15,2-2 0 16,-1 2 0-16,2-3 0 0,0 0-512 0,1-4-128 15,1 2 0-15,2-2 0 0,-1-3-448 0,1-1-64 0,0-3 0 0,1-3-16 16,1 0-480-16,0-2-80 0,2-2-32 0,0-4 0 16,3-2-320-16,0-4-64 0</inkml:trace>
  <inkml:trace contextRef="#ctx0" brushRef="#br0" timeOffset="45012.89">11224 5455 6447 0,'1'-9'272'0,"0"3"80"0,0 0-352 0,0 3 0 16,-1 0 0-16,1 1 0 0,0 1 1120 0,0-2 160 0,1-2 16 0,0-2 16 16,1-1 160-16,1 0 16 0,0 2 16 0,-1 2 0 15,0-1-352-15,1 2-64 0,-1 1 0 0,0 2-16 0,-1 2-48 0,1 1-16 16,0 2 0-16,0-1 0 0,-1 6-352 0,-2-10-64 16,0 0-16-16,6 36 0 0,-6-36-256 0,4 33-48 15,-4-33-16-15,3 40 0 0,-3-40-112 0,1 40-16 16,-1-40-128-16,3 41 192 0,-3-41-192 15,5 41 176-15,-5-41-176 0,4 33 160 0,-4-33-160 0,0 0 0 16,10 42-160-16,-10-42 160 16,0 0-960-16,0 0-112 0,0 0-16 0,0 0 0 15,0 0-592-15,14 35-128 0</inkml:trace>
  <inkml:trace contextRef="#ctx0" brushRef="#br0" timeOffset="45241.71">11149 5633 3679 0,'-4'-3'160'0,"0"2"32"0,1 0-192 0,1 1 0 0,1 0 0 0,1 0 0 16,0-2 1040-16,-1 2 176 0,-1 0 16 0,0-2 16 16,0 1 80-16,2 1 16 0,0-2 0 0,2 0 0 0,1 1-128 0,0-1 0 31,2 0-16-31,2-1 0 0,2-1 0 0,1 0 0 0,1-1 0 0,0-1 0 0,2 2-304 0,1-4-64 15,1 4-16-15,2-3 0 16,-2 3-544-16,1-1-96 0,-2 2-32 0,-1 0-11216 16</inkml:trace>
  <inkml:trace contextRef="#ctx0" brushRef="#br0" timeOffset="45536.88">11504 5571 2751 0,'0'-2'256'0,"1"1"-256"0,-1-1 0 0,1 1 0 15,0 0 1104-15,1 1 176 0,0 0 48 0,1-2 0 16,2-1 64-16,3 0 16 16,0-1 0-16,1 2 0 0,2 2-576 0,-2-3-128 0,0 1 0 0,0 2-16 15,1-2-160-15,-1 2-16 16,-2 2-16-16,1-2 0 0,-8 0-320 0,0 0-176 0,0 0 192 0,0 0-7776 16</inkml:trace>
  <inkml:trace contextRef="#ctx0" brushRef="#br0" timeOffset="45726.54">11517 5696 9215 0,'-2'0'400'0,"1"1"96"0,1 1-496 0,1-2 0 0,0 0 0 0,1-2 0 16,-1 2 1520-16,3-1 208 0,2-1 32 0,2 0 16 15,2-2 144-15,1-1 16 0,1 0 16 0,1-2 0 16,0 2-800-16,-1-2-176 0,0 2-16 0,-2 1-16 31,-1 1-1088-31,-2 3-224 0</inkml:trace>
  <inkml:trace contextRef="#ctx0" brushRef="#br0" timeOffset="48522.38">12083 5419 7359 0,'2'-2'656'0,"0"-1"-528"0,-1 3-128 0,-1-2 0 0,1 2 608 0,0-1 96 16,1-2 0-16,-1 0 16 0,3-3 80 0,-1 0 16 16,-1 1 0-16,-2 1 0 15,-1-1-64-15,-1 2-16 0,-2 0 0 0,-1 2 0 0,-2-1 160 0,-1 2 48 16,-2 0 0-16,-1 2 0 0,-1 0-144 0,-1 1-32 15,0 1 0-15,1 1 0 0,-1 2-240 0,1-1-48 16,3 0-16-16,0 0 0 0,1 0-224 0,-1 2-48 0,2-1-16 0,0 1 0 16,3 2-176-16,-1-3 0 15,1 2 144-15,1-1-144 0,3-1 192 0,-1 1-16 16,2-1-16-16,0-1 0 0,1 1-160 0,1-2 192 0,1 0-192 0,-1 0 192 16,2-1-192-16,0 1 192 0,-5-5-192 0,0 0 192 15,0 0-48-15,0 0 0 0,0 0 0 16,0 0 0-16,33 32-144 0,-30-26 128 15,-1 1-128-15,-1 0 128 0,-1-1-128 0,-1 0 0 0,-1 1 0 0,0-2 0 0,-2 2-192 16,1-3 0-16,-2 2-16 0,0-2 0 0,1 1-128 0,-2-3-32 16,2 2 0-16,-2-3 0 0,2 2 48 0,0-1 0 15,-1-2 0-15,1 0 0 0,1 0 128 16,1-2 16-16,0 1 16 0,1 1 0 0,1-2-16 0,1 1 0 16,0 0 0-1,1 1 0-15,0 0 176 0,1-2-128 0,1 4 128 0,0-2-128 0,0 1 128 0,-1 0 176 16,1 2-48-16,-1-1 0 0,2 3 112 0,-1-2 16 15,0 0 0-15,-2 3 0 0,2-2-256 0,-2 1 176 16,0 0-176-16,-1-1 160 0,-1 1-160 16,0 0 0-16,-2 2 0 0,1-2 0 0,-1-1 0 15,0 2 0-15,0 0 0 0,0-1 0 16,1 1 0-16,-1 0 0 0,-1-1 0 0,1 0 0 16,1 2 0-16,0-1 0 0,0 0 0 0,1-2 0 0,0 3 0 15,1-2 0-15,0-1 0 0,1-1 0 0,1 0 0 0,0-1 0 0,0 0 144 0,0 0-144 16,-3-2 240-16,0 0-32 0,0 0 0 0,0 0 0 15,0 0 304-15,0 0 64 0,35 9 16 0,-28-9 0 16,-1 0-112-16,1-1-32 0,0 1 0 0,0-2 0 16,-1 2-448-16,1-1 0 0,0-1 0 0,1-1-160 31,0-1-1344-31,0-1-272 0</inkml:trace>
  <inkml:trace contextRef="#ctx0" brushRef="#br0" timeOffset="49573.4">12307 5360 2879 0,'0'0'0'0,"0"-2"128"0,0 2-128 0,0 0 144 0,0-2-144 0,0 1 0 0,0 1 0 0,1 0 0 16,-1-2 1104-16,1 0 192 0,-1 1 48 0,1-1 0 16,-1 0-576-16,0 2-128 0,1-3 0 0,-1 3-16 15,0-2 48-15,0 2 16 0,0-2 0 0,-1 1 0 0,2 1 208 0,-2 0 32 16,1 1 16-16,0-1 0 0,0 2 0 0,0 0 0 15,0-1 0-15,0 1 0 16,0 0-304-16,0 0-64 0,-1 1-16 0,1 0 0 0,0-1-176 16,-1 1-48-16,1-2 0 0,1 1 0 0,-1 1-144 0,0-3-48 15,0 1 0-15,0 1 0 0,0-2 48 0,0 0 16 16,0 0 0-16,0 0 0 0,-1 2 16 0,1-2 0 16,0 0 0-16,-1 0 0 0,1 0-48 0,0 1-16 15,-1-1 0-15,1 1 0 0,0-1-32 0,1 0 0 16,-1 0 0-16,0 0 0 0,0 0-128 0,0 0 192 0,-1 0-192 0,1 0 192 15,0 0-64-15,1 2 0 16,-1-2 0-16,1 0 0 0,-1-2-128 0,1 2 192 16,-1 0-192-16,1 0 192 0,-1 2-192 0,0-2 160 15,1 0-160-15,-1 1 160 0,0 1-160 0,0 0 160 0,0 1-160 0,-1-1 160 16,1 3 32-16,0 0 16 0,-1 1 0 0,0 2 0 0,1 1-208 0,-1 0 128 31,0 1-128-31,-1 2 0 0,0 0 128 0,0 0-128 0,0 0 0 0,1 2 144 16,-1-1-144-16,-1 1 0 0,1-1 144 0,-1 1-144 15,1-2 0-15,1 2 0 0,0-2 0 0,0 0 0 16,0 0 0-16,1-4 0 0,-1 0 0 0,1-2 0 0,1-2 0 0,-1 1-192 16,0-3 64-16,1 1 0 0,-1-1 128 0,1 0 0 15,-1 1-144-15,1 0 144 16,0 1 0-16,-1 0 0 0,0 1 0 0,0 0 0 16,0 0 0-16,-1 0 0 0,1-1 0 0,-1 3 0 0,0-3 0 0,1 0 128 15,-1 1-128-15,0-1 0 0,0 0 0 0,0-1 0 16,1-2 128-16,-1 1-128 15,1 0 0-15,0-2 0 0,0 0 0 0,-1-2 0 0,1 2 0 0,0 0 128 0,0-2-128 0,0 1 192 16,0-1-64-16,0 1 0 16,-1 1 0-16,1 0 0 0,0 0-128 0,-1-2 160 15,1 2-160-15,0-1 160 0,0 1-160 0,-1-1 0 16,1 1 0-16,-1-2 0 0,1 0 0 0,0 1 0 16,0-1 0-16,0 2 0 0,0-3 0 0,0 1 0 15,0 0 0-15,0-1 0 0,0 1 0 0,1-1 128 16,0-1-128-16,0 0 128 0,0 1-128 0,-1 0 0 15,1-1 144-15,0 1-144 0,0-2 0 0,1 1 144 16,-1-1-144-16,1 0 0 0,-1 1 128 0,2-4-128 16,1 2 0-16,0-2 0 0,0-1 0 0,1 2 0 15,0-3 128-15,1 0-128 0,1 1 0 0,-1 0 0 16,1 1 0-16,-1 2-144 0,1 0 144 0,-2 2-160 0,2 2 160 0,-2 0-160 16,1 4 160-16,-1 0 0 15,0 0 0-15,-1 3 0 0,-4-5 0 0,0 0 0 16,0 0 0-16,0 0 0 0,12 43 0 0,-11-36 0 0,-1 0 0 0,0 3 0 15,0-3 0-15,-1 2 0 0,-1-1 0 16,0 0-128-16,0-2 128 0,0-2 0 0,-1 1-144 0,0 0 144 16,0-3-208-16,-2 1 16 0,1-1 16 0,-2 0 0 15,1-2 176-15,-1 0-160 0,0 0 160 0,0-2-160 16,0-1 160-16,1 1 0 0,0 0 0 0,1-1 0 16,1-2-144-16,0 3 144 0,1-2-160 0,1 1 160 15,1 0-784 1,2 1-64-16,1 0-16 0,1-2 0 0,4 1-1632 0,1-2-320 0</inkml:trace>
  <inkml:trace contextRef="#ctx0" brushRef="#br0" timeOffset="49912.63">12598 5533 8287 0,'0'0'736'0,"0"-2"-592"16,0 2-144-16,0 0 0 0,-1 2 2192 0,0-2 416 16,0 1 80-16,-1 1 0 0,0 1-336 0,-3 0-80 15,-1 3-16-15,0 1 0 0,-1 2-1488 0,0 1-320 16,0 1-48-16,-1 1-16 0,1 0 48 0,-1 2 0 15,3-2 0-15,0 0 0 0,1-1 288 0,3-1 64 16,1-10 16-16,0 0 0 0,0 0-368 0,0 0-80 16,0 0-16-16,27 36 0 0,-20-36-336 0,2-2 0 0,0-1 0 0,2-2 0 15,-2-1-160-15,0 0-48 0,1-3-16 0,1 0 0 16,-1-1-32-16,0-2 0 0,-1 0 0 0,-1 1 0 16,-2 1 16-16,-1 0 0 0,-2 1 0 0,-2 2 0 15,-2 0 240-15,0-1 0 0,-3 4 0 0,-1-1 0 16,0 0 240-16,-3 3-64 0,0 0-16 0,-2 0 0 15,-1 4 112-15,-1-2 32 0,3 2 0 16,-1-2 0-16,1 3-128 0,0 1-32 0,3-1 0 0,-1 1 0 16,3-1-144-16,0 1 0 0,1-1 0 0,1-2 0 15,1 2-448-15,2-3-64 0,3 0 0 0,0 0-16 16,2-2-1376-16,2 0-272 0,1-3-48 0,2 2-9280 16</inkml:trace>
  <inkml:trace contextRef="#ctx0" brushRef="#br0" timeOffset="50173.68">12751 5412 911 0,'4'-7'0'0,"-1"0"0"0,-2 2 0 0,1 0 0 0,-1 3 2000 0,0-2 320 16,0 1 64-16,1-2 16 0,1-1 320 15,0-2 64-15,2-2 16 0,0-2 0 0,-1 3-1136 0,0 0-208 16,1 1-48-16,-3 1-16 16,1 2-624-16,-1 2-112 0,0 0-16 0,-1 3-16 0,0 0-288 0,-2 0-48 15,0 2-16-15,0 2 0 0,-2 4 240 0,-1-1 64 0,1 3 0 0,-2 4 0 16,0 3 160-16,-1 3 32 15,-1 4 16-15,-1 4 0 0,0 1-240 16,-2 0-48-16,0 1-16 0,0-1 0 0,1-3-160 0,0-2-48 0,3-3 0 0,0-2 0 16,1 0-112-16,1-3-32 15,2-1 0-15,2-15 0 0,0 0-528 0,0 0-112 0,0 0-32 16,0 0 0 0,0 0-1360-16,0 0-272 0,48 5-48 0,-34-20-10640 0</inkml:trace>
  <inkml:trace contextRef="#ctx0" brushRef="#br0" timeOffset="50479.77">12948 5412 10127 0,'2'-5'448'0,"0"0"96"0,0 1-544 0,0 2 0 31,-1 0 0-31,-1 2 0 0,1-1 1808 0,-1 1 256 0,1-2 48 0,1 0 16 16,-1 2-80-16,-2 2-32 0,0 3 0 0,-1-1 0 0,-2 4-544 0,-1 1-96 16,1 2-32-16,-2 2 0 0,0 3-512 0,-2 2-96 15,1-1-32-15,0 1 0 0,-1 0-400 0,1-1-96 16,0 0-16-16,1-1 0 0,0 0 0 0,1-3-16 0,2-1 0 0,1-1 0 15,1-3-176-15,1-2 160 16,0-6-160-16,0 0 160 0,0 0-160 0,0 0 0 0,0 0 0 0,0 0-176 16,35 20-112-16,-26-23-32 0,-1 0 0 0,1-1 0 31,0-1-176-31,1-2-32 0,-2 2-16 0,0-2 0 0,0 0-368 0,-2 0-80 0,1 2-16 0,-2-2 0 16,1 0-32-16,-1 0-16 0,-1 2 0 0,-1-2 0 15,0 2 160-15,-1 0 16 0,0-1 16 0,-2 1 0 16,0 2-272-16,0-1-48 0,0-1-16 0,-2 2-4048 15,0-1-832-15</inkml:trace>
  <inkml:trace contextRef="#ctx0" brushRef="#br0" timeOffset="50633.36">12827 5492 10127 0,'-6'3'448'0,"0"0"96"0,1-1-544 0,3-1 0 15,1 0 0-15,1-1 0 0,1 0 1744 0,-1 2 240 16,1-1 64-16,3-1 0 0,3 0 800 0,3-1 160 15,4-3 48-15,2-1 0 0,3-2-1584 0,1-2-320 16,2 1-64-16,-2-1-16 0,0-1-912 0,-3 1-160 0,1 3 0 0,-2 0-14384 16</inkml:trace>
  <inkml:trace contextRef="#ctx0" brushRef="#br0" timeOffset="53048.99">13440 5436 10127 0,'3'-2'896'0,"0"0"-704"0,-2 1-192 0,0 1 0 0,0 0 1392 0,1-2 240 16,2 1 48-16,1-2 16 0,5 0 416 16,-1-2 96-16,1 2 16 0,0-1 0 0,-1 2-1104 0,-1 1-224 15,0 1-32-15,-1 0-16 0,-7 0-640 0,0 0-208 16,0 0 128-16,0 0-128 16,0 0-832-16,0 0-208 0,0 0-48 0,0 0-6400 0,9 38-1264 0</inkml:trace>
  <inkml:trace contextRef="#ctx0" brushRef="#br0" timeOffset="53207.93">13466 5521 4031 0,'-7'5'0'0,"3"-4"176"0,2 0-48 0,1 1-128 0,1-2 0 0,-1 0 0 0,0 3 0 0,-2-2 0 16,-1 4 1504-16,-1-1 192 0,1 3 32 15,-1-1 16-15,1 2 16 0,1-1 0 16,0 2 0-16,0-1 0 0,1 1-368 0,-1 0-80 0,1 1-16 0,1 0 0 16,0-1-704-16,0-2-144 0,1 1-16 0,0-2-16 31,1 0-832-31,1-2-160 0,0-2-48 0,3-2-8896 0</inkml:trace>
  <inkml:trace contextRef="#ctx0" brushRef="#br0" timeOffset="53555.92">13718 5434 4607 0,'4'-5'400'0,"-1"2"-400"0,-1 3 0 0,-1 0 0 0,-1 0 1824 0,1 0 288 16,0-2 48-16,2 0 16 15,0 0 448-15,-1 1 112 0,-2 1 16 0,-1 3 0 0,-1-1-1216 0,-2 0-224 16,0 3-48-16,-2 0-16 15,1 0-656-15,-3 2-128 0,1-2-16 0,-2 2-16 0,1 0-240 0,0 0-32 0,0 0-16 0,1 0 0 16,0-3-144-16,1 2 128 16,1 0-128-16,2-3 128 0,2 2 224 0,0-3 32 0,2 1 16 0,0 1 0 15,-1-4-96-15,0 0-32 16,0 0 0-16,0 0 0 16,0 0-272-16,0 0 128 0,40 17-128 0,-40-17 0 0,0 0 0 0,0 0 0 15,0 0 0-15,0 0 0 0,36 16 0 0,-36-16-224 16,0 0 64-16,0 0 16 15,0 0 144-15,0 0-128 0,0 0 128 0,0 0-128 16,9 37 128-16,-13-31-192 0,0-1 192 0,0-1-192 0,-2 1 64 16,0-2 0-16,-3 1 0 0,-1 1 0 0,-1 0-16 0,-2-1 0 15,-2 1 0-15,-2-1 0 0,3 0-112 0,-3 0 0 16,1-1-16-16,2 0 0 16,4-2-464-16,2 1-96 0,2-2 0 0,3-2-7120 15,2 2-1424-15</inkml:trace>
  <inkml:trace contextRef="#ctx0" brushRef="#br0" timeOffset="54144.56">14176 5289 9215 0,'5'-5'400'0,"-1"1"96"15,0 1-496-15,-1 0 0 0,-2 3 0 0,0-2 0 0,0 2 1072 0,1-2 112 0,1 0 32 0,0-3 0 16,1 2 240-16,0 1 48 0,-2-2 16 16,-1 3 0-16,-1-1-336 0,0-1-64 0,-1 3-16 0,-1-2 0 15,-1 2-128-15,-1-1-16 0,0 1-16 0,-1 0 0 16,0 0-352-16,-1 0-64 0,-1 1-16 0,1-1 0 15,-2 2-304-15,1 1-64 0,1-1-16 0,-1 1 0 16,2-1-128-16,0 2 160 0,0 2-160 0,0-2 160 16,0 3 224-16,0 0 32 0,3 3 16 0,-2 0 0 15,1 4 192-15,-1 0 32 0,1 2 16 0,0 4 0 16,0 1-320-16,-1 2-64 0,2 3-16 16,-2 0 0-16,0 0-272 0,0 1 0 0,0-1 0 0,0 2 0 15,0-1 128-15,0-3-128 0,0-4 0 0,0 4 0 16,1 0 0-16,-1 3 0 0,0-2 0 0,0 1 0 15,0-1 0-15,0-4-144 0,0-1-16 0,0-5 0 16,0-1-512 0,0-5-96-16,2-1-32 0,-2-4 0 0,1-1 480 0,0-3 112 0,2 0 16 0,-1-3 0 31,1 1-944-31,1-8-176 0,1 1-32 0,0-7-10640 0</inkml:trace>
  <inkml:trace contextRef="#ctx0" brushRef="#br0" timeOffset="54339.68">13941 5547 7711 0,'-5'3'160'0,"2"-3"32"0,2 2 16 0,0-2 32 0,1 2-240 0,0-2 0 16,1 1 0-16,0 0 0 0,3 2 2464 0,2-2 448 15,-6-1 96-15,0 0 0 0,42-1-512 0,-22-4-96 0,2-2-32 0,2-2 0 16,0-3-1008-16,0 0-208 0,0 0-32 0,-3 1-16 16,-2 1-496-16,-3 3-96 15,-3-1-32-15,-1 4 0 0,-2-1-272 0,-2 3-48 0,-2-1-16 0,-1 3 0 16,-2-2-144-16,-1 2 0 0,0 0-192 0,-2 2-9664 15,0-2-1920-15</inkml:trace>
  <inkml:trace contextRef="#ctx0" brushRef="#br0" timeOffset="54879.49">14291 5478 6447 0,'0'-2'272'0,"-1"0"80"16,1 2-352-16,-1-2 0 0,1 2 0 0,0 0 0 16,0 0 1120-16,1-1 160 0,0 1 16 0,0-2 16 15,2-1-48-15,1-1-16 0,1-1 0 0,2-2 0 0,0 2-480 0,3-2-80 16,0 1-32-16,2-2 0 0,2 1 16 0,0-2 0 16,1 1 0-16,-2 2 0 0,2 0 80 0,-1 2 16 15,-2 1 0-15,-12 3 0 0,23-2 64 0,-23 2 0 16,0 0 16-16,0 0 0 0,0 0-400 0,37 23-96 15,-37-23-16-15,0 0 0 0,0 36-336 0,-5-21 0 16,-1 1 0-16,-1 1 0 0,-1-1 0 0,-2-2-160 16,1 0 16-16,0-4 0 0,0 2 0 0,-1-5 0 15,2 0 0-15,0-2 0 0,3-2 320 0,-1-1 64 16,2-2 16-16,0-3 0 0,2 1 304 0,2-4 64 16,0-3 16-16,2 0 0 0,2-2-320 0,0 1-48 0,2-2-16 0,-1 0 0 15,4-2-256-15,-1-2 0 0,2 1 0 0,1-1 0 16,-1 1 0-16,1 3 0 0,1 0 0 0,-1-1 0 15,1 3 0-15,-1 3 0 0,0-1-128 16,1 0 128-16,-1 2 0 0,-2-1 0 0,-1 2 0 0,2 1 0 16,-1-1-1232-1,-1 0-160-15,1 3-16 0,-1-3-10640 0</inkml:trace>
  <inkml:trace contextRef="#ctx0" brushRef="#br0" timeOffset="55744.47">14674 5399 6447 0,'0'-1'272'0,"0"1"80"0,1 0-352 0,0 0 0 16,-1-2 0-16,0 2 0 15,1 0 1344-15,-1-2 192 0,1 1 32 0,1-1 16 16,-1 0-480-16,0 1-80 0,-1 1-32 0,-1 0 0 0,-1 0-352 0,-1 3-80 0,1-1-16 0,-2 3 0 16,-1-1 336-16,0 1 64 0,-2 2 16 0,0 3 0 15,-2 0 112-15,2 1 16 0,-1 2 16 0,0 1 0 16,2 0 0-16,1 0 0 0,0-2 0 0,3 0 0 15,2-12-480-15,0 0-112 16,0 0 0-16,0 0-16 0,12 36-496 0,-12-36 0 16,0 0 0-16,0 0 0 0,31 2-608 0,-20-8-16 0,1 0 0 0,0-2 0 15,1 0 160-15,-1 0 16 0,-1-2 16 0,-2 1 0 0,0-2 112 16,-1 3 0-16,-3-4 16 0,-2 3 0 16,-1 2 304-16,-3-3 0 15,-1 3 0-15,-2 1 0 0,1 0 0 0,-3 1 0 0,-1 3 160 16,-3-2-32-16,1 3 192 0,-1 1 64 0,0 0 0 0,0 3 0 15,-1-1-128-15,3 2-32 0,-1-1 0 0,1 0 0 16,3 1-224-16,0-2 0 0,1 3 128 0,2-2-128 0,0-1 0 0,2 3 0 16,0-3 128-16,0 1-128 0,2-1 384 0,0-2 48 15,3 0 0-15,1 0 0 16,1-2-96-16,2-1-16 0,1 1 0 0,2-3 0 16,0 3-320-16,2-3 0 0,0-1 0 0,1 0-192 15,2 1-416-15,-1 1-96 0,-1-1 0 0,-1 2-16 31,-14 3-464-31,25-4-96 0,-25 4 0 0,0 0-16 0,26 0 320 0,-26 0 64 0,0 0 16 0,0 0 0 0,0 0 496 0,0 0 96 0,0 0 32 0,0 0 0 16,-1 30 848-16,-5-20 192 0,0-2 16 0,0 3 16 16,-1-2 288-16,0 2 48 0,1 0 16 0,-1-2 0 15,1-1-128-15,2 1-32 0,0-2 0 16,1-2 0-16,1-1-352 0,2-1-80 16,0-3-16-16,0 0 0 15,0 0-192-15,0 0-32 0,0 0-16 0,0 0 0 0,23-3-48 0,-16-4-16 0,2 0 0 0,1-2 0 0,0-1-464 16,0-1-96-16,0-1 0 0,1 0-16 15,-1-2-400-15,0 2-80 0,0 0-16 0,-1 1 0 16,1 1 336-16,-3 3 64 0,-1 2 16 0,-1 2 0 16,0 1 416-16,-1 0 0 15,-1 2 0-15,-1 0 0 0,0 2 400 0,-1 0 16 16,-1 3 0-16,0 1 0 0,-2 0 480 0,0 3 112 16,-1 1 16-16,1-1 0 0,-2 3-448 0,-1-2-64 15,1 2-32-15,-1 0 0 0,-1 1-240 0,1-3-48 16,0 2-16-16,1-4 0 0,1 0-32 0,0 0 0 15,2-3 0-15,0-1 0 0,2 1-144 0,1-5 160 0,0 0-160 0,2-2 160 16,-1-1-160-16,2-4 0 0,0 2 144 0,2-3-144 16,1-1 0-16,1-2 0 0,0 1 0 0,1-4-128 15,2 0-208-15,-1-3-48 0,1 1 0 0,0-1 0 32,0 3-656-32,0-1-144 0,-1 1-32 0,0 2 0 15,0 1 256-15,-3 4 32 0,1 2 16 0,-4 3 0 0,0 1 768 0,-5 1 144 0,0 0 0 0,0 0 0 16,0 0 912-16,3 36 112 0,-7-20 0 0,-3 1 16 15,0 4-96-15,-2 1-32 0,-1 0 0 0,0-2 0 16,0-2-336-16,1-1-64 0,0 0 0 0,3-4-16 16,1-2-496-16,3-3 0 0</inkml:trace>
  <inkml:trace contextRef="#ctx0" brushRef="#br0" timeOffset="61000.01">15478 5417 4607 0,'0'0'400'0,"0"0"-400"16,0 0 0-16,0 2 0 0,0-2 560 0,0 0 16 15,-1 3 16-15,0-1 0 0,0 2 112 0,-1 0 0 16,0 1 16-16,0 1 0 0,-1 1 112 0,1 0 0 0,-1 0 16 0,-1 4 0 16,0 0 144-16,-1 1 32 0,-1-1 0 0,1 1 0 15,0-2-160-15,0 2-32 0,-1 0 0 0,0-1 0 16,0 1 16-16,1-2 0 0,1-1 0 0,-1-2 0 15,2 0-64-15,0-2-16 0,1 0 0 0,0-2 0 16,1 1-256-16,0-4-48 0,1 1-16 16,1-2 0-16,0-1-128 0,1-1-48 0,0-2 0 0,2-1 0 0,1 0-272 0,0-3 0 15,0 2 0-15,2-3 0 16,0-1-464-16,0 1 0 0,1-2 0 0,0-1 0 16,0 1-112-1,0 0 0-15,-1 0-16 0,2-2 0 16,-2 2 16-16,1 0 16 0,1 2 0 0,-2 0 0 0,2 4 288 0,-3 0 48 0,1 3 16 0,-3 2 0 0,2-1 208 0,-3 4 192 15,-3-2-48-15,0 0 0 0,0 0 624 0,0 0 128 0,0 0 32 0,13 36 0 32,-13-36-160-32,-2 23-16 0,-1-10-16 0,-1 1 0 15,0 0-432-15,-3-3-96 0,1 1-16 0,0-2 0 16,-1 2-192-16,-1-1 176 0,2-1-176 0,-1-2 160 16,2-2-160-16,0 1 0 0,0-2 0 0,2-3 128 0,1-1-128 15,0-1 0-15,2-1 0 0,0-3 0 0,2 1 0 0,1-4 0 16,1 0-160-16,2-2 160 15,0-1-768-15,3-2-48 0,-1 0-16 0,1-2 0 16,1 1-64-16,1-2 0 0,-1 1-16 0,-1-3 0 16,2 2 288-16,-2-1 64 0,1 3 16 0,-1 1 0 0,-1 1 336 0,0 4 64 0,-1 2 16 0,-1 2 0 15,-2 2 128-15,-1 2 224 0,-3-1-48 0,0 0-16 16,0 0 912-16,0 0 176 16,8 37 32-16,-8-37 16 0,-4 28-240 0,1-14-48 0,-1 3-16 0,-1-3 0 15,0 1-544-15,0-3-128 0,0 0 0 0,-1 0-16 16,2 1-80-16,0-3-16 0,-1-1 0 15,3-2 0-15,-1 0-208 0,1-2 144 0,0 0-144 0,1-5 128 16,0 2-128-16,1-1 0 0,1-1 0 0,1-1 0 16,0-1-640-16,2-3 0 0,1 0 0 0,2 1-12080 15</inkml:trace>
  <inkml:trace contextRef="#ctx0" brushRef="#br0" timeOffset="61489.71">15824 5521 11967 0,'0'0'1072'0,"1"0"-864"16,0 0-208-16,-1-2 0 0,1 2 1280 0,1-2 192 15,1 1 64-15,2-3 0 0,2-1-192 0,1-2-16 16,2-3-16-16,-2 1 0 0,1-1-1184 0,-1 1-128 0,-2-3-224 0,-1 3 48 16,-1 0 176-16,-1 2-128 0,-2 1 128 0,-2 1-128 15,-2 2 128-15,-1 2 192 0,-3 2-32 0,-1 2-16 16,-1 2 96-16,-3 1 16 15,1 3 0-15,-2 0 0 0,-1 3-64 0,1-1 0 16,-1 1 0-16,1-2 0 0,2 0 0 0,-1-1-16 16,0 3 0-16,1 2 0 0,0-2 112 0,1-1 32 0,2 1 0 15,2-3 0-15,1-1 80 0,2-1 32 16,0 1 0-16,1-2 0 0,3 0-240 0,0-2-64 0,2-2 0 0,1-1 0 16,2-1-128-16,1-1-272 0,3-1 64 0,-1-2 16 15,0 1-304-15,1-2-48 0,1-1-16 0,1 0 0 16,1-1-160-16,-2-2-48 0,1 1 0 0,-2 0 0 15,1 0-32-15,-2-1-16 0,1 1 0 0,-4 0 0 0,1 0 432 0,-1 1 64 16,-1-1 32-16,-2 2 0 0,-1 0 288 16,-1 3 0-16,0 0-128 0,-3 3 128 0,1 0 240 0,-2 2 96 15,-1 0 32-15,1 3 0 0,-1 0 352 0,2-1 80 16,-1 1 16-16,0 0 0 16,1 2 48-16,-1 0 16 0,2 1 0 0,1-2 0 15,0-6-32-15,0 0 0 0,0 0 0 0,0 0 0 0,0 0-240 0,11 35-48 0,-11-35-16 0,0 0 0 16,0 0-176-16,0 0-48 0,37 4 0 15,-37-4 0 1,18-4-784 0,-7 0-176-16,-1 0-16 0,1-1-12624 0</inkml:trace>
  <inkml:trace contextRef="#ctx0" brushRef="#br0" timeOffset="61757.66">16143 5402 11967 0,'0'-2'1072'0,"0"1"-864"0,0 0-208 0,0 1 0 0,0-2 1488 0,0 2 256 31,0-3 48-31,0 1 16 0,-1-1-432 0,-1-1-96 0,0 1 0 0,-1-1-16 0,0 3-784 16,0 1-160-16,-1 0-16 0,-2 3-16 0,2 0 416 0,-3 1 96 15,1 1 16-15,-3 2 0 16,2 2 16-16,-2-1 16 16,-1 3 0-16,1 1 0 0,-2 2-208 0,1 1-32 15,1-1-16-15,-2 3 0 0,2-1-224 0,0 0-48 16,2-1-16-16,2-1 0 0,1-2-160 0,4-12-16 15,-3 21-128-15,3-21 192 0,0 0-48 0,0 0-16 16,0 0 0-16,0 0 0 0,0 0-352 0,0 0-80 16,0 0-16-16,39 22 0 15,-29-29-592-15,2-1-128 0,1-3-32 0,1-1-12528 0</inkml:trace>
  <inkml:trace contextRef="#ctx0" brushRef="#br0" timeOffset="62191.66">16316 5216 9215 0,'-1'-1'816'16,"1"1"-656"-16,0 1-160 0,-1 1 0 15,0-2 1600-15,0 1 304 0,0 0 48 0,-1 2 16 0,-2 1 352 0,0 2 80 16,-1 1 16-16,-1 1 0 0,1 0-1008 0,-1 1-208 16,0 1-48-16,0 2 0 15,-1 2-272-15,0 0-64 0,0 3-16 0,-2-1 0 0,0 3-224 0,0-2-32 16,0 1-16-16,0 2 0 0,0-1-144 0,0 2-16 15,1-5-16-15,1 1 0 0,0-2-352 0,2-4 144 16,0 1-144-16,1-5 0 0,2 1 0 0,1-2 0 16,0-4 0-16,1 1 0 0,2-3-336 0,0-3-32 15,1 1 0-15,0-2 0 0,1-1-16 0,2 0 0 16,0-2 0-16,1 0 0 0,-1 0 128 0,2 0 32 0,-1-3 0 16,1 3 0-16,0 0 224 0,-1 0-192 0,2 2 192 0,-1 0-192 15,1 0 192-15,0 3 0 0,0-2 0 0,0-1 0 16,1 2 0-16,-2-1 0 0,0 1 0 15,0 1 0-15,-3-1 0 0,-5 3 0 0,0 0 0 0,0 0 0 16,0 0 0-16,0 0 0 16,0 0 0-16,0 0 0 0,0 0 176 0,3 39-32 15,-3-39 0-15,-12 21 0 0,4-11 112 0,-1 1 0 16,1-2 16-16,1 1 0 0,0 0-112 0,1-1-32 0,0-2 0 16,2 0 0-16,2-2-128 0,1 0 0 0,2-3 0 0,-1-1 0 15,3-1-704-15,2-1-112 0,-1-4-16 0,4 1-13152 16</inkml:trace>
  <inkml:trace contextRef="#ctx0" brushRef="#br0" timeOffset="62453.64">16449 5414 10127 0,'2'0'448'0,"1"0"96"0,0-2-544 0,-1 2 0 0,0-1 0 0,-1 0 0 16,0 1 1136-16,3-3 112 0,2 1 32 0,1-3 0 16,1-1-320-16,2 0-64 0,-2 2-16 0,0-1 0 15,-2 2 528-15,0 1 96 0,-3 1 32 0,0 0 0 16,-1 2-368-16,-1 0-64 16,-1 1-16-16,-2-1 0 0,-1 3-1216 0,0-1-256 0,0 1-64 0,-1-1-11264 15</inkml:trace>
  <inkml:trace contextRef="#ctx0" brushRef="#br0" timeOffset="62612.71">16450 5488 8287 0,'-1'2'736'0,"-1"0"-592"0,2-1-144 0,0 1 0 0,-1-2 1792 0,0 1 336 16,0 3 64-16,-2 0 16 0,-1 4 288 0,0-1 64 15,-1 2 16-15,1 1 0 0,-1-3-1312 0,0 2-272 16,1 1-48-16,-1-1-16 0,1 1-608 0,2-2-128 15,-1-1-32-15,2-1 0 32,0-1-512-32,1-5-96 0,0 0-32 0,0 0-12128 0</inkml:trace>
  <inkml:trace contextRef="#ctx0" brushRef="#br0" timeOffset="63012.98">16576 5422 9215 0,'-1'2'816'0,"0"0"-656"15,0 3-160-15,0-2 0 0,0-1 2112 16,0 0 384-16,0 3 64 0,-1 0 32 0,-1 4-288 0,-3 5-48 0,0 1-16 0,-2 0 0 16,1 0-976-16,0-3-208 0,2 0-32 0,0-2-16 15,1-3-128-15,1 0-32 0,0 0 0 0,0-4 0 16,2 0-608-16,0-2-240 0,1-1 176 0,1-2-176 16,1-1 0-16,1-2-288 0,1-1 32 0,1-2 16 31,2-1-496-31,-1-1-96 0,1 1-32 0,1-3 0 0,0 2-384 0,0 1-80 0,-1 0-16 0,0-1 0 31,-1 3 480-31,0 0 96 0,1 0 0 0,-1 4 16 0,-1-1 592 0,0-1 160 0,-2 3 0 0,1 1 0 16,-1 1 240-16,0 0 112 15,0 0 32-15,-3 0 0 0,0 0 368 0,0 0 80 0,0 0 0 0,0 0 16 16,0 0-464-16,25 0-112 16,-25 0-16-16,0 0 0 0,0 0 176 0,0 0 16 0,0 0 16 0,0 0 0 15,0 0 336-15,0 32 64 0,-4-23 16 0,-1 1 0 16,1 0-368-16,-2-1-64 0,0 2 0 0,1-1-16 15,1-1-112-15,0 1-32 0,0-1 0 0,1-3 0 16,1 0-64-16,2-6-16 0,0 0 0 0,0 0 0 16,0 0-1184-1,0 0-240-15,0 0-64 0,0 0-13232 0</inkml:trace>
  <inkml:trace contextRef="#ctx0" brushRef="#br0" timeOffset="63364.7">16732 5471 5519 0,'0'0'496'0,"0"0"-496"15,0 0 0-15,0 0 0 0,0 0 2560 0,0 0 432 16,0 0 80-16,0 0 0 0,0 0 16 0,0 0 0 16,0 0 0-16,0 0 0 0,0 0-1792 0,0 0-352 15,33 27-80-15,-33-27-16 0,16-5-544 0,-9 2-112 16,1-1-32-16,0-1 0 0,-1-1-160 0,-1 0-224 16,0 1 48-16,-1-1 16 0,0 0 160 0,-3 2-208 15,1-3 80-15,-1 2 128 0,-2-3-432 0,0 2 48 0,-1 1 0 0,-1-2 0 31,-1-1-256-31,0 0-64 0,0 0 0 0,-1 1 0 16,0 0 128-16,-2 2 32 0,2-1 0 0,0 3 0 0,-1 0 544 0,-1 1 144 16,2 2 16-16,-1 2 0 0,1 1 672 0,0 1 144 15,-1 2 32-15,-1 3 0 0,-1 3 256 0,1 1 48 0,-3 2 16 0,2 2 0 16,0 1-352-16,2-1-64 0,-1 0-16 0,6-17 0 16,-5 28-400-16,5-28-96 0,0 0-16 0,3 31 0 15,-3-31-240-15,0 0-144 0,0 0 160 0,0 0-160 0,0 0 0 0,40 12 0 16,-29-15 0-16,-2-1-160 15,0 1-1056-15,0-2-192 0,3-1-64 0,-1 0-14000 16</inkml:trace>
  <inkml:trace contextRef="#ctx0" brushRef="#br0" timeOffset="63846.21">17109 5329 12895 0,'1'-2'1152'0,"-1"2"-928"15,0 0-224-15,0 0 0 0,0 2 656 0,-1-2 96 16,1 0 16-16,-1 1 0 0,-1 1 240 0,-1 2 48 16,0 1 16-16,-2 0 0 0,-1 2-128 0,0 4-32 15,-1 1 0-15,-2 3 0 0,0 2 528 0,0 3 96 16,-2 2 32-16,0 0 0 0,1-1-432 0,0 0-96 16,1-2-16-16,0-2 0 0,3-2-544 0,-1-2-112 0,3-1-32 0,0-2 0 15,4-10-592-15,0 0-112 0,-5 24-16 0,5-24-16 31,0 0-1232-31,0 0-240 0,0 0-48 0,0 0-10336 0</inkml:trace>
  <inkml:trace contextRef="#ctx0" brushRef="#br0" timeOffset="64066.59">17207 5253 8287 0,'4'-7'368'0,"-2"5"80"15,0-2-448-15,0 3 0 16,-2 1 0-16,0 0 0 0,0 1 1488 0,1 1 224 0,0 1 32 0,-1-3 16 0,0 0 128 0,0 0 32 15,2 39 0-15,-2-39 0 0,0 36-512 0,0-36-112 16,-1 42-16-16,1-42 0 0,1 48 16 0,-1-48 0 31,3 43 0-31,-3-43 0 0,5 37-784 0,-5-37-176 16,5 36-16-16,-5-36-16 0,4 31-544 0,-4-31-96 0,0 31-32 0,0-31 0 31,0 0-1808-31,-3 38-352 0,3-38-80 0,-5 16-8352 0</inkml:trace>
  <inkml:trace contextRef="#ctx0" brushRef="#br0" timeOffset="64256.11">17088 5507 8287 0,'-7'2'368'0,"3"-2"80"0,2 0-448 0,0 0 0 0,1 1 0 0,1-1 0 31,0 0 1568-31,0 0 224 0,0 0 64 0,0 0 0 0,0 0-80 0,0 0-16 16,0 0 0-16,0 0 0 0,0 0-768 0,30 2-160 15,-30-2-16-15,16-7-16 0,-7 4-208 0,0-1-32 0,2-3-16 0,0 2 0 32,0 0-416-32,0-2-128 0,2 2 0 0,0-2-11600 0</inkml:trace>
  <inkml:trace contextRef="#ctx0" brushRef="#br0" timeOffset="64927.99">17171 5239 3679 0,'1'-2'320'0,"1"1"-320"0,-1-1 0 0,0 2 0 16,0-1 704-16,0 0 80 0,0-3 16 0,3 1 0 0,1-2 512 15,-1 0 96-15,1-2 32 0,-1 5 0 0,-1-2-128 0,-3 3-32 16,1 1 0-16,-1 0 0 0,-1 3 192 0,-1-1 48 0,-1 2 0 16,-2 2 0-16,1 1-80 0,-3 2-16 0,0 3 0 0,-3 0 0 15,-1 4-448-15,-1 1-80 0,0 0-32 0,0 1 0 16,-2 4-464-16,-1 0-80 16,1 1-32-16,-1 0 0 0,1 1-432 0,1-2-96 0</inkml:trace>
  <inkml:trace contextRef="#ctx0" brushRef="#br0" timeOffset="66275.36">17373 5261 5519 0,'-2'0'496'0,"1"0"-496"16,1 0 0-16,0 0 0 0,0 0 688 0,0-1 32 0,0 1 16 0,0 0 0 0,0 0 416 0,0-2 64 15,2 2 32-15,1 0 0 16,1-2-128-16,1 0-32 0,3 1 0 0,0-3 0 16,1 1-112-16,2 1-16 0,-1-1-16 0,1-1 0 0,-1 1-560 0,1 1-96 15,-1-2-32-15,1 1 0 0,-2 0 192 0,0 1 16 16,-9 2 16-16,0 0 0 0,0 0 240 0,0 0 48 15,0 0 16-15,0 0 0 16,0 0-288-16,0 0-64 0,19 43-16 0,-24-31 0 0,-1 4 48 0,-2-1 16 16,1 1 0-16,-2 1 0 0,-1-1-160 0,0 1-16 15,2-1-16-15,0-2 0 0,2 1-80 0,6-15-16 0,-7 21 0 16,7-21 0 0,0 0-64-16,0 0 0 0,0 0-128 0,0 0 192 0,0 0 0 0,32 10 0 0,-24-17 0 0,2 2 0 15,2-3-64-15,-2-1 0 0,2 1-128 0,-2-1 192 16,0 3-416-16,-1-2-96 0,-2 1 0 0,-1 0-16 15,-1 3-64-15,-1-2-16 16,-1 4 0-16,-3 1 0 16,0 0 416-16,-1 2-128 0,-1 0 128 0,-2 2 0 0,-1 2 0 0,-1 1 0 0,-1 0 0 0,0 3 0 15,0-1 320-15,-1 1 160 0,1 2 32 0,0-2 0 16,7-9 160-16,-9 24 32 0,9-24 16 0,-5 24 0 31,5-24-240-31,0 0-48 0,2 31-16 0,-2-31 0 0,0 0-32 0,0 0 0 16,13 35 0-16,-13-35 0 0,0 0-96 0,0 0-32 15,17 36 0-15,-17-36 0 0,0 0-96 0,0 0-32 16,5 43 0-16,-5-43 0 0,-8 23-128 0,1-11 0 16,-3 2 0-16,-3-2 0 0,0 2 0 0,-3-2 0 15,-1-1 0-15,-1-2 0 0,3-2 0 0,-2 0 0 16,-2-2 0-16,2-1-16768 0</inkml:trace>
  <inkml:trace contextRef="#ctx0" brushRef="#br0" timeOffset="71308.92">18300 5350 4607 0,'1'-2'400'0,"-1"1"-400"0,0 1 0 0,0 0 0 0,0 0 928 0,0 0 96 15,-1 0 32-15,1 0 0 0,-1 1 240 0,0 1 48 16,-1 1 16-16,-1 2 0 0,0-1-656 0,1 4-128 15,-1 1-16-15,0 0-16 0,0 2 256 0,1 1 48 16,-2 1 16-16,1 1 0 0,-1 3 128 0,1 2 32 16,-2-1 0-16,0 2 0 0,2-1-208 0,-2 2-48 15,-1-2 0-15,1 0 0 0,-1 2-352 0,1-2-80 16,0 0-16-16,1-1 0 0,1-3-176 0,1-1-144 0,1-2 192 16,1-12-192-1,0 0-384-15,0 0-192 0,6 32-48 0,-2-30-6800 0,1-5-1344 0</inkml:trace>
  <inkml:trace contextRef="#ctx0" brushRef="#br0" timeOffset="71796.87">18265 5373 3679 0,'-1'-5'320'16,"1"1"-320"-16,0 4 0 0,0-2 0 16,0 2 560-16,0 0 32 0,0-2 16 0,0 0 0 15,1-3 480-15,0 0 112 0,1 0 16 0,1 3 0 0,1-1 64 0,0 0 32 16,3 2 0-16,-1-3 0 0,3 1-400 0,-1 0-80 15,1 1 0-15,1-3-16 0,3 0-304 0,-1 1-64 16,0 0-16-16,1 0 0 0,0 2 48 0,-13 2 16 16,0 0 0-16,37 2 0 0,-37-2-240 0,0 0-64 15,0 0 0-15,28 32 0 0,-28-32-192 0,2 29 0 16,-4-13 0-16,-3 3-160 16,-2-1-224-16,-2 0-32 0,-1 0-16 0,-1-2 0 15,-1-1-192-15,-1-1-32 0,0-4-16 0,-1 1 0 0,0-1 464 0,0-2 208 0,0 0-192 16,1 0 192-16,0-2 128 0,2 0 128 0,1-3 48 15,1-2 0-15,3 1-112 0,0-2 0 0,2-2-16 0,1 1 0 16,1 0-176-16,1-3 0 0,2 0 0 0,1 2 0 16,1-2 0-16,1 1-304 0,3-2 48 0,0 1 16 15,2-1 464-15,1 2 96 0,2-1 0 0,0 0 16 16,2 1 176-16,0 0 48 0,-14 3 0 0,26-3 0 16,-26 3-192-16,30-1-48 0,-30 1 0 0,33 4 0 15,-33-4-320-15,0 0 144 0,43 12-144 0,-43-12 0 16,0 0 0-16,0 0 0 0,33 31 0 15,-33-31 0-15,0 0 0 0,-1 31 0 0,-6-21 0 0,-1 1-144 16,-2-2 144-16,-3 1 0 0,-2 1 0 0,-1-2-128 0,0-1 544 16,-3 1 112-16,-1-1 32 0,-2-1 0 0,0 1 144 15,-1-2 48-15,1-1 0 0,1-2 0 0,2-1-160 0,1 0-16 16,4-2-16-16,4-2 0 0,3 0-560 0,3-1 0 16,4-2 0-16,3 1-12864 15</inkml:trace>
  <inkml:trace contextRef="#ctx0" brushRef="#br0" timeOffset="72398.37">18669 5471 8287 0,'-2'0'736'0,"1"0"-592"0,0 0-144 0,1 0 0 16,0 0 640-16,0 0 80 0,-1 0 32 0,0 0 0 16,0 0 1184-16,0 0 240 0,0 0 64 0,1 0 0 15,1 0-832-15,1 1-176 16,2-1-16-16,1 2-16 0,1-4-288 0,2 1-48 0,-8 1-16 0,23-4 0 15,-23 4-448-15,28-4-80 16,-28 4-32-16,31-6 0 0,-31 6-288 0,33-7 0 16,-33 7 0-16,29-5 0 15,-29 5-1280-15,0 0-176 0,30 0-16 0,-25 0-9184 16</inkml:trace>
  <inkml:trace contextRef="#ctx0" brushRef="#br0" timeOffset="72557.19">18638 5571 2751 0,'0'2'256'0,"0"-2"-256"0,2 0 0 0,-1 1 0 16,1 1 1712-16,0-2 288 0,0 0 64 0,2 0 16 15,-4 0-176-15,0 0-48 0,30 0 0 0,-30 0 0 16,30-5-928-16,-13 2-192 0,1-1-32 0,-1-1-16 16,0-2-688-16,0 2-272 0,0 0 16 0,-1-2 0 15</inkml:trace>
  <inkml:trace contextRef="#ctx0" brushRef="#br0" timeOffset="73094.47">19159 5320 2751 0,'1'-3'256'0,"0"-2"-256"16,0 3 0-16,-1 0 0 0,0-1 1184 0,-1 2 192 15,1 0 32-15,-1-1 16 0,0-1 368 0,0-1 80 16,-2-1 16-16,-2 0 0 0,1 3-240 0,-3-1-48 16,0 3-16-16,-2 0 0 0,-1 3 32 0,-1 1 16 15,-1 1 0-15,0 1 0 0,0 1-624 0,1 1-128 0,-1 0-32 0,1 1 0 16,2 0-320-16,1 0-64 16,2 0-16-16,1 0 0 0,1 0-160 0,1 1-32 0,2-1-16 0,1-9 0 15,0 0-240-15,0 0 0 0,0 0 0 0,0 0 0 16,25 38 0-16,-25-38 0 0,0 0 0 0,0 0 0 15,42 14 0-15,-42-14 0 0,0 0 0 16,0 0 0-16,35 10 0 0,-35-10 0 0,0 0-128 16,0 0 128-16,0 0 0 0,0 0-160 0,0 0 160 0,14 37-128 0,-18-29-48 0,-2-1 0 15,0 0 0-15,-1 0 0 0,0-1-128 0,-3 0-16 16,0 1-16-16,0 0 0 0,-2-2 144 0,1 0 48 16,0 0 0-16,0-2 0 15,2 0 144-15,2-2 0 0,0 1 0 0,2 0 0 0,2-2 0 0,2 0 0 0,1 0 0 0,2 0 0 16,1 0 0-16,0 0-160 0,3 0 160 0,-1 0 0 31,2 0 0-31,-7 0 0 0,0 0 128 0,0 0-128 0,0 0 272 0,0 0-32 16,41 19-16-16,-41-19 0 0,0 0-64 15,0 0-16-15,0 0 0 0,17 38 0 0,-16-31-144 16,-2 3 160-16,1-1-160 0,-2 1 160 0,1 0-16 0,1-1 0 16,-1 0 0-16,1-2 0 0,0 0 272 0,0-7 48 0,0 0 16 0,0 0 0 15,0 0-80-15,0 0-16 16,0 0 0-16,0 0 0 0,40 15-384 15,-33-16-272-15,-1-1 32 0,1 2-9808 16,-1-1-1952-16</inkml:trace>
  <inkml:trace contextRef="#ctx0" brushRef="#br0" timeOffset="77242.47">19344 5330 911 0,'-1'-5'0'0,"1"2"0"0,0 1 0 0,-1-1 0 0,1 3 576 0,0 0 48 16,0 0 0-16,-1-2 0 0,1 2 160 0,-1-3 48 15,0 3 0-15,-1 0 0 0,2 1-16 0,-2 3 0 16,1 1 0-16,-1 2 0 0,1 3 48 0,0 1 16 16,-1 1 0-16,1 2 0 0,0 3-224 0,0 0-32 0,1-17-16 0,0 35 0 15,0-35-32-15,-2 39-16 0,2-39 0 0,-1 37 0 16,-1-19-112-16,0-1-32 16,0 0 0-16,1-5 0 0,-1 0-288 0,1-2-128 0,1-1 0 15,-1 1 128-15,0-6-128 0,1 3 0 0,-1-4 0 0,1-1 0 16,0 0 0-16,0-2 0 15,0-2-144-15,0 0 144 0,0-1 0 0,0-1 0 0,1 1 0 0,-1-3 0 16,1 1 0-16,0 0 144 0,1-3 16 0,0 2 0 16,1 0-32-16,0-2 0 0,0 2 0 0,0-1 0 0,0 0-128 15,1 0 0-15,0 0 144 0,2 2-144 0,-1-2 128 0,2 0-128 16,0 2 160-16,0-1-160 0,-1 3 128 0,2-2-128 16,-1 3 0-16,1-1 144 0,-1 1 16 0,0-1 0 15,-2 3 0-15,0 3 0 0,-5-3 144 0,0 0 16 16,0 0 16-16,0 0 0 0,9 35-336 0,-9-25-192 15,-2 3 32-15,0-1 0 16,-1 1 160-16,-3-1-128 0,0 0 128 0,-1-2-128 0,0 1-176 0,-3-2-16 0,1 1-16 0,-1-3 0 16,1 0 16-16,-1 0 16 0,2-2 0 0,0-3 0 15,1 1 304-15,2-3 0 0,1 0 0 0,0 0 0 16,2-2 0-16,1-1-208 0,3 1 32 0,1-6 16 31,2 2-544-31,0 0-128 0,4-3 0 0,2 0-16 0,2-1-432 0,1-1-96 16,0 1-16-16,2 0 0 15,1 1 128-15,-1-3 32 0,-1 2 0 0,-1 1 0 0,0 2 816 0,-1-3 160 0,0 2 48 0,0 1 0 0,-1-1 912 16,-1 3 176 0,0 0 32-16,-3 0 16 0,-2 2 544 0,-1 0 128 15,-2 3 0-15,-2 0 16 0,-2 0-544 0,-1 2-112 0,-2 0-32 0,0 1 0 0,-3 2-128 0,1 1-32 32,-2-1 0-32,0 2 0 0,1 1-192 0,0 1-32 0,-1 2-16 0,0 1 0 0,1 1 192 0,0 1 48 31,4 0 0-31,0 0 0 0,3-2-288 0,0-12-48 0,0 0-16 0,0 0 0 0,0 0-416 0,22 35 0 15,-22-35 0-15,0 0 0 16,33-3-320-16,-17-3-128 0,0-1-48 0,2-3 0 16,0-2-208-16,0-1-64 0,-1 0 0 0,-1-1 0 31,-2 0-480-31,-3 1-96 0,-2 0-32 0,-4 0 0 16,-2 2 704-16,-4-1 144 0,-4 3 16 0,-4 0 16 0,-1 0 896 0,-4 1 176 0,-2 1 48 0,0 2 0 0,1 2 16 0,-2 1 16 0,0 2 0 0,1 2 0 15,3 3 176-15,1 0 16 0,0 2 16 0,3 0 0 16,3 1-352-16,-1-2-64 0,3 3 0 0,1-1-16 15,2-1-272-15,2-1-160 0,-1-6 192 0,0 0-7312 32,0 0-1456-32</inkml:trace>
  <inkml:trace contextRef="#ctx0" brushRef="#br0" timeOffset="77525.8">19822 5291 7359 0,'-2'-7'320'0,"0"2"80"0,1 0-400 0,0 1 0 16,1 2 0-16,-1 2 0 0,1-3 976 0,-1 0 112 15,-1-1 32-15,0-1 0 0,-1-2 896 0,-1 3 176 16,1 1 48-16,0 1 0 0,-1 4-320 0,0-1-48 16,0 3-16-16,1 0 0 0,-1 4-608 0,0 2-128 0,1 3-32 0,-1 2 0 15,2 0-352-15,-1 3-80 0,1 5-16 0,1 1 0 16,0 1-336-16,0 1-80 0,1-1-16 15,0 1 0-15,0-26-208 0,2 43 0 0,-2-43 128 0,4 36-128 16,-4-36 0-16,0 0 0 0,10 43 0 0,-10-43 0 31,0 0-464-31,0 0-144 0,13 35-32 0,-13-35 0 16,0 0-640-16,0 0-144 0,0 0-32 0,0 0-6832 0,0 0-1376 0</inkml:trace>
  <inkml:trace contextRef="#ctx0" brushRef="#br0" timeOffset="77794.6">20009 5343 3679 0,'2'-4'320'0,"-1"1"-320"16,0 3 0-16,-1 0 0 0,0 0 1408 0,-1 2 192 15,0-1 64-15,0 3 0 0,-1 1 704 0,-1 3 128 16,-1 3 48-16,-2 4 0 0,0 1-1072 0,0 0-192 16,-1 4-64-16,-2-1 0 0,2 2-208 0,-1-2-48 15,2 0-16-15,1-3 0 0,2 1-368 0,0-3-80 16,3-14-16-16,1 26 0 0,-1-26-224 0,0 0-32 15,0 0-16-15,0 0 0 0,31 38-16 0,-31-38 0 16,0 0 0-16,43 5 0 0,-43-5 80 0,38-5 16 16,-19 0 0-16,0-1 0 0,-1-2-288 0,-3 1-272 15,-2-2 48-15,-2 1 16 16,-1 1-1008-16,-4 0-208 0,0 0-48 0,-3 0 0 16,-3 2-160-16,-1 0-32 0,-2 2-16 0,-4 2-7664 0</inkml:trace>
  <inkml:trace contextRef="#ctx0" brushRef="#br0" timeOffset="77963.73">19862 5530 4607 0,'-2'-4'400'0,"0"2"-400"0,2-1 0 0,0 3 0 15,2-2 1792-15,-1 2 256 0,0 0 64 0,2 0 16 0,-3 0 1040 0,0 0 208 16,0 0 32-16,38 2 16 0,-38-2-1360 16,35 0-272-16,-35 0-48 0,43-2-16 0,-43 2-944 0,46-3-192 15,-46 3-32-15,44-2-16 16,-44 2-1008-16,36-2-208 0,-36 2-32 0,32-5-13152 15</inkml:trace>
  <inkml:trace contextRef="#ctx0" brushRef="#br0" timeOffset="78472.88">20505 5325 12895 0,'1'-1'1152'0,"0"1"-928"0,0 0-224 0,0 1 0 32,0 0 1296-32,1 0 224 0,0 1 32 0,2 1 16 0,-4-3-176 0,0 0-48 0,0 0 0 0,0 0 0 15,45 21-624-15,-45-21-128 0,0 0-16 0,0 0-16 31,41 17-1104-31,-41-17-224 0</inkml:trace>
  <inkml:trace contextRef="#ctx0" brushRef="#br0" timeOffset="78614.64">20470 5474 14735 0,'0'0'640'0,"0"0"160"0,0 26-640 0,0-26-160 31,0 0 0-31,0 0 0 0,0 0 1008 0,0 0 160 0,5 38 48 0,-5-38 0 0,8 31-704 0,-8-31-144 16,0 0-32-16,17 40-9168 0</inkml:trace>
  <inkml:trace contextRef="#ctx0" brushRef="#br0" timeOffset="78950.77">20849 5384 11055 0,'-6'5'480'0,"0"-1"112"0,1 1-464 0,0-3-128 0,1 1 0 0,1-1 0 0,0 3 1280 0,-5-1 256 0,-3 6 32 0,-3 0 16 31,-2 1-176-31,1 1-16 0,1-3-16 0,2 1 0 16,2-2-288-16,2-2-48 0,3 0-16 0,0-1 0 15,3-1-176-15,1 0-32 0,2-1-16 0,-1-3 0 16,0 0-208-16,0 0-32 0,0 0-16 0,0 0 0 0,0 0-352 0,42 19-64 15,-42-19 0-15,0 0-128 0,0 0 144 0,38 16-144 16,-38-16 0-16,0 0 144 0,0 0-144 0,0 0-192 16,32 29 32-16,-32-29 16 0,0 0-176 0,0 0-16 0,0 0-16 15,-2 24 0-15,0-20 352 0,-2-1 0 16,0 1-144-16,1-3 144 0,-1 1 336 0,-1 0 128 16,0 0 32-16,-2-2 0 0,0 1-16 0,-2 0 0 0,0 0 0 0,-1 1 0 15,-2-2-352-15,-1 1-128 0,-3 1 0 0,1 0 144 31,0-1-976-31,1 0-192 0</inkml:trace>
  <inkml:trace contextRef="#ctx0" brushRef="#br0" timeOffset="79562.64">21500 5282 12895 0,'0'-3'1152'0,"-1"1"-928"0,0 2-224 0,0 0 0 0,1 0 592 0,-1 0 80 15,-1 0 16-15,-2 0 0 16,-1 2-176-16,-1-1-16 0,-2 3-16 0,1 1 0 0,-1 0-208 0,0 2-32 16,0 4-16-16,1 1 0 0,-1 0 576 0,1 3 112 15,1 1 32-15,0-1 0 0,1 1-208 0,1 0-32 16,2 1-16-16,-1-2 0 0,3-15-112 0,-2 29-32 15,2-29 0-15,2 32 0 0,-2-32-288 0,3 33-48 0,-3-33-16 0,4 38 0 32,-4-38 64-32,3 40 16 0,-3-40 0 0,1 44 0 0,-1-44-128 0,-2 44-16 0,-1-22-128 0,0-3 192 15,-2-1-336-15,-1 0-80 0,1-2-16 0,-2 0 0 32,1-4-864-32,-2-3-176 0,2-1-48 0,0-6-9328 0</inkml:trace>
  <inkml:trace contextRef="#ctx0" brushRef="#br0" timeOffset="79741.92">21243 5538 6447 0,'-1'-3'576'0,"1"3"-576"0,1 0 0 0,0 0 0 0,1 0 1392 0,1-1 160 16,1 0 48-16,1-1 0 0,-5 2 752 0,22-5 144 16,-8 1 48-16,3 1 0 0,2-2-976 0,0 0-192 31,2-2-32-31,0 3-16 0,-3-1-432 0,2 1-96 0,-20 4-16 0,46-8 0 15,-22 5-416-15,-24 3-96 16,41-3-16-16,-41 3 0 16,31 1-544-16,-31-1-112 0,0 0-32 0,33 8-12432 0</inkml:trace>
  <inkml:trace contextRef="#ctx0" brushRef="#br0" timeOffset="80104.93">21654 5445 9215 0,'0'-2'816'0,"0"2"-656"0,1 0-160 0,-1 0 0 16,0 0 576-16,1 0 96 0,0-2 16 0,1 1 0 15,0-1 672-15,1 0 144 0,2 0 32 0,0-3 0 16,1 2-768-16,1 1-160 0,0 0-32 0,1-1 0 16,0 1 48-16,-8 2 0 0,0 0 0 0,27 0 0 0,-27 0 224 0,0 0 48 15,0 0 16-15,0 0 0 0,36 26-240 0,-36-26-48 16,0 0-16-16,11 35 0 0,-11-35-304 0,0 0-64 15,1 36-16-15,-1-36 0 16,-4 26-96-16,1-14-128 0,1 0 176 0,-1-3-176 0,-1-2 208 0,1 1-64 16,0-4-16-16,1 1 0 0,0-4 320 0,0-2 48 15,1-1 16-15,1-1 0 0,0-1 352 0,0-4 80 16,3 1 16-16,0-2 0 0,1-3-448 0,1 0-96 16,2-2-16-16,-1 0 0 0,1 0-144 0,-1 0-48 15,2-1 0-15,1-2 0 0,0 2-208 0,0 0 0 16,1 0 0-16,2 1-160 0,-2 3-144 0,-1 2-16 0,0 3-16 0,0 0 0 31,-1 3-1136-31,-1 1-240 0,-7 2-32 0,0 0-11904 0</inkml:trace>
  <inkml:trace contextRef="#ctx0" brushRef="#br0" timeOffset="81028.98">21994 5438 911 0,'1'-2'0'0,"0"-2"0"0,1 1 0 0,-1 2 0 0,0-1 1248 0,-1 2 160 16,1 0 48-16,-1-1 0 16,1 0 112-16,0 1 32 0,0 0 0 0,-2 0 0 15,0 2-736-15,-1 1-144 0,-1 4-16 0,-1 2-16 16,-1 1 528-16,-1 1 96 0,1 4 32 0,-2 0 0 16,1 2 0-16,-1-2 16 0,2 0 0 0,1 1 0 15,4-16-528-15,-4 22-128 0,4-22 0 0,0 0-16 0,0 0-272 0,0 0-48 16,0 0-16-16,30 28 0 15,-30-28-640-15,18-6-128 0,-8 0-32 0,0-1 0 16,0-2-176-16,1-1-32 0,0 1-16 0,-2-3 0 16,-1 1-176-16,-1 0-48 0,-2 0 0 0,-2 1 0 0,-2 1 400 0,-2-1 80 0,-2 0 16 0,-2 1 0 15,-1 2 400-15,-1 0 304 0,-2 2-48 0,-1 1-16 16,0 3 176-16,-1 1 32 0,0 0 16 0,0 3 0 16,0-1 112-16,-1 3 32 0,2 0 0 0,1-1 0 15,1 3-16-15,0-4 0 0,3 2 0 0,1-1 0 16,1 1 48-16,1-3 16 0,1 1 0 0,2-1 0 15,0 1-208-15,3-3-64 0,-4 0 0 0,0 0 0 16,0 0-256-16,26-7-128 0,-26 7 0 0,19-7 128 16,-19 7-448-16,23-9-80 15,-11 3-32-15,1 1 0 0,0-1-160 0,0 0-48 16,0 2 0-16,0-1 0 0,-1 2 416 0,-12 3 80 0,26-6 16 0,-26 6 0 16,0 0 128-16,27-2 0 0,-27 2 0 0,0 0 0 0,0 0 0 15,0 0 0-15,0 0 0 0,0 0 0 0,28 30 608 0,-28-30 48 16,0 0 16-16,-3 24 0 0,0-15-160 0,-1-2-16 15,0 3-16-15,1-3 0 0,-1 2-272 0,1-2-48 16,-1 0-16-16,3-1 0 16,-1-2-144-16,1 0 160 0,1-1-160 0,1-3 160 0,-1 0-160 0,2 0 160 15,0-3-160-15,2 1 160 0,0-2 816 16,1-3 176-16,1 0 16 0,0-1 16 16,1 1-1856-16,-1-2-368 0,3-1-80 0,0 0-16 15,-1 1 528-15,2 0 96 0,-2-1 32 0,1 1 0 0,-1 2 160 0,-1-1 48 0,0 4 0 0,-2-1 0 16,-5 5 272-16,0 0-128 15,0 0 128-15,0 0 0 0,0 0 240 0,0 0 144 0,0 0 48 0,0 0 0 16,11 38 272 0,-11-38 64-16,-4 19 16 0,4-19 0 0,-6 19-384 15,6-19-80-15,-5 19 0 0,5-19-16 0,-3 16-32 0,1-10 0 0,0 0 0 0,1-1 0 16,1 0-112-16,0-4-32 0,1 0 0 0,0-1 0 16,0 0-128-16,1-2 0 15,0 0 144-15,0-3-144 0,0 0 0 0,1 1 0 0,1-2 0 0,-2 0 128 16,3 0-128-16,-1 0-208 15,1-2 48-15,1 1 16 0,0 0-176 0,0-2-48 16,1 2 0-16,-1-1 0 16,1 2-192-16,0 0-32 0,-1 2-16 0,2-3 0 0,-2 2 384 0,0 1 80 15,0 1 16-15,1-2 0 0,-2 3 128 0,2 0 0 0,-2-1 0 16,-5 3 0-16,0 0 0 0,0 0 0 16,0 0 128-16,0 0-128 0,0 0 512 0,0 0 48 0,0 0 0 0,0 0 0 15,0 0-96-15,0 0-16 0,0 0 0 0,0 0 0 16,32 21-16-16,-32-21-16 0,0 0 0 0,0 0 0 15,-4 29-96-15,4-29-32 0,-4 21 0 0,4-21 0 16,-5 22-96-16,5-22 0 0,-5 21-16 0,5-21 0 16,-2 21 32-16,2-21 16 0,0 0 0 0,0 0 0 15,0 0-224-15,6 32 0 0,-6-32 0 0,0 0-17184 16</inkml:trace>
  <inkml:trace contextRef="#ctx0" brushRef="#br0" timeOffset="82393.2">22839 5400 5519 0,'2'-4'496'0,"0"1"-496"15,-1 1 0-15,0 2 0 0,0 0 768 16,0-2 48-16,1 1 16 0,0-3 0 0,3 1 960 16,0-2 192-16,0 1 32 0,0 2 16 0,0 2 48 0,-3 2 16 15,0 0 0-15,-2-2 0 0,0 0-432 0,0 25-64 16,-2-12-32-16,-2 1 0 0,-2 5-800 0,0-1-176 15,-3 2-16-15,0 1-16 0,0-1-384 0,-1-2-176 16,-1 2 160-16,1-4-160 0,2 0 0 0,0-4 128 16,2 0-128-16,1-4 0 0,3-2 0 0,1-3 0 15,1-1 0-15,0-4 0 0,1 0-192 0,2-1-16 16,1-3-16-16,1-2 0 16,2-1-208-16,-1-1-32 0,3-2-16 0,-1 0 0 15,1-1-48-15,-1 0-16 0,-1-1 0 0,1 0 0 0,1 2 288 0,-2-3 48 16,1 2 16-16,-1 3 0 0,-1-1 192 0,0 3 0 0,0-2 0 0,-1 4 0 15,2-2 0-15,-2 4-144 0,-1 1 144 0,0 1 0 0,0 2 0 16,-2 2 0-16,0 1 0 0,-1 3 0 0,-1-6 256 0,0 0 128 16,-2 29 16-16,2-29 16 0,-4 24 16 15,0-12 0-15,0 2 0 0,0 1 0 16,-2 1-240-16,0-2-64 0,1-2 0 0,1 0 0 0,0-5-128 0,2 1 0 16,0-2 0-16,1-3 128 0,0 0-128 0,1-3 0 15,0 0 0-15,1-1 0 0,1-2 0 0,0-2-256 16,1 1 48-16,1-1 0 15,0-2-640-15,1 0-128 0,3-2-32 0,0-3 0 16,1 0-336-16,2 0-80 0,0 0-16 0,0-2 0 16,2-3-384-16,0 1-80 0,1-1-16 0,-1 3 0 15,-1 0 848-15,0 3 176 0,0 2 16 0,-3 1 16 0,1 2 864 0,-2 2 320 16,-1 2-16-16,-1 1 0 0,-6 1 720 0,0 0 160 0,0 0 32 16,0 0 0-16,0 0 0 0,0 0 16 0,6 34 0 0,-9-23 0 15,-1 1-144-15,-2 2-48 0,1 0 0 16,-2-1 0-16,2 3-176 0,-2-2-32 0,1-1-16 0,-2 0 0 15,3 0 0-15,-1-1 0 0,1-1 0 16,1-1 0-16,0 1-336 0,2-1-64 0,0-3-16 0,2-7 0 31,0 0-928-31,0 0-192 0,0 0-48 0,0 0-12256 0</inkml:trace>
  <inkml:trace contextRef="#ctx0" brushRef="#br0" timeOffset="82850.56">23233 5498 11055 0,'1'0'480'0,"0"0"112"0,1 0-464 0,-1 0-128 16,0 0 0-16,0-2 0 15,0 1 1056-15,1 1 192 0,2-3 32 0,0 1 16 0,1-2-512 16,0-1-96-16,1 0-32 0,0 0 0 0,-2-2-656 0,-1 0-352 16,0 0 32-16,-1 0 16 0,-2 1 48 0,-2-2 16 0,-1 3 0 15,-1-2 0-15,-1 2 240 0,-2 1 0 16,0 3 0-16,-2-1 0 0,1 2 448 0,0 2 96 15,-1 2 16-15,1 0 0 0,0 3 208 0,0 0 32 16,2 2 16-16,-1 1 0 0,1 2 0 0,-1-1 0 16,1 2 0-16,-1 1 0 15,2-2-368-15,0 0-64 0,1 0 0 0,4-12-16 0,-4 20-368 0,4-20 128 16,0 0-128-16,0 0 0 16,0 0-528-16,0 0-176 0,0 0-48 0,0 0 0 0,0 0-480 15,0 0-112-15,35 14 0 0,-27-18-16 16,1-4 272-16,0 2 64 0,-1-2 16 0,2-1 0 15,-2 2-80-15,-1-2-32 0,1 2 0 0,-3-1 0 16,1 1 480-16,-1 2 112 0,-2-1 16 0,1 3 0 0,-2 0 512 0,0 1 256 16,-1 1-32-16,0 2 0 0,-2 1 512 0,1 1 96 15,-2 2 32-15,0-1 0 0,0 4 800 0,0-2 144 16,0 2 48-16,2-8 0 0,0 0-528 0,-2 21-112 16,2-21 0-16,0 0-16 0,0 0-464 0,0 0-96 0,0 0 0 15,0 0-16-15,0 0-624 0,0 0 0 0,0 0 0 0,36 21 0 31,-29-23-528-31,1-3-128 0,1 0-32 0,0-1-9936 0</inkml:trace>
  <inkml:trace contextRef="#ctx0" brushRef="#br0" timeOffset="83114.02">23525 5411 6447 0,'3'-6'576'0,"1"0"-576"0,-2 3 0 0,-1 0 0 0,-1 3 1216 0,0-2 128 15,1-1 16-15,0-1 16 0,0-3 640 16,-1 2 128-16,-2 1 32 0,-4 3 0 0,0 4-384 0,-3-1-64 0,-3 5 0 0,-1 0-16 16,0 3-656-16,-3 1-128 0,0 2-32 15,0 3 0-15,1-2-176 0,1 2-32 0,2-1-16 0,-1-1 0 16,3 0 96-16,3-1 32 16,0 0 0-16,4-1 0 0,3-12-224 0,0 0-64 0,0 0 0 0,5 33 0 15,-5-33-368-15,0 0-144 0,0 0 0 0,35 12 144 16,-35-12-848-16,27-4-192 0,-11-1-16 0,2-2-9184 31,-1-3-1824-31</inkml:trace>
  <inkml:trace contextRef="#ctx0" brushRef="#br0" timeOffset="83496.12">23636 5223 13823 0,'-1'2'608'0,"0"0"128"0,0 1-592 0,0-1-144 31,1 0 0-31,0 0 0 0,-1 1 1792 0,0 3 336 0,0 3 64 0,1-9 16 16,-5 29-288-16,5-29-64 0,-7 37-16 0,2-19 0 16,5-18-368-16,-8 38-64 0,3-16 0 0,0-1-16 0,0 0-512 0,5-21-112 15,-10 41 0-15,4-22-16 16,0-3-368-16,6-16-64 0,-10 32 0 0,10-32-16 0,-6 28-304 0,6-28 160 16,0 0-160-16,0 0 128 0,-1 26-128 0,4-25 0 0,-1-2 0 0,4-4 0 15,0-1-368-15,0-2 0 0,1-2 0 16,2-1 0 15,-2 1-464-31,1-3-80 0,-1 1-32 0,0-1 0 16,1 3 160-16,-2-2 16 0,2 1 16 0,-2 2 0 0,1 3 448 0,-2 0 96 0,1 1 16 0,-1 0 0 15,0 3 192-15,0 0 0 0,-5 2 0 0,0 0 0 16,0 0 0-16,0 0 240 0,0 0-32 0,0 0 0 0,0 0 192 0,29 28 48 16,-29-28 0-16,0 0 0 0,0 0-288 0,3 30-160 15,-3-30 192-15,0 0-192 0,-4 26 192 0,2-18-192 16,0-3 192-16,0 2-192 0,0-3 160 0,0 1-160 15,1 0 128-15,0-4-128 16,1 0-320-16,0-2-160 0,2 0-32 0,1-4-13376 16</inkml:trace>
  <inkml:trace contextRef="#ctx0" brushRef="#br0" timeOffset="83653.4">23875 5320 19343 0,'0'2'848'0,"0"-2"192"0,1 2-832 0,0-1-208 0,0 0 0 0,0 0 0 16,0 1 1696-16,1-2 288 0,-2 0 64 0,0 0 16 16,0 0-1472-16,0 0-288 0,0 0-64 0,0 0-16 15,32 14-2496-15,-32-14-496 0,0 0-112 0,0 0 0 16</inkml:trace>
  <inkml:trace contextRef="#ctx0" brushRef="#br0" timeOffset="83813.25">23846 5436 911 0,'-3'4'0'0,"0"-1"0"0,1 0 0 0,0-1 0 0,2-2 2512 0,0 0 432 16,0 0 64-16,0 0 32 0,-7 18-96 0,7-18-32 15,-10 22 0-15,4-10 0 0,6-12-1728 0,-10 26-352 16,10-26-64-16,-8 24 0 0,8-24-432 0,-7 18-80 16,7-18 0-16,0 0-16 15,0 0-720-15,0 0-144 0,0 0-16 0,0 0-10240 0</inkml:trace>
  <inkml:trace contextRef="#ctx0" brushRef="#br0" timeOffset="84191.29">23937 5408 9215 0,'0'0'400'0,"0"0"96"0,0 0-496 0,0 0 0 0,0 0 0 0,0 0 0 16,0 0 2048-16,0 0 304 0,0 0 64 0,-1 28 16 15,1-28-256-15,0 0-32 0,-4 35-16 0,4-35 0 16,0 0-752-16,-4 34-160 0,4-34-16 0,0 0-16 0,-4 33-656 0,4-33-128 15,0 0-16-15,-6 24-16 16,6-24-208-16,0 0-32 0,0 0-128 0,-6 18 192 0,6-18-192 0,0 0 0 16,0 0 0-16,0-3 0 0,1-1 0 0,1-1 0 15,1-1 0-15,0-2-160 16,1-1-176-16,1 0-48 0,1 0 0 0,0-2 0 16,2-1-192-16,-1 0-64 0,1-1 0 0,0 1 0 15,0 2 144-15,0-2 32 0,1 3 0 0,-2 1 0 0,-1 4 464 0,0-1 0 16,0 3-128-16,-2 0 128 0,2 1 400 15,-6 1 128-15,0 0 32 0,0 0 0 0,0 0 480 16,0 0 112-16,0 0 0 0,0 0 16 0,27 31-464 0,-27-31-80 0,0 0-32 0,0 0 0 16,-1 33-208-1,1-33-64-15,-6 20 0 0,6-20 0 0,-7 19-80 16,7-19-32-16,-8 22 0 0,3-11 0 0,0 1-64 0,2-3-16 0,3-9 0 0,-5 19 0 16,5-19-288-16,0 0-64 0,0 0-16 0,0 0 0 15,0 0-1792 1,0 0-352-16</inkml:trace>
  <inkml:trace contextRef="#ctx0" brushRef="#br0" timeOffset="84555.46">24127 5469 11967 0,'-1'3'1072'0,"1"-1"-864"31,1-2-208-31,-1 0 0 0,1 1 1664 0,0-1 272 0,1 0 64 0,-2 0 16 0,0 0-480 16,0 0-80-16,0 0-32 15,33 3 0-15,-33-3-752 0,21-4-160 16,-21 4-16-16,24-7-16 0,-13 3-80 0,1-1-16 0,0 0 0 0,-3 0 0 16,0 0-384-16,-2-1 0 15,-1 0 0-15,-1 1 0 16,-2-1-512-16,0 0-64 0,-2 2-32 0,-1-3 0 0,-1 3 176 0,-2-1 48 0,-1 2 0 16,-3 0 0-16,1 1-16 0,-3 2 0 0,-1 0 0 0,0 2 0 15,-1-1 400-15,0 3 0 0,1 1 0 0,-1-1 0 16,3 1 640-16,-1 0 176 0,-1 3 16 0,1 0 16 15,1 1 640-15,0 0 128 0,-1 2 32 0,2 1 0 16,-2 0-96-16,3 2-16 0,-1-2 0 0,2 0 0 16,5-12-768-16,-7 21-144 0,7-21-48 0,0 0 0 15,0 0-336-15,8 36-80 0,-8-36-16 0,0 0 0 16,0 0-144-16,36 15 0 0,-36-15 0 0,31-1 0 16,-13-3-448-16,2-2-80 0,-1 2-16 0,0-4 0 15,-3 4-2544-15,0-3-512 0</inkml:trace>
  <inkml:trace contextRef="#ctx0" brushRef="#br0" timeOffset="85225.96">24526 5341 11967 0,'1'-3'1072'0,"0"3"-864"16,0-2-208-16,0 2 0 0,0 0 768 0,0 0 96 16,1-1 32-16,0 0 0 15,1-3 288-15,2 1 64 16,0 1 16-16,-2 1 0 0,0 1-208 0,-1 2-32 0,-2-2-16 0,0 0 0 0,0 0 336 0,-2 35 80 16,2-35 16-16,-9 37 0 0,9-37-544 0,-9 42-128 0,9-42 0 0,-10 43-16 31,10-43-368-31,-8 36-64 0,8-36 0 0,-4 28-16 15,4-28 336-15,0 0 64 0,-3 29 0 0</inkml:trace>
  <inkml:trace contextRef="#ctx0" brushRef="#br0" timeOffset="85720.3">24520 5298 11055 0,'1'0'976'16,"1"0"-784"-16,0 0-192 0,-1-1 0 0,1 1 352 0,-1 0 32 15,4-1 0-15,2-1 0 0,5-1-384 0,2-2 144 16,1 1-144-16,0-1 0 16,-2 2-672-16,-1 0-240 0,0 0-48 0,-2 0-16 0,0 1 1520 0,-1 1 304 15,-9 1 64-15,0 0 16 0,0 0 592 0,0 0 112 16,0 0 32-16,0 0 0 0,0 0-944 0,22 38-176 0,-22-38-32 0,-8 24-16 15,2-12-496-15,-1-1 0 0,-1 2 0 16,0-1-160-16,-1 0 16 0,-2 0 0 0,1-1 0 0,-1-3 0 31,0 1-288-31,0-4-48 0,0 0-16 0,0-1 0 0,2 1 336 0,0-3 160 0,1-2-160 0,1 0 160 16,2 0 384-16,1-2 192 0,1-1 16 0,1 1 16 16,2 0-416-16,0-2-192 0,2 0 160 0,0 2-160 15,2 0 0-15,0 0 0 0,2 0 0 0,-6 2 0 16,18-3 512-16,-18 3 48 0,24-3 16 0,-24 3 0 15,29-2 128-15,-29 2 48 0,28 0 0 0,-28 0 0 0,27 0-112 16,-27 0 0-16,27 3-16 0,-27-3 0 16,0 0-432-16,36 9-192 0,-36-9 160 0,0 0-160 0,0 0 0 0,0 0 0 15,0 0 0-15,0 0 0 16,16 39 320-16,-25-28-48 0,-1-2 0 0,-3 0 0 0,-2 1 32 0,-2 2 0 16,-4 0 0-16,0-2 0 15,-2-1-144-15,1 0-32 0,2-3 0 0,2 0 0 0,3-3 1152 0,2 1 240 16,3-1 32-16,2-2 16 15,3 0-1968-15,4-1-400 0,1-1-80 0</inkml:trace>
  <inkml:trace contextRef="#ctx0" brushRef="#br0" timeOffset="86508.8">24847 5210 9215 0,'2'-2'816'0,"0"2"-656"0,1-1-160 15,0 0 0-15,-1 1 1232 0,0-2 224 0,1 2 32 0,1 0 16 16,2-3-1648-16,3 0-336 0,2 1-64 0,1-2-16 0,0 1 288 0,-1-2 48 0,-1 3 16 15,0 0 0-15,0-1 1136 0,-10 3 224 0,14-5 64 0,-14 5 0 16,12-2 384-16,-8 1 96 16,1 0 16-16,-2 1 0 0,-2 0-384 0,-1 0-80 0,1 1-16 0,-1 0 0 15,-1-1-640-15,-1 2-128 16,-1 1-16-16,-1-1-16 0,0 1-112 0,0 1 0 0,-2-1-16 0,1 2 0 16,-1-1-304-16,1 1 128 0,-1 0-128 0,1 2 0 15,1-1 0-15,-1 2 0 16,5-8 0-16,-7 18 0 0,7-18 416 0,-6 21 32 0,6-21 0 0,0 0 0 0,-3 34 144 0,3-34 48 15,0 0 0-15,0 0 0 0,0 0-208 0,20 36-48 16,-20-36 0-16,0 0 0 16,30 10-192-16,-30-10-64 0,24 0 0 0,-24 0 0 15,19-5-128-15,-11 2 0 0,2-1 0 0,-3 0 0 16,1-1-192-16,-2 2 48 0,-1-2 0 0,-2 1 0 0,-1 1-48 0,-1 1 0 16,-1 0 0-16,-2 1 0 0,-1 1-16 0,0 1-16 15,-3 1 0-15,1 0 0 0,-1 1 16 0,1 2 0 16,-3 1 0-16,2-1 0 0,-1 4 464 0,1-1 80 0,0 1 32 15,1 0 0 1,0 0-80-16,0 0-16 0,5-9 0 0,0 0 0 16,0 0-64-16,-1 32-16 0,1-32 0 0,0 0 0 0,0 0 16 0,0 0 0 0,0 0 0 0,0 0 0 15,0 0-80 1,25 36-128-16,-25-36 176 0,0 0-176 16,0 0 192-16,0 0-192 0,0 0 192 0,23 36-192 15,-23-36 304-15,0 0-48 0,0 0-16 0,2 35 0 16,-2-35-112-16,0 0 0 0,-8 31-128 0,2-21 192 15,1-1-16-15,-2 0-16 0,0 1 0 0,0-3 0 0,-1 0-16 16,2 0 0-16,-2-2 0 0,2 0 0 0,0 0-144 16,1-3 0-16,0 0 0 0,1-2 128 15,1 2-1024-15,0-4-192 0</inkml:trace>
  <inkml:trace contextRef="#ctx0" brushRef="#br0" timeOffset="89694.07">5199 6380 4607 0,'2'-6'400'0,"-1"2"-400"16,0 2 0-16,-1-1 0 0,1 3 1296 0,-1-2 176 15,0 2 48-15,0-2 0 0,0 1 144 0,1-1 16 16,0 0 16-16,-1-1 0 15,-1-1-416-15,1 1-64 0,0 1-32 0,-1 0 0 0,1-3-224 0,0 2-64 16,0-1 0-16,1-1 0 0,-1 0-16 0,-1-1-16 16,1 0 0-16,-2 2 0 0,1-1-192 0,-1-1-32 15,-1 2-16-15,0-1 0 0,-3 3 640 0,0 1 128 16,-2 0 16-16,0 1 16 0,-2 2-1040 0,1 0-192 16,-1 3-64-16,-2 0 0 0,-2 3-128 0,-2 3 0 15,1 3 0-15,-2 1 0 0,-1 3 0 0,2 2 0 0,3-2 0 0,0-1 0 31,2 2-800-31,1-3-192 0,2 4-32 0,1-2-16 16,3 0 816-16,1-2 224 0,2-2 0 0,2-2 0 0,2-3 0 0,-3-9-128 0,0 0 128 0,0 0 0 16,0 0 720-16,41 21 240 0,-41-21 32 15,0 0 16-15,39 1-800 0,-25-2-208 0,2 1 0 0,-1-2 0 16,2 0 0-16,-1 0 0 0,0-1 0 16,-1 1 0-16,-2 0 0 0,-13 2 0 0,27-3 0 0,-15 3 0 31,-1-2-976-31,0-1-176 0,-1 1-48 0,0-1-12832 0</inkml:trace>
  <inkml:trace contextRef="#ctx0" brushRef="#br0" timeOffset="90004.4">5385 6351 2751 0,'-5'2'256'0,"0"-2"-256"0,2 3 0 0,0-3 0 0,1 1 1088 0,1-1 160 15,0 1 32-15,-2-1 16 0,0 2 224 0,-1 1 32 16,0-1 16-16,1 1 0 0,2-3-512 0,1 0-96 16,3 0-32-16,2-3 0 0,0 1-80 0,3-1-16 15,0-1 0-15,2-1 0 16,2 0-352-16,1 1-80 0,-1-1-16 0,-1 2 0 0,-1-1-384 0,0 1 0 0,0-1 0 15,1 1 0-15,-3 2 0 0,-1 0-144 0,0 1 144 0,-3 0-208 16,0 0-176-16,-2 0-16 0,-1 1-16 0,-1 2 0 31,-2-2-1312-31,-1 3-272 0</inkml:trace>
  <inkml:trace contextRef="#ctx0" brushRef="#br0" timeOffset="90178.37">5404 6404 4191 0,'-6'6'0'0,"0"-1"176"0,2 0-48 0,1-3 0 0,2 0-128 0,1-2 0 0,-1 1 0 0,0 1 0 0,-1 1 1760 15,0 1 320 1,1-1 64-16,1 1 16 0,1-1-112 0,3-3-32 0,0 0 0 0,2-2 0 0,1 1-848 0,2-4-160 16,0 3-48-16,0-3 0 0,1 0-640 0,0-1-144 31,-1 3-32-31,0-2 0 0,2 3-144 0,-3-3-192 0,1 3 32 16,-1-1-10016-16</inkml:trace>
  <inkml:trace contextRef="#ctx0" brushRef="#br0" timeOffset="90892.93">5900 6202 11055 0,'1'-5'480'0,"-1"2"112"0,1 1-464 0,0 0-128 15,-1 2 0-15,0-2 0 0,1 1 1024 0,0-1 192 16,0-3 48-16,0 1 0 0,1-1-304 0,-2 0-48 0,0 0-16 0,0 1 0 16,-2 1-640-16,-2 2-128 0,-2 0-128 0,0 2 192 15,-1 0 144-15,-3 4 48 0,-2 0 0 0,-2 2 0 16,-1 2 16-16,-4 3 16 0,0 2 0 0,0 0 0 16,0 3-160-16,2-4-48 0,2 0 0 0,2-1 0 15,3-2 48-15,2-1 16 0,3 1 0 0,1-1 0 16,2-3 192-16,3 0 48 0,3-1 0 0,0-1 0 15,2-1-352-15,2-1-160 0,3-2 160 0,1 0-160 16,0 0 320-16,-1 0-48 0,0 0 0 0,1-2 0 16,0 2 0-16,-1 2 0 0,0-2 0 0,-11 0 0 15,0 0-144-15,0 0-128 0,0 0 192 0,0 0-192 0,0 0 160 16,32 35-160-16,-35-27 128 0,-2-1-128 0,0 0 0 0,-3 3 0 16,-3-1 0-16,0 0 0 15,0 1 0-15,-1-2 0 0,0-2 128 0,0 1-128 0,2-2 0 16,-1-3 0-16,3-1 0 0,2 1 0 0,0-4 0 0,2 1 0 15,3-2 0-15,0-1 0 0,2 0 0 0,1 1 0 16,3-1 0-16,1-1 0 0,-1 2 0 0,2-1 0 16,2-1 0-16,-1 2 0 0,1 0 0 0,-1 0 0 15,0 1-144-15,0 1 144 0,-1 2 0 0,-1 0 0 16,-1 2 0-16,-1 1 0 0,-1 1 0 0,-2 1 0 16,0 3 0-16,-2 0 0 0,-2 3 0 0,-1-1 0 0,-1 2 0 15,0 1 0-15,-2 0 0 0,1 0 0 0,-1 1 0 16,3-3 0-16,-1 0 0 0,1-1 0 0,2-1 0 0,0 1 0 15,3-3 0-15,0 1 0 16,1-2 0-16,2-2 0 0,-4-5 0 0,0 0 0 0,0 0 0 0,0 0 0 0,41 14 0 0,-30-16-128 16,-11 2 128-16,25-3-8432 15,-25 3-1584-15</inkml:trace>
  <inkml:trace contextRef="#ctx0" brushRef="#br0" timeOffset="91655.01">6162 6225 4607 0,'-2'-2'400'0,"0"-1"-400"16,1 1 0-16,1 1 0 0,0 0 912 0,0-1 112 0,-1-3 0 0,-1 0 16 16,0-2 288-16,0 1 48 0,1 0 16 0,-1 3 0 15,1 1-32-15,0 2 0 0,0 2 0 0,0 1 0 16,0 4-192-16,-1 3-32 0,1 2-16 0,-1 3 0 15,-1 5-256-15,0-1-48 0,1 5-16 0,0-3 0 16,0-2-384-16,0 0-80 0,0 0-16 0,-1 2 0 16,0 1-128-16,0 1-48 0,0 0 0 0,0-2 0 15,0-1-144-15,1-3 0 0,2-3 0 0,-1-4 0 16,2-1 0-16,-1-2 0 0,0-2 0 0,0-2 128 16,1 1-128-16,1-4 0 0,0-2 0 0,0-1 0 0,0-1 0 15,1-1 0-15,0-4 0 0,1 0 0 0,0 1 0 0,0-2 0 16,0 1 0-16,2-3 0 0,-1-2 0 15,1 0 0-15,0 2 0 0,1 0 0 0,0-2 0 16,2 2 0-16,-1 1 0 0,1 0 0 16,0 2 0-16,1 2 0 0,-2 2 0 0,-1 0 0 0,0 4 0 0,-1 0 0 15,2 3 0-15,-8-2 128 0,0 0-128 0,0 0 0 16,0 0 0-16,20 41 0 0,-19-30 0 0,-1 2 0 16,-2 0-144-16,-1 0 144 0,-2 1 0 0,-2 0 0 15,1-3 0-15,-2-1 0 0,-2 0 0 0,1-1 0 0,0-2 0 0,-1-2 0 16,-1 0 0-16,0-1 0 0,1-4 0 0,0 0 0 15,1 0 0-15,-1 0 0 0,3-2 0 0,0-2 0 16,3-1 0-16,0 1 0 16,2-2 0-16,2-1 0 0,1 2 0 0,2-2-192 0,3 0 192 0,4 0-208 15,0-2-1584-15,1 4-320 16,2-5-64-16,4 1-7424 0</inkml:trace>
  <inkml:trace contextRef="#ctx0" brushRef="#br0" timeOffset="91956.02">6420 6371 8751 0,'14'-6'192'0,"-8"2"32"0,-3 3 16 0,-2-1 16 15,-1 2-256-15,0 0 0 0,0 0 0 0,-1 0 0 0,-1 0 2176 0,-1 0 400 16,-2 2 80-16,-2 1 16 0,0 2-1472 0,-2 1-304 16,0 3-48-16,1-1-16 15,0 2-528-15,1 1-112 0,-1 2-32 0,2 3 0 0,0-2 240 0,3 1 48 16,1-1 16-16,3-2 0 0,-1-12 64 0,0 0 16 16,0 0 0-16,0 0 0 0,28 33-352 0,-28-33-192 15,0 0 192-15,32-5-192 0,-19 0 0 0,0-4 0 16,1-3 0-16,-2 2-144 0,0-2 144 15,-2 1 0-15,-1 1-144 0,-1-1 144 0,-3 1-224 0,1 0 32 0,-1-2 0 16,-3 1 0-16,0 1 192 0,-3 1-176 0,-2-1 176 0,-3 3-160 16,-3 0 160-1,-2 2 0-15,-2 1 0 0,-1 3 128 0,0 1-128 0,-2 1 0 0,-1 3 0 0,2 0 128 16,0 2 160 0,2 1 32-16,4-2 16 0,2 2 0 0,1-2 16 0,2 2 0 0,2-3 0 0,2 1 0 15,2 0-352-15,2-3 0 0,1 1 0 0,4-3-8080 31,-9 0-1584-31</inkml:trace>
  <inkml:trace contextRef="#ctx0" brushRef="#br0" timeOffset="92241.43">6649 6142 5519 0,'6'-14'0'0,"-1"4"224"0,-1 2-64 0,-1 2 32 0,-1 4-192 0,-1 1 0 0,0 1 0 0,0-1 0 16,1-2 1088-16,0 1 192 16,0 0 48-16,-1 4 0 0,-2 1 96 0,-1 3 32 0,0 2 0 0,-2 2 0 15,0 3-256-15,-1 2-48 0,-2 1-16 0,1 3 0 16,-1 0-48-16,0 3-16 0,-1-1 0 0,1 0 0 31,0 0-208-31,-1 0-32 0,0 6-16 0,-1-1 0 0,4-7-256 0,0 2-48 16,2 0-16-16,0-1 0 15,4-2-320-15,-1-18-176 0,4 34 192 0,-4-34-192 16,0 0-176-16,0 0-144 0,27 35-16 0,-27-35-16 16,0 0-2640-16,29-2-528 0</inkml:trace>
  <inkml:trace contextRef="#ctx0" brushRef="#br0" timeOffset="92683.98">6829 6237 8287 0,'1'-2'736'0,"0"-1"-592"15,0 1-144-15,-1 2 0 0,0 0 2080 0,0 0 384 16,1-2 80-16,-1 0 16 0,1 1-384 0,-2 1-64 16,-1 3 0-16,0 1-16 0,-1 4-880 0,-2-1-192 15,0 4-16-15,-3 2-16 0,1 5-256 0,-3 0-48 16,1 3-16-16,0 0 0 0,0 0-368 0,1 0-80 16,2-2-16-16,2 0 0 0,1-2-80 0,3-5 0 15,0-12-128-15,0 0 192 0,0 0-192 0,0 0 0 0,0 0 0 0,32 31 0 16,-25-32-192-16,2-1 192 15,1-3-192-15,1-2 192 0,0 1-400 0,-2-2 16 0,1 3 16 0,-1-3 0 32,0 0-1216-32,-1 1-240 0,0 0-48 0,-3 2-16 15,1 0 32-15,-3-1 16 0,0 3 0 0,-2-2 0 0,-1 3-32 0,0-1-16 16,-1 2 0-16,-2-2 0 0,-1 0-304 0,-2 1-64 0,-1-1-16 0,1 1 0 16,-3-2 1536-16,1 0 304 0,-2 0 64 0,-2-1 16 15,-1 0 848-15,-1 1 160 0,1-1 48 0,0 0 0 0,2 1-704 0,0 1 0 16,3 1 0-16,0-1 0 0,0 3 1680 0,1 1 304 15,1 1 64-15,0 1 16 0,0 1 240 16,2 0 64-16,-1 1 0 0,2-2 0 0,0-1-464 0,2 1-96 16,0 1-16-16,1-3 0 0,1 1-640 15,0-2-128-15,3 0-16 0,2 0-16 0,1-3-432 0,1-1-96 16,1 1-16-16,2-1 0 0,4-2-128 0,2 0-48 16,3-4 0-16,1 3 0 0,1-2-272 0,-2 0 0 15,0-1 0-15,-1 5-9344 16,-2-2-1904-16</inkml:trace>
  <inkml:trace contextRef="#ctx0" brushRef="#br0" timeOffset="93071.38">7234 6263 15663 0,'-1'-5'688'0,"1"1"144"15,1 0-656-15,1 1-176 0,0 2 0 0,-1 1 0 16,2-2 1168-16,3-2 208 0,2-1 32 0,3-2 16 0,3-3-640 16,0 1-128-16,1 2-16 0,-3-1-16 0,-1 4-624 0,-1-1-192 15,0 2 0-15,-2 1 0 16,-2 1-1216-16,0 1-256 0</inkml:trace>
  <inkml:trace contextRef="#ctx0" brushRef="#br0" timeOffset="93260.12">7287 6345 10127 0,'-2'3'448'0,"0"2"96"0,1-1-544 0,-1-1 0 0,1 0 0 16,0-1 0-16,0 1 1472 0,0 3 176 0,-1 3 32 0,-2 3 16 15,1 1-208-15,0 1-32 0,0 0-16 0,1-3 0 16,1-2-1056-16,1-2-192 0,2 0-64 0,1-5 0 16,1-1-384-16,2-2-64 0</inkml:trace>
  <inkml:trace contextRef="#ctx0" brushRef="#br0" timeOffset="93577.04">7525 6252 15663 0,'-3'2'688'0,"0"-2"144"0,2 1-656 0,-1 0-176 16,0 1 0-16,0-2 0 0,0 3 944 0,-2-1 144 16,-2 3 48-16,-2 2 0 0,-3 2-320 0,-1-1-64 15,1 1-16-15,1-2 0 16,1 1-112-16,0-2-32 0,3 2 0 0,0-4 0 0,2 1-64 0,1 0-16 16,1-3 0-16,1 1 0 0,1 1-352 0,1-3-160 15,1 1 128-15,1 0-128 0,1 0 0 0,1-2 0 16,1 3 128-16,0-3-128 0,-6 0 0 0,0 0 0 15,0 0 0-15,0 0 128 0,42 11-128 0,-42-11 0 0,0 0 0 0,0 0 0 16,0 0 0-16,0 0 0 0,0 0 0 0,0 0 0 16,0 0 0-16,32 32 0 15,-33-29 0-15,-1 0 0 0,-1 0 0 0,-2 2 0 16,1-1 0-16,-2-1 0 0,-1 2 0 0,-1-2 256 0,-1 1-32 0,-1 1-16 16,0-2 160-16,-1 0 16 0,-2 2 16 0,-2-1 0 15,1-1-272-15,0 2-128 0,0-2 0 0,1 0-12800 16</inkml:trace>
  <inkml:trace contextRef="#ctx0" brushRef="#br0" timeOffset="96495.33">8155 6071 5519 0,'3'-5'496'0,"-2"2"-496"15,1 2 0-15,-2-1 0 0,1 1 1216 0,-1 1 160 16,1-4 32-16,1 0 0 0,0-1 208 0,0-1 48 16,0 0 16-16,-2 0 0 0,0 2-352 0,-1 2-80 0,0-1-16 0,0 1 0 15,-1 1-320-15,-1-1-64 0,0 2-16 0,0 0 0 16,-2 2-256-16,0-2-48 0,0 1-16 0,0 1 0 16,0-1-128-16,0 1-16 0,1 0-16 0,0 0 0 15,0 0-208-15,0 1-144 0,1 0 192 0,1 1-192 0,-1 1 128 0,1 0-128 0,0 2 0 0,0 2 0 31,1 1 128-31,0-1-128 0,1 5 192 0,0 1-192 16,0-15 320-16,3 33-32 0,-3-33-16 0,6 41 0 16,-6-41-272-16,3 44 0 0,-3-20 128 0,1 0-128 15,-1-3 0-15,-1 0 0 0,0 3 0 0,-1-5 0 16,0-2 0-16,-1-1 0 0,0 3-144 0,-1 1 144 16,0-2 0-16,-1-4-160 0,2-5 160 0,-1-1 0 15,-1-3-160-15,2-1 160 0,-1-4-128 0,0-2 128 16,1 2-576-16,-1-3-48 0,-1-1 0 0,-1-3 0 15,-1 2-1520-15,1-2-304 0,-1 1-64 0,0 0-16 16,-2-1 160-16,1-3 48 0,2 3 0 0,0-2-2928 16</inkml:trace>
  <inkml:trace contextRef="#ctx0" brushRef="#br0" timeOffset="96655.52">7974 6292 4607 0,'5'-21'192'0,"-5"16"64"0,1 2-256 0,-1 3 0 16,0 0 0-16,0 0 0 0,1-2 1840 0,1 0 320 15,1 1 64-15,1 1 16 0,0 0 320 0,1 3 80 16,1-3 16-16,-1 2 0 0,1-1-912 0,1 1-176 0,1-2-32 15,-8 0-16-15,0 0-496 0,34-7-112 0,-20 2-16 0,0 0 0 16,0-2-304-16,2-2-64 0,1 2-16 0,-1-2 0 16,0 1-336-16,1 1-176 0,-2-1 160 0,-1 1-160 15,0 2 0-15,-3 2 0 16,-1 0-176-16,-2 0 176 16,0 3-2192-16,-3 0-320 0</inkml:trace>
  <inkml:trace contextRef="#ctx0" brushRef="#br0" timeOffset="97021.93">8281 6214 9215 0,'-2'0'400'0,"1"0"96"0,0 0-496 15,1 0 0-15,0 0 0 0,0 0 0 16,0 0 1168-16,1 0 144 0,1-2 32 0,1 1 0 0,1-1 112 0,2-1 16 16,0 1 16-16,2-2 0 0,0 1-640 0,0-2-128 15,1-1-16-15,-1 2-16 0,1 0-432 0,-1 2-96 16,-1-3-16-16,1 2 0 0,-2 1 64 0,0 2 16 15,0 0 0-15,0 0 0 0,-1 3 288 0,-1 2 48 0,-4-5 16 0,0 0 0 16,0 0-256-16,10 34-64 16,-9-22 0-16,-1 1 0 0,-2 1-112 0,0 0-16 0,-1 1-128 0,-2-2 192 15,2 0-192-15,-2-1 0 16,0 1 0-16,1-3 0 0,0-3 0 0,0 0 0 0,1-2 0 0,2-3 0 16,0-2 0-16,0 0 0 0,2-1 128 0,0-3-128 15,1-1 560-15,1-3 16 0,1 0 0 0,0-4 0 0,1 0 128 0,0 0 48 31,1-2 0-31,1 0 0 0,-2 1-176 0,1-2-16 0,0 0-16 0,2-1 0 0,-1 2-288 0,1-1-48 16,0 3-16-16,-1-2 0 16,2 2-192-16,-2 3 128 0,1-1-128 0,-2 3 0 0,0 0 0 0,-1 2 0 15,3 1 0-15,-2 1-10224 16,1 1-1936-16</inkml:trace>
  <inkml:trace contextRef="#ctx0" brushRef="#br0" timeOffset="97956.86">8615 6173 14735 0,'2'0'640'0,"-1"-2"160"0,-1 2-640 0,1-2-160 0,0 2 0 0,-1 0 0 16,0 0 1152-16,1 0 192 0,0 0 32 0,0 0 16 15,0 2-368-15,-1 0-64 0,-1 1 0 0,-1 1-16 16,-1 2-112-16,0 2-32 0,-2 2 0 0,0 2 0 15,-2 0-32-15,1 0-16 0,0 0 0 0,0 2 0 16,2-2-368-16,-1 0-64 0,2 0 0 0,2-3-16 16,1 0-304-16,2-4 0 0,2 0 0 0,-4-5 0 0,0 0 0 0,0 0 0 15,0 0-192-15,34-7 192 0,-23 2-256 0,-1-3 32 16,1-1 16-16,-1-2 0 16,0 2-384-16,0-2-80 0,-1 0-16 0,-1 1 0 0,-1 1 304 0,-3-2 64 15,1 2 16-15,-1 0 0 0,-3 2 304 0,0 0 0 16,-2 2 0-16,0 0 144 0,-2 1 112 0,-3 3 0 15,1-1 16-15,-3 1 0 0,2 1 192 0,-3 1 48 16,-3 1 0-16,1 2 0 0,-2 0-96 0,0 0-16 16,-1 1 0-16,0 0 0 0,2-2-144 0,0 1-16 0,2-1-16 15,3-1 0-15,0-1-224 0,4 0 0 16,0-1 0-16,1 0 0 0,2 0 144 0,3-1-16 0,0 0 0 0,2-1 0 16,2-1-128-16,1-1 0 15,1 1 0-15,1-1 128 0,1 1-128 0,2-2 0 0,1 0 0 0,1 0 0 16,-1 2 0-16,0 0 0 0,-14 3 0 0,24-7 0 15,-14 4 0-15,0 2 0 0,-10 1 0 0,0 0 0 16,28-3 0-16,-28 3 0 0,0 0 0 0,0 0 0 16,0 0 0-16,0 0 0 0,0 0 0 0,0 0 0 15,35 29 0-15,-36-20 0 0,-1 0 0 0,0 2 0 16,-1-1 0-16,0 0 0 0,-1 0-144 0,-1-1 144 0,1 0 0 16,0 1 0-16,0-3 0 0,1 0 0 0,2-2 0 0,1-1 0 15,0-1 0-15,0-1 0 16,1-2 0-16,1 0 144 0,1 0-144 0,-1-2 128 0,2-1 208 0,-2-2 48 15,2 1 0-15,0-1 0 0,1-2-208 0,0-2-48 16,1 1 0-16,1-1 0 0,-1-1-128 0,2-2 0 16,0 1 0-16,1 1 0 0,-2-1-192 0,0 2 192 15,1 0-192-15,-1 3 192 0,0-2-224 0,-1 4 80 16,-1 1 16-16,0-1 0 0,-2 4 128 0,-1 0 0 16,0 2 0-16,0 1 0 0,-2 1 0 0,0 1 144 0,-2 2-144 0,0 0 160 15,0 2 80-15,-1 1 16 0,1-2 0 16,-1 1 0-16,-1 2-256 0,0-1 176 0,1 0-176 0,-1-3 160 15,0 2-32-15,1 1 0 0,0-4 0 0,1 0 0 16,1-2 48-16,1-2 0 0,1 1 0 0,0-5 0 16,0 2-176-16,1-3 0 15,0 1 0-15,2-3 128 0,0 0-128 0,0-2 0 16,1 0 0-16,1-2 0 0,-1 0 0 0,2 1 0 16,0-4 0-16,1 2 0 0,-1-2 0 0,1 3 0 0,-1-2-128 15,0 1 128-15,2 0 0 0,-2 1-176 0,0 2 176 0,-1-1-128 0,0 4 128 16,-2 0 0-16,1 3 0 0,-1-1 0 0,-1 2 0 0,0 2 0 15,-1 1 0-15,0 0 0 0,-2-3 0 0,0 0 0 16,0 0 0-16,2 25 176 0,-3-17-176 16,0 0 128-16,-1 2-128 0,-1 0 128 0,1 0 32 0,-1-1 0 15,0 0 0-15,-1 1 0 16,1-1 48-16,0 0 16 0,1-1 0 0,-1-1 0 0,1 0-96 0,1-3-128 16,1 1 176-16,0 0-176 0,0-3 0 0,1 1 0 15,0-3 0-15,0 0 0 16,0 0-416-16,0 0-96 0,0-2 0 0,1 2-15152 0</inkml:trace>
  <inkml:trace contextRef="#ctx0" brushRef="#br0" timeOffset="99495.28">9390 6159 13823 0,'2'-3'1216'0,"-1"0"-960"0,-1 2-256 0,0 1 0 15,1 0 1392-15,-1 0 224 0,1 0 48 0,-1 0 16 0,1 0 48 16,0 0 16-16,-2 2 0 0,0 3 0 0,0 2-720 0,-1 1-128 16,-1 3-48-16,-2 3 0 15,0 1-352-15,-1-1-80 0,-1 2-16 0,0-1 0 0,-2 1-144 0,2 1-16 16,-1-3-16-16,2-4 0 0,2-1-224 0,0-2 176 15,2 0-176-15,0-4 160 0,1 0-160 0,1-2 0 16,1-1 0-16,0-2 0 0,1 0 0 0,0-5 0 16,3 2 0-16,1-5 0 0,0 0 0 0,1-1 0 15,2-1 0-15,-1 0 0 0,1 0 0 0,-1-2 0 0,0 2 0 0,1 0 0 16,-1-1 0-16,-1 1 0 0,2 0-144 0,-2 2 144 16,1 0 0-16,0 3 0 0,0 2 0 15,-1 2 0-15,-1 2 0 0,0-1 0 0,-3 4 0 16,0 0 0-16,-3-2 288 0,0 0 64 15,0 0 16-15,5 28 0 0,-6-16 0 0,-1 0 0 16,-1 2 0-16,0-2 0 0,-3 2-240 0,0-1-128 0,0 1 160 0,-1-2-160 16,1-1 128-16,0 0-128 0,-1 0 0 0,1-1 144 15,0-3-144-15,1 0 128 16,3-4-128-16,1 0 128 0,0-3-128 0,1 0 0 0,0-3 0 0,2 0 0 16,0-2 0-16,2 0 0 0,2-4-144 0,-2 2 144 0,3-2-160 15,-2-1 32-15,3 2 0 0,-1-3 0 16,1 1-560-1,1-2-96-15,0 0-32 0,0-2 0 0,1 2-48 0,-1-2-16 0,0 1 0 0,0 1 0 0,0 1 480 0,-2 0 80 16,1 4 32-16,-2-2 0 0,1 3 288 16,-3 2 0-16,1 1 0 0,0 1 144 0,-2 2 176 0,0 1 16 15,-1 2 16-15,-1 0 0 16,0 4 432-16,-1-2 96 0,-2 4 16 0,0 1 0 0,-2 0-416 0,1 3-80 16,-3 2-16-16,0-1 0 0,1 0-240 0,-1 0-144 15,1-3 160-15,-2 2-160 16,2-1 224-16,0-3-48 0,1 1-16 0,1-3 0 0,0 0-160 0,2-2 192 15,1-3-192-15,1 0 192 0,1-2-192 0,1-2 0 16,2 0 0-16,1-3-176 16,0-1-1184-16,2-2-240 0</inkml:trace>
  <inkml:trace contextRef="#ctx0" brushRef="#br0" timeOffset="100236.33">9723 6220 11055 0,'2'-2'480'0,"-1"1"112"15,1 0-464-15,-1 1-128 0,0-2 0 0,0 2 0 16,2-3 1456-16,2-2 272 0,2 1 48 0,2-4 16 0,2-1-352 16,-1 0-64-1,0-1-16-15,-1 1 0 0,-1 2-352 0,-1-2-80 0,0 1-16 0,-3 1 0 0,0 2 16 0,-1 0 0 16,-2 1 0-16,-1 1 0 16,-2 1-272-16,-1-1-48 15,-1 1-16-15,1 4 0 0,-3-2-96 0,0 3-32 16,-2-1 0-16,1 1 0 0,-2-1-160 0,-1 2-48 15,-1 0 0-15,1 1 0 0,-1 1-112 0,1 1-16 16,0 1-128-16,0 1 192 0,2 2-192 0,-2 0 144 0,2 1-144 16,1-1 128-16,-1 1-128 0,3-1 160 0,0-1-160 0,1-1 160 15,2-1-160-15,0 1 0 0,1 0 0 0,1-9 128 16,0 0-128-16,0 0 0 0,0 0 0 0,0 0 0 16,0 0 0-16,23 34 0 0,-23-34 0 0,0 0 0 15,25-8-304-15,-16 4 64 0,1-1 16 0,0-2 0 16,2-3-1232-16,-2 3-240 0,0-2-48 0,0-1-16 15,-2 1 512-15,-2 0 96 0,1 0 32 0,-3 0 0 16,0 1 752-16,-2 0 160 0,0 2 16 0,-1 0 16 16,-1 2 176-16,-1-1 192 0,0 2-32 0,-1 1-16 0,1 1 496 0,-1 1 80 15,1 1 32-15,0 1 0 0,0 1 368 16,-1 0 80-16,1 3 16 0,-1 1 0 0,2-7-256 0,-3 17-32 16,3-17-16-16,0 0 0 0,-1 29-336 0,1-29-64 15,0 0 0-15,0 0-16 0,0 0-240 0,10 33-64 16,-10-33 0-16,0 0 0 0,0 0-192 0,0 0 0 15,0 0 0-15,34 5 0 16,-25-8-464-16,2-4-48 0,1-2 0 0,1-1 0 16,0-2-2368-16,0 0-464 0,1 0-112 0,-2 0 0 15,0 0 512-15,-1 3 96 0,-1 0 32 0,-1 1 0 0,-1 4 1968 0,0-1 400 0,-1 0 64 16,-1 1 32-16,-1 1 960 0,0 1 192 16,0 0 32-16,-3 1 16 0,1 1 1536 0,-2 0 304 0,1 0 64 0,-2 1 16 15,0 1-352-15,-1-2-80 0,1 2-16 0,-2-2 0 16,1 0-1072-16,-1 0-224 0,1 0-32 0,-1-2-16 15,0 2-560-15,-1 0-112 0,0-2-32 0,0 1 0 16,-1 1-96-16,-2 0-32 0,0 3 0 16,-1-1 0-16,1 3-16 0,-2-2 0 0,0 4 0 0,-1 0 0 15,-1 2-128-15,2-1 128 0,0 3-128 0,1-2 128 16,2 3-128-16,0 0 128 0,1-1-128 0,1 0 128 0,0-1 0 0,1 1 0 16,2-11 0-16,0 0 0 0,0 0-128 0,7 31 0 15,-7-31 0-15,0 0 128 0,0 0-128 0,0 0 0 16,0 0 0-16,42 5 0 0,-33-8-432 0,2-4 48 15,-1 2 0-15,0-2 0 16,1 0-1968-16,-2-2-384 0,1 2-80 0,-1-1-10624 0</inkml:trace>
  <inkml:trace contextRef="#ctx0" brushRef="#br0" timeOffset="100679.31">10194 5927 13823 0,'1'-3'608'0,"0"3"128"0,0-1-592 0,-1 1-144 0,-1 0 0 0,1 0 0 16,-1 1 1872-16,0-1 352 0,-1 2 64 0,0-1 16 16,-1 3-288-16,-1 0-48 0,-1 0-16 0,2 1 0 15,-2 1-640-15,-1 2-128 0,1-1-32 0,-1 4 0 16,1 1-480-16,-2 0-96 0,1 4-32 0,-1 1 0 16,0 4-160-16,-1 1-16 0,1-1-16 0,0 1 0 15,-1 4-128-15,0 0-32 16,0 0 0-16,1-3 0 0,0-1-64 0,1-5 0 0,2-1-128 0,2-2 192 15,2-14-192-15,-1 22 0 16,1-22 128-16,0 0-128 0,0 0 0 0,0 0 0 0,0 0 0 0,0 0 0 0,0 0-144 0,0 0 144 16,39 11 0-16,-31-20-144 0,1 0 0 15,1-1 0-15,0-2 0 0,-1 3 0 16,1-3-624-16,-1 0-112 0,1 0-16 0,0 1-16 16,-1 2 240-16,-1-1 48 0,0 5 16 0,-2-2 0 0,0 4 288 0,0 2 48 15,-3 0 16-15,0 1 0 0,-3 0 256 16,0 0 0-16,0 0 0 0,0 0 0 0,0 0 160 0,0 0-16 15,4 40 0-15,-4-40 0 0,-6 20 304 0,6-20 48 16,-5 20 16-16,5-20 0 0,-6 23-208 0,6-23-48 16,-4 18 0-16,4-18 0 0,0 0 48 0,0 0 0 15,0 0 0-15,0 0 0 0,0 0-304 0,0 0 0 0,0 0 0 16,0 0 0 0,0 0-736-16,37 19-208 0,-28-27-32 0,-2 0-8784 0,2 0-1760 0</inkml:trace>
  <inkml:trace contextRef="#ctx0" brushRef="#br0" timeOffset="100852.13">10368 6141 5343 0,'4'-8'0'0,"-1"3"224"0,0 0-64 0,-2 3 16 0,0 2-176 0,0-3 0 0,0 3 0 0,0-2 0 15,3 0 2368-15,0 0 432 16,0-1 80-16,0 1 32 0,1 0-608 0,-2 2-128 0,1 0-32 0,-1 0 0 0,-3 0-672 0,0 0-128 16,0 0-16-16,0 0-16 0,0 0-864 0,0 0-192 15,33 4-16-15,-28-4-16 31,-5 0-1216-31,0 0-240 0,0 0-48 0,0 0-10368 0</inkml:trace>
  <inkml:trace contextRef="#ctx0" brushRef="#br0" timeOffset="101004.89">10425 6225 11055 0,'-1'3'480'16,"1"-1"112"-16,0 0-464 0,-1 3-128 0,1-2 0 0,0-3 0 0,-1 2 1616 0,0 2 304 0,1-4 64 15,0 0 16 1,-2 24-624-16,2-24-128 0,0 0-32 0,0 0 0 16,0 0-1840-16,0 0-368 0,0 0-80 0,0 0-16 0</inkml:trace>
  <inkml:trace contextRef="#ctx0" brushRef="#br0" timeOffset="101384.12">10570 6152 10127 0,'2'0'448'0,"-1"0"96"0,-1 0-544 0,0 0 0 0,0 1 0 0,0-1 0 15,0 1 2304-15,0 1 368 16,0 3 64-16,0 0 16 0,0-5-400 0,-3 16-80 16,3-16-16-16,-5 22 0 0,2-10-944 0,1-3-192 15,-1 1-32-15,-1 1-16 0,1 1-544 0,0-2-96 0,3-10-32 0,-5 16 0 0,2-6-256 0,3-10-144 16,-4 16 160-16,3-10-160 0,1-2 0 0,0 1 0 16,0-3 0-16,0-2 0 0,2 0 0 0,-1-2 0 15,2-1 0-15,0-1 0 0,1-1 0 0,0-2-160 16,1-3 160-16,0 1-128 15,2-2-384-15,-1 1-64 0,2-2 0 0,-2 0-16 0,3-1 160 0,-2 0 48 32,2 1 0-32,-2-1 0 0,1 2 16 0,-1 0 16 15,-1 3 0-15,0 1 0 0,0 3 224 0,-1 1 128 16,-1 3-160-16,-4 0 160 0,0 0 224 0,0 0 144 0,0 0 16 0,0 0 16 16,0 0 592-16,0 0 112 0,0 0 32 0,16 35 0 15,-16-35-544-15,0 0-96 0,0 32-32 0,0-32 0 16,-3 23-144-16,3-23-48 0,-5 21 0 0,5-21 0 15,-7 23-32-15,4-12-16 0,0-2 0 0,-1 0 0 16,2-3-224-16,0 0 176 0,2 0-176 0,0-2 160 16,0-2-160-16,2-1 0 0,1-2-192 0,2-1 192 15,1-5-2000-15,1 1-288 0</inkml:trace>
  <inkml:trace contextRef="#ctx0" brushRef="#br0" timeOffset="101716.16">10774 6217 16575 0,'0'1'736'0,"0"-1"160"0,0 2-720 0,0-2-176 16,1 1 0-16,-1-1 0 0,1 2 2032 0,-1-2 368 16,0 0 80-16,0 0 16 0,0 0-448 0,0 0-96 15,0 0-16-15,38 9 0 0,-38-9-1248 0,0 0-256 16,28-2-48-16,-28 2-16 0,23-4-368 0,-23 4 0 16,19-6 0-16,-19 6 128 0,18-8-128 0,-11 3 0 15,0 0 0-15,-1 0 128 0,-1 0 32 0,-2-2 16 0,-1 0 0 16,-1-2 0-16,-1 1-176 0,-1-1 192 15,1-1-192-15,-2 3 192 0,0-2-192 0,-3 1 0 0,0-1-160 0,-2 1 160 32,1 2-480-32,-3 1 0 0,2 3 0 0,0 2 0 0,1 1 224 0,0 3 64 0,2 3 0 0,-2 0 0 15,2 2 832-15,0 3 160 0,-2 3 32 0,1 4 16 16,-2 2-144-16,1 2-16 0,-1 1-16 16,1-2 0-16,2-4-288 0,0-1-48 0,4-17-16 0,-2 31 0 15,2-31-144-15,0 0-48 0,10 33 0 0,-10-33 0 16,0 0-128-16,0 0 0 0,0 0 0 0,37 15 0 15,-37-15 0-15,19-5-192 0,-9 1 64 0,1-2-11472 16,-1 0-2288-16</inkml:trace>
  <inkml:trace contextRef="#ctx0" brushRef="#br0" timeOffset="102572.87">11494 6054 5519 0,'0'0'496'0,"0"0"-496"0,0 0 0 0,0 1 0 16,0 1 1360-16,0-2 176 0,0 2 48 0,0-1 0 15,0 2 464-15,1 0 80 0,-1 2 32 0,0-2 0 0,0 0-880 0,1-2-160 16,1 1-32-16,0-2-16 15,0 0 32-15,1-2 16 16,0 0 0-16,1-2 0 0,2-2-272 0,-2 2-48 16,0-1-16-16,1-2 0 0,-1 0 432 0,1 0 96 15,-1 0 16-15,-2 2 0 0,0-3-1008 0,-1 2-320 16,-2-1 160-16,-1 3-160 16,-1 1-704-16,-2 2-240 0,-2-1-32 0,-2 4-16 0,-1 1 816 0,-2-1 176 15,0 3 0-15,0 0 0 0,0 1 0 0,-1 2 144 0,-1-1-144 16,0 2 128-16,0 1-128 0,2-1 0 0,0 1 0 0,1 2 0 15,2 2 0-15,-1 1 160 0,2 3-160 0,0 2 160 16,-1 3 144-16,3 0 16 0,-1 3 16 0,2-2 0 16,1-2 96-16,4-22 16 0,0 40 0 0,0-40 0 15,0 0-112-15,19 40-16 0,-19-40 0 0,0 0 0 16,45 20-320-16,-45-20 0 0,40-1 0 0,-19-4 0 16,2-4 0-16,-1 0 0 0,0-1 0 0,0-3 128 15,0 1-832-15,-1 1-144 0,-3 0-48 0,-1 2-9168 16,0 1-1840-16</inkml:trace>
  <inkml:trace contextRef="#ctx0" brushRef="#br0" timeOffset="103321.77">11821 6002 15663 0,'-4'-2'688'0,"2"2"144"0,0-1-656 0,1 0-176 15,1 1 0-15,0 0 0 16,1-2 896-16,2 1 128 0,0-4 48 0,2 2 0 0,0-2-688 0,3-1-144 0,1-1-32 0,0 0 0 16,0 0-384-16,3 1-80 0,-2 0 0 0,-1 1-16 15,0 1 656 1,0 1 144-16,-9 3 32 0,0 0 0 0,0 0 464 0,0 0 80 0,0 0 32 0,0 0 0 15,0 0-112-15,0 0 0 16,22 33-16-16,-26-21 0 0,-1-1-464 0,-3 2-96 0,1 0 0 0,-2 0-16 31,1 1-176-31,-2 0-16 0,0 1-16 0,0 0 0 0,1 1-96 16,1-2 0-16,1-2-128 0,3-3 192 0,4-9 16 0,-4 15 0 16,4-15 0-16,0 0 0 0,0 0-208 0,0 0 176 15,0 0-176-15,0 0 160 0,34 3-160 0,-24-6 160 16,0 0-160-16,0-2 160 0,1 1-160 0,0-1 192 15,0 0-192-15,0 3 192 0,-11 2-192 0,19-8 0 16,-11 6 0-16,0 0 128 0,-2 0-128 0,-1-1 0 16,-1 3 0-16,-3-2 0 0,0 2 0 0,-1 0 0 15,-1 0 0-15,0 2 0 0,-3 1 0 0,0-1 0 16,0 0 0-16,-2 3 0 0,0 0 192 0,0-1-32 16,-1 4-16-16,-1-1 0 0,2 1 176 0,0 1 16 15,2 0 16-15,2 0 0 0,2-9 48 0,-3 24 16 0,3-24 0 16,0 0 0-16,0 0-160 0,6 36-16 0,-6-36-16 15,0 0 0-15,0 0 0 0,15 40 0 0,-15-40 0 0,0 0 0 16,0 0-80-16,17 40-16 0,-17-40 0 0,0 0 0 16,7 34 0-16,-7-34 0 0,1 26 0 0,-1-26 0 15,-1 24 16-15,-2-13 0 0,1 1 0 0,-2-3 0 16,0 1-16-16,-1-5 0 0,-2 2 0 0,1-5 0 16,-3 3 0-16,-1-3 0 0,-1 1 0 0,-1-1 0 15,-3-1-128-15,-2-1 0 0,-1 0 0 0,-3-1-18144 16</inkml:trace>
  <inkml:trace contextRef="#ctx0" brushRef="#br0" timeOffset="108877.83">4082 6920 2751 0,'-1'0'256'0,"0"2"-256"0,1-1 0 0,0 1 0 16,0 0 688-16,0 1 80 0,-1 3 32 0,0 3 0 15,-1 5 336-15,0 4 64 0,0 2 16 0,0 3 0 16,1 3-32-16,1-2 0 0,-1 2 0 0,1 0 0 0,0 0 192 0,0 2 32 16,0 0 16-16,0 3 0 0,1-4-272 0,-1-1-48 15,2 0-16-15,-2-26 0 0,3 38-784 0,-3-38-176 16,3 26-128-16,-2-19 192 15,1 0-512-15,-1-5-112 0,0-2-16 0,0-1 0 16,1-2-816-16,1-5-160 0,1 1-48 0,-1-5-6848 0</inkml:trace>
  <inkml:trace contextRef="#ctx0" brushRef="#br0" timeOffset="109146.88">4057 6986 911 0,'-4'-12'0'0,"1"3"0"0,1 2 0 0,1 2 0 15,2 1 1056-15,-1 3 128 0,1-1 32 0,1-2 0 0,1-2 416 0,0-2 96 16,4 0 0-16,1-1 16 0,2 2-208 0,1 1-32 16,1 2-16-16,2 2 0 15,-14 2-304-15,30-3-64 0,-30 3-16 0,37 0 0 16,-37 0-416-16,38 7-96 0,-38-7-16 0,0 0 0 0,50 22-272 0,-50-22-64 16,0 0-16-16,0 0 0 0,39 38-224 0,-39-38 128 15,0 0-128-15,3 38 0 0,-8-23 144 0,-4 0-144 16,-1 2 128-16,-5 0-128 0,-2 1 0 15,-4 2 0-15,0-4 128 0,-1-2-128 0,3-3 160 0,0 0 0 16,-1-4 0-16,2 0 0 0,0-2 80 0,1 0 16 0,2-1 0 16,2-4 0-16,1 0-256 0,4 0-192 0,3-2 48 0,4-3 0 31,1-1-1568-31,5 0-304 0</inkml:trace>
  <inkml:trace contextRef="#ctx0" brushRef="#br0" timeOffset="109522.45">4593 6984 7359 0,'4'-9'320'0,"-1"4"80"0,-1 0-400 0,0 0 0 0,-1 4 0 0,-1 0 0 16,0 1 1600-16,0-4 224 0,-1 1 48 0,0-2 16 0,-3 1-240 0,-2 1-48 16,-1 3-16-16,-2 2 0 15,-2 3-240-15,-2 0-64 0,-1 0 0 0,0 2 0 0,0 2-32 0,0 1-16 16,3 0 0-16,0 2 0 0,1 2-512 0,-1 2-96 0,3 0-32 0,1 1 0 16,1 4-192-16,0 1-32 0,3 1-16 0,0 1 0 31,2 0-32-31,2 0 0 0,-1-24 0 0,10 45 0 0,-10-45-128 15,19 33-48-15,-19-33 0 0,0 0 0 16,44 31-144-16,-44-31-272 0,38 7 64 0,-38-7 16 0,43-3-1488 16,-23-1-304-16,1-4-48 0,-3 0-10704 15</inkml:trace>
  <inkml:trace contextRef="#ctx0" brushRef="#br0" timeOffset="109745.84">4872 6971 1839 0,'2'-13'160'0,"-1"3"-160"16,1 3 0-16,-1 2 0 0,-1 3 1616 0,0 2 304 15,0 0 48-15,0-1 16 0,-1 1 896 0,-2 1 192 16,0 4 48-16,-3 4 0 0,-1 6-1072 0,-2 2-192 0,-2 1-64 0,0 1 0 16,0 5 336-16,-1-1 64 15,1 3 16-15,-1-1 0 0,2-2-1904 0,0 1-304 0,1 0-224 16,1-1 32-16,-1-1 576 0,3-1 128 0,2-5 0 0,1-1 16 15,2-3-528-15,1-3 0 16,1-1 0-16,1-3 0 16,1-4-1568-16,2-2-368 0,0-2-80 0,1-5-7376 0,1-1-1472 0</inkml:trace>
  <inkml:trace contextRef="#ctx0" brushRef="#br0" timeOffset="109939.49">4877 6989 3679 0,'2'-12'160'0,"-1"3"32"0,0 1-192 16,0 4 0-16,0 1 0 0,-1 1 0 0,1 0 1616 0,0-1 288 15,0-1 48-15,1 1 16 0,1 0 240 0,0 4 48 16,-3-1 16-16,0 0 0 0,0 0-480 0,14 38-112 16,-14-38-16-16,10 33 0 0,-10-33-800 0,12 35-160 15,-12-35-48-15,12 36 0 0,-12-36-352 0,11 35-80 16,-11-35-16-16,11 34 0 0,-11-34-208 0,11 31 144 16,-11-31-144-16,0 0 128 15,15 42-448-15,-15-42-112 0,0 0-16 0,0 0 0 16,0 0-1536-16,0 0-304 0</inkml:trace>
  <inkml:trace contextRef="#ctx0" brushRef="#br0" timeOffset="110155.46">4825 7112 10127 0,'-13'2'448'0,"4"-1"96"0,2 3-544 0,3-4 0 0,1 1 0 0,1 1 0 15,0 0 1920-15,-3 2 256 0,-2 2 64 0,-1 0 16 16,1 4 112-16,1-5 0 0,3 0 16 0,2-2 0 15,4-2-48-15,3-1-16 0,2-2 0 0,2-3 0 16,3 0-2080-16,2 1-432 16,4-6-64-16,1 3-32 0,0 0 288 0,2 0 0 0,-2 2 0 0,1 1 0 15,-21 4-960-15,39-3-272 0,-39 3-64 0,31 0-12656 16</inkml:trace>
  <inkml:trace contextRef="#ctx0" brushRef="#br0" timeOffset="110432.78">5164 6970 6447 0,'0'-5'576'0,"0"2"-576"16,1 0 0-16,0 0 0 0,0 1 2224 0,-1 1 336 0,1 1 64 0,1-2 0 15,2-1-48-15,1-1-16 0,0 2 0 0,3 2 0 16,-8 0-64-16,0 0 0 0,0 0-16 0,0 0 0 15,39 38-2112-15,-39-38-368 0,0 0-192 0,19 46 32 16,-19-46 544-16,9 41 128 0,-9-41 0 0,6 32 16 16,-6-32-304-16,1 29-64 15,-1-12-16-15,-3-2 0 0,0 1-144 0,0-2 0 0,-3-2 0 0,0 0 0 16,-1 0 0-16,-1-3 0 0,-2-2 0 0,-1 3 0 31,0-3-576-31,-2-1-64 0,1-2 0 0,-1 1-14640 0</inkml:trace>
  <inkml:trace contextRef="#ctx0" brushRef="#br0" timeOffset="110877.87">5535 7060 2751 0,'-4'-2'256'0,"1"0"-256"15,1 1 0-15,1 1 0 0,1-2 1312 0,0 2 224 0,0 0 32 0,0 0 16 0,1-2 992 0,-1 1 208 16,3-1 32-16,0 0 16 16,2-1-1104-16,-1 1-240 15,3 0-32-15,-1-1-16 0,3 3-368 0,-1-2-80 0,-8 2-16 0,0 0 0 0,0 0-400 0,37 0-64 31,-37 0-32-31,0 0 0 0,0 0-480 0,38 2 0 0,-38-2 0 0,0 0-12896 16</inkml:trace>
  <inkml:trace contextRef="#ctx0" brushRef="#br0" timeOffset="111027.84">5575 7152 13823 0,'-2'0'608'0,"1"-2"128"16,2 2-592-16,0 0-144 0,0-2 0 0,0 2 0 16,0 0 2304-16,2-2 448 0,3 1 64 0,1-4 32 0,2 3-560 0,2-2-112 15,0 1-32-15,1 0 0 16,-12 3-1552-16,26-4-304 0,-26 4-64 0,26-5-14560 16</inkml:trace>
  <inkml:trace contextRef="#ctx0" brushRef="#br0" timeOffset="113223.43">5938 7025 2751 0,'2'-3'256'0,"-1"-2"-256"0,0 3 0 0,0 2 0 16,-1 0 624-16,1-2 80 16,0-1 0-16,1 1 16 0,0-3 464 0,0 0 96 0,0 3 0 15,-1 2 16-15,0 1 16 0,-2 3 0 16,1 4 0-16,-1 3 0 0,-1 1-272 0,0 2-48 0,0 2-16 0,0 1 0 16,0 2-400-16,1 0-96 0,1-2-16 0,0-17 0 15,2 32-208-15,-2-32-32 0,0 0-16 0,5 35 0 16,-5-35-208-16,0 0 144 0,0 0-144 0,0 0 128 15,0 0 64-15,0 0 16 0,0 0 0 0,38 8 0 0,-32-15 176 16,0 1 48-16,1-1 0 0,-1-1 0 0,3-2-192 0,-2 1-48 16,1-3 0-16,0 2 0 0,0-2-192 0,1-2 0 15,-2 2 0-15,0-2 0 0,1 0 0 0,-3 0-160 32,-1 0 160-32,-2 0-192 0,-3 0 192 0,-2 4 0 0,-3 0-144 0,-3 1 144 0,-2 4 0 0,-3 0 0 15,-1 3 128-15,-2 0-128 16,0 4 432-16,1 0 0 0,0 3 0 0,2-2 0 0,2 4-128 0,3-1-32 15,1 2 0-15,2-1 0 16,3 0-864-16,2-2-176 0</inkml:trace>
  <inkml:trace contextRef="#ctx0" brushRef="#br0" timeOffset="113475.28">6237 7148 12895 0,'1'0'1152'0,"-1"-2"-928"0,0 1-224 0,1 1 0 16,0 0 1280-16,-1 0 224 0,1-2 32 0,1 0 16 31,0 2 352-31,1 2 64 0,0 3 16 0,0-3 0 0,-3-2-1072 0,0 0-208 16,0 0-32-16,10 39-16 0,-10-39-96 0,0 0-32 0,7 39 0 0,-7-39 0 0,0 0-528 0,9 36 0 15,-9-36 0-15,0 0-13296 16</inkml:trace>
  <inkml:trace contextRef="#ctx0" brushRef="#br0" timeOffset="113826.62">6485 6998 11055 0,'-1'0'976'16,"1"0"-784"-16,1 0-192 0,-1 0 0 15,1 0 1696-15,0 0 288 0,2 0 64 0,1 0 16 0,1 0 240 0,3-1 32 16,1 0 16-16,0-1 0 0,1 2-1632 0,-1-3-320 16,-9 3-64-16,0 0-16 15,30-2-160-15,-30 2-32 0,0 0-128 0,0 0 192 16,35 5 160-16,-35-5 32 0,0 0 0 0,0 0 0 0,0 0-128 0,0 0-32 16,0 0 0-16,0 0 0 0,0 0-224 0,5 40 0 15,-11-33 0-15,-3 0 0 0,-1 3-208 0,-1-1-48 16,-1 0 0-16,0 1 0 0,-2-2 256 15,0 1-144-15,0 0 144 0,1-1-128 0,3-2 128 0,1-1 192 0,2-2-32 16,1 1-16-16,1-2 336 0,2 3 64 0,2-2 16 0,1-3 0 16,1 0-128-16,3 0-32 0,2 0 0 0,2-2 0 15,2-1-48-15,1-2-16 0,2 1 0 16,1-1 0-16,2 1-160 0,0-2-48 0,0 1 0 0,-1-1 0 16,2 0-128-16,0 0 0 15,-1 1 0-15,-1 0 0 0,-2 1 0 0,0 1 128 0,0-2-128 0,-1 3-15600 16</inkml:trace>
  <inkml:trace contextRef="#ctx0" brushRef="#br0" timeOffset="114209.62">6915 6843 11055 0,'-2'-1'976'0,"0"1"-784"16,1 0-192-16,0 0 0 15,0 1 1856-15,-1 0 336 0,0 1 64 0,-4-1 16 0,0 3 80 0,-4 1 16 16,1 2 0-16,0 0 0 0,0 3-1008 0,-1 0-192 16,3 2-32-16,-1 2-16 0,5 0-96 0,-2 0-32 15,3 0 0-15,2-14 0 0,0 0-352 0,7 31-64 0,-7-31 0 0,0 0-16 16,0 0-400-16,0 0-160 16,41 31 128-16,-41-31-128 0,0 0 0 0,0 0 0 15,43 4 0-15,-43-4 0 0,0 0 0 0,0 0 0 0,38 8 0 0,-38-8 0 16,0 0-160-1,0 0 160-15,0 0 0 0,0 0-144 16,0 0 144-16,33 28 0 0,-32-23 0 0,-1 2 0 0,-1 0 0 0,0 0 0 0,-2 0 0 0,-1 0 0 16,0 1 0-16,-1-2 144 0,0 2-144 0,-1 1 0 15,-3-2 208-15,0 5-64 0,0-2-16 16,-2-1 0-16,1 0 0 0,-1 1 0 0,1-3 0 0,-1 0 0 16,1 0-128-16,0 0 0 0,-2-2 0 0,1 0 0 0,0-3 0 0,0 0 0 31,1-4 0-31,1 1 0 15,0-2-1344-15,3-4-208 0</inkml:trace>
  <inkml:trace contextRef="#ctx0" brushRef="#br0" timeOffset="114366.99">6842 6898 19343 0,'2'-4'848'0,"1"-1"192"0,0 3-832 0,0-1-208 15,-1 3 0-15,0-2 0 0,2 2 1968 0,2-1 336 16,3 0 80-16,4-4 16 0,3 2-256 0,1-1-48 0,3-1-16 0,-1 0 0 15,1 1-1280-15,-1-3-256 0,0 2-48 0,-1 0-16 16,0 2-480-16,-2 0-240 0,-16 3 32 0,30 1-16128 16</inkml:trace>
  <inkml:trace contextRef="#ctx0" brushRef="#br0" timeOffset="115403.39">8242 6868 9215 0,'0'-5'816'0,"0"1"-656"16,1 3-160-16,-1-1 0 0,1 2 1056 0,-1-2 176 15,1-1 48-15,0-4 0 0,1 0 480 0,0 1 96 16,0 1 32-16,1 2 0 0,-1 3-416 0,0 5-64 15,0 4-32-15,-2-9 0 0,6 31-464 0,-6-31-80 16,4 47-32-16,-3-18 0 0,0-2-544 0,-1-1-96 16,-1 1-32-16,1-4 0 0,-1-3-128 0,1-3 0 15,1-2 0-15,0-3 0 16,-1-1-976-16,2-5-80 0,1-2-16 0,-1-2-10640 0</inkml:trace>
  <inkml:trace contextRef="#ctx0" brushRef="#br0" timeOffset="115700.37">8241 6869 3679 0,'-3'-13'320'0,"2"8"-320"0,0-3 0 0,1 2 0 16,0 3 1104-16,1-1 160 0,0 0 16 0,2-2 16 16,1-3 368-16,2-3 64 0,2 0 0 0,1-1 16 15,1 3-48-15,1 0-16 0,1 3 0 0,1 0 0 0,1 2-352 0,1 0-80 16,1 1-16-16,-1-1 0 0,-1 3-464 0,-1 1-80 15,-13 1-32-15,0 0 0 0,0 0-192 0,0 0-32 16,39 32-16-16,-39-32 0 0,4 28-176 0,-5-12-48 16,-1 3 0-16,-3 0 0 15,-2 3-192-15,0-4 0 0,-2-1 0 0,-2-2 0 16,2-1-256-16,0-2-128 0,0-3-48 0,-2-2 0 0,1-2 272 16,0 0 160-16,1-3-192 0,-1-4 192 0,3 2-336 0,0-5 32 15,1 0 16-15,1-2 0 16,3-2-336-16,0-1-64 0,2 1-16 0,2-1-10496 0</inkml:trace>
  <inkml:trace contextRef="#ctx0" brushRef="#br0" timeOffset="117446.33">8834 6771 5519 0,'0'-1'496'16,"-1"1"-496"-16,1 0 0 15,0 0 0-15,0-2 1152 0,0 2 128 0,-1 0 16 16,0-1 16-16,0 0 96 0,-1 1 0 0,-1-2 16 0,1 2 0 0,0-2-144 0,0 1-48 16,-1 1 0-16,-1 1 0 0,2-1-16 0,-3 2 0 15,0 0 0-15,2-2 0 16,-3 2-240-16,-1 1-48 0,0 0-16 0,0 2 0 15,-1 1-160-15,0 1-48 0,0 0 0 0,0 0 0 16,1 3-208-16,0 2-48 0,2 0-16 0,1 2 0 16,1 1-32-16,2 3 0 15,1-18 0-15,3 38 0 0,-3-38-80 0,7 41 0 0,-7-41-16 16,14 37 0-16,-14-37-304 0,0 0 0 0,27 36 128 16,-27-36-128-16,0 0 0 0,0 0-224 0,44 31 32 0,-44-31 16 31,0 0-1168-31,0 0-224 0,39 14-48 0,-39-14-11680 0</inkml:trace>
  <inkml:trace contextRef="#ctx0" brushRef="#br0" timeOffset="117713.45">9017 6779 7359 0,'-2'-1'656'0,"1"-1"-528"16,1 1-128-16,0 1 0 0,0 0 1600 0,0 0 272 15,-1 0 64-15,-1 0 16 0,0 0 416 0,-1 3 64 16,1-1 32-16,-1 3 0 0,3 2-832 0,-2 1-160 16,0 5-48-16,0 2 0 0,0 1-592 0,0 1-128 15,0 3-32-15,1 0 0 0,1 1-352 0,-1-1-80 16,1-20-16-16,0 35 0 0,0-35-224 0,1 28 0 16,-1-28 0-16,0 0 0 15,4 31-1488-15,-4-31-304 0,0 0-48 0,0 0-10320 0</inkml:trace>
  <inkml:trace contextRef="#ctx0" brushRef="#br0" timeOffset="118192.93">8975 6730 11679 0,'-5'0'256'16,"2"0"48"-16,1 0 16 0,1 0 16 0,0 0-336 0,2 0 0 0,-1 0 0 0,1 0 0 15,1 1 1952-15,3-1 320 0,0-1 64 0,5 0 16 16,1-2-1024-16,1 0-208 0,1-2-32 0,1 1-16 16,-1-1-688-16,2 2-144 0,-1 0-32 0,0 2 0 0,-14 1-208 0,0 0 0 15,33 2 0-15,-33-2 0 0,0 0 0 0,0 0-128 16,0 0 128-16,22 41-208 16,-22-41-672-16,-2 28-128 0,-2-16-16 0,-1 2-16 15,-1 1-176-15,-1-1-16 0,-1-2-16 0,-2-1 0 0,2 1 704 0,-1-3 144 16,-2 1 16-16,0-2 16 0,1 0 784 0,-1 0 160 0,-1-1 16 0,1 0 16 15,0-4-256-15,1 1-48 0,2-1-16 0,2-1 0 16,2-4 160-16,1 0 16 0,1 1 16 0,2-4 0 16,2 3 336-16,2-3 64 0,0 0 16 0,3 1 0 15,-1-1-320-15,4 0-64 16,0 1-16-16,0-1 0 0,1 3-144 0,0 1-32 0,-11 1 0 0,25-2 0 16,-25 2 112-16,0 0 16 0,37 7 0 0,-37-7 0 15,0 0-208-15,0 0-48 0,39 21 0 0,-39-21 0 16,0 0-192-16,0 0 0 0,0 0 0 0,19 39 0 15,-19-39-336-15,-2 21-16 16,-1-12 0-16,-1-2 0 0,-1 1 160 0,-1-2 16 0,0-1 16 16,-2 0 0-16,-1 0 352 0,-1 2 64 0,0-4 0 15,-2 2 16-15,-2-1 112 0,0 0 32 0,-1-1 0 16,2-1 0-16,3-1-272 0,0 1-144 0,1-2 160 0,3 0-160 0,1 0 320 16,2-2-16-1,1-1-16-15,2 0 0 0,1-1-864 0,2-4-160 0,4 2-32 0,2-4-11824 16</inkml:trace>
  <inkml:trace contextRef="#ctx0" brushRef="#br0" timeOffset="118572.4">9364 6712 1839 0,'-1'-3'160'0,"0"0"-160"16,0 1 0-16,1 2 0 0,-1-1 1648 0,1 0 288 16,-1-1 64-16,1-3 16 0,-2 0 800 0,0 0 176 15,2 0 16-15,0 3 16 0,1 0-528 0,1 2-96 16,0 0-32-16,2 1 0 0,1 0-832 0,-5-1-192 15,0 0-16-15,0 0-16 0,0 0-576 0,0 0-112 16,40 31-32-16,-40-31 0 0,0 0-304 0,0 0-64 16,30 40-16-16,-30-40 0 0,0 0-208 0,17 38 176 15,-17-38-176-15,8 31 160 0,-8-31-160 0,5 36 0 16,-5-36 0-16,-3 35 0 0,-1-18 0 0,-1-1 0 0,-3 3-160 0,0-1 160 31,-2-2-512-31,0-2 0 0,-1 0 0 0,0-5 0 0,0 2 288 0,-1-2 48 0,0-2 16 0,0 0-14912 16</inkml:trace>
  <inkml:trace contextRef="#ctx0" brushRef="#br0" timeOffset="119066.01">9637 6831 3679 0,'-2'0'320'0,"0"0"-320"16,1 0 0-16,1 0 0 0,0 0 1312 0,-1 0 192 15,0 0 32-15,0-1 16 0,-1 1 448 0,1 0 96 16,1 0 16-16,1-2 0 0,1 0-32 0,2 1 0 16,2-3 0-16,1 1 0 0,2 1-528 0,2-1-96 15,0-2-32-15,2 3 0 0,1 0-768 0,-1-3-144 0,-13 5-48 0,30-5 0 32,-30 5-464-32,26-2 0 0,-26 2 0 0,0 0 0 15,29-2-1040-15,-23 2-304 0,0 0-64 0,-2 2-6976 16,-2-2-1376-16</inkml:trace>
  <inkml:trace contextRef="#ctx0" brushRef="#br0" timeOffset="119258.9">9639 6918 9215 0,'-4'2'400'0,"2"-2"96"0,1 2-496 0,0-1 0 0,1 1 0 15,1-2 0-15,0 0 1712 0,2 0 240 16,1 2 48-16,0 1 16 0,-4-3 64 0,0 0 16 0,0 0 0 0,39 2 0 15,-39-2-864-15,0 0-160 16,42 0-48-16,-42 0 0 0,30-2-512 0,-30 2-128 0,30-2 0 0,-30 2-16 0,27-3-576 0,-27 3-112 31,24-3-32-31,-13 1-8032 16,0-3-1616-16</inkml:trace>
  <inkml:trace contextRef="#ctx0" brushRef="#br0" timeOffset="119778.07">10278 6752 911 0,'-12'1'0'0,"3"-1"0"0,2 1 0 0,2-1 0 15,2 0 0-15,1 0 0 0,1 0 1456 0,-3 0 208 16,-3 0 32-16,0 0 16 0,-1 0 304 0,0 0 64 16,3 0 16-16,-1 2 0 0,2 1-240 0,2 0-32 15,-1 1-16-15,0 0 0 0,0 2-256 0,1 1-48 16,-1 4-16-16,0 0 0 0,0 0-464 0,1 1-80 15,0 3-32-15,-1 0 0 0,3-15-528 0,-2 34-96 0,2-34-32 0,1 28 0 16,-1-28 64-16,0 0 16 16,0 0 0-16,0 0 0 0,31 34-64 0,-31-34-16 0,24-8 0 0,-10 1 0 15,1-5-128-15,0 0-128 0,0-1 192 0,0-2-192 16,0-2 0-16,-2 1 0 0,-1 0-160 0,-1-2 160 16,-1 2-400-16,-1-1 32 0,-1 1 16 0,-4 2 0 15,0 2 352-15,-2 2-176 0,-2-1 176 0,-3 2-128 16,-1 0 128-16,-2 3 0 0,-3-1 0 0,-2 4 0 15,-3-1-192-15,0 3-16 0,-3 1 0 0,0 1 0 16,1 1 400-16,0 2 96 0,1-1 16 0,0 4 0 16,1 0 224-16,1 0 48 0,2 3 16 0,2-3 0 15,0 2-400-15,2-1-64 0,2-1-128 0,2 0 176 16,0-1-688-16,3 0-128 0</inkml:trace>
  <inkml:trace contextRef="#ctx0" brushRef="#br0" timeOffset="119990.22">10439 6854 9215 0,'-2'0'816'0,"0"0"-656"16,1 0-160-16,1 0 0 0,1 2 2848 0,0-2 544 15,0 0 96-15,1 2 32 0,-2-2-432 0,0 0-80 0,0 0 0 0,0 0-16 16,0 0-2032-16,28 36-384 0,-28-36-96 0,0 0-16 15,0 0-656-15,0 0-128 0,0 0-16 0,0 0-14576 16</inkml:trace>
  <inkml:trace contextRef="#ctx0" brushRef="#br0" timeOffset="120600.67">10639 6697 13823 0,'-6'-2'1216'0,"1"0"-960"0,1 1-256 0,3 1 0 0,0 0 1472 16,1 0 240-16,0 0 48 0,0-2 16 0,0 2-112 0,2-2 0 16,0-1-16-16,3 1 0 0,1-3-944 0,2 1-176 15,1 1-32-15,1 0-16 0,1 1 240 0,2 0 48 0,-13 2 16 0,25 0 0 16,-25 0-176-16,0 0-32 0,35 8-16 0,-35-8 0 15,0 0-560-15,0 0 0 0,0 0 0 0,22 37 0 16,-23-27-544-16,-3 1-160 0,0 0-48 0,-2-2 0 31,0 2-32-31,-4-2-16 0,-1 1 0 0,-1 0 0 0,-1-1 592 0,0 0 208 0,0-1-144 0,-1-1 144 16,0 0 144-16,2-3 112 0,-1 2 32 0,1-4 0 0,4 0 112 0,1 0 32 31,1-2 0-31,1-2 0 0,4 2 16 0,1 0 16 0,4-2 0 0,2 0 0 0,1 0-240 0,3-2-48 16,2 2-16-16,2-2 0 0,2 1-160 0,0-1 0 15,2 3 0-15,0-1 0 0,0 0 0 0,-2 0 0 16,-16 2 0-16,34-1 0 0,-34 1 0 0,0 0 0 16,37 7 0-16,-37-7 0 15,0 0 896-15,0 0 112 0,0 0 16 0,0 0 0 0,4 41-800 0,-15-32-224 16,0 2 0-16,-4 0 128 16,0-1-512-16,-4 3-80 0,0-1-32 0,-1-2 0 0,1 1 752 15,1-1 160-15,0-3 32 0,3-1 0 0,1-2-320 0,2 0-128 16,3-3 128-16,3-1-128 0,3 0-224 0,4-1-128 15,3-1-32-15,3-3-9920 16,3-1-2000-16</inkml:trace>
  <inkml:trace contextRef="#ctx0" brushRef="#br0" timeOffset="120949.06">11013 6664 13823 0,'-8'-2'1216'0,"2"0"-960"15,1 2-256-15,1 0 0 0,1 2 1760 0,1-2 304 16,-1 2 64-16,-2 0 16 0,-3 3-368 0,-3 2-80 16,0 5-16-16,1-2 0 0,1 1-848 0,2 1-192 15,3-2-16-15,1 1-16 0,3-11 0 0,0 0 0 16,2 30 0-16,-2-30 0 0,0 0-96 0,0 0 0 16,0 0-16-16,32 32 0 0,-32-32-336 0,0 0-160 15,34 7 160-15,-34-7-160 0,0 0 0 0,38 5 0 0,-38-5 0 0,0 0 0 16,35 10 0-16,-35-10 0 0,0 0 0 15,0 0 0-15,0 0 0 0,32 28 0 16,-32-28 0-16,0 0 0 0,0 0 0 0,0 0 0 0,3 36 0 0,-7-27-160 0,0-2 160 0,-2 1 0 16,0 1 0-16,-2-1 128 0,1 0 192 0,-2-3 32 15,0 2 16-15,0 0 0 0,-1 1 32 0,-1-2 16 16,0-1 0-16,-1 0 0 0,0-3-224 0,1 1-64 16,0-1 0-16,1-2 0 0,0 0-128 0,-1-2 0 15,3-1 144-15,1-1-144 16,-1-4-656-16,2 2-208 0</inkml:trace>
  <inkml:trace contextRef="#ctx0" brushRef="#br0" timeOffset="121111.88">10913 6674 14735 0,'8'-5'640'0,"-1"2"160"0,0 2-640 0,0-2-160 0,-3 1 0 0,1 1 0 15,3-1 1200-15,4-3 208 0,7 0 32 0,6-4 16 16,3-1-816-16,-1 1-144 0,-2 2-48 0,-5 0 0 15,-2 4-592-15,-3 1-128 0,-15 2-32 0,0 0 0 16</inkml:trace>
  <inkml:trace contextRef="#ctx0" brushRef="#br0" timeOffset="123080.24">12216 6642 11055 0,'0'0'976'0,"0"-2"-784"0,0 2-192 16,-1 0 0-16,1 0 800 0,-1 0 112 0,1 0 32 0,-2 0 0 15,1 0-112-15,-1 2-32 16,1 1 0-16,-1 2 0 0,0 2-160 0,1 2-48 0,0 2 0 0,1 4 0 16,0 2 240-16,0 2 64 15,0 3 0-15,0 1 0 0,1 1-64 0,-1 2 0 0,0-26 0 0,1 54 0 16,-1-27-304-16,-1 1-64 0,-1-1-16 0,0-2 0 16,0-1-320-16,0-7-128 0,2-1 0 0,0-6 0 15,1 0-1024-15,1-4-288 0</inkml:trace>
  <inkml:trace contextRef="#ctx0" brushRef="#br0" timeOffset="123381.08">12167 6660 7359 0,'-2'-8'320'0,"1"1"80"0,2 2-400 0,0 1 0 0,0 1 0 0,0-2 0 15,1 3 736-15,0-5 64 0,2-5 16 0,3-2 0 0,1 0-128 0,1 2-32 16,1 0 0-16,1 3 0 0,1 3 560 0,0 2 96 0,-12 4 32 0,0 0 0 16,42 10 384-16,-42-10 64 0,0 0 32 0,41 33 0 15,-41-33-880-15,0 0-176 16,33 43-48-16,-33-43 0 0,0 0-528 0,21 38-192 0,-21-38 0 0,0 0 144 16,8 35-144-16,-9-26 0 15,-1 1 0-15,-3-1 0 0,-2 0 0 0,-1 0 0 0,0-1-128 0,-2-1 128 16,-1 1-128-1,-2-2 128-15,-1 2-160 0,1-4 160 0,-1-1 0 0,1-1 0 0,0 1 0 16,0-1 0-16,2 0 144 0,3-2-144 0,2 0 0 0,1 0 144 16,3-2-720-16,3 0-128 0</inkml:trace>
  <inkml:trace contextRef="#ctx0" brushRef="#br0" timeOffset="123767.09">12819 6604 8287 0,'2'-4'368'0,"-2"2"80"0,1-1-448 0,-1 1 0 15,0 2 0-15,-1-2 0 16,1 1 1760-16,-1 1 272 0,-1-2 48 0,-3 0 16 16,1 0-112-16,-4 1 0 0,2 1-16 0,-4 0 0 15,1 0-528-15,-1 3-96 0,-1-1-32 0,-1 3 0 16,-1 0-256-16,0 1-48 0,0 2-16 0,-2-1 0 16,2 2-352-16,0 1-80 0,1 2-16 0,1 0 0 15,1 0-256-15,0 0-48 0,0 4-16 0,2 1 0 16,1 4 96-16,2-4 0 0,1 1 16 0,3 1 0 15,1-19-80-15,3 36 0 0,-3-36-16 0,0 0 0 16,20 42-96-16,-20-42-16 0,0 0 0 0,38 24 0 0,-38-24-128 0,33 5 0 16,-33-5-192-16,34-3 192 15,-15-3-880-15,1-4-48 0,-1 1-16 0,1-1-14192 16</inkml:trace>
  <inkml:trace contextRef="#ctx0" brushRef="#br0" timeOffset="124170.24">13210 6647 14735 0,'5'-5'640'0,"-2"2"160"0,0 2-640 0,0-1-160 0,-1-1 0 0,0 3 0 16,0-2 1904-16,0-1 336 0,4-1 80 0,-1-1 16 16,2 0-416-16,-3 1-96 0,-1 1-16 0,-2 0 0 15,-1 1-704-15,-1 0-144 0,-1 2-16 0,-4-2-16 0,0 4-240 0,-3-2-48 16,-1 2-16-16,-2 3 0 0,-1-2-176 0,-1 3-48 16,-1-1 0-16,-1 2 0 0,0 3-128 0,-1 0-16 15,1 2-16-15,2-1 0 0,3 1-240 0,0-2 0 16,3 3 0-16,0-1 0 15,3 2 304-15,0 1-48 0,3 0 0 0,2-15 0 0,2 30-64 0,-2-30 0 16,0 0-16-16,0 0 0 0,22 40-176 0,-22-40 0 16,0 0 144-16,36 11-144 0,-36-11 0 0,30 0 0 15,-13-1 0-15,-1-4 0 16,-1 2-336-16,-1-3-96 0,0 1-16 0,-1-1 0 16,-2 2-1200-16,1-1-240 0,0-1-48 0,-2 0-12848 0</inkml:trace>
  <inkml:trace contextRef="#ctx0" brushRef="#br0" timeOffset="125059.09">13516 6496 8287 0,'0'-3'736'0,"1"3"-592"15,0 0-144-15,1 0 0 0,-1 0 1344 0,1 0 224 16,0 0 48-16,3-2 16 0,2 2 480 0,-7 0 112 15,0 0 16-15,0 0 0 0,38 17-432 0,-38-17-80 16,0 0 0-16,34 35-16 0,-34-35-528 0,20 38-96 0,-20-38-32 16,15 45 0-16,-15-45-496 0,6 46-112 0,-6-46 0 0,-3 44-16 15,-3-22-208-15,0-3-32 0,-2-1-16 0,-1-1 0 16,-1-3-176-16,-2 1 0 0,-2 1 0 0,-1-2 0 16,-1 1 0-16,1-3 0 0,-1 0 0 0,1-1-10240 15,1-2-1952-15</inkml:trace>
  <inkml:trace contextRef="#ctx0" brushRef="#br0" timeOffset="126206.84">14048 6636 13823 0,'-4'0'1216'0,"1"0"-960"0,2 0-256 0,0 0 0 16,1 0 1184-16,0 0 192 16,-1 0 32-16,-1 2 16 0,1-2 96 0,0 0 16 0,2 0 0 0,3 0 0 15,3-2-800-15,1-1-160 0,5 1-16 0,1-3-16 0,3 0 128 0,0 0 32 16,3-1 0-16,-1 1 0 0,1 0-384 0,-2 0-80 16,0 0-16-16,-4 3 0 15,-14 2-800-15,0 0-176 0,30 0-16 0,-30 0-11696 16</inkml:trace>
  <inkml:trace contextRef="#ctx0" brushRef="#br0" timeOffset="126364.08">14062 6742 11967 0,'-1'0'528'0,"0"-1"112"0,2 0-512 0,0 1-128 16,1-2 0-16,1 2 0 0,1 0 2352 0,1-3 432 0,5 1 96 0,5-1 0 15,3 1-800-15,0-2-160 0,3-1-48 0,-2 1 0 16,3 0-1168-16,-3-1-256 0,1 3-32 0,-2-2-9296 15,1 1-1856-15</inkml:trace>
  <inkml:trace contextRef="#ctx0" brushRef="#br0" timeOffset="127521.23">14673 6564 911 0,'-1'-4'0'0,"0"1"0"0,1 1 0 0,0 0 0 16,0 1 2240-16,0 1 352 16,0 0 80-16,0-2 16 0,0 1-608 0,-1-2-112 0,1 1-32 0,-2 1 0 15,1-2-496-15,0 3-96 0,-2 0-32 0,1 0 0 16,0 1-416-16,-1 1-64 0,0-2-32 0,0 3 0 16,1-1-144-16,0 2-16 0,-1-1-16 0,0 2 0 15,0-1 48-15,1 4 16 16,-2-1 0-16,-1 4 0 0,2 0-64 0,-3 2-16 0,0 4 0 0,0-1 0 0,0 1-112 15,-1 2-32-15,0 2 0 0,1 4 0 0,0 0-16 0,2-1-16 16,1-3 0-16,3-21 0 0,0 35 0 0,0-35 0 16,0 0 0-16,0 0 0 0,20 41-432 0,-20-41 128 15,0 0-128-15,30-2 0 0,-18-5 0 0,3-3 0 16,2-6-224-16,-2 1 80 0,0 1-48 0,3-3-16 16,2-4 0-16,1 0 0 15,-4-1-608-15,-3 2-112 0,-3 2-32 0,-4 2 0 16,-3 0 416-16,-4 1 80 0,-2 3 16 0,-5 0 0 15,-2-1 448-15,-3 3 0 0,-2-2 0 0,-1 0 0 16,0 2-320-16,1 3 48 0,1 2 0 0,1 3 0 0,2 2 96 0,1 2 32 0,1 1 0 0,3 2 0 16,1-1 144-16,2 4-128 0,1-2 128 0,1 2-128 31,0-8-960-31,0 0-176 0</inkml:trace>
  <inkml:trace contextRef="#ctx0" brushRef="#br0" timeOffset="127725.43">14976 6688 8287 0,'1'-3'736'0,"-1"1"-592"0,1-1-144 0,0 3 0 0,0 0 2144 0,-1 1 400 0,1 1 80 0,-1 0 0 16,1 1 288-16,1 1 48 0,-2-4 16 0,0 0 0 15,0 0-1760-15,5 37-336 0,-5-37-80 16,0 0-16-16,-1 32-592 0,1-32-192 0,0 0 128 0,0 26-128 15,1-21-1088-15,2-2-288 0</inkml:trace>
  <inkml:trace contextRef="#ctx0" brushRef="#br0" timeOffset="128073.79">15266 6432 13823 0,'-2'0'608'0,"1"0"128"0,0 0-592 0,1 0-144 0,-1 0 0 0,1 0 0 16,0 0 1792-16,0 2 320 0,-1-2 64 0,0 1 0 15,0 0-480-15,0 1-96 0,0 1-32 0,-1 2 0 16,1 0-736-16,-2 2-160 0,2 0-32 0,-3 2 0 0,0 2 176 0,-1 2 16 16,-2 1 16-16,-2 3 0 0,0 3-320 0,-3 0-64 15,0 2-16-15,-2-1 0 0,1-2-288 16,2 0-160-16,4-5 160 0,2-2-160 0,3-2 128 0,2-10-128 15,0 0 0-15,0 0 144 0,0 0-144 0,0 0 0 16,40 23 0-16,-40-23 0 0,32-3 0 0,-16 0 0 16,3 0 0-16,0-2 0 0,-3 0 0 0,1 3 0 15,1-3 0-15,-3 0 0 0,0 3 0 0,-1-3 0 16,-2 2 0-16,0 1 0 0,-3 0 0 0,1 0 0 16,-2-1 0-16,-1 1 0 0,-1 0-192 0,0 1 192 0,-2-1-192 15,0 1 192 1,0 0-1024-16,-1-1-96 0,0 1-16 0,-1-1-8336 0,-1-1-1664 15</inkml:trace>
  <inkml:trace contextRef="#ctx0" brushRef="#br0" timeOffset="128267.2">15405 6470 9215 0,'-5'2'400'16,"1"0"96"-16,0 0-496 0,1 1 0 0,2-1 0 0,0 1 0 15,-2-1 2000-15,-1 5 304 0,-1 1 64 0,-3 5 16 16,-1 4 256-16,0 2 48 0,-2 3 16 0,1 1 0 15,0-1-624-15,2 1-128 0,-1 3-32 0,1 3 0 0,1-1-768 16,0 3-144-16,1 2-48 0,-1 1 0 0,3 1-576 16,-1-1-112-16,1-2-16 0,2-3-17344 15</inkml:trace>
  <inkml:trace contextRef="#ctx0" brushRef="#br0" timeOffset="147856.37">4191 7830 911 0,'-2'0'0'0,"1"0"0"15,0 0 0-15,0 0 0 0,1 0 640 0,0 0 64 0,-1 0 0 0,0 0 0 16,1 3 688-16,-2-3 144 0,1 2 16 0,0-2 16 16,-1 1 96-16,1 1 0 0,1-2 16 0,-1 2 0 15,1 0-80-15,0 0-32 0,0 2 0 0,1 2 0 16,0 4-336-16,1 2-64 0,0 0-16 0,-2-12 0 16,6 42-272-16,-2-11-64 0,0 5-16 0,-1 6 0 15,-1 3-96-15,-1 0 0 0,0-4-16 0,-1-1 0 0,1-5-160 0,0-4-16 16,3-2-16-16,-4-29 0 0,10 47-688 0,-10-47-144 15,0 0-32-15,0 0 0 16,0 0-2416-16,34 26-480 0</inkml:trace>
  <inkml:trace contextRef="#ctx0" brushRef="#br0" timeOffset="148160.15">4160 7897 4607 0,'-1'-7'400'0,"0"4"-400"0,0-1 0 16,1 3 0-16,0 1 1504 0,0 0 224 0,1 0 32 0,0 0 16 16,1 0 448-16,2 3 80 15,1-1 32-15,1-1 0 0,2 1-944 0,0-2-192 0,2 0-48 0,1-3 0 16,1 1-272-16,1-1-64 0,1-1-16 0,0-3 0 16,1 2-416-16,0 1-64 0,-1 1-32 0,0 0 0 15,-14 3 16-15,0 0 0 0,38 8 0 0,-38-8 0 16,0 0-304-16,0 0 0 0,31 36 0 0,-31-36 0 15,5 32 128-15,-6-13-128 0,-2 1 0 0,-3 1 0 0,-3 0 0 16,-2 0 0-16,-2 1 0 0,-3-1 0 0,1-2 0 0,-2-2 0 16,0 0 0-16,0-1 0 0,0-4 192 0,1-3-64 15,1 0 0-15,2-3-128 0,2-2 0 0,3-4-272 16,1-1 16-16,5-3-12464 16</inkml:trace>
  <inkml:trace contextRef="#ctx0" brushRef="#br0" timeOffset="148554.59">4702 7923 8287 0,'-1'-3'368'0,"1"1"80"15,0 0-448-15,0 0 0 0,0-1 0 0,-1 1 0 0,0 0 1920 0,0-1 288 16,-1-1 64-16,0-2 16 16,-3-1 304-16,0 0 64 15,-1 1 16-15,-1 3 0 0,0 0-688 0,0 3-144 0,0 3-32 0,-1 4 0 0,-1 0-976 0,0 3-192 16,-1 3-32-16,0 2-16 15,-1 4-352-15,1 0-80 0,2 4-16 0,1 0 0 0,1 2 48 0,3 1 16 16,2 0 0 0,3-1 0-16,-2-25 96 0,8 42 16 0,-8-42 0 0,15 34 0 15,-15-34-320-15,0 0 160 0,30 39-160 0,-30-39 128 16,0 0-448-16,0 0-80 0,42 36-32 0,-42-36 0 31,0 0-1744-31,0 0-368 0,37 21-64 0,-37-21-10704 0</inkml:trace>
  <inkml:trace contextRef="#ctx0" brushRef="#br0" timeOffset="149005.79">4889 7882 5519 0,'-2'-2'496'0,"1"0"-496"0,0 0 0 0,1 0 0 16,0 1 1088-16,-1 1 128 0,0-4 32 0,-1 1 0 16,0-2 368-16,0 0 80 0,0 3 16 0,1 1 0 0,1 2-368 0,0 4-64 15,1 2 0-15,0 1-16 0,-1-8-240 0,0 0-64 16,6 40 0-16,-6-40 0 0,5 42-496 0,-4-18-96 16,1 2-32-16,-1-2 0 15,0 3-128-15,-1-2-16 0,0-3-16 0,0-22 0 0,2 34-176 0,-2-34 0 0,3 27 0 0,-3-27 0 31,0 0-784-31,0 0-192 0,0 0-48 0,0 0 0 16,0 0-768-16,0 0-176 0</inkml:trace>
  <inkml:trace contextRef="#ctx0" brushRef="#br0" timeOffset="149289.37">4884 7932 911 0,'-6'-3'0'0,"3"2"0"0,1-1 0 0,0 1 0 15,1-1 1472-15,1 2 224 0,-1-3 32 0,1 1 16 0,0-2 320 0,0-3 64 32,3-1 16-32,0-1 0 0,3-1-928 0,0-1-192 0,2 3-48 0,1-1 0 0,0-1-384 0,2 3-80 15,-1 0 0-15,0 2-16 0,1 0-176 0,-1 3-16 16,-10 2-16-16,0 0 0 16,0 0 208-16,39 14 32 15,-39-14 16-15,0 0 0 0,28 36-160 0,-28-36-16 0,16 33-16 0,-16-33 0 0,12 43-224 0,-12-43-128 31,7 42 160-31,-6-20-160 0,-1-22-224 0,-1 38-144 16,0-24-16-16,-4 2-16 0,0-4 272 0,-1 0 128 16,-2-1-128-16,-1-2 128 0,0 0 400 0,-1-1 176 0,-2-2 16 15,-1 1 16-15,0 0 288 0,-2-2 64 0,-1-3 16 0,1 1 0 16,2-3-464-16,0 0-112 0,3-2-16 0,1 1 0 31,3-1-1456-31,2 2-288 0</inkml:trace>
  <inkml:trace contextRef="#ctx0" brushRef="#br0" timeOffset="150404.94">5320 7789 1839 0,'-2'-3'160'0,"1"1"-160"15,0 1 0-15,1 1 0 0,0 0 1152 0,0 0 192 16,0 0 32-16,0 0 16 0,0 3-16 0,0-1 0 15,0 3 0-15,0 4 0 0,0-2-288 0,1 5-48 16,-1 2-16-16,1 1 0 0,1 4-64 0,-1 4 0 0,0 3-16 0,-1 2 0 16,0 4 16-16,-1 4 16 0,-1 3 0 0,-2-1 0 15,1-2-16-15,0-5-16 0,2-3 0 0,1-4 0 32,1-3-1344-32,-1-21-272 0</inkml:trace>
  <inkml:trace contextRef="#ctx0" brushRef="#br0" timeOffset="150895.84">5694 7786 5519 0,'-2'-5'496'0,"1"2"-496"0,0 1 0 0,0 0 0 15,1 2 976-15,0 0 112 0,-1 0 0 0,1 0 16 16,-1 0 880-16,-1 0 192 0,-1 2 16 0,1 2 16 16,0 2-352-16,-2 3-80 0,0 0-16 0,0 5 0 15,-2 1-704-15,0 4-144 0,0 2-16 0,-1 1-16 0,-2 6-368 0,0 1-80 16,-1 4-16-16,0 2 0 0,-1 1 160 0,1-1 16 15,1-5 16-15,1-4 0 0,3-1-112 0,0-6-32 16,2 0 0-16,2-5 0 16,1 0-928-16,0-14-192 0,0 0-48 0,0 0-12944 0</inkml:trace>
  <inkml:trace contextRef="#ctx0" brushRef="#br0" timeOffset="151110.93">5729 7790 1839 0,'0'-4'160'0,"0"-1"-160"0,0 4 0 0,-1-1 0 0,1 2 2112 0,0 2 384 0,0-2 64 0,0 3 32 16,0 0 288-16,1 1 64 0,0 4 16 0,-1-8 0 0,0 0-1296 0,6 32-272 15,-6-32-48 1,0 0-16-16,12 41-560 0,-12-41-96 0,10 34-32 0,-10-34 0 0,11 38-128 0,-11-38-48 16,11 44 0-16,-11-44 0 0,9 48-240 0,-6-23-48 31,-1-1-16-31,0 0 0 0,-2-24-160 0,5 38-176 15,-5-38 48-15,3 30 0 16,-3-30-1376-16,0 0-272 0,0 0-48 0,0 0-9984 0</inkml:trace>
  <inkml:trace contextRef="#ctx0" brushRef="#br0" timeOffset="151328.34">5630 8030 13823 0,'-7'2'608'0,"3"-2"128"0,1 2-592 0,1-2-144 0,1 1 0 0,1-1 0 16,-1 0 2064-16,1 1 384 0,-1 0 80 0,2 1 16 15,1-2-480-15,1-3-80 0,2 1-32 0,1 0 0 16,1-2-1184-16,1 1-224 0,2-2-48 0,0 0-16 16,2 0-240-16,1 1-48 0,1-1-16 0,0 0 0 15,-14 5-176-15,28-6 0 0,-28 6 0 0,27-6-9504 16,-27 6-2016-16</inkml:trace>
  <inkml:trace contextRef="#ctx0" brushRef="#br0" timeOffset="152987.24">5997 7757 2751 0,'0'0'256'15,"0"-3"-256"-15,0 3 0 0,0-2 0 16,0 2 832-16,0 0 112 0,1-2 16 0,0-3 16 0,0 1 144 16,1-1 32-16,2 2 0 0,-1-2 0 0,0 2 128 0,2-1 16 15,-1 2 16-15,0 0 0 0,3 1 160 0,-2 2 48 16,-5-1 0-16,0 0 0 15,0 0-240-15,0 0-64 0,42 14 0 0,-42-14 0 0,0 0-416 0,0 0-96 16,42 33 0-16,-42-33-16 0,0 0-48 0,34 38 0 16,-34-38 0-16,0 0 0 0,30 50-80 15,-30-50-32-15,0 0 0 0,20 47 0 0,-20-47-288 16,10 33-64-16,-10-33-16 0,5 34 0 0,-5-20-160 16,-1 2 160-16,-2-1-160 0,-1 1 160 0,-2 1 16 0,-2-1 0 15,0-1 0-15,-2-1 0 0,1 0-48 0,-1-4 0 16,0 1 0-16,-2-1 0 0,1-2-368 0,-1 0-80 0,0-2 0 0,-1 0-14304 15</inkml:trace>
  <inkml:trace contextRef="#ctx0" brushRef="#br0" timeOffset="153820.44">6480 7883 1839 0,'-1'0'160'0,"0"0"-160"0,0 0 0 0,1 0 0 16,0 0 848-16,0-1 144 16,-1 1 32-16,0 0 0 0,-1 0 256 0,2-2 64 0,-1 2 16 0,1 0 0 15,0 0-160-15,1-1-48 0,0 0 0 0,2 1 0 16,0 0-64-16,0-2-32 0,0 2 0 0,2-3 0 15,1 3 176-15,1-2 48 0,1-1 0 0,2 1 0 16,-1 2-256-16,0-4-64 0,1 1 0 0,1 0 0 0,1 1-448 0,0 0-80 16,-1 0-32-1,-2-1 0-15,0 3-240 0,0-2-160 0,0 1 192 16,-2 1-192-16,-7 0 0 0,0 0 0 16,0 0 0-16,0 0 0 0,0 0-784 0,0 0-112 0,0 0-32 0,0 0 0 15,37 8-992-15,-37-8-208 0,-1 2-48 0,0 1-6624 16</inkml:trace>
  <inkml:trace contextRef="#ctx0" brushRef="#br0" timeOffset="154070.71">6546 7968 4607 0,'-3'0'192'0,"2"0"64"0,0 0-256 0,0 0 0 0,1 0 0 0,0-2 0 16,0 2 1664-16,0 0 304 0,0-2 48 0,1 1 16 15,0-1 112-15,1-1 32 0,0 1 0 0,1 0 0 16,2-1-320-16,0 1-64 0,0-1-16 0,2 1 0 16,0 0-304-16,1 0-64 0,0-1-16 0,0 1 0 15,2-1-320-15,-2 1-64 0,-1 0-16 0,1-1 0 16,-8 3-544-16,0 0-96 0,0 0-32 0,29-5 0 16,-22 5-320-16,-2-2 0 0,1 2 0 0,-1 0 0 15,-1 0-640-15,0 2-64 0,1-2 0 0,-1 0-9456 16,0 0-1888-16</inkml:trace>
  <inkml:trace contextRef="#ctx0" brushRef="#br0" timeOffset="166866.91">6992 7738 4607 0,'-5'-2'400'0,"1"2"-400"0,1-2 0 0,0 1 0 0,2 1 1056 0,1 0 128 16,-1 0 32-16,-2 0 0 0,0 0-96 0,-3 1-16 16,-1 1 0-16,1 0 0 15,0 0-80-15,1 3 0 0,-1-2-16 0,2 1 0 16,-1 1 80-16,0 0 32 0,1-1 0 0,-1 4 0 0,1-2-224 0,-1 3-64 0,0 2 0 16,1 1 0-1,0 2 16-15,-1 2 0 0,2-1 0 0,0 4 0 16,-1 2-144-16,0 2-48 0,2 0 0 0,-1 0 0 0,1-2-192 0,2-2-32 15,1-3-16-15,-1-16 0 0,0 0-240 0,12 36-48 0,-12-36-128 0,0 0 192 16,0 0-192-16,31 0 0 16,-20-9-144-16,1-3 144 0,0-3-320 0,1-1 48 0,2-5 0 0,-2 2 0 31,0-3-432-31,-1 3-96 0,-2 0-16 0,-1 0 0 0,-1-2-80 0,-4 2-32 16,-1 2 0-16,-3 3 0 0,-2 2 928 0,-2 0 0 15,-2 1 0-15,-2 1 176 0,-2 2 416 0,-1 0 96 0,-1 3 16 0,0 0 0 16,0 1-224-16,0 3-32 0,1 1-16 0,1 1 0 15,1 1-96-15,3 3-16 16,1-1 0-16,2 1 0 0,2 2-480 0,1 3-96 16,1-1-32-16,-1-9-12320 0</inkml:trace>
  <inkml:trace contextRef="#ctx0" brushRef="#br0" timeOffset="167072.22">7057 7938 12895 0,'1'-5'576'0,"-1"4"112"0,1-1-560 0,-1 0-128 0,0 2 0 0,1 0 0 16,0 0 1056-16,0 1 176 0,2 2 48 0,0 2 0 16,-3-5-400-16,0 0-80 0,10 33-16 0,-10-33 0 15,5 27-576-15,-5-27-208 0,3 30 144 0,-3-30-6192 16,0 0-1248-16</inkml:trace>
  <inkml:trace contextRef="#ctx0" brushRef="#br0" timeOffset="167435.34">7289 7805 9215 0,'-1'-1'400'0,"0"-1"96"0,1 2-496 0,-1 0 0 0,0 0 0 16,0 0 0-16,0 2 960 0,0-1 80 0,-2 3 32 0,0 1 0 16,-3 2-304-16,0 0-64 0,1 3-16 0,-1 2 0 15,1 0 48-15,-1 2 16 0,2 2 0 0,-2 1 0 16,2 2 208-16,2-4 32 0,2-2 16 0,0-13 0 16,0 0-176-16,0 0-16 0,0 0-16 0,0 0 0 15,39 28-800-15,-28-32 0 0,1-3 0 0,-1 0-144 16,0-3-608-16,-1 1-112 0,-1-1-32 0,1-1 0 15,-1 1 384-15,-2-2 64 0,1 0 0 0,-3 2 16 16,-1-1 432-16,-2 2-128 0,-1 1 128 0,-3 1 0 0,-1 0 128 0,-2 2 96 16,-2 0 32-16,-2 2 0 0,-1 0 96 0,-2 0 32 15,-1 1 0-15,0 1 0 0,1-1-80 0,-1 2-16 16,3-1 0-16,1 2 0 0,2-1-80 0,0 2-16 16,3 1 0-16,2-1 0 0,2 1-448 0,1-1-112 15,1 0-16-15,2-1-6352 16,3 1-1280-16</inkml:trace>
  <inkml:trace contextRef="#ctx0" brushRef="#br0" timeOffset="167828.69">7520 7682 11967 0,'-1'-1'528'0,"0"-1"112"0,0 1-512 0,0 1-128 0,0 0 0 0,0 1 0 15,0 1 1536-15,-2 1 256 0,0 0 64 0,-1 3 16 16,-2 1-672-16,0 3-144 0,0-1-32 0,0 0 0 15,-1 1-272-15,2 2-64 0,-1-2-16 0,2 1 0 16,1-2 160-16,0 1 16 0,1 0 16 0,2-3 0 16,0 0-16-16,1-2 0 0,2 2 0 0,-1-3 0 15,2 1-432-15,1-2-96 16,-1 1 0-16,-4-4-16 0,0 0-176 0,0 0-128 0,0 0 192 0,0 0-192 16,42 26 160-16,-42-26-160 15,0 0 128-15,0 0-128 0,0 0 0 0,32 38 0 0,-32-38 128 0,0 0-128 0,0 0 0 0,13 38 0 16,-13-38 0-16,0 0 0 15,-1 26 128-15,-1-18-128 0,-1-1 0 0,-1 1 128 0,-2 0 256 16,0-1 64-16,0 1 0 0,-1 1 0 0,-1-2-64 0,-1 0 0 16,0-1 0-16,-1 0 0 0,1 0-192 0,0-2-32 15,-2 1-16-15,1-1 0 0,1-2-144 0,1-2 0 16,-1 0 0-16,2-1 0 16,-1-2-352-16,2 0-48 0,-1-4-16 0,1 2 0 15,0-3-2384-15,2-2-464 0</inkml:trace>
  <inkml:trace contextRef="#ctx0" brushRef="#br0" timeOffset="167993.51">7457 7757 11967 0,'6'-7'528'0,"-2"2"112"0,-1 0-512 0,0 3-128 0,-1 0 0 16,0 2 0-16,1-2 1568 0,1-1 288 0,4 0 48 0,2-1 16 0,3 0 560 0,-13 4 112 31,26-4 32-31,-26 4 0 0,29 0-1152 0,-29 0-208 0,0 0-48 0,38 3-16 0,-38-3-784 0,0 0-160 16,0 0-16-16,0 0-16 15,41 12-704-15,-41-12-144 16,0 0-16-16,0 0-13584 16</inkml:trace>
  <inkml:trace contextRef="#ctx0" brushRef="#br0" timeOffset="169130.45">8380 7562 3679 0,'-1'-4'320'0,"1"-1"-320"0,0 2 0 0,0 1 0 16,0 0 864-16,-1 0 96 15,1 0 32-15,0-1 0 0,0-2 480 0,-1 0 112 16,0 0 16-16,0-1 0 0,1 3-224 0,-1 1-32 0,0 0-16 0,0 4 0 16,-1 1-192-16,1 3-48 0,0 4 0 0,-1 2 0 15,1 6-256-15,0 6-48 0,1 5-16 0,1 6 0 16,1 5-128-16,0-2-48 0,0-4 0 0,0-4 0 0,-1-3-320 15,0-2-64-15,-1-25-16 0,5 39 0 16,-5-39-192-16,0 0-240 0,8 37 48 0,-4-31 16 16,-1-2-1600-16,-1-4-320 0</inkml:trace>
  <inkml:trace contextRef="#ctx0" brushRef="#br0" timeOffset="169445.26">8342 7547 10367 0,'-3'-3'224'0,"1"1"48"0,0 1 16 0,0 1 0 0,2 0-288 0,0-2 0 0,0 2 0 0,0-2 0 16,0-1 1824-16,2 1 304 0,0-3 64 0,4-2 16 16,1 0-752-16,3-3-160 15,1-1-16-15,3-1-16 16,2 0-176-16,1-2-48 0,2 2 0 0,-1 2 0 15,2 1-144-15,0 5-48 0,0 3 0 0,-20 1 0 16,34 4-368-16,-34-4-80 0,0 0-16 0,40 27 0 16,-40-27-384-16,0 0 0 0,21 47 0 0,-21-47 0 15,1 33-384-15,-6-16-176 0,-2 0-16 0,-4 2-16 16,-1-3-144-16,-1 1-32 0,-2 2 0 0,-3-4 0 16,-1 0 528-16,-2-1 112 0,1 1 128 0,0-5-208 0,1 1 208 15,1-3-192-15,4-2 192 0,2-3-192 16,3-1-912-16,4-4-176 0</inkml:trace>
  <inkml:trace contextRef="#ctx0" brushRef="#br0" timeOffset="169919.92">8846 7527 9215 0,'-1'-5'400'0,"0"3"96"0,1-2-496 0,-1 1 0 16,1 3 0-16,0-2 0 0,-1 1 1264 0,0 1 144 16,0-2 48-16,-2 2 0 0,1 0 240 0,-2 0 48 15,-1 3 16-15,0 4 0 0,-2-1-272 0,1 3-48 16,-2 2-16-16,0 3 0 0,0 3 48 0,-2 4 0 15,0 1 0-15,0 3 0 0,1 4-528 0,0-2-112 0,3 0 0 0,-1-2-16 16,3-2-512-16,1-2-112 0,1-2 0 0,2-5-16 16,0-14-176-16,0 0 128 0,12 34-128 0,-12-34 128 15,0 0-128-15,0 0 0 0,0 0 0 0,42 21 0 32,-33-21-1056-32,-9 0-144 0,0 0-16 0,32-1-8384 0,-21-1-1680 0</inkml:trace>
  <inkml:trace contextRef="#ctx0" brushRef="#br0" timeOffset="171094.57">9040 7584 10607 0,'0'-2'944'0,"0"0"-752"16,0 1-192-16,0 1 0 0,0 0 0 0,0 0 0 15,0 0 0-15,0 0 0 0,1 0 0 0,0 0 0 31,-1-2 0-31,1 2 0 0,-1 0 0 0,1-2 0 0,-1 2 0 0,0-1 0 0,0-1 0 0,1 2 0 16,0-2 704-16,0-1 224 0,0 1 48 0,-1-1 32 16,1 1 432-16,0 0 96 0,1 0 0 0,-2-1 48 15,1 1-240-15,0 1-64 0,0-1 0 0,0 1 16 16,0 0-400-16,0 1-64 0,-1 0-32 0,0 0 32 16,0 0-352-16,0 1-64 0,-1 0-16 0,1-1 16 15,-1 2-288-15,1 1-128 0,-1-3 0 0,0 3 160 16,1-3-160-16,-1 2 192 0,0-1-192 0,1-1 208 15,0 0-64-15,-1 0-16 0,0 0 0 0,0 0 16 16,1 0 112-16,-1-1 0 0,0 1 16 0,1 0 32 16,0-2-96-16,0 2-16 0,-1-2 0 0,0 1 16 0,1-1-208 15,-1 1 144-15,1 1-144 0,-1-2 160 0,0 2-160 0,1-1 0 16,-1 0 0-16,0 1 0 0,1 0 176 0,-1 0-176 16,1 0 192-16,-1 0-48 0,0 1-16 0,-1 0 0 15,1 1 0-15,0-2 0 0,0 3-128 0,0-2 192 0,1 1-192 0,-1 1 192 16,0 0-192-16,1 0 192 0,-1-1-192 0,0 3 192 15,1-3-192-15,0 1 0 0,0 2 0 0,0-1 0 16,0 1 0-16,-1-2 0 16,1 1 128-16,0 1-128 0,-1 0 0 0,1-2 0 0,0 0 0 0,0 3 0 0,-1-3 0 0,0 3 0 15,1-1 0-15,-1 2 0 16,0 0 0-16,0 1 0 16,0 3 0-16,1 3 0 0,-1-2 0 0,1 2 0 0,0 3 0 0,0-3 0 0,0-1 0 0,0-13 0 15,2 23 0-15,-2-23 0 0,0 0 0 0,3 30 0 16,-1-22 0-1,-1-1 0 1,-1 0-464-16,1-3-32 0,-1 1 0 0,0-2 0 0,0-1 112 0,0-2 0 16,0 0 16-16,0 0 0 0,0-2 64 0,-1-1 16 0,1-2 0 15,1-1 0 1,-1 0-800-16,0-2-144 0,1 0-48 0,-1-2 0 16,0 1-256-16,0-3-64 0,0 3-16 0,-1-3 0 15,0 2 464-15,0-2 80 0,-1 0 32 0,-1-2 0 16,0 0 496-16,0 0 96 0,0-3 32 0,0 1 0 0,0 2 224 0,0-1 64 0,2 1 0 0,-1 2 0 15,1 3 128-15,0 0 256 0,2 3-64 0,-1 0-16 0,1 1 496 0,0 2 96 16,0 1 32-16,-1 2 0 0,2-2-32 0,0 0-16 16,1 1 0-16,0-1 0 0,0 2-176 0,-1-3-48 15,2 1 0-15,1 0 0 0,0-1 336 0,3-2 64 16,0 1 16-16,1-3 0 0,1 2 16 0,1-2 16 16,-1 2 0-16,0 1 0 0,1-2-304 0,0 2-64 15,0 0-16-15,-1 3 0 0,-10 1-240 16,0 0-48-16,0 0-16 0,0 0 0 0,41 21-144 0,-41-21-16 0,0 0-128 0,16 41 192 15,-16-41-32-15,4 38-16 0,-5-15 0 16,-2 1 0-16,0 0-144 0,-4 0 0 0,1-3-192 0,-3-1 192 16,1-4-224-16,-1 0 80 15,1-4 16-15,1-2 0 0,-2 1 128 0,1-3 176 0,-1-1-48 0,-1 0 0 16,1-3 176-16,0 1 16 0,0 0 16 0,-1-3 0 16,1 0-336-16,0-1 144 0,0 1-144 0,0-2 0 15,2 2-416-15,-2-2-192 0,3 0-32 16,-1 0-16-16,2 0-1328 0,0 0-272 0,2 0-48 0,2 0-9088 15</inkml:trace>
  <inkml:trace contextRef="#ctx0" brushRef="#br0" timeOffset="171783.37">9338 7508 3679 0,'-2'-4'320'0,"1"1"-320"16,1 1 0-16,0 1 0 0,0-1 704 0,0 2 80 0,0-1 16 16,0 0 0-16,1-1 560 0,-1 0 112 0,1 1 32 0,-1 1 0 31,1 0-192-31,-1 1-32 0,0 3-16 0,1 1 0 0,-1 4 16 0,1 3 0 15,-1-12 0-15,3 31 0 0,-3-31-384 0,2 43-80 0,-1-19-16 0,-1 2 0 16,0 2-272-16,0-2-48 0,0 0-16 0,-1-2 0 16,0-1-464-16,1-4 0 0,-1-2 0 0,1 0 0 15,0-17-896 1,2 26-240-16,-2-26-32 0,0 0-16 0,0 0-720 16,6 30-144-16</inkml:trace>
  <inkml:trace contextRef="#ctx0" brushRef="#br0" timeOffset="172321.7">9594 7515 7359 0,'-1'0'656'16,"0"-2"-528"-16,1 0-128 0,0 1 0 0,0 1 1056 0,0-2 176 31,0 0 48-31,0-1 0 0,0 1 512 0,1-1 96 15,-1 1 32-15,0 1 0 0,1 2-448 0,-1 4-64 16,0 0-32-16,0 2 0 0,0 2-240 0,0 2-48 16,0 3-16-16,-1 2 0 0,0 3-368 0,0 0-80 15,0 3-16-15,0 1 0 0,0-2-160 0,-2 2-48 0,1-1 0 0,-1-3 0 16,1-4-224-16,0 1-48 16,2-4-128-16,0-12 192 0,0 0-464 0,1 23-112 0,1-18 0 0,0-5-16 31,1 0-1504-31,0-2-288 0,0-3-64 0,1 0-8944 0</inkml:trace>
  <inkml:trace contextRef="#ctx0" brushRef="#br0" timeOffset="172800.65">9558 7494 6447 0,'-3'-8'272'0,"1"2"80"0,1 3-352 0,0-1 0 0,1 3 0 0,0 1 0 0,0 0 1152 0,0 0 144 15,-1-2 48-15,1 2 0 0,0-1 480 16,1 0 96-16,2 1 32 0,1-2 0 0,1 1 48 0,1-1 16 15,1-1 0-15,3-1 0 0,1 0-848 0,0-1-160 16,1 2-48-16,0-2 0 0,2 0-672 0,-2 1-144 16,-1 1-16-16,-1 1-128 0,-10 2 0 0,0 0 0 15,0 0 0-15,0 0 0 0,40 19 0 0,-40-19 0 16,0 0 0-16,0 0 0 16,11 36-432-16,-11-27 16 0,-2 3 0 0,-2-2 0 15,-1 1-80-15,0 1-16 0,-3 0 0 0,-1-2 0 0,1 1 256 0,-3-1 32 0,0-1 16 16,-2 2 0-16,-1-2 208 0,1-1 0 0,0 0 0 15,1-3 0-15,0 2 0 0,2-5 0 0,2 0 0 0,-1-1 0 16,3-1 304-16,1 0 96 0,2 0 32 0,1-1 0 16,2-1-48-16,2-2-16 0,2 1 0 0,2-2 0 15,-1 3 128-15,3-2 16 0,1 0 16 0,0 2 0 16,2 0-272-16,0 0-48 0,2-1-16 0,-13 3 0 16,0 0 64-16,41 3 0 0,-41-3 0 0,0 0 0 15,40 12-96-15,-40-12-16 0,0 0 0 0,0 0 0 16,43 30-144-16,-43-30 0 0,0 0 0 0,0 0 0 15,13 41 0-15,-15-30-256 0,-2 1 64 0,-2-2 16 0,-2-1-80 16,0-2 0-16,0 1-16 0,-1-2 0 0,-2 0 272 0,0 0 224 16,-1 0-32-16,-1-2-16 0,2 0-176 0,-1-1 160 15,0 0-160-15,0-3 160 0,2 2-160 0,-1-2 0 16,2 0 0-16,2 0 0 16,1 0-896-16,3-2-48 0,2-1-16 0,2 0-11920 0</inkml:trace>
  <inkml:trace contextRef="#ctx0" brushRef="#br0" timeOffset="173298.25">9875 7439 6447 0,'1'-2'576'0,"0"0"-576"16,0 1 0-16,0-1 0 0,0 2 1088 0,1-1 128 16,-1 0 0-16,3-4 16 0,2 2 368 0,0-1 64 15,1-1 0-15,0 1 16 0,1 1 80 0,-1 3 16 0,1 0 0 0,-8 0 0 16,0 0-336-16,0 0-64 15,38 13-16-15,-38-13 0 0,0 0-384 0,32 32-80 0,-32-32 0 0,0 0-16 16,27 45-208-16,-27-45-32 0,14 41-16 0,-14-41 0 16,9 51-304-16,-8-22-48 0,-4 0-16 0,-3 1 0 15,-2 1-256-15,-3-4 0 0,-3 1-128 0,-2-4 128 32,-1-1-656-32,0-4-48 0,-1 1 0 0,1-4-13824 0</inkml:trace>
  <inkml:trace contextRef="#ctx0" brushRef="#br0" timeOffset="174002.81">10232 7544 6447 0,'-1'-2'576'0,"0"1"-576"0,1 1 0 0,0 0 0 16,0 0 1200-16,0 0 128 0,0-2 16 0,-1 2 16 15,1-3 96-15,-1 1 16 0,1 1 0 0,0 0 0 16,0-1-112-16,0 1-16 0,0 1 0 0,1 0 0 16,0-2-416-16,0 2-96 0,2 0 0 0,-1 0-16 15,2 0-304-15,0 0-48 0,2-2-16 0,1 1 0 0,2-1 192 16,0 0 48-16,1 0 0 0,1-3 0 0,0 2 16 15,2 1 0-15,1 0 0 0,1-1 0 0,-15 3-288 16,27-5-48-16,-27 5-16 0,0 0 0 16,31 0-736-16,-25 1-128 0,0 1-48 0,-4 0-13248 15</inkml:trace>
  <inkml:trace contextRef="#ctx0" brushRef="#br0" timeOffset="174185.37">10248 7664 13823 0,'2'0'608'0,"0"0"128"0,0 0-592 0,1 0-144 15,0-2 0-15,0 2 0 0,1-1 1920 0,5-2 368 0,5 0 64 0,4-3 16 16,3 0-336-16,-2 1-64 0,0 1-16 0,-2-1 0 16,-1 2-1264-16,-16 3-256 0,30-6-48 0,-30 6-13824 15</inkml:trace>
  <inkml:trace contextRef="#ctx0" brushRef="#br0" timeOffset="178677.14">10743 7463 11055 0,'-1'-2'976'0,"0"1"-784"0,1 1-192 0,0 0 0 15,0 0 800-15,-1 0 112 0,1 1 32 0,-2-1 0 16,-1 2-224-16,-2 1-32 0,1 1-16 0,-3 3 0 15,1 0-144-15,1 4-16 0,-2 2-16 0,2 1 0 16,-1 3 64-16,1 4 16 0,1-1 0 0,0 3 0 16,2-2 96-16,2 1 32 0,0-22 0 0,2 38 0 0,-2-38-224 0,0 0-32 15,11 41-16-15,-11-41 0 0,0 0-432 0,0 0 0 16,0 0 0-16,0 0 0 0,38 16 0 0,-30-19 0 16,-1-4 0-16,2 0 0 0,0-3 0 0,-1-2 0 15,2 0 0-15,-2-2 0 0,-1 2 0 16,0-3 0-16,-1-2 0 0,-1 0 0 0,-1 3 0 15,-2 1 0-15,0-3 0 0,-2 0 0 0,-2 1 160 0,-1 1-160 0,-4 0 192 0,-2 2-192 16,-1 3 160-16,-2 4-160 0,0 2 128 0,0 2-128 16,-3 2 128-16,2 2-128 0,1 2 128 0,1-1-128 15,3 1 208-15,2-2-32 16,0 1-16-16,2-2 0 0,2 1-160 0,1 0 128 0,1-1-128 0,1-2-11648 16</inkml:trace>
  <inkml:trace contextRef="#ctx0" brushRef="#br0" timeOffset="178878.13">10889 7656 18431 0,'3'-4'816'0,"-2"1"160"0,2 2-784 0,-1-1-192 0,-1 4 0 16,0-2 0-16,0 2 1312 0,1 0 224 0,-2-2 32 0,0 0 16 15,0 0-304-15,14 34-48 0,-14-34-16 0,0 0 0 16,7 38-768-16,-7-38-144 0,0 0-48 0,6 30-8848 16,-6-30-1776-16</inkml:trace>
  <inkml:trace contextRef="#ctx0" brushRef="#br0" timeOffset="179370.96">11110 7508 3679 0,'-2'-5'320'0,"0"3"-320"15,1-1 0-15,0 1 0 0,0 2 1568 0,1-1 240 16,-1 0 48-16,0-1 16 0,0 0 320 16,-1 1 64-16,1-2 16 15,-1 3 0-15,-1 3-736 0,1 0-160 0,-2 3-32 0,2 0 0 0,-2 5-688 0,-1 1-144 16,0 2-16-16,-1 3-16 0,1 0-96 0,1 1-32 0,0 1 0 15,1-2 0 1,2-3-128-16,1-1-32 0,0-13 0 0,0 0 0 0,0 0-192 16,0 0 0-16,0 0 0 0,39 21 0 15,-27-26 160-15,1-5-160 0,1 0 160 0,-1-1-160 0,1-3 400 0,0-1-16 0,0 1 0 0,-2-2 0 32,-1 1-384-32,-2-1 0 0,-2 4 0 0,-3 0 0 15,-2 3 0-15,-3-1 0 0,-1 3 0 0,-4 1 0 16,-2 0 0-16,-4 3 0 0,-1 1 144 0,-4 2-144 15,-2 2 0-15,-1 1 0 0,1 2 0 0,1-1 128 16,3 1-128-16,2 0 0 0,4 0 0 0,1 0-128 16,4-2-688-16,1 0-128 0,4 0-16 15,2-1-10896-15</inkml:trace>
  <inkml:trace contextRef="#ctx0" brushRef="#br0" timeOffset="180015.11">11429 7352 13823 0,'2'-2'1216'0,"-1"1"-960"16,-1-1-256-16,0 2 0 0,0 0 1232 0,0 0 208 16,0 0 32-16,-1 0 16 0,1 0-432 0,-2 2-96 15,1 1 0-15,-3 1-16 0,0 2-368 0,0 2-80 0,-2 0-16 0,0 1 0 16,1 5 160-16,-2-2 16 0,2 1 16 0,-2 1 0 15,2 2-48-15,-1-2-16 0,2 0 0 0,-1 1 0 16,1 1-224-16,0-2-64 0,2-2 0 0,0 0 0 16,1-2-128-16,0-1-48 0,1-9 0 0,0 0 0 15,0 0-144-15,0 0 0 0,17 38 0 0,-17-38 128 16,0 0-128-16,0 0 0 0,0 0 0 0,44 10-176 16,-44-10 176-16,0 0 0 15,33-5 0-15,-22 2 0 0,1-1 0 0,0-1 0 0,0-1 0 0,0 0 0 16,-1 1 224-16,-1 1-32 0,0-1 0 0,-1 0 0 15,-2 3-192-15,2-1 176 0,-2 1-176 16,0-1 160-16,-2 1-160 0,1 1 0 0,-3 0 0 0,1 1 0 16,0-2-416-16,-1-1-64 0,-2 3-16 0,1-2-13008 15</inkml:trace>
  <inkml:trace contextRef="#ctx0" brushRef="#br0" timeOffset="180173.72">11551 7408 5519 0,'-2'-7'496'15,"1"2"-496"-15,0 3 0 0,1 2 0 0,0 0 1952 0,0 0 288 16,-1 0 64-16,-1-2 16 16,0 2 432-16,-1 2 96 0,-1 6 16 0,0 3 0 15,1 4-720-15,-2 3-144 0,0 4-16 0,-1 4-16 0,-1 2-752 0,-2 3-160 0,0 4-32 16,-1 1 0-16,0 0-640 0,0-5-128 16,3-2-16-16,0-4-10736 15,4-4-2128-15</inkml:trace>
  <inkml:trace contextRef="#ctx0" brushRef="#br0" timeOffset="181918.71">12369 7306 8287 0,'-2'-2'736'0,"2"0"-592"16,0 2-144-16,0 0 0 0,0 0 736 0,0 0 112 15,0 0 32-15,0 0 0 0,1 2 112 0,-1 3 32 0,0 4 0 0,0-9 0 16,1 31-368-16,-1-10-64 0,0 3-16 0,0 4 0 16,-1 4 112-16,-1 0 16 0,0 2 0 0,-1 0 0 15,3 0-160-15,-3-2-32 0,1-2 0 0,0-2 0 16,0-1-256-16,2-27-48 0,1 40-16 0,-1-40 0 16,0 0-400-16,6 33-96 0</inkml:trace>
  <inkml:trace contextRef="#ctx0" brushRef="#br0" timeOffset="182199.74">12332 7317 7359 0,'1'-8'320'0,"0"1"80"0,1 2-400 0,-2 0 0 15,2 4 0-15,0 0 0 0,0-1 768 0,3-3 64 16,2-2 0-16,3-1 16 0,3-1 128 0,2 0 32 15,0-1 0-15,2 6 0 0,0 1 80 0,-17 3 32 16,36 7 0-16,-36-7 0 0,0 0-352 0,42 38-80 16,-42-38-16-16,14 43 0 0,-14-43-336 0,1 46-64 15,-5-26-16-15,-1-2 0 0,-1-1-128 0,-3-2-128 16,-2-1 192-16,-1-2-192 0,-1 0 320 0,-1-4-64 0,1-2 0 16,0-1 0-16,1-3 16 0,-1 0 0 15,1-4 0-15,0-2 0 0,2-2-272 0,3 0 0 0,1-4 128 0,3 3-10656 16</inkml:trace>
  <inkml:trace contextRef="#ctx0" brushRef="#br0" timeOffset="182643.56">12823 7300 11967 0,'2'-9'528'0,"-1"3"112"0,1 1-512 0,-1 1-128 0,0 2 0 0,-1 2 0 16,0-1 1152-16,-1 1 208 0,1-2 48 16,-1-1 0-16,-2 3 64 0,-1 1 0 0,-1 1 16 15,-2 3 0-15,-3 0-496 0,0 4-96 0,-1-1-32 0,-1 3 0 16,-1 1 0-16,1 2 0 0,0 0 0 0,1 3 0 16,0-3-256-16,4 3-48 0,-1 2-16 0,2-3 0 15,2 4-80-15,2 0-16 0,2-3 0 0,1 0 0 16,-1-17-64-16,0 0-32 0,15 45 0 0,-15-45 0 0,0 0-224 15,32 33-128-15,-32-33 160 0,0 0-160 0,46 19 0 0,-46-19 0 16,0 0 0-16,49 10 0 31,-49-10-464-31,0 0 16 0,42 11 0 0,-42-11-14016 0</inkml:trace>
  <inkml:trace contextRef="#ctx0" brushRef="#br0" timeOffset="183563.94">13069 7350 3679 0,'-1'-3'320'0,"0"0"-320"0,0 1 0 0,0 2 0 16,1 0 1056-16,0 0 144 0,0 0 16 0,-1 0 16 0,1 0 496 0,0 2 80 15,0-1 32-15,0 3 0 0,0 1-400 0,0 0-80 16,0 3-16-16,0 3 0 0,0 1-448 0,0 2-112 16,-1 2-16-16,1 3 0 0,-1 0-256 0,1 3-48 15,-1-4-16-15,1 4 0 0,0-3-208 0,-1 1-48 16,1-20-16-16,2 35 0 16,-2-35-176-16,0 0 0 0,5 30 0 0,-2-25-176 15,1-5-1312-15,-1-2-272 0</inkml:trace>
  <inkml:trace contextRef="#ctx0" brushRef="#br0" timeOffset="183864.14">13053 7344 7359 0,'-2'-4'320'0,"1"1"80"0,0 1-400 0,1 2 0 0,0 0 0 0,0-2 0 15,1 2 960-15,0-1 96 0,1-1 32 0,1 0 0 0,3 0 64 0,-1-3 32 16,4 2 0-16,-1 1 0 0,2-3-256 0,1 1-48 15,-11 4-16-15,27-3 0 16,-27 3-32-16,0 0 0 0,45 8 0 0,-45-8 0 0,0 0-320 0,42 23-80 16,-42-23-16-16,0 0 0 0,30 35-208 0,-30-35-32 15,0 0-16-15,17 38 0 0,-17-38-160 0,0 29 0 16,-4-15 0-16,-2 0 0 0,-2-1 0 0,0 1 0 16,-2-3 0-16,-2 1 0 0,-1 2 0 0,-3-1 160 15,-1 1-32-15,0-2-128 0,2-1 320 0,-1-4-64 16,1 1 0-16,0-4 0 15,0 1-64-15,2-5-32 0,2 2 0 0,2-4 0 0,1 2-160 0,1-2 0 16,2 1 0-16,3-1 0 16,1 0-864-16,1 0-208 0</inkml:trace>
  <inkml:trace contextRef="#ctx0" brushRef="#br0" timeOffset="184275.28">13435 7299 6383 0,'1'-7'128'0,"-1"1"48"0,1 0 0 0,-1 4 16 0,0 0-192 0,0 0 0 0,0 1 0 0,1-3 0 16,-1 1 1920-16,0-1 336 15,1-2 80-15,1 3 16 0,-1 2-400 0,0 2-80 0,-1 0-16 0,1 5 0 16,0 2-208-16,0 2-48 0,-1 3-16 0,0 3 0 15,0 5-720-15,-1 0-144 0,-1 5-16 0,0-2-16 16,0 3-256-16,-1-1-48 0,1-1-16 0,-1 1 0 16,0 1-176-16,1-1-16 0,1 0-16 0,2-3 0 15,-1-23-160-15,6 38 0 0,-6-38 0 0,0 0-14064 16</inkml:trace>
  <inkml:trace contextRef="#ctx0" brushRef="#br0" timeOffset="184879.55">13793 7393 11055 0,'1'-1'976'0,"0"-1"-784"16,-1 2-192-16,0 0 0 0,1-2 960 0,-1 2 128 15,2-1 48-15,0-1 0 0,0-1 128 0,1 1 16 16,-1 0 16-16,0-1 0 0,2-2 80 0,-1 3 16 15,-1-2 0-15,1 1 0 0,0-2-112 0,0 3-32 16,0-3 0-16,-2 1 0 0,2 0-512 0,-2 0-96 16,0-1-32-16,-1 1 0 0,-2-1-304 0,0 2-64 15,-2 1-16-15,-3 0 0 0,-2 2 0 0,-1 1 0 16,-2 3 0-16,-2 3 0 0,-1 2-96 0,-2 3-128 0,1 0 176 16,0 2-176-16,0 1 160 0,1 1-160 15,0 3 128-15,1 0-128 0,2 2 0 0,2-2 128 16,2 0-128-16,0 0 0 0,2 3 128 0,2-1-128 15,3-2 128-15,1-19-128 0,6 30 192 0,-6-30-64 0,0 0 0 0,0 0 0 0,44 25-128 0,-44-25 0 16,34-3 0-16,-18-1-176 0,2-2-176 0,1-3-32 16,-2 0-16-16,1-1-9520 15,-1 0-1888-15</inkml:trace>
  <inkml:trace contextRef="#ctx0" brushRef="#br0" timeOffset="185209.65">13951 7250 11967 0,'1'-5'528'0,"0"2"112"0,0 1-512 0,0 1-128 0,1 0 0 0,-1 1 0 16,1 0 1616-16,2-2 304 15,2 1 48-15,1 1 16 0,-7 0-144 0,0 0-32 0,33 5 0 0,-33-5 0 16,0 0-672-16,34 26-144 0,-34-26-32 0,0 0 0 16,29 50-160-16,-29-50-32 15,15 42-16-15,-15-42 0 0,10 43-176 0,-10-43-16 0,3 41-16 0,-3-20 0 0,-1 0-240 16,0 3-48-16,-3 0-16 0,-1-2 0 16,-1-1-80-16,-3 0-16 0,0-5 0 15,-2 1 0-15,-1-2-144 0,-2-2 128 16,0-1-128-16,-2-3 128 0,1 1-352 0,-4 0-80 0</inkml:trace>
  <inkml:trace contextRef="#ctx0" brushRef="#br0" timeOffset="185653.96">14292 7422 2751 0,'-3'-2'256'0,"0"2"-256"0,0-1 0 0,1 0 0 0,1 1 816 0,0 0 112 16,0-2 32-16,-1 2 0 0,-1-2 336 0,-1 1 80 16,0-1 16-16,0-1 0 0,0 3-144 0,0-2-32 15,2 2 0-15,-1 2 0 0,2-2-32 0,0 0-16 16,0 3 0-16,2-1 0 0,0-2-176 0,2 1-32 15,1 1-16-15,3-2 0 0,1 0 48 0,3-2 16 0,-11 2 0 0,28-3 0 16,-9 0-208-16,-2-1-32 0,2-1-16 0,0 0 0 16,2 1-352-16,-3-2-64 0,-1 2-16 0,-2-1 0 15,-2 0-320-15,-3 1 0 0,0 1-192 0,-3 1-8864 32,-2 0-1760-32</inkml:trace>
  <inkml:trace contextRef="#ctx0" brushRef="#br0" timeOffset="185844.05">14258 7539 11967 0,'2'-2'1072'0,"1"1"-864"15,-1 1-208-15,0-2 0 0,0 2 1696 0,1-1 288 16,2 0 64-16,3-2 16 16,4-2 16-16,3 1 0 0,3-1 0 0,1-2 0 0,0 2-400 0,0-2-80 15,-1 3 0-15,-3-1-16 0,0 2-752 0,-2 1-128 16,-1-2-48-16,-2 3 0 0,-1-1-832 0,-3 2-160 15</inkml:trace>
  <inkml:trace contextRef="#ctx0" brushRef="#br0" timeOffset="186908.7">14816 7314 8287 0,'0'-3'736'16,"0"-1"-592"-16,0 3-144 0,0-1 0 0,0 2 1040 0,0 0 176 16,0-2 48-16,-1-1 0 0,1-1-48 15,-1 3-16-15,-1-1 0 0,0 4 0 0,0 1-320 0,-1 2-64 16,0 0-16-16,0 5 0 0,0 2-192 0,-2 1-32 15,0 1-16-15,0 3 0 0,0-2-112 0,-1 2-32 16,0 3 0-16,1-1 0 0,-1 0 16 0,2 1 0 16,1-4 0-16,1 0 0 0,2-16-32 0,-1 27 0 0,1-27 0 0,0 0 0 15,0 0-272-15,0 0-128 0,0 0 0 0,0 0 128 16,37 28-128-16,-28-36 0 0,3-3-160 0,-1-3 160 16,2-1-224-16,1-4 48 0,-1-1 16 0,0 0 0 31,-1-1-752-31,-1 1-160 0,-4 2-16 0,0 1-16 15,-4 0 352-15,-2 2 80 0,-2 0 16 0,-2 3 0 0,-2 0 656 0,-2 2 192 0,-2 2 16 0,-1 4 0 16,0 1 176-16,-1 2 16 0,0 3 16 0,-1 1 0 16,2 4-160-16,1 0-16 0,1 1-16 0,1 1 0 0,2-2-32 0,0 1-16 15,3-2 0-15,1 1 0 0,3-3-448 0,-2-4-96 16</inkml:trace>
  <inkml:trace contextRef="#ctx0" brushRef="#br0" timeOffset="187115.43">15006 7480 7359 0,'0'2'656'0,"1"-2"-528"16,0 0-128-16,0 1 0 15,1 0 2240-15,-1-1 400 0,0 2 96 0,1-2 16 0,1 3-1152 0,-3-3-208 0,0 0-48 0,0 0-16 16,0 0-1328-16,0 0-192 15,0 0-80-15,0 0-9248 0</inkml:trace>
  <inkml:trace contextRef="#ctx0" brushRef="#br0" timeOffset="187479.11">15195 7368 7359 0,'-1'0'656'0,"1"0"-528"15,0 0-128-15,0 0 0 0,0 2 976 0,-1-2 176 0,0 1 16 0,0 1 16 16,-1 3-256-16,0-1-48 0,0 4-16 0,-1-1 0 16,0 4-32-16,-1-1-16 0,1 2 0 0,0 0 0 15,1 2 192-15,0-2 32 0,2-12 16 0,-1 24 0 16,1-24-272-16,0 0-48 0,0 0-16 0,0 0 0 15,0 0-560-15,19 37-160 0,-14-37 0 0,2 0 0 16,0-4 0-16,1 0 0 0,0-2 0 0,0-3 0 16,1 1 0-16,-1-3 176 0,0 2-176 0,0 0 192 0,-2 0-192 15,-1 0 0-15,0 0-160 0,-1-1 160 0,-1 1 0 16,-2 2 0-16,0-1-128 0,-2 1 128 0,-1 0 0 0,-2 0 0 16,1 0 0-16,-3 0 0 15,0 1 0-15,-1 1 0 0,0 1 128 0,-2 2-128 0,2 2 0 0,-1-1 0 16,1 2 128-16,2 1-128 0,1-1 0 0,0 2-176 15,0 1 32-15,2-2 0 16,1 0-960-16,0-1-192 0</inkml:trace>
  <inkml:trace contextRef="#ctx0" brushRef="#br0" timeOffset="187831.03">15394 7274 20271 0,'-1'-1'896'0,"1"1"192"0,1 0-880 0,-1-2-208 0,1 4 0 0,0-2 0 16,0-2 1488-16,2 2 256 0,0 0 48 0,4-2 16 15,0 1-432-15,2-2-96 0,0 0 0 0,1 0-16 16,-10 3-912-16,21-3-176 0,-21 3-48 0,0 0 0 16,28 0-128-16,-28 0 128 0,0 0-128 0,0 0 128 15,0 0-128-15,32 24 0 0,-32-24 0 0,0 0 0 0,0 0 0 0,3 37 0 16,-7-26 0-16,-3 1 0 0,-1 0 0 0,-2 0-144 15,0 2 144-15,-2-4 0 16,1 1-144-16,0-2 144 0,0 2 0 0,-2 0-144 16,2-2 144-16,0 1 0 0,0 1 0 0,1-1 0 0,3 0 832 0,2-1 240 15,3-2 48-15,1 0 16 0,1-7-1136 0,0 0-208 16,0 0-48-16,0 0-16 0,41 24 752 16,-41-24 160-16,41-3 16 0,-16 0 16 0,2 0-240 0,2-2-48 15,1 0-16-15,-1-2 0 0,2-2-112 0,-1 0-32 16,-2 1 0-16,-1 2 0 0,-2 2-224 0</inkml:trace>
  <inkml:trace contextRef="#ctx0" brushRef="#br0" timeOffset="207948.33">3959 8786 2751 0,'-1'-2'256'16,"0"0"-256"-16,0 1 0 0,1 1 0 0,-1-2 736 0,0 2 96 16,1-3 32-16,-3 0 0 0,0-1 80 0,-1-1 16 15,2 1 0-15,-1-1 0 0,1 3-160 0,0-1-32 16,1 1 0-16,0 0 0 0,1 2-48 0,0-2-16 15,0 2 0-15,0 2 0 0,0 0-64 0,0 0 0 16,1 6-16-16,0-1 0 0,1 5-48 0,0 4-16 16,-2-16 0-16,4 43 0 0,-1-19-16 0,-1-1 0 15,0 1 0-15,0-1 0 0,-1 3-128 0,-1-2-32 0,0 0 0 16,0 0 0-16,0 0-128 0,0-3-48 16,1 2 0-16,0-5 0 0,1-1-208 0,0-3 0 0,0-3-144 0,1-2 144 31,0-4-1280-31,-1-3-176 0,1 1-16 0,-1-5-7136 0</inkml:trace>
  <inkml:trace contextRef="#ctx0" brushRef="#br0" timeOffset="208445.3">3947 8808 4607 0,'-2'0'400'0,"1"0"-400"16,1 0 0-16,0 2 0 0,0-2 912 0,0 0 112 15,0 0 0-15,0 0 16 0,2 0-48 0,0-3-16 16,3 1 0-16,-1-3 0 0,3 1-368 0,0-2-80 16,2 0-16-16,3-2 0 0,0 4 80 0,1-4 16 15,0 4 0-15,0 2 0 0,-13 2-64 0,0 0-16 16,39 4 0-16,-39-4 0 0,0 0-304 0,0 0-64 16,45 37-16-16,-45-37 0 0,0 0-144 0,20 34 0 15,-18-22 0-15,-2 0 128 16,-2-3-512-16,-2 1-96 0,-3 2-32 0,-3-3 0 15,-1 3-80-15,-4 0-32 0,0 0 0 0,-1 0 0 0,-2 2 432 0,0-2 192 0,2 0-160 0,-4 0 160 16,0 2 0-16,0-2 160 0,1-1 0 0,2-1 0 16,2-3 96-16,3-1 32 0,3-3 0 0,2-2 0 15,3 1 224-15,3-4 32 0,3-1 16 0,1 1 0 16,3-3-240-16,1 0-64 0,5-2 0 0,1 0 0 16,3 1 96-16,1 2 16 0,1-2 0 0,2 3 0 15,0-2-48-15,-20 5 0 0,42-2 0 0,-42 2 0 16,41 0 240-16,-41 0 32 0,37 7 16 0,-37-7 0 15,0 0-304-15,40 18-64 0,-40-18-16 0,0 0 0 16,0 0-224-16,13 34 0 0,-18-26 0 0,-3 3 0 0,-3 0 240 0,-4 2 48 16,-1-1 16-16,-2 2 0 0,-2-1 272 0,0 0 64 15,-3 1 16-15,3-2 0 0,1-1-384 0,0-2-80 16,2-3 0-16,2-1-16 0,4-4-176 0,2-2 0 16,2-3 0-16,3-1 0 15,2 0-896-15,3-4-176 0,3 1-16 0,1-3-10288 0</inkml:trace>
  <inkml:trace contextRef="#ctx0" brushRef="#br0" timeOffset="208983.83">4352 9058 4607 0,'1'-4'400'0,"0"2"-400"0,0 0 0 0,0 1 0 16,0-1 1104-16,0 2 144 0,0-3 32 0,0 1 0 15,2 2 560-15,0-4 112 0,2 1 32 0,-1 0 0 16,0 1-464-16,0 2-96 0,2-2-16 0,-3 2 0 16,1-2-384-16,-1-1-64 0,0 1-32 0,-1-1 0 0,1 1-208 0,-1 0-32 31,0-3-16-31,0 0 0 0,-1 1-224 0,0-1-64 0,-1 0 0 0,-1 0 0 16,1 0-160-16,-2 1-32 15,-2-1-16-15,0 2 0 0,0 0-176 0,-4 2 0 0,1 1 0 0,-2 1 0 16,-3 2 128-16,0 2-128 15,-2 3 128-15,0 2-128 0,-1 2 0 0,0 2 0 0,1-1 0 0,2 2-176 0,1 3 176 0,2-3-192 16,0 1 192-16,4-1-192 16,0-1 368-16,2 0 64 0,2-2 16 0,2-1 0 15,-1-11-128-15,0 0-128 0,0 0 176 0,0 0-176 16,0 0 192-16,0 0-64 0,48 8 0 0,-36-16-128 0,0-1 240 0,0-3-64 0,0 3-16 0,-1-3 0 31,1-2-160-31,-1 2 0 0,-2-2-192 0,1 2 192 16,-2 0-240-16,-1 2 80 0,-1-1 16 0,-1 4 0 15,-3 1 144-15,0 2 0 0,0 2 0 0,-2-1 0 0,0 4 0 0,0 1 224 16,-1 0-48-16,0 2-16 0,-1 0 224 0,1 2 64 16,0-1 0-16,0 2 0 0,1-2 32 15,1 2 16-15,0-2 0 0,1 0 0 0,1-1-48 16,1 1 0-16,-1-3 0 0,2 1 0 16,-5-3-192-16,0 0-64 0,0 0 0 0,0 0 0 0,0 0-192 0,39 2 176 15,-32-4-176-15,1 0 160 0,-2 1-160 0,2-1 0 16,-1-1 0-16,0 0 0 15,0 0-672-15,1-2-112 0,-1 1-32 0,-1-1 0 16,2-1-2032-16,-2 2-416 0</inkml:trace>
  <inkml:trace contextRef="#ctx0" brushRef="#br0" timeOffset="209395.87">4593 8947 1839 0,'0'-2'160'0,"-1"2"-160"16,1 0 0-16,0 0 0 0,0 0 1536 0,0 0 288 15,-1-2 48-15,0 4 16 0,0 0 1184 0,1 3 256 0,0 2 32 0,1 0 16 16,1 5-752-16,-1-2-160 0,-1-10-32 0,0 0 0 0,11 32-1088 0,-11-32-208 15,0 0-48-15,0 0-16 0,21 35-688 0,-21-35-144 16,0 0-32-16,0 0 0 0,0 0-400 0,0 0-64 16,0 0-32-16,42 16 0 15,-38-17-880-15,1-3-176 0,-1-3-48 0,0 0 0 32,0-3-656-32,0 1-128 0,-1 0-16 0,0-1-16 15,1-2-32-15,-1-2 0 0,0 0 0 0,-1 0 0 0,1 1 832 0,-2 1 176 0,1-2 16 0,-2 0 16 0,1 0 816 0,-2 2 176 16,1 0 16-16,-2 3 16 0,2 0 784 0,-1 3 160 15,-1 1 16-15,0 2 16 0,1 3 544 0,1 1 128 16,0 4 0-16,-1 2 16 0,0 3 208 0,0 1 32 0,0 2 16 16,1 3 0-16,-1 2-48 0,0 3-16 0,0-1 0 15,1 1 0-15,0 2-656 0,0 2-128 16,1-1-16-16,0 2-16 0,0 0-240 0,-2 0-48 0,0 1-16 0,-1-1 0 16,0 1-304-16,-1-3-48 0,-1-2-16 0,-1-3 0 15,0-1 0-15,-2-1 0 0,1-3 0 0,-2 0 0 16,2-2 256-1,-3 0 32-15,1-2 16 0,-1-1 0 0,0-2-272 0,-2-2-48 0,-1 0-16 0,1-3 0 16,0 0-384-16,-1-1-80 0,0 1-16 0,0-4 0 16,2 1-1136-16,1-1-224 0,4-2-48 0,0-1-12288 15</inkml:trace>
  <inkml:trace contextRef="#ctx0" brushRef="#br0" timeOffset="209792.84">4810 9058 11967 0,'0'0'528'0,"0"-2"112"0,0 2-512 0,1 0-128 0,0 0 0 0,0-1 0 16,1 0 1312-16,2 1 224 0,1-2 64 0,3-3 0 15,2 2-432-15,1-1-80 0,2-1 0 0,-1 0-16 16,1 1-432-16,-1 1-96 0,0 0-16 0,0-1 0 15,1 2 176-15,-2-3 16 0,1 2 16 0,-2-1 0 16,-1 1-384-16,-1-4-80 0,0 3-16 0,-2-3 0 16,-1 2-256-16,-1 0 0 0,-2-1 0 0,0 0 0 15,-1 1 144-15,-1 1-144 0,-2 1 0 0,1-2 144 16,-2 2-144-16,-2 0 128 0,0 2-128 0,-3-1 128 16,0 2-128-16,-1 0 0 0,-2 2-160 0,1 1 160 0,0-1-128 0,-1 3 128 15,1 3 0-15,0 1-144 0,2 0 544 16,1 0 112-16,-1 2 32 0,2 0 0 0,-1-2 240 15,2 3 48-15,-1 2 16 0,2-2 0 0,1 0-272 0,0 0-48 16,2-1-16-16,1-1 0 0,0-10 32 0,0 0 0 16,0 0 0-16,0 0 0 0,29 31-224 0,-29-31-64 15,0 0 0-15,34 1 0 0,-34-1-112 0,27-4-16 16,-27 4-128-16,29-8 192 16,-15 3-1248-16,1 0-256 0,0 0-48 0,-2 0-13808 0</inkml:trace>
  <inkml:trace contextRef="#ctx0" brushRef="#br0" timeOffset="210139.34">5253 8939 14735 0,'4'-8'640'0,"-2"4"160"0,1-1-640 0,-1 2-160 0,-1 2 0 0,-1-1 0 16,1 0 1920-16,1 0 368 0,0-3 64 0,-1 0 16 16,1 3-368-16,-2-3-64 0,-1 5-16 0,-1 0 0 15,-2 0-752-15,0 3-144 0,-1 1-48 0,-2 1 0 0,1 2-320 0,-3 0-64 16,2 0-16-16,-2 3 0 0,0-1-112 0,0 3-16 15,1-2-16-15,-1 2 0 0,2-1-64 0,1 1-16 16,3-2 0-16,0-1 0 0,2 0-96 0,1-1 0 16,3-3-16-16,-1 0 0 0,-2-5-240 0,0 0 0 15,0 0 0-15,0 0 0 0,0 0 0 0,37 18 0 16,-37-18 0-16,0 0 0 0,0 0 0 0,0 0 0 16,0 0 0-16,42 16 0 0,-42-16 0 0,0 0 0 15,0 0 0-15,0 0 0 0,0 0 0 0,0 0 0 16,9 36-128-16,-13-30 128 0,0 0-144 0,0 1 144 15,-2-1-208-15,-1 0 80 0,1-1-16 0,-3 0 0 16,0-1 0-16,-2 0 0 0,0-1-112 0,-1 0-32 0,0 0 0 16,1-1 0-1,2 0-1744-15,1-2-336 0,2 0-80 0,2-2-11648 0</inkml:trace>
  <inkml:trace contextRef="#ctx0" brushRef="#br0" timeOffset="210873.03">5451 8686 7359 0,'0'0'656'15,"-1"1"-528"-15,1 1-128 0,0 0 0 16,-1-1 1344-16,1 3 224 0,-1 0 48 0,-1 5 16 15,-1 4 96-15,-1 1 0 0,1 0 16 0,0 1 0 0,2-1-944 0,-1-3-192 16,2 1-32-16,-1-2-9824 0</inkml:trace>
  <inkml:trace contextRef="#ctx0" brushRef="#br0" timeOffset="212515.51">5840 8959 7359 0,'0'0'656'0,"0"0"-528"15,0 0-128-15,1 0 0 0,-1 0 944 0,1 0 144 0,1 0 48 0,0-2 0 16,3 1 336-16,1-2 64 0,1 0 0 0,1 0 16 15,3-2-256-15,-1-1-48 0,0 1-16 0,1 1 0 16,0 1-384-16,0-3-80 16,1 4 0-16,0 0-16 0,0-2-496 0,-1 3-112 0,-11 1-16 0,0 0 0 15,29-5-1120 1,-20 5-224-16,-1 0-64 0,0-2-8384 0</inkml:trace>
  <inkml:trace contextRef="#ctx0" brushRef="#br0" timeOffset="212754.15">5976 8793 5519 0,'-4'-3'240'0,"1"3"64"0,1 0-304 0,0 0 0 0,1 0 0 0,1 1 0 16,-1 1 960-16,0 3 144 0,-1 0 32 0,-1 6 0 16,0 3 272-16,1 3 48 0,-1 1 16 0,2 2 0 0,-2 1-16 0,0 1 0 15,2 0 0-15,0 1 0 16,0-3-352-16,1 0-64 0,0-1-16 0,1 0 0 0,-1-19-368 0,5 31-80 0,-5-31 0 0,0 0-16 31,0 0-320-31,0 0-64 0,0 0-16 0,0 0 0 0,41 14-416 0,-30-24-96 0,1-4-16 0,1 0 0 31,0 0-1088-31,1-2-208 0</inkml:trace>
  <inkml:trace contextRef="#ctx0" brushRef="#br0" timeOffset="213122.81">6227 8734 3679 0,'1'-10'320'0,"0"6"-320"15,-1-1 0-15,0 2 0 0,0 1 2016 0,0 1 336 16,0 0 64-16,0-1 16 0,0 1 240 0,-1-1 48 16,0 4 16-16,-2 1 0 0,1 4-944 0,-2 4-192 15,1 2-48-15,-1 6 0 0,-1 2-272 0,2 3-64 16,-1 2-16-16,0 2 0 0,0-2-560 0,1 0-128 16,0-2 0-16,1-1-16 0,0-3-160 0,1-2-16 0,1-1-16 0,2-4 0 15,-2-13-160-15,4 25-16 0,-4-25-128 0,0 0 192 16,0 0-192-16,10 32 0 15,-8-28 0-15,0-2 0 0,0-1-256 0,-1-2 16 0,1-2 0 0,0-1 0 16,1-1-528 0,-1-2-128-16,0 0 0 0,0-2-16 0,0-1-80 0,0 0-16 0,1 1 0 15,-1 0 0-15,1-1 432 0,0 0 96 16,1 1 16-16,0 2 0 0,-1 0 464 0,2 2 0 0,0 1 0 0,-1-1 0 16,1 2 368-16,0 3 160 0,-1 0 48 0,0 2 0 0,-1 1 208 0,-3-3 48 15,0 0 16-15,0 0 0 0,0 0 128 0,16 40 32 16,-16-40 0-16,0 0 0 15,10 31-640-15,-10-31-128 0,0 0-32 0,7 29 0 0,-5-21-208 0,0-2 0 16,1-1 0-16,-1-2 0 0,1-2 0 16,1-1-240-16,1-2 48 0,-2-2-10192 15,3-1-2048-15</inkml:trace>
  <inkml:trace contextRef="#ctx0" brushRef="#br0" timeOffset="213471.48">6452 8954 911 0,'-2'3'0'0,"1"-1"0"0,0 1 0 0,1-1 0 16,0-2 3520-16,1 1 608 16,0 0 128-16,1 1 32 0,2-1-864 0,-4-1-160 15,0 0-48-15,0 0 0 0,34-1-1744 0,-22-2-336 0,0-3-80 0,0 0-16 16,1-2-864-16,0 1-176 0,2-4 0 0,-1 1 0 31,1 0-464-31,-1-1-16 0,0 1 0 0,-2 0 0 0,0-2 336 0,-2 1 144 0,-2 1-128 0,-1-1 128 16,-2 3-144-16,-3-4 144 0,-2 3-160 0,-2 2 160 15,-1 1-512-15,-2 2-16 0,-2 0 0 0,0 4 0 16,-2 4 64 0,-2 3 16-16,0 2 0 0,-2 3 0 0,2 2 816 0,0 1 160 15,1-1 48-15,1 3 0 0,1-1 512 0,1 1 96 0,-1 2 32 0,2-3 0 0,0 1 16 0,2-2 16 16,1 1 0-16,1-4 0 0,2 0-608 0,1-3-128 16,-1-9-32-16,0 0 0 0,0 0-352 0,0 0-128 15,0 0 0-15,42 19 0 0,-30-21 0 0,2-3-208 16,0-2 16-16,1-1 0 15,-2 0-1488-15,2 0-304 0</inkml:trace>
  <inkml:trace contextRef="#ctx0" brushRef="#br0" timeOffset="213818.94">6980 8819 13823 0,'1'-5'608'0,"-1"3"128"0,0 1-592 0,-1 0-144 15,0 1 0-15,0 0 0 0,0 1 1920 0,-1 0 368 16,-2 4 64-16,-1 2 16 0,-2 1-560 0,0 3-96 0,-1 3-32 0,-1 1 0 16,1 2-848-16,0 1-160 0,1 1-32 0,1 0-16 0,1 0 128 0,1 0 16 15,2-5 16-15,2 0 0 16,0-14-128-16,0 0-16 0,0 0-16 0,16 33 0 16,-16-33-400-16,0 0-80 0,0 0-16 0,31-2 0 15,-22-7-288-15,-1 0-64 16,2-1-16-16,-1-4 0 15,0-1-208-15,0-1-32 0,0 1-16 0,-3 0 0 0,-1 0-272 0,-3 1-48 0,0 1-16 0,-4 2 0 0,-1 0 448 0,-2 2 64 16,0 3 32-16,-4-1 0 0,0 4 288 0,-1 3-192 16,-1 0 192-16,-1 2-160 0,0 4-64 0,0 0-16 15,1 1 0-15,-1 0 0 0,3 3 368 0,0-3 64 0,1 2 0 0,2-1 16 16,0-2-80 0,4 0 0-16,-2 0-128 0,1-1 192 15,2-2-576-15,1-1-112 0,1 0-16 0,2-2-7920 16,1-2-1568-16</inkml:trace>
  <inkml:trace contextRef="#ctx0" brushRef="#br0" timeOffset="-213870.07">7166 8895 8287 0,'-2'0'736'0,"1"0"-592"0,0 0-144 0,1-2 0 16,0 1 1072-16,-1 1 176 0,1-2 32 0,-1 0 16 15,0-3 48-15,1 0 0 0,1 1 0 0,1-3 0 0,2 2-384 0,1-2-80 0,1 2-16 0,2-2 0 16,0 1 112-16,1 0 32 16,1 1 0-16,-1 1 0 0,-1 1-112 0,1 3 0 0,-9 0-16 0,0 0 0 15,0 0-304 1,0 0-64-16,34 29-16 0,-34-29 0 0,0 0-272 0,11 38-48 15,-9-24-16-15,0 3 0 0,-1 1-160 0,-2 0 192 0,0-2-192 0,0 0 192 16,-1-4-192-16,1 0 0 0,0-3 0 0,0-1-176 0,0-2 176 16,1-3 0-16,0 2 0 0,0-5 0 0,0 2 0 0,0-4 128 15,0 2-128-15,0-3 176 16,0 1 160-16,1-1 48 16,0-1 0-16,0-1 0 0,2-1-128 0,0-2 0 15,0 1-16-15,1-4 0 0,1 0-240 0,-1 0 176 0,2-1-176 0,0-2 160 0,1-1-160 0,0 1 160 16,1-2-160-16,-1-1 160 15,1 2-160-15,-1 1 0 16,-1 0 0-16,1 1 0 16,-1 2-384-16,0-1-128 0,0 3 0 0,-2 0-13792 0</inkml:trace>
  <inkml:trace contextRef="#ctx0" brushRef="#br0" timeOffset="-213521.39">7440 8874 3679 0,'1'2'320'0,"-1"-2"-320"16,1 2 0-16,-1-2 0 0,1 0 1936 0,0 0 320 0,1 0 64 0,2 0 16 16,1 1 384-16,2-1 80 0,-7 0 16 15,0 0 0-15,30-3-944 0,-30 3-176 0,22-2-32 0,-12-1-16 16,-10 3-944-16,22-7-176 0,-11 5-32 0,-1-3-16 0,-1 0-352 0,-1 1-128 16,1-1 0-16,-4-2 0 0,3 2 0 0,-5-1 0 15,1 0 0-15,-2-1 0 0,-1 2-208 0,-1-2 64 16,-1 0 16-16,-1 1 0 0,-1 0-16 0,-1 1 0 15,-2 1 0-15,-1-1 0 0,0 0-64 0,-2 3-16 16,0-2 0-16,-2 3 0 0,3-1 32 0,0 4 16 16,1 1 0-16,2 1 0 0,-1 3 176 0,1 0 0 15,0 4 0-15,0 1 0 0,1 1 512 0,0 1 176 16,0 1 32-16,2 1 16 0,1-2 0 0,0 1 0 16,1-15 0-16,2 28 0 0,-2-28-64 0,0 0-16 15,8 36 0-15,-8-36 0 0,0 0-192 0,0 0-32 0,0 0-16 16,37 28 0-16,-37-28-224 0,0 0-64 0,35-2 0 15,-21-5 0 1,0 0-784-16,1-1-176 0</inkml:trace>
  <inkml:trace contextRef="#ctx0" brushRef="#br0" timeOffset="-212899.94">7786 8793 5519 0,'0'0'496'0,"1"0"-496"0,-1 1 0 0,0 1 0 0,0-2 2176 0,1 2 352 15,-1 2 64-15,1 1 16 16,-1-5 496-16,0 0 96 0,2 34 32 0,-2-18 0 0,-1 1-1408 0,0-2-288 16,0 3-48-16,0-1-16 0,0-1-640 0,-1 0-144 15,1-3-32-15,0 1 0 0,0-3-416 0,0 1-96 16,0-2-16-16,-1-5 0 0,1 0-128 0,1-1 0 15,0-2 0-15,0-4 0 16,0 0 0-16,0-3-176 0,1-1 176 0,0-4-128 16,2 0-288-16,-1-2-48 0,2 0-16 0,-1-2 0 15,1 0-32-15,1-1-16 0,-1 1 0 0,0-1 0 0,2 0 304 0,-1 0 64 0,0-1 16 0,0 1 0 16,0 3 144-16,0-1-160 16,2 3 160-16,-1 3-160 0,1 0 160 0,-1 4 0 0,-1 1 0 0,0 2 0 15,-5 0 160-15,0 0 16 0,0 0 0 0,0 0 0 16,0 0 432-16,27 38 96 0,-27-38 0 0,0 0 16 15,8 38-224-15,-8-38-48 0,0 0-16 0,5 38 0 16,-5-38-224-16,0 26-32 0,-1-14-16 0,-1 0 0 0,1-2-160 16,-1-1 0-16,1 0 0 0,-1-2 128 0,1-2-128 15,0-3 0-15,1 0 0 0,0-2 0 0,0-2 0 0,2-2 0 16,0-1 0-16,1 0 0 0,1-4 0 0,0 0 0 31,2-1 0-31,1-4 0 0,1 2-240 0,0-3-80 0,0-2 0 0,2 1-16 31,0 2-448-31,-1 0-96 0,-1-1-16 0,1 4 0 0,-1 0 192 0,-1 3 48 0,-2 3 0 0,1 0 0 0,-2 5 512 0,0 0 144 16,-4 0 0-16,0 0 0 16,0 0 336-16,0 0 144 0,0 0 32 0,21 33 0 15,-21-33 368-15,0 0 80 0,0 0 0 0,10 40 16 0,-10-40-224 0,0 0-48 0,6 32-16 16,-6-32 0-16,0 0-240 0,2 32-32 0,-2-32-16 0,1 22 0 16,-1-22-224-16,0 0-48 15,2 26-128-15,-2-16 192 0,0-4-192 0,1 0 0 0,-1 0 0 0,1 0 0 31,-1-1-480-31,1-2-144 0,-1 1-16 0,1 0-15712 0</inkml:trace>
  <inkml:trace contextRef="#ctx0" brushRef="#br0" timeOffset="-206474.08">4234 9640 10127 0,'-1'-2'896'0,"1"2"-704"15,0 2-192 1,0 0 0-16,0-1 688 0,-1 0 96 16,0 4 32-16,0 4 0 0,0 3-48 0,-2 2-16 0,1 6 0 0,1-2 0 0,1 2-80 0,0-2-16 15,0 5 0-15,0 0 0 16,2 1 192-16,1 4 48 0,0 0 0 0,1 3 0 0,-2 1-160 0,-1 0-32 15,-1-1 0-15,-2-1 0 16,1 1-32-16,-1-2-16 0,-2-1 0 0,1-4 0 0,1-5-384 0,1-2-80 16,0-3 0-16,1-4-16 15,1-4-176-15,0-3 0 0,2-3 0 0,0-5-11968 16</inkml:trace>
  <inkml:trace contextRef="#ctx0" brushRef="#br0" timeOffset="-206173.32">4233 9711 10127 0,'-3'-1'896'0,"1"1"-704"16,0 0-192-16,2 0 0 0,-1 0 1040 0,0-2 176 16,0 2 48-16,-2-2 0 0,0 0 608 0,1-1 128 15,4-2 32-15,1 1 0 0,3-3-400 0,3 2-80 16,2-3-16-16,2 2 0 0,-13 6-368 0,31-10-80 15,-31 10 0-15,37-5-16 0,-37 5-496 0,0 0-112 16,50 10-16-16,-50-10 0 0,0 0-256 0,35 26-64 16,-35-26-128-16,0 0 192 0,18 38-192 0,-16-24 0 15,-1 0 0-15,-3 1 0 0,-2 0 0 0,-1 0 0 16,-3 0 0-16,-2 1 0 0,-1-1 0 0,-3 1 0 16,-1-2 0-16,-2 0 0 0,-1 0 0 0,1-4 128 15,-1 0-128-15,1-3 0 0,2-2 0 0,2-2 0 0,3-2 0 0,1-2-9888 16,3 0-2016-16</inkml:trace>
  <inkml:trace contextRef="#ctx0" brushRef="#br0" timeOffset="-204780.93">4701 9715 11967 0,'1'-4'1072'0,"-1"1"-864"0,1 1-208 0,-1 0 0 15,1 2 1168-15,0-3 192 0,0-2 48 0,0-1 0 16,0-2 96-16,2 1 32 0,-2 2 0 0,-2 1 0 15,1 4-320-15,-2-2-48 0,1 4-16 0,-3 1 0 16,0 1-336-16,-1 3-80 0,-1-2-16 0,0 4 0 16,-2-1-208-16,-1 3-32 0,0 1-16 0,0-1 0 15,0 4-256-15,-1-1-48 0,1 3-16 0,3-3 0 16,1 2 0-16,2 4 0 0,1 3 0 0,2-1 0 16,1 3 32-16,1-1 0 0,4 2 0 0,0-3 0 0,-6-23-32 15,15 37 0-15,-15-37 0 0,19 30 0 0,-19-30-144 0,0 0 0 16,32 30 0-16,-32-30-176 0,0 0 0 0,0 0 0 15,43 14 0-15,-43-14-9488 16,0 0-1888-16</inkml:trace>
  <inkml:trace contextRef="#ctx0" brushRef="#br0" timeOffset="-204488.53">4939 9760 14735 0,'0'-7'640'0,"0"2"160"0,1 1-640 0,0 0-160 15,0 3 0-15,-1-2 0 16,1 1 1520-16,1 0 272 0,1-2 48 0,0 1 16 0,-2 1 0 0,1 4 16 16,-1 0 0-16,-2 4 0 0,0 3-528 0,-1 0-128 15,-1 5 0-15,-3 3-16 0,1 1-576 0,-3 4-112 16,2 0-32-16,-3 1 0 15,-1 1-256-15,1-1-48 0,0 3-16 0,0-4 0 0,2-5-32 0,0-1 0 0,2-1 0 0,-1-3 0 16,2-1-128-16,1-2 0 0,0-1 0 0,2-4 0 31,0 1-1088-31,2-5-128 0</inkml:trace>
  <inkml:trace contextRef="#ctx0" brushRef="#br0" timeOffset="-204279.63">4982 9711 4607 0,'1'-5'400'0,"0"3"-400"0,0-1 0 0,0 1 0 0,-1-1 2128 0,0 3 352 0,1 0 64 0,0-2 16 0,0 2-192 0,1 0-48 16,1 0 0-16,0 2 0 0,0 1-768 0,-3-3-144 15,0 0-48-15,0 0 0 0,0 0-464 0,21 40-112 32,-21-40-16-32,13 29 0 0,-13-29-432 0,15 35-80 15,-15-35-32-15,15 45 0 0,-10-19-224 0,0 0 0 0,0 1 0 0,-3-1 0 0,1 0-192 0,-2-4-16 16,1-4-16-16,-1-4 0 31,-1-14-1680-31,4 21-336 0</inkml:trace>
  <inkml:trace contextRef="#ctx0" brushRef="#br0" timeOffset="-204064.82">4927 9924 9215 0,'-8'0'400'0,"3"0"96"0,1 0-496 0,0 0 0 0,2 0 0 0,1 0 0 16,-1 0 1248-16,1 2 160 0,-3-2 16 0,0 1 16 16,2 1 416-16,1-4 96 0,3 2 16 0,0-1 0 15,-2 1-848-15,0 0-160 0,20-9-48 0,-11 4 0 0,-9 5-304 0,23-9-64 16,-23 9-16-16,27-7 0 0,-27 7-336 0,0 0-192 16,42-8 192-16,-42 8-192 15,0 0-464-15,39 0-208 0</inkml:trace>
  <inkml:trace contextRef="#ctx0" brushRef="#br0" timeOffset="-203751.14">5295 9646 5519 0,'0'-9'496'0,"0"7"-496"0,1-1 0 16,-1 1 0-16,0 2 2208 0,0 0 352 0,0 2 64 0,0 1 0 15,0 4 32-15,0 2 0 16,1 3 0-16,-1 3 0 0,-1 1-1216 0,1 5-240 0,0-2-48 0,-1 4-16 16,1-1-576-16,0 2-112 0,-1 2-32 0,1 0 0 0,0 0-144 0,0-4-16 15,1 2-16-15,0-3 0 0,0-3-240 0,-1-18 144 16,3 27-144-16,-3-27 128 15,2 23-816 1,-2-23-160-16,0 0-48 0,3 22-12096 0</inkml:trace>
  <inkml:trace contextRef="#ctx0" brushRef="#br0" timeOffset="-203243.46">5597 9681 12895 0,'0'-1'1152'0,"1"-1"-928"15,0 2-224-15,-1 0 0 0,0 0 1216 0,1 0 208 0,1 2 48 0,-1-2 0 16,1 4 160 0,-2-4 32-16,0 0 16 0,10 26 0 0,-10-26-816 15,4 32-160-15,-2-14-48 0,0 4 0 0,-1 0-400 0,-1 1-96 0,0 1-16 0,-1-1 0 16,0 1-144-16,0-3 160 0,0 0-160 0,0-1 160 15,0-4-160-15,1-2 0 0,0-2 0 0,0-2 0 16,0-10-912-16,0 0-64 0,0 0-16 0,0 0-10128 16</inkml:trace>
  <inkml:trace contextRef="#ctx0" brushRef="#br0" timeOffset="-202943.16">5608 9746 7359 0,'-5'-6'320'0,"3"3"80"0,0 0-400 0,0 2 0 15,1 0 0-15,1 1 0 16,0 0 1392-16,0-2 192 0,0 0 32 0,1 1 16 0,2-3-96 0,0 1 0 16,-3 3-16-16,0 0 0 0,20-10-112 0,-20 10 0 31,19-9-16-31,-19 9 0 0,24-11-464 0,-24 11-96 0,31-10 0 16,-31 10-16-16,32-8-496 0,-32 8-80 0,0 0-32 0,46 3 0 0,-46-3-208 0,0 0 0 15,38 24 0-15,-38-24 0 0,0 0-160 0,21 45 32 16,-17-26 0-16,-3 2 0 15,-2 3-368-15,-4 2-64 0,-1 0-16 0,-2-2 0 16,-4 0-64-16,0-3-32 0,-2 0 0 0,0-2 0 16,-1-2 496-16,-2-3 176 0,0 0 0 0,0-2-144 15,-2-4 144-15,2-2 0 0,0 1 0 0,1-6-128 16,3 1 0-16,2-4 0 0,1 1 0 0,1-1 0 0,1-3-800 0,3 3-160 0,0-5-16 16,4 2-7376-1</inkml:trace>
  <inkml:trace contextRef="#ctx0" brushRef="#br0" timeOffset="-202263.6">6088 9550 7359 0,'0'-1'656'0,"0"0"-528"0,1 0-128 16,0 1 0-16,1 0 1056 0,0-2 176 0,2 1 48 0,-4 1 0 15,0 0 448-15,0 0 112 0,0 0 16 0,49 20 0 0,-49-20-672 0,0 0-128 16,38 47-32-16,-38-47 0 0,22 40-352 0,-22-40-80 16,17 45-16-16,-12-19 0 0,-1-2-384 0,-2 2-64 15,-3 0-128-15,-2-2 176 0,-1 0-336 0,-4-3-64 16,-1-2-16-16,-2 1 0 0,0 0-64 0,-2-1-16 15,1-1 0-15,-2-3 0 16,0 0-448 0,-1-1-80-16</inkml:trace>
  <inkml:trace contextRef="#ctx0" brushRef="#br0" timeOffset="-201735.66">6415 9748 11055 0,'-2'1'976'16,"1"1"-784"-16,0-2-192 0,1 0 0 16,0 0 1040-16,0 2 176 0,0-2 16 0,1 3 16 0,1-2 80 0,-2-1 16 15,0 0 0-15,0 0 0 0,0 0 128 0,45-3 16 16,-45 3 16-16,32-8 0 15,-32 8-544-15,36-10-128 0,-36 10 0 0,38-11-16 0,-38 11-496 0,34-12-112 16,-34 12-16-16,28-6 0 16,-28 6-768-16,0 0-144 0,0 0-48 0,0 0-11536 15</inkml:trace>
  <inkml:trace contextRef="#ctx0" brushRef="#br0" timeOffset="-201578.17">6434 9891 7359 0,'-2'0'656'0,"1"0"-528"0,0 0-128 16,2 0 0-16,0 0 1600 0,0 0 304 0,2 0 48 0,-3 0 16 16,0 0 400-16,0 0 96 0,45-5 16 0,-45 5 0 15,37-4-736-15,-37 4-144 0,40-8-16 0,-40 8-16 16,40-9-704-16,-40 9-144 16,37-7-16-16,-37 7-14304 0</inkml:trace>
  <inkml:trace contextRef="#ctx0" brushRef="#br0" timeOffset="-194586.69">10998 8720 1839 0,'-1'-3'160'0,"0"1"-160"16,1 2 0-16,0-2 0 0,0 2 304 0,0-1 16 0,0 1 16 0,0 0 0 15,0-2 528-15,1 1 96 16,-1 0 32-16,0-1 0 0,1 1 208 0,-1 1 32 0,0 0 16 0,0 0 0 0,0 0 0 0,0 0 0 31,0 1 0-31,0 1 0 0,0 0-176 0,0 0-48 0,0 3 0 0,0 2 0 16,0 4-16-16,1 4-16 0,0 4 0 0,0 2 0 0,0 6-288 0,1 1-64 16,0 1-16-16,-1-3 0 15,0 1-112-15,-1-1 0 16,1-1-16-16,-1-1 0 0,1-6-176 0,-1 2-48 0,1-2 0 0,-1 0 0 15,0-2-272-15,1-2 0 0,-1 0 0 0,0-2 0 16,0 0 0-16,-1-2-224 0,0-1 64 0,0-2 16 16,0 1-144-16,0-2-32 0,1-1 0 15,-1-3 0-15,1-1-240 0,0-1-48 0,1-2-16 0,-1 1-6736 16,1-5-1360-16</inkml:trace>
  <inkml:trace contextRef="#ctx0" brushRef="#br0" timeOffset="-194309.15">10989 8812 4607 0,'-2'0'400'0,"1"0"-400"15,1 0 0-15,0-1 0 0,1 1 560 0,-1-1 16 16,1-1 16-16,2-3 0 0,2 0 672 0,4-5 128 16,0 1 16-16,2-1 16 0,2-1-304 0,1 1-64 15,1 0-16-15,-1 2 0 0,2 2-16 0,-16 6 0 0,0 0 0 16,43 5 0-16,-43-5-128 0,0 0-48 0,39 29 0 0,-39-29 0 15,0 0-848-15,22 45 0 0,-22-45-256 0,7 33 64 32,-7-18-400-32,-2 0-96 0,-2 0-16 0,0-1 0 0,-2-2 256 0,-1 0 64 0,-3 2 0 0,-1-2 0 15,1-1 384-15,-2-1 272 0,-1 0-32 16,-1-1-16-16,2-2 240 0,-1 0 48 0,0 0 16 16,-1-2 0-16,1 0-80 0,0-4 0 0,3 0-16 0,2-2 0 15,0 0-288-15,3-1-144 0,0-1 160 0,2-1-10032 16</inkml:trace>
  <inkml:trace contextRef="#ctx0" brushRef="#br0" timeOffset="-193890.52">11553 8769 6447 0,'-4'3'272'0,"1"-3"80"0,1 2-352 0,-1-2 0 0,1 2 0 0,0-1 0 16,-1 1 1408-16,-2 3 224 15,-4 1 32-15,-3 2 16 0,-2 1 144 0,0 1 32 0,1-1 0 0,0 1 0 16,1-1-448-16,1 1-96 0,1 1-16 0,0 1 0 15,2-1-224-15,1 1-48 0,1 1-16 0,1 3 0 16,1-1 112-16,1 0 32 0,3 1 0 0,0 0 0 16,0 1-576-16,0-17-128 0,10 33 0 0,-10-33-16 15,0 0-272-15,27 38-160 0,-27-38 192 0,0 0-192 0,41 21 0 0,-41-21-192 16,0 0 0-16,48 5 0 16,-48-5-1408-1,27-4-288-15,-12-2-48 0,0 2-10704 0</inkml:trace>
  <inkml:trace contextRef="#ctx0" brushRef="#br0" timeOffset="-193685.5">11743 8790 5519 0,'-2'-3'240'0,"1"2"64"0,0-1-304 0,1 2 0 16,0 0 0-16,-1 0 0 0,1 0 1920 0,0 2 336 15,-1 2 64-15,0 2 16 0,0 5-192 0,1 1-32 16,-1 5-16-16,0-1 0 0,-1 3-752 0,1 2-128 16,0 1-48-16,-1-1 0 0,1 0-336 0,1 1-64 15,0-3 0-15,0-2-16 0,0-1-272 0,1-1-48 16,0-2-16-16,-1-13 0 16,0 0-672-16,0 0-128 0,0 0-16 0,0 0-16 15,0 0-1760-15,0 0-368 0</inkml:trace>
  <inkml:trace contextRef="#ctx0" brushRef="#br0" timeOffset="-193401.7">11687 8871 9215 0,'-5'-9'400'0,"2"4"96"0,1 0-496 0,0 1 0 0,1 1 0 0,1 1 0 16,0-3 1648-16,0 0 224 0,1-2 48 0,1-2 16 16,2-1-64-16,2 3-16 15,2 3 0-15,0-1 0 0,-8 5-464 0,0 0-112 0,35 0 0 0,-35 0-16 16,0 0-464-16,40 14-96 0,-40-14 0 0,0 0-16 15,0 0-496-15,45 26-192 0,-45-26 176 0,0 0-176 0,0 0 0 0,24 33 0 16,-24-33 0-16,0 0-160 0,0 0-96 0,9 32 0 16,-9-24-16-16,-2 2 0 0,0-2 80 15,0 0 0-15,-2 1 16 0,-1-1 0 16,1 1 176-16,-3 1-192 0,0 0 192 0,-2-1-192 16,1 0 192-16,-2 1 0 0,-1 2 0 0,-1-2 0 0,0-1 0 0,0 0 128 15,2-1-128-15,1-2 128 0,1-1 32 16,1-1 16-16,2-3 0 0,2-1 0 15,1-2-880-15,2-1-192 0,2-4-16 0,1 0-10992 0</inkml:trace>
  <inkml:trace contextRef="#ctx0" brushRef="#br0" timeOffset="-193068.79">12099 8758 3679 0,'-4'-3'160'0,"2"-1"32"0,1 3-192 0,-1-1 0 15,1 2 0-15,0 0 0 0,0-2 1216 0,0 2 208 0,-1-3 48 0,-1 3 0 16,2-2 512-16,-1 4 96 0,0 1 32 0,0-1 0 0,1 5-176 0,0 2-16 31,1-9-16-31,1 26 0 0,-1-26-576 0,3 34-112 16,-3-34-32-16,4 42 0 0,-4-42-736 0,3 43-160 0,-2-21-32 15,0 0 0-15,-1 1-256 0,-1 0 128 0,-1-2-128 0,0-1 0 0,2-2 128 0,-2 0-128 16,0 0 0-16,2-1 0 31,0-17-304-31,3 28-160 0,-3-28-48 0,0 0-11824 0</inkml:trace>
  <inkml:trace contextRef="#ctx0" brushRef="#br0" timeOffset="-192803.84">12380 8736 11967 0,'1'-6'528'0,"-1"2"112"0,0 1-512 0,0 2-128 15,-1-1 0-15,0 4 0 0,0-2 1424 0,-1 1 256 0,-1 2 48 0,-2 3 16 16,-1 0 64-16,-1 6 16 0,1 2 0 0,-2 3 0 16,1 2-480-16,0 3-80 0,2 1-32 0,-2 1 0 15,2-1-288-15,1 2-64 0,-2 3-16 16,3-5 0-16,-1 0-368 0,0-3-80 0,2-1-16 0,1-2 0 0,0-1-576 0,1-4-112 16,0-12-32-16,1 21 0 15,-1-21-2240-15,0 0-448 0</inkml:trace>
  <inkml:trace contextRef="#ctx0" brushRef="#br0" timeOffset="-192577.47">12398 8753 7359 0,'0'-5'656'0,"0"3"-528"0,0 2-128 0,0-2 0 0,0 2 1488 0,0 2 272 0,1-2 48 0,-1 2 16 31,1 1 736-31,0 2 160 0,-1-5 32 0,0 0 0 15,0 0-1232-15,12 35-240 0,-12-35-64 0,0 0 0 0,13 35-464 0,-13-35-112 16,0 0 0-16,15 45-16 0,-15-45-304 0,10 36-48 16,-10-36-16-16,7 40 0 0,-7-40-256 0,6 36 0 15,-6-36 128-15,3 35-128 0,-3-35-176 0,4 31-80 16,-4-31-32-16,0 0 0 16,5 33-1056-16,-5-33-224 0,0 0-32 0,0 0-10336 15</inkml:trace>
  <inkml:trace contextRef="#ctx0" brushRef="#br0" timeOffset="-192386.95">12351 8948 6447 0,'-6'0'576'0,"3"0"-576"16,1 2 0-16,1-2 0 0,1 2 1664 0,-2-2 240 0,0 1 32 0,-3 0 16 16,0 2 896-16,3 0 176 0,1-1 48 0,2 0 0 15,3-1-832-15,1-2-144 0,3-1-48 0,1-1 0 16,3 0-1040-16,0-1-224 0,2-1-32 0,0-2-16 15,1 2-736-15,0-2 0 0,0 3-240 0,-15 4-14976 16</inkml:trace>
  <inkml:trace contextRef="#ctx0" brushRef="#br0" timeOffset="-192087.22">12712 8680 11055 0,'-1'-3'480'0,"1"0"112"0,0 1-464 15,1 2-128-15,0 0 0 0,-1 0 0 0,1 2 1744 0,2-1 336 16,-1 1 64-16,-2-2 16 0,0 0-176 0,0 0-48 0,34 33 0 0,-34-33 0 15,0 0-720-15,31 48-160 16,-31-48-32-16,22 41 0 0,-22-41-416 0,17 44-96 16,-17-44 0-16,13 45-16 0,-13-45-240 0,9 42-32 0,-9-42-16 0,0 38 0 15,-4-21 96-15,-3 0 16 0,-2 1 0 0,-3 2 0 16,-2-2-320-16,-1-1-176 0,-1 0 32 0,-1-3-14464 16</inkml:trace>
  <inkml:trace contextRef="#ctx0" brushRef="#br0" timeOffset="-189911.98">13296 8686 3679 0,'-3'-2'320'0,"1"2"-320"0,0 0 0 0,0 0 0 15,1 0 2368-15,0 0 416 0,0 0 80 0,0 2 16 0,-1 3-976 0,0 0-192 16,-1 4-48-16,1 4 0 0,0 4-592 0,1 3-128 0,1 6-32 0,-1 3 0 16,3 1-144-16,-1 4-48 0,1-1 0 0,-1 0 0 15,1 0 48-15,0-3 0 16,-1-4 0-16,1-1 0 16,-2-25-304-16,6 40-48 0,-6-40-16 0,7 33 0 0,-7-33-1568 0,0 0-320 0,11 31-64 0,-11-31-10272 31</inkml:trace>
  <inkml:trace contextRef="#ctx0" brushRef="#br0" timeOffset="-189627.98">13250 8760 911 0,'-1'-12'0'0,"0"7"0"0,1 0 0 0,0 2 0 16,0 2 0-16,0-1 0 0,1 2 1392 0,1-3 192 15,2 0 32-15,1 1 16 0,4 1 544 0,-9 1 128 16,0 0 0-16,0 0 16 0,45 1-400 0,-45-1-96 16,0 0-16-16,44 10 0 0,-44-10-912 0,0 0-176 15,42 10-32-15,-42-10-16 0,0 0-416 0,0 0-96 16,41 28-16-16,-41-28 0 0,0 0-144 0,0 0-192 16,12 39 32-16,-14-28 16 15,-2 1-336-15,-2-1-64 0,-1 1-16 0,-3-2 0 16,0 2 112-16,-3-1 32 0,-1 1 0 0,-1 0 0 0,0-2 560 0,-1-1 112 0,1-3 32 0,0 0 0 15,2-3 352-15,1-1 64 0,2-2 0 0,2-3 16 16,1 1-720-16,3-3-240 0,3 0 0 0,3-3-10272 16</inkml:trace>
  <inkml:trace contextRef="#ctx0" brushRef="#br0" timeOffset="-189211.2">13655 8710 3679 0,'-3'-1'320'0,"1"0"-320"0,0-1 0 0,0 1 0 16,1 1 2624-16,0 0 464 16,0-2 96-16,-2 2 16 0,1 0-288 0,-4-2-48 15,0 2-16-15,1 2 0 0,-1 0-1200 0,1 1-240 16,0 1-64-16,1 2 0 0,0 2-512 0,-1 1-96 0,1 4-32 0,1 0 0 0,0 2-176 0,0 3-32 15,1 2-16-15,1 0 0 16,0 0-224-16,1 1-32 0,0-21-16 0,3 42 0 0,-3-42-32 0,3 39-16 16,-3-39 0-16,6 36 0 0,-6-36-160 0,0 0 0 15,12 38 0-15,-12-38 0 16,0 0-768-16,0 0-256 0,28 31-32 0,-28-31-13856 16</inkml:trace>
  <inkml:trace contextRef="#ctx0" brushRef="#br0" timeOffset="-188934.49">13937 8697 5407 0,'3'-6'0'0,"-2"2"224"0,1 1-64 0,-1 3 16 0,-1 0-176 0,0 0 0 0,0 0 0 0,-1 0 0 16,0 2 2704-16,-1 1 512 15,0 2 112-15,-2 2 0 0,1 2-720 0,-3 3-160 0,1 1-16 0,-3 2-16 16,2 0-560-16,-3 2-96 0,2 3-32 0,-1-2 0 0,1 2-656 0,0-2-144 16,0 0-32-16,1 1 0 0,0 0-480 0,1-5-96 15,0 1-32-15,2-2 0 16,1-1-288-16,2-12 0 0,0 0 0 0,0 24 0 16,1-17-832-1,1-4-288-15,-2-3-48 0,0 0-13952 0</inkml:trace>
  <inkml:trace contextRef="#ctx0" brushRef="#br0" timeOffset="-188739.97">13959 8682 911 0,'1'-10'0'0,"-1"6"0"15,1 1 0-15,0 3 0 0,-1 0 1760 0,1 0 272 16,0-3 48-16,1-1 16 0,1-1 480 0,0 1 112 0,0 3 0 0,0 2 16 31,-3-1-480-31,0 0-112 0,0 0 0 0,12 35-16 0,-12-35-608 0,6 33-112 16,-6-33-32-16,5 44 0 0,-2-18-544 0,0-1-112 0,-3-25-32 0,4 52 0 15,-4-52-352-15,6 41-80 16,-6-41-16-16,5 40 0 16,-5-40-208-16,5 35 0 0,-5-35 0 0,6 31-160 15,-6-31-1056-15,0 0-192 16,9 31-64-16,-9-31-11920 0</inkml:trace>
  <inkml:trace contextRef="#ctx0" brushRef="#br0" timeOffset="-188513.8">13900 8910 12895 0,'-5'0'576'0,"1"2"112"0,1-2-560 0,1 2-128 0,1-2 0 0,1 0 0 15,1 0 1616-15,0 2 304 0,1 0 48 0,1 1 16 16,-3-3-16-16,0 0 0 0,0 0 0 0,36-3 0 16,-36 3-832-16,30-9-176 15,-30 9-16-15,34-13-16 0,-17 7-608 0,-2-1-112 16,0 0-16-16,-15 7-16 0,23-9-944 15,-23 9-192-15,0 0-48 0,0 0-11808 0</inkml:trace>
  <inkml:trace contextRef="#ctx0" brushRef="#br0" timeOffset="-188262.57">14185 8698 13823 0,'1'-2'608'0,"0"0"128"0,0 0-592 0,0 1-144 16,0 1 0-16,0 0 0 0,2 0 1664 0,0 0 288 16,2-2 64-16,3 0 16 0,-8 2-288 0,0 0-48 15,32-3-16-15,-32 3 0 0,0 0-464 0,0 0-112 16,41 16-16-16,-41-16 0 0,0 0-256 0,23 36-48 0,-23-36-16 0,12 38 0 16,-12-38-96-16,11 46-32 0,-11-46 0 0,8 51 0 15,-8-51-272-15,4 50-64 0,-6-26-16 0,-1-1 0 16,-3-3 64-16,-2-1 16 0,-4 3 0 15,-1-4 0-15,-1-1-368 0,-1-3-256 16</inkml:trace>
  <inkml:trace contextRef="#ctx0" brushRef="#br0" timeOffset="-186155.11">7060 9676 911 0,'-1'4'0'0,"1"-2"0"0,0 0 0 0,0-1 0 0,0 1 960 0,0-2 96 16,0 2 32-16,0-1 0 0,0 1 192 0,2 0 32 16,0 1 16-16,1-1 0 0,1-2-448 0,0 0-96 15,1 0-16-15,1-2 0 0,-1 1-272 0,2-1-64 16,1 0-16-16,1-1 0 0,-9 3 128 0,0 0 32 16,33-4 0-16,-33 4 0 0,0 0-48 0,37 2 0 15,-37-2 0-15,0 0 0 0,41 5 48 0,-41-5 16 16,0 0 0-16,39 2 0 0,-39-2-96 0,0 0-32 0,38 2 0 15,-38-2 0-15,0 0-32 0,38 0-16 0,-38 0 0 0,0 0 0 16,38 0-80-16,-38 0-16 0,0 0 0 0,37 5 0 16,-37-5-80-16,0 0-32 0,0 0 0 15,43 9 0-15,-43-9-80 0,0 0 0 0,0 0-128 0,42 8 192 16,-42-8-192-16,0 0 0 0,0 0 128 0,41 7-128 16,-41-7 0-16,0 0 0 0,34 5 0 0,-34-5 0 15,0 0 0-15,36 0 0 0,-36 0 128 0,0 0-128 16,39 0 0-16,-39 0 0 0,0 0 0 0,40-3 0 15,-40 3 144-15,32-4 48 0,-32 4 0 0,28-3 0 0,-28 3 304 0,32-4 64 16,-32 4 16-16,33-3 0 0,-33 3-192 16,36-5-16-16,-36 5-16 0,43-4 0 0,-43 4-192 0,45-7-32 15,-21 4-128-15,2-4 192 0,1 1-64 0,0-2 0 16,0 1-128-16,2-4 192 0,-1 0 160 0,1 2 32 16,1-1 0-16,2-1 0 0,1 2 64 15,2 1 32-15,3 1 0 0,-1-1 0 0,-1-1-48 16,-3 0-16-16,0-1 0 0,-3 1 0 0,1 4-224 0,-1-2-32 15,0 1-16-15,1 0 0 0,0-1-144 0,2 2 0 16,0 0 0-16,-1 3 0 0,0-2 0 0,-1 1 0 0,-3-2 0 0,-2 0 0 16,-1 0 0-16,3 1 0 0,1-3 0 0,2 1 0 15,-1 0 0-15,2-1 0 0,-1 2 0 0,2-1 0 16,-1 1 0-16,1-1 0 0,-2 3 0 0,-1-1 0 16,0-1 0-16,0 2 0 15,0-2 144-15,1 0-144 0,1 2 128 0,0-1-128 0,1 1 160 0,-2-2-160 16,-2 3 0-16,1-3 128 0,-1 2-128 0,1-3 0 15,0 1 0-15,-1 0 0 0,-1 0 0 0,0-2 0 16,2 3 0-16,0-1 0 0,1 0 0 0,1 0 0 0,-1 0 0 16,-1-1 0-16,-1 0 0 0,0 0 0 0,-1-2 0 0,-1 2 0 15,-3 1 0-15,1 1 0 0,1 1 0 16,0-2 0-16,-26 5 0 0,53-5 0 0,-53 5 0 0,55 0 0 16,-29-2 0-16,1-1 0 0,-1-2 0 0,-2 1 0 15,0-1-128-15,-24 5 128 16,43-7 0-16,-43 7 0 0,43-5 0 0,-43 5 0 0,40-5 0 15,-40 5 0-15,42-2 0 0,-42 2 0 0,41-2 0 0,-41 2 0 16,47 0 0-16,-47 0 0 0,46-3 0 0,-46 3 0 16,45-4 0-16,-45 4 0 15,42-3 0-15,-42 3 0 0,43-2 0 0,-43 2 0 0,39-2 0 0,-39 2 0 0,38 2 0 16,-38-2 0-16,39 0 0 0,-39 0 0 0,41 2 128 16,-41-2-128-16,40 2 0 0,-40-2 128 0,42 5-128 0,-42-5 0 15,39 4 224-15,-39-4-48 0,38 3-16 0,-38-3 0 16,36 5-160-16,-36-5 0 0,38 6 144 0,-38-6-144 15,38 6 0-15,-38-6 128 16,41 9-128-16,-41-9 0 0,42 8 128 0,-42-8-128 0,46 7 160 0,-46-7-160 16,51 8 192-16,-51-8-64 0,53 3-128 0,-53-3 192 15,51 0-48-15,-51 0-16 0,56 0 0 0,-56 0 0 16,58 3 0-16,-58-3 0 0,62 2 0 0,-27 1 0 16,0-3-128-16,1 1 160 0,-2-2-160 0,0-1 160 0,1 1-160 15,0-1 0-15,0-3 0 0,2 4 128 0,0 0-128 16,0-1 0-16,1 2 0 0,0 0 0 0,-1-3 0 0,-1 1 0 31,-2-1 0-31,0-1 0 0,1 1 0 0,0 1 0 16,1-1 0-16,2 1 0 0,0 1 0 0,1-2 0 0,0 1 0 15,1-2 0-15,-1 0 0 0,1-1 0 0,-2-2 0 16,2 2 0-16,1 0 0 0,1 2 128 0,1 0-128 0,0-2 0 16,-1 0 128-16,0 1-128 0,-1 1 0 15,-1 0 128-15,0 1-128 0,0 2 0 0,1 0 0 0,2 0 128 16,-1 0-128-16,-1 0 0 0,-1 2 0 0,0-1 0 15,-2-1 0-15,2 0 0 0,3 0 0 0,1 0 0 16,3 2 0-16,0-2 0 0,1-2 0 0,1 1 0 16,1-1 0-16,1 0 0 0,0-1 128 0,1 1-128 15,5-1 128-15,0 1-128 0,-3-2 192 0,1 1-64 16,-1-2 0-16,2 1 0 0,4 1 0 0,-1-1 0 0,-1 1-128 0,0-1 128 16,0 1-128-16,2-1 128 0,-1 1-128 0,1-1 0 15,1 1 0-15,-1-2 0 0,-2 3 0 0,2-3 0 16,1 0 0-16,2-1 0 0,1 1 0 0,-1 2 0 15,-4-2 0-15,3 0 0 0,3-1 0 0,0 0 0 16,3 0 0-16,-1 1 0 0,-5 0 0 0,4 0 0 16,2 0 0-16,1-1 0 0,0 1 0 0,-1 0 0 15,-1 0 128-15,3 0-128 0,0 1 0 0,1-1 128 16,-3 2-128-16,1-3 128 0,1 1-128 0,2 2 160 16,-4-1-160-16,5 1 160 0,0-4-160 0,0 3 0 15,0-1 0-15,-3 2 128 0,1-1-128 0,-2-1 0 0,2 0 0 16,-3 1 0-16,2 1 0 0,-3 0 0 0,-2-1 0 0,-3-1 0 15,-2 0 0-15,-3 3 0 0,-2 1 0 16,-3 0 0-16,-3 1 0 0,-2 0 0 0,-4-2 0 0,-3 1 0 16,-2 2 0-16,-1 1 0 0,0 0 0 0,0 0 0 15,-2 1 0-15,-1 0 0 0,-1-1 0 0,-3-2 0 16,-1 2 0-16,1-2 0 0,0 0 0 0,-1-2 0 16,-2 2 0-16,1 0 0 0,-1 0 0 0,-1 2 0 15,1-2 0-15,-1 1 0 0,-1-1 0 0,-25 0 0 16,46 1 0-16,-46-1 0 0,37 0 0 0,-37 0 0 0,30 0-192 0,-30 0 192 15</inkml:trace>
  <inkml:trace contextRef="#ctx0" brushRef="#br0" timeOffset="-182489.73">7725 9981 1839 0,'-2'-2'160'0,"1"1"-160"0,0 1 0 0,0 0 0 15,1-2 592-15,-2 2 96 0,-1-2 16 0,-1 0 0 16,-3 0-448-16,1 1-64 0,0-1-32 0,1 1 0 16,2 1-352-16,1-2-80 0,0 2-16 0,1 0 0 0,0-1 112 0,1 0 32 15,1 1 0-15,-1 0 0 0,1-4 304 0,-1 1 64 16,1 0 16-16,0 1 0 0,0-2 416 0,-1 1 96 16,-1 0 16-16,1 0 0 0,0 0 112 0,-1 1 16 15,0 1 16-15,0-1 0 0,0-1 128 0,0 3 32 16,0 0 0-16,0-2 0 0,0 0 16 0,1 0 0 15,0 1 0-15,1-3 0 0,-1 1-80 0,-1 2-16 0,1-2 0 0,-1 0 0 16,0 1-32-16,1 1 0 16,-1-1 0-16,1 0 0 15,-1 0-48-15,1 2-16 0,0 0 0 0,-1 0 0 0,1 2-208 0,-1 2-48 0,1 0-16 0,0 4 0 32,-1 4-224-32,0 0-32 0,0 5-16 0,1 0 0 0,-1 1-80 0,1 4-16 0,0-1 0 15,-1 1 0 1,1 3-48-16,0-1-16 0,0-2 0 0,0 1 0 0,1-2-192 0,1-1 0 0,0-1 0 0,1-2 0 0,-3-17 0 15,6 25 0-15,-6-25 0 0,0 0 0 32,0 0-624-32,0 0-64 0,0 0-16 0,0 0-13408 0</inkml:trace>
  <inkml:trace contextRef="#ctx0" brushRef="#br0" timeOffset="-182204.86">7658 9948 911 0,'-1'-5'0'0,"0"2"0"0,1 1 0 0,0 1 0 16,1 0 1520-16,1-1 208 0,-1-1 64 0,3-1 0 16,3-1 48-16,1-3 16 0,4 2 0 0,0-3 0 15,2 1-288-15,0 1-48 0,2-1-16 0,0 4 0 16,-16 4-352-16,35-7-64 0,-35 7 0 0,0 0-16 15,48 9-256-15,-48-9-48 0,0 0-16 0,31 29 0 16,-31-29-512-16,0 0-112 0,12 37 0 0,-12-27-128 16,-2 2 192-16,-2 0-192 0,-2 0 192 0,-4-2-192 0,1 1 288 15,-1 1-48-15,-5 0-16 0,0 0 0 0,-2-1 80 0,2 0 16 16,-1-3 0-16,-1-1 0 0,1-1 32 16,2 0 16-16,2-3 0 0,1 0-9104 15,2-1-1824-15</inkml:trace>
  <inkml:trace contextRef="#ctx0" brushRef="#br0" timeOffset="-181036.44">8072 9919 13823 0,'-3'-5'1216'0,"2"3"-960"0,1 0-256 0,0 0 0 16,0 2 704-16,0-2 80 0,0 1 32 0,0-1 0 0,1 1 368 0,0-2 80 16,0 2 16-16,0-1 0 0,1 0-832 0,-1 1-144 15,-1 1-48-15,0 0 0 0,0 0 32 0,0 0 0 0,0 0 0 0,-1 0 0 16,0 1 128-16,-1 1 32 15,0 2 0-15,-1 1 0 0,-2 1-128 0,0 2-32 16,0 4 0-16,-1 0 0 16,0 0-32-16,-2 2-16 0,3 0 0 0,-1 1 0 0,3 3 32 0,0-1 16 0,1 0 0 15,2-1 0 1,2 4 144-16,1 0 16 0,0-2 16 0,-3-18 0 0,11 37-16 16,-11-37 0-16,16 31 0 0,-16-31 0 15,0 0-160-15,29 29-32 0,-29-29-16 0,0 0 0 16,0 0-240-16,44 16 0 0,-44-16 0 0,0 0-9488 0,32-6-1872 0</inkml:trace>
  <inkml:trace contextRef="#ctx0" brushRef="#br0" timeOffset="-180781.28">8304 9940 11967 0,'-1'-4'528'0,"0"-1"112"0,1 3-512 0,-1-1-128 15,1 1 0-15,-1 2 0 0,1 0 1568 0,-1 0 288 0,0 0 48 0,0 2 16 16,0 3 112-16,-2 2 16 0,0 5 16 0,0 2 0 16,1 0-464-16,-1 4-112 0,1 2-16 0,0 0 0 15,0-2-704-15,1 4-128 16,1-3-48-16,0 1 0 0,0-5-336 0,1 2-64 0,1-3 0 16,0-2-16-16,1-2-176 0,0-1 0 0,0-5 0 0,0-3-176 15,1-1-1216 1,-2-3-240-16,1-1-48 0,0-4-11808 0</inkml:trace>
  <inkml:trace contextRef="#ctx0" brushRef="#br0" timeOffset="-180539.15">8275 9970 1839 0,'-2'-6'160'0,"-1"2"-160"15,1 1 0-15,2 1 0 0,0-1 2112 0,-1 1 384 16,-2-5 64-16,0-4 32 0,2-1 192 0,-1 0 32 16,3 2 16-16,1 0 0 0,4 3-1088 0,0 0-208 15,3 1-64-15,2 0 0 0,1 2-704 0,-12 4-160 16,28-7-32-16,-28 7 0 0,0 0-384 0,42 4-192 15,-42-4 160-15,0 0-160 0,0 0 0 0,49 29 0 0,-49-29 0 0,0 0 0 16,19 40 0-16,-16-26 0 16,-3 3 0-16,-2 0-160 0,-2-1 160 0,0-2 0 0,-3 1 0 0,-2-1 0 15,0-2 0-15,-2-1 0 0,-1 0 0 0,0 0 0 16,-2-2 0-16,-1-1 144 16,-3 1-144-16,1-2 0 0,2-1 192 0,-1-2-192 0,1 1 192 15,0-1-192-15,4 0 0 0,1-4 0 16,2 3 0-16,3-3 0 0,1 0-496 0,3 0-144 0,1-3-48 0,4 1-11664 15</inkml:trace>
  <inkml:trace contextRef="#ctx0" brushRef="#br0" timeOffset="-180192.09">8582 9898 911 0,'-2'0'0'0,"1"-2"0"0,0 2 0 0,0 0 0 0,0 0 1936 0,1 0 304 0,-1 0 64 0,1 0 16 16,-1 2 384-16,-1-1 80 0,0 3 16 0,0 1 0 31,1 2-672-31,0 2-128 0,-1 4-16 0,0 0-16 0,1 3-672 0,-1 1-128 16,0 0-16-16,0 0-16 0,0 4-624 0,0-2-128 15,0-2-32-15,1-1 0 0,0-2-176 0,1-2-48 16,0 1 0-16,2-4 0 0,0 0-288 0,1-4-64 16,-3-5-16-16,0 0-13856 15</inkml:trace>
  <inkml:trace contextRef="#ctx0" brushRef="#br0" timeOffset="-178828.77">8852 9808 7359 0,'0'0'656'0,"0"1"-528"16,0 0-128-16,-1-1 0 0,1 2 992 0,-1 1 160 0,0 0 48 0,0 4 0 15,-1 4-160-15,-2 1-16 0,2 3-16 0,-2 1 0 16,0-1-448-16,0 2-96 0,-1-1-16 0,2 2 0 15,-1 0-112-15,0 0-16 0,1-3-16 0,-2 1 0 16,2 0 144-16,-1-1 16 0,2 1 16 0,-2-3 0 16,1 1-224-16,0-2-32 0,2-1-16 0,-1-2 0 15,1-1-208-15,0-2-288 0,2-1 64 0,-1-2-8688 16</inkml:trace>
  <inkml:trace contextRef="#ctx0" brushRef="#br0" timeOffset="-178604.84">8883 9824 11055 0,'-1'-2'480'0,"1"1"112"15,0 0-464-15,0 1-128 0,0 0 0 0,1 0 0 0,0 0 1200 0,1 0 208 16,-1 1 64-16,4 0 0 0,-5-1 32 0,0 0 16 16,0 0 0-16,0 0 0 0,0 0-496 0,40 33-112 15,-40-33-16-15,0 0 0 0,24 34-352 0,-24-34-80 16,0 0-16-16,21 48 0 0,-21-48-176 0,11 39-32 0,-11-39-16 0,7 41 0 15,-5-19-224-15,-1-2 144 16,0 1-144-16,-1-21 128 0,1 34-128 0,-1-20 0 0,0-2 0 0,1-5 0 31,-1 0-736-31,1-5-32 0,1-2 0 0,0-2-10688 0</inkml:trace>
  <inkml:trace contextRef="#ctx0" brushRef="#br0" timeOffset="-178400.5">8836 10004 1839 0,'-4'-2'160'0,"1"2"-160"16,1 0 0-16,1 0 0 0,1 0 2864 0,0 2 528 15,1-2 128-15,0 1 0 0,2 1-1344 0,1 1-288 16,-4-3-48-16,0 0-16 0,0 0-464 0,0 0-80 16,39 3-32-16,-39-3 0 0,0 0-544 0,34-6-128 15,-34 6 0-15,0 0-16 0,32-9-560 0,-32 9 0 16,0 0 0-16,29-10-12256 15</inkml:trace>
  <inkml:trace contextRef="#ctx0" brushRef="#br0" timeOffset="-177815.63">9163 9829 911 0,'1'-4'0'0,"-1"3"0"0,1-1 0 0,0 0 0 16,0 2 512-16,-1-3 0 0,1 1 16 0,0-1 0 0,2-1 560 0,0-1 128 16,0-2 0-16,0 0 16 0,1 2 672 0,0 0 128 15,0 0 16-15,0 3 16 0,0 0-48 0,1 0-16 16,1 2 0-16,0 2 0 0,-6-2-208 0,0 0-64 15,0 0 0-15,33 30 0 0,-33-30-608 0,19 32-128 16,-19-32-32-16,18 42 0 0,-18-42-432 0,13 43-80 16,-13-43-32-16,8 45 0 0,-6-24-224 0,-1-2-64 15,-2 3 0-15,-2-3 0 0,1-2-128 0,-3 0 0 16,-2-1 0-16,-1 0 0 16,2-4-448-16,-3 0 16 0,0-1 16 0,-1-1-9216 15,-1 2-1840-15</inkml:trace>
  <inkml:trace contextRef="#ctx0" brushRef="#br0" timeOffset="-175922.12">9657 9710 6447 0,'-4'-4'272'0,"2"2"80"0,0-1-352 0,0 1 0 0,1 2 0 0,1-2 0 16,1 1 1296-16,0-1 192 0,0 0 48 0,2-1 0 16,0-2-176-16,3-1-16 0,1 1-16 0,3 0 0 0,1 0-432 0,1-2-96 15,2 0-16-15,0 1 0 16,1 0-128-16,-15 6-16 0,33-7-16 0,-33 7 0 0,0 0-128 0,42 8-32 15,-42-8 0-15,0 0 0 0,33 34-192 0,-33-34-32 16,8 29-16-16,-8-12 0 0,-2-1 16 16,-2 3 0-16,-4-1 0 0,-1 0 0 0,-1-1-96 0,-3-1-16 15,-1 3 0-15,-1-2 0 0,-1-3 96 0,2-1 16 16,-1 0 0-16,1-5 0 0,0 0 208 0,1 0 32 16,0-4 16-16,2-1 0 0,1-1-496 0,1-4 128 15,4 0-128-15,0-1 0 16,1 1-496-16,3-3-144 0,3 0-16 0,1-2-11264 0</inkml:trace>
  <inkml:trace contextRef="#ctx0" brushRef="#br0" timeOffset="-175080.72">9676 9694 6447 0,'0'-2'576'0,"0"-1"-576"16,0 3 0-16,1-2 0 0,-1 2 1328 0,1 0 144 0,-1-3 48 0,0 1 0 15,1 0 192-15,1 0 32 0,-2 4 16 0,1-1 0 16,-1 5-352-16,-1 1-80 0,0 3-16 0,-1 1 0 16,-1 1-480-16,-1 0-80 0,-1 5-32 0,0-2 0 15,0 0-320-15,1 2-64 0,-2 0-16 0,0 1 0 0,2-1 32 16,-2 0 0-1,2-1 0-15,0 1 0 0,1 2 128 0,1 2 32 16,0 0 0-16,1 1 0 0,1-1-128 0,-1 4 0 0,0 3-16 0,0 0 0 0,1-2-64 0,0 0-16 16,1 0 0-1,1-4 0-15,-1-1-160 0,1-4-128 0,-2-17 144 0,6 28-144 16,-6-28-512-16,0 0-208 0,0 0-48 0,0 0-12896 16</inkml:trace>
  <inkml:trace contextRef="#ctx0" brushRef="#br0" timeOffset="-174576.22">10057 9704 6447 0,'1'-7'576'0,"0"4"-576"15,0-2 0-15,0 1 0 0,0 1 704 0,-1 2 16 0,1 0 16 16,0-4 0-16,1 0 864 0,0-2 192 0,-1 0 16 0,-1 2 16 16,-1 1-544-16,-1 1-128 0,-2 3 0 15,0 0-16-15,-1 3 48 0,0 2 16 0,-2 1 0 0,1 4 0 16,-4 0-48-16,3 6-16 0,-1 0 0 0,-1 6 0 15,2-1-272-15,0 3-48 0,1 5-16 0,0 1 0 16,2 1-352-16,0 0-64 0,1 0 0 0,2-5-16 0,1-2 128 0,1-3 16 16,-1-21 16-16,7 30 0 0,-7-30-336 0,0 0-192 15,0 0 192-15,31 36-192 16,-31-36 0-16,0 0-320 0,39 2 32 0,-39-2-14832 16</inkml:trace>
  <inkml:trace contextRef="#ctx0" brushRef="#br0" timeOffset="-174306.22">10307 9718 9215 0,'-3'-3'400'0,"2"3"96"0,0-2-496 0,0 2 0 16,0 2 0-16,0-2 0 0,-1 3 1408 0,0-1 192 0,-1 3 48 0,-3 4 0 15,0 1 208-15,1 4 64 0,-1 2 0 0,1 1 0 16,0 0-256-16,-1 2-64 0,2 2 0 0,-1 3 0 16,1-3-608-16,-1 0-128 0,0 2-32 0,2-3 0 15,-1-2-528-15,0-3-112 0,1 2-32 0,1-5 0 16,1-2-160-16,-1-1-144 0,1-2 144 0,0-2-208 31,2-3-1104-31,0 0-224 0,0-4-32 0,2-2-10624 0</inkml:trace>
  <inkml:trace contextRef="#ctx0" brushRef="#br0" timeOffset="-174098.63">10310 9706 4607 0,'2'-12'192'0,"-1"5"64"0,0 2-256 15,-1 1 0-15,1 1 0 0,-1 3 0 0,1 0 2016 0,0-2 352 0,0 1 80 0,2 1 16 16,1 4 32-16,-4-4 16 0,0 0 0 0,11 30 0 16,-11-30-816-16,11 29-160 15,-11-29-48-15,14 36 0 16,-14-36-672-16,15 39-144 0,-15-39-32 0,18 33 0 0,-18-33-320 0,0 0-64 15,22 42 0-15,-22-42-16 0,16 29-240 0,-16-29 0 16,0 0 0-16,17 36 0 0,-17-36-224 0,0 0 16 0,0 0 0 16,0 0-8832-16,0 0-1776 0</inkml:trace>
  <inkml:trace contextRef="#ctx0" brushRef="#br0" timeOffset="-173926.66">10261 9882 7359 0,'-3'2'656'0,"1"0"-528"0,1 0-128 0,1-2 0 0,0 3 1536 0,-1-1 288 16,0 3 48-16,1-1 16 16,0 4 352-16,0-8 64 15,0 0 0-15,0 0 16 0,0 0-544 0,0 0-112 16,40 7-32-16,-29-12 0 0,2-1-464 0,-1 0-80 16,-12 6-32-16,26-12 0 0,-13 8-528 0,-1-3-96 15,-2 2-32-15,0 0 0 0,-1 0 32 0,0 3 0 0,-3-3 0 0,-6 5-15824 16</inkml:trace>
  <inkml:trace contextRef="#ctx0" brushRef="#br0" timeOffset="-173640.12">10547 9654 9215 0,'-1'-3'400'0,"0"-2"96"0,1 3-496 0,0 0 0 15,1 2 0-15,0 0 0 0,-1-2 1872 0,2 0 288 16,3 1 48-16,-5 1 16 0,0 0 128 0,0 0 16 16,0 0 16-16,43 7 0 15,-43-7-528-15,0 0-128 0,34 34 0 0,-34-34-16 0,21 35-480 0,-21-35-80 16,18 41-32-16,-18-41 0 0,13 44-512 0,-9-20-96 16,-3 2-32-16,0 0 0 0,-2 2-304 0,-4-1-176 15,-2-1 192-15,-1 0-192 0,-1-3 0 0,-3-1 0 16,0-3 0-16,-2 0 0 0,-1-5 0 0,-2 0 0 0,0-2 0 15,-2-1-16896-15</inkml:trace>
  <inkml:trace contextRef="#ctx0" brushRef="#br0" timeOffset="-172824.2">10881 9842 4607 0,'-2'-3'400'0,"1"2"-400"0,0-1 0 0,1 1 0 0,0 0 1216 0,0 1 144 15,1-2 48-15,0-1 0 0,1 1 400 0,2-3 96 0,1 0 16 0,0 0 0 16,2-1-512-16,0 1-112 0,2 2-16 0,0-1 0 15,-9 4 80-15,22-7 16 16,-22 7 0-16,31-5 0 0,-31 5-368 0,37-5-80 16,-37 5-16-16,33-2 0 0,-33 2-320 0,0 0-64 15,47 3-16-15,-47-3 0 0,0 0-512 0,40 13 0 16,-40-13 0-16,0 0-13856 0</inkml:trace>
  <inkml:trace contextRef="#ctx0" brushRef="#br0" timeOffset="-172604.41">11056 9696 3679 0,'0'-4'320'0,"-1"1"-320"0,0-1 0 0,1 3 0 15,0-1 1584-15,-1 2 240 0,0 0 48 0,0 0 16 0,-1-1 112 0,-1 1 32 16,2 1 0-16,-2 1 0 0,1 3-608 0,-1 2-112 15,2 1-32-15,0 4 0 0,1 2 256 0,1 2 32 16,2 8 16-16,0 0 0 0,1 3-688 0,2 0-144 0,0 2-32 0,-1-1 0 31,0-1-560-31,-1-2-160 0,-4-25 0 0,12 43-13616 0</inkml:trace>
  <inkml:trace contextRef="#ctx0" brushRef="#br0" timeOffset="-169908.5">11621 9606 6447 0,'-1'-2'576'0,"1"2"-576"0,0 0 0 0,0-2 0 15,0 2 1088-15,-1 0 128 0,0-3 0 0,0 1 16 16,0-3 240-16,-1 1 32 0,1 1 16 0,0 1 0 16,1 1-48-16,-1 1 0 0,2 0 0 0,-1 3 0 15,1 2-240-15,1-1-48 0,-1 6-16 0,1 0 0 16,-2-10-400-16,3 32-64 0,0-10-32 0,-1 0 0 0,0 3-336 0,-1-1-64 16,1 2-16-16,-2 0 0 0,0-2 16 0,-1 2 0 15,0 0 0-15,-1-2 0 0,2 2-272 0,-1-5 0 16,0-1 128-16,1-2-128 0,0-4 0 0,0-14-304 15,0 0 64-15,0 0-8592 16,8 27-1728-16</inkml:trace>
  <inkml:trace contextRef="#ctx0" brushRef="#br0" timeOffset="-169607.95">11582 9635 8287 0,'-1'-5'368'0,"-1"3"80"0,1-1-448 0,0 1 0 0,1 2 0 0,0 0 0 16,0-2 992-16,1 1 112 0,1-2 32 0,0-2 0 16,2 1-80-16,2 0-16 15,1-3 0-15,2 2 0 0,3-2-208 0,-1 2-32 0,-11 5-16 0,28-9 0 16,-28 9 352-16,36 2 64 0,-36-2 16 0,0 0 0 16,54 18-384-16,-54-18-80 0,0 0-16 0,41 29 0 15,-41-29-352-15,0 0-64 0,20 36 0 0,-20-36-16 16,4 28-304-16,-5-15 0 0,0 0 0 0,-4-1 0 15,-1 0 0-15,-1-1 0 0,-1 0 0 0,-4-2 0 0,2 0-192 16,-4 0 48-16,-1-1 16 0,-2-1 0 16,-1-2-352-16,2 0-64 0,-1-3-16 0,1 0 0 15,3-1-976-15,1-1-208 0</inkml:trace>
  <inkml:trace contextRef="#ctx0" brushRef="#br0" timeOffset="-157181.45">12063 9635 11967 0,'2'-3'1072'0,"0"1"-864"16,-1 0-208-16,-1 2 0 0,1-2 1264 0,0-1 208 16,2-2 32-16,1-2 16 0,-1-2 144 15,1-2 48-15,-1 2 0 0,-2 0 0 0,0 4-128 0,-2-1-32 16,0 1 0-16,0 2 0 0,-1 2-528 0,0 1-128 15,0 1 0-15,-1 4-16 0,-2 0-496 0,0 4-80 16,-2 3-32-16,0 0 0 0,-2 3-144 0,0 5-128 0,-1 2 144 0,1 2-144 31,0 0 128-31,2 1-128 0,1 1 0 0,3 1 144 0,0 3-144 0,3 1 128 16,1-4-128-16,1-2 128 0,-2-25 0 0,13 41-128 16,-13-41 192-16,0 0-64 0,31 38-128 0,-31-38 0 0,0 0 0 0,0 0-176 15,47 19-416 1,-47-19-96-16,0 0-16 0,37-1-9008 0,-37 1-1808 0</inkml:trace>
  <inkml:trace contextRef="#ctx0" brushRef="#br0" timeOffset="-156960.24">12240 9673 7359 0,'-1'-1'320'0,"0"1"80"0,0 0-400 16,1 1 0-16,0 1 0 0,-1 1 0 0,0 1 1152 0,0 3 128 15,0 5 48-15,-3 5 0 16,0 4 96-16,0 0 32 0,1 1 0 0,-1-1 0 0,1 0-352 0,0 1-64 16,2-3-16-16,-1 0 0 0,2-3-352 0,0-2-80 0,0-14-16 0,0 0 0 15,7 32-576-15,-7-32-208 0,0 0 0 0,0 0-9888 16</inkml:trace>
  <inkml:trace contextRef="#ctx0" brushRef="#br0" timeOffset="-156672.21">12199 9751 911 0,'-7'-17'0'0,"3"8"0"0,0 0 0 0,2 3 0 31,1 2 1136-31,0 0 144 0,0 1 16 0,0-2 16 0,-1-4 880 0,1-1 176 0,1 1 48 0,2-1 0 16,1 3-944-16,2 1-192 0,2 1-48 0,1 0 0 16,1 2-192-16,-9 3-32 0,0 0-16 0,37 0 0 15,-37 0-384-15,0 0-80 0,42 12-16 0,-42-12 0 0,0 0-384 0,40 21-128 16,-40-21 0-16,0 0 0 0,30 29 0 0,-30-29 0 15,0 0 128-15,19 33-128 0,-19-33 0 0,0 0-176 16,8 29 32-16,-9-18 0 0,-3 1-48 0,-2 2-16 16,-5 1 0-16,-1 3 0 0,-3 1 208 0,-1 1 0 15,-3 1 0-15,0 0 0 0,-1-2 0 0,1 0 288 32,1 0-32-32,2-6-16 0,3-2 144 0,2-4 48 15,4 0 0-15,0-6 0 0,3-2-240 0,1-1-32 16,1-3-16-16,3-2-11600 0</inkml:trace>
  <inkml:trace contextRef="#ctx0" brushRef="#br0" timeOffset="-156404.21">12477 9644 4607 0,'0'-7'400'0,"0"5"-400"16,0-1 0-16,0 1 0 0,0 0 1664 0,1 0 240 16,0 1 48-16,0-1 16 0,2-1 400 15,0-1 64-15,0 2 32 0,1 2 0 0,-1 0-544 0,-3 0-128 16,0 0 0-16,0 0-16 0,0 0-240 0,15 40-64 16,-15-40 0-16,3 33 0 0,-2-13-624 0,-1 3-128 0,-1 0-16 0,0 2-16 15,-1 3-384-15,0-2-80 0,1 0-16 0,1-3 0 16,1-1-208-16,-1-22 0 15,6 40 0-15,-6-40-10496 0,6 29-2096 0</inkml:trace>
  <inkml:trace contextRef="#ctx0" brushRef="#br0" timeOffset="-155834.93">12787 9580 11967 0,'0'-1'1072'0,"0"0"-864"31,0 1-208-31,1 1 0 0,-1 0 1152 0,0-1 192 0,1 3 48 0,-1 4 0 0,0-7 96 0,0 0 32 31,4 36 0-31,-4-36 0 0,2 37-400 0,-2-18-80 0,1 3-16 0,-1-1 0 0,0-1-96 0,0 0-32 16,0 1 0-16,0-1 0 0,0-4-384 0,0 0-96 16,0-16-16-16,0 27 0 15,0-27-400-15,0 0 0 0,1 21-192 0,0-19 192 16,0-4-1600 0,1 0-192-16,-1-3-32 0,1 0-9856 0</inkml:trace>
  <inkml:trace contextRef="#ctx0" brushRef="#br0" timeOffset="-155417.24">12765 9590 11967 0,'0'0'528'15,"0"0"112"-15,0 0-512 0,1 0-128 0,0-2 0 0,0 2 0 16,0-1 1456-16,1 1 256 0,-2 0 48 0,0 0 16 16,0 0 0-16,0 0 0 0,42-2 0 0,-42 2 0 15,0 0-704-15,35-5-144 0,-35 5-32 0,0 0 0 0,36-4-448 0,-36 4-112 16,0 0-16-16,0 0 0 0,0 0-320 0,31 28 0 15,-31-28 0-15,0 0 0 0,1 28 0 0,-4-18 0 16,-1 0-192-16,-2 1 64 0,-1-1-192 0,-3 1-16 16,2-1-16-16,-3-3 0 0,1 0 80 0,-2 0 16 15,1 0 0-15,-2-2 0 0,1 0 0 0,-1-2 16 16,2 1 0-16,1-1 0 0,2-3 240 0,-1 0-176 0,4 0 176 16,0 0-160-16,2 0 160 0,2 0 0 0,2 0 0 0,1-3 128 15,4 1 128-15,1 0 16 0,-7 2 16 16,0 0 0-16,36-2 240 0,-36 2 48 0,35 1 16 15,-35-1 0-15,39 3-240 0,-39-3-48 0,37 5-16 0,-37-5 0 16,0 0-96-16,41 12-32 0,-41-12 0 0,0 0 0 16,0 0-160-16,36 30 0 0,-36-30 0 0,1 15-176 15,-4-6 176-15,-4-2-208 0,-2 2 80 0,-4 1 128 16,-3-3-144-16,-2 2 144 0,-3 1 0 0,-1-3 0 16,0 0 0-16,0 0 0 0,0-3 0 0,4-3 0 15,2 1 0-15,3-1 0 0,4-2 0 0,3-1 0 0,4 1-256 16,2-3-112-16,4 0-16 0,4-1-12464 15</inkml:trace>
  <inkml:trace contextRef="#ctx0" brushRef="#br0" timeOffset="-154619.87">13105 9556 7359 0,'1'-2'656'0,"-1"2"-528"16,1-2-128-16,-1 2 0 15,1 0 1216-15,-1-2 192 0,1 1 64 0,1-1 0 0,1-1 192 0,-1 0 32 16,1 2 16-16,0-1 0 15,0 0-176-15,0 1-16 0,-1 1-16 0,1-2 0 0,0-1-224 0,1 3-64 16,-2-2 0-16,2 2 0 0,-1 0-224 0,1 0-48 16,-1 0-16-16,-3 0 0 15,0 0-160-15,0 0-48 0,0 0 0 0,0 0 0 16,0 0-160-16,42 22-48 0,-42-22 0 0,0 0 0 16,29 35-176-16,-29-35-32 0,17 31-16 0,-17-31 0 0,16 35-288 0,-16-35 160 0,9 38-160 0,-9-38 128 15,3 38-128-15,-3-19 0 0,-2 1 0 0,-1-2 0 31,-2 2 0-31,-1-2 0 0,-4-2 0 0,0-1 0 16,0-1 0-16,-2 0 0 0,-1-2 0 0,-2 0-11216 16,-2-2-2144-16</inkml:trace>
  <inkml:trace contextRef="#ctx0" brushRef="#br0" timeOffset="-153755.9">13528 9514 11055 0,'-2'0'976'0,"1"0"-784"0,0 0-192 0,1 1 0 0,0 0 576 0,0-1 64 0,0 3 0 0,-1 2 16 15,0 2 144-15,0 4 32 16,1-11 0-16,2 31 0 16,-2-31-80-16,4 41-16 0,0-18 0 0,0 1 0 0,-4-24 512 0,8 52 96 15,-4-25 32-15,-1 1 0 16,-1 0-336-16,0-2-64 0,0 2-16 0,-1-2 0 0,0-2-336 0,-1-24-80 0,3 40-16 0,-3-40 0 31,2 32-816-31,-2-32-160 0,0 0-48 0,2 26-12064 0</inkml:trace>
  <inkml:trace contextRef="#ctx0" brushRef="#br0" timeOffset="-153472.68">13503 9561 11967 0,'0'-4'528'0,"0"3"112"0,0-1-512 0,1 0-128 16,0 2 0-16,0-2 0 0,1 1 1088 0,1-1 192 15,2-3 48-15,3-2 0 0,0 0 0 0,3 0 0 0,0 0 0 0,2-2 0 16,1 4-496-16,1 0-112 16,-15 5-16-16,31-5 0 0,-31 5 192 0,0 0 48 0,45 12 0 15,-45-12 0-15,0 0-256 0,31 31-48 0,-31-31-16 0,10 31 0 16,-10-13-416-16,-2-1-80 0,-3 2 0 0,-1-2-128 15,-2-1 0-15,-2-1 0 0,-2-1-192 0,-1 0 48 16,-1-2-32-16,-1-3 0 0,0-2 0 0,-1-2 0 16,1-2-16-16,0-3 0 0,0 0 0 0,2-5 0 15,2 0-256-15,1-2-48 16,2 0-16-16,1-2 0 0,3 2-1184 0,3-1-240 0,1 4-48 0,2-2-7808 16</inkml:trace>
  <inkml:trace contextRef="#ctx0" brushRef="#br0" timeOffset="-153140.3">13917 9568 8287 0,'4'-12'368'0,"-1"6"80"0,1-2-448 0,-1 2 0 15,-1 1 0-15,0 2 0 0,2-2 1552 0,2-4 240 16,2-5 32-16,2-2 16 0,0 1 720 0,-2 3 128 15,-3 5 48-15,-2 2 0 0,-1 3-736 0,-3 4-144 0,-2 1-16 16,-2 3-16-16,-3 4-736 0,-1 3-160 0,-2 2-32 0,-2 2 0 16,0 0-336-16,0 2-80 0,1 0-16 0,0 0 0 15,1 2-320-15,0-2-144 0,1 2 128 0,2-1-128 16,1 0 0-16,2-2 0 0,0 0 128 16,3 1-128-16,2 0 0 0,0-19 0 0,7 38 0 0,-7-38 0 15,0 0 0-15,27 36 0 0,-27-36 128 0,0 0-128 16,47 15 0-16,-47-15 0 0,39 1 0 0,-39-1-176 15,40-2-912-15,-40 2-176 0,34-2-32 0,-34 2-13568 16</inkml:trace>
  <inkml:trace contextRef="#ctx0" brushRef="#br0" timeOffset="-152901.86">14169 9498 10127 0,'-1'-3'896'0,"0"1"-704"16,0 1-192-16,1 1 0 0,-1 0 1680 0,0 0 304 0,0-2 64 0,0 2 16 15,-1 2 208-15,0 3 32 0,0 2 16 0,1 4 0 16,1-11-944-16,-1 34-192 0,1-14-32 0,-1 3-16 16,1 3-400-16,0 2-80 0,-1-1-16 0,0-4 0 15,1-4-272-15,0 0-64 0,0 3-16 0,2-3 0 16,-2-19-288-16,5 33 0 15,-5-33 0-15,0 0-9920 0,0 0-1904 0</inkml:trace>
  <inkml:trace contextRef="#ctx0" brushRef="#br0" timeOffset="-152420.25">14154 9471 16575 0,'1'-2'736'0,"-1"0"160"15,1 2-720-15,0 0-176 0,-1 0 0 0,1 0 0 16,0 0 1280-16,1 0 240 0,1 0 32 0,3-1 16 0,1-1-32 0,-7 2-16 16,0 0 0-16,30-7 0 15,-30 7-656-15,20-6-128 0,-20 6-32 0,23-6 0 0,-23 6-304 0,0 0-64 0,30-5-16 0,-30 5 0 32,0 0-320-32,0 0 144 0,0 0-144 0,0 0 0 0,0 0 0 0,29 31 0 15,-32-21 0-15,-2 1 0 16,-2 1 0-16,-1 0-192 0,-2 0 192 0,-1 0-192 15,1-2 48-15,0 1 16 0,-1-4 0 0,-2 3 0 0,1-3 128 0,-1 0 0 16,0 0 0-16,2-2 0 0,1-3 0 16,2 0 0-16,2-2 160 0,1 1-160 0,2 1 512 0,1-2 16 15,1 0 0-15,1 0 0 0,3 0-320 16,0 0-64-16,-3 0-16 0,0 0 0 0,0 0 64 0,0 0 0 16,39 3 0-16,-39-3 0 0,0 0 48 0,42 0 16 15,-42 0 0-15,32 2 0 0,-32-2-256 0,0 0 0 16,44 10 0-16,-44-10 0 0,0 0 0 0,0 0 0 15,41 23 0-15,-41-23 0 0,0 0 0 0,0 0 0 16,12 31 0-16,-12-31 0 0,-5 14 0 0,0-7 0 16,-2-1 0-16,0 0 0 0,-3-1 0 0,1-1 0 0,-1 1 0 0,-1-2 0 15,-2 0 144-15,0-2-16 0,2-1 0 0,-1 0 0 16,1 0-128-16,3-2 0 16,0 0 144-16,2 2-144 0,0-2 0 0,3 2-192 0,1 0 32 0,1 2 0 15,1-2-1664-15,1 2-336 0,1-2-64 16,1 0-11040-16</inkml:trace>
  <inkml:trace contextRef="#ctx0" brushRef="#br0" timeOffset="-152135.02">14478 9412 7359 0,'4'-7'656'0,"-3"2"-528"0,2 3-128 0,-1-1 0 0,0 1 1680 0,0 2 304 15,1-3 64-15,0 1 16 0,4 0 688 0,1 0 144 16,-8 2 32-16,0 0 0 0,33-6-688 0,-33 6-128 0,0 0-16 0,0 0-16 16,43 12-864-16,-43-12-160 0,0 0-32 0,0 0-16 15,36 39-384-15,-36-39-80 0,0 0-16 0,29 48 0 16,-29-48-176-16,20 41-32 16,-20-41-16-16,19 44 0 0,-19-44-32 0,12 46 0 0,-12-46 0 0,4 46 0 15,-6-25-144-15,-2 1-128 0,-3 0 192 0,-3-1-192 16,-2 0 0-16,-3 0 0 0,0-3 0 15,-2-1 0-15,0 0 0 0,-2-5 0 0,0 0 0 0,1-5-12032 16,0-2-2432-16</inkml:trace>
  <inkml:trace contextRef="#ctx0" brushRef="#br0" timeOffset="-151250.84">15066 9590 13279 0,'-1'-3'0'15,"1"1"144"-15,0 2-144 0,-1 0 0 16,1 0 0-16,0 0-128 0,-1-3 1168 0,-1 1 240 16,1 1 64-16,-2-2 0 0,3 1 112 0,-2 1 16 15,1-1 16-15,1-1 0 0,0 3-144 0,0-2-48 0,1 0 0 0,0-1 0 16,0 1 48-16,1 0 0 0,1 2 0 0,1-1 0 16,-4 1-368-16,0 0-64 0,0 0-16 0,0 0 0 15,44 8-352-15,-44-8-80 16,0 0-16-16,52 4 0 0,-52-4-144 0,41 0-48 0,-41 0 0 0,51-6 0 15,-51 6-80-15,54-6-32 0,-54 6 0 0,45-7 0 16,-45 7-304-16,32-4-64 0,-32 4-16 0,0 0-10848 16,0 0-2176-16</inkml:trace>
  <inkml:trace contextRef="#ctx0" brushRef="#br0" timeOffset="-151045.35">15192 9483 9215 0,'-1'-2'816'0,"1"1"-656"16,0-1-160-16,1 2 0 0,-1 0 1392 0,1 0 240 16,0 0 48-16,0 0 16 0,1 3 368 0,-2-3 80 15,0 0 16-15,0 0 0 0,11 35-800 0,-11-35-144 16,5 36-48-16,-5-36 0 0,5 45-240 0,-4-22-48 16,2 1-16-16,-2-2 0 0,-1-22-416 0,6 40-64 0,-6-40-32 0,7 34 0 15,-7-34-352-15,0 0 0 0,13 43 0 0,-13-43-14080 16</inkml:trace>
  <inkml:trace contextRef="#ctx0" brushRef="#br0" timeOffset="-150454.91">15820 9439 15663 0,'0'-1'1392'0,"-1"1"-1120"15,1 0-272-15,0 0 0 0,0 0 1408 0,0 0 208 16,0-2 48-16,1 2 16 0,0 0 176 0,2 2 48 0,-3-2 0 0,0 0 0 15,0 0-656-15,0 0-128 16,22 42-32-16,-22-42 0 0,11 36-464 0,-11-36-112 0,9 45 0 0,-9-45-16 16,7 45-240-16,-7-45-32 0,4 46-16 0,-3-23 0 15,-1-23-208-15,0 40 128 0,0-40-128 0,1 34 0 16,-1-34 0-16,2 25 0 0,-2-25 0 0,0 0-10464 16,0 0-2000-16</inkml:trace>
  <inkml:trace contextRef="#ctx0" brushRef="#br0" timeOffset="-150154.56">15819 9433 11967 0,'-3'-4'528'0,"2"3"112"0,0 1-512 0,1-2-128 16,0 1 0-16,0 0 0 0,0-1 1648 0,1-1 288 15,1-2 64-15,1-1 16 0,1-2-720 0,3-1-144 16,1-1-16-16,3 1-16 0,1-2-192 0,3 0-32 15,1 4-16-15,0 2 0 0,-16 5 224 0,33-2 48 0,-33 2 16 16,0 0 0-16,46 17-448 0,-46-17-80 0,0 0-32 0,27 43 0 16,-27-43-352-16,6 38-80 0,-8-15-16 15,-3 3 0-15,-5-3-160 0,-1-1 0 0,-3 2 0 0,-1-5 0 32,-1-2-368-32,-1-3-96 0,-1-4-32 0,-2-2 0 0,1-3 112 0,-1-5 0 0,3 0 16 0,2-5 0 15,0 1-576 1,2-3-112-16,2 2-32 0,1-2 0 0,4 1-1472 0,0 0-320 15,5 1-48-15,1 1-5840 0</inkml:trace>
  <inkml:trace contextRef="#ctx0" brushRef="#br0" timeOffset="-149817.62">16314 9346 15663 0,'2'-5'688'0,"-1"0"144"0,0 3-656 0,0-1-176 0,-1 3 0 0,-1 0 0 16,1-2 1648-16,-1 2 288 0,-1-2 64 0,-1 1 16 15,0-1-640-15,-3 2-128 0,0 0-32 0,-3 3 0 16,0 1-304-16,-2 1-64 0,1 2-16 0,0-1 0 15,4-3 64-15,-2 5 16 0,-3 2 0 0,-2 6 0 16,-1 1-256-16,2 4-48 0,1 0-16 0,3 1 0 16,2 1-176-16,4-1-32 0,2-22-16 0,4 44 0 15,-4-44-112-15,15 41-32 0,-15-41 0 0,25 31 0 16,-25-31-224-16,34 21 128 0,-34-21-128 0,39 17 0 16,-39-17 0-16,36 10 0 0,-36-10-128 0,0 0-16688 15</inkml:trace>
  <inkml:trace contextRef="#ctx0" brushRef="#br0" timeOffset="-149585.83">16519 9349 10127 0,'1'-3'896'0,"-1"3"-704"16,0 0-192-16,0 0 0 0,0 2 1920 0,-1 0 336 15,0 1 80-15,0 4 16 0,-1 2-496 0,0 3-112 16,-1 5-16-16,-1-1 0 0,1 4-512 0,1 0-96 15,0 3-32-15,0-2 0 0,2-21-64 0,0 43-32 16,0-43 0-16,1 35 0 0,-1-35-480 16,3 29-112-16,-3-29-16 0,0 0 0 15,7 32-384-15,-7-32-144 0,0 0 0 0,0 0 0 16,0 0-1456-16,0 0-272 0,0 0-64 0,0 0-10864 0</inkml:trace>
  <inkml:trace contextRef="#ctx0" brushRef="#br0" timeOffset="-149332.66">16465 9364 4607 0,'0'-4'400'0,"0"-1"-400"32,0 2 0-32,1 3 0 0,1 0 1664 0,0 0 240 0,0-2 48 0,2 0 16 0,2-3 832 0,1 3 160 15,-7 2 48-15,0 0 0 16,35 0-928-16,-35 0-176 16,0 0-48-16,41 11 0 0,-41-11-704 0,0 0-160 15,43 17-32-15,-43-17 0 0,0 0-624 0,38 17-128 0,-38-17-16 0,0 0-16 0,0 0-176 0,37 31 0 31,-37-31 0-31,0 0 0 0,9 35-128 0,-9-35 128 16,-6 29-160-16,0-15 160 0,-3 3-144 0,-3-1 144 16,-2 1-128-16,-3 2 128 0,-2-1 0 0,-2 0 0 0,-1 0 0 0,-1-1-128 15,0 0 128-15,1-3 0 0,2-2 0 0,2-3 0 16,1 0 0-16,3-4 0 0,5-2 0 16,1-3 0-1,4-3-448-15,2-1-96 0</inkml:trace>
  <inkml:trace contextRef="#ctx0" brushRef="#br0" timeOffset="-148569.4">16834 9357 7359 0,'0'-2'656'0,"1"0"-528"0,-1 1-128 16,1-1 0-16,-1 2 1488 0,0-1 272 15,1 0 48-15,0-3 16 0,0 1 528 0,0-2 96 0,0 3 32 0,-1 0 0 16,0 1-640-16,-1 1-128 0,1 3-32 0,-1-1 0 15,1 1-576-15,-1 4-112 0,1-1-32 0,-1 3 0 0,1-9-176 0,1 23-32 16,-1-23-16-16,3 36 0 0,-3-36-288 0,5 46-64 16,-5-46-16-16,9 53 0 0,-9-53-96 0,7 49-16 15,-7-49 0-15,8 46 0 0,-8-46-256 0,7 41 160 16,-7-41-160-16,7 34 128 0,-7-34-128 0,0 0-144 16,9 34 144-16,-9-34-11136 15,0 0-2112-15</inkml:trace>
  <inkml:trace contextRef="#ctx0" brushRef="#br0" timeOffset="-148204.21">17226 9402 17503 0,'3'-2'768'0,"-2"0"176"0,1 0-752 16,-1 1-192-16,0 1 0 0,0-2 0 0,0 2 1296 0,0-3 240 16,2 1 32-16,-1-2 16 0,2-2-48 0,-2 0 0 15,0 1 0-15,-2-1 0 0,-1 0-512 0,-1 0-96 16,-2 1-32-16,0 0 0 0,-3 2-80 0,0 3-32 16,-3 0 0-16,-2 2 0 0,-1 1-192 0,0 4-32 15,-1 2-16-15,2-1 0 0,1 3-224 0,-1 0-64 16,2 2 0-16,0 3 0 0,2 1 64 0,0 0 0 15,2-1 0-15,1 1 0 0,2-2-80 0,3-15-16 16,2 28 0-16,-2-28 0 0,0 0-80 0,0 0-16 0,24 35 0 16,-24-35 0-16,0 0-128 0,0 0 0 0,47 7 0 0,-47-7 0 15,25-4 0-15,-25 4 0 0,27-10 0 0,-12 4 0 32,2 0-832-32,-1-1-112 0,0 2-16 0,-16 5-15840 0</inkml:trace>
  <inkml:trace contextRef="#ctx0" brushRef="#br0" timeOffset="-147886.89">17480 9244 4607 0,'-4'2'400'0,"1"-2"-400"15,2 1 0-15,1 0 0 0,0-1 560 0,0 0 16 16,0 2 16-16,-2-2 0 0,0 0 1264 0,1 1 256 16,2-1 64-16,-1 0 0 0,0 0 416 0,0 0 96 0,0 0 0 0,0 0 16 15,0 0-240-15,33 3-48 0,-33-3-16 16,0 0 0-16,0 0-832 0,34 32-160 16,-34-32-48-16,0 0 0 0,24 41-720 0,-24-41-128 0,0 0-48 0,15 47 0 15,-15-47-272-15,4 38-48 16,-4-38-16-16,-1 40 0 0,-2-18-128 0,-2-1 0 0,-3-1 0 0,-3 0 0 15,-1-1 0-15,-2 0 0 0,0-2 0 0,-2-1 0 16,-1-1-272-16,-1 1-48 0,-1-1 0 0,0-1-17088 16</inkml:trace>
  <inkml:trace contextRef="#ctx0" brushRef="#br0" timeOffset="-147334.92">17821 9291 16575 0,'0'0'1472'0,"0"0"-1168"16,1 0-304-16,-1 0 0 15,0 0 1152-15,1 0 160 0,0 0 32 0,0 2 16 0,1 1 0 0,-2-3 0 16,0 0 0-16,0 0 0 0,11 36-272 0,-11-36-48 15,6 37-16-15,-6-37 0 0,7 51-320 0,-4-21-80 16,-2 3-16-16,0-1 0 16,0 1-352-16,-2-2-80 0,1-2-16 0,-1-2 0 0,1-6-160 0,0-21 0 0,-1 36-192 0,1-36-9504 31,-2 23-1888-31</inkml:trace>
  <inkml:trace contextRef="#ctx0" brushRef="#br0" timeOffset="-147050.37">17829 9239 5519 0,'1'-2'496'0,"0"1"-496"16,0 1 0-16,0 1 0 0,0 1 1760 0,0-2 256 15,2 0 48-15,-3 0 16 0,0 0 464 0,0 0 80 16,0 0 32-16,39 0 0 0,-39 0-832 0,0 0-160 15,40-5-48-15,-40 5 0 0,34-2-464 0,-34 2-112 16,32 2-16-16,-32-2 0 0,0 0-608 0,0 0-128 16,41 24-32-16,-41-24 0 0,0 0-256 0,6 33 0 15,-12-16-176-15,-4-1 176 16,-1 3-768-16,-4-1-32 0,-3 2-16 0,-3-1 0 16,0 1-448-16,-1-2-80 0,0-4-32 0,1 0 0 0,1-3 1040 0,1-4 208 0,1-3 128 15,4-2-160 1,4 0-288-16,1-5-48 0</inkml:trace>
  <inkml:trace contextRef="#ctx0" brushRef="#br0" timeOffset="-146444.49">18315 9305 9215 0,'2'-2'816'0,"0"2"-656"0,-1 0-160 0,0-2 0 0,0 1 1616 0,1 1 304 15,1-2 48-15,0 0 16 16,3-3 480-16,1 0 96 0,0 1 32 0,-2-1 0 0,0 0-672 0,-1 1-128 16,-1-1-16-16,0 2-16 15,-1 1-672-15,-2 0-144 0,0-1-32 0,-1 1 0 0,-1 1-288 0,-1 1-64 16,-3 3-16-16,0 0 0 0,-3 1-160 0,0 3-16 15,-2 1-16-15,-1 2 0 0,2 1-224 0,-2-2-128 0,1 3 160 0,0 2-160 32,2 1 176-32,0-1-176 0,4 0 192 0,-1 0-192 0,2 5 176 0,1 2-176 0,3-21 160 0,2 39-160 15,-2-39 0-15,9 35 0 0,-9-35 0 16,0 0 0-16,28 38 0 0,-28-38 0 0,0 0 0 16,34 22 0-16,-34-22-640 0,0 0-64 0,0 0 0 0,40 14-16048 15</inkml:trace>
  <inkml:trace contextRef="#ctx0" brushRef="#br0" timeOffset="-146159.39">18683 9301 5519 0,'1'-3'496'0,"-1"1"-496"0,0 0 0 15,0 1 0-15,0 1 1472 0,-1 0 192 0,0 0 32 0,-1 0 16 16,-2 0 1008-16,0 0 208 0,-3 1 32 0,0 1 16 16,-3 0-1152-16,1 3-224 0,-1 2-64 0,0 0 0 15,-1 2-400-15,-1 3-96 0,1 2-16 0,1-1 0 16,1 3-112-16,1 3-16 0,1-3-16 0,2 2 0 16,2 0-224-16,3-18-32 0,-2 34-16 0,2-34 0 15,0 0-368-15,10 35-80 0,-10-35-16 0,0 0 0 16,0 0-144-16,33 23 0 0,-33-23 0 0,0 0-11072 15,29 0-2256-15</inkml:trace>
  <inkml:trace contextRef="#ctx0" brushRef="#br0" timeOffset="-145874.98">18917 9210 15663 0,'0'-2'688'0,"0"2"144"0,0 0-656 0,0 0-176 16,0 0 0-16,0 0 0 0,0 0 2304 0,0 0 448 15,0 0 64-15,0 0 32 0,0 0-272 0,33 29-48 0,-33-29-16 0,0 0 0 16,34 17-1072-16,-34-17-224 0,0 0-32 0,38 18-16 16,-38-18-624-16,0 0-128 0,39 26-32 0,-39-26 0 15,0 0-192-15,30 45-32 0,-30-45-16 0,13 38 0 16,-13-38 16-16,4 52 0 0,-6-21 0 0,-5-2 0 15,-1-1-160-15,-4-2 0 0,-4 1 0 0,-3-2 0 16,-2-1 0-16,-1-3 0 0,-2-2 0 0,-4-4-18496 16</inkml:trace>
  <inkml:trace contextRef="#ctx0" brushRef="#br0" timeOffset="-145209.12">18629 8978 9215 0,'-2'-2'816'0,"1"2"-656"0,0 0-160 0,1 0 0 0,0 0 1008 0,-1 0 160 15,1-2 48-15,-2 1 0 16,2-1-304-16,-1-1-48 0,0 1-16 0,0 0 0 0,0 0-160 0,0-1-48 0,1 1 0 0,-1 1 0 16,0-1-64-16,0 1-32 15,0 0 0-15,0 1 0 0,-1 0 272 0,1 0 48 0,0 0 16 0,0 1 0 16,-1 0 240-16,2-1 48 0,-1 0 16 0,1 2 0 16,2-2 144-16,0 0 16 0,0 0 16 0,3-2 0 15,2 1-368-15,2-2-80 0,2-2-16 0,3 0 0 16,3 0-384-16,2-2-64 0,3 0-32 0,4 0 0 15,5 2-64-15,1-2-16 16,5 2 0-16,1 1 0 0,0 3-32 0,-2 1-16 16,-2 0 0-16,-2 1 0 0,-3 1-160 0,-29-2-128 0,54 7 144 0,-54-7-144 15,48 12 0-15,-48-12 0 0,44 12 0 0,-44-12 0 0,35 13 0 16,-35-13 0-16,0 0 0 0,38 17-17968 16</inkml:trace>
  <inkml:trace contextRef="#ctx0" brushRef="#br0" timeOffset="-144620.79">18598 9524 3679 0,'-1'-1'320'0,"1"1"-320"0,0 0 0 0,-1 0 0 15,1 0 1104-15,0 0 160 0,-1 0 16 0,-1 0 16 16,-1 0 896-16,0 0 176 0,0 0 48 0,1 0 0 16,0 0-288-16,1 0-48 0,0 0-16 0,2 0 0 15,0-2-272-15,2 0-64 0,0 1-16 0,-3 1 0 16,0 0-176-16,20-6-16 0,-20 6-16 0,0 0 0 0,30-3-544 15,-30 3-96-15,0 0-32 0,42 0 0 0,-42 0-432 0,33-3-80 16,-33 3-32-16,30-2 0 0,-30 2-288 0,26-4 0 16,-26 4 128-16,26-11-17952 0</inkml:trace>
  <inkml:trace contextRef="#ctx0" brushRef="#br0" timeOffset="-142451.39">6507 11178 11055 0,'-1'0'976'0,"1"-2"-784"0,0 2-192 0,1-2 0 16,0 2 208-16,1-3 0 0,-1 1 0 0,4-3 0 15,1-2 416-15,4 0 80 0,1-1 0 0,3 2 16 16,-14 6 608-16,33-10 112 16,-33 10 32-16,38-5 0 0,-38 5-352 0,39 0-64 15,-39 0-16-15,38 4 0 0,-38-4-464 0,0 0-80 16,54 13-32-16,-54-13 0 0,0 0-464 0,41 12-128 0,-41-12-16 0,0 0-10880 16</inkml:trace>
  <inkml:trace contextRef="#ctx0" brushRef="#br0" timeOffset="-142271.47">6546 11375 20271 0,'-8'5'896'0,"5"-4"192"16,1 0-880-16,1 1-208 0,1-2 0 0,0 0 0 0,2 0 1472 16,1 0 240-16,5-2 48 0,-8 2 16 15,29-4 0-15,-29 4 0 0,38-10 0 0,-16 3 0 0,-22 7-640 0,47-14-128 0,-47 14-32 0,50-10 0 16,-50 10-448-16,47-7-80 0,-47 7-32 0,40 0 0 15,-40 0-560-15</inkml:trace>
  <inkml:trace contextRef="#ctx0" brushRef="#br0" timeOffset="-140692.37">11160 10588 11055 0,'0'0'976'0,"0"-2"-784"16,0 2-192-16,0 0 0 15,0 0 1088-15,-1 0 160 0,-1 0 32 0,-1-2 16 16,-2 2 256-16,1 0 48 15,-2 2 16-15,1 0 0 0,-2-1-512 0,2 2-96 0,0 2-32 0,-1-1 0 16,2 4-144-16,-1-1-16 0,1 4-16 0,1 2 0 0,0 3-160 0,0 2-48 16,2 3 0-16,0 2 0 0,0 1-64 0,1-3-16 0,1 0 0 15,-1-21 0-15,5 36-112 0,-5-36-16 0,0 0-16 0,17 38 0 32,-17-38-240-32,0 0-128 0,0 0 128 0,0 0-128 15,47 8 0-15,-35-16 0 0,2-4 0 0,0-2-192 0,0 0 192 0,0-3 0 0,-1 0 0 0,1-1 0 31,-1-2-192-31,-2 2 0 0,0 1 0 0,-4-2 0 0,0 1-240 0,-5 1-48 16,0 2-16-16,-4 1 0 16,-2 4 352-16,-3 1 144 0,-2 1-128 0,-1 2 128 0,-2 1 0 0,-1 1 0 0,-1 1 0 0,1 1 0 15,3 2 0 1,0 2 144-16,2 1-144 0,1 1 160 0,0 4-160 16,2-1 128-16,3 3-128 0,1-1 128 0,0-3-336 0,1-6-80 15</inkml:trace>
  <inkml:trace contextRef="#ctx0" brushRef="#br0" timeOffset="-140498.05">11401 10742 19343 0,'1'2'1728'0,"0"-2"-1392"0,0 1-336 0,0-1 0 15,0 0 1648-15,0 1 256 16,1 2 48-16,-2-3 16 0,0 0-176 0,0 0-16 0,0 0-16 0,0 0 0 15,20 32-1440-15,-20-32-320 0,0 0 0 0,1 23 0 16,-1-23 0-16,0 0 0 0,0 0 0 0,0 0-14592 16</inkml:trace>
  <inkml:trace contextRef="#ctx0" brushRef="#br0" timeOffset="-140101.42">11622 10588 15663 0,'1'-2'688'0,"-1"-1"144"0,1 3-656 0,-1-2-176 0,1 2 0 15,-1 2 0-15,0-2 1856 0,0 1 320 0,1 1 80 16,-1 0 16-16,0 2-864 0,-1 4-192 0,-1 1-16 0,-1 0-16 16,-2 4-544-16,0 1-96 0,1 2-32 15,-2 1 0-15,1 0 16 0,2 0 0 16,0-1 0-16,1-2 0 0,2-14-320 0,1 24-64 15,-1-24-16-15,0 0 0 0,0 0-128 0,0 0-144 0,0 0 144 0,34 24-208 32,-34-24-1520-32,22-10-320 0,-11 3-48 0,0 0-16 15,1-3-336-15,0 0-80 0,-1-1-16 0,0 0 0 0,0 3 1152 0,-3-4 240 0,0 0 32 0,-1-1 16 0,-3 2 1104 0,0-1 0 16,0 1 272-16,-2-1-48 0,-1 1 1104 16,-1 1 208-1,-1-2 64-15,-2 0 0 0,0 2 192 0,-1-1 64 16,0 4 0-16,-2 1 0 0,0 3-320 0,-3 2-64 15,1 1-16-15,-1 1 0 0,-1 2-432 0,1 1-64 0,-1 2-32 0,0 1 0 0,0 1-608 0,-1 1-112 16,3 0-16-16,1-2-16 0,3 1-176 0,0-2 0 16,2 0-160-16,2-3-9760 15,2 0-1936-15</inkml:trace>
  <inkml:trace contextRef="#ctx0" brushRef="#br0" timeOffset="-139699.55">11865 10554 17503 0,'0'-3'768'0,"0"0"176"0,0 0-752 0,0 1-192 15,0 0 0-15,0 1 0 16,1 1 1408-16,-1-2 256 0,1 0 64 0,0 0 0 0,-1-1-864 0,1 3-160 0,-1 0-48 0,0 0 0 16,0 3-64-16,0 1-16 0,0 1 0 0,0 2 0 15,0 0-48-15,0 0-16 0,0-7 0 0,0 0 0 0,-1 31-304 0,1-31-64 16,-1 20-16-16,1-20 0 15,0 0 304-15,2 25 48 0,-2-25 16 16,0 0 0-16,0 0-32 0,0 0 0 16,13 33 0-16,-13-33 0 0,0 0-336 0,0 0-128 15,0 0 0-15,0 0 144 0,29 31-144 0,-29-31 0 16,0 0 0-16,0 0 0 0,0 0 0 0,0 0 0 16,30 36 0-16,-30-36 0 0,0 0 0 0,0 0 0 15,0 0 0-15,10 30 0 0,-10-30 0 0,0 0 0 16,0 0 0-16,0 0 0 0,0 22 192 0,-1-20 128 0,0 3 0 15,-1-2 16-15,1 1 48 0,-1-4 0 0,1 2 0 0,-2-1 0 16,1 1-32-16,-3-2 0 0,0 2 0 0,-2-2 0 16,0 0-48-16,-2-2-16 0,-1 2 0 0,-1-2 0 15,-1 2-48-15,-1-1-16 0,-1-1 0 0,2 2 0 16,0-4-224-16,1 1 128 0,0-2-128 0,3 1 0 16,-1-2-336-1,2-2-176-15,3 0-16 0,2 1-16640 0</inkml:trace>
  <inkml:trace contextRef="#ctx0" brushRef="#br0" timeOffset="-139516.4">11887 10569 18431 0,'2'-2'1632'0,"2"1"-1312"16,0 1-320-16,-2 0 0 16,0-2 1984-16,2 2 320 0,3-2 64 0,4-2 0 0,3-2-272 0,2-1-64 15,3-2-16-15,-2 1 0 0,-2 0-1472 0,-2 0-288 16,-1 4-64-16,-2-1-16 0,-1 2-176 0,-2 3-192 15,-7 0 32-15,0 0-15216 0</inkml:trace>
  <inkml:trace contextRef="#ctx0" brushRef="#br0" timeOffset="-137736.06">12488 10551 7359 0,'-1'-1'656'0,"1"1"-528"0,0-2-128 0,0 2 0 15,0-2 1040-15,0 1 176 0,0-1 48 0,1-1 0 16,-1 0 560-16,1-1 112 0,1 0 32 0,1 1 0 16,1 1-112-16,0 0 0 0,2 2-16 0,-6 0 0 15,0 0-400-15,0 0-80 0,0 0-16 0,47 24 0 16,-47-24-512-16,0 0-128 0,41 37 0 0,-41-37-16 15,30 33-256-15,-30-33-48 0,28 37-16 0,-28-37 0 16,27 38-240-16,-27-38-128 0,25 33 160 0,-25-33-160 16,0 0 0-16,35 42 0 0,-35-42-128 0,0 0-15152 15</inkml:trace>
  <inkml:trace contextRef="#ctx0" brushRef="#br0" timeOffset="-137500.18">12763 10557 11967 0,'-3'-3'528'0,"1"1"112"0,1 2-512 0,-2 0-128 16,1 0 0-16,0 2 0 0,-1 2 1408 0,-2 2 256 16,-5 4 64-16,-5 6 0 0,-6 6 464 0,-2 2 112 15,-2 4 0-15,-1 0 16 0,1 0-896 0,0-1-176 0,1 1-32 0,3-7-16 16,6-4-560-16,0-3-128 0,1-1 0 0,2-2-14736 15</inkml:trace>
  <inkml:trace contextRef="#ctx0" brushRef="#br0" timeOffset="-136794.86">13234 10538 10127 0,'0'-5'896'0,"0"3"-704"0,0-1-192 0,1 1 0 0,-1 0 1024 0,0 2 192 15,0 0 16-15,1-2 16 0,-1 2 736 0,-1 0 128 16,0 2 48-16,-1 0 0 0,0 5-1024 0,-3 3-208 16,-1 4-32-16,1 3-16 0,-2 1-224 0,1 4-32 15,0-1-16-15,2 1 0 0,0 0-32 0,2-2-16 0,2-20 0 0,3 29 0 16,-3-29-96-16,0 0-16 16,0 0 0-16,0 0 0 0,29 33-304 0,-29-33-144 0,0 0 128 15,33-7-128-15,-20-2 0 0,0-1 0 16,1-1 0-16,-2-2-176 15,1 1 176-15,-1-2 0 0,-1-2 0 0,0 1 0 0,0 1-320 0,-2-2 0 0,-2 1 16 0,-1 1 0 16,-4 2 112-16,0-2 32 16,-3 3 0-16,-1 1 0 0,-4 0 160 0,0 1 0 0,-2 2 0 0,-2-1 0 15,-2 1 160-15,-2 0-32 0,-1 1-128 0,0 2 192 16,0 2 192-16,2 1 16 0,0 2 16 0,2 1 0 0,2 1-160 16,2 2-48-16,2 0 0 0,1 0 0 15,2-1-400-15,2 1-64 16,0-5-32-16,0 0-13808 0</inkml:trace>
  <inkml:trace contextRef="#ctx0" brushRef="#br0" timeOffset="-136591.52">13522 10621 23951 0,'2'0'1056'0,"0"0"224"0,1 0-1024 0,-1 0-256 0,-1 1 0 0,0-1 0 15,1 2 1760-15,0-2 288 0,-2 0 64 0,0 0 16 0,0 0-976 0,0 0-208 16,23 32-48-16,-23-32 0 0,0 0-720 0,6 32-176 16,-6-32 0-16,0 0 0 0,3 30-224 0,-3-30-32 15,0 0-16-15,0 0-14928 16</inkml:trace>
  <inkml:trace contextRef="#ctx0" brushRef="#br0" timeOffset="-136243.33">13747 10502 16575 0,'0'0'1472'0,"0"0"-1168"0,0 0-304 0,1 0 0 16,0 0 1600-16,1-2 272 0,0 1 48 0,1 0 16 16,3-3-320-16,1 0-64 0,4-2-16 0,0 1 0 15,-1 0-1168-15,1 3-240 16,0-1-128-16,-11 3 128 0,0 0 304 0,0 0 64 0,39 7 16 0,-39-7 0 15,0 0-224-15,0 0-32 0,0 0-16 0,20 43 0 16,-20-43-240-16,0 21 0 16,-4-7 0-16,-2-2 0 0,0 0 0 0,-2 0 0 15,2 0 0-15,-2-2 0 0,-1-1 0 0,0 0 0 0,0-1 0 16,-2-1 0-16,1 1 224 0,2-2-48 0,0 0-16 0,3-2 0 0,1 0 48 0,2-1 16 31,1-1 0-31,2-1 0 0,1 0 384 0,1-1 80 0,3-1 16 0,-6 1 0 0,0 0-256 0,25-8-32 16,-25 8-16-16,23-7 0 0,-9 0-144 0,0 2-48 15,0-2 0-15,2 0 0 16,-1 2-208-16,-1-2 0 0,-1 2 0 0,-1-1 0 0,0 0-320 0,-1 1 0 16,-11 5 0-16,20-7-10752 15,-20 7-2176-15</inkml:trace>
  <inkml:trace contextRef="#ctx0" brushRef="#br0" timeOffset="-135879.48">14150 10435 14735 0,'1'-4'640'0,"-1"2"160"0,1-1-640 0,-1 1-160 0,0 1 0 0,0 1 0 16,0-1 2080-16,1 1 384 15,-1-2 80-15,0 0 16 0,1 1-320 0,-2-1-48 0,1 2-16 0,-2 2 0 0,1-2-960 0,1 3-192 32,-2 1-32-32,-1 1-16 0,0 1-464 0,-1 2-112 15,2 1-16-15,-1 1 0 0,1 1-144 0,2-11-48 16,-2 20 0-16,2-20 0 0,0 0-48 0,1 29-16 0,-1-29 0 0,0 0 0 0,0 0-128 0,0 0 192 31,17 35-192-31,-17-35 192 0,0 0-192 0,0 0 128 16,0 0-128-16,31 27 128 0,-31-27-128 0,0 0 0 15,0 0 0-15,0 0 0 0,27 32 0 0,-27-32 0 16,0 0-144-16,0 0 144 0,0 0 0 0,8 40 0 16,-10-32 0-16,-1-1 0 0,-2 2 0 0,0-3 0 0,-2 2 0 15,0 0 0-15,-1-3 0 0,0 2 0 0,0-1 0 16,-1 0 0-16,0 0 0 0,0 0 128 0,-1-2-128 0,-1 1 0 15,-1-2 0-15,2-1 0 0,0 0 0 0,1-4 0 16,1-1 0-16,2-2 0 0,-1-1 0 16,2-3-11328-16,0 0-2336 0</inkml:trace>
  <inkml:trace contextRef="#ctx0" brushRef="#br0" timeOffset="-135732.81">14068 10382 26719 0,'6'-2'1184'0,"1"1"240"15,0-1-1136-15,1 2-288 0,-3-2 0 0,1 1 0 0,-6 1 1440 0,21-3 224 16,1-1 64-16,6-1 0 16,5 1-1024-16,-2-3-192 0,0 4-32 0,-5-1-16 15,-26 4-880-15,40-3-176 0,-40 3-48 0,0 0-14096 16</inkml:trace>
  <inkml:trace contextRef="#ctx0" brushRef="#br0" timeOffset="-134321.6">8353 11266 9215 0,'3'0'816'0,"0"0"-656"0,-1 0-160 0,-1-2 0 15,-1 2 864-15,2 0 144 16,3-2 16-16,2 1 16 0,2-3-128 0,1 1-16 16,1-1-16-16,-1 1 0 0,0-2 288 0,1 3 64 0,1 0 16 0,-12 2 0 31,26-5 272-31,-26 5 48 0,30-5 16 0,-30 5 0 0,32-2-432 0,-32 2-64 0,30 0-32 0,-30 0 0 16,32-2-608-16,-32 2-128 0,34 2-32 0,-34-2 0 0,0 0-288 0,45 2 0 31,-45-2 0-31,36 5 0 0,-36-5 0 0,0 0 0 0,46 3 0 0,-46-3 0 0,0 0 160 15,48 4-160 1,-48-4 128-16,0 0-128 0,44 0 368 0,-44 0-16 16,42-2 0-16,-42 2 0 0,44-2 128 0,-44 2 32 15,52-3 0-15,-22 3 0 0,3-2-144 0,2 1-32 16,-1-1 0-16,0-2 0 0,0 1 48 0,1-3 0 16,3 1 0-16,0-1 0 0,-1 4-144 0,3 0-32 15,3 0 0-15,-4 1 0 0,-10-1-208 0,5-1 0 16,4-1 128-16,1-1-128 0,0 0 128 0,0 1 0 15,0 1-128-15,1-2 192 0,4 5-192 0,-4-2 176 0,-2 2-176 16,-2 0 160-16,-3-2-160 0,2 0 128 0,-1 2-128 0,0-1 128 16,1 1-128-16,-1 0 128 0,0 3-128 0,1-3 128 15,1 2-128-15,-1-2 0 0,-3 0 144 0,2-2-144 16,1-1 0-16,0-1 128 0,1 1-128 0,-2 1 0 16,-1-2 0-16,3 3 0 0,4 1 0 0,-2 0 128 15,-1-2-128-15,-1 1 0 0,0-1 0 0,0 1 128 16,1 1-128-16,-1 1 0 0,-4-1 0 0,1 2 0 15,4 1 0-15,0-2 0 0,1 3 0 0,-2-4 0 0,-4 0 0 16,2 0 0-16,3-4 0 0,-4 1 0 0,-1 2 0 0,3-1 0 16,7 2 0-16,3-1 128 0,-1 2-128 0,1-1 192 15,-1-1-64-15,1 0 0 0,0 1-128 16,2 0 192-16,-1 0-64 0,-1 2 0 0,-2 0-128 0,3 1 0 16,1-2 0-16,1 1 0 0,0-2 0 0,2 2 0 0,2 2 0 0,2 1 0 15,0 0 0-15,1-3 0 0,-1 1 0 0,2-1 0 16,2 1 0-16,0-1 0 0,3 2 0 0,0-1 0 15,-2-3 0-15,2 0 0 0,3 0 0 0,3 0 0 16,2 3 0-16,1-3 144 0,-2-1-144 0,-1-1 0 16,3 2 144-16,3-2-144 0,1 2 0 0,2-1 144 15,0-1-144-15,2 0 0 0,4 3 0 0,-1-1 128 16,-2-1-128-16,0-1 0 0,5 2 0 0,-1-2 128 16,1 2-128-16,1-1 0 0,3-3 0 0,0 1 0 15,0 3 0-15,1-4 0 0,-1-2 0 0,5 2 0 16,4 2 0-16,0-4 0 0,3 0 0 0,-1-1 0 0,1 4 0 15,0-2 0-15,4-2 0 0,-2 1 0 0,-2 3 0 16,3-2 0-16,2 0 0 16,-2 0 0-16,0 1 128 0,-1 2-128 0,3-1 128 0,-2 1-128 0,-3-1 160 0,1 1-160 15,0 2 192-15,-3 0-192 0,-5-4 144 0,1 1-144 16,2 3 0-16,-5-3 144 0,-4 1-144 0,-5 0 0 16,-1 3 0-16,-9-1 0 0,-4 0-192 0</inkml:trace>
  <inkml:trace contextRef="#ctx0" brushRef="#br0" timeOffset="-132362.31">8400 11657 11967 0,'-1'0'1072'0,"0"0"-864"15,0 0-208-15,1 0 0 0,0 0 512 16,-1 0 48-16,0-2 16 0,0 0 0 0,-1 1-32 0,1-2 0 0,0 0 0 0,0 2 0 16,1-1 304-16,0 2 64 0,0 0 16 0,1 0 0 0,-1 2-240 0,-1-1-48 15,1 2-16 1,-1 1 0-16,1 1-208 0,-2 1-32 0,-2 4-16 0,0-1 0 16,1 3-112-16,-2 2-32 0,0 3 0 0,1 0 0 0,-2 5 48 0,1-1 16 15,2 2 0-15,0-2 0 0,1 1-32 0,2-3-16 16,2 2 0-16,-2-21 0 0,6 33-48 0,-6-33-16 31,8 29 0-31,-8-29 0 0,0 0-176 0,0 0 0 16,0 0 0-16,33 30 0 0,-33-30 0 0,0 0-144 0,25-4 144 0,-15-1 0 15,1-4 0-15,0-3 0 0,0 0 0 16,1-5 0-16,0 0 288 0,-1-1 16 0,1-1 0 0,-2 0 0 16,0 0-304-16,-2-2 0 0,0 0 0 0,-2 1 0 31,-3 1-448-31,-3 3 0 0,-3 1 0 0,-2 1 0 0,-3 2 192 0,-1 1 32 0,-2 3 16 0,-2 2 0 15,-1 2 208-15,-1 2 128 0,2 2 0 0,-1 2-128 16,-1 1 400-16,1 3-16 0,3 0-16 0,1 1 0 16,2 0-208-16,2 2-32 0,2-1-128 0,1-1 192 15,3 0-416-15,3-2-96 0</inkml:trace>
  <inkml:trace contextRef="#ctx0" brushRef="#br0" timeOffset="-132173.89">8713 11828 19343 0,'1'-2'1728'0,"0"2"-1392"16,0 2-336-16,0-2 0 0,0 1 1360 0,0 0 208 16,-1-1 32-16,0 0 16 0,0 0-336 0,8 34-64 15,-8-34 0-15,2 23-16 0,-2-23-1056 0,2 19-144 0,-2-19-144 0,0 0-12864 16</inkml:trace>
  <inkml:trace contextRef="#ctx0" brushRef="#br0" timeOffset="-131810.87">8904 11698 16575 0,'-3'-3'736'0,"2"3"160"0,0 0-720 0,0 0-176 0,0 0 0 0,0 0 0 16,0 1 2048-16,0 3 368 0,-1-2 80 0,-2 6 0 16,1 3-1056-16,-2 2-224 0,1 3-32 0,1-2-16 0,1 2-784 0,1 1-176 15,1 0-16-15,0-17-16 16,4 27-16-16,-4-27 0 0,0 0 0 0,0 0 0 0,22 35-160 0,-22-35 0 16,0 0 0-16,0 0 0 0,33 0 0 0,-25-6 0 15,2-3-176-15,-1-2 176 16,0 1-416-16,0-4 0 0,-1-1 0 0,-1 1 0 0,0 0 96 0,-2-1 0 15,-1 4 16-15,-1-1 0 0,-2 0 304 0,0 3 0 16,-2-1 0-16,0 5 144 0,-1-2 240 0,-3 3 32 0,0 1 16 16,-3-2 0-16,-1 3-48 0,-1 0-16 0,0 2 0 15,0 0 0-15,-1 2 16 0,2-2 0 0,0 3 0 0,1 1 0 16,3-1-208-16,0 1-48 0,2 1 0 0,2-2 0 31,1 1-608-31,1-1-128 0,1 1-32 0,-2-4-13440 0</inkml:trace>
  <inkml:trace contextRef="#ctx0" brushRef="#br0" timeOffset="-131330.98">9209 11646 11967 0,'-1'-5'528'0,"0"2"112"0,1 2-512 0,-1 0-128 16,1-1 0-16,0 2 0 0,0 0 2160 0,0 0 400 16,-1 0 64-16,0 0 32 0,-1 2-352 0,-1 2-64 0,0 1 0 0,0 0-16 15,1 3-912 1,-1 1-176-16,-1 2-48 0,1-1 0 15,1 2-512-15,-1 0-96 0,1 0-32 0,-1 0 0 16,2-1-288-16,1-1-160 0,0 1 160 0,0-11-160 0,0 0 128 0,7 29-128 16,-7-29 0-16,0 0 144 0,0 0-144 0,0 0 0 15,29 35 0-15,-29-35 0 0,0 0 0 0,0 0 0 16,0 0 0-16,44 24 0 0,-44-24-160 0,0 0 160 16,0 0 0-16,0 0-144 0,34 26 144 0,-34-26 0 15,0 0 0-15,0 0 0 0,0 0 0 0,0 0 0 16,0 0 0-16,11 32 0 0,-12-28 0 0,-2 0 0 15,-1 2 0-15,0-2 0 0,1 3 0 0,-2-2 0 16,-1 2 0-16,-2 0 0 0,1-1 0 0,-2 2 0 16,-1 0 0-16,-1-1 0 0,-1 0 0 0,1-3 0 0,0 1 0 15,0-2 0 1,-1-2-608-16,2-1-32 0,1 0-16 0,0-3-9360 0,2 0-1872 16</inkml:trace>
  <inkml:trace contextRef="#ctx0" brushRef="#br0" timeOffset="-131155.46">9181 11695 12895 0,'1'-4'1152'0,"0"1"-928"0,0 3-224 0,0-2 0 0,1 0 1552 0,-1 1 272 16,1-1 48-16,1-1 16 0,4 0 816 16,1-3 176-16,3 0 16 0,1 0 16 0,1 1-1376 0,0-1-256 15,-13 6-64-15,25-6-16 0,-25 6-688 0,0 0-128 16,38 0-16-16,-38 0-16 0,0 0-352 0,0 0 0 15,40 17 0-15,-40-17-15872 0</inkml:trace>
  <inkml:trace contextRef="#ctx0" brushRef="#br0" timeOffset="-130818.55">9621 11693 13823 0,'-6'0'608'0,"3"-2"128"0,0 1-592 0,1 1-144 16,1-2 0-16,1 2 0 0,0 0 1776 0,0-2 320 0,1-1 64 0,0-1 16 15,1 3-176-15,1-1-16 0,1 2-16 0,-4 0 0 16,0 0-96-16,0 0-16 0,0 0 0 0,42 37 0 16,-42-37-912-16,26 34-192 0,-26-34-48 0,26 34 0 15,-26-34-544-15,26 37-160 0,-26-37 0 0,26 31 0 0,-26-31 0 0,0 0 0 16,36 41 0-16,-36-41-128 16,0 0-640-1,34 32-112-15</inkml:trace>
  <inkml:trace contextRef="#ctx0" brushRef="#br0" timeOffset="-130628.06">9848 11733 11055 0,'-7'1'480'0,"3"1"112"0,0 0-464 0,1 0-128 0,0-2 0 0,0 2 0 15,-1 3 1728-15,-2 0 336 16,-5 5 64-16,-4 4 16 0,-3 2-16 0,1 1 0 15,0 0 0-15,0 1 0 0,2-1 272 0,1 0 48 16,1-2 16-16,2-2 0 16,1-1-2464-16,3 0-400 0,1-5-128 0,3 0-14608 0</inkml:trace>
  <inkml:trace contextRef="#ctx0" brushRef="#br0" timeOffset="-130070.14">10153 11727 9215 0,'0'-3'816'0,"1"0"-656"16,-1 1-160-16,0 0 0 0,1 2 1552 0,0-1 288 15,0-1 48-15,0-2 16 0,1 1 544 0,-1 0 112 16,-1 1 32-16,-2 2 0 0,1 2-992 0,-2 3-192 0,-1 0-32 0,0 2-16 15,-1 2-688-15,-1 3-144 16,-1 1-16-16,0 1-16 0,0 5-208 0,0-1-32 0,0 2-16 0,1-2 0 16,1 0-32-16,1 0 0 0,1 1 0 15,1-2 0-15,2-17-208 0,2 26 0 0,-2-26 128 0,0 0-128 16,0 0 0-16,0 0 0 0,0 0 0 0,45 12 0 16,-34-17-192-16,1-5 64 15,3-1 128-15,0-3-208 16,1-1-496-16,-1-1-112 0,-2 1-16 0,0 1 0 0,-2-2-688 0,-1 1-144 15,-2-1-16-15,-1 1-16 0,-2-1 672 0,-3 2 128 16,0-1 16-16,-3 2 16 0,-1 1 640 0,0 2 224 0,-2 2-144 0,-2 0 144 16,-1 0 384-16,-3-1 144 0,-2 4 48 0,-1-2 0 15,1 4 384-15,-1 1 64 0,-1 3 32 0,1 0 0 16,2 4-112-16,0 0-32 0,2 0 0 0,3 2 0 0,0 0-608 0,1 0-128 16,3 0-32-16,0 0-9104 15,2-7-1808-15</inkml:trace>
  <inkml:trace contextRef="#ctx0" brushRef="#br0" timeOffset="-129760.42">10417 11809 14735 0,'0'-3'640'0,"0"1"160"16,1 0-640-16,0 2-160 0,-1 0 0 0,0 0 0 0,0 1 1760 0,1 2 320 15,-1-3 64-15,0 0 16 0,0 0-560 0,7 32-128 16,-7-32 0-16,2 23-16 0,-2-23-1008 0,0 0-208 15,8 33-48-15,-8-33 0 16,0 0-192-16,0 0 0 0,0 0-192 0,0 0-12368 16</inkml:trace>
  <inkml:trace contextRef="#ctx0" brushRef="#br0" timeOffset="-128306.18">10728 11700 9215 0,'0'-2'816'0,"0"-1"-656"15,0 3-160-15,0-2 0 0,0 2 720 0,0 0 112 16,0 0 32-16,-1 0 0 0,1-2 96 0,0 1 32 0,0 1 0 0,0 0 0 15,-1 0-320-15,1 0-64 0,0 0-16 0,-1 1 0 16,0 1 288-16,-1 0 48 0,-1 1 16 0,0 1 0 16,0-1-48-16,0 4 0 0,-1-3 0 0,0 2 0 15,2 2-176-15,0-2-32 0,-1 0-16 0,0-1 0 16,2 0 128-16,-1 0 32 0,2 0 0 0,-1-1 0 16,2 1-352-16,-1-2-64 0,1 0-16 0,-1 0 0 15,1 0-272-15,1-3-128 0,-1 2 128 0,1-2-128 16,-1 0 128-16,1-2-128 0,-1 2 0 0,0-2 128 15,0 1 128-15,1-1 0 0,0 2 16 0,-1 0 0 16,1-1 0-16,-1 0 0 0,0 1 0 0,0-2 0 16,0 2-96-16,-1-1-32 0,0 1 0 0,1 0 0 0,0-2 0 0,0 2 0 15,-1-2 0-15,1 1 0 0,-1 1 0 0,1 0 0 16,0-2 0-16,0 2 0 0,-1-1-144 0,1 0 0 16,-1 1 144-16,1 0-144 0,0 0 0 0,-1 0 0 15,1 0 0-15,-1 0 0 0,0 0 0 0,0 0 0 16,0 1 0-16,0 0 0 0,-1-1 0 0,1 0 0 15,0 0 0-15,0 0 0 0,-1 0 0 0,0-1 0 16,0 0 0-16,0-1 0 0,0-1 0 0,0-1 0 16,0 3 0-16,0-1 128 0,0 0-128 0,1-1 176 15,0 3-176-15,-1-2 192 0,1 0 64 0,0 1 32 16,0 1 0-16,0 0 0 0,0 0-32 0,1 0-16 16,0 0 0-16,-1 0 0 0,1 0-80 0,-1-2-16 0,0 2 0 0,1 0 0 15,-1 0-144-15,0 0 192 0,0-1-192 0,1 0 192 16,0-1-192-16,0 0 0 0,0-1 144 0,0 0-144 15,1-1 128-15,0 1-128 0,1-4 128 0,0 2-128 16,1 0 0-16,-1-1 128 0,2-1-128 0,0 2 0 0,-1 0 128 16,2-1-128-16,-1 0 128 0,1 1-128 0,1 3 192 0,-1-3-48 15,0 3 0-15,-1 0 0 0,-5 2-16 0,0 0 0 16,0 0 0-16,0 0 0 0,0 0-128 0,0 0 0 16,40 16 144-16,-40-16-144 0,0 0 0 0,0 0 0 15,0 0 0-15,12 38 0 0,-12-24 0 0,-2-2 0 16,-1 2 0-16,0 1 0 0,-2-1 0 0,-1-2 0 15,-1 2 0-15,-1-2 0 0,-1 0 0 16,-1-1 0-16,-1-1 0 0,-1 0 0 0,-1 0 0 0,0-1 0 0,1-2 0 16,-1 0 0-16,1-3 0 0,2 1 0 15,1-2 0-15,-1 0-128 0,2-2 128 0,0 1 0 16,2 1 0-16,0-3 0 0,3 0 0 0,1-2 0 0,1 1 0 0,0-1 0 16,1 1 0-16,2-2 0 0,1 0 0 0,1-2 0 15,2 1 0-15,-1 1 0 0,3-2 0 0,-1 1 0 16,-7 4 0-16,0 0 0 0,29-8 0 0,-29 8 0 15,0 0 0-15,37-2 0 0,-37 2 0 0,0 0 0 16,43 2 0-16,-43-2 0 16,0 0 0-16,45 5 0 0,-45-5 0 0,0 0 0 0,42 3 0 0,-42-3 0 15,0 0 0-15,37 0 0 0,-37 0 0 0,0 0 0 0,31-3 0 16,-31 3 0-16,0 0 0 0,26-9-128 16,-26 9-784-16,15-10-160 0,-15 10-16 0,16-7-15744 15</inkml:trace>
  <inkml:trace contextRef="#ctx0" brushRef="#br0" timeOffset="-127865.68">11122 11648 5519 0,'0'-2'496'0,"-1"1"-496"0,1 1 0 0,-1 0 0 15,1 0 1984-15,0 0 320 16,-1 1 48-16,0 1 16 0,-1 0 448 0,-1 0 112 0,-1 3 16 0,0 1 0 16,-1 0-1104-16,0 1-224 15,0 0-32-15,1 0-16 0,1 1-544 0,-1 1-96 0,2 0-32 0,-1 1 0 32,2-2-192-32,1 0-64 0,0 2 0 0,0-10 0 15,0 0-304-15,0 0-64 0,0 0-16 0,19 33 0 16,-19-33-256-16,0 0 0 0,0 0 0 0,0 0 0 0,35 22 0 0,-35-22 0 0,0 0 0 0,0 0 0 15,0 0 0-15,0 0 0 16,38 28 0-16,-38-28 0 0,0 0 0 0,0 0 0 16,0 0-128-16,17 35 128 0,-17-35 0 0,0 0 0 15,0 0 0-15,4 31 0 0,-4-31 0 0,0 0 0 16,-1 24 0-16,-1-18 0 0,1 0 0 0,-1-1 0 16,-1 2 0-16,0-2 0 0,1 1 0 0,-2-2 0 15,-1 1 0-15,0-2 160 0,-2 2 208 0,-1-2 32 16,1-1 16-16,0 0 0 0,-2-1-160 0,-2 1-16 0,-1-2-16 15,0 0 0-15,1 0-96 0,-2 0 0 0,1-2-128 16,-1 1 192-16,3-1-192 0,0 0-160 16,0-3 32-16,1 0-11488 0,1-4-2288 15</inkml:trace>
  <inkml:trace contextRef="#ctx0" brushRef="#br0" timeOffset="-127705.95">11087 11640 15663 0,'3'-3'1392'0,"0"2"-1120"0,0-1-272 0,-2 2 0 16,1 0 1856-16,2 0 304 0,2 0 64 0,-6 0 16 16,0 0-64-16,41-7-16 0,-41 7 0 0,33-1 0 15,-33 1-1008-15,32-2-208 0,-32 2-48 0,30-2 0 0,-30 2-608 0,0 0-128 16,34 0-32-16,-34 0 0 0,0 0-336 0,0 0-80 16</inkml:trace>
  <inkml:trace contextRef="#ctx0" brushRef="#br0" timeOffset="-126135.28">11521 11818 4607 0,'-2'0'400'0,"1"0"-400"15,-1 0 0-15,1 0 0 0,0 1 1136 0,-1-1 144 16,-2 2 16-16,-1 0 16 0,-2 1 608 16,2-1 112-16,0 0 16 0,2 0 16 0,1-1 48 0,2 1 0 15,2 0 0-15,1-1 0 0,2 1-704 0,-5-2-144 16,0 0-32-16,0 0 0 0,35-7 480 0,-35 7 80 16,26-7 32-16,-26 7 0 15,31-12-1824-15,-13 4-528 0,0-1-32 0,0 2 0 0,1-3 560 0,-2 1 0 16,0 2 160-16,-2 0-32 0,-15 7-128 0,27-10-128 15,-27 10 128-15,0 0-192 16,29-8-1040-16,-29 8-224 0,0 0-32 0,0 0-11856 0</inkml:trace>
  <inkml:trace contextRef="#ctx0" brushRef="#br0" timeOffset="-125946.06">11694 11675 9215 0,'-7'-5'400'0,"4"2"96"0,1 0-496 0,0 2 0 16,1 0 0-16,0 1 0 0,0-2 1616 0,0 0 240 15,0 1 32-15,-1-3 16 0,0 3-176 0,1 2-16 16,0 1-16-16,-1 5 0 0,1 0-288 0,0 5-48 16,1-12-16-1,-1 38 0-15,0-14-224 0,1 2-48 16,-1 2-16-16,0 1 0 0,0-3-512 0,1 0-96 0,-1-2-32 0,1-3 0 16,0-1-416-16,0-20-256 0,0 34 48 0,0-34-13952 0</inkml:trace>
  <inkml:trace contextRef="#ctx0" brushRef="#br0" timeOffset="-125378.08">12121 11674 14735 0,'0'0'1312'0,"0"0"-1056"31,0 0-256-31,0 0 0 0,-1 0 1408 0,0 1 240 16,1 0 32-16,-2 4 16 0,-2 2-368 0,-1 0-80 15,1 3-16-15,-2 1 0 0,1 3-288 0,0 1-64 0,-1 4-16 0,1-3 0 16,0 4-320-16,0 1-64 0,1 0-16 0,0-1 0 15,1 0-32-15,2-2-16 0,1-18 0 0,1 31 0 16,-1-31-64-16,0 0-16 0,14 33 0 0,-14-33 0 16,0 0-336-16,0 0 0 0,0 0 0 0,41 9 0 15,-30-14 0-15,0-3-160 0,0-3 160 0,1-1-208 16,1-4-176-16,-2 0-48 16,-1-1 0-16,-1-1 0 0,-1 2 48 0,-3-3 0 0,-1 2 0 0,-3 1 0 15,-1 2 384-15,-3-1-160 0,-2 2 160 0,-2 3 0 16,-1 2 0-16,-3 2 144 0,-2 0 16 0,-2 4 0 15,-2 4 128-15,-1 1 32 0,1 0 0 0,0 1 0 16,3 3-144-16,1-2-32 0,3 0 0 0,3 2 0 0,2-3-144 0,1-1-224 16,4 2 48-16,1-3-13648 15</inkml:trace>
  <inkml:trace contextRef="#ctx0" brushRef="#br0" timeOffset="-125109.97">12402 11854 9215 0,'1'0'816'0,"-1"0"-656"0,1 0-160 0,0 0 0 15,0 0 1984-15,0 0 352 0,0 2 80 0,-1-2 16 16,0 0 528-16,0 0 112 0,0 0 32 0,0 0 0 16,19 31-1664-16,-19-31-336 0,0 0-64 0,0 0-16 31,0 0-1152-31,0 0-256 0</inkml:trace>
  <inkml:trace contextRef="#ctx0" brushRef="#br0" timeOffset="-124045.06">12644 11709 11055 0,'0'-2'976'0,"0"2"-784"16,0 0-192-16,0 0 0 0,0 0 1344 0,0-2 240 16,0 1 32-16,0 1 16 0,0-2 192 0,-1 0 32 15,1 2 16-15,0-2 0 0,-1-1-416 0,1 1-96 16,0-1-16-16,1 1 0 0,-1 0-400 0,0-1-96 16,0 1-16-16,1 0 0 0,-1 1-400 0,0-1-96 15,1 1-16-15,-1 0 0 0,1 1-112 0,-1 0-16 16,-1 0-16-16,1 0 0 0,0 0-48 0,0 0-128 15,0 0 192-15,0 0-64 0,-1 0-128 0,1 1 0 0,0-1 0 0,-1 1 128 16,1-1-128-16,-1 0 0 0,1 0 0 0,0 0 0 16,-1 0 0-16,1 0 0 0,-1 0 0 0,1 0 0 15,0 0 0-15,0-1 0 16,0 1 0-16,0-1 0 0,0 1 0 0,0 0 0 0,-1-2 0 0,1 2 0 16,0 0 0-16,0 0 0 15,-1 0 0-15,1 0 0 0,0 0 0 0,-1 0 192 0,0 2-192 0,1-2 192 0,-1 0-192 0,1 0 128 31,-1 1-128-31,1 0 128 0,-1-1-128 0,1 0 0 0,-1 0 0 0,1 0 128 0,-1 0-128 0,1 2 0 32,-1-2 0-32,1 0 0 0,0 0 0 0,0 0 0 0,0-2 128 0,0 2-128 0,-1 0 0 0,1 0 0 31,0 0 0-31,0 0 0 0,-1 0 0 0,1 0 0 16,-1 0 0-16,1 0 0 0,0 0 0 0,0 0 0 15,0 0 128-15,0 0-128 0,-1 2 0 0,1-2 0 0,-1 0 0 0,1 0 0 16,-1 0 0-16,0 1 128 0,0-1-128 0,0 2 0 15,-1 0 0-15,1-2 0 0,0 1 0 0,-2 1 0 16,1 0 0-16,-1-2 0 0,0 2 128 0,1 1-128 16,0-1 0-16,-1 1 0 0,0 0 0 0,1 0 0 15,-1 0 0-15,2 0 0 0,-1 1 0 0,1-1 0 16,0 1 0-16,0-1 0 0,1-1 0 0,0 0 0 16,0 0 0-16,0-1 0 0,0 1 0 0,0-2 0 15,1 1 0-15,-1-1 0 0,1 2 0 0,-1-2 0 16,1 0 0-16,-1 0 0 0,-1 0 0 0,1 0 0 15,1 0 0-15,-2-2 0 0,1 4 0 0,0-2 0 0,-1 2 0 0,0 0 0 16,0 0 0-16,0 3 0 0,0 0 0 0,0 0 0 16,0 3 0-16,1 1 0 0,-1 2 0 15,1-2 128-15,0 3-128 0,0-2 128 0,0-10 0 16,0 0 0-16,3 28 0 0,-3-28 0 0,0 0-128 0,0 0 160 16,0 0-160-16,0 0 160 0,0 0-160 0,0 0 0 15,0 0 0-15,0 0 128 0,36 22-128 0,-30-27 0 16,1-1 0-16,0 0 128 0,0-1-128 0,1-2 128 0,0 2-128 0,0-3 128 15,0-2-128-15,-1 3 0 0,-1 0 0 16,1-3 0-16,2-3 0 0,-2-2 0 16,0-1 0-16,-1 1 0 0,-2 0 0 0,-2-1 0 0,-2 3 0 0,-1-2 0 15,-2 4 0-15,-2 1 0 0,-2 3-144 0,-3 3 144 16,-2 2 0-16,-2 4 0 16,-2 3 0-16,0 3 0 0,1 1-176 0,0 3 32 15,1 2 0-15,1 2 0 0,1 0-256 0,1-2-48 0,3 2-16 0,2-2 0 16,3-2-64-16,1-3-16 0,3 0 0 0,-1-7-14016 15</inkml:trace>
  <inkml:trace contextRef="#ctx0" brushRef="#br0" timeOffset="-123697.41">12925 11563 20271 0,'1'-3'896'0,"-1"-2"192"0,1 3-880 0,-1-1-208 15,0 3 0-15,0 0 0 0,0 0 848 0,-1-2 128 16,1 2 32-16,-2 0 0 0,1 0-496 0,-1 2-112 16,-1 3-16-16,-1 0 0 0,1 2 592 0,1 0 112 15,-1 5 32-15,0 1 0 16,0-1-128-16,1 1-32 0,-1 1 0 0,-1 0 0 0,0 1-656 0,1-1-144 16,-1 0-32-16,1-2 0 0,2 0-128 0,0-1 0 0,1-11 0 0,0 0 128 15,0 0-128-15,10 30 0 0,-10-30 0 0,0 0 0 16,0 0 0-16,0 0 0 0,0 0 0 0,0 0 0 15,42 13 0-15,-42-13 0 0,0 0 0 0,31-7 0 16,-31 7 0-16,22-7 0 0,-22 7 0 0,26-9 0 16,-26 9 0-16,24-8 0 0,-24 8 0 0,22-9 0 0,-11 4 0 15,-3 1 128-15,0-1-128 0,0 0 0 0,-3 3 0 16,0-3 0-16,-1 0-144 0,-1 1 144 16,0 1-1616-16,-1-2-224 0</inkml:trace>
  <inkml:trace contextRef="#ctx0" brushRef="#br0" timeOffset="-123524.49">13064 11551 16575 0,'-4'-3'736'0,"1"2"160"0,1 0-720 0,1 1-176 15,0 0 0-15,0 0 0 0,0 1 1424 0,-1 0 256 16,-2 4 48-16,-1 2 16 0,-1 3 272 0,-2 6 48 16,1 3 16-16,-1 2 0 0,-2 5-480 0,1 3-112 15,-1 2-16-15,1 2 0 16,-2-1-896-16,2-2-192 0,0 1-48 0,1-3 0 0,1-4-336 0,2-3 0 0,1-4 0 0,3-1-10880 15,1-16-2192-15</inkml:trace>
  <inkml:trace contextRef="#ctx0" brushRef="#br0" timeOffset="-123076.23">13310 11631 6447 0,'-1'-2'576'0,"0"1"-576"0,1 0 0 0,0 1 0 31,0 0 1280-31,0 0 160 0,1 0 32 0,0 1 0 16,1 2 928-16,-2-3 192 0,0 0 32 0,0 0 16 15,0 0-384-15,25 33-80 0,-25-33 0 0,0 0-16 16,0 0-752-16,37 41-160 0,-37-41-32 0,0 0 0 16,34 35-464-16,-34-35-112 0,0 0 0 0,32 31-16 15,-32-31-144-15,0 0-32 0,29 29 0 0,-29-29 0 16,0 0-256-16,0 0-48 0,30 35-16 0,-30-35 0 0,0 0-128 0,0 0 0 16,0 0-160-16,26 29-10976 15,-26-29-2208-15</inkml:trace>
  <inkml:trace contextRef="#ctx0" brushRef="#br0" timeOffset="-122876.1">13546 11645 13823 0,'-4'0'608'0,"2"0"128"0,0 0-592 0,0 1-144 0,0 1 0 15,0-1 0-15,-1 2 1472 0,-2 2 256 0,-6 5 48 0,-3 6 16 16,-3 3 448-16,-5 3 80 0,-2 4 32 0,0-2 0 15,-1 2-816-15,2 0-144 0,0 0-48 0,2-3 0 16,4-4-896-16,1-2-176 0,3-5-32 0,4 0-15392 16</inkml:trace>
  <inkml:trace contextRef="#ctx0" brushRef="#br0" timeOffset="-121843.35">13932 11600 15663 0,'-1'-2'1392'0,"0"2"-1120"0,1 0-272 0,-1 0 0 16,1 0 960-16,-2 1 144 0,0 0 32 0,-1-1 0 16,-2 2-256-16,-1 2-48 0,-1 2-16 0,-1 2 0 15,0 1 192-15,1 3 32 0,-1 2 16 0,2 2 0 16,0 3 32-16,1 0 16 0,2 3 0 0,-2 1 0 15,2-3-528-15,1 0-96 0,1 2-32 0,1-22 0 16,0 38 64-16,0-38 0 0,4 26 0 0,-4-26 0 16,0 0-304-16,0 0-48 0,0 0-16 0,34 29 0 15,-34-29-144-15,19-5 0 0,-8-2 0 0,0-2 0 0,1-1 144 16,0-2 48-16,0-4 16 0,-1 1 0 16,0-2-208-16,0 1 128 0,-1-3-128 0,-1 0 0 0,-1 0 0 0,-2 1 0 15,-1 0 0-15,-3 4-160 16,-1 0 160-16,-2 0 0 0,-2 4 0 0,-2-2-128 0,-3 3 128 0,0-1 0 15,-1 3 0-15,-1 0 0 0,-2 3 0 0,0 1 0 16,0 1 0-16,1 2 0 0,1 0 0 0,0 0 128 16,4 2-128-16,0-1 0 0,3 0 0 0,0 2 0 0,2-1 0 15,1 1 0 1,2 1-768-16,-2-4-128 0,0 0-32 0,0 0-13712 0</inkml:trace>
  <inkml:trace contextRef="#ctx0" brushRef="#br0" timeOffset="-121669.22">14114 11780 16575 0,'2'0'1472'0,"-1"1"-1168"0,1 1-304 0,0-2 0 15,-1 0 1712-15,0 0 272 0,1 2 64 0,0-2 16 16,-2 0-80-16,0 0-32 0,0 0 0 0,0 0 0 16,0 0-1312-16,0 0-256 0,34 26-48 0,-34-26-16 31,0 0-592-31,0 0-128 0</inkml:trace>
  <inkml:trace contextRef="#ctx0" brushRef="#br0" timeOffset="-121184.64">14278 11574 15663 0,'0'0'688'0,"0"0"144"16,1 0-656-16,0 0-176 0,0 0 0 0,0 0 0 0,1 2 2048 0,1-2 384 15,1-2 80-15,-4 2 16 0,0 0-208 0,28-4-32 0,-28 4-16 0,24-8 0 16,-24 8-1280-16,24-7-256 0,-24 7-48 0,22-7-16 16,-22 7-416-16,0 0-96 15,0 0-16-15,32 5 0 0,-32-5-144 0,0 0 0 16,0 0 0-16,0 0 0 0,12 35 0 0,-12-35 0 16,-3 18-160-16,-1-7 160 0,-1-2-368 0,0 2 32 0,-2 0 0 0,1-4 0 15,-1 1-48-15,0-1 0 0,-2 1 0 0,1-3 0 16,1 0 384-16,-1 0-144 0,2 0 144 15,0-3 0-15,3 0 0 0,0-2 0 0,1 2 0 0,1-2 0 16,2 0 0-16,0 0 0 0,1 0 192 0,0 0-48 0,-2 0 256 0,0 0 48 16,0 0 16-1,0 0 0-15,0 0-96 0,32 1-32 16,-32-1 0-16,0 0 0 0,0 0-208 0,0 0-128 0,35 9 128 0,-35-9-128 0,0 0 0 0,0 0 0 16,0 0 0-16,0 0 0 0,33 26 0 0,-33-26 0 15,0 0 0-15,0 0 0 0,0 0 0 16,0 0 0-16,9 33 0 0,-9-33-128 0,-3 12 128 0,0-6 0 0,0 0 0 15,-3 1 0-15,-1 1 0 0,-2-1 128 0,0 2-128 0,-2 0 128 16,-1-1 16-16,-1 1 16 0,1-1 0 0,-1 0 0 16,1 1 0-16,2-3 0 0,0 1 0 0,2-3 0 15,2-1 32-15,2 0 16 0,1-1 0 0,2-2 0 16,2-3-208-16,2-1 0 0,0-1 0 16,3-2-11376-16,2-2-2240 0</inkml:trace>
  <inkml:trace contextRef="#ctx0" brushRef="#br0" timeOffset="-120814.2">14635 11634 23039 0,'4'-7'1024'0,"-1"4"192"0,1 1-960 16,-1-3-256 0,-1 3 0-16,-1 1 0 0,1-1 1184 0,0 1 192 15,1-3 32-15,0 2 16 0,0-1-288 0,-1 3-64 0,-3 1-16 0,-1 4 0 0,-1 1 160 0,-2 4 48 16,-2 3 0-16,-1 2 0 0,0 2-640 0,-2 2-128 15,-1 2-32-15,0 0 0 0,1-1-240 0,0-1-48 32,0 2-16-32,1-2 0 0,2-2-160 0,1-2 192 15,3-1-192-15,3-14 192 0,0 0-64 0,1 25-128 16,-1-25 192-16,0 0-64 0,0 0-128 0,0 0 160 0,39 14-160 0,-39-14 160 16,0 0-160-16,37-2 0 0,-37 2 144 15,0 0-144-15,40 2 0 0,-40-2 0 0,0 0 0 0,42 12 0 16,-42-12 0-16,0 0 0 0,41 24 0 0,-41-24 0 15,0 0 0-15,33 26 0 0,-33-26 0 0,0 0 128 16,0 0-128-16,19 34 128 0,-19-34-128 0,-5 18 128 16,1-10-128-16,-4 1 0 0,0 0 0 0,-4-1 0 15,-1 1 0-15,-2-1 0 0,-2 0 0 0,-1-3 0 16,-1 2 0-16,-1-1 0 0,-3-2 0 0,2 1 128 16,2-3-128-16,0-4 0 0,1-1 0 0,3-2 0 0,1-2-256 0,1-2-32 15,3-1 0-15,2-4-17344 16</inkml:trace>
  <inkml:trace contextRef="#ctx0" brushRef="#br0" timeOffset="-120636.24">14637 11649 32255 0,'6'-1'1424'0,"-2"-1"304"0,-4 2-1392 0,0 0-336 16,0 0 0-16,0 0 0 0,23-6 960 0,-23 6 112 15,28-9 16-15,-4 2 16 0,2-3-720 0,0-1-128 0,0 1-48 0,-3 1 0 16,-3-1-336-16,-2 3-80 0,-3 0-16 0,-15 7-15984 15</inkml:trace>
  <inkml:trace contextRef="#ctx0" brushRef="#br0" timeOffset="-118870.74">15225 11797 12463 0,'-9'-2'1104'0,"5"1"-880"15,1 1-224-15,0 0 0 0,1 0 0 0,0 0 0 16,0 0 896-16,0 0 288 0,-3-2 64 0,-1 1 16 0,0 0 464 0,0-3 112 16,1 3 16-16,-1-1 32 15,2 0 176-15,0 1 48 0,1 1 0 0,1-2 32 0,2 2-496 0,1 0-112 0,2-1 0 0,-3 1 16 32,0 0-592-32,0 0-128 0,30-6-32 0,-30 6 32 15,0 0-384-15,38-7-64 0,-38 7-32 0,29-5 0 16,-29 5-352-16,33-7-128 0,-33 7 0 0,32-5 128 15,-32 5-256-15,29-9 32 0,-29 9 16 0,25-8 32 16,-25 8-256-16,0 0-48 0,24-6-16 0,-24 6 48 16,0 0-2192-16,0 0-432 0</inkml:trace>
  <inkml:trace contextRef="#ctx0" brushRef="#br0" timeOffset="-118670.14">15350 11593 6447 0,'-1'-4'576'0,"0"1"-576"15,1 3 0-15,-1 0 0 0,1 0 1664 0,-1 0 240 16,-1 0 32-16,-1 0 16 0,0 2 368 0,-1 1 80 16,-1 4 16-16,1 3 0 0,-1 6-240 0,-1 3-64 0,2 4 0 0,-1 6 0 15,0 2-704-15,0 0-160 0,0 2-32 0,2-4 0 16,-1-1-768-16,1-2-176 0,1-3-16 0,2-23-16 31,-2 39-656-31,2-39-128 0</inkml:trace>
  <inkml:trace contextRef="#ctx0" brushRef="#br0" timeOffset="-118041.29">15821 11598 15663 0,'2'-4'1392'0,"-1"1"-1120"16,-1 1-272-16,0 1 0 0,0 1 1248 0,0 0 192 15,1-2 32-15,0 0 16 16,-1-1 240-16,-1 1 32 15,0 0 16-15,-2 4 0 0,-1 1-656 0,-1 3-128 16,-1 2-32-16,-1 3 0 0,0 4-176 0,0 1-32 0,-1 3-16 0,0 2 0 16,0 2-416-16,1 0-64 0,0 0-32 0,1-1 0 15,2-1-48-15,1-4-16 0,3-17 0 0,-1 33 0 16,1-33-160-16,0 0 160 0,0 0-160 0,14 35 160 16,-14-35-160-16,0 0 0 0,0 0 0 0,32 0 0 15,-21-5 0-15,0-1 0 0,1-2 0 0,1-1 0 16,-1 2 0-16,0-3-192 0,0 1 64 0,-1-1 128 15,0-1-448-15,-2-1 48 0,0-2 0 0,0 0 0 0,-1-1 80 16,-2 0 0-16,0 1 16 0,-2-2 0 0,0 0 304 0,-4 1 0 16,1-4 0-16,-2 3 0 0,-1-1 0 0,-2 0 0 15,-3 2 0-15,0 0 0 0,-3 1 0 16,-1 2 0-16,-1 2 0 0,-1 3 0 0,1 2 0 0,0 3 0 16,0 2 0-16,1 4 0 0,2 1 0 0,0 2 0 15,0 3 0-15,2 0 0 0,1 1 592 0,1 1 176 16,2 0 48-16,3-12-10848 15,0 0-2160-15</inkml:trace>
  <inkml:trace contextRef="#ctx0" brushRef="#br0" timeOffset="-117858.45">16030 11764 29487 0,'0'2'1296'0,"1"0"288"0,0 1-1264 0,-1-1-320 0,0-2 0 0,1 1 0 15,0 1 1120-15,0 0 160 0,-1-2 48 0,0 0 0 16,0 0-912-16,0 0-176 0,14 38-48 0,-14-38 0 16,0 0-192-16,0 0 0 15,0 0-144-15,14 33-10176 0,-14-33-2032 0</inkml:trace>
  <inkml:trace contextRef="#ctx0" brushRef="#br0" timeOffset="-117503.46">16271 11611 18431 0,'0'-1'816'0,"0"1"160"0,0 0-784 0,-1 0-192 15,1 1 0-15,-1 0 0 0,0 1 1648 0,0 1 272 16,-2 4 64-16,3-7 16 0,-8 22-704 0,2-6-144 16,-1 1-16-16,0 2-16 0,1 0-288 0,0 2-64 0,6-21-16 15,-6 36 0-15,6-36-112 0,0 32 0 0,0-32-16 0,0 0 0 16,0 0-480-16,17 35-144 0,-17-35 0 0,0 0 0 15,0 0-160-15,35-3-144 0,-26-3-16 0,1-3-16 16,0 0-176 0,0-2-48-16,0-1 0 0,-2-1 0 0,0 1 160 0,-1 0 16 0,-1 0 16 0,-1-2 0 15,-1 2 368-15,-1 0 0 0,-2 1 0 0,0-1 0 16,-2 2 0-16,-1 1 128 16,-2-1 0-16,-1 1 0 0,-1 2 304 0,-2-3 48 0,1 6 16 0,-1-3 0 15,-1 4 224-15,-1 2 48 0,0 0 16 0,0 1 0 0,1 2-272 0,1 1-48 16,1 1-16-16,1 1 0 15,1-1-320-15,3 0-128 0,0 1 0 0,2-2 0 16,0-3-640 0,0 0-208-16,0 0-48 0,0 0-14640 0</inkml:trace>
  <inkml:trace contextRef="#ctx0" brushRef="#br0" timeOffset="-117158.81">16398 11643 21183 0,'0'2'944'0,"0"-2"192"0,1 1-912 0,-1-1-224 0,1 0 0 0,1-1 0 16,0 1 1920-16,1-2 352 0,2-1 64 0,3 0 16 16,3-2-768-16,0-1-160 0,2-1-16 0,0 0-16 0,0 2-960 0,-13 5-192 15,23-5-48-15,-23 5 0 0,0 0-16 16,0 0-16-16,36 6 0 0,-36-6 0 0,0 0-160 0,0 0 0 16,20 35 144-16,-20-35-144 0,0 24 0 15,0-24 0-15,-7 28 0 0,1-14 0 0,-2 3-176 0,-2-1 176 16,0-1-208-16,0-1 80 0,-1 0 128 0,0-2-208 15,-1 0 80-15,0-2 128 0,1 0 0 0,2-2 0 16,2-1 0-16,1-1 0 0,0-1 208 0,3 1 112 16,1-1 32-16,0-3 0 0,2 1 48 0,0-3 16 15,0 0 0-15,0 0 0 0,0 0-96 0,0 0-32 16,29 2 0-16,-29-2 0 0,21-7-80 0,-9 2-16 0,2-1 0 16,0 0 0-16,2-1-192 0,-1 2 0 0,0-2 0 0,0 3 0 0,-15 4 0 15,26-10 0-15,-26 10 0 0,22-4 0 16,-22 4-640-1,0 0-128-15,23-5-32 0,-23 5-16016 0</inkml:trace>
  <inkml:trace contextRef="#ctx0" brushRef="#br0" timeOffset="-116636.7">16778 11626 17503 0,'0'-2'1552'0,"0"0"-1232"0,1 0-320 0,0 2 0 15,-1 0 1520-15,1 0 240 0,0-1 48 0,1 1 16 16,2 0 544-16,-4 0 96 0,0 0 32 0,0 0 0 16,30 27-960-16,-30-27-176 0,0 0-32 0,36 49-16 15,-36-49-624-15,27 38-128 0,-27-38-32 0,29 35 0 16,-29-35-320-16,29 29-64 0,-29-29-16 0,0 0 0 15,42 29-128-15,-42-29 0 0,0 0 0 0,35 16-11904 16,-35-16-2352-16</inkml:trace>
  <inkml:trace contextRef="#ctx0" brushRef="#br0" timeOffset="-116467.7">17047 11608 17503 0,'-5'-3'768'0,"2"1"176"0,1 2-752 0,-1 2-192 0,1 0 0 0,-1 1 0 15,-1 1 1744-15,-2 6 320 0,-4 2 64 0,-5 7 16 16,-4 5-288-16,-2 6-64 0,-1 0-16 0,0 0 0 16,1 1-512-16,1-3-112 0,1-2 0 0,2-5-16 0,4-2-592 0,2-2-112 15,5-5-32-15,1-3-11216 16,2-1-2256-16</inkml:trace>
  <inkml:trace contextRef="#ctx0" brushRef="#br0" timeOffset="-116080.8">17322 11591 7359 0,'-11'2'656'0,"3"1"-528"0,0 0-128 0,3 0 0 16,2 1 2352-1,0 0 432-15,-1 0 96 0,-1 4 0 16,-4 6-80-16,-3 3-32 0,-1 6 0 0,1 3 0 16,1-2-1344-16,4 0-272 0,2-1-48 0,5-23-16 15,0 38-112-15,0-38-16 0,0 0-16 0,19 33 0 16,-19-33-496-16,0 0-112 0,34 11-16 0,-34-11 0 16,29-3-320-16,-14-2 128 0,2 0-128 0,-1-4 0 0,1 0 0 0,-1-3-240 15,-1 0 48-15,-1-3 0 16,-2 1-224-16,-1 0-32 0,0-3-16 0,-3 3 0 0,-1 0 80 0,-3-2 32 15,0 1 0-15,-1-2 0 0,-3 1 352 0,-1 0 0 16,-2 1 0-16,-3 0 0 0,-2 2 0 0,-2 3 0 16,-1 1 128-16,-3 2-128 0,0 4 512 0,0 3 32 15,-1 2 0-15,1 3 0 0,2 2-176 0,1 3-48 16,1-3 0-16,0 4 0 0,2 1-320 0,2 0 0 16,1 2 0-16,1-2 0 15,4-12-560-15,0 0-176 0</inkml:trace>
  <inkml:trace contextRef="#ctx0" brushRef="#br0" timeOffset="-115891.09">17498 11736 25791 0,'0'0'1152'0,"0"0"224"0,0 0-1104 0,0 0-272 0,0 0 0 0,0 0 0 15,0 0 1856-15,0 0 304 0,0 0 64 0,0 0 16 16,22 37-1152-16,-22-37-240 0,0 0-32 0,0 0-16 0,0 0-672 15,26 31-128-15,-26-31 0 0,0 0-10880 16,0 0-2176-16</inkml:trace>
  <inkml:trace contextRef="#ctx0" brushRef="#br0" timeOffset="-115561.54">17852 11477 21183 0,'1'-2'944'0,"-1"1"192"0,0 1-912 0,0 0-224 16,0 0 0-16,0 0 0 0,0 0 1344 0,-7 12 240 15,7-12 32-15,-10 15 16 0,2-1-416 0,-3 0-96 0,-1 3-16 0,0-1 0 16,-1 3-240-16,1 0-48 0,0 1-16 0,0 1 0 16,1 1-144-16,1 1-16 0,0 0-16 15,1 1 0-15,4-3-336 0,0-1-64 0,5-20-16 0,-3 35 0 16,3-35-208-16,0 0 0 0,15 31 128 0,-15-31-128 15,0 0 0-15,33 16 0 0,-33-16 0 0,27 0 0 16,-27 0-208-16,32-6 64 0,-32 6 16 0,31-6 0 16,-31 6-512-16,27-7-80 0,-27 7-32 0,26-7 0 15,-26 7 176-15,25-6 16 0,-25 6 16 0,25-6 0 0,-25 6 400 0,20-6 144 16,-20 6 0-16,18-6-144 16,-18 6-288-16,13-4-48 0,-8-1-16 0,0 2 0 31,-2-1-1440-31,0-1-304 0</inkml:trace>
  <inkml:trace contextRef="#ctx0" brushRef="#br0" timeOffset="-115401.52">17983 11624 1839 0,'-2'-4'160'0,"0"3"-160"16,1 1 0-16,0-2 0 0,0 4 2016 0,-4-4 368 15,0 2 80-15,-5 0 16 0,-1 5 784 0,-2 4 144 16,2 3 48-16,0 5 0 0,0 6-640 0,0 4-112 16,2 5-16-16,-1 2-16 0,3 1-1120 0,0-1-208 15,2-1-64-15,0-5 0 0,1-2-768 0,4-26-176 0,-5 43-16 0,5-43-16 16,-1 28-560-16,1-28-128 0</inkml:trace>
  <inkml:trace contextRef="#ctx0" brushRef="#br0" timeOffset="-114755.08">17383 11088 8287 0,'0'-1'736'0,"-1"0"-592"0,2 1-144 0,-1 0 0 0,1 0 1040 15,-1-2 176 1,1 0 48-16,1 1 0 0,1-2 464 0,1-1 80 0,0-3 32 0,2 2 0 0,-1 0-432 0,1 0-96 15,0 1-16-15,1 0 0 0,-1-1-160 0,0 2-48 16,1 1 0-16,0-3 0 0,-1 3-64 0,1 1 0 16,0-1-16-16,2 0 0 0,-9 2 96 0,20-3 32 31,-20 3 0-31,28-2 0 0,-28 2-176 0,34-3-48 0,-34 3 0 0,46-3 0 16,-17 0-464-16,5 0-80 15,3-2-32-15,3 1 0 0,0 1-208 0,-1 1-128 0,-3 2 128 16,1 2-128-16,2 1 0 0,2-2 0 0,6 0 0 15,1-1 0-15,4 0 0 0,-1-1 0 0,-2 1-144 0,0-1 144 32,1-4-1200-32,0 0-160 0</inkml:trace>
  <inkml:trace contextRef="#ctx0" brushRef="#br0" timeOffset="-114038.2">19005 11100 6447 0,'-5'0'576'15,"0"0"-576"-15,2 0 0 0,1 0 0 16,1 0 1200-16,-2 0 128 0,-3-2 16 0,-2 2 16 15,-2-2 112-15,-1 1 32 0,1-1 0 0,1 2 0 0,3-2 224 16,0 2 64-16,2-1 0 0,3 1 0 16,0 0-144-16,1 0-32 0,2 0 0 0,0 0 0 0,3 0-176 0,2-2-32 15,-7 2-16-15,0 0 0 0,33-1-672 0,-18 0-128 16,4-1-16-16,2-1-16 0,5 0-304 0,1-1-64 16,-2 0-16-16,-1 1 0 0,-3 0-176 0,-1 1 0 15,2 2-192 1,-22 0 192-16,35 0-1584 0,-35 0-192 0,0 0-32 0,31 8-7856 15,-31-8-1584-15</inkml:trace>
  <inkml:trace contextRef="#ctx0" brushRef="#br0" timeOffset="-113896.14">19001 11219 11055 0,'0'2'976'0,"1"0"-784"15,2-2-192-15,-1 1 0 0,1 1 2992 0,0-2 544 16,-3 0 112-16,0 0 32 15,0 0-672-15,47 9-144 0,-47-9-32 0,45 0 0 0,-22-2-1648 0,0-1-336 0,-3 1-64 0,-2 2-16880 32</inkml:trace>
  <inkml:trace contextRef="#ctx0" brushRef="#br0" timeOffset="-112550.95">20050 11008 5519 0,'-1'-5'496'0,"1"0"-496"15,0 1 0-15,1 3 0 16,-1-1 1024-16,1-3 96 0,0-2 32 0,0-4 0 0,0-3 1056 0,1-1 224 16,0 0 32-16,-2 1 16 0,0 3-272 0,0 3-48 15,-2 1-16-15,-1 0 0 0,1 2-416 0,-2 3-64 16,0 2-32-16,-1 3 0 0,-1 4-624 0,-1 0-128 15,-2 7-32-15,-1 3 0 0,-1 4-528 0,-1 2-96 0,0 4-32 0,-2 4 0 32,-1 2-192-32,0 4 128 0,0-1-128 0,0 2 0 0,1-2 176 0,2-3-176 0,2 0 192 15,4-7-192-15,3-2 336 0,3-24-32 0,3 35-16 16,-3-35 0-16,0 0-160 0,0 0-128 0,36 31 192 0,-36-31-192 16,30-7 0-16,-11-2 0 0,5-5 0 0,2-3 0 15,2-2 240-15,-1-3-64 0,0-1-16 0,-1-1 0 16,-1-2-160-16,-2 0-144 0,-1 0 144 0,-2 0-208 15,-3 2 32-15,-3 0 16 16,-4 1 0-16,-4 0 0 0,-2 0 160 0,-5 0 0 16,-5 4 0-16,-3 0 0 0,-6 2 0 0,-3 3 0 15,-5 5 0-15,-3 4 128 0,-2 3-128 0,-1 2 0 16,0 2 0-16,3 2 0 0,3 4 0 0,2 1-128 16,1 1 128-16,6 1-128 15,1 1-560-15,4 0-96 0,4-1-32 0,5-11-14960 0</inkml:trace>
  <inkml:trace contextRef="#ctx0" brushRef="#br0" timeOffset="-112251.33">20386 11248 23951 0,'-7'-3'1056'0,"2"2"224"0,3 1-1024 0,1 0-256 0,0 0 0 0,1-2 0 0,1 2 1712 0,0 0 272 16,-1 0 64-16,2 0 16 15,1 2-448-15,1-2-80 0,-4 0-32 0,0 0 0 0,0 0-608 0,0 0-128 0,0 0-32 0,37 29 0 16,-37-29-480-16,0 0-112 0,0 0-16 0,29 35 0 15,-29-35-128-15,0 0-256 0,0 0 64 0,0 0-17376 16</inkml:trace>
  <inkml:trace contextRef="#ctx0" brushRef="#br0" timeOffset="-111600.25">20783 10958 14735 0,'-7'-5'640'0,"2"2"160"0,2 1-640 0,0 2-160 15,1-1 0-15,1 0 0 0,0 1 1296 0,-1-2 240 16,0 0 32-16,0 1 16 0,-2-1 192 0,2-1 32 0,1 3 16 0,1-2 0 16,3 1-48-16,1 0-16 0,1 1 0 0,3-2 0 15,-8 2-800-15,22-1-176 0,-22 1-16 0,29-2-16 16,-29 2-560-16,32 2-192 0,-32-2 144 0,30 4-144 15,-30-4 0-15,0 0 0 0,33 15 0 0,-33-15 0 16,0 0-160-16,0 0 160 0,0 0-208 0,13 38 80 31,-18-31-368-31,0 1-64 0,-3 2-16 0,-3-1 0 0,-1 2 192 0,-2-3 16 16,0 3 16-16,-1-1 0 0,-1-1 352 0,-1 0-144 0,1-1 144 0,1-1 0 0,0-2 0 0,1 0 0 16,1 2 0-1,2-3 0-15,2 1 128 0,1-3 48 0,4 2 0 16,1-3 0-16,1 1 240 0,4 1 48 0,1-3 16 0,-3 0 0 0,0 0-288 0,25 0-48 15,-12 0-16-15,4-2 0 0,1 1 0 0,1-1-128 16,1 1 192-16,-20 1-64 16,37-1-128-16,-37 1 0 0,38 1 0 0,-38-1 0 15,35 3 0-15,-35-3 0 0,0 0 0 0,37 8 0 0,-37-8-160 0,0 0 160 16,0 0 0-16,0 0-144 0,0 0 144 0,0 0 0 0,0 0 0 16,2 38 0-16,-11-32 0 0,-3 2 0 0,-2 1 0 0,-3 0 0 15,-1 1 0-15,-3 2 0 0,-1 0 0 0,-2 0 128 16,0 0-128-16,0-2 128 0,-1 1-128 15,2-2 128 1,1 1 80-16,3-3 32 0,5-2 0 0,2-1 0 0,5-3 32 0,2-1 16 0,4-1 0 0,2-2 0 31,2-2-832-31,5-1-160 0</inkml:trace>
  <inkml:trace contextRef="#ctx0" brushRef="#br0" timeOffset="-110413.59">21484 10827 7359 0,'0'-2'656'16,"0"0"-528"-16,0 1-128 0,0 1 0 0,0 0 688 0,0 0 96 0,0 0 32 0,0-2 0 15,0 0 528-15,-1 2 96 0,0-2 32 0,-1 0 0 16,0 1-256-16,-1 1-64 0,-1 3 0 0,0-1 0 0,-1 0-320 0,-1 1-64 16,-1 4 0-16,-1-2-16 0,-1 4-176 0,-3 3-48 15,-1 4 0-15,0 4 0 0,-4 8 240 0,-1 2 32 16,2-1 16-16,0 6 0 0,-2 3 112 0,1 1 32 16,-1 3 0-16,2-1 0 0,0-1 112 0,4-2 16 15,2-3 16-15,5-2 0 0,3-4-656 0,2-29-128 16,6 48-16-16,-6-48-16 0,0 0-288 0,25 39 0 0,-25-39 0 0,0 0-144 31,36 3-368-31,-24-9-80 0,3-4-16 0,-1-2 0 16,-1-2-288-16,-1 1-48 0,-1-3-16 0,-2 0 0 15,-3 1-32-15,-2 1-16 0,-4 2 0 0,-3 0 0 0,-3 3 752 0,-5-1 256 0,-2 3-192 0,-2 1 192 16,-2 3 0-16,-2 0 160 0,-1 1 0 0,0 4 0 31,-2-2-160-31,2 3 0 0,1 0 0 0,3 0 0 0,2 1 0 0,2 0 0 0,2 0 128 0,3-1-128 16,2-1 0-16,3 1-320 0,2-1 48 0,0-2-11360 15</inkml:trace>
  <inkml:trace contextRef="#ctx0" brushRef="#br0" timeOffset="-109798.2">21650 11078 11055 0,'-2'0'976'0,"0"0"-784"0,1 0-192 0,0 0 0 16,1 0 1344-16,-1 1 240 0,-1 1 32 0,-1-2 16 16,0 1 576-16,-1 1 112 0,0 0 32 0,1-1 0 15,2 0-880-15,-1 1-160 0,2-2-32 0,0 0-16 16,0 0-272-16,0 0-48 0,0 0-16 0,23-4 0 16,-13 2-304-16,2-3-64 0,3 2-16 0,2-1 0 15,2-1-176-15,2 0-48 0,1 3 0 0,1-1 0 0,-1 3-96 16,2-2-32-16,-2 4 0 0,-22-2 0 0,41 5-192 0,-41-5 144 15,0 0-144-15,39 19 128 0,-39-19-128 0,0 0 0 16,0 0 0-16,9 40 0 0,-15-30 0 0,-3 1-144 16,-3 2 144-16,-2 1 0 15,-1-2-464-15,-2 2 16 0,-4 1 0 0,1 1 0 16,0-2-80-16,-1 0-16 0,-2 0 0 0,-1 0 0 0,0 1 192 0,1-4 32 16,2-1 16-16,3 0 0 0,3-4 160 0,3 0 144 15,4 0-208-15,1-3 80 0,3 2 368 0,1-4 80 16,2 0 0-16,1-1 16 0,0 0-16 0,0 0 0 15,0 0 0-15,27-2 0 0,-27 2 352 0,27-5 64 16,-7 0 16-16,3-1 0 0,2 0-304 0,2-1-48 0,0 0-16 16,2 0 0-16,3 0-192 0,-2 0-32 0,0 2-16 15,-2 1 0-15,-3 3-144 0,-2-1 0 16,-23 2 0-16,41 2 0 0,-41-2 0 0,33 3 0 0,-33-3 0 0,28 4 128 16,-28-4-128-16,0 0 0 0,29 8 0 15,-29-8-17408-15</inkml:trace>
  <inkml:trace contextRef="#ctx0" brushRef="#br0" timeOffset="-109655.99">22579 11323 37775 0,'-4'-3'3360'0,"1"1"-2688"15,1 2-544-15,2-1-128 16,0 1-176-16,0-4-64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4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33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08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1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54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30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2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27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46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53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05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99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92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2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01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82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23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55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9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7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type="title" idx="4294967295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spcBef>
                <a:spcPts val="750"/>
              </a:spcBef>
              <a:defRPr/>
            </a:pPr>
            <a:r>
              <a:rPr lang="en-US" dirty="0"/>
              <a:t>EMS702UP Statistical Thinking and Applied Machine Learning</a:t>
            </a:r>
            <a:br>
              <a:rPr lang="en-US" dirty="0"/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W1.2 Sets and Probability</a:t>
            </a:r>
          </a:p>
          <a:p>
            <a:r>
              <a:rPr lang="en-US" dirty="0"/>
              <a:t>Jun Chen</a:t>
            </a:r>
          </a:p>
        </p:txBody>
      </p:sp>
    </p:spTree>
    <p:extLst>
      <p:ext uri="{BB962C8B-B14F-4D97-AF65-F5344CB8AC3E}">
        <p14:creationId xmlns:p14="http://schemas.microsoft.com/office/powerpoint/2010/main" val="186392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500" b="1" dirty="0"/>
              <a:t>Sets - Terminologies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60C16-3D50-410E-8A33-BA3A6C819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596" y="727545"/>
            <a:ext cx="8770808" cy="373711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616325" algn="l"/>
              </a:tabLst>
            </a:pPr>
            <a:r>
              <a:rPr lang="en-GB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we can identify a property which is common to several objects, it is often useful to group them together. Such a grouping is called a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GB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Set: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 collection of objects. For Example,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 {the resistors produced in 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                   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factory on a particular day}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 {all odd numbers}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 {on, off}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 {0, 1, 2, 3, 4, 5, 6}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{3, 1, 2, 0, 4, 5, 6}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{1, 2, 3}</a:t>
            </a:r>
          </a:p>
          <a:p>
            <a:pPr marL="0" indent="0">
              <a:buNone/>
            </a:pPr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46478E-13B8-3EC3-B23E-441E130C2F37}"/>
                  </a:ext>
                </a:extLst>
              </p:cNvPr>
              <p:cNvSpPr txBox="1"/>
              <p:nvPr/>
            </p:nvSpPr>
            <p:spPr>
              <a:xfrm>
                <a:off x="3845395" y="1112377"/>
                <a:ext cx="5013298" cy="3313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elements of a set can be described in words if they cannot be listed or listed easily, such as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Two sets are </a:t>
                </a: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equal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if they contain exactly the same elements, such as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Finite Set: 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 set with a finite number of elements, such as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D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E, F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Infinite Set: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Otherwise, such as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Subset: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 set contained completely within another set, such as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GB" sz="1200" b="1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GB" sz="1200" b="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200" b="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∉</m:t>
                        </m:r>
                      </m:e>
                    </m:d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An element is (is not) a member of a set, e.g.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4∈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but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4∉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Universal Set </a:t>
                </a:r>
                <a14:m>
                  <m:oMath xmlns:m="http://schemas.openxmlformats.org/officeDocument/2006/math">
                    <m:r>
                      <a:rPr lang="en-GB" sz="12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GB" sz="12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set containing all the objects of interest in a particular situation, e.g.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we are only interested in odd numbers.  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Complement: 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complement of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GB" sz="12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contains all the elements of the universal set that are not in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r>
                  <a:rPr lang="en-US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e.g. if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GB" sz="12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’</m:t>
                        </m:r>
                      </m:sup>
                    </m:sSup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GB" sz="12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0, 4, 5, 6}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.</a:t>
                </a:r>
              </a:p>
              <a:p>
                <a:pPr marL="171450" indent="-171450"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Empty Set </a:t>
                </a:r>
                <a14:m>
                  <m:oMath xmlns:m="http://schemas.openxmlformats.org/officeDocument/2006/math">
                    <m:r>
                      <a:rPr lang="en-GB" sz="12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 set that contains no members, e.g. if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GB" sz="12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’</m:t>
                        </m:r>
                      </m:sup>
                    </m:sSup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46478E-13B8-3EC3-B23E-441E130C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395" y="1112377"/>
                <a:ext cx="5013298" cy="3313984"/>
              </a:xfrm>
              <a:prstGeom prst="rect">
                <a:avLst/>
              </a:prstGeom>
              <a:blipFill>
                <a:blip r:embed="rId3"/>
                <a:stretch>
                  <a:fillRect b="-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3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US" sz="2500" b="1" dirty="0">
                <a:latin typeface="+mn-lt"/>
              </a:rPr>
              <a:t>Sets - </a:t>
            </a:r>
            <a:r>
              <a:rPr lang="en-GB" sz="2500" b="1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Venn Diagrams</a:t>
            </a:r>
            <a:b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28" name="Picture 3">
            <a:extLst>
              <a:ext uri="{FF2B5EF4-FFF2-40B4-BE49-F238E27FC236}">
                <a16:creationId xmlns:a16="http://schemas.microsoft.com/office/drawing/2014/main" id="{764CEE13-6324-0D36-001D-9379F7F8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598" y="861889"/>
            <a:ext cx="229552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1">
            <a:extLst>
              <a:ext uri="{FF2B5EF4-FFF2-40B4-BE49-F238E27FC236}">
                <a16:creationId xmlns:a16="http://schemas.microsoft.com/office/drawing/2014/main" id="{C45053A8-1B82-2DEE-DB69-8D2D474E3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532" y="882271"/>
            <a:ext cx="22383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2">
            <a:extLst>
              <a:ext uri="{FF2B5EF4-FFF2-40B4-BE49-F238E27FC236}">
                <a16:creationId xmlns:a16="http://schemas.microsoft.com/office/drawing/2014/main" id="{5F9B2776-93FF-091D-842D-F7CC54858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460" y="2336532"/>
            <a:ext cx="2252663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8">
            <a:extLst>
              <a:ext uri="{FF2B5EF4-FFF2-40B4-BE49-F238E27FC236}">
                <a16:creationId xmlns:a16="http://schemas.microsoft.com/office/drawing/2014/main" id="{3F61A56E-0D5F-9E9A-2526-FA806F24E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192" y="2365107"/>
            <a:ext cx="22764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ED184DA-F36A-9E47-1202-F24BBB43A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21508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78CC2A-95D2-E48F-E18A-066B4EC2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9605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3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US" sz="2500" b="1" dirty="0">
                <a:latin typeface="+mn-lt"/>
              </a:rPr>
              <a:t>Sets – </a:t>
            </a:r>
            <a:r>
              <a:rPr lang="en-GB" sz="2500" b="1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Intersection of Sets</a:t>
            </a:r>
            <a:b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ED184DA-F36A-9E47-1202-F24BBB43A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21508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78CC2A-95D2-E48F-E18A-066B4EC2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9605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4337DF-EC06-BF60-4C1E-BC516C44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28" y="8636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Intersection of Sets: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A⋂B=B⋂A={</a:t>
            </a:r>
            <a:r>
              <a:rPr kumimoji="0" lang="en-GB" altLang="en-US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x:x∈A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GB" altLang="en-US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x∈B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GB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9">
            <a:extLst>
              <a:ext uri="{FF2B5EF4-FFF2-40B4-BE49-F238E27FC236}">
                <a16:creationId xmlns:a16="http://schemas.microsoft.com/office/drawing/2014/main" id="{16C76CF5-D6B9-205A-7CB2-AA650882F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906" y="1148169"/>
            <a:ext cx="2262188" cy="154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71BFBD5-36A3-4A4C-5748-AEA50485A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99" y="2608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 </a:t>
            </a:r>
            <a:endParaRPr kumimoji="0" lang="en-GB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From the Venn diagram below, state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A⋂B</a:t>
            </a:r>
            <a:endParaRPr kumimoji="0" lang="en-GB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20">
            <a:extLst>
              <a:ext uri="{FF2B5EF4-FFF2-40B4-BE49-F238E27FC236}">
                <a16:creationId xmlns:a16="http://schemas.microsoft.com/office/drawing/2014/main" id="{1214F2D8-FF4D-ED86-D72E-1FF55B38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76" y="2990851"/>
            <a:ext cx="23526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0DA1C2-4B6B-E6CA-7C35-B4E42423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BE5501-EE5D-FAD6-2F4B-FED75B7D6F8E}"/>
                  </a:ext>
                </a:extLst>
              </p:cNvPr>
              <p:cNvSpPr txBox="1"/>
              <p:nvPr/>
            </p:nvSpPr>
            <p:spPr>
              <a:xfrm>
                <a:off x="3711271" y="2715025"/>
                <a:ext cx="4917880" cy="1887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2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 </a:t>
                </a:r>
                <a:endParaRPr lang="en-GB" sz="105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12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</a:t>
                </a: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disjoint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sets, which are represented by separate area regions in the Venn diagram. </a:t>
                </a:r>
                <a:endParaRPr lang="en-GB" sz="105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rule of the intersection for multiple (&gt;3) sets</a:t>
                </a:r>
                <a:endParaRPr lang="en-GB" sz="105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⋂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)⋂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⋂(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⋂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05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BE5501-EE5D-FAD6-2F4B-FED75B7D6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271" y="2715025"/>
                <a:ext cx="4917880" cy="1887696"/>
              </a:xfrm>
              <a:prstGeom prst="rect">
                <a:avLst/>
              </a:prstGeom>
              <a:blipFill>
                <a:blip r:embed="rId5"/>
                <a:stretch>
                  <a:fillRect l="-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67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US" sz="2500" b="1" dirty="0">
                <a:latin typeface="+mn-lt"/>
              </a:rPr>
              <a:t>Sets – </a:t>
            </a:r>
            <a:r>
              <a:rPr lang="en-GB" sz="2500" b="1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Union of Sets</a:t>
            </a:r>
            <a:b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ED184DA-F36A-9E47-1202-F24BBB43A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21508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78CC2A-95D2-E48F-E18A-066B4EC2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9605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9B4337DF-EC06-BF60-4C1E-BC516C442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50" y="736707"/>
                <a:ext cx="43000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6163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Union of Sets: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𝐨𝐫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kumimoji="0" lang="en-GB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9B4337DF-EC06-BF60-4C1E-BC516C442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50" y="736707"/>
                <a:ext cx="4300088" cy="307777"/>
              </a:xfrm>
              <a:prstGeom prst="rect">
                <a:avLst/>
              </a:prstGeom>
              <a:blipFill>
                <a:blip r:embed="rId3"/>
                <a:stretch>
                  <a:fillRect l="-426" t="-2000" b="-24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DA1C2-4B6B-E6CA-7C35-B4E42423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4" name="Picture 30">
            <a:extLst>
              <a:ext uri="{FF2B5EF4-FFF2-40B4-BE49-F238E27FC236}">
                <a16:creationId xmlns:a16="http://schemas.microsoft.com/office/drawing/2014/main" id="{0948AEDD-F0E5-6654-BAAB-32D825D6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054" y="1216988"/>
            <a:ext cx="2090738" cy="153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31">
            <a:extLst>
              <a:ext uri="{FF2B5EF4-FFF2-40B4-BE49-F238E27FC236}">
                <a16:creationId xmlns:a16="http://schemas.microsoft.com/office/drawing/2014/main" id="{5CECF13A-B4AD-25FC-6D94-562E97A0A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644" y="1203068"/>
            <a:ext cx="2081213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8" name="Picture 33">
            <a:extLst>
              <a:ext uri="{FF2B5EF4-FFF2-40B4-BE49-F238E27FC236}">
                <a16:creationId xmlns:a16="http://schemas.microsoft.com/office/drawing/2014/main" id="{05914A03-6FBE-E241-74D8-2E8F6B759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1" y="3024589"/>
            <a:ext cx="2381250" cy="14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35">
            <a:extLst>
              <a:ext uri="{FF2B5EF4-FFF2-40B4-BE49-F238E27FC236}">
                <a16:creationId xmlns:a16="http://schemas.microsoft.com/office/drawing/2014/main" id="{28BCB06A-00B7-3EC2-C32D-2357658E6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546" y="3043954"/>
            <a:ext cx="23526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89A1B375-1C61-A4FE-E408-FA89EC219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" y="2524067"/>
            <a:ext cx="321504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2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From the Venn diagram below, state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A⋃B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F4BA275-CEBD-22BD-E16A-0A47D489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811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79580-CB1E-C4F4-8268-4CADEE19AAF9}"/>
              </a:ext>
            </a:extLst>
          </p:cNvPr>
          <p:cNvSpPr txBox="1"/>
          <p:nvPr/>
        </p:nvSpPr>
        <p:spPr>
          <a:xfrm>
            <a:off x="5418813" y="3323770"/>
            <a:ext cx="3153685" cy="72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en-GB" sz="1050" dirty="0">
              <a:solidFill>
                <a:srgbClr val="FF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is </a:t>
            </a: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need to repeat elements in a set. </a:t>
            </a:r>
            <a:endParaRPr lang="en-GB" sz="105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47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Elementary Probability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78CC2A-95D2-E48F-E18A-066B4EC2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9605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4337DF-EC06-BF60-4C1E-BC516C44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95" y="801365"/>
            <a:ext cx="88636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Probability is about the study of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uncertainty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provides us the tools to set up mathematical models of systems and processes which are affected by random occurrences or ‘chance’.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DA1C2-4B6B-E6CA-7C35-B4E42423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F4BA275-CEBD-22BD-E16A-0A47D489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811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6FEEA-DC21-29D5-5C32-03E88328D99D}"/>
              </a:ext>
            </a:extLst>
          </p:cNvPr>
          <p:cNvSpPr txBox="1"/>
          <p:nvPr/>
        </p:nvSpPr>
        <p:spPr>
          <a:xfrm>
            <a:off x="229595" y="1334204"/>
            <a:ext cx="8584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many sources of randomness in applied machine learning. Sources of randomness in machine learning include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AE53C-31B9-CC74-9EA2-661B3ECAA076}"/>
              </a:ext>
            </a:extLst>
          </p:cNvPr>
          <p:cNvSpPr txBox="1"/>
          <p:nvPr/>
        </p:nvSpPr>
        <p:spPr>
          <a:xfrm>
            <a:off x="229595" y="1953733"/>
            <a:ext cx="735992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Randomness in Data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Randomness in Algorithms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Randomness in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AE72C-7D4C-A08F-55CB-9788ED66FEC1}"/>
              </a:ext>
            </a:extLst>
          </p:cNvPr>
          <p:cNvSpPr txBox="1"/>
          <p:nvPr/>
        </p:nvSpPr>
        <p:spPr>
          <a:xfrm>
            <a:off x="229595" y="3202912"/>
            <a:ext cx="85844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Therefore, we must find a way to keep randomness under control, so as to limit its impact of e.g. noise in the data, to evaluate model skills, and to improve algorithms. Probability theory lay down a foundation for machine learning practitioners to do this. </a:t>
            </a:r>
          </a:p>
        </p:txBody>
      </p:sp>
    </p:spTree>
    <p:extLst>
      <p:ext uri="{BB962C8B-B14F-4D97-AF65-F5344CB8AC3E}">
        <p14:creationId xmlns:p14="http://schemas.microsoft.com/office/powerpoint/2010/main" val="331999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Elementary Probability – Recap Terminologies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78CC2A-95D2-E48F-E18A-066B4EC2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9605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DA1C2-4B6B-E6CA-7C35-B4E42423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24638-6C46-423A-6D16-F121B394EA77}"/>
              </a:ext>
            </a:extLst>
          </p:cNvPr>
          <p:cNvSpPr txBox="1"/>
          <p:nvPr/>
        </p:nvSpPr>
        <p:spPr>
          <a:xfrm>
            <a:off x="213852" y="765626"/>
            <a:ext cx="883018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3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Obtain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space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the experiment throwing a single coin.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            </a:t>
            </a:r>
            <a:r>
              <a:rPr lang="en-GB" sz="1400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 list the outcomes as a set {H, T} – the order being unimportant. {H, T} is the sample space. </a:t>
            </a:r>
            <a:endParaRPr lang="en-GB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this particular case, the order of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outcomes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is unimportant like for sets in general.  Heads or Tails are equally likely to occur. Therefore, for a fair coin, H and T are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equally likely outcomes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sample space obtained in Example 3 is an </a:t>
            </a:r>
            <a:r>
              <a:rPr lang="en-GB" sz="1400" b="1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equi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-probable space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as the chance that any one sample point in it occurs is equal to the chance that any other sample points occurs.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Discrete Sample Space: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sample space in the form of a list (possibly infinite) like in Example 3. </a:t>
            </a:r>
          </a:p>
          <a:p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Continuous Sample Space: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sample space that is not possible to list.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4981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Elementary Probability – Recap Terminologies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DA1C2-4B6B-E6CA-7C35-B4E42423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24638-6C46-423A-6D16-F121B394EA77}"/>
              </a:ext>
            </a:extLst>
          </p:cNvPr>
          <p:cNvSpPr txBox="1"/>
          <p:nvPr/>
        </p:nvSpPr>
        <p:spPr>
          <a:xfrm>
            <a:off x="213852" y="765626"/>
            <a:ext cx="883018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4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Obtain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space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the experiment measuring the tensile strength of small gauge steel wire.</a:t>
            </a:r>
          </a:p>
          <a:p>
            <a:pPr>
              <a:spcBef>
                <a:spcPts val="600"/>
              </a:spcBef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       </a:t>
            </a:r>
            <a:r>
              <a:rPr lang="en-GB" sz="1400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{Suitable continuous range (0-&gt; ) depending on the wire}. </a:t>
            </a:r>
            <a:endParaRPr lang="en-GB" sz="1400" dirty="0">
              <a:solidFill>
                <a:srgbClr val="1C3D7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77845-873C-D4FD-2525-9234535E18A0}"/>
              </a:ext>
            </a:extLst>
          </p:cNvPr>
          <p:cNvSpPr txBox="1"/>
          <p:nvPr/>
        </p:nvSpPr>
        <p:spPr>
          <a:xfrm>
            <a:off x="213852" y="1695344"/>
            <a:ext cx="8580451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5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Two fair coins are thrown. List the ordered outcomes for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when just one Tail is obtained.</a:t>
            </a:r>
          </a:p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    </a:t>
            </a:r>
            <a:r>
              <a:rPr lang="en-GB" sz="1400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 list the ordered outcomes as sets {H, T} and {T, H}.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Here the order does matter unlike for sets in general.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is a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subset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space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Unlike sets, events can be ordered when it is explicitly stated or within a certain context.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087C1-A19C-E42C-590A-386D0A5114A9}"/>
              </a:ext>
            </a:extLst>
          </p:cNvPr>
          <p:cNvSpPr txBox="1"/>
          <p:nvPr/>
        </p:nvSpPr>
        <p:spPr>
          <a:xfrm>
            <a:off x="213852" y="2993373"/>
            <a:ext cx="8580450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Complementary Event: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set of outcomes which are not members of the event from the sample space.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AB38A-1992-722A-148A-924182607E54}"/>
              </a:ext>
            </a:extLst>
          </p:cNvPr>
          <p:cNvSpPr txBox="1"/>
          <p:nvPr/>
        </p:nvSpPr>
        <p:spPr>
          <a:xfrm>
            <a:off x="213852" y="3439758"/>
            <a:ext cx="81828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6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Obtain the complement of the event in Example 5.</a:t>
            </a:r>
          </a:p>
          <a:p>
            <a:pPr algn="just">
              <a:spcBef>
                <a:spcPts val="600"/>
              </a:spcBef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     </a:t>
            </a:r>
            <a:r>
              <a:rPr lang="en-GB" sz="1400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{H, H} and {T, T}</a:t>
            </a:r>
          </a:p>
        </p:txBody>
      </p:sp>
    </p:spTree>
    <p:extLst>
      <p:ext uri="{BB962C8B-B14F-4D97-AF65-F5344CB8AC3E}">
        <p14:creationId xmlns:p14="http://schemas.microsoft.com/office/powerpoint/2010/main" val="70969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The Definition of Probability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38979-0182-8AD5-7AAE-2BD534CF0E2E}"/>
              </a:ext>
            </a:extLst>
          </p:cNvPr>
          <p:cNvSpPr txBox="1"/>
          <p:nvPr/>
        </p:nvSpPr>
        <p:spPr>
          <a:xfrm>
            <a:off x="186596" y="705050"/>
            <a:ext cx="8753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Principle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Equally Likely Outcomes enables us to deduce the probabilities that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simple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events (</a:t>
            </a:r>
            <a:r>
              <a:rPr lang="en-GB" sz="14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hence more complicated events which are combinations of simple events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) occur.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F3AAE4-86F0-6D88-9E01-CF4F30C0160C}"/>
                  </a:ext>
                </a:extLst>
              </p:cNvPr>
              <p:cNvSpPr txBox="1"/>
              <p:nvPr/>
            </p:nvSpPr>
            <p:spPr>
              <a:xfrm>
                <a:off x="409335" y="1294921"/>
                <a:ext cx="8226617" cy="210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If a sample space </a:t>
                </a: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consists of </a:t>
                </a: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simple outcomes which are equally likely and an event </a:t>
                </a: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consists of </a:t>
                </a: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those simple outcomes, then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0 </m:t>
                      </m:r>
                      <m:r>
                        <a:rPr lang="zh-CN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zh-CN" sz="1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≤ 1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 = 1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: The event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is certain because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is identical to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𝑆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. 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 = 0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: The event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is impossible because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is empty, i.e.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mbria Math" panose="02040503050406030204" pitchFamily="18" charset="0"/>
                      </a:rPr>
                      <m:t>𝜙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F3AAE4-86F0-6D88-9E01-CF4F30C01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5" y="1294921"/>
                <a:ext cx="8226617" cy="2109616"/>
              </a:xfrm>
              <a:prstGeom prst="rect">
                <a:avLst/>
              </a:prstGeom>
              <a:blipFill>
                <a:blip r:embed="rId3"/>
                <a:stretch>
                  <a:fillRect l="-222" r="-148" b="-23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8E6765-C5F3-10C4-8958-C604D8EF38C2}"/>
                  </a:ext>
                </a:extLst>
              </p:cNvPr>
              <p:cNvSpPr txBox="1"/>
              <p:nvPr/>
            </p:nvSpPr>
            <p:spPr>
              <a:xfrm>
                <a:off x="186596" y="3516783"/>
                <a:ext cx="8672097" cy="920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The Complement Rule: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The probability of the complement of A occurring is equal to 1 minus the probability of A occurring. 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= 1−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8E6765-C5F3-10C4-8958-C604D8EF3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3516783"/>
                <a:ext cx="8672097" cy="920252"/>
              </a:xfrm>
              <a:prstGeom prst="rect">
                <a:avLst/>
              </a:prstGeom>
              <a:blipFill>
                <a:blip r:embed="rId4"/>
                <a:stretch>
                  <a:fillRect l="-211" t="-1325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41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The Definition of Probability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201EDA-B8CE-59F2-2577-D950417DC357}"/>
                  </a:ext>
                </a:extLst>
              </p:cNvPr>
              <p:cNvSpPr txBox="1"/>
              <p:nvPr/>
            </p:nvSpPr>
            <p:spPr>
              <a:xfrm>
                <a:off x="222501" y="745316"/>
                <a:ext cx="8457161" cy="373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Example 7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Find the probability of obtaining a total score of at least five when three dice are thrown.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Solution              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                                         </a:t>
                </a: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GB" sz="1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= {(1, 1, 1), (2, 1, 1), (1, 2, 1), (1, 1, 2)}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solidFill>
                    <a:srgbClr val="1C3D74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solidFill>
                      <a:srgbClr val="1C3D74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There are  6x6x6 = 216 possible outcomes, </a:t>
                </a:r>
              </a:p>
              <a:p>
                <a:pPr marL="457200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</a:p>
              <a:p>
                <a:pPr marL="457200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          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   </a:t>
                </a:r>
                <a:r>
                  <a:rPr lang="en-GB" sz="1400" dirty="0">
                    <a:effectLst/>
                    <a:ea typeface="DengXian" panose="02010600030101010101" pitchFamily="2" charset="-122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Calibri" panose="020F0502020204030204" pitchFamily="34" charset="0"/>
                              </a:rPr>
                              <m:t>’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so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𝐴</m:t>
                        </m:r>
                      </m:e>
                    </m:d>
                    <m:r>
                      <a:rPr lang="en-GB" sz="14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=1−</m:t>
                    </m:r>
                  </m:oMath>
                </a14:m>
                <a:r>
                  <a:rPr lang="en-GB" sz="1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=</a:t>
                </a:r>
                <a:r>
                  <a:rPr lang="en-GB" sz="1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212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457200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b="1" dirty="0"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The use of the event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𝑨</m:t>
                        </m:r>
                      </m:e>
                      <m:sup>
                        <m:r>
                          <a:rPr lang="en-GB" sz="1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can sometimes simplify the calculation of the probability </a:t>
                </a:r>
                <a14:m>
                  <m:oMath xmlns:m="http://schemas.openxmlformats.org/officeDocument/2006/math"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𝑷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𝑨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.</a:t>
                </a:r>
                <a:endParaRPr lang="en-GB" sz="1400" b="1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201EDA-B8CE-59F2-2577-D950417DC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1" y="745316"/>
                <a:ext cx="8457161" cy="3738331"/>
              </a:xfrm>
              <a:prstGeom prst="rect">
                <a:avLst/>
              </a:prstGeom>
              <a:blipFill>
                <a:blip r:embed="rId3"/>
                <a:stretch>
                  <a:fillRect l="-144" t="-163" b="-8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82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EEB3B5-8479-9C93-D396-9211BCC21A81}"/>
                  </a:ext>
                </a:extLst>
              </p:cNvPr>
              <p:cNvSpPr txBox="1"/>
              <p:nvPr/>
            </p:nvSpPr>
            <p:spPr>
              <a:xfrm>
                <a:off x="186596" y="751276"/>
                <a:ext cx="850093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When we require the probability of two events occurring simultaneously or the probability of one or the other or both of two events occurring then we need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probability laws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to carry out the calculations.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Events, like sets, can be combined to produce new events.</a:t>
                </a:r>
              </a:p>
              <a:p>
                <a:pPr marL="34290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∪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– event A or event B (or both) occur when the experiment is performed.</a:t>
                </a:r>
              </a:p>
              <a:p>
                <a:pPr marL="34290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∩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– both A and B occur together.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EEB3B5-8479-9C93-D396-9211BCC21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51276"/>
                <a:ext cx="8500939" cy="1631216"/>
              </a:xfrm>
              <a:prstGeom prst="rect">
                <a:avLst/>
              </a:prstGeom>
              <a:blipFill>
                <a:blip r:embed="rId3"/>
                <a:stretch>
                  <a:fillRect l="-215" t="-746" r="-215" b="-2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FE982-5497-55DE-A715-AEDA969729AE}"/>
                  </a:ext>
                </a:extLst>
              </p:cNvPr>
              <p:cNvSpPr txBox="1"/>
              <p:nvPr/>
            </p:nvSpPr>
            <p:spPr>
              <a:xfrm>
                <a:off x="143858" y="2531663"/>
                <a:ext cx="8543677" cy="2200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 are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four types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of events. We will define the following two types as the other two types are simply the opposite of the following two event. 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Mutually exclusive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events are events that by definition cannot happen together. The probability of mutually exclusive events occurring together is</a:t>
                </a:r>
              </a:p>
              <a:p>
                <a:pPr algn="ctr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zh-CN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If the occurrence of one event A does not affect, nor is affected by, the occurrence of another event B then A and B are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independent events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FE982-5497-55DE-A715-AEDA96972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58" y="2531663"/>
                <a:ext cx="8543677" cy="2200602"/>
              </a:xfrm>
              <a:prstGeom prst="rect">
                <a:avLst/>
              </a:prstGeom>
              <a:blipFill>
                <a:blip r:embed="rId4"/>
                <a:stretch>
                  <a:fillRect l="-214" t="-277" r="-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59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957415-DEB3-CB49-9B44-B3910D310C2C}"/>
                  </a:ext>
                </a:extLst>
              </p:cNvPr>
              <p:cNvSpPr txBox="1"/>
              <p:nvPr/>
            </p:nvSpPr>
            <p:spPr>
              <a:xfrm>
                <a:off x="253447" y="696522"/>
                <a:ext cx="8672097" cy="1908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Example 8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Two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box contains 20 nuts each, some have a metric thread, some have a British Standard Fine (BSF) threads and some have a British Standard Whitworth (BSW) thread. A nut is picked out of each box. Decide if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mutually exclusive.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𝑓𝑖𝑟𝑠𝑡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𝐵𝑆𝐹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} 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𝑠𝑒𝑐𝑜𝑛𝑑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𝑚𝑒𝑡𝑟𝑖𝑐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}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                  </a:t>
                </a:r>
                <a:r>
                  <a:rPr lang="en-GB" sz="1400" i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1400" i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not mutually exclusive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957415-DEB3-CB49-9B44-B3910D31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47" y="696522"/>
                <a:ext cx="8672097" cy="1908215"/>
              </a:xfrm>
              <a:prstGeom prst="rect">
                <a:avLst/>
              </a:prstGeom>
              <a:blipFill>
                <a:blip r:embed="rId3"/>
                <a:stretch>
                  <a:fillRect l="-211" t="-319" r="-211" b="-2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8B100-D6E9-B69F-6C28-AACFDA8B0A27}"/>
                  </a:ext>
                </a:extLst>
              </p:cNvPr>
              <p:cNvSpPr txBox="1"/>
              <p:nvPr/>
            </p:nvSpPr>
            <p:spPr>
              <a:xfrm>
                <a:off x="253448" y="2651178"/>
                <a:ext cx="8672096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Example 9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 box contains 20 nuts, some have a metric thread, some have a British Standard Fine (BSF) threads and some have British Standard Whitworth (BSW) thread. Two nuts are picked out of the box. Decide if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independent.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𝑓𝑖𝑟𝑠𝑡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𝐵𝑆𝐹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} 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𝑠𝑒𝑐𝑜𝑛𝑑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𝑚𝑒𝑡𝑟𝑖𝑐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}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                  </a:t>
                </a:r>
                <a:r>
                  <a:rPr lang="en-GB" sz="1400" i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:r>
                  <a:rPr lang="en-GB" sz="1400" i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not independent</a:t>
                </a: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8B100-D6E9-B69F-6C28-AACFDA8B0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48" y="2651178"/>
                <a:ext cx="8672096" cy="1692771"/>
              </a:xfrm>
              <a:prstGeom prst="rect">
                <a:avLst/>
              </a:prstGeom>
              <a:blipFill>
                <a:blip r:embed="rId4"/>
                <a:stretch>
                  <a:fillRect l="-211" t="-719" r="-211" b="-25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33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 – The Addition Law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5408966-E8E9-7E09-0BD2-F9686195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57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AE5B68-3EE8-F5CE-CB1C-BA7C7935E330}"/>
                  </a:ext>
                </a:extLst>
              </p:cNvPr>
              <p:cNvSpPr txBox="1"/>
              <p:nvPr/>
            </p:nvSpPr>
            <p:spPr>
              <a:xfrm>
                <a:off x="1744316" y="1030448"/>
                <a:ext cx="51027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)−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AE5B68-3EE8-F5CE-CB1C-BA7C7935E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316" y="1030448"/>
                <a:ext cx="5102748" cy="381515"/>
              </a:xfrm>
              <a:prstGeom prst="rect">
                <a:avLst/>
              </a:prstGeom>
              <a:blipFill>
                <a:blip r:embed="rId3"/>
                <a:stretch>
                  <a:fillRect b="-15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3005F-872E-2B1F-39C8-9F3F87D8AACF}"/>
                  </a:ext>
                </a:extLst>
              </p:cNvPr>
              <p:cNvSpPr txBox="1"/>
              <p:nvPr/>
            </p:nvSpPr>
            <p:spPr>
              <a:xfrm>
                <a:off x="960934" y="1881048"/>
                <a:ext cx="71234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3005F-872E-2B1F-39C8-9F3F87D8A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34" y="1881048"/>
                <a:ext cx="712342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05A995-8563-B1F1-3950-8A5EE0340AC0}"/>
                  </a:ext>
                </a:extLst>
              </p:cNvPr>
              <p:cNvSpPr txBox="1"/>
              <p:nvPr/>
            </p:nvSpPr>
            <p:spPr>
              <a:xfrm>
                <a:off x="1113182" y="2688116"/>
                <a:ext cx="8364773" cy="943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For a sample space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consist of the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simple distinct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events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 . .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𝐸𝑛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we have 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1) +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2) + · · · +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𝐸𝑛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= 1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05A995-8563-B1F1-3950-8A5EE0340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82" y="2688116"/>
                <a:ext cx="8364773" cy="943848"/>
              </a:xfrm>
              <a:prstGeom prst="rect">
                <a:avLst/>
              </a:prstGeom>
              <a:blipFill>
                <a:blip r:embed="rId5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879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 – The Addition Law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D1EE9C-BF84-FFB5-3D4B-B4A1154B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6EB0760-4786-799B-1518-4E3CDFC37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726149"/>
            <a:ext cx="8961120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10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diagram shows a simplified circuit in which two independent components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are connected in parallel.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Picture 36">
            <a:extLst>
              <a:ext uri="{FF2B5EF4-FFF2-40B4-BE49-F238E27FC236}">
                <a16:creationId xmlns:a16="http://schemas.microsoft.com/office/drawing/2014/main" id="{036AEEDA-66A5-0B18-5A85-F2C724305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352" y="1479686"/>
            <a:ext cx="1843088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0AB66-577B-D285-B616-3E0D0BDAE0F7}"/>
                  </a:ext>
                </a:extLst>
              </p:cNvPr>
              <p:cNvSpPr txBox="1"/>
              <p:nvPr/>
            </p:nvSpPr>
            <p:spPr>
              <a:xfrm>
                <a:off x="182880" y="2483290"/>
                <a:ext cx="8675813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circuit functions if either or both of the components are operational. It is known that if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event </a:t>
                </a:r>
                <a:r>
                  <a:rPr lang="zh-CN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‘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component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operating</a:t>
                </a:r>
                <a:r>
                  <a:rPr lang="zh-CN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’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event </a:t>
                </a:r>
                <a:r>
                  <a:rPr lang="zh-CN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‘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component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operating</a:t>
                </a:r>
                <a:r>
                  <a:rPr lang="zh-CN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’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 = 0.99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 = 0.98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∩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 = 0.9702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Find the probability that the circuit is functioning.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</a:t>
                </a:r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0AB66-577B-D285-B616-3E0D0BDAE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2483290"/>
                <a:ext cx="8675813" cy="1107996"/>
              </a:xfrm>
              <a:prstGeom prst="rect">
                <a:avLst/>
              </a:prstGeom>
              <a:blipFill>
                <a:blip r:embed="rId4"/>
                <a:stretch>
                  <a:fillRect l="-211" t="-549" r="-211" b="-49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97D837-9353-6F54-3FD3-F55862165A25}"/>
                  </a:ext>
                </a:extLst>
              </p:cNvPr>
              <p:cNvSpPr txBox="1"/>
              <p:nvPr/>
            </p:nvSpPr>
            <p:spPr>
              <a:xfrm>
                <a:off x="204717" y="3591286"/>
                <a:ext cx="8632137" cy="518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zh-CN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∪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zh-CN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b="0" i="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=0.99+0.98−0.9702=0.9998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97D837-9353-6F54-3FD3-F5586216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17" y="3591286"/>
                <a:ext cx="8632137" cy="5180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18EF700-08A4-DB72-C532-6AC4CE59693D}"/>
              </a:ext>
            </a:extLst>
          </p:cNvPr>
          <p:cNvSpPr txBox="1"/>
          <p:nvPr/>
        </p:nvSpPr>
        <p:spPr>
          <a:xfrm>
            <a:off x="182881" y="4076617"/>
            <a:ext cx="8904440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this case, the probability that the circuit functions is greater than the probability that either of the individual components functions.</a:t>
            </a:r>
            <a:endParaRPr lang="en-GB" sz="105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3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 – The Multiplication Law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049F998-C813-371E-43BD-711A2E34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4188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B8258D-1692-5B76-09C2-2790B0A92E61}"/>
                  </a:ext>
                </a:extLst>
              </p:cNvPr>
              <p:cNvSpPr txBox="1"/>
              <p:nvPr/>
            </p:nvSpPr>
            <p:spPr>
              <a:xfrm>
                <a:off x="1533608" y="800378"/>
                <a:ext cx="5102748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Multiplication Law of Two Independent Events: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zh-CN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B8258D-1692-5B76-09C2-2790B0A92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08" y="800378"/>
                <a:ext cx="5102748" cy="677108"/>
              </a:xfrm>
              <a:prstGeom prst="rect">
                <a:avLst/>
              </a:prstGeom>
              <a:blipFill>
                <a:blip r:embed="rId3"/>
                <a:stretch>
                  <a:fillRect l="-358" t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814D2968-2DC9-02B0-09BA-7A8F47CE2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72" y="1455317"/>
            <a:ext cx="498187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11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Two components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kumimoji="0" lang="en-GB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are connected in series as shown below.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63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3" name="Picture 38">
            <a:extLst>
              <a:ext uri="{FF2B5EF4-FFF2-40B4-BE49-F238E27FC236}">
                <a16:creationId xmlns:a16="http://schemas.microsoft.com/office/drawing/2014/main" id="{7B9BBCA2-EB39-E130-D0DD-6E62075BC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096" y="2091602"/>
            <a:ext cx="2143125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776822-0420-EA03-CAAB-C130B2A3ADC2}"/>
                  </a:ext>
                </a:extLst>
              </p:cNvPr>
              <p:cNvSpPr txBox="1"/>
              <p:nvPr/>
            </p:nvSpPr>
            <p:spPr>
              <a:xfrm>
                <a:off x="186596" y="2430786"/>
                <a:ext cx="8786451" cy="2369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Define two events </a:t>
                </a: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event ‘component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operating’ </a:t>
                </a: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event ‘component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operating’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Previous testing has indicated that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 = 0.99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 = 0.98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The circuit functions only if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both operating simultaneously. What is the probability that the circuit is operating?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                         </a:t>
                </a:r>
                <a14:m>
                  <m:oMath xmlns:m="http://schemas.openxmlformats.org/officeDocument/2006/math"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zh-CN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=0.99</m:t>
                    </m:r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×0.98=0.9702</m:t>
                    </m:r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776822-0420-EA03-CAAB-C130B2A3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2430786"/>
                <a:ext cx="8786451" cy="2369880"/>
              </a:xfrm>
              <a:prstGeom prst="rect">
                <a:avLst/>
              </a:prstGeom>
              <a:blipFill>
                <a:blip r:embed="rId5"/>
                <a:stretch>
                  <a:fillRect l="-208" t="-514" r="-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77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Laws of Elementary Probability – The Multiplication Law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A6BF95-DFC8-1ED0-EE30-30E708E02F17}"/>
                  </a:ext>
                </a:extLst>
              </p:cNvPr>
              <p:cNvSpPr txBox="1"/>
              <p:nvPr/>
            </p:nvSpPr>
            <p:spPr>
              <a:xfrm>
                <a:off x="1652878" y="731405"/>
                <a:ext cx="5964472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What if the Event </a:t>
                </a:r>
                <a14:m>
                  <m:oMath xmlns:m="http://schemas.openxmlformats.org/officeDocument/2006/math"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not independent? Let’s revisit Example 9.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A6BF95-DFC8-1ED0-EE30-30E708E02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78" y="731405"/>
                <a:ext cx="5964472" cy="381515"/>
              </a:xfrm>
              <a:prstGeom prst="rect">
                <a:avLst/>
              </a:prstGeom>
              <a:blipFill>
                <a:blip r:embed="rId3"/>
                <a:stretch>
                  <a:fillRect l="-306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7E85D-41FC-8891-B8E8-84FB85D6B066}"/>
                  </a:ext>
                </a:extLst>
              </p:cNvPr>
              <p:cNvSpPr txBox="1"/>
              <p:nvPr/>
            </p:nvSpPr>
            <p:spPr>
              <a:xfrm>
                <a:off x="186596" y="1107281"/>
                <a:ext cx="8770807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Example 12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 box contains 20 nuts, 5 have a metric thread, 5 have a British Standard Fine (BSF) threads and 10 have British Standard Whitworth (BSW) thread. Two nuts are picked out of the box.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𝑓𝑖𝑟𝑠𝑡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𝐵𝑆𝐹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} 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= {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𝑠𝑒𝑐𝑜𝑛𝑑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𝑝𝑖𝑐𝑘𝑒𝑑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𝑏𝑜𝑥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𝑚𝑒𝑡𝑟𝑖𝑐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}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What is the probability of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7E85D-41FC-8891-B8E8-84FB85D6B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1107281"/>
                <a:ext cx="8770807" cy="1846659"/>
              </a:xfrm>
              <a:prstGeom prst="rect">
                <a:avLst/>
              </a:prstGeom>
              <a:blipFill>
                <a:blip r:embed="rId4"/>
                <a:stretch>
                  <a:fillRect l="-209" t="-660" r="-278" b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C724171-BA59-004B-56CC-B90C8340273D}"/>
              </a:ext>
            </a:extLst>
          </p:cNvPr>
          <p:cNvSpPr txBox="1"/>
          <p:nvPr/>
        </p:nvSpPr>
        <p:spPr>
          <a:xfrm>
            <a:off x="214426" y="3004994"/>
            <a:ext cx="5102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E39D7E-56CF-91C7-22AE-1ECD1730BCFA}"/>
                  </a:ext>
                </a:extLst>
              </p:cNvPr>
              <p:cNvSpPr txBox="1"/>
              <p:nvPr/>
            </p:nvSpPr>
            <p:spPr>
              <a:xfrm>
                <a:off x="1351224" y="2925073"/>
                <a:ext cx="1451611" cy="50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E39D7E-56CF-91C7-22AE-1ECD1730B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224" y="2925073"/>
                <a:ext cx="1451611" cy="501419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E52228-8B8D-7FC7-789A-BC11DD124D11}"/>
                  </a:ext>
                </a:extLst>
              </p:cNvPr>
              <p:cNvSpPr txBox="1"/>
              <p:nvPr/>
            </p:nvSpPr>
            <p:spPr>
              <a:xfrm>
                <a:off x="2912164" y="2975182"/>
                <a:ext cx="5609646" cy="401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if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first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nut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is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BSF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or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BSW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en-GB" sz="1400" dirty="0"/>
                  <a:t> if first nut is metric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E52228-8B8D-7FC7-789A-BC11DD124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64" y="2975182"/>
                <a:ext cx="5609646" cy="40120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DA2A8E-EB46-2067-C2F2-54C6C303F186}"/>
                  </a:ext>
                </a:extLst>
              </p:cNvPr>
              <p:cNvSpPr txBox="1"/>
              <p:nvPr/>
            </p:nvSpPr>
            <p:spPr>
              <a:xfrm>
                <a:off x="1232453" y="3426492"/>
                <a:ext cx="6864910" cy="435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GB" sz="1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𝑛𝑢𝑚𝑏𝑒𝑟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𝑜𝑢𝑡𝑐𝑜𝑚𝑒𝑠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𝑛𝑢𝑚𝑏𝑒𝑟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𝑜𝑢𝑡𝑐𝑜𝑚𝑒𝑠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en-GB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GB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zh-CN" altLang="en-US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GB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b="1" dirty="0">
                    <a:solidFill>
                      <a:srgbClr val="C00000"/>
                    </a:solidFill>
                  </a:rPr>
                  <a:t>=</a:t>
                </a:r>
                <a:r>
                  <a:rPr lang="en-GB" sz="1400" b="1" dirty="0">
                    <a:solidFill>
                      <a:srgbClr val="C0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GB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𝑩</m:t>
                        </m:r>
                        <m:r>
                          <a:rPr lang="en-GB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GB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</m:d>
                    <m:r>
                      <a:rPr lang="en-GB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GB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en-GB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DA2A8E-EB46-2067-C2F2-54C6C303F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3" y="3426492"/>
                <a:ext cx="6864910" cy="435504"/>
              </a:xfrm>
              <a:prstGeom prst="rect">
                <a:avLst/>
              </a:prstGeom>
              <a:blipFill>
                <a:blip r:embed="rId7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A746DA-5649-675C-CD45-65A59D45648F}"/>
                  </a:ext>
                </a:extLst>
              </p:cNvPr>
              <p:cNvSpPr txBox="1"/>
              <p:nvPr/>
            </p:nvSpPr>
            <p:spPr>
              <a:xfrm>
                <a:off x="2341162" y="4025871"/>
                <a:ext cx="51027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</a:t>
                </a: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conditional probability</a:t>
                </a:r>
                <a:r>
                  <a:rPr lang="en-GB" sz="140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en-GB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A746DA-5649-675C-CD45-65A59D456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162" y="4025871"/>
                <a:ext cx="5102748" cy="307777"/>
              </a:xfrm>
              <a:prstGeom prst="rect">
                <a:avLst/>
              </a:prstGeom>
              <a:blipFill>
                <a:blip r:embed="rId8"/>
                <a:stretch>
                  <a:fillRect l="-358" b="-215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773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Total Probability Theorem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E5C8CA-C42A-1B80-CD6A-A1120A0BB659}"/>
                  </a:ext>
                </a:extLst>
              </p:cNvPr>
              <p:cNvSpPr txBox="1"/>
              <p:nvPr/>
            </p:nvSpPr>
            <p:spPr>
              <a:xfrm>
                <a:off x="331515" y="709658"/>
                <a:ext cx="8454676" cy="38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Total Probability theorem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enables us to calculate the probability of the event B, i.e.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E5C8CA-C42A-1B80-CD6A-A1120A0BB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15" y="709658"/>
                <a:ext cx="8454676" cy="382092"/>
              </a:xfrm>
              <a:prstGeom prst="rect">
                <a:avLst/>
              </a:prstGeom>
              <a:blipFill>
                <a:blip r:embed="rId3"/>
                <a:stretch>
                  <a:fillRect l="-216" b="-15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41">
            <a:extLst>
              <a:ext uri="{FF2B5EF4-FFF2-40B4-BE49-F238E27FC236}">
                <a16:creationId xmlns:a16="http://schemas.microsoft.com/office/drawing/2014/main" id="{3598CACF-C828-25FB-49D4-02A3D8AEF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85" y="1129466"/>
            <a:ext cx="2833688" cy="133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1" name="Picture 42">
            <a:extLst>
              <a:ext uri="{FF2B5EF4-FFF2-40B4-BE49-F238E27FC236}">
                <a16:creationId xmlns:a16="http://schemas.microsoft.com/office/drawing/2014/main" id="{2E9AEEF6-12D7-1B3F-2418-A9788190F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902" y="1101256"/>
            <a:ext cx="2833688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3">
            <a:extLst>
              <a:ext uri="{FF2B5EF4-FFF2-40B4-BE49-F238E27FC236}">
                <a16:creationId xmlns:a16="http://schemas.microsoft.com/office/drawing/2014/main" id="{2D730A9C-F16D-A6FE-8356-70B47B2B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C9CB44A2-43F6-C977-7DE7-C82001AA7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83B126-9230-8386-DC1E-9CD0FFEE6471}"/>
                  </a:ext>
                </a:extLst>
              </p:cNvPr>
              <p:cNvSpPr txBox="1"/>
              <p:nvPr/>
            </p:nvSpPr>
            <p:spPr>
              <a:xfrm>
                <a:off x="1555924" y="2466466"/>
                <a:ext cx="572195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any event within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then B can be expressed as the union of subsets: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83B126-9230-8386-DC1E-9CD0FFEE6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924" y="2466466"/>
                <a:ext cx="5721956" cy="381515"/>
              </a:xfrm>
              <a:prstGeom prst="rect">
                <a:avLst/>
              </a:prstGeom>
              <a:blipFill>
                <a:blip r:embed="rId6"/>
                <a:stretch>
                  <a:fillRect l="-319" b="-161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2FC03E-BCA4-8199-8E74-63D01B43ED6C}"/>
                  </a:ext>
                </a:extLst>
              </p:cNvPr>
              <p:cNvSpPr txBox="1"/>
              <p:nvPr/>
            </p:nvSpPr>
            <p:spPr>
              <a:xfrm>
                <a:off x="1558499" y="2810088"/>
                <a:ext cx="5102748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∩ 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∪· · · ∪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2FC03E-BCA4-8199-8E74-63D01B43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499" y="2810088"/>
                <a:ext cx="5102748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30F1B49E-55C2-E2EF-AF7E-369E8E75F78B}"/>
              </a:ext>
            </a:extLst>
          </p:cNvPr>
          <p:cNvSpPr txBox="1"/>
          <p:nvPr/>
        </p:nvSpPr>
        <p:spPr>
          <a:xfrm>
            <a:off x="6027698" y="2798545"/>
            <a:ext cx="2412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mutually exclusive events</a:t>
            </a:r>
            <a:endParaRPr lang="en-GB" sz="1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8787D54-2FA0-A3D5-0819-836AA2A2FE7C}"/>
                  </a:ext>
                </a:extLst>
              </p:cNvPr>
              <p:cNvSpPr txBox="1"/>
              <p:nvPr/>
            </p:nvSpPr>
            <p:spPr>
              <a:xfrm>
                <a:off x="1555924" y="3128914"/>
                <a:ext cx="5102748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 · · · 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8787D54-2FA0-A3D5-0819-836AA2A2F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924" y="3128914"/>
                <a:ext cx="5102748" cy="300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14AEA9A-4811-DB33-0623-A01232AE08D2}"/>
              </a:ext>
            </a:extLst>
          </p:cNvPr>
          <p:cNvSpPr txBox="1"/>
          <p:nvPr/>
        </p:nvSpPr>
        <p:spPr>
          <a:xfrm>
            <a:off x="1721457" y="3415671"/>
            <a:ext cx="5932666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Expressing the above equation in terms of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conditional probabilities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BC00DC-B049-0166-566E-64BF965165FD}"/>
                  </a:ext>
                </a:extLst>
              </p:cNvPr>
              <p:cNvSpPr txBox="1"/>
              <p:nvPr/>
            </p:nvSpPr>
            <p:spPr>
              <a:xfrm>
                <a:off x="1865528" y="3868572"/>
                <a:ext cx="5102748" cy="326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 · · · 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BC00DC-B049-0166-566E-64BF9651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528" y="3868572"/>
                <a:ext cx="5102748" cy="326884"/>
              </a:xfrm>
              <a:prstGeom prst="rect">
                <a:avLst/>
              </a:prstGeom>
              <a:blipFill>
                <a:blip r:embed="rId9"/>
                <a:stretch>
                  <a:fillRect t="-139623" b="-211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827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Total Probability Theorem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E5C8CA-C42A-1B80-CD6A-A1120A0BB659}"/>
                  </a:ext>
                </a:extLst>
              </p:cNvPr>
              <p:cNvSpPr txBox="1"/>
              <p:nvPr/>
            </p:nvSpPr>
            <p:spPr>
              <a:xfrm>
                <a:off x="186596" y="709658"/>
                <a:ext cx="8599595" cy="531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/>
                  <a:t>A special case of the Total Probability theorem considers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 to be an event in a sample space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400" dirty="0"/>
                  <a:t> (the sample space is partitioned by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GB" sz="1400" dirty="0"/>
                  <a:t>) as shown below.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E5C8CA-C42A-1B80-CD6A-A1120A0BB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9658"/>
                <a:ext cx="8599595" cy="531236"/>
              </a:xfrm>
              <a:prstGeom prst="rect">
                <a:avLst/>
              </a:prstGeom>
              <a:blipFill>
                <a:blip r:embed="rId3"/>
                <a:stretch>
                  <a:fillRect l="-213" t="-1136" r="-284" b="-11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3">
            <a:extLst>
              <a:ext uri="{FF2B5EF4-FFF2-40B4-BE49-F238E27FC236}">
                <a16:creationId xmlns:a16="http://schemas.microsoft.com/office/drawing/2014/main" id="{2D730A9C-F16D-A6FE-8356-70B47B2B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C9CB44A2-43F6-C977-7DE7-C82001AA7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ED17A-1BD1-235B-C3E3-4657ED36D2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197" y="1393299"/>
            <a:ext cx="2093595" cy="10274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2DC7FF-745C-2ABA-4D6B-14BA78351095}"/>
                  </a:ext>
                </a:extLst>
              </p:cNvPr>
              <p:cNvSpPr txBox="1"/>
              <p:nvPr/>
            </p:nvSpPr>
            <p:spPr>
              <a:xfrm>
                <a:off x="1477949" y="2571750"/>
                <a:ext cx="5102748" cy="326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2DC7FF-745C-2ABA-4D6B-14BA78351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949" y="2571750"/>
                <a:ext cx="5102748" cy="3268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60210-C8FD-89D0-E54F-AFE00B59AC9A}"/>
                  </a:ext>
                </a:extLst>
              </p:cNvPr>
              <p:cNvSpPr txBox="1"/>
              <p:nvPr/>
            </p:nvSpPr>
            <p:spPr>
              <a:xfrm>
                <a:off x="1935019" y="2947730"/>
                <a:ext cx="51027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With the conditional probability,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can be rewritten as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60210-C8FD-89D0-E54F-AFE00B59A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019" y="2947730"/>
                <a:ext cx="5102748" cy="381515"/>
              </a:xfrm>
              <a:prstGeom prst="rect">
                <a:avLst/>
              </a:prstGeom>
              <a:blipFill>
                <a:blip r:embed="rId6"/>
                <a:stretch>
                  <a:fillRect l="-358" b="-161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EC310-F0C2-100D-9F09-CDA6A3B0B53D}"/>
                  </a:ext>
                </a:extLst>
              </p:cNvPr>
              <p:cNvSpPr txBox="1"/>
              <p:nvPr/>
            </p:nvSpPr>
            <p:spPr>
              <a:xfrm>
                <a:off x="1601194" y="3366822"/>
                <a:ext cx="5102748" cy="326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p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EC310-F0C2-100D-9F09-CDA6A3B0B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194" y="3366822"/>
                <a:ext cx="5102748" cy="3268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937053-D2AE-2C25-43A6-DA7790D4F110}"/>
                  </a:ext>
                </a:extLst>
              </p:cNvPr>
              <p:cNvSpPr txBox="1"/>
              <p:nvPr/>
            </p:nvSpPr>
            <p:spPr>
              <a:xfrm>
                <a:off x="306125" y="3731283"/>
                <a:ext cx="8480065" cy="705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It is easy to see that the probability of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in this special case is a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simplified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version of the theorem of Total Probability theorem.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937053-D2AE-2C25-43A6-DA7790D4F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5" y="3731283"/>
                <a:ext cx="8480065" cy="705258"/>
              </a:xfrm>
              <a:prstGeom prst="rect">
                <a:avLst/>
              </a:prstGeom>
              <a:blipFill>
                <a:blip r:embed="rId8"/>
                <a:stretch>
                  <a:fillRect l="-216" r="-216" b="-86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399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Bayes’ Theorem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2D730A9C-F16D-A6FE-8356-70B47B2B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D08B38-F623-E1E3-BAF6-AC1008615FA5}"/>
                  </a:ext>
                </a:extLst>
              </p:cNvPr>
              <p:cNvSpPr txBox="1"/>
              <p:nvPr/>
            </p:nvSpPr>
            <p:spPr>
              <a:xfrm>
                <a:off x="186596" y="744554"/>
                <a:ext cx="8118283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Bayes’ theorem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enables us to calculate the probability of the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given the event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D08B38-F623-E1E3-BAF6-AC1008615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44554"/>
                <a:ext cx="8118283" cy="381515"/>
              </a:xfrm>
              <a:prstGeom prst="rect">
                <a:avLst/>
              </a:prstGeom>
              <a:blipFill>
                <a:blip r:embed="rId3"/>
                <a:stretch>
                  <a:fillRect l="-225" b="-15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46143-F828-CDBC-0168-46B3D4EA257A}"/>
                  </a:ext>
                </a:extLst>
              </p:cNvPr>
              <p:cNvSpPr txBox="1"/>
              <p:nvPr/>
            </p:nvSpPr>
            <p:spPr>
              <a:xfrm>
                <a:off x="726551" y="1283862"/>
                <a:ext cx="7260534" cy="1073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 · · · 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 · · · 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46143-F828-CDBC-0168-46B3D4EA2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51" y="1283862"/>
                <a:ext cx="7260534" cy="1073884"/>
              </a:xfrm>
              <a:prstGeom prst="rect">
                <a:avLst/>
              </a:prstGeom>
              <a:blipFill>
                <a:blip r:embed="rId4"/>
                <a:stretch>
                  <a:fillRect t="-19318" b="-65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9BF926-6853-90A6-C85A-02458730384C}"/>
                  </a:ext>
                </a:extLst>
              </p:cNvPr>
              <p:cNvSpPr txBox="1"/>
              <p:nvPr/>
            </p:nvSpPr>
            <p:spPr>
              <a:xfrm>
                <a:off x="1275191" y="2515539"/>
                <a:ext cx="6163254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This is true for any event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so, replacing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gives </a:t>
                </a: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Bayes’ theorem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9BF926-6853-90A6-C85A-024587303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191" y="2515539"/>
                <a:ext cx="6163254" cy="381515"/>
              </a:xfrm>
              <a:prstGeom prst="rect">
                <a:avLst/>
              </a:prstGeom>
              <a:blipFill>
                <a:blip r:embed="rId5"/>
                <a:stretch>
                  <a:fillRect l="-297" b="-161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2BE0D6-2309-051E-0A8F-FB910871D4AF}"/>
                  </a:ext>
                </a:extLst>
              </p:cNvPr>
              <p:cNvSpPr txBox="1"/>
              <p:nvPr/>
            </p:nvSpPr>
            <p:spPr>
              <a:xfrm>
                <a:off x="489005" y="3188942"/>
                <a:ext cx="7165118" cy="609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+ · · · 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2BE0D6-2309-051E-0A8F-FB910871D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05" y="3188942"/>
                <a:ext cx="7165118" cy="6095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969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Bayes’ Theorem – An Example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2D730A9C-F16D-A6FE-8356-70B47B2B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B24F06-B682-13A0-3C24-48AC6879F928}"/>
                  </a:ext>
                </a:extLst>
              </p:cNvPr>
              <p:cNvSpPr txBox="1"/>
              <p:nvPr/>
            </p:nvSpPr>
            <p:spPr>
              <a:xfrm>
                <a:off x="233570" y="650081"/>
                <a:ext cx="8723834" cy="1908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Example 13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 factory production line is manufacturing bolts using three machines,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Of the total output,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responsible for 25%,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35% and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the rest. It is known from previous experience with the machines that 5% of the output from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defective, 4% from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2% from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A bolt is chosen at random from the production line and found to be defective. What is the probability that it came from machine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?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Solution</a:t>
                </a:r>
                <a:endParaRPr lang="en-GB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B24F06-B682-13A0-3C24-48AC6879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0" y="650081"/>
                <a:ext cx="8723834" cy="1908215"/>
              </a:xfrm>
              <a:prstGeom prst="rect">
                <a:avLst/>
              </a:prstGeom>
              <a:blipFill>
                <a:blip r:embed="rId3"/>
                <a:stretch>
                  <a:fillRect l="-210" t="-639" r="-210" b="-2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B7D70F-1AC9-D0BD-8A48-A378D1ABBD6B}"/>
                  </a:ext>
                </a:extLst>
              </p14:cNvPr>
              <p14:cNvContentPartPr/>
              <p14:nvPr/>
            </p14:nvContentPartPr>
            <p14:xfrm>
              <a:off x="1321560" y="1860480"/>
              <a:ext cx="7702560" cy="2494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B7D70F-1AC9-D0BD-8A48-A378D1ABBD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2200" y="1851120"/>
                <a:ext cx="7721280" cy="251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406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000"/>
              </a:spcBef>
              <a:defRPr/>
            </a:pPr>
            <a:r>
              <a:rPr lang="en-GB" sz="2500" b="1" dirty="0">
                <a:latin typeface="+mn-lt"/>
              </a:rPr>
              <a:t>Bayes’ Theorem – An Example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249A4-3DF9-3166-BC01-75DED53F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3220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497217-1F76-747D-13C6-F14AF80A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63" y="67133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D47201-2580-4D83-0E79-68551527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47" y="6500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2D730A9C-F16D-A6FE-8356-70B47B2B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24F06-B682-13A0-3C24-48AC6879F928}"/>
              </a:ext>
            </a:extLst>
          </p:cNvPr>
          <p:cNvSpPr txBox="1"/>
          <p:nvPr/>
        </p:nvSpPr>
        <p:spPr>
          <a:xfrm>
            <a:off x="233570" y="650081"/>
            <a:ext cx="872383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13</a:t>
            </a: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– continued… 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en-GB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185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4AB-2AA7-23CE-EA38-F8598A81E9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993775"/>
            <a:ext cx="7886700" cy="99377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308025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c8e96b7-88f6-4348-9ed3-1857a504f459">
      <UserInfo>
        <DisplayName>Stuart Richard Peters</DisplayName>
        <AccountId>249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68CCBB75DFF4FBBF35D2CFE6FAFE5" ma:contentTypeVersion="13" ma:contentTypeDescription="Create a new document." ma:contentTypeScope="" ma:versionID="f1311ced04cfc325e5928d5533fce59e">
  <xsd:schema xmlns:xsd="http://www.w3.org/2001/XMLSchema" xmlns:xs="http://www.w3.org/2001/XMLSchema" xmlns:p="http://schemas.microsoft.com/office/2006/metadata/properties" xmlns:ns2="ae20048c-4bd1-477c-818b-309dfd2ea730" xmlns:ns3="ec8e96b7-88f6-4348-9ed3-1857a504f459" targetNamespace="http://schemas.microsoft.com/office/2006/metadata/properties" ma:root="true" ma:fieldsID="5849b0596d969c419648485de5277e80" ns2:_="" ns3:_="">
    <xsd:import namespace="ae20048c-4bd1-477c-818b-309dfd2ea730"/>
    <xsd:import namespace="ec8e96b7-88f6-4348-9ed3-1857a504f4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0048c-4bd1-477c-818b-309dfd2ea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e96b7-88f6-4348-9ed3-1857a504f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B8F29C-7E3B-4051-A5EC-36F526E487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2CF83C-B74F-48F2-8ECA-3B65423852EE}">
  <ds:schemaRefs>
    <ds:schemaRef ds:uri="http://schemas.microsoft.com/office/2006/metadata/properties"/>
    <ds:schemaRef ds:uri="http://schemas.microsoft.com/office/infopath/2007/PartnerControls"/>
    <ds:schemaRef ds:uri="ec8e96b7-88f6-4348-9ed3-1857a504f459"/>
  </ds:schemaRefs>
</ds:datastoreItem>
</file>

<file path=customXml/itemProps3.xml><?xml version="1.0" encoding="utf-8"?>
<ds:datastoreItem xmlns:ds="http://schemas.openxmlformats.org/officeDocument/2006/customXml" ds:itemID="{073B0BFE-8693-41A1-8146-1F50DBFC88B0}">
  <ds:schemaRefs>
    <ds:schemaRef ds:uri="ae20048c-4bd1-477c-818b-309dfd2ea730"/>
    <ds:schemaRef ds:uri="ec8e96b7-88f6-4348-9ed3-1857a504f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2482</Words>
  <Application>Microsoft Office PowerPoint</Application>
  <PresentationFormat>On-screen Show (16:9)</PresentationFormat>
  <Paragraphs>184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4 Text</vt:lpstr>
      <vt:lpstr>Channel 4 Chadwick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1_Custom Design</vt:lpstr>
      <vt:lpstr>2_Custom Design</vt:lpstr>
      <vt:lpstr>EMS702UP Statistical Thinking and Applied Machine Learning </vt:lpstr>
      <vt:lpstr>Sets - Terminologies</vt:lpstr>
      <vt:lpstr>Sets - Venn Diagrams </vt:lpstr>
      <vt:lpstr>Sets – The Intersection of Sets </vt:lpstr>
      <vt:lpstr>Sets – The Union of Sets </vt:lpstr>
      <vt:lpstr>Elementary Probability</vt:lpstr>
      <vt:lpstr>Elementary Probability – Recap Terminologies</vt:lpstr>
      <vt:lpstr>Elementary Probability – Recap Terminologies</vt:lpstr>
      <vt:lpstr>The Definition of Probability</vt:lpstr>
      <vt:lpstr>The Definition of Probability</vt:lpstr>
      <vt:lpstr>Laws of Elementary Probability</vt:lpstr>
      <vt:lpstr>Laws of Elementary Probability</vt:lpstr>
      <vt:lpstr>Laws of Elementary Probability – The Addition Law</vt:lpstr>
      <vt:lpstr>Laws of Elementary Probability – The Addition Law</vt:lpstr>
      <vt:lpstr>Laws of Elementary Probability – The Multiplication Law</vt:lpstr>
      <vt:lpstr>Laws of Elementary Probability – The Multiplication Law</vt:lpstr>
      <vt:lpstr>Total Probability Theorem</vt:lpstr>
      <vt:lpstr>Total Probability Theorem</vt:lpstr>
      <vt:lpstr>Bayes’ Theorem</vt:lpstr>
      <vt:lpstr>Bayes’ Theorem – An Example</vt:lpstr>
      <vt:lpstr>Bayes’ Theorem – An Example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Jun Chen</cp:lastModifiedBy>
  <cp:revision>99</cp:revision>
  <dcterms:created xsi:type="dcterms:W3CDTF">2020-06-18T12:08:25Z</dcterms:created>
  <dcterms:modified xsi:type="dcterms:W3CDTF">2023-10-06T12:33:45Z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0x010100E1368CCBB75DFF4FBBF35D2CFE6FAFE5</vt:lpwstr>
  </property>
</Properties>
</file>