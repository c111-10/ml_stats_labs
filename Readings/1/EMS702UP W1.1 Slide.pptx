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3" r:id="rId4"/>
    <p:sldMasterId id="2147483866" r:id="rId5"/>
    <p:sldMasterId id="2147483843" r:id="rId6"/>
  </p:sldMasterIdLst>
  <p:notesMasterIdLst>
    <p:notesMasterId r:id="rId21"/>
  </p:notesMasterIdLst>
  <p:handoutMasterIdLst>
    <p:handoutMasterId r:id="rId22"/>
  </p:handoutMasterIdLst>
  <p:sldIdLst>
    <p:sldId id="256" r:id="rId7"/>
    <p:sldId id="316" r:id="rId8"/>
    <p:sldId id="302" r:id="rId9"/>
    <p:sldId id="317" r:id="rId10"/>
    <p:sldId id="318" r:id="rId11"/>
    <p:sldId id="306" r:id="rId12"/>
    <p:sldId id="319" r:id="rId13"/>
    <p:sldId id="320" r:id="rId14"/>
    <p:sldId id="321" r:id="rId15"/>
    <p:sldId id="322" r:id="rId16"/>
    <p:sldId id="323" r:id="rId17"/>
    <p:sldId id="324" r:id="rId18"/>
    <p:sldId id="325" r:id="rId19"/>
    <p:sldId id="294" r:id="rId20"/>
  </p:sldIdLst>
  <p:sldSz cx="9144000" cy="5143500" type="screen16x9"/>
  <p:notesSz cx="6858000" cy="9144000"/>
  <p:defaultTextStyle>
    <a:defPPr>
      <a:defRPr lang="en-US"/>
    </a:defPPr>
    <a:lvl1pPr marL="0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892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783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675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566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457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348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240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132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lide templates" id="{7DD0B69D-9948-46F3-B07D-8BF81D90CAFD}">
          <p14:sldIdLst>
            <p14:sldId id="256"/>
            <p14:sldId id="316"/>
            <p14:sldId id="302"/>
            <p14:sldId id="317"/>
            <p14:sldId id="318"/>
            <p14:sldId id="306"/>
            <p14:sldId id="319"/>
            <p14:sldId id="320"/>
            <p14:sldId id="321"/>
            <p14:sldId id="322"/>
            <p14:sldId id="323"/>
            <p14:sldId id="324"/>
            <p14:sldId id="325"/>
            <p14:sldId id="29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3D74"/>
    <a:srgbClr val="1F7791"/>
    <a:srgbClr val="10746A"/>
    <a:srgbClr val="EC008C"/>
    <a:srgbClr val="2DB8C5"/>
    <a:srgbClr val="73B82B"/>
    <a:srgbClr val="F18500"/>
    <a:srgbClr val="8D3786"/>
    <a:srgbClr val="CDA60C"/>
    <a:srgbClr val="2DB8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72" y="29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presProps" Target="pres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0"/>
          <a:lstStyle/>
          <a:p>
            <a:pPr>
              <a:defRPr sz="1400" b="0" i="0" u="none" strike="noStrike" kern="1200" spc="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i="0">
                <a:solidFill>
                  <a:srgbClr val="001B7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</a:p>
        </c:rich>
      </c:tx>
      <c:layout>
        <c:manualLayout>
          <c:xMode val="edge"/>
          <c:yMode val="edge"/>
          <c:x val="0.30859996977948773"/>
          <c:y val="1.4467262737367422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0"/>
        <a:lstStyle/>
        <a:p>
          <a:pPr>
            <a:defRPr sz="1400" b="0" i="0" u="none" strike="noStrike" kern="1200" spc="0" baseline="0">
              <a:solidFill>
                <a:srgbClr val="001B7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5.5009355875836059E-2"/>
          <c:y val="0.13986788302602043"/>
          <c:w val="0.67931177666812181"/>
          <c:h val="0.76021553992215929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CA9-4D25-9A08-E785591F912F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CA9-4D25-9A08-E785591F912F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CCA9-4D25-9A08-E785591F912F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CCA9-4D25-9A08-E785591F912F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CCA9-4D25-9A08-E785591F912F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CCA9-4D25-9A08-E785591F912F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CCA9-4D25-9A08-E785591F912F}"/>
              </c:ext>
            </c:extLst>
          </c:dPt>
          <c:cat>
            <c:strRef>
              <c:f>Sheet1!$A$2:$A$8</c:f>
              <c:strCache>
                <c:ptCount val="7"/>
                <c:pt idx="0">
                  <c:v>Lorem ipsum</c:v>
                </c:pt>
                <c:pt idx="1">
                  <c:v>Lorem ipsum</c:v>
                </c:pt>
                <c:pt idx="2">
                  <c:v>Lorem ipsum</c:v>
                </c:pt>
                <c:pt idx="3">
                  <c:v>Lorem ipsum</c:v>
                </c:pt>
                <c:pt idx="4">
                  <c:v>Lorem ipsum</c:v>
                </c:pt>
                <c:pt idx="5">
                  <c:v>Lorem ipsum</c:v>
                </c:pt>
                <c:pt idx="6">
                  <c:v>Lorem ipsum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</c:v>
                </c:pt>
                <c:pt idx="1">
                  <c:v>6</c:v>
                </c:pt>
                <c:pt idx="2">
                  <c:v>4</c:v>
                </c:pt>
                <c:pt idx="3">
                  <c:v>3</c:v>
                </c:pt>
                <c:pt idx="4">
                  <c:v>2</c:v>
                </c:pt>
                <c:pt idx="5">
                  <c:v>1</c:v>
                </c:pt>
                <c:pt idx="6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CCA9-4D25-9A08-E785591F91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4"/>
      </c:doughnutChart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legendEntry>
      <c:legendEntry>
        <c:idx val="3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legendEntry>
      <c:legendEntry>
        <c:idx val="4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legendEntry>
      <c:legendEntry>
        <c:idx val="5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legendEntry>
      <c:legendEntry>
        <c:idx val="6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legendEntry>
      <c:layout>
        <c:manualLayout>
          <c:xMode val="edge"/>
          <c:yMode val="edge"/>
          <c:x val="0.69977572318967052"/>
          <c:y val="0.1928179891354784"/>
          <c:w val="0.30022436435136202"/>
          <c:h val="0.6528360482908676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rgbClr val="001B71"/>
              </a:solidFill>
              <a:latin typeface="Frutiger 55 Roman" pitchFamily="2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0"/>
          <a:lstStyle/>
          <a:p>
            <a:pPr>
              <a:defRPr sz="1400" b="0" i="0" u="none" strike="noStrike" kern="1200" spc="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i="0">
                <a:solidFill>
                  <a:srgbClr val="001B7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</a:p>
        </c:rich>
      </c:tx>
      <c:layout>
        <c:manualLayout>
          <c:xMode val="edge"/>
          <c:yMode val="edge"/>
          <c:x val="0.34416114174553275"/>
          <c:y val="1.406254332746147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0"/>
        <a:lstStyle/>
        <a:p>
          <a:pPr>
            <a:defRPr sz="1400" b="0" i="0" u="none" strike="noStrike" kern="1200" spc="0" baseline="0">
              <a:solidFill>
                <a:srgbClr val="001B7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3.7531567990058079E-2"/>
          <c:y val="0.11931885404850991"/>
          <c:w val="0.63197913902634784"/>
          <c:h val="0.65308987739149349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151-495A-8996-44DF7C239E04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151-495A-8996-44DF7C239E04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151-495A-8996-44DF7C239E04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151-495A-8996-44DF7C239E04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3151-495A-8996-44DF7C239E04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3151-495A-8996-44DF7C239E04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3151-495A-8996-44DF7C239E04}"/>
              </c:ext>
            </c:extLst>
          </c:dPt>
          <c:cat>
            <c:strRef>
              <c:f>Sheet1!$A$2:$A$8</c:f>
              <c:strCache>
                <c:ptCount val="7"/>
                <c:pt idx="0">
                  <c:v>Lorem ipsum</c:v>
                </c:pt>
                <c:pt idx="1">
                  <c:v>Lorem ipsum</c:v>
                </c:pt>
                <c:pt idx="2">
                  <c:v>Lorem ipsum</c:v>
                </c:pt>
                <c:pt idx="3">
                  <c:v>Lorem ipsum</c:v>
                </c:pt>
                <c:pt idx="4">
                  <c:v>Lorem ipsum</c:v>
                </c:pt>
                <c:pt idx="5">
                  <c:v>Lorem ipsum</c:v>
                </c:pt>
                <c:pt idx="6">
                  <c:v>Lorem ipsum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0.5</c:v>
                </c:pt>
                <c:pt idx="1">
                  <c:v>1.5</c:v>
                </c:pt>
                <c:pt idx="2">
                  <c:v>2.5</c:v>
                </c:pt>
                <c:pt idx="3">
                  <c:v>3.5</c:v>
                </c:pt>
                <c:pt idx="4">
                  <c:v>4.5</c:v>
                </c:pt>
                <c:pt idx="5">
                  <c:v>5.5</c:v>
                </c:pt>
                <c:pt idx="6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3151-495A-8996-44DF7C239E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853237616"/>
        <c:axId val="774982448"/>
      </c:barChart>
      <c:valAx>
        <c:axId val="774982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001B71"/>
                </a:solidFill>
                <a:latin typeface="Frutiger 55 Roman" pitchFamily="2" charset="0"/>
                <a:ea typeface="+mn-ea"/>
                <a:cs typeface="+mn-cs"/>
              </a:defRPr>
            </a:pPr>
            <a:endParaRPr lang="en-US"/>
          </a:p>
        </c:txPr>
        <c:crossAx val="853237616"/>
        <c:crosses val="autoZero"/>
        <c:crossBetween val="between"/>
      </c:valAx>
      <c:catAx>
        <c:axId val="85323761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noFill/>
          <a:ln w="6350" cap="flat" cmpd="sng" algn="ctr">
            <a:solidFill>
              <a:schemeClr val="dk1"/>
            </a:solidFill>
            <a:prstDash val="solid"/>
            <a:miter lim="800000"/>
          </a:ln>
          <a:effectLst/>
        </c:spPr>
        <c:txPr>
          <a:bodyPr rot="540000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74982448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legendEntry>
      <c:legendEntry>
        <c:idx val="3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legendEntry>
      <c:legendEntry>
        <c:idx val="4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legendEntry>
      <c:legendEntry>
        <c:idx val="5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legendEntry>
      <c:legendEntry>
        <c:idx val="6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legendEntry>
      <c:layout>
        <c:manualLayout>
          <c:xMode val="edge"/>
          <c:yMode val="edge"/>
          <c:x val="0.72056497372130657"/>
          <c:y val="0.23026675851480399"/>
          <c:w val="0.24631125718087762"/>
          <c:h val="0.6069796070865118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rgbClr val="001B71"/>
              </a:solidFill>
              <a:latin typeface="Frutiger 55 Roman" pitchFamily="2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0"/>
          <a:lstStyle/>
          <a:p>
            <a:pPr>
              <a:defRPr sz="1400" b="0" i="0" u="none" strike="noStrike" kern="1200" spc="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i="0">
                <a:solidFill>
                  <a:srgbClr val="001B7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</a:p>
        </c:rich>
      </c:tx>
      <c:layout>
        <c:manualLayout>
          <c:xMode val="edge"/>
          <c:yMode val="edge"/>
          <c:x val="0.39648043799212601"/>
          <c:y val="1.406249913493484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0"/>
        <a:lstStyle/>
        <a:p>
          <a:pPr>
            <a:defRPr sz="1400" b="0" i="0" u="none" strike="noStrike" kern="1200" spc="0" baseline="0">
              <a:solidFill>
                <a:srgbClr val="001B7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8017085530237922"/>
          <c:y val="0.11931885404850991"/>
          <c:w val="0.59848297447332355"/>
          <c:h val="0.80052066313077841"/>
        </c:manualLayout>
      </c:layout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E79-46EC-ACD0-05064C0E4F15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E79-46EC-ACD0-05064C0E4F15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4E79-46EC-ACD0-05064C0E4F15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4E79-46EC-ACD0-05064C0E4F15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4E79-46EC-ACD0-05064C0E4F15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4E79-46EC-ACD0-05064C0E4F15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4E79-46EC-ACD0-05064C0E4F15}"/>
              </c:ext>
            </c:extLst>
          </c:dPt>
          <c:cat>
            <c:strRef>
              <c:f>Sheet1!$A$2:$A$8</c:f>
              <c:strCache>
                <c:ptCount val="7"/>
                <c:pt idx="0">
                  <c:v>Lorem ipsum</c:v>
                </c:pt>
                <c:pt idx="1">
                  <c:v>Lorem ipsum</c:v>
                </c:pt>
                <c:pt idx="2">
                  <c:v>Lorem ipsum</c:v>
                </c:pt>
                <c:pt idx="3">
                  <c:v>Lorem ipsum</c:v>
                </c:pt>
                <c:pt idx="4">
                  <c:v>Lorem ipsum</c:v>
                </c:pt>
                <c:pt idx="5">
                  <c:v>Lorem ipsum</c:v>
                </c:pt>
                <c:pt idx="6">
                  <c:v>Lorem ipsum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</c:v>
                </c:pt>
                <c:pt idx="1">
                  <c:v>6</c:v>
                </c:pt>
                <c:pt idx="2">
                  <c:v>5</c:v>
                </c:pt>
                <c:pt idx="3">
                  <c:v>4</c:v>
                </c:pt>
                <c:pt idx="4">
                  <c:v>3</c:v>
                </c:pt>
                <c:pt idx="5">
                  <c:v>2</c:v>
                </c:pt>
                <c:pt idx="6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4E79-46EC-ACD0-05064C0E4F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9"/>
        <c:axId val="853237616"/>
        <c:axId val="774982448"/>
      </c:barChart>
      <c:valAx>
        <c:axId val="77498244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001B71"/>
                </a:solidFill>
                <a:latin typeface="Frutiger 55 Roman" pitchFamily="2" charset="0"/>
                <a:ea typeface="+mn-ea"/>
                <a:cs typeface="+mn-cs"/>
              </a:defRPr>
            </a:pPr>
            <a:endParaRPr lang="en-US"/>
          </a:p>
        </c:txPr>
        <c:crossAx val="853237616"/>
        <c:crosses val="autoZero"/>
        <c:crossBetween val="between"/>
      </c:valAx>
      <c:catAx>
        <c:axId val="85323761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001B71"/>
                </a:solidFill>
                <a:latin typeface="+mj-lt"/>
                <a:ea typeface="+mn-ea"/>
                <a:cs typeface="+mn-cs"/>
              </a:defRPr>
            </a:pPr>
            <a:endParaRPr lang="en-US"/>
          </a:p>
        </c:txPr>
        <c:crossAx val="774982448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legendEntry>
      <c:legendEntry>
        <c:idx val="3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legendEntry>
      <c:legendEntry>
        <c:idx val="4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legendEntry>
      <c:legendEntry>
        <c:idx val="5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legendEntry>
      <c:legendEntry>
        <c:idx val="6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legendEntry>
      <c:layout>
        <c:manualLayout>
          <c:xMode val="edge"/>
          <c:yMode val="edge"/>
          <c:x val="0.72396512040726835"/>
          <c:y val="9.6391868962480462E-2"/>
          <c:w val="0.2760348679438433"/>
          <c:h val="0.8092373063621798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rgbClr val="001B71"/>
              </a:solidFill>
              <a:latin typeface="Frutiger 55 Roman" pitchFamily="2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9664FB5-82AF-48A4-80F1-9AEEE0DF4B0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F0742E-D5E1-4FF3-A442-958EA2A7869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D066F8-4FE9-4315-A56E-3EA256F5907F}" type="datetimeFigureOut">
              <a:rPr lang="en-GB" smtClean="0"/>
              <a:t>24/09/2023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F2F771-FAFF-4FF6-AE5C-96F43E8CB75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EB88F3-0CB9-4921-9214-BFA9C4B8084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F73B9F-E786-4DE9-B054-AF2D3B6423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51152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AD6F77-CFCE-A445-8E2C-54D16F9EECCC}" type="datetimeFigureOut">
              <a:rPr lang="en-US" smtClean="0"/>
              <a:t>9/24/2023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942D00-D33B-6747-961F-9152114FB4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4035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892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783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675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566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457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348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240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132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42D00-D33B-6747-961F-9152114FB45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7415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42D00-D33B-6747-961F-9152114FB45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6333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42D00-D33B-6747-961F-9152114FB45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760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42D00-D33B-6747-961F-9152114FB45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3716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42D00-D33B-6747-961F-9152114FB45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4426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 Cover 1">
    <p:bg>
      <p:bgPr>
        <a:solidFill>
          <a:srgbClr val="1C3D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943599" y="1751595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Title page – </a:t>
            </a:r>
            <a:br>
              <a:rPr lang="en-US"/>
            </a:br>
            <a:r>
              <a:rPr lang="en-US"/>
              <a:t>Arial Bold 40pt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943598" y="2973637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Insert sub-heading / date</a:t>
            </a:r>
          </a:p>
        </p:txBody>
      </p:sp>
    </p:spTree>
    <p:extLst>
      <p:ext uri="{BB962C8B-B14F-4D97-AF65-F5344CB8AC3E}">
        <p14:creationId xmlns:p14="http://schemas.microsoft.com/office/powerpoint/2010/main" val="4010446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gradFill>
          <a:gsLst>
            <a:gs pos="12000">
              <a:srgbClr val="1C3D74"/>
            </a:gs>
            <a:gs pos="100000">
              <a:srgbClr val="2DB8C5"/>
            </a:gs>
          </a:gsLst>
          <a:lin ang="19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943599" y="1751595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Title page – </a:t>
            </a:r>
            <a:br>
              <a:rPr lang="en-US"/>
            </a:br>
            <a:r>
              <a:rPr lang="en-US"/>
              <a:t>Arial Bold 40pt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943598" y="2973637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Insert sub-heading / date</a:t>
            </a:r>
          </a:p>
        </p:txBody>
      </p:sp>
    </p:spTree>
    <p:extLst>
      <p:ext uri="{BB962C8B-B14F-4D97-AF65-F5344CB8AC3E}">
        <p14:creationId xmlns:p14="http://schemas.microsoft.com/office/powerpoint/2010/main" val="1280325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bg>
      <p:bgPr>
        <a:gradFill flip="none" rotWithShape="1">
          <a:gsLst>
            <a:gs pos="74000">
              <a:srgbClr val="10746A"/>
            </a:gs>
            <a:gs pos="18000">
              <a:srgbClr val="0096E3">
                <a:lumMod val="90000"/>
                <a:lumOff val="10000"/>
              </a:srgb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943599" y="1751595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Title page – </a:t>
            </a:r>
            <a:br>
              <a:rPr lang="en-US"/>
            </a:br>
            <a:r>
              <a:rPr lang="en-US"/>
              <a:t>Arial Bold 40pt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943598" y="2973637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Insert sub-heading / date</a:t>
            </a:r>
          </a:p>
        </p:txBody>
      </p:sp>
    </p:spTree>
    <p:extLst>
      <p:ext uri="{BB962C8B-B14F-4D97-AF65-F5344CB8AC3E}">
        <p14:creationId xmlns:p14="http://schemas.microsoft.com/office/powerpoint/2010/main" val="3193694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bg>
      <p:bgPr>
        <a:gradFill flip="none" rotWithShape="1">
          <a:gsLst>
            <a:gs pos="0">
              <a:srgbClr val="73B82B">
                <a:lumMod val="88000"/>
                <a:lumOff val="12000"/>
              </a:srgbClr>
            </a:gs>
            <a:gs pos="97312">
              <a:srgbClr val="10746A"/>
            </a:gs>
            <a:gs pos="59000">
              <a:srgbClr val="10746A">
                <a:lumMod val="94000"/>
                <a:lumOff val="6000"/>
              </a:srgbClr>
            </a:gs>
          </a:gsLst>
          <a:lin ang="1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943599" y="1751595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Title page – </a:t>
            </a:r>
            <a:br>
              <a:rPr lang="en-US"/>
            </a:br>
            <a:r>
              <a:rPr lang="en-US"/>
              <a:t>Arial Bold 40pt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943598" y="2973637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Insert sub-heading / date</a:t>
            </a:r>
          </a:p>
        </p:txBody>
      </p:sp>
    </p:spTree>
    <p:extLst>
      <p:ext uri="{BB962C8B-B14F-4D97-AF65-F5344CB8AC3E}">
        <p14:creationId xmlns:p14="http://schemas.microsoft.com/office/powerpoint/2010/main" val="1660772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bg>
      <p:bgPr>
        <a:gradFill>
          <a:gsLst>
            <a:gs pos="0">
              <a:srgbClr val="73B82B">
                <a:lumMod val="88000"/>
                <a:lumOff val="12000"/>
              </a:srgbClr>
            </a:gs>
            <a:gs pos="69000">
              <a:srgbClr val="2DB8C5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943599" y="1751595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Title page – </a:t>
            </a:r>
            <a:br>
              <a:rPr lang="en-US"/>
            </a:br>
            <a:r>
              <a:rPr lang="en-US"/>
              <a:t>Arial Bold 40pt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943598" y="2973637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Insert sub-heading / date</a:t>
            </a:r>
          </a:p>
        </p:txBody>
      </p:sp>
    </p:spTree>
    <p:extLst>
      <p:ext uri="{BB962C8B-B14F-4D97-AF65-F5344CB8AC3E}">
        <p14:creationId xmlns:p14="http://schemas.microsoft.com/office/powerpoint/2010/main" val="1418779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bg>
      <p:bgPr>
        <a:gradFill flip="none" rotWithShape="1">
          <a:gsLst>
            <a:gs pos="85484">
              <a:srgbClr val="8D3786"/>
            </a:gs>
            <a:gs pos="19000">
              <a:srgbClr val="EC008C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943599" y="1751595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Title page – </a:t>
            </a:r>
            <a:br>
              <a:rPr lang="en-US"/>
            </a:br>
            <a:r>
              <a:rPr lang="en-US"/>
              <a:t>Arial Bold 40pt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943598" y="2973637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Insert sub-heading / date</a:t>
            </a:r>
          </a:p>
        </p:txBody>
      </p:sp>
    </p:spTree>
    <p:extLst>
      <p:ext uri="{BB962C8B-B14F-4D97-AF65-F5344CB8AC3E}">
        <p14:creationId xmlns:p14="http://schemas.microsoft.com/office/powerpoint/2010/main" val="1055588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bg>
      <p:bgPr>
        <a:gradFill flip="none" rotWithShape="1">
          <a:gsLst>
            <a:gs pos="3226">
              <a:srgbClr val="8D3786"/>
            </a:gs>
            <a:gs pos="35000">
              <a:srgbClr val="8D3786"/>
            </a:gs>
            <a:gs pos="100000">
              <a:srgbClr val="F18500"/>
            </a:gs>
          </a:gsLst>
          <a:lin ang="19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943599" y="1751595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Title page – </a:t>
            </a:r>
            <a:br>
              <a:rPr lang="en-US"/>
            </a:br>
            <a:r>
              <a:rPr lang="en-US"/>
              <a:t>Arial Bold 40pt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943598" y="2973637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Insert sub-heading / date</a:t>
            </a:r>
          </a:p>
        </p:txBody>
      </p:sp>
    </p:spTree>
    <p:extLst>
      <p:ext uri="{BB962C8B-B14F-4D97-AF65-F5344CB8AC3E}">
        <p14:creationId xmlns:p14="http://schemas.microsoft.com/office/powerpoint/2010/main" val="3086862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slide title (up to 2 lines) – </a:t>
            </a:r>
            <a:br>
              <a:rPr lang="en-US"/>
            </a:br>
            <a:r>
              <a:rPr lang="en-US"/>
              <a:t>Arial Bold 25pt 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BF9F98BB-2095-434E-97D1-3636B7E756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6596" y="1311275"/>
            <a:ext cx="8672097" cy="2952750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rgbClr val="1C3D74"/>
                </a:solidFill>
                <a:latin typeface="+mj-lt"/>
              </a:defRPr>
            </a:lvl1pPr>
            <a:lvl2pPr>
              <a:buFont typeface="Arial" panose="020B0604020202020204" pitchFamily="34" charset="0"/>
              <a:buChar char="-"/>
              <a:defRPr sz="1400">
                <a:solidFill>
                  <a:srgbClr val="1C3D74"/>
                </a:solidFill>
                <a:latin typeface="+mj-lt"/>
              </a:defRPr>
            </a:lvl2pPr>
            <a:lvl3pPr>
              <a:defRPr>
                <a:solidFill>
                  <a:srgbClr val="1C3D74"/>
                </a:solidFill>
                <a:latin typeface="+mj-lt"/>
              </a:defRPr>
            </a:lvl3pPr>
            <a:lvl4pPr>
              <a:defRPr>
                <a:solidFill>
                  <a:srgbClr val="1C3D74"/>
                </a:solidFill>
                <a:latin typeface="+mj-lt"/>
              </a:defRPr>
            </a:lvl4pPr>
            <a:lvl5pPr>
              <a:defRPr>
                <a:solidFill>
                  <a:srgbClr val="1C3D74"/>
                </a:solidFill>
                <a:latin typeface="+mj-lt"/>
              </a:defRPr>
            </a:lvl5pPr>
          </a:lstStyle>
          <a:p>
            <a:pPr marL="0" indent="0">
              <a:buNone/>
            </a:pPr>
            <a:r>
              <a:rPr lang="en-US"/>
              <a:t>Click to edit Master title style – Arial Regular 14pt</a:t>
            </a:r>
          </a:p>
          <a:p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 lvl="1">
              <a:buFont typeface="Arial" panose="020B0604020202020204" pitchFamily="34" charset="0"/>
              <a:buChar char="-"/>
              <a:defRPr/>
            </a:pPr>
            <a:r>
              <a:rPr lang="en-US" sz="1400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Sub-bullet point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46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slide title (up to 2 lines) – </a:t>
            </a:r>
            <a:br>
              <a:rPr lang="en-US"/>
            </a:br>
            <a:r>
              <a:rPr lang="en-US"/>
              <a:t>Arial Bold 25pt 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BF9F98BB-2095-434E-97D1-3636B7E756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6596" y="1311275"/>
            <a:ext cx="4277455" cy="2952750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rgbClr val="1C3D74"/>
                </a:solidFill>
                <a:latin typeface="+mj-lt"/>
              </a:defRPr>
            </a:lvl1pPr>
            <a:lvl2pPr>
              <a:buFont typeface="Arial" panose="020B0604020202020204" pitchFamily="34" charset="0"/>
              <a:buChar char="-"/>
              <a:defRPr sz="1400">
                <a:solidFill>
                  <a:srgbClr val="1C3D74"/>
                </a:solidFill>
                <a:latin typeface="+mj-lt"/>
              </a:defRPr>
            </a:lvl2pPr>
            <a:lvl3pPr>
              <a:defRPr>
                <a:solidFill>
                  <a:srgbClr val="1C3D74"/>
                </a:solidFill>
                <a:latin typeface="+mj-lt"/>
              </a:defRPr>
            </a:lvl3pPr>
            <a:lvl4pPr>
              <a:defRPr>
                <a:solidFill>
                  <a:srgbClr val="1C3D74"/>
                </a:solidFill>
                <a:latin typeface="+mj-lt"/>
              </a:defRPr>
            </a:lvl4pPr>
            <a:lvl5pPr>
              <a:defRPr>
                <a:solidFill>
                  <a:srgbClr val="1C3D74"/>
                </a:solidFill>
                <a:latin typeface="+mj-lt"/>
              </a:defRPr>
            </a:lvl5pPr>
          </a:lstStyle>
          <a:p>
            <a:pPr marL="0" indent="0">
              <a:buNone/>
            </a:pPr>
            <a:r>
              <a:rPr lang="en-US"/>
              <a:t>Click to edit Master title style – Arial Regular 14pt</a:t>
            </a:r>
          </a:p>
          <a:p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 lvl="1">
              <a:buFont typeface="Arial" panose="020B0604020202020204" pitchFamily="34" charset="0"/>
              <a:buChar char="-"/>
              <a:defRPr/>
            </a:pPr>
            <a:r>
              <a:rPr lang="en-US" sz="1400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Sub-bullet point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5C7A6F9-784D-428C-B9C4-650A70FFC07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80865" y="1311275"/>
            <a:ext cx="4277455" cy="2952750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rgbClr val="1C3D74"/>
                </a:solidFill>
                <a:latin typeface="+mj-lt"/>
              </a:defRPr>
            </a:lvl1pPr>
            <a:lvl2pPr>
              <a:buFont typeface="Arial" panose="020B0604020202020204" pitchFamily="34" charset="0"/>
              <a:buChar char="-"/>
              <a:defRPr sz="1400">
                <a:solidFill>
                  <a:srgbClr val="1C3D74"/>
                </a:solidFill>
                <a:latin typeface="+mj-lt"/>
              </a:defRPr>
            </a:lvl2pPr>
            <a:lvl3pPr>
              <a:defRPr>
                <a:solidFill>
                  <a:srgbClr val="1C3D74"/>
                </a:solidFill>
                <a:latin typeface="+mj-lt"/>
              </a:defRPr>
            </a:lvl3pPr>
            <a:lvl4pPr>
              <a:defRPr>
                <a:solidFill>
                  <a:srgbClr val="1C3D74"/>
                </a:solidFill>
                <a:latin typeface="+mj-lt"/>
              </a:defRPr>
            </a:lvl4pPr>
            <a:lvl5pPr>
              <a:defRPr>
                <a:solidFill>
                  <a:srgbClr val="1C3D74"/>
                </a:solidFill>
                <a:latin typeface="+mj-lt"/>
              </a:defRPr>
            </a:lvl5pPr>
          </a:lstStyle>
          <a:p>
            <a:pPr marL="0" indent="0">
              <a:buNone/>
            </a:pPr>
            <a:r>
              <a:rPr lang="en-US"/>
              <a:t>Click to edit Master title style – Arial Regular 14pt</a:t>
            </a:r>
          </a:p>
          <a:p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 lvl="1">
              <a:buFont typeface="Arial" panose="020B0604020202020204" pitchFamily="34" charset="0"/>
              <a:buChar char="-"/>
              <a:defRPr/>
            </a:pPr>
            <a:r>
              <a:rPr lang="en-US" sz="1400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Sub-bullet point</a:t>
            </a:r>
          </a:p>
        </p:txBody>
      </p:sp>
    </p:spTree>
    <p:extLst>
      <p:ext uri="{BB962C8B-B14F-4D97-AF65-F5344CB8AC3E}">
        <p14:creationId xmlns:p14="http://schemas.microsoft.com/office/powerpoint/2010/main" val="3102203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text + imag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B6C74048-C75E-FD4A-A2F0-C36E16C2A34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679950" y="1311276"/>
            <a:ext cx="4186238" cy="27919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tx2"/>
                </a:solidFill>
                <a:latin typeface="4 Text" pitchFamily="2" charset="77"/>
              </a:defRPr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558A91-5849-F74E-9FFB-8BB3E3F86F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79950" y="4176072"/>
            <a:ext cx="4186238" cy="879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2pPr>
            <a:lvl3pPr marL="6858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3pPr>
            <a:lvl4pPr marL="10287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4pPr>
            <a:lvl5pPr marL="13716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5pPr>
          </a:lstStyle>
          <a:p>
            <a:pPr lvl="0"/>
            <a:r>
              <a:rPr lang="en-US"/>
              <a:t>Click to edit caption: Arial Regular 10pt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slide title (up to 2 lines) – </a:t>
            </a:r>
            <a:br>
              <a:rPr lang="en-US"/>
            </a:br>
            <a:r>
              <a:rPr lang="en-US"/>
              <a:t>Arial Bold 25pt 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00C9E275-0734-425E-938B-16131D4657E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6596" y="1311275"/>
            <a:ext cx="4385404" cy="2952750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rgbClr val="1C3D74"/>
                </a:solidFill>
                <a:latin typeface="+mj-lt"/>
              </a:defRPr>
            </a:lvl1pPr>
            <a:lvl2pPr>
              <a:buFont typeface="Arial" panose="020B0604020202020204" pitchFamily="34" charset="0"/>
              <a:buChar char="-"/>
              <a:defRPr sz="1400">
                <a:solidFill>
                  <a:srgbClr val="1C3D74"/>
                </a:solidFill>
                <a:latin typeface="+mj-lt"/>
              </a:defRPr>
            </a:lvl2pPr>
            <a:lvl3pPr>
              <a:defRPr>
                <a:solidFill>
                  <a:srgbClr val="1C3D74"/>
                </a:solidFill>
                <a:latin typeface="+mj-lt"/>
              </a:defRPr>
            </a:lvl3pPr>
            <a:lvl4pPr>
              <a:defRPr>
                <a:solidFill>
                  <a:srgbClr val="1C3D74"/>
                </a:solidFill>
                <a:latin typeface="+mj-lt"/>
              </a:defRPr>
            </a:lvl4pPr>
            <a:lvl5pPr>
              <a:defRPr>
                <a:solidFill>
                  <a:srgbClr val="1C3D74"/>
                </a:solidFill>
                <a:latin typeface="+mj-lt"/>
              </a:defRPr>
            </a:lvl5pPr>
          </a:lstStyle>
          <a:p>
            <a:pPr marL="0" indent="0">
              <a:buNone/>
            </a:pPr>
            <a:r>
              <a:rPr lang="en-US"/>
              <a:t>Click to edit Master title style – Arial Regular 14pt</a:t>
            </a:r>
          </a:p>
          <a:p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 lvl="1">
              <a:buFont typeface="Arial" panose="020B0604020202020204" pitchFamily="34" charset="0"/>
              <a:buChar char="-"/>
              <a:defRPr/>
            </a:pPr>
            <a:r>
              <a:rPr lang="en-US" sz="1400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Sub-bullet point</a:t>
            </a:r>
          </a:p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28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text + image + ca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B6C74048-C75E-FD4A-A2F0-C36E16C2A34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767512" y="1311276"/>
            <a:ext cx="2098675" cy="277370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tx2"/>
                </a:solidFill>
                <a:latin typeface="4 Text" pitchFamily="2" charset="77"/>
              </a:defRPr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C8558A91-5849-F74E-9FFB-8BB3E3F86F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67512" y="4176072"/>
            <a:ext cx="2098676" cy="8795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2pPr>
            <a:lvl3pPr marL="6858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3pPr>
            <a:lvl4pPr marL="10287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4pPr>
            <a:lvl5pPr marL="13716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5pPr>
          </a:lstStyle>
          <a:p>
            <a:pPr lvl="0"/>
            <a:r>
              <a:rPr lang="en-US"/>
              <a:t>Click to edit caption: Arial Regular 10pt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slide title (up to 2 lines) – </a:t>
            </a:r>
            <a:br>
              <a:rPr lang="en-US"/>
            </a:br>
            <a:r>
              <a:rPr lang="en-US"/>
              <a:t>Arial Bold 25pt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02840F-CF0A-4B0C-876C-214741C519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6596" y="1311275"/>
            <a:ext cx="6447286" cy="2952750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rgbClr val="1C3D74"/>
                </a:solidFill>
                <a:latin typeface="+mj-lt"/>
              </a:defRPr>
            </a:lvl1pPr>
            <a:lvl2pPr>
              <a:buFont typeface="Arial" panose="020B0604020202020204" pitchFamily="34" charset="0"/>
              <a:buChar char="-"/>
              <a:defRPr sz="1400">
                <a:solidFill>
                  <a:srgbClr val="1C3D74"/>
                </a:solidFill>
                <a:latin typeface="+mj-lt"/>
              </a:defRPr>
            </a:lvl2pPr>
            <a:lvl3pPr>
              <a:defRPr>
                <a:solidFill>
                  <a:srgbClr val="1C3D74"/>
                </a:solidFill>
                <a:latin typeface="+mj-lt"/>
              </a:defRPr>
            </a:lvl3pPr>
            <a:lvl4pPr>
              <a:defRPr>
                <a:solidFill>
                  <a:srgbClr val="1C3D74"/>
                </a:solidFill>
                <a:latin typeface="+mj-lt"/>
              </a:defRPr>
            </a:lvl4pPr>
            <a:lvl5pPr>
              <a:defRPr>
                <a:solidFill>
                  <a:srgbClr val="1C3D74"/>
                </a:solidFill>
                <a:latin typeface="+mj-lt"/>
              </a:defRPr>
            </a:lvl5pPr>
          </a:lstStyle>
          <a:p>
            <a:pPr marL="0" indent="0">
              <a:buNone/>
            </a:pPr>
            <a:r>
              <a:rPr lang="en-US"/>
              <a:t>Click to edit Master title style – Arial Regular 14pt</a:t>
            </a:r>
          </a:p>
          <a:p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 lvl="1">
              <a:buFont typeface="Arial" panose="020B0604020202020204" pitchFamily="34" charset="0"/>
              <a:buChar char="-"/>
              <a:defRPr/>
            </a:pPr>
            <a:r>
              <a:rPr lang="en-US" sz="1400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Sub-bullet point</a:t>
            </a:r>
          </a:p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1808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95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text + image + caption 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EBDDE399-7978-8146-B813-A0B3CFED1CC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767512" y="2874141"/>
            <a:ext cx="2098675" cy="124076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tx2"/>
                </a:solidFill>
                <a:latin typeface="4 Text" pitchFamily="2" charset="77"/>
              </a:defRPr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6D51F31A-86D2-8C4F-A1A9-C88372B37B3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767513" y="1311274"/>
            <a:ext cx="2098675" cy="124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tx2"/>
                </a:solidFill>
                <a:latin typeface="4 Text" pitchFamily="2" charset="77"/>
              </a:defRPr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C8558A91-5849-F74E-9FFB-8BB3E3F86F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67511" y="2607606"/>
            <a:ext cx="2098676" cy="8795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2pPr>
            <a:lvl3pPr marL="6858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3pPr>
            <a:lvl4pPr marL="10287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4pPr>
            <a:lvl5pPr marL="13716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5pPr>
          </a:lstStyle>
          <a:p>
            <a:pPr lvl="0"/>
            <a:r>
              <a:rPr lang="en-US"/>
              <a:t>Click to edit caption: Arial Regular 10pt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C8558A91-5849-F74E-9FFB-8BB3E3F86F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67513" y="4176072"/>
            <a:ext cx="2098676" cy="8795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2pPr>
            <a:lvl3pPr marL="6858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3pPr>
            <a:lvl4pPr marL="10287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4pPr>
            <a:lvl5pPr marL="13716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5pPr>
          </a:lstStyle>
          <a:p>
            <a:pPr lvl="0"/>
            <a:r>
              <a:rPr lang="en-US"/>
              <a:t>Click to edit caption: Arial Regular 10pt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slide title (up to 2 lines) – </a:t>
            </a:r>
            <a:br>
              <a:rPr lang="en-US"/>
            </a:br>
            <a:r>
              <a:rPr lang="en-US"/>
              <a:t>Arial Bold 25pt title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39CEF63-09E5-47AB-B122-292E3DA726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6596" y="1311275"/>
            <a:ext cx="6447286" cy="2952750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rgbClr val="1C3D74"/>
                </a:solidFill>
                <a:latin typeface="+mj-lt"/>
              </a:defRPr>
            </a:lvl1pPr>
            <a:lvl2pPr>
              <a:buFont typeface="Arial" panose="020B0604020202020204" pitchFamily="34" charset="0"/>
              <a:buChar char="-"/>
              <a:defRPr sz="1400">
                <a:solidFill>
                  <a:srgbClr val="1C3D74"/>
                </a:solidFill>
                <a:latin typeface="+mj-lt"/>
              </a:defRPr>
            </a:lvl2pPr>
            <a:lvl3pPr>
              <a:defRPr>
                <a:solidFill>
                  <a:srgbClr val="1C3D74"/>
                </a:solidFill>
                <a:latin typeface="+mj-lt"/>
              </a:defRPr>
            </a:lvl3pPr>
            <a:lvl4pPr>
              <a:defRPr>
                <a:solidFill>
                  <a:srgbClr val="1C3D74"/>
                </a:solidFill>
                <a:latin typeface="+mj-lt"/>
              </a:defRPr>
            </a:lvl4pPr>
            <a:lvl5pPr>
              <a:defRPr>
                <a:solidFill>
                  <a:srgbClr val="1C3D74"/>
                </a:solidFill>
                <a:latin typeface="+mj-lt"/>
              </a:defRPr>
            </a:lvl5pPr>
          </a:lstStyle>
          <a:p>
            <a:pPr marL="0" indent="0">
              <a:buNone/>
            </a:pPr>
            <a:r>
              <a:rPr lang="en-US"/>
              <a:t>Click to edit Master title style – Arial Regular 14pt</a:t>
            </a:r>
          </a:p>
          <a:p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 lvl="1">
              <a:buFont typeface="Arial" panose="020B0604020202020204" pitchFamily="34" charset="0"/>
              <a:buChar char="-"/>
              <a:defRPr/>
            </a:pPr>
            <a:r>
              <a:rPr lang="en-US" sz="1400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Sub-bullet point</a:t>
            </a:r>
          </a:p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0498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text + image + cap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5">
            <a:extLst>
              <a:ext uri="{FF2B5EF4-FFF2-40B4-BE49-F238E27FC236}">
                <a16:creationId xmlns:a16="http://schemas.microsoft.com/office/drawing/2014/main" id="{DE942392-5A1D-4B43-9FC3-CF83A59FC53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767513" y="1311275"/>
            <a:ext cx="2098675" cy="124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tx2"/>
                </a:solidFill>
                <a:latin typeface="4 Text" pitchFamily="2" charset="77"/>
              </a:defRPr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18" name="Picture Placeholder 5">
            <a:extLst>
              <a:ext uri="{FF2B5EF4-FFF2-40B4-BE49-F238E27FC236}">
                <a16:creationId xmlns:a16="http://schemas.microsoft.com/office/drawing/2014/main" id="{FA0FF9DD-FA38-C644-8804-531A719824B2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572001" y="1322602"/>
            <a:ext cx="2098675" cy="124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tx2"/>
                </a:solidFill>
                <a:latin typeface="4 Text" pitchFamily="2" charset="77"/>
              </a:defRPr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24" name="Text Placeholder 8">
            <a:extLst>
              <a:ext uri="{FF2B5EF4-FFF2-40B4-BE49-F238E27FC236}">
                <a16:creationId xmlns:a16="http://schemas.microsoft.com/office/drawing/2014/main" id="{C8558A91-5849-F74E-9FFB-8BB3E3F86F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67511" y="2607606"/>
            <a:ext cx="2098676" cy="8795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2pPr>
            <a:lvl3pPr marL="6858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3pPr>
            <a:lvl4pPr marL="10287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4pPr>
            <a:lvl5pPr marL="13716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5pPr>
          </a:lstStyle>
          <a:p>
            <a:pPr lvl="0"/>
            <a:r>
              <a:rPr lang="en-US"/>
              <a:t>Click to edit caption: Arial Regular 10pt</a:t>
            </a:r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C8558A91-5849-F74E-9FFB-8BB3E3F86F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67513" y="4176072"/>
            <a:ext cx="2098676" cy="8795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2pPr>
            <a:lvl3pPr marL="6858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3pPr>
            <a:lvl4pPr marL="10287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4pPr>
            <a:lvl5pPr marL="13716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5pPr>
          </a:lstStyle>
          <a:p>
            <a:pPr lvl="0"/>
            <a:r>
              <a:rPr lang="en-US"/>
              <a:t>Click to edit caption: Arial Regular 10pt</a:t>
            </a:r>
          </a:p>
        </p:txBody>
      </p:sp>
      <p:sp>
        <p:nvSpPr>
          <p:cNvPr id="26" name="Picture Placeholder 5">
            <a:extLst>
              <a:ext uri="{FF2B5EF4-FFF2-40B4-BE49-F238E27FC236}">
                <a16:creationId xmlns:a16="http://schemas.microsoft.com/office/drawing/2014/main" id="{EBDDE399-7978-8146-B813-A0B3CFED1CC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767512" y="2874141"/>
            <a:ext cx="2098675" cy="124076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tx2"/>
                </a:solidFill>
                <a:latin typeface="4 Text" pitchFamily="2" charset="77"/>
              </a:defRPr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27" name="Picture Placeholder 5">
            <a:extLst>
              <a:ext uri="{FF2B5EF4-FFF2-40B4-BE49-F238E27FC236}">
                <a16:creationId xmlns:a16="http://schemas.microsoft.com/office/drawing/2014/main" id="{EBDDE399-7978-8146-B813-A0B3CFED1CCE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572001" y="2874141"/>
            <a:ext cx="2098675" cy="124076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tx2"/>
                </a:solidFill>
                <a:latin typeface="4 Text" pitchFamily="2" charset="77"/>
              </a:defRPr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C8558A91-5849-F74E-9FFB-8BB3E3F86F0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71999" y="2607606"/>
            <a:ext cx="2098676" cy="8795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2pPr>
            <a:lvl3pPr marL="6858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3pPr>
            <a:lvl4pPr marL="10287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4pPr>
            <a:lvl5pPr marL="13716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5pPr>
          </a:lstStyle>
          <a:p>
            <a:pPr lvl="0"/>
            <a:r>
              <a:rPr lang="en-US"/>
              <a:t>Click to edit caption: Arial Regular 10pt</a:t>
            </a:r>
          </a:p>
        </p:txBody>
      </p:sp>
      <p:sp>
        <p:nvSpPr>
          <p:cNvPr id="29" name="Text Placeholder 8">
            <a:extLst>
              <a:ext uri="{FF2B5EF4-FFF2-40B4-BE49-F238E27FC236}">
                <a16:creationId xmlns:a16="http://schemas.microsoft.com/office/drawing/2014/main" id="{C8558A91-5849-F74E-9FFB-8BB3E3F86F0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571999" y="4173000"/>
            <a:ext cx="2098676" cy="8795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2pPr>
            <a:lvl3pPr marL="6858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3pPr>
            <a:lvl4pPr marL="10287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4pPr>
            <a:lvl5pPr marL="13716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5pPr>
          </a:lstStyle>
          <a:p>
            <a:pPr lvl="0"/>
            <a:r>
              <a:rPr lang="en-US"/>
              <a:t>Click to edit caption: Arial Regular 10pt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slide title (up to 2 lines) – </a:t>
            </a:r>
            <a:br>
              <a:rPr lang="en-US"/>
            </a:br>
            <a:r>
              <a:rPr lang="en-US"/>
              <a:t>Arial Bold 25pt title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A5E523E2-4C7B-424A-8715-BA3BD5E8B9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6597" y="1311275"/>
            <a:ext cx="4288564" cy="2952750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rgbClr val="1C3D74"/>
                </a:solidFill>
                <a:latin typeface="+mj-lt"/>
              </a:defRPr>
            </a:lvl1pPr>
            <a:lvl2pPr>
              <a:buFont typeface="Arial" panose="020B0604020202020204" pitchFamily="34" charset="0"/>
              <a:buChar char="-"/>
              <a:defRPr sz="1400">
                <a:solidFill>
                  <a:srgbClr val="1C3D74"/>
                </a:solidFill>
                <a:latin typeface="+mj-lt"/>
              </a:defRPr>
            </a:lvl2pPr>
            <a:lvl3pPr>
              <a:defRPr>
                <a:solidFill>
                  <a:srgbClr val="1C3D74"/>
                </a:solidFill>
                <a:latin typeface="+mj-lt"/>
              </a:defRPr>
            </a:lvl3pPr>
            <a:lvl4pPr>
              <a:defRPr>
                <a:solidFill>
                  <a:srgbClr val="1C3D74"/>
                </a:solidFill>
                <a:latin typeface="+mj-lt"/>
              </a:defRPr>
            </a:lvl4pPr>
            <a:lvl5pPr>
              <a:defRPr>
                <a:solidFill>
                  <a:srgbClr val="1C3D74"/>
                </a:solidFill>
                <a:latin typeface="+mj-lt"/>
              </a:defRPr>
            </a:lvl5pPr>
          </a:lstStyle>
          <a:p>
            <a:pPr marL="0" indent="0">
              <a:buNone/>
            </a:pPr>
            <a:r>
              <a:rPr lang="en-US"/>
              <a:t>Click to edit Master title style – Arial Regular 14pt</a:t>
            </a:r>
          </a:p>
          <a:p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 lvl="1">
              <a:buFont typeface="Arial" panose="020B0604020202020204" pitchFamily="34" charset="0"/>
              <a:buChar char="-"/>
              <a:defRPr/>
            </a:pPr>
            <a:r>
              <a:rPr lang="en-US" sz="1400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Sub-bullet point</a:t>
            </a:r>
          </a:p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9352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text + image + captio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5">
            <a:extLst>
              <a:ext uri="{FF2B5EF4-FFF2-40B4-BE49-F238E27FC236}">
                <a16:creationId xmlns:a16="http://schemas.microsoft.com/office/drawing/2014/main" id="{FA0FF9DD-FA38-C644-8804-531A719824B2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572001" y="1322602"/>
            <a:ext cx="2098675" cy="124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tx2"/>
                </a:solidFill>
                <a:latin typeface="4 Text" pitchFamily="2" charset="77"/>
              </a:defRPr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22" name="Picture Placeholder 5">
            <a:extLst>
              <a:ext uri="{FF2B5EF4-FFF2-40B4-BE49-F238E27FC236}">
                <a16:creationId xmlns:a16="http://schemas.microsoft.com/office/drawing/2014/main" id="{EBDDE399-7978-8146-B813-A0B3CFED1CCE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572001" y="2874141"/>
            <a:ext cx="2098675" cy="124076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tx2"/>
                </a:solidFill>
                <a:latin typeface="4 Text" pitchFamily="2" charset="77"/>
              </a:defRPr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C8558A91-5849-F74E-9FFB-8BB3E3F86F0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71999" y="2607606"/>
            <a:ext cx="2098676" cy="8795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2pPr>
            <a:lvl3pPr marL="6858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3pPr>
            <a:lvl4pPr marL="10287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4pPr>
            <a:lvl5pPr marL="13716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5pPr>
          </a:lstStyle>
          <a:p>
            <a:pPr lvl="0"/>
            <a:r>
              <a:rPr lang="en-US"/>
              <a:t>Click to edit caption: Arial Regular 10pt</a:t>
            </a:r>
          </a:p>
        </p:txBody>
      </p:sp>
      <p:sp>
        <p:nvSpPr>
          <p:cNvPr id="24" name="Text Placeholder 8">
            <a:extLst>
              <a:ext uri="{FF2B5EF4-FFF2-40B4-BE49-F238E27FC236}">
                <a16:creationId xmlns:a16="http://schemas.microsoft.com/office/drawing/2014/main" id="{C8558A91-5849-F74E-9FFB-8BB3E3F86F0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571999" y="4173000"/>
            <a:ext cx="2098676" cy="8795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2pPr>
            <a:lvl3pPr marL="6858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3pPr>
            <a:lvl4pPr marL="10287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4pPr>
            <a:lvl5pPr marL="13716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5pPr>
          </a:lstStyle>
          <a:p>
            <a:pPr lvl="0"/>
            <a:r>
              <a:rPr lang="en-US"/>
              <a:t>Click to edit caption: Arial Regular 10pt</a:t>
            </a:r>
          </a:p>
        </p:txBody>
      </p:sp>
      <p:sp>
        <p:nvSpPr>
          <p:cNvPr id="33" name="Picture Placeholder 5">
            <a:extLst>
              <a:ext uri="{FF2B5EF4-FFF2-40B4-BE49-F238E27FC236}">
                <a16:creationId xmlns:a16="http://schemas.microsoft.com/office/drawing/2014/main" id="{FA0FF9DD-FA38-C644-8804-531A719824B2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6767513" y="1322601"/>
            <a:ext cx="2098675" cy="279230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tx2"/>
                </a:solidFill>
                <a:latin typeface="4 Text" pitchFamily="2" charset="77"/>
              </a:defRPr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34" name="Text Placeholder 8">
            <a:extLst>
              <a:ext uri="{FF2B5EF4-FFF2-40B4-BE49-F238E27FC236}">
                <a16:creationId xmlns:a16="http://schemas.microsoft.com/office/drawing/2014/main" id="{C8558A91-5849-F74E-9FFB-8BB3E3F86F0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767512" y="4177950"/>
            <a:ext cx="2098676" cy="8795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2pPr>
            <a:lvl3pPr marL="6858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3pPr>
            <a:lvl4pPr marL="10287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4pPr>
            <a:lvl5pPr marL="13716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5pPr>
          </a:lstStyle>
          <a:p>
            <a:pPr lvl="0"/>
            <a:r>
              <a:rPr lang="en-US"/>
              <a:t>Click to edit caption: Arial Regular 10pt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slide title (up to 2 lines) – </a:t>
            </a:r>
            <a:br>
              <a:rPr lang="en-US"/>
            </a:br>
            <a:r>
              <a:rPr lang="en-US"/>
              <a:t>Arial Bold 25pt title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216A11E-B4A5-4F26-9049-F166D72D625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6597" y="1311275"/>
            <a:ext cx="4288564" cy="2952750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rgbClr val="1C3D74"/>
                </a:solidFill>
                <a:latin typeface="+mj-lt"/>
              </a:defRPr>
            </a:lvl1pPr>
            <a:lvl2pPr>
              <a:buFont typeface="Arial" panose="020B0604020202020204" pitchFamily="34" charset="0"/>
              <a:buChar char="-"/>
              <a:defRPr sz="1400">
                <a:solidFill>
                  <a:srgbClr val="1C3D74"/>
                </a:solidFill>
                <a:latin typeface="+mj-lt"/>
              </a:defRPr>
            </a:lvl2pPr>
            <a:lvl3pPr>
              <a:defRPr>
                <a:solidFill>
                  <a:srgbClr val="1C3D74"/>
                </a:solidFill>
                <a:latin typeface="+mj-lt"/>
              </a:defRPr>
            </a:lvl3pPr>
            <a:lvl4pPr>
              <a:defRPr>
                <a:solidFill>
                  <a:srgbClr val="1C3D74"/>
                </a:solidFill>
                <a:latin typeface="+mj-lt"/>
              </a:defRPr>
            </a:lvl4pPr>
            <a:lvl5pPr>
              <a:defRPr>
                <a:solidFill>
                  <a:srgbClr val="1C3D74"/>
                </a:solidFill>
                <a:latin typeface="+mj-lt"/>
              </a:defRPr>
            </a:lvl5pPr>
          </a:lstStyle>
          <a:p>
            <a:pPr marL="0" indent="0">
              <a:buNone/>
            </a:pPr>
            <a:r>
              <a:rPr lang="en-US"/>
              <a:t>Click to edit Master title style – Arial Regular 14pt</a:t>
            </a:r>
          </a:p>
          <a:p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 lvl="1">
              <a:buFont typeface="Arial" panose="020B0604020202020204" pitchFamily="34" charset="0"/>
              <a:buChar char="-"/>
              <a:defRPr/>
            </a:pPr>
            <a:r>
              <a:rPr lang="en-US" sz="1400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Sub-bullet point</a:t>
            </a:r>
          </a:p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9232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text + image + caption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5">
            <a:extLst>
              <a:ext uri="{FF2B5EF4-FFF2-40B4-BE49-F238E27FC236}">
                <a16:creationId xmlns:a16="http://schemas.microsoft.com/office/drawing/2014/main" id="{FA0FF9DD-FA38-C644-8804-531A719824B2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572001" y="1322602"/>
            <a:ext cx="4305300" cy="124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tx2"/>
                </a:solidFill>
                <a:latin typeface="4 Text" pitchFamily="2" charset="77"/>
              </a:defRPr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C8558A91-5849-F74E-9FFB-8BB3E3F86F0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71999" y="2607606"/>
            <a:ext cx="4305302" cy="8795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2pPr>
            <a:lvl3pPr marL="6858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3pPr>
            <a:lvl4pPr marL="10287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4pPr>
            <a:lvl5pPr marL="13716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5pPr>
          </a:lstStyle>
          <a:p>
            <a:pPr lvl="0"/>
            <a:r>
              <a:rPr lang="en-US"/>
              <a:t>Click to edit caption: Arial Regular 10pt</a:t>
            </a:r>
          </a:p>
        </p:txBody>
      </p:sp>
      <p:sp>
        <p:nvSpPr>
          <p:cNvPr id="23" name="Picture Placeholder 5">
            <a:extLst>
              <a:ext uri="{FF2B5EF4-FFF2-40B4-BE49-F238E27FC236}">
                <a16:creationId xmlns:a16="http://schemas.microsoft.com/office/drawing/2014/main" id="{EBDDE399-7978-8146-B813-A0B3CFED1CCE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572001" y="2874141"/>
            <a:ext cx="2098675" cy="124076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tx2"/>
                </a:solidFill>
                <a:latin typeface="4 Text" pitchFamily="2" charset="77"/>
              </a:defRPr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24" name="Text Placeholder 8">
            <a:extLst>
              <a:ext uri="{FF2B5EF4-FFF2-40B4-BE49-F238E27FC236}">
                <a16:creationId xmlns:a16="http://schemas.microsoft.com/office/drawing/2014/main" id="{C8558A91-5849-F74E-9FFB-8BB3E3F86F0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571999" y="4173000"/>
            <a:ext cx="2098676" cy="8795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2pPr>
            <a:lvl3pPr marL="6858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3pPr>
            <a:lvl4pPr marL="10287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4pPr>
            <a:lvl5pPr marL="13716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5pPr>
          </a:lstStyle>
          <a:p>
            <a:pPr lvl="0"/>
            <a:r>
              <a:rPr lang="en-US"/>
              <a:t>Click to edit caption: Arial Regular 10pt</a:t>
            </a:r>
          </a:p>
        </p:txBody>
      </p:sp>
      <p:sp>
        <p:nvSpPr>
          <p:cNvPr id="25" name="Picture Placeholder 5">
            <a:extLst>
              <a:ext uri="{FF2B5EF4-FFF2-40B4-BE49-F238E27FC236}">
                <a16:creationId xmlns:a16="http://schemas.microsoft.com/office/drawing/2014/main" id="{EBDDE399-7978-8146-B813-A0B3CFED1CCE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6778626" y="2877213"/>
            <a:ext cx="2098675" cy="124076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tx2"/>
                </a:solidFill>
                <a:latin typeface="4 Text" pitchFamily="2" charset="77"/>
              </a:defRPr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26" name="Text Placeholder 8">
            <a:extLst>
              <a:ext uri="{FF2B5EF4-FFF2-40B4-BE49-F238E27FC236}">
                <a16:creationId xmlns:a16="http://schemas.microsoft.com/office/drawing/2014/main" id="{C8558A91-5849-F74E-9FFB-8BB3E3F86F0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778624" y="4176072"/>
            <a:ext cx="2098676" cy="8795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2pPr>
            <a:lvl3pPr marL="6858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3pPr>
            <a:lvl4pPr marL="10287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4pPr>
            <a:lvl5pPr marL="13716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5pPr>
          </a:lstStyle>
          <a:p>
            <a:pPr lvl="0"/>
            <a:r>
              <a:rPr lang="en-US"/>
              <a:t>Click to edit caption: Arial Regular 10pt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slide title (up to 2 lines) – </a:t>
            </a:r>
            <a:br>
              <a:rPr lang="en-US"/>
            </a:br>
            <a:r>
              <a:rPr lang="en-US"/>
              <a:t>Arial Bold 25pt title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11A76B9A-C73D-41F4-848B-7B422BD254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6597" y="1311275"/>
            <a:ext cx="4288564" cy="2952750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rgbClr val="1C3D74"/>
                </a:solidFill>
                <a:latin typeface="+mj-lt"/>
              </a:defRPr>
            </a:lvl1pPr>
            <a:lvl2pPr>
              <a:buFont typeface="Arial" panose="020B0604020202020204" pitchFamily="34" charset="0"/>
              <a:buChar char="-"/>
              <a:defRPr sz="1400">
                <a:solidFill>
                  <a:srgbClr val="1C3D74"/>
                </a:solidFill>
                <a:latin typeface="+mj-lt"/>
              </a:defRPr>
            </a:lvl2pPr>
            <a:lvl3pPr>
              <a:defRPr>
                <a:solidFill>
                  <a:srgbClr val="1C3D74"/>
                </a:solidFill>
                <a:latin typeface="+mj-lt"/>
              </a:defRPr>
            </a:lvl3pPr>
            <a:lvl4pPr>
              <a:defRPr>
                <a:solidFill>
                  <a:srgbClr val="1C3D74"/>
                </a:solidFill>
                <a:latin typeface="+mj-lt"/>
              </a:defRPr>
            </a:lvl4pPr>
            <a:lvl5pPr>
              <a:defRPr>
                <a:solidFill>
                  <a:srgbClr val="1C3D74"/>
                </a:solidFill>
                <a:latin typeface="+mj-lt"/>
              </a:defRPr>
            </a:lvl5pPr>
          </a:lstStyle>
          <a:p>
            <a:pPr marL="0" indent="0">
              <a:buNone/>
            </a:pPr>
            <a:r>
              <a:rPr lang="en-US"/>
              <a:t>Click to edit Master title style – Arial Regular 14pt</a:t>
            </a:r>
          </a:p>
          <a:p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 lvl="1">
              <a:buFont typeface="Arial" panose="020B0604020202020204" pitchFamily="34" charset="0"/>
              <a:buChar char="-"/>
              <a:defRPr/>
            </a:pPr>
            <a:r>
              <a:rPr lang="en-US" sz="1400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Sub-bullet point</a:t>
            </a:r>
          </a:p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5009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2 column text + image + ca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5">
            <a:extLst>
              <a:ext uri="{FF2B5EF4-FFF2-40B4-BE49-F238E27FC236}">
                <a16:creationId xmlns:a16="http://schemas.microsoft.com/office/drawing/2014/main" id="{FA0FF9DD-FA38-C644-8804-531A719824B2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6102847" y="1322601"/>
            <a:ext cx="2763341" cy="279230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tx2"/>
                </a:solidFill>
                <a:latin typeface="4 Text" pitchFamily="2" charset="77"/>
              </a:defRPr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C8558A91-5849-F74E-9FFB-8BB3E3F86F0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02847" y="4177950"/>
            <a:ext cx="2763341" cy="8795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2pPr>
            <a:lvl3pPr marL="6858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3pPr>
            <a:lvl4pPr marL="10287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4pPr>
            <a:lvl5pPr marL="13716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5pPr>
          </a:lstStyle>
          <a:p>
            <a:pPr lvl="0"/>
            <a:r>
              <a:rPr lang="en-US"/>
              <a:t>Click to edit caption: Arial Regular 10pt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slide title (up to 2 lines) – </a:t>
            </a:r>
            <a:br>
              <a:rPr lang="en-US"/>
            </a:br>
            <a:r>
              <a:rPr lang="en-US"/>
              <a:t>Arial Bold 25pt title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6B742EC7-0905-4619-9932-945C15BD9FB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144721" y="1311275"/>
            <a:ext cx="2854557" cy="2952750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rgbClr val="1C3D74"/>
                </a:solidFill>
                <a:latin typeface="+mj-lt"/>
              </a:defRPr>
            </a:lvl1pPr>
            <a:lvl2pPr marL="457200" indent="0">
              <a:buFont typeface="Arial" panose="020B0604020202020204" pitchFamily="34" charset="0"/>
              <a:buNone/>
              <a:defRPr sz="1400">
                <a:solidFill>
                  <a:srgbClr val="1C3D74"/>
                </a:solidFill>
                <a:latin typeface="+mj-lt"/>
              </a:defRPr>
            </a:lvl2pPr>
            <a:lvl3pPr>
              <a:defRPr>
                <a:solidFill>
                  <a:srgbClr val="1C3D74"/>
                </a:solidFill>
                <a:latin typeface="+mj-lt"/>
              </a:defRPr>
            </a:lvl3pPr>
            <a:lvl4pPr>
              <a:defRPr>
                <a:solidFill>
                  <a:srgbClr val="1C3D74"/>
                </a:solidFill>
                <a:latin typeface="+mj-lt"/>
              </a:defRPr>
            </a:lvl4pPr>
            <a:lvl5pPr>
              <a:defRPr>
                <a:solidFill>
                  <a:srgbClr val="1C3D74"/>
                </a:solidFill>
                <a:latin typeface="+mj-lt"/>
              </a:defRPr>
            </a:lvl5pPr>
          </a:lstStyle>
          <a:p>
            <a:pPr marL="0" indent="0">
              <a:buNone/>
            </a:pPr>
            <a:r>
              <a:rPr lang="en-US"/>
              <a:t>Click to edit Master title style – Arial Regular 14pt</a:t>
            </a:r>
          </a:p>
          <a:p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 lvl="1">
              <a:buFont typeface="Arial" panose="020B0604020202020204" pitchFamily="34" charset="0"/>
              <a:buChar char="-"/>
              <a:defRPr/>
            </a:pPr>
            <a:r>
              <a:rPr lang="en-US" sz="1400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Sub-bullet point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839734A-FE59-489D-8235-3CE5E3DE21E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86595" y="1311275"/>
            <a:ext cx="2854557" cy="2952750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rgbClr val="1C3D74"/>
                </a:solidFill>
                <a:latin typeface="+mj-lt"/>
              </a:defRPr>
            </a:lvl1pPr>
            <a:lvl2pPr>
              <a:buFont typeface="Arial" panose="020B0604020202020204" pitchFamily="34" charset="0"/>
              <a:buChar char="-"/>
              <a:defRPr sz="1400">
                <a:solidFill>
                  <a:srgbClr val="1C3D74"/>
                </a:solidFill>
                <a:latin typeface="+mj-lt"/>
              </a:defRPr>
            </a:lvl2pPr>
            <a:lvl3pPr>
              <a:defRPr>
                <a:solidFill>
                  <a:srgbClr val="1C3D74"/>
                </a:solidFill>
                <a:latin typeface="+mj-lt"/>
              </a:defRPr>
            </a:lvl3pPr>
            <a:lvl4pPr>
              <a:defRPr>
                <a:solidFill>
                  <a:srgbClr val="1C3D74"/>
                </a:solidFill>
                <a:latin typeface="+mj-lt"/>
              </a:defRPr>
            </a:lvl4pPr>
            <a:lvl5pPr>
              <a:defRPr>
                <a:solidFill>
                  <a:srgbClr val="1C3D74"/>
                </a:solidFill>
                <a:latin typeface="+mj-lt"/>
              </a:defRPr>
            </a:lvl5pPr>
          </a:lstStyle>
          <a:p>
            <a:pPr marL="0" indent="0">
              <a:buNone/>
            </a:pPr>
            <a:r>
              <a:rPr lang="en-US"/>
              <a:t>Click to edit Master title style – Arial Regular 14pt</a:t>
            </a:r>
          </a:p>
          <a:p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 lvl="1">
              <a:buFont typeface="Arial" panose="020B0604020202020204" pitchFamily="34" charset="0"/>
              <a:buChar char="-"/>
              <a:defRPr/>
            </a:pPr>
            <a:r>
              <a:rPr lang="en-US" sz="1400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Sub-bullet point</a:t>
            </a:r>
          </a:p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7197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1 column text + imag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EBDDE399-7978-8146-B813-A0B3CFED1CCE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2496620" y="1309603"/>
            <a:ext cx="6380681" cy="280837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tx2"/>
                </a:solidFill>
                <a:latin typeface="4 Text" pitchFamily="2" charset="77"/>
              </a:defRPr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C8558A91-5849-F74E-9FFB-8BB3E3F86F0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496620" y="4176072"/>
            <a:ext cx="6380680" cy="8795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2pPr>
            <a:lvl3pPr marL="6858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3pPr>
            <a:lvl4pPr marL="10287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4pPr>
            <a:lvl5pPr marL="13716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5pPr>
          </a:lstStyle>
          <a:p>
            <a:pPr lvl="0"/>
            <a:r>
              <a:rPr lang="en-US"/>
              <a:t>Click to edit caption: Arial Regular 10pt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slide title (up to 2 lines) – </a:t>
            </a:r>
            <a:br>
              <a:rPr lang="en-US"/>
            </a:br>
            <a:r>
              <a:rPr lang="en-US"/>
              <a:t>Arial Bold 25pt title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57C490C0-3F42-428E-9663-C0315B61F1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6597" y="1311275"/>
            <a:ext cx="2126297" cy="2952750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rgbClr val="1C3D74"/>
                </a:solidFill>
                <a:latin typeface="+mj-lt"/>
              </a:defRPr>
            </a:lvl1pPr>
            <a:lvl2pPr>
              <a:buFont typeface="Arial" panose="020B0604020202020204" pitchFamily="34" charset="0"/>
              <a:buChar char="-"/>
              <a:defRPr sz="1400">
                <a:solidFill>
                  <a:srgbClr val="1C3D74"/>
                </a:solidFill>
                <a:latin typeface="+mj-lt"/>
              </a:defRPr>
            </a:lvl2pPr>
            <a:lvl3pPr>
              <a:defRPr>
                <a:solidFill>
                  <a:srgbClr val="1C3D74"/>
                </a:solidFill>
                <a:latin typeface="+mj-lt"/>
              </a:defRPr>
            </a:lvl3pPr>
            <a:lvl4pPr>
              <a:defRPr>
                <a:solidFill>
                  <a:srgbClr val="1C3D74"/>
                </a:solidFill>
                <a:latin typeface="+mj-lt"/>
              </a:defRPr>
            </a:lvl4pPr>
            <a:lvl5pPr>
              <a:defRPr>
                <a:solidFill>
                  <a:srgbClr val="1C3D74"/>
                </a:solidFill>
                <a:latin typeface="+mj-lt"/>
              </a:defRPr>
            </a:lvl5pPr>
          </a:lstStyle>
          <a:p>
            <a:pPr marL="0" indent="0">
              <a:buNone/>
            </a:pPr>
            <a:r>
              <a:rPr lang="en-US"/>
              <a:t>Click to edit Master title style – Arial Regular 14pt</a:t>
            </a:r>
          </a:p>
          <a:p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 lvl="1">
              <a:buFont typeface="Arial" panose="020B0604020202020204" pitchFamily="34" charset="0"/>
              <a:buChar char="-"/>
              <a:defRPr/>
            </a:pPr>
            <a:r>
              <a:rPr lang="en-US" sz="1400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Sub-bullet point</a:t>
            </a:r>
          </a:p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9450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hero imag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FA0FF9DD-FA38-C644-8804-531A719824B2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287339" y="1322601"/>
            <a:ext cx="8578850" cy="279230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tx2"/>
                </a:solidFill>
                <a:latin typeface="4 Text" pitchFamily="2" charset="77"/>
              </a:defRPr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C8558A91-5849-F74E-9FFB-8BB3E3F86F0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87339" y="4177950"/>
            <a:ext cx="8578850" cy="8795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2pPr>
            <a:lvl3pPr marL="6858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3pPr>
            <a:lvl4pPr marL="10287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4pPr>
            <a:lvl5pPr marL="13716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5pPr>
          </a:lstStyle>
          <a:p>
            <a:pPr lvl="0"/>
            <a:r>
              <a:rPr lang="en-US"/>
              <a:t>Click to edit caption: Arial Regular 10pt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slide title (up to 2 lines) – </a:t>
            </a:r>
            <a:br>
              <a:rPr lang="en-US"/>
            </a:br>
            <a:r>
              <a:rPr lang="en-US"/>
              <a:t>Arial Bold 25pt title</a:t>
            </a:r>
          </a:p>
        </p:txBody>
      </p:sp>
    </p:spTree>
    <p:extLst>
      <p:ext uri="{BB962C8B-B14F-4D97-AF65-F5344CB8AC3E}">
        <p14:creationId xmlns:p14="http://schemas.microsoft.com/office/powerpoint/2010/main" val="346159125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ro imag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5">
            <a:extLst>
              <a:ext uri="{FF2B5EF4-FFF2-40B4-BE49-F238E27FC236}">
                <a16:creationId xmlns:a16="http://schemas.microsoft.com/office/drawing/2014/main" id="{EBDDE399-7978-8146-B813-A0B3CFED1CCE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279400" y="250826"/>
            <a:ext cx="8597901" cy="386714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tx2"/>
                </a:solidFill>
                <a:latin typeface="4 Text" pitchFamily="2" charset="77"/>
              </a:defRPr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C8558A91-5849-F74E-9FFB-8BB3E3F86F0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87339" y="4177950"/>
            <a:ext cx="8578850" cy="8795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2pPr>
            <a:lvl3pPr marL="6858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3pPr>
            <a:lvl4pPr marL="10287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4pPr>
            <a:lvl5pPr marL="13716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5pPr>
          </a:lstStyle>
          <a:p>
            <a:pPr lvl="0"/>
            <a:r>
              <a:rPr lang="en-US"/>
              <a:t>Click to edit caption: Arial Regular 10pt</a:t>
            </a:r>
          </a:p>
        </p:txBody>
      </p:sp>
    </p:spTree>
    <p:extLst>
      <p:ext uri="{BB962C8B-B14F-4D97-AF65-F5344CB8AC3E}">
        <p14:creationId xmlns:p14="http://schemas.microsoft.com/office/powerpoint/2010/main" val="24365865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D0557C50-0B31-9348-AF2A-301002B74889}"/>
              </a:ext>
            </a:extLst>
          </p:cNvPr>
          <p:cNvGrpSpPr/>
          <p:nvPr userDrawn="1"/>
        </p:nvGrpSpPr>
        <p:grpSpPr>
          <a:xfrm>
            <a:off x="203484" y="1234649"/>
            <a:ext cx="2219675" cy="1349665"/>
            <a:chOff x="1985262" y="1786188"/>
            <a:chExt cx="3594613" cy="2579532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0759468-3783-DD45-AC2F-7E3842278B7D}"/>
                </a:ext>
              </a:extLst>
            </p:cNvPr>
            <p:cNvSpPr txBox="1"/>
            <p:nvPr/>
          </p:nvSpPr>
          <p:spPr>
            <a:xfrm>
              <a:off x="2401825" y="1786188"/>
              <a:ext cx="2677754" cy="14705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b="1">
                  <a:solidFill>
                    <a:srgbClr val="2DB8C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19%</a:t>
              </a:r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499D1F6-6F64-E045-A629-F16A8AF17DEB}"/>
                </a:ext>
              </a:extLst>
            </p:cNvPr>
            <p:cNvCxnSpPr/>
            <p:nvPr/>
          </p:nvCxnSpPr>
          <p:spPr>
            <a:xfrm flipV="1">
              <a:off x="2114979" y="3256871"/>
              <a:ext cx="3407805" cy="10321"/>
            </a:xfrm>
            <a:prstGeom prst="line">
              <a:avLst/>
            </a:prstGeom>
            <a:ln w="28575">
              <a:solidFill>
                <a:srgbClr val="2DB8C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49D3155A-02B7-9146-95B9-2D706BFA7810}"/>
                </a:ext>
              </a:extLst>
            </p:cNvPr>
            <p:cNvSpPr txBox="1"/>
            <p:nvPr/>
          </p:nvSpPr>
          <p:spPr>
            <a:xfrm>
              <a:off x="1985262" y="3500871"/>
              <a:ext cx="3594613" cy="8648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>
                  <a:solidFill>
                    <a:srgbClr val="2DB8C5"/>
                  </a:solidFill>
                  <a:latin typeface="Arial" panose="020B0604020202020204" pitchFamily="34" charset="0"/>
                  <a:ea typeface="Frutiger-Light" panose="02020603050405020304" pitchFamily="18" charset="77"/>
                  <a:cs typeface="Arial" panose="020B0604020202020204" pitchFamily="34" charset="0"/>
                </a:rPr>
                <a:t>Insert text Insert Text</a:t>
              </a:r>
            </a:p>
            <a:p>
              <a:pPr algn="ctr"/>
              <a:r>
                <a:rPr lang="en-US" sz="1400">
                  <a:solidFill>
                    <a:srgbClr val="2DB8C5"/>
                  </a:solidFill>
                  <a:latin typeface="Arial" panose="020B0604020202020204" pitchFamily="34" charset="0"/>
                  <a:ea typeface="Frutiger-Light" panose="02020603050405020304" pitchFamily="18" charset="77"/>
                  <a:cs typeface="Arial" panose="020B0604020202020204" pitchFamily="34" charset="0"/>
                </a:rPr>
                <a:t>Insert text Insert Text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D0557C50-0B31-9348-AF2A-301002B74889}"/>
              </a:ext>
            </a:extLst>
          </p:cNvPr>
          <p:cNvGrpSpPr/>
          <p:nvPr userDrawn="1"/>
        </p:nvGrpSpPr>
        <p:grpSpPr>
          <a:xfrm>
            <a:off x="3299430" y="1210655"/>
            <a:ext cx="2156489" cy="1349665"/>
            <a:chOff x="1985262" y="1786188"/>
            <a:chExt cx="3594613" cy="2579532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B0759468-3783-DD45-AC2F-7E3842278B7D}"/>
                </a:ext>
              </a:extLst>
            </p:cNvPr>
            <p:cNvSpPr txBox="1"/>
            <p:nvPr/>
          </p:nvSpPr>
          <p:spPr>
            <a:xfrm>
              <a:off x="2401825" y="1786188"/>
              <a:ext cx="2677754" cy="15262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b="1">
                  <a:solidFill>
                    <a:srgbClr val="8D378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19%</a:t>
              </a:r>
            </a:p>
          </p:txBody>
        </p: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7499D1F6-6F64-E045-A629-F16A8AF17DEB}"/>
                </a:ext>
              </a:extLst>
            </p:cNvPr>
            <p:cNvCxnSpPr/>
            <p:nvPr/>
          </p:nvCxnSpPr>
          <p:spPr>
            <a:xfrm flipV="1">
              <a:off x="2114979" y="3256871"/>
              <a:ext cx="3407806" cy="10321"/>
            </a:xfrm>
            <a:prstGeom prst="line">
              <a:avLst/>
            </a:prstGeom>
            <a:ln w="28575">
              <a:solidFill>
                <a:srgbClr val="8D37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49D3155A-02B7-9146-95B9-2D706BFA7810}"/>
                </a:ext>
              </a:extLst>
            </p:cNvPr>
            <p:cNvSpPr txBox="1"/>
            <p:nvPr/>
          </p:nvSpPr>
          <p:spPr>
            <a:xfrm>
              <a:off x="1985262" y="3500872"/>
              <a:ext cx="3594613" cy="8648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>
                  <a:solidFill>
                    <a:srgbClr val="8D3786"/>
                  </a:solidFill>
                  <a:latin typeface="Arial" panose="020B0604020202020204" pitchFamily="34" charset="0"/>
                  <a:ea typeface="Frutiger-Light" panose="02020603050405020304" pitchFamily="18" charset="77"/>
                  <a:cs typeface="Arial" panose="020B0604020202020204" pitchFamily="34" charset="0"/>
                </a:rPr>
                <a:t>Insert text Insert Text</a:t>
              </a:r>
            </a:p>
            <a:p>
              <a:pPr algn="ctr"/>
              <a:r>
                <a:rPr lang="en-US" sz="1400">
                  <a:solidFill>
                    <a:srgbClr val="8D3786"/>
                  </a:solidFill>
                  <a:latin typeface="Arial" panose="020B0604020202020204" pitchFamily="34" charset="0"/>
                  <a:ea typeface="Frutiger-Light" panose="02020603050405020304" pitchFamily="18" charset="77"/>
                  <a:cs typeface="Arial" panose="020B0604020202020204" pitchFamily="34" charset="0"/>
                </a:rPr>
                <a:t>Insert text Insert Text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D0557C50-0B31-9348-AF2A-301002B74889}"/>
              </a:ext>
            </a:extLst>
          </p:cNvPr>
          <p:cNvGrpSpPr/>
          <p:nvPr userDrawn="1"/>
        </p:nvGrpSpPr>
        <p:grpSpPr>
          <a:xfrm>
            <a:off x="6395376" y="1210655"/>
            <a:ext cx="2184743" cy="1349665"/>
            <a:chOff x="1985262" y="1786188"/>
            <a:chExt cx="3594613" cy="2579532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B0759468-3783-DD45-AC2F-7E3842278B7D}"/>
                </a:ext>
              </a:extLst>
            </p:cNvPr>
            <p:cNvSpPr txBox="1"/>
            <p:nvPr/>
          </p:nvSpPr>
          <p:spPr>
            <a:xfrm>
              <a:off x="2401825" y="1786188"/>
              <a:ext cx="2677754" cy="15262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b="1">
                  <a:solidFill>
                    <a:srgbClr val="10746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19%</a:t>
              </a:r>
            </a:p>
          </p:txBody>
        </p: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499D1F6-6F64-E045-A629-F16A8AF17DEB}"/>
                </a:ext>
              </a:extLst>
            </p:cNvPr>
            <p:cNvCxnSpPr/>
            <p:nvPr/>
          </p:nvCxnSpPr>
          <p:spPr>
            <a:xfrm flipV="1">
              <a:off x="2114979" y="3256871"/>
              <a:ext cx="3407804" cy="10321"/>
            </a:xfrm>
            <a:prstGeom prst="line">
              <a:avLst/>
            </a:prstGeom>
            <a:ln w="28575">
              <a:solidFill>
                <a:srgbClr val="1074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49D3155A-02B7-9146-95B9-2D706BFA7810}"/>
                </a:ext>
              </a:extLst>
            </p:cNvPr>
            <p:cNvSpPr txBox="1"/>
            <p:nvPr/>
          </p:nvSpPr>
          <p:spPr>
            <a:xfrm>
              <a:off x="1985262" y="3500872"/>
              <a:ext cx="3594613" cy="8648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>
                  <a:solidFill>
                    <a:srgbClr val="10746A"/>
                  </a:solidFill>
                  <a:latin typeface="Arial" panose="020B0604020202020204" pitchFamily="34" charset="0"/>
                  <a:ea typeface="Frutiger-Light" panose="02020603050405020304" pitchFamily="18" charset="77"/>
                  <a:cs typeface="Arial" panose="020B0604020202020204" pitchFamily="34" charset="0"/>
                </a:rPr>
                <a:t>Insert text Insert Text</a:t>
              </a:r>
            </a:p>
            <a:p>
              <a:pPr algn="ctr"/>
              <a:r>
                <a:rPr lang="en-US" sz="1400">
                  <a:solidFill>
                    <a:srgbClr val="10746A"/>
                  </a:solidFill>
                  <a:latin typeface="Arial" panose="020B0604020202020204" pitchFamily="34" charset="0"/>
                  <a:ea typeface="Frutiger-Light" panose="02020603050405020304" pitchFamily="18" charset="77"/>
                  <a:cs typeface="Arial" panose="020B0604020202020204" pitchFamily="34" charset="0"/>
                </a:rPr>
                <a:t>Insert text Insert Text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D0557C50-0B31-9348-AF2A-301002B74889}"/>
              </a:ext>
            </a:extLst>
          </p:cNvPr>
          <p:cNvGrpSpPr/>
          <p:nvPr userDrawn="1"/>
        </p:nvGrpSpPr>
        <p:grpSpPr>
          <a:xfrm>
            <a:off x="1800890" y="2785639"/>
            <a:ext cx="2268189" cy="1349665"/>
            <a:chOff x="1985262" y="1786188"/>
            <a:chExt cx="3594613" cy="2579532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B0759468-3783-DD45-AC2F-7E3842278B7D}"/>
                </a:ext>
              </a:extLst>
            </p:cNvPr>
            <p:cNvSpPr txBox="1"/>
            <p:nvPr/>
          </p:nvSpPr>
          <p:spPr>
            <a:xfrm>
              <a:off x="2401825" y="1786188"/>
              <a:ext cx="2677754" cy="14705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b="1">
                  <a:solidFill>
                    <a:srgbClr val="F185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19%</a:t>
              </a:r>
            </a:p>
          </p:txBody>
        </p: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7499D1F6-6F64-E045-A629-F16A8AF17DEB}"/>
                </a:ext>
              </a:extLst>
            </p:cNvPr>
            <p:cNvCxnSpPr/>
            <p:nvPr/>
          </p:nvCxnSpPr>
          <p:spPr>
            <a:xfrm flipV="1">
              <a:off x="2114979" y="3256871"/>
              <a:ext cx="3407805" cy="10321"/>
            </a:xfrm>
            <a:prstGeom prst="line">
              <a:avLst/>
            </a:prstGeom>
            <a:ln w="28575">
              <a:solidFill>
                <a:srgbClr val="F185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49D3155A-02B7-9146-95B9-2D706BFA7810}"/>
                </a:ext>
              </a:extLst>
            </p:cNvPr>
            <p:cNvSpPr txBox="1"/>
            <p:nvPr/>
          </p:nvSpPr>
          <p:spPr>
            <a:xfrm>
              <a:off x="1985262" y="3500872"/>
              <a:ext cx="3594613" cy="8648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>
                  <a:solidFill>
                    <a:srgbClr val="F18500"/>
                  </a:solidFill>
                  <a:latin typeface="Arial" panose="020B0604020202020204" pitchFamily="34" charset="0"/>
                  <a:ea typeface="Frutiger-Light" panose="02020603050405020304" pitchFamily="18" charset="77"/>
                  <a:cs typeface="Arial" panose="020B0604020202020204" pitchFamily="34" charset="0"/>
                </a:rPr>
                <a:t>Insert text Insert Text</a:t>
              </a:r>
            </a:p>
            <a:p>
              <a:pPr algn="ctr"/>
              <a:r>
                <a:rPr lang="en-US" sz="1400">
                  <a:solidFill>
                    <a:srgbClr val="F18500"/>
                  </a:solidFill>
                  <a:latin typeface="Arial" panose="020B0604020202020204" pitchFamily="34" charset="0"/>
                  <a:ea typeface="Frutiger-Light" panose="02020603050405020304" pitchFamily="18" charset="77"/>
                  <a:cs typeface="Arial" panose="020B0604020202020204" pitchFamily="34" charset="0"/>
                </a:rPr>
                <a:t>Insert text Insert Text</a:t>
              </a: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D0557C50-0B31-9348-AF2A-301002B74889}"/>
              </a:ext>
            </a:extLst>
          </p:cNvPr>
          <p:cNvGrpSpPr/>
          <p:nvPr userDrawn="1"/>
        </p:nvGrpSpPr>
        <p:grpSpPr>
          <a:xfrm>
            <a:off x="4949634" y="2785639"/>
            <a:ext cx="2289366" cy="1349665"/>
            <a:chOff x="1985262" y="1786188"/>
            <a:chExt cx="3594613" cy="2579532"/>
          </a:xfrm>
        </p:grpSpPr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B0759468-3783-DD45-AC2F-7E3842278B7D}"/>
                </a:ext>
              </a:extLst>
            </p:cNvPr>
            <p:cNvSpPr txBox="1"/>
            <p:nvPr/>
          </p:nvSpPr>
          <p:spPr>
            <a:xfrm>
              <a:off x="2401825" y="1786188"/>
              <a:ext cx="2677753" cy="14705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b="1">
                  <a:solidFill>
                    <a:srgbClr val="73B82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19%</a:t>
              </a:r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7499D1F6-6F64-E045-A629-F16A8AF17DEB}"/>
                </a:ext>
              </a:extLst>
            </p:cNvPr>
            <p:cNvCxnSpPr/>
            <p:nvPr/>
          </p:nvCxnSpPr>
          <p:spPr>
            <a:xfrm flipV="1">
              <a:off x="2114979" y="3271937"/>
              <a:ext cx="3407805" cy="10321"/>
            </a:xfrm>
            <a:prstGeom prst="line">
              <a:avLst/>
            </a:prstGeom>
            <a:ln w="28575">
              <a:solidFill>
                <a:srgbClr val="73B82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49D3155A-02B7-9146-95B9-2D706BFA7810}"/>
                </a:ext>
              </a:extLst>
            </p:cNvPr>
            <p:cNvSpPr txBox="1"/>
            <p:nvPr/>
          </p:nvSpPr>
          <p:spPr>
            <a:xfrm>
              <a:off x="1985262" y="3500872"/>
              <a:ext cx="3594613" cy="8648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>
                  <a:solidFill>
                    <a:srgbClr val="73B82B"/>
                  </a:solidFill>
                  <a:latin typeface="Arial" panose="020B0604020202020204" pitchFamily="34" charset="0"/>
                  <a:ea typeface="Frutiger-Light" panose="02020603050405020304" pitchFamily="18" charset="77"/>
                  <a:cs typeface="Arial" panose="020B0604020202020204" pitchFamily="34" charset="0"/>
                </a:rPr>
                <a:t>Insert text Insert Text</a:t>
              </a:r>
            </a:p>
            <a:p>
              <a:pPr algn="ctr"/>
              <a:r>
                <a:rPr lang="en-US" sz="1400">
                  <a:solidFill>
                    <a:srgbClr val="73B82B"/>
                  </a:solidFill>
                  <a:latin typeface="Arial" panose="020B0604020202020204" pitchFamily="34" charset="0"/>
                  <a:ea typeface="Frutiger-Light" panose="02020603050405020304" pitchFamily="18" charset="77"/>
                  <a:cs typeface="Arial" panose="020B0604020202020204" pitchFamily="34" charset="0"/>
                </a:rPr>
                <a:t>Insert text Insert Text</a:t>
              </a:r>
            </a:p>
          </p:txBody>
        </p:sp>
      </p:grpSp>
      <p:sp>
        <p:nvSpPr>
          <p:cNvPr id="23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186596" y="211096"/>
            <a:ext cx="8672097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slide title (up to 2 lines) – </a:t>
            </a:r>
            <a:br>
              <a:rPr lang="en-US"/>
            </a:br>
            <a:r>
              <a:rPr lang="en-US"/>
              <a:t>Arial Bold 25pt title</a:t>
            </a:r>
          </a:p>
        </p:txBody>
      </p:sp>
    </p:spTree>
    <p:extLst>
      <p:ext uri="{BB962C8B-B14F-4D97-AF65-F5344CB8AC3E}">
        <p14:creationId xmlns:p14="http://schemas.microsoft.com/office/powerpoint/2010/main" val="247687535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4348A56A-D03E-7C4E-AE8E-F896E6A5A11B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286463332"/>
              </p:ext>
            </p:extLst>
          </p:nvPr>
        </p:nvGraphicFramePr>
        <p:xfrm>
          <a:off x="2925649" y="1218723"/>
          <a:ext cx="4923808" cy="31491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slide title (up to 2 lines) – </a:t>
            </a:r>
            <a:br>
              <a:rPr lang="en-US"/>
            </a:br>
            <a:r>
              <a:rPr lang="en-US"/>
              <a:t>Arial Bold 25pt title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91CD518-0B4F-4DDD-8245-74B5057E96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6597" y="1311275"/>
            <a:ext cx="2296627" cy="2952750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rgbClr val="1C3D74"/>
                </a:solidFill>
                <a:latin typeface="+mj-lt"/>
              </a:defRPr>
            </a:lvl1pPr>
            <a:lvl2pPr>
              <a:buFont typeface="Arial" panose="020B0604020202020204" pitchFamily="34" charset="0"/>
              <a:buChar char="-"/>
              <a:defRPr sz="1400">
                <a:solidFill>
                  <a:srgbClr val="1C3D74"/>
                </a:solidFill>
                <a:latin typeface="+mj-lt"/>
              </a:defRPr>
            </a:lvl2pPr>
            <a:lvl3pPr>
              <a:defRPr>
                <a:solidFill>
                  <a:srgbClr val="1C3D74"/>
                </a:solidFill>
                <a:latin typeface="+mj-lt"/>
              </a:defRPr>
            </a:lvl3pPr>
            <a:lvl4pPr>
              <a:defRPr>
                <a:solidFill>
                  <a:srgbClr val="1C3D74"/>
                </a:solidFill>
                <a:latin typeface="+mj-lt"/>
              </a:defRPr>
            </a:lvl4pPr>
            <a:lvl5pPr>
              <a:defRPr>
                <a:solidFill>
                  <a:srgbClr val="1C3D74"/>
                </a:solidFill>
                <a:latin typeface="+mj-lt"/>
              </a:defRPr>
            </a:lvl5pPr>
          </a:lstStyle>
          <a:p>
            <a:pPr marL="0" indent="0">
              <a:buNone/>
            </a:pPr>
            <a:r>
              <a:rPr lang="en-US"/>
              <a:t>Click to edit Master title style – Arial Regular 14pt</a:t>
            </a:r>
          </a:p>
          <a:p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 lvl="1">
              <a:buFont typeface="Arial" panose="020B0604020202020204" pitchFamily="34" charset="0"/>
              <a:buChar char="-"/>
              <a:defRPr/>
            </a:pPr>
            <a:r>
              <a:rPr lang="en-US" sz="1400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Sub-bullet point</a:t>
            </a:r>
          </a:p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80185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ADE844C2-66A4-7347-BB76-EF1AA2EFEA89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1544693725"/>
              </p:ext>
            </p:extLst>
          </p:nvPr>
        </p:nvGraphicFramePr>
        <p:xfrm>
          <a:off x="3380198" y="1259540"/>
          <a:ext cx="5003514" cy="32957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slide title (up to 2 lines) – </a:t>
            </a:r>
            <a:br>
              <a:rPr lang="en-US"/>
            </a:br>
            <a:r>
              <a:rPr lang="en-US"/>
              <a:t>Arial Bold 25pt title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96BE319-1C15-41CC-A596-E46D2BF7CC7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6597" y="1311275"/>
            <a:ext cx="2296627" cy="2952750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rgbClr val="1C3D74"/>
                </a:solidFill>
                <a:latin typeface="+mj-lt"/>
              </a:defRPr>
            </a:lvl1pPr>
            <a:lvl2pPr>
              <a:buFont typeface="Arial" panose="020B0604020202020204" pitchFamily="34" charset="0"/>
              <a:buChar char="-"/>
              <a:defRPr sz="1400">
                <a:solidFill>
                  <a:srgbClr val="1C3D74"/>
                </a:solidFill>
                <a:latin typeface="+mj-lt"/>
              </a:defRPr>
            </a:lvl2pPr>
            <a:lvl3pPr>
              <a:defRPr>
                <a:solidFill>
                  <a:srgbClr val="1C3D74"/>
                </a:solidFill>
                <a:latin typeface="+mj-lt"/>
              </a:defRPr>
            </a:lvl3pPr>
            <a:lvl4pPr>
              <a:defRPr>
                <a:solidFill>
                  <a:srgbClr val="1C3D74"/>
                </a:solidFill>
                <a:latin typeface="+mj-lt"/>
              </a:defRPr>
            </a:lvl4pPr>
            <a:lvl5pPr>
              <a:defRPr>
                <a:solidFill>
                  <a:srgbClr val="1C3D74"/>
                </a:solidFill>
                <a:latin typeface="+mj-lt"/>
              </a:defRPr>
            </a:lvl5pPr>
          </a:lstStyle>
          <a:p>
            <a:pPr marL="0" indent="0">
              <a:buNone/>
            </a:pPr>
            <a:r>
              <a:rPr lang="en-US"/>
              <a:t>Click to edit Master title style – Arial Regular 14pt</a:t>
            </a:r>
          </a:p>
          <a:p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 lvl="1">
              <a:buFont typeface="Arial" panose="020B0604020202020204" pitchFamily="34" charset="0"/>
              <a:buChar char="-"/>
              <a:defRPr/>
            </a:pPr>
            <a:r>
              <a:rPr lang="en-US" sz="1400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Sub-bullet point</a:t>
            </a:r>
          </a:p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8132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ntent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EF8E69A5-8A32-3B48-8662-8A79DC2E0921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268563056"/>
              </p:ext>
            </p:extLst>
          </p:nvPr>
        </p:nvGraphicFramePr>
        <p:xfrm>
          <a:off x="2586555" y="1209354"/>
          <a:ext cx="5804951" cy="30274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slide title (up to 2 lines) – </a:t>
            </a:r>
            <a:br>
              <a:rPr lang="en-US"/>
            </a:br>
            <a:r>
              <a:rPr lang="en-US"/>
              <a:t>Arial Bold 25pt title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020285F8-6946-46F6-9325-70AD32F1D6C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6597" y="1311275"/>
            <a:ext cx="2296627" cy="2952750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rgbClr val="1C3D74"/>
                </a:solidFill>
                <a:latin typeface="+mj-lt"/>
              </a:defRPr>
            </a:lvl1pPr>
            <a:lvl2pPr>
              <a:buFont typeface="Arial" panose="020B0604020202020204" pitchFamily="34" charset="0"/>
              <a:buChar char="-"/>
              <a:defRPr sz="1400">
                <a:solidFill>
                  <a:srgbClr val="1C3D74"/>
                </a:solidFill>
                <a:latin typeface="+mj-lt"/>
              </a:defRPr>
            </a:lvl2pPr>
            <a:lvl3pPr>
              <a:defRPr>
                <a:solidFill>
                  <a:srgbClr val="1C3D74"/>
                </a:solidFill>
                <a:latin typeface="+mj-lt"/>
              </a:defRPr>
            </a:lvl3pPr>
            <a:lvl4pPr>
              <a:defRPr>
                <a:solidFill>
                  <a:srgbClr val="1C3D74"/>
                </a:solidFill>
                <a:latin typeface="+mj-lt"/>
              </a:defRPr>
            </a:lvl4pPr>
            <a:lvl5pPr>
              <a:defRPr>
                <a:solidFill>
                  <a:srgbClr val="1C3D74"/>
                </a:solidFill>
                <a:latin typeface="+mj-lt"/>
              </a:defRPr>
            </a:lvl5pPr>
          </a:lstStyle>
          <a:p>
            <a:pPr marL="0" indent="0">
              <a:buNone/>
            </a:pPr>
            <a:r>
              <a:rPr lang="en-US"/>
              <a:t>Click to edit Master title style – Arial Regular 14pt</a:t>
            </a:r>
          </a:p>
          <a:p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 lvl="1">
              <a:buFont typeface="Arial" panose="020B0604020202020204" pitchFamily="34" charset="0"/>
              <a:buChar char="-"/>
              <a:defRPr/>
            </a:pPr>
            <a:r>
              <a:rPr lang="en-US" sz="1400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Sub-bullet point</a:t>
            </a:r>
          </a:p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82627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AFD6674-8208-4117-92B8-8BA50FAB180F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266213361"/>
              </p:ext>
            </p:extLst>
          </p:nvPr>
        </p:nvGraphicFramePr>
        <p:xfrm>
          <a:off x="287338" y="1689652"/>
          <a:ext cx="7137192" cy="1106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9532">
                  <a:extLst>
                    <a:ext uri="{9D8B030D-6E8A-4147-A177-3AD203B41FA5}">
                      <a16:colId xmlns:a16="http://schemas.microsoft.com/office/drawing/2014/main" val="3822116847"/>
                    </a:ext>
                  </a:extLst>
                </a:gridCol>
                <a:gridCol w="1189532">
                  <a:extLst>
                    <a:ext uri="{9D8B030D-6E8A-4147-A177-3AD203B41FA5}">
                      <a16:colId xmlns:a16="http://schemas.microsoft.com/office/drawing/2014/main" val="1796008628"/>
                    </a:ext>
                  </a:extLst>
                </a:gridCol>
                <a:gridCol w="1189532">
                  <a:extLst>
                    <a:ext uri="{9D8B030D-6E8A-4147-A177-3AD203B41FA5}">
                      <a16:colId xmlns:a16="http://schemas.microsoft.com/office/drawing/2014/main" val="3879958063"/>
                    </a:ext>
                  </a:extLst>
                </a:gridCol>
                <a:gridCol w="1189532">
                  <a:extLst>
                    <a:ext uri="{9D8B030D-6E8A-4147-A177-3AD203B41FA5}">
                      <a16:colId xmlns:a16="http://schemas.microsoft.com/office/drawing/2014/main" val="3650332254"/>
                    </a:ext>
                  </a:extLst>
                </a:gridCol>
                <a:gridCol w="1189532">
                  <a:extLst>
                    <a:ext uri="{9D8B030D-6E8A-4147-A177-3AD203B41FA5}">
                      <a16:colId xmlns:a16="http://schemas.microsoft.com/office/drawing/2014/main" val="3035283889"/>
                    </a:ext>
                  </a:extLst>
                </a:gridCol>
                <a:gridCol w="1189532">
                  <a:extLst>
                    <a:ext uri="{9D8B030D-6E8A-4147-A177-3AD203B41FA5}">
                      <a16:colId xmlns:a16="http://schemas.microsoft.com/office/drawing/2014/main" val="2593290401"/>
                    </a:ext>
                  </a:extLst>
                </a:gridCol>
              </a:tblGrid>
              <a:tr h="276586"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>
                          <a:latin typeface="+mj-lt"/>
                        </a:rPr>
                        <a:t>XXXXXXXXXXXXX</a:t>
                      </a: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7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XXXXXXXXXXXX</a:t>
                      </a:r>
                      <a:endParaRPr lang="en-US" sz="800"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7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XXXXXXXXXXXXX</a:t>
                      </a:r>
                      <a:endParaRPr kumimoji="0" lang="en-US" sz="8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7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XXXXXXXXXXXXX</a:t>
                      </a:r>
                      <a:endParaRPr kumimoji="0" lang="en-US" sz="8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7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XXXXXXXXXXXXX</a:t>
                      </a:r>
                      <a:endParaRPr kumimoji="0" lang="en-US" sz="8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7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XXXXXXXXXXXXX</a:t>
                      </a:r>
                      <a:endParaRPr kumimoji="0" lang="en-US" sz="8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7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7180098"/>
                  </a:ext>
                </a:extLst>
              </a:tr>
              <a:tr h="276586"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001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1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8255196"/>
                  </a:ext>
                </a:extLst>
              </a:tr>
              <a:tr h="276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001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1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1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7887121"/>
                  </a:ext>
                </a:extLst>
              </a:tr>
              <a:tr h="276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001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1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1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799189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85AC98B-3184-4158-8DB1-FD0896BAEA5C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248348035"/>
              </p:ext>
            </p:extLst>
          </p:nvPr>
        </p:nvGraphicFramePr>
        <p:xfrm>
          <a:off x="287338" y="3153802"/>
          <a:ext cx="7137192" cy="1106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9532">
                  <a:extLst>
                    <a:ext uri="{9D8B030D-6E8A-4147-A177-3AD203B41FA5}">
                      <a16:colId xmlns:a16="http://schemas.microsoft.com/office/drawing/2014/main" val="3822116847"/>
                    </a:ext>
                  </a:extLst>
                </a:gridCol>
                <a:gridCol w="1189532">
                  <a:extLst>
                    <a:ext uri="{9D8B030D-6E8A-4147-A177-3AD203B41FA5}">
                      <a16:colId xmlns:a16="http://schemas.microsoft.com/office/drawing/2014/main" val="1796008628"/>
                    </a:ext>
                  </a:extLst>
                </a:gridCol>
                <a:gridCol w="1189532">
                  <a:extLst>
                    <a:ext uri="{9D8B030D-6E8A-4147-A177-3AD203B41FA5}">
                      <a16:colId xmlns:a16="http://schemas.microsoft.com/office/drawing/2014/main" val="3879958063"/>
                    </a:ext>
                  </a:extLst>
                </a:gridCol>
                <a:gridCol w="1189532">
                  <a:extLst>
                    <a:ext uri="{9D8B030D-6E8A-4147-A177-3AD203B41FA5}">
                      <a16:colId xmlns:a16="http://schemas.microsoft.com/office/drawing/2014/main" val="3650332254"/>
                    </a:ext>
                  </a:extLst>
                </a:gridCol>
                <a:gridCol w="1189532">
                  <a:extLst>
                    <a:ext uri="{9D8B030D-6E8A-4147-A177-3AD203B41FA5}">
                      <a16:colId xmlns:a16="http://schemas.microsoft.com/office/drawing/2014/main" val="3035283889"/>
                    </a:ext>
                  </a:extLst>
                </a:gridCol>
                <a:gridCol w="1189532">
                  <a:extLst>
                    <a:ext uri="{9D8B030D-6E8A-4147-A177-3AD203B41FA5}">
                      <a16:colId xmlns:a16="http://schemas.microsoft.com/office/drawing/2014/main" val="2593290401"/>
                    </a:ext>
                  </a:extLst>
                </a:gridCol>
              </a:tblGrid>
              <a:tr h="276586"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>
                          <a:latin typeface="+mj-lt"/>
                        </a:rPr>
                        <a:t>XXXXXXXXXXXXX</a:t>
                      </a: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B8C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XXXXXXXXXXXX</a:t>
                      </a:r>
                      <a:endParaRPr lang="en-US" sz="800"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B8C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XXXXXXXXXXXXX</a:t>
                      </a:r>
                      <a:endParaRPr kumimoji="0" lang="en-US" sz="8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32707" marR="32707" marT="49061" marB="4906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B8C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XXXXXXXXXXXXX</a:t>
                      </a:r>
                      <a:endParaRPr kumimoji="0" lang="en-US" sz="8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32707" marR="32707" marT="49061" marB="4906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B8C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XXXXXXXXXXXXX</a:t>
                      </a:r>
                      <a:endParaRPr kumimoji="0" lang="en-US" sz="8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32707" marR="32707" marT="49061" marB="4906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B8C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XXXXXXXXXXXXX</a:t>
                      </a:r>
                      <a:endParaRPr kumimoji="0" lang="en-US" sz="8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32707" marR="32707" marT="49061" marB="49061" anchor="ctr">
                    <a:lnL w="12700" cmpd="sng">
                      <a:noFill/>
                    </a:lnL>
                    <a:lnR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B8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7180098"/>
                  </a:ext>
                </a:extLst>
              </a:tr>
              <a:tr h="276586"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8255196"/>
                  </a:ext>
                </a:extLst>
              </a:tr>
              <a:tr h="276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7887121"/>
                  </a:ext>
                </a:extLst>
              </a:tr>
              <a:tr h="276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7991891"/>
                  </a:ext>
                </a:extLst>
              </a:tr>
            </a:tbl>
          </a:graphicData>
        </a:graphic>
      </p:graphicFrame>
      <p:sp>
        <p:nvSpPr>
          <p:cNvPr id="10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slide title (up to 2 lines) – </a:t>
            </a:r>
            <a:br>
              <a:rPr lang="en-US"/>
            </a:br>
            <a:r>
              <a:rPr lang="en-US"/>
              <a:t>Arial Bold 25pt 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3ABA65EC-BE67-47F1-855B-E0BFD2EA8C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6596" y="1311275"/>
            <a:ext cx="8672097" cy="2952750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rgbClr val="1C3D74"/>
                </a:solidFill>
                <a:latin typeface="+mj-lt"/>
              </a:defRPr>
            </a:lvl1pPr>
            <a:lvl2pPr>
              <a:buFont typeface="Arial" panose="020B0604020202020204" pitchFamily="34" charset="0"/>
              <a:buChar char="-"/>
              <a:defRPr sz="1400">
                <a:solidFill>
                  <a:srgbClr val="1C3D74"/>
                </a:solidFill>
                <a:latin typeface="+mj-lt"/>
              </a:defRPr>
            </a:lvl2pPr>
            <a:lvl3pPr>
              <a:defRPr>
                <a:solidFill>
                  <a:srgbClr val="1C3D74"/>
                </a:solidFill>
                <a:latin typeface="+mj-lt"/>
              </a:defRPr>
            </a:lvl3pPr>
            <a:lvl4pPr>
              <a:defRPr>
                <a:solidFill>
                  <a:srgbClr val="1C3D74"/>
                </a:solidFill>
                <a:latin typeface="+mj-lt"/>
              </a:defRPr>
            </a:lvl4pPr>
            <a:lvl5pPr>
              <a:defRPr>
                <a:solidFill>
                  <a:srgbClr val="1C3D74"/>
                </a:solidFill>
                <a:latin typeface="+mj-lt"/>
              </a:defRPr>
            </a:lvl5pPr>
          </a:lstStyle>
          <a:p>
            <a:pPr marL="0" indent="0">
              <a:buNone/>
            </a:pPr>
            <a:r>
              <a:rPr lang="en-US"/>
              <a:t>Click to edit Master title style – Arial Regular 14pt</a:t>
            </a:r>
          </a:p>
        </p:txBody>
      </p:sp>
    </p:spTree>
    <p:extLst>
      <p:ext uri="{BB962C8B-B14F-4D97-AF65-F5344CB8AC3E}">
        <p14:creationId xmlns:p14="http://schemas.microsoft.com/office/powerpoint/2010/main" val="383357029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d slide_Logo">
    <p:bg>
      <p:bgPr>
        <a:solidFill>
          <a:srgbClr val="1C3D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0F016AB-50EC-D145-8FEE-4F74E8E3B1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26986" y="3228967"/>
            <a:ext cx="4335556" cy="115881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F811C00-D549-464E-ADFA-3C1836754071}"/>
              </a:ext>
            </a:extLst>
          </p:cNvPr>
          <p:cNvSpPr txBox="1"/>
          <p:nvPr userDrawn="1"/>
        </p:nvSpPr>
        <p:spPr>
          <a:xfrm>
            <a:off x="3282511" y="1820461"/>
            <a:ext cx="27704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6359276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nd slide_Logo">
    <p:bg>
      <p:bgPr>
        <a:solidFill>
          <a:srgbClr val="1C3D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0F016AB-50EC-D145-8FEE-4F74E8E3B1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26986" y="1954745"/>
            <a:ext cx="4335556" cy="1158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692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13" Type="http://schemas.openxmlformats.org/officeDocument/2006/relationships/slideLayout" Target="../slideLayouts/slideLayout20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9.xml"/><Relationship Id="rId17" Type="http://schemas.openxmlformats.org/officeDocument/2006/relationships/slideLayout" Target="../slideLayouts/slideLayout24.xml"/><Relationship Id="rId2" Type="http://schemas.openxmlformats.org/officeDocument/2006/relationships/slideLayout" Target="../slideLayouts/slideLayout9.xml"/><Relationship Id="rId16" Type="http://schemas.openxmlformats.org/officeDocument/2006/relationships/slideLayout" Target="../slideLayouts/slideLayout23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7.xml"/><Relationship Id="rId19" Type="http://schemas.openxmlformats.org/officeDocument/2006/relationships/image" Target="../media/image2.jpeg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Relationship Id="rId14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F016AB-50EC-D145-8FEE-4F74E8E3B1D6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298188" y="373575"/>
            <a:ext cx="2489200" cy="665316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A670BE8-3C46-EF4F-BC90-6793A5222276}"/>
              </a:ext>
            </a:extLst>
          </p:cNvPr>
          <p:cNvCxnSpPr/>
          <p:nvPr userDrawn="1"/>
        </p:nvCxnSpPr>
        <p:spPr>
          <a:xfrm>
            <a:off x="298188" y="4830791"/>
            <a:ext cx="8568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6779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50" r:id="rId2"/>
    <p:sldLayoutId id="2147483765" r:id="rId3"/>
    <p:sldLayoutId id="2147483766" r:id="rId4"/>
    <p:sldLayoutId id="2147483767" r:id="rId5"/>
    <p:sldLayoutId id="2147483768" r:id="rId6"/>
    <p:sldLayoutId id="2147483769" r:id="rId7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 userDrawn="1">
          <p15:clr>
            <a:srgbClr val="F26B43"/>
          </p15:clr>
        </p15:guide>
        <p15:guide id="2" orient="horz" pos="158" userDrawn="1">
          <p15:clr>
            <a:srgbClr val="F26B43"/>
          </p15:clr>
        </p15:guide>
        <p15:guide id="3" pos="176" userDrawn="1">
          <p15:clr>
            <a:srgbClr val="F26B43"/>
          </p15:clr>
        </p15:guide>
        <p15:guide id="4" orient="horz" pos="2981" userDrawn="1">
          <p15:clr>
            <a:srgbClr val="F26B43"/>
          </p15:clr>
        </p15:guide>
        <p15:guide id="5" pos="5585" userDrawn="1">
          <p15:clr>
            <a:srgbClr val="F26B43"/>
          </p15:clr>
        </p15:guide>
        <p15:guide id="6" orient="horz" pos="1620" userDrawn="1">
          <p15:clr>
            <a:srgbClr val="F26B43"/>
          </p15:clr>
        </p15:guide>
        <p15:guide id="7" orient="horz" pos="554" userDrawn="1">
          <p15:clr>
            <a:srgbClr val="F26B43"/>
          </p15:clr>
        </p15:guide>
        <p15:guide id="8" orient="horz" pos="690" userDrawn="1">
          <p15:clr>
            <a:srgbClr val="F26B43"/>
          </p15:clr>
        </p15:guide>
        <p15:guide id="9" orient="horz" pos="826" userDrawn="1">
          <p15:clr>
            <a:srgbClr val="F26B43"/>
          </p15:clr>
        </p15:guide>
        <p15:guide id="10" pos="2812" userDrawn="1">
          <p15:clr>
            <a:srgbClr val="F26B43"/>
          </p15:clr>
        </p15:guide>
        <p15:guide id="11" pos="2948" userDrawn="1">
          <p15:clr>
            <a:srgbClr val="F26B43"/>
          </p15:clr>
        </p15:guide>
        <p15:guide id="12" pos="1474" userDrawn="1">
          <p15:clr>
            <a:srgbClr val="F26B43"/>
          </p15:clr>
        </p15:guide>
        <p15:guide id="13" pos="4263" userDrawn="1">
          <p15:clr>
            <a:srgbClr val="F26B43"/>
          </p15:clr>
        </p15:guide>
        <p15:guide id="14" orient="horz" pos="2822" userDrawn="1">
          <p15:clr>
            <a:srgbClr val="F26B43"/>
          </p15:clr>
        </p15:guide>
        <p15:guide id="15" orient="horz" pos="275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23B30F1-BEAB-1D48-98D9-E0838B9BE62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9"/>
          <a:srcRect t="86937"/>
          <a:stretch/>
        </p:blipFill>
        <p:spPr>
          <a:xfrm>
            <a:off x="0" y="4471626"/>
            <a:ext cx="9144000" cy="67187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674CA67-DD21-8043-AD24-58925882A109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298188" y="4539884"/>
            <a:ext cx="1760102" cy="47044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EFACAD1-D0A6-9749-A5C6-07C38D8E6F7D}"/>
              </a:ext>
            </a:extLst>
          </p:cNvPr>
          <p:cNvSpPr txBox="1"/>
          <p:nvPr userDrawn="1"/>
        </p:nvSpPr>
        <p:spPr>
          <a:xfrm>
            <a:off x="7926850" y="4846638"/>
            <a:ext cx="93933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A98891B2-5225-5C40-A770-7C3A43B5E5B1}" type="slidenum">
              <a:rPr lang="en-US" sz="900" b="0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sz="900" b="0" i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695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5" r:id="rId1"/>
    <p:sldLayoutId id="2147483868" r:id="rId2"/>
    <p:sldLayoutId id="2147483869" r:id="rId3"/>
    <p:sldLayoutId id="2147483870" r:id="rId4"/>
    <p:sldLayoutId id="2147483871" r:id="rId5"/>
    <p:sldLayoutId id="2147483872" r:id="rId6"/>
    <p:sldLayoutId id="2147483873" r:id="rId7"/>
    <p:sldLayoutId id="2147483874" r:id="rId8"/>
    <p:sldLayoutId id="2147483875" r:id="rId9"/>
    <p:sldLayoutId id="2147483876" r:id="rId10"/>
    <p:sldLayoutId id="2147483877" r:id="rId11"/>
    <p:sldLayoutId id="2147483878" r:id="rId12"/>
    <p:sldLayoutId id="2147483879" r:id="rId13"/>
    <p:sldLayoutId id="2147483880" r:id="rId14"/>
    <p:sldLayoutId id="2147483881" r:id="rId15"/>
    <p:sldLayoutId id="2147483882" r:id="rId16"/>
    <p:sldLayoutId id="2147483883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686">
          <p15:clr>
            <a:srgbClr val="F26B43"/>
          </p15:clr>
        </p15:guide>
        <p15:guide id="2" pos="18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3466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84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>
            <a:spLocks noGrp="1"/>
          </p:cNvSpPr>
          <p:nvPr>
            <p:ph type="title" idx="4294967295"/>
          </p:nvPr>
        </p:nvSpPr>
        <p:spPr>
          <a:xfrm>
            <a:off x="943599" y="1751595"/>
            <a:ext cx="7870825" cy="117157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>
              <a:spcBef>
                <a:spcPts val="750"/>
              </a:spcBef>
              <a:defRPr/>
            </a:pPr>
            <a:r>
              <a:rPr lang="en-US" dirty="0"/>
              <a:t>EMS702UP Statistical Thinking and Applied Machine Learning</a:t>
            </a:r>
            <a:br>
              <a:rPr lang="en-US" dirty="0"/>
            </a:b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943598" y="2973637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W1.1 Introduction to Statistics and Machine Learning</a:t>
            </a:r>
          </a:p>
          <a:p>
            <a:r>
              <a:rPr lang="en-US" dirty="0"/>
              <a:t>Jun Chen</a:t>
            </a:r>
          </a:p>
        </p:txBody>
      </p:sp>
    </p:spTree>
    <p:extLst>
      <p:ext uri="{BB962C8B-B14F-4D97-AF65-F5344CB8AC3E}">
        <p14:creationId xmlns:p14="http://schemas.microsoft.com/office/powerpoint/2010/main" val="18639283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E37D2C-8F68-41CE-8327-BEFC90856AA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>
              <a:spcBef>
                <a:spcPts val="1000"/>
              </a:spcBef>
              <a:defRPr/>
            </a:pPr>
            <a:r>
              <a:rPr lang="en-US" sz="2500" b="1" dirty="0"/>
              <a:t>Introduction to Statistics</a:t>
            </a: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srgbClr val="1C3D74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0B60C16-3D50-410E-8A33-BA3A6C8191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6596" y="834196"/>
            <a:ext cx="8770808" cy="3228920"/>
          </a:xfrm>
        </p:spPr>
        <p:txBody>
          <a:bodyPr/>
          <a:lstStyle/>
          <a:p>
            <a:pPr marL="0" indent="0" algn="just">
              <a:buNone/>
            </a:pPr>
            <a:r>
              <a:rPr lang="en-GB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Statistics is a collection of tools that you can use to get answers to important questions about data. </a:t>
            </a:r>
          </a:p>
          <a:p>
            <a:pPr algn="just"/>
            <a:r>
              <a:rPr lang="en-GB" b="1" dirty="0">
                <a:solidFill>
                  <a:srgbClr val="FF0000"/>
                </a:solidFill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GB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escriptive statistical</a:t>
            </a:r>
            <a:r>
              <a:rPr lang="en-GB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GB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methods</a:t>
            </a:r>
            <a:r>
              <a:rPr lang="en-GB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to transform raw observations into information that you can understand and share. </a:t>
            </a:r>
          </a:p>
          <a:p>
            <a:pPr algn="just"/>
            <a:r>
              <a:rPr lang="en-GB" b="1" dirty="0">
                <a:solidFill>
                  <a:srgbClr val="FF0000"/>
                </a:solidFill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GB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nferential statistical methods</a:t>
            </a:r>
            <a:r>
              <a:rPr lang="en-GB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to reason from small </a:t>
            </a:r>
            <a:r>
              <a:rPr lang="en-GB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samples</a:t>
            </a:r>
            <a:r>
              <a:rPr lang="en-GB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of data to whole domains (</a:t>
            </a:r>
            <a:r>
              <a:rPr lang="en-GB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population</a:t>
            </a:r>
            <a:r>
              <a:rPr lang="en-GB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). </a:t>
            </a:r>
          </a:p>
          <a:p>
            <a:pPr marL="0" indent="0">
              <a:buNone/>
            </a:pPr>
            <a:r>
              <a:rPr lang="en-GB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Statistical methods refer to a range of techniques</a:t>
            </a:r>
          </a:p>
          <a:p>
            <a:r>
              <a:rPr lang="en-GB" b="1" dirty="0">
                <a:solidFill>
                  <a:srgbClr val="FF0000"/>
                </a:solidFill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en-GB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ummary statistics</a:t>
            </a:r>
            <a:r>
              <a:rPr lang="en-GB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intended to help better understand data</a:t>
            </a:r>
          </a:p>
          <a:p>
            <a:r>
              <a:rPr lang="en-GB" b="1" dirty="0">
                <a:solidFill>
                  <a:srgbClr val="FF0000"/>
                </a:solidFill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en-GB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tatistical hypothesis tests</a:t>
            </a:r>
            <a:r>
              <a:rPr lang="en-GB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and </a:t>
            </a:r>
            <a:r>
              <a:rPr lang="en-GB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estimation statistics</a:t>
            </a:r>
            <a:r>
              <a:rPr lang="en-GB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that can be used to interpret the results of experiments and predictions from models.</a:t>
            </a:r>
          </a:p>
          <a:p>
            <a:pPr marL="0" indent="0" algn="just">
              <a:buNone/>
            </a:pPr>
            <a:endParaRPr lang="en-GB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GB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Statistical methods are used at each step in an </a:t>
            </a:r>
            <a:r>
              <a:rPr lang="en-GB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applied machine learning project</a:t>
            </a:r>
            <a:r>
              <a:rPr lang="en-GB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. </a:t>
            </a:r>
          </a:p>
          <a:p>
            <a:pPr marL="0" indent="0">
              <a:buNone/>
            </a:pPr>
            <a:endParaRPr lang="en-GB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0379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E37D2C-8F68-41CE-8327-BEFC90856AA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>
              <a:spcBef>
                <a:spcPts val="1000"/>
              </a:spcBef>
              <a:defRPr/>
            </a:pPr>
            <a:r>
              <a:rPr lang="en-US" sz="2500" b="1" dirty="0"/>
              <a:t>Introduction to Statistics</a:t>
            </a: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srgbClr val="1C3D74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0B60C16-3D50-410E-8A33-BA3A6C8191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6596" y="883950"/>
            <a:ext cx="8770808" cy="2910868"/>
          </a:xfrm>
        </p:spPr>
        <p:txBody>
          <a:bodyPr/>
          <a:lstStyle/>
          <a:p>
            <a:pPr marL="0" indent="0">
              <a:buNone/>
            </a:pPr>
            <a:r>
              <a:rPr lang="en-GB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Machine learning practitioners have to experiment, analyse data and reach defensible conclusions about the outcomes of their experiments to determine how predictive models/algorithms behave when tested under real conditions.</a:t>
            </a:r>
          </a:p>
          <a:p>
            <a:pPr marL="0" indent="0">
              <a:buNone/>
            </a:pPr>
            <a:endParaRPr lang="en-GB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Statistical methods will impact your practice of machine learning in the following ways:</a:t>
            </a:r>
          </a:p>
          <a:p>
            <a:pPr algn="just"/>
            <a:r>
              <a:rPr lang="en-GB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Use </a:t>
            </a:r>
            <a:r>
              <a:rPr lang="en-GB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descriptive statistics </a:t>
            </a:r>
            <a:r>
              <a:rPr lang="en-GB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and </a:t>
            </a:r>
            <a:r>
              <a:rPr lang="en-GB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data visualizations </a:t>
            </a:r>
            <a:r>
              <a:rPr lang="en-GB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to quickly and more deeply understand the shape and relationships in data and </a:t>
            </a:r>
            <a:r>
              <a:rPr lang="en-GB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model skill (performance) </a:t>
            </a:r>
            <a:r>
              <a:rPr lang="en-GB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and model predictions.</a:t>
            </a:r>
          </a:p>
          <a:p>
            <a:pPr algn="just"/>
            <a:r>
              <a:rPr lang="en-GB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Use </a:t>
            </a:r>
            <a:r>
              <a:rPr lang="en-GB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inferential statistical tests</a:t>
            </a:r>
            <a:r>
              <a:rPr lang="en-GB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to quickly and effectively quantify the relationships between samples, such as the results of experiments with different predictive algorithms or differing configurations.</a:t>
            </a:r>
          </a:p>
          <a:p>
            <a:pPr algn="just"/>
            <a:r>
              <a:rPr lang="en-GB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Use </a:t>
            </a:r>
            <a:r>
              <a:rPr lang="en-GB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estimation statistics</a:t>
            </a:r>
            <a:r>
              <a:rPr lang="en-GB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to quickly and effectively quantify the confidence in estimated model skill and model predictions.</a:t>
            </a:r>
          </a:p>
          <a:p>
            <a:pPr algn="just"/>
            <a:endParaRPr lang="en-GB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860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AAD4669-1521-8EF8-7809-EDE2E8B5D1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8333" y="394946"/>
            <a:ext cx="5762189" cy="4049910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E37D2C-8F68-41CE-8327-BEFC90856AA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>
              <a:spcBef>
                <a:spcPts val="1000"/>
              </a:spcBef>
              <a:defRPr/>
            </a:pPr>
            <a:r>
              <a:rPr lang="en-US" sz="2500" b="1" dirty="0"/>
              <a:t>The Map of Statistics</a:t>
            </a: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srgbClr val="1C3D74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74247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E37D2C-8F68-41CE-8327-BEFC90856AA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>
              <a:spcBef>
                <a:spcPts val="1000"/>
              </a:spcBef>
              <a:defRPr/>
            </a:pPr>
            <a:r>
              <a:rPr lang="en-US" sz="2500" b="1" dirty="0"/>
              <a:t>Terminologies</a:t>
            </a: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srgbClr val="1C3D74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B13045F-C803-C36F-84E2-0BB10BD48D28}"/>
              </a:ext>
            </a:extLst>
          </p:cNvPr>
          <p:cNvSpPr txBox="1">
            <a:spLocks/>
          </p:cNvSpPr>
          <p:nvPr/>
        </p:nvSpPr>
        <p:spPr>
          <a:xfrm>
            <a:off x="186596" y="1023098"/>
            <a:ext cx="8770808" cy="2910868"/>
          </a:xfrm>
          <a:prstGeom prst="rect">
            <a:avLst/>
          </a:prstGeom>
        </p:spPr>
        <p:txBody>
          <a:bodyPr/>
          <a:lstStyle>
            <a:lvl1pPr marL="28575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1C3D74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-"/>
              <a:defRPr sz="1400" kern="1200">
                <a:solidFill>
                  <a:srgbClr val="1C3D74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1C3D74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1C3D74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1C3D74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tabLst>
                <a:tab pos="3616325" algn="l"/>
              </a:tabLst>
            </a:pPr>
            <a:r>
              <a:rPr lang="en-GB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Experiment: </a:t>
            </a:r>
            <a:r>
              <a:rPr lang="en-GB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An activity with an observable result, or set of results.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tabLst>
                <a:tab pos="3616325" algn="l"/>
              </a:tabLst>
            </a:pPr>
            <a:r>
              <a:rPr lang="en-GB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Outcome:</a:t>
            </a:r>
            <a:r>
              <a:rPr lang="en-GB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An outcome is simply an observable result of an experiment.</a:t>
            </a:r>
          </a:p>
          <a:p>
            <a:pPr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tabLst>
                <a:tab pos="3616325" algn="l"/>
              </a:tabLst>
            </a:pPr>
            <a:r>
              <a:rPr lang="en-GB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Sample Space:</a:t>
            </a:r>
            <a:r>
              <a:rPr lang="en-GB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A sample space is the set of all possible outcomes of an experiment.</a:t>
            </a:r>
          </a:p>
          <a:p>
            <a:pPr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tabLst>
                <a:tab pos="3616325" algn="l"/>
              </a:tabLst>
            </a:pPr>
            <a:r>
              <a:rPr lang="en-GB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Event: </a:t>
            </a:r>
            <a:r>
              <a:rPr lang="en-GB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An outcome or set of outcomes to an experiment of interest to the experimenter.</a:t>
            </a:r>
          </a:p>
          <a:p>
            <a:pPr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tabLst>
                <a:tab pos="3616325" algn="l"/>
              </a:tabLst>
            </a:pPr>
            <a:endParaRPr lang="en-GB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tabLst>
                <a:tab pos="3616325" algn="l"/>
              </a:tabLst>
            </a:pPr>
            <a:r>
              <a:rPr lang="en-GB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Population:</a:t>
            </a:r>
            <a:r>
              <a:rPr lang="en-GB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All members that belong to a certain group.</a:t>
            </a:r>
          </a:p>
          <a:p>
            <a:pPr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tabLst>
                <a:tab pos="3616325" algn="l"/>
              </a:tabLst>
            </a:pPr>
            <a:r>
              <a:rPr lang="en-GB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Sample: </a:t>
            </a:r>
            <a:r>
              <a:rPr lang="en-GB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Some observed members of the population. </a:t>
            </a:r>
          </a:p>
          <a:p>
            <a:pPr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GB" dirty="0"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3557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E3C1EE4-535A-B965-6EEB-C599945E065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86596" y="262397"/>
            <a:ext cx="8672097" cy="584418"/>
          </a:xfrm>
        </p:spPr>
        <p:txBody>
          <a:bodyPr/>
          <a:lstStyle/>
          <a:p>
            <a:r>
              <a:rPr lang="en-GB" dirty="0"/>
              <a:t>Introduction to Machine Learning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62D8C27E-61DD-6742-3D98-8A08AA88E41A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235951" y="1252523"/>
                <a:ext cx="8672097" cy="2544614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GB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Machine learning is usually defined as the ability to acquire </a:t>
                </a:r>
                <a:r>
                  <a:rPr lang="en-GB" b="1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knowledge</a:t>
                </a:r>
                <a:r>
                  <a:rPr lang="en-GB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, by extracting patterns from raw </a:t>
                </a:r>
                <a:r>
                  <a:rPr lang="en-GB" b="1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data.</a:t>
                </a:r>
              </a:p>
              <a:p>
                <a:pPr algn="just"/>
                <a:r>
                  <a:rPr lang="en-GB" b="1" dirty="0">
                    <a:solidFill>
                      <a:srgbClr val="FF0000"/>
                    </a:solidFill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D</a:t>
                </a:r>
                <a:r>
                  <a:rPr lang="en-GB" b="1" dirty="0">
                    <a:solidFill>
                      <a:srgbClr val="FF0000"/>
                    </a:solidFill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ata/datasets</a:t>
                </a:r>
                <a:r>
                  <a:rPr lang="en-GB" dirty="0">
                    <a:solidFill>
                      <a:srgbClr val="FF0000"/>
                    </a:solidFill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en-GB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refer to (an) observed member(s), i.e., sample from a statistics perspective</a:t>
                </a:r>
              </a:p>
              <a:p>
                <a:pPr algn="just"/>
                <a:r>
                  <a:rPr lang="en-GB" b="1" dirty="0">
                    <a:solidFill>
                      <a:srgbClr val="FF0000"/>
                    </a:solidFill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Noise</a:t>
                </a:r>
                <a:r>
                  <a:rPr lang="en-GB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generally exists in data, causing data to differ from its expected or ideal behaviour (</a:t>
                </a:r>
                <a:r>
                  <a:rPr lang="en-GB" b="1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patterns</a:t>
                </a:r>
                <a:r>
                  <a:rPr lang="en-GB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)</a:t>
                </a:r>
              </a:p>
              <a:p>
                <a:pPr algn="just"/>
                <a:endParaRPr lang="en-GB" dirty="0">
                  <a:latin typeface="Calibri" panose="020F050202020403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GB" sz="1800" b="1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                               Machine Learning:</a:t>
                </a:r>
                <a:r>
                  <a:rPr lang="en-GB" sz="18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𝐷𝑎𝑡𝑎</m:t>
                    </m:r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𝑃𝑎𝑡𝑡𝑒𝑟𝑛𝑠</m:t>
                    </m:r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𝑁𝑜𝑖𝑠𝑒</m:t>
                    </m:r>
                  </m:oMath>
                </a14:m>
                <a:endParaRPr lang="en-GB" sz="1800" dirty="0">
                  <a:effectLst/>
                  <a:latin typeface="Calibri" panose="020F050202020403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/>
                <a:endParaRPr lang="en-GB" dirty="0"/>
              </a:p>
            </p:txBody>
          </p:sp>
        </mc:Choice>
        <mc:Fallback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62D8C27E-61DD-6742-3D98-8A08AA88E4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235951" y="1252523"/>
                <a:ext cx="8672097" cy="2544614"/>
              </a:xfrm>
              <a:blipFill>
                <a:blip r:embed="rId2"/>
                <a:stretch>
                  <a:fillRect l="-211" t="-9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176501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E3C1EE4-535A-B965-6EEB-C599945E065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86596" y="262397"/>
            <a:ext cx="8672097" cy="584418"/>
          </a:xfrm>
        </p:spPr>
        <p:txBody>
          <a:bodyPr/>
          <a:lstStyle/>
          <a:p>
            <a:r>
              <a:rPr lang="en-GB" dirty="0"/>
              <a:t>Introduction to Machine Learning – An 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AC5AF1-D495-66BA-CDBE-ACD1BD9C88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090" y="1160560"/>
            <a:ext cx="3521075" cy="238506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8E7616B-138A-190C-A289-16A1A06A42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4515" y="1073565"/>
            <a:ext cx="3822700" cy="25590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78893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E3C1EE4-535A-B965-6EEB-C599945E065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86596" y="262397"/>
            <a:ext cx="8672097" cy="584418"/>
          </a:xfrm>
        </p:spPr>
        <p:txBody>
          <a:bodyPr/>
          <a:lstStyle/>
          <a:p>
            <a:r>
              <a:rPr lang="en-GB" dirty="0"/>
              <a:t>Introduction to Machine Learning – An Example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284B3D1-24D5-BC6A-177D-59A57D1787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5010" y="898252"/>
            <a:ext cx="3725545" cy="28067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37DBAC7-05B9-163F-DE46-9AAD04228C58}"/>
                  </a:ext>
                </a:extLst>
              </p:cNvPr>
              <p:cNvSpPr txBox="1"/>
              <p:nvPr/>
            </p:nvSpPr>
            <p:spPr>
              <a:xfrm>
                <a:off x="139148" y="3704952"/>
                <a:ext cx="886570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With </a:t>
                </a:r>
                <a:r>
                  <a:rPr lang="en-GB" sz="1400" b="1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linear regression </a:t>
                </a:r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(a machine/statistical learning algorithm you will learn in Week 6), we can find a very close approximation to </a:t>
                </a:r>
                <a14:m>
                  <m:oMath xmlns:m="http://schemas.openxmlformats.org/officeDocument/2006/math">
                    <m:r>
                      <a:rPr lang="en-GB" sz="1400" b="1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𝒎</m:t>
                    </m:r>
                    <m:r>
                      <a:rPr lang="en-GB" sz="1400" b="1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∗</m:t>
                    </m:r>
                    <m:r>
                      <a:rPr lang="en-GB" sz="1400" b="1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𝒂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, even through the algorithm does not know it in beforehand.</a:t>
                </a:r>
                <a:endParaRPr lang="en-GB" sz="14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37DBAC7-05B9-163F-DE46-9AAD04228C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148" y="3704952"/>
                <a:ext cx="8865704" cy="523220"/>
              </a:xfrm>
              <a:prstGeom prst="rect">
                <a:avLst/>
              </a:prstGeom>
              <a:blipFill>
                <a:blip r:embed="rId3"/>
                <a:stretch>
                  <a:fillRect l="-206" t="-2326" r="-206" b="-1162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090305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E3C1EE4-535A-B965-6EEB-C599945E065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86596" y="262397"/>
            <a:ext cx="8672097" cy="584418"/>
          </a:xfrm>
        </p:spPr>
        <p:txBody>
          <a:bodyPr/>
          <a:lstStyle/>
          <a:p>
            <a:r>
              <a:rPr lang="en-GB" dirty="0"/>
              <a:t>Machine Learning – Problem of Universals</a:t>
            </a:r>
          </a:p>
        </p:txBody>
      </p:sp>
      <p:pic>
        <p:nvPicPr>
          <p:cNvPr id="3" name="Picture 2" descr="Plato, Aristotle and Machine Learning | by Mehmet Alican Noyan | Towards  Data Science">
            <a:extLst>
              <a:ext uri="{FF2B5EF4-FFF2-40B4-BE49-F238E27FC236}">
                <a16:creationId xmlns:a16="http://schemas.microsoft.com/office/drawing/2014/main" id="{BDCC0492-BD98-41A5-3953-9CBF6659CD4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308" y="899960"/>
            <a:ext cx="2554495" cy="334358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2526C0D-9E77-947D-4E1C-271D5AFB68AD}"/>
              </a:ext>
            </a:extLst>
          </p:cNvPr>
          <p:cNvSpPr txBox="1"/>
          <p:nvPr/>
        </p:nvSpPr>
        <p:spPr>
          <a:xfrm>
            <a:off x="3069203" y="1319918"/>
            <a:ext cx="57139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1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lang="en-GB" sz="14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niversals</a:t>
            </a: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are the things that two or more entities have in common and a universal has instances called particulars.</a:t>
            </a:r>
            <a:endParaRPr lang="en-GB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4EE2E6C-C220-1870-2E87-F65C94E18FD0}"/>
                  </a:ext>
                </a:extLst>
              </p:cNvPr>
              <p:cNvSpPr txBox="1"/>
              <p:nvPr/>
            </p:nvSpPr>
            <p:spPr>
              <a:xfrm>
                <a:off x="3339548" y="2316241"/>
                <a:ext cx="4572000" cy="617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50000"/>
                  </a:lnSpc>
                  <a:spcAft>
                    <a:spcPts val="800"/>
                  </a:spcAft>
                  <a:tabLst>
                    <a:tab pos="3616325" algn="l"/>
                  </a:tabLst>
                </a:pPr>
                <a:r>
                  <a:rPr lang="en-GB" sz="1200" b="1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Problem of Universals:</a:t>
                </a:r>
                <a:r>
                  <a:rPr lang="en-GB" sz="12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12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𝑊h𝑎𝑡</m:t>
                    </m:r>
                    <m:r>
                      <a:rPr lang="en-GB" sz="12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GB" sz="12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𝑤𝑒</m:t>
                    </m:r>
                    <m:r>
                      <a:rPr lang="en-GB" sz="12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GB" sz="12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𝑠𝑒𝑒</m:t>
                    </m:r>
                    <m:r>
                      <a:rPr lang="en-GB" sz="12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12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𝑈𝑛𝑖𝑣𝑒𝑟𝑠𝑎𝑙𝑠</m:t>
                    </m:r>
                    <m:r>
                      <a:rPr lang="en-GB" sz="12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r>
                      <a:rPr lang="en-GB" sz="12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𝑃𝑎𝑟𝑡𝑖𝑐𝑢𝑙𝑎𝑟</m:t>
                    </m:r>
                    <m:r>
                      <a:rPr lang="en-GB" sz="12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GB" sz="12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𝑝𝑟𝑜𝑝𝑒𝑟𝑡𝑖𝑒𝑠</m:t>
                    </m:r>
                  </m:oMath>
                </a14:m>
                <a:endParaRPr lang="en-GB" sz="1050" dirty="0">
                  <a:effectLst/>
                  <a:latin typeface="Calibri" panose="020F050202020403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4EE2E6C-C220-1870-2E87-F65C94E18F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9548" y="2316241"/>
                <a:ext cx="4572000" cy="617220"/>
              </a:xfrm>
              <a:prstGeom prst="rect">
                <a:avLst/>
              </a:prstGeom>
              <a:blipFill>
                <a:blip r:embed="rId3"/>
                <a:stretch>
                  <a:fillRect b="-9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32841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E3C1EE4-535A-B965-6EEB-C599945E065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86596" y="262397"/>
            <a:ext cx="8672097" cy="584418"/>
          </a:xfrm>
        </p:spPr>
        <p:txBody>
          <a:bodyPr/>
          <a:lstStyle/>
          <a:p>
            <a:r>
              <a:rPr lang="en-GB" dirty="0"/>
              <a:t>Machine Learning – Knowledge Representation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EFD24C2-00A1-4370-D65D-9C15BFAA55DA}"/>
                  </a:ext>
                </a:extLst>
              </p:cNvPr>
              <p:cNvSpPr txBox="1"/>
              <p:nvPr/>
            </p:nvSpPr>
            <p:spPr>
              <a:xfrm>
                <a:off x="186596" y="846815"/>
                <a:ext cx="8672096" cy="28931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  <a:tabLst>
                    <a:tab pos="3616325" algn="l"/>
                  </a:tabLst>
                </a:pPr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Knowledge can take different forms such as</a:t>
                </a:r>
              </a:p>
              <a:p>
                <a:pPr marL="342900" lvl="0" indent="-342900">
                  <a:spcBef>
                    <a:spcPts val="600"/>
                  </a:spcBef>
                  <a:spcAft>
                    <a:spcPts val="600"/>
                  </a:spcAft>
                  <a:buFont typeface="Symbol" panose="05050102010706020507" pitchFamily="18" charset="2"/>
                  <a:buChar char=""/>
                  <a:tabLst>
                    <a:tab pos="3616325" algn="l"/>
                  </a:tabLst>
                </a:pPr>
                <a:r>
                  <a:rPr lang="en-GB" sz="1400" b="1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Propositions</a:t>
                </a:r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(statement, law)</a:t>
                </a:r>
              </a:p>
              <a:p>
                <a:pPr marL="457200">
                  <a:spcBef>
                    <a:spcPts val="600"/>
                  </a:spcBef>
                  <a:spcAft>
                    <a:spcPts val="600"/>
                  </a:spcAft>
                  <a:tabLst>
                    <a:tab pos="3616325" algn="l"/>
                  </a:tabLst>
                </a:pPr>
                <a:r>
                  <a:rPr lang="en-GB" sz="1400" i="1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Force is proportional to acceleration, and the ratio of the two is mass.</a:t>
                </a:r>
                <a:endParaRPr lang="en-GB" sz="1400" dirty="0">
                  <a:effectLst/>
                  <a:latin typeface="Calibri" panose="020F050202020403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342900" lvl="0" indent="-342900">
                  <a:spcBef>
                    <a:spcPts val="600"/>
                  </a:spcBef>
                  <a:spcAft>
                    <a:spcPts val="600"/>
                  </a:spcAft>
                  <a:buFont typeface="Symbol" panose="05050102010706020507" pitchFamily="18" charset="2"/>
                  <a:buChar char=""/>
                  <a:tabLst>
                    <a:tab pos="3616325" algn="l"/>
                  </a:tabLst>
                </a:pPr>
                <a:r>
                  <a:rPr lang="en-GB" sz="1400" b="1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Narratives</a:t>
                </a:r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(description, story)</a:t>
                </a:r>
              </a:p>
              <a:p>
                <a:pPr marL="457200" algn="just">
                  <a:spcBef>
                    <a:spcPts val="600"/>
                  </a:spcBef>
                  <a:spcAft>
                    <a:spcPts val="600"/>
                  </a:spcAft>
                  <a:tabLst>
                    <a:tab pos="3616325" algn="l"/>
                  </a:tabLst>
                </a:pPr>
                <a:r>
                  <a:rPr lang="en-GB" sz="1400" i="1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With the same mass, in order to generate higher acceleration, we need more force.</a:t>
                </a:r>
                <a:endParaRPr lang="en-GB" sz="1400" dirty="0">
                  <a:effectLst/>
                  <a:latin typeface="Calibri" panose="020F050202020403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342900" lvl="0" indent="-342900">
                  <a:spcBef>
                    <a:spcPts val="600"/>
                  </a:spcBef>
                  <a:spcAft>
                    <a:spcPts val="600"/>
                  </a:spcAft>
                  <a:buFont typeface="Symbol" panose="05050102010706020507" pitchFamily="18" charset="2"/>
                  <a:buChar char=""/>
                  <a:tabLst>
                    <a:tab pos="3616325" algn="l"/>
                  </a:tabLst>
                </a:pPr>
                <a:r>
                  <a:rPr lang="en-GB" sz="1400" b="1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Models</a:t>
                </a:r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(Analytical, computational), e.g., </a:t>
                </a:r>
                <a14:m>
                  <m:oMath xmlns:m="http://schemas.openxmlformats.org/officeDocument/2006/math">
                    <m:r>
                      <a:rPr lang="en-GB" sz="1400" i="1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𝐹</m:t>
                    </m:r>
                    <m:r>
                      <a:rPr lang="en-GB" sz="1400" i="1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1400" i="1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GB" sz="1400" i="1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∗</m:t>
                    </m:r>
                    <m:r>
                      <a:rPr lang="en-GB" sz="1400" i="1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endParaRPr lang="en-GB" sz="1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2900" lvl="0" indent="-342900">
                  <a:spcBef>
                    <a:spcPts val="600"/>
                  </a:spcBef>
                  <a:spcAft>
                    <a:spcPts val="600"/>
                  </a:spcAft>
                  <a:buFont typeface="Symbol" panose="05050102010706020507" pitchFamily="18" charset="2"/>
                  <a:buChar char=""/>
                  <a:tabLst>
                    <a:tab pos="3616325" algn="l"/>
                  </a:tabLst>
                </a:pPr>
                <a:endParaRPr lang="en-GB" sz="1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0" algn="just">
                  <a:spcBef>
                    <a:spcPts val="600"/>
                  </a:spcBef>
                  <a:spcAft>
                    <a:spcPts val="600"/>
                  </a:spcAft>
                  <a:tabLst>
                    <a:tab pos="3616325" algn="l"/>
                  </a:tabLst>
                </a:pPr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In this module, we focus on </a:t>
                </a:r>
                <a:r>
                  <a:rPr lang="en-GB" sz="1400" b="1" dirty="0">
                    <a:solidFill>
                      <a:srgbClr val="FF0000"/>
                    </a:solidFill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models</a:t>
                </a:r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, in particular </a:t>
                </a:r>
                <a:r>
                  <a:rPr lang="en-GB" sz="1400" b="1" dirty="0">
                    <a:solidFill>
                      <a:srgbClr val="FF0000"/>
                    </a:solidFill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computational models</a:t>
                </a:r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, as the representation of knowledge.</a:t>
                </a:r>
                <a:endParaRPr lang="en-GB" sz="1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EFD24C2-00A1-4370-D65D-9C15BFAA55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596" y="846815"/>
                <a:ext cx="8672096" cy="2893100"/>
              </a:xfrm>
              <a:prstGeom prst="rect">
                <a:avLst/>
              </a:prstGeom>
              <a:blipFill>
                <a:blip r:embed="rId2"/>
                <a:stretch>
                  <a:fillRect l="-211" t="-421" b="-105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60574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D8B4CA9-0276-D792-34D3-D4FB95CB259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8500" y="566533"/>
            <a:ext cx="5387188" cy="388504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E3C1EE4-535A-B965-6EEB-C599945E065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86596" y="262397"/>
            <a:ext cx="8672097" cy="584418"/>
          </a:xfrm>
        </p:spPr>
        <p:txBody>
          <a:bodyPr/>
          <a:lstStyle/>
          <a:p>
            <a:r>
              <a:rPr lang="en-GB" dirty="0"/>
              <a:t>The Map of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34073261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E3C1EE4-535A-B965-6EEB-C599945E065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86596" y="262397"/>
            <a:ext cx="8672097" cy="584418"/>
          </a:xfrm>
        </p:spPr>
        <p:txBody>
          <a:bodyPr/>
          <a:lstStyle/>
          <a:p>
            <a:r>
              <a:rPr lang="en-GB" dirty="0"/>
              <a:t>The Map of Machine Learning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0D81FF-BF0A-B35D-3402-2A6593A969F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4915" y="749230"/>
            <a:ext cx="5311775" cy="35655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455524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E3C1EE4-535A-B965-6EEB-C599945E065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86596" y="262397"/>
            <a:ext cx="8672097" cy="584418"/>
          </a:xfrm>
        </p:spPr>
        <p:txBody>
          <a:bodyPr/>
          <a:lstStyle/>
          <a:p>
            <a:r>
              <a:rPr lang="en-GB" dirty="0"/>
              <a:t>Machine Learning Basic Methodology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2BEE16B-3C26-57BE-8CFC-34D56922D2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430" y="1616711"/>
            <a:ext cx="4704715" cy="234315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F09EED2-A8B6-E0E7-314A-ED89C3268336}"/>
              </a:ext>
            </a:extLst>
          </p:cNvPr>
          <p:cNvSpPr txBox="1"/>
          <p:nvPr/>
        </p:nvSpPr>
        <p:spPr>
          <a:xfrm>
            <a:off x="4758596" y="998978"/>
            <a:ext cx="4248974" cy="27468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spcAft>
                <a:spcPts val="800"/>
              </a:spcAft>
              <a:tabLst>
                <a:tab pos="3616325" algn="l"/>
              </a:tabLst>
            </a:pPr>
            <a:r>
              <a:rPr lang="en-GB" sz="14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Model quality (skill, performance): </a:t>
            </a: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Finding the best model that work well during deployment, i.e., when presented with new data</a:t>
            </a:r>
          </a:p>
          <a:p>
            <a:pPr marL="536575" lvl="0" indent="-179388" algn="just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3616325" algn="l"/>
              </a:tabLst>
            </a:pPr>
            <a:r>
              <a:rPr lang="en-GB" sz="14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Training:</a:t>
            </a: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A model is created using data and a quality metric. We also say that we fit a model to a dataset. </a:t>
            </a:r>
          </a:p>
          <a:p>
            <a:pPr marL="536575" lvl="0" indent="-179388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Ø"/>
              <a:tabLst>
                <a:tab pos="3616325" algn="l"/>
              </a:tabLst>
            </a:pPr>
            <a:r>
              <a:rPr lang="en-GB" sz="14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Testing:</a:t>
            </a: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The performance of the model during deployment is assessed using new, unseen data.</a:t>
            </a:r>
            <a:endParaRPr lang="en-GB" sz="1400" b="1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0510EF-6E8F-8FB8-8C00-D3F4FFD265CD}"/>
              </a:ext>
            </a:extLst>
          </p:cNvPr>
          <p:cNvSpPr txBox="1"/>
          <p:nvPr/>
        </p:nvSpPr>
        <p:spPr>
          <a:xfrm>
            <a:off x="186596" y="897367"/>
            <a:ext cx="4572000" cy="6177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  <a:tabLst>
                <a:tab pos="3616325" algn="l"/>
              </a:tabLst>
            </a:pPr>
            <a:r>
              <a:rPr lang="en-GB" sz="12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Learning stage:</a:t>
            </a:r>
            <a:r>
              <a:rPr lang="en-GB" sz="12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The model is built </a:t>
            </a: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Symbol" panose="05050102010706020507" pitchFamily="18" charset="2"/>
              <a:buChar char=""/>
              <a:tabLst>
                <a:tab pos="3616325" algn="l"/>
              </a:tabLst>
            </a:pPr>
            <a:r>
              <a:rPr lang="en-GB" sz="12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Deployment stage:</a:t>
            </a:r>
            <a:r>
              <a:rPr lang="en-GB" sz="12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The model is used</a:t>
            </a:r>
          </a:p>
        </p:txBody>
      </p:sp>
    </p:spTree>
    <p:extLst>
      <p:ext uri="{BB962C8B-B14F-4D97-AF65-F5344CB8AC3E}">
        <p14:creationId xmlns:p14="http://schemas.microsoft.com/office/powerpoint/2010/main" val="26934191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854AB-2AA7-23CE-EA38-F8598A81E9D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28650" y="-993775"/>
            <a:ext cx="7886700" cy="993775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End slide</a:t>
            </a:r>
          </a:p>
        </p:txBody>
      </p:sp>
    </p:spTree>
    <p:extLst>
      <p:ext uri="{BB962C8B-B14F-4D97-AF65-F5344CB8AC3E}">
        <p14:creationId xmlns:p14="http://schemas.microsoft.com/office/powerpoint/2010/main" val="30802532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hannel 4 1">
      <a:dk1>
        <a:srgbClr val="000000"/>
      </a:dk1>
      <a:lt1>
        <a:srgbClr val="FFFFFF"/>
      </a:lt1>
      <a:dk2>
        <a:srgbClr val="585858"/>
      </a:dk2>
      <a:lt2>
        <a:srgbClr val="FFFFFF"/>
      </a:lt2>
      <a:accent1>
        <a:srgbClr val="6D2B83"/>
      </a:accent1>
      <a:accent2>
        <a:srgbClr val="D0091D"/>
      </a:accent2>
      <a:accent3>
        <a:srgbClr val="FFD611"/>
      </a:accent3>
      <a:accent4>
        <a:srgbClr val="85B6E2"/>
      </a:accent4>
      <a:accent5>
        <a:srgbClr val="62CBC5"/>
      </a:accent5>
      <a:accent6>
        <a:srgbClr val="7F7878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Design">
  <a:themeElements>
    <a:clrScheme name="Queen Mary">
      <a:dk1>
        <a:srgbClr val="21386A"/>
      </a:dk1>
      <a:lt1>
        <a:sysClr val="window" lastClr="FFFFFF"/>
      </a:lt1>
      <a:dk2>
        <a:srgbClr val="21386A"/>
      </a:dk2>
      <a:lt2>
        <a:srgbClr val="D8D8D8"/>
      </a:lt2>
      <a:accent1>
        <a:srgbClr val="123181"/>
      </a:accent1>
      <a:accent2>
        <a:srgbClr val="792273"/>
      </a:accent2>
      <a:accent3>
        <a:srgbClr val="2DB8C5"/>
      </a:accent3>
      <a:accent4>
        <a:srgbClr val="CDA60C"/>
      </a:accent4>
      <a:accent5>
        <a:srgbClr val="BD1C1C"/>
      </a:accent5>
      <a:accent6>
        <a:srgbClr val="73B82B"/>
      </a:accent6>
      <a:hlink>
        <a:srgbClr val="E6007E"/>
      </a:hlink>
      <a:folHlink>
        <a:srgbClr val="2DB8C5"/>
      </a:folHlink>
    </a:clrScheme>
    <a:fontScheme name="Queen Mary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1368CCBB75DFF4FBBF35D2CFE6FAFE5" ma:contentTypeVersion="13" ma:contentTypeDescription="Create a new document." ma:contentTypeScope="" ma:versionID="f1311ced04cfc325e5928d5533fce59e">
  <xsd:schema xmlns:xsd="http://www.w3.org/2001/XMLSchema" xmlns:xs="http://www.w3.org/2001/XMLSchema" xmlns:p="http://schemas.microsoft.com/office/2006/metadata/properties" xmlns:ns2="ae20048c-4bd1-477c-818b-309dfd2ea730" xmlns:ns3="ec8e96b7-88f6-4348-9ed3-1857a504f459" targetNamespace="http://schemas.microsoft.com/office/2006/metadata/properties" ma:root="true" ma:fieldsID="5849b0596d969c419648485de5277e80" ns2:_="" ns3:_="">
    <xsd:import namespace="ae20048c-4bd1-477c-818b-309dfd2ea730"/>
    <xsd:import namespace="ec8e96b7-88f6-4348-9ed3-1857a504f45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20048c-4bd1-477c-818b-309dfd2ea73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8e96b7-88f6-4348-9ed3-1857a504f45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ec8e96b7-88f6-4348-9ed3-1857a504f459">
      <UserInfo>
        <DisplayName>Stuart Richard Peters</DisplayName>
        <AccountId>249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3DB8F29C-7E3B-4051-A5EC-36F526E4872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73B0BFE-8693-41A1-8146-1F50DBFC88B0}">
  <ds:schemaRefs>
    <ds:schemaRef ds:uri="ae20048c-4bd1-477c-818b-309dfd2ea730"/>
    <ds:schemaRef ds:uri="ec8e96b7-88f6-4348-9ed3-1857a504f45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532CF83C-B74F-48F2-8ECA-3B65423852EE}">
  <ds:schemaRefs>
    <ds:schemaRef ds:uri="http://schemas.microsoft.com/office/2006/metadata/properties"/>
    <ds:schemaRef ds:uri="http://schemas.microsoft.com/office/infopath/2007/PartnerControls"/>
    <ds:schemaRef ds:uri="ec8e96b7-88f6-4348-9ed3-1857a504f459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693</Words>
  <Application>Microsoft Office PowerPoint</Application>
  <PresentationFormat>On-screen Show (16:9)</PresentationFormat>
  <Paragraphs>63</Paragraphs>
  <Slides>14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14</vt:i4>
      </vt:variant>
    </vt:vector>
  </HeadingPairs>
  <TitlesOfParts>
    <vt:vector size="25" baseType="lpstr">
      <vt:lpstr>4 Text</vt:lpstr>
      <vt:lpstr>Channel 4 Chadwick</vt:lpstr>
      <vt:lpstr>Arial</vt:lpstr>
      <vt:lpstr>Calibri</vt:lpstr>
      <vt:lpstr>Calibri Light</vt:lpstr>
      <vt:lpstr>Cambria Math</vt:lpstr>
      <vt:lpstr>Symbol</vt:lpstr>
      <vt:lpstr>Wingdings</vt:lpstr>
      <vt:lpstr>Office Theme</vt:lpstr>
      <vt:lpstr>1_Custom Design</vt:lpstr>
      <vt:lpstr>2_Custom Design</vt:lpstr>
      <vt:lpstr>EMS702UP Statistical Thinking and Applied Machine Learning </vt:lpstr>
      <vt:lpstr>Introduction to Statistics</vt:lpstr>
      <vt:lpstr>Introduction to Statistics</vt:lpstr>
      <vt:lpstr>The Map of Statistics</vt:lpstr>
      <vt:lpstr>Terminologies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End slide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 J</dc:creator>
  <cp:lastModifiedBy>Jun Chen</cp:lastModifiedBy>
  <cp:revision>54</cp:revision>
  <dcterms:created xsi:type="dcterms:W3CDTF">2020-06-18T12:08:25Z</dcterms:created>
  <dcterms:modified xsi:type="dcterms:W3CDTF">2023-09-24T23:34:19Z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0x010100E1368CCBB75DFF4FBBF35D2CFE6FAFE5</vt:lpwstr>
  </property>
</Properties>
</file>