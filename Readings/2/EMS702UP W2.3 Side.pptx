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2.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1.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12.xml" ContentType="application/inkml+xml"/>
  <Override PartName="/ppt/notesSlides/notesSlide24.xml" ContentType="application/vnd.openxmlformats-officedocument.presentationml.notesSlide+xml"/>
  <Override PartName="/ppt/ink/ink13.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14.xml" ContentType="application/inkml+xml"/>
  <Override PartName="/ppt/notesSlides/notesSlide27.xml" ContentType="application/vnd.openxmlformats-officedocument.presentationml.notesSlide+xml"/>
  <Override PartName="/ppt/ink/ink1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4"/>
    <p:sldMasterId id="2147483866" r:id="rId5"/>
    <p:sldMasterId id="2147483843" r:id="rId6"/>
  </p:sldMasterIdLst>
  <p:notesMasterIdLst>
    <p:notesMasterId r:id="rId35"/>
  </p:notesMasterIdLst>
  <p:handoutMasterIdLst>
    <p:handoutMasterId r:id="rId36"/>
  </p:handoutMasterIdLst>
  <p:sldIdLst>
    <p:sldId id="256" r:id="rId7"/>
    <p:sldId id="330" r:id="rId8"/>
    <p:sldId id="346" r:id="rId9"/>
    <p:sldId id="347" r:id="rId10"/>
    <p:sldId id="348" r:id="rId11"/>
    <p:sldId id="349" r:id="rId12"/>
    <p:sldId id="350" r:id="rId13"/>
    <p:sldId id="351" r:id="rId14"/>
    <p:sldId id="352" r:id="rId15"/>
    <p:sldId id="353" r:id="rId16"/>
    <p:sldId id="354" r:id="rId17"/>
    <p:sldId id="355" r:id="rId18"/>
    <p:sldId id="356" r:id="rId19"/>
    <p:sldId id="357" r:id="rId20"/>
    <p:sldId id="358" r:id="rId21"/>
    <p:sldId id="359" r:id="rId22"/>
    <p:sldId id="360" r:id="rId23"/>
    <p:sldId id="361" r:id="rId24"/>
    <p:sldId id="362" r:id="rId25"/>
    <p:sldId id="363" r:id="rId26"/>
    <p:sldId id="364" r:id="rId27"/>
    <p:sldId id="365" r:id="rId28"/>
    <p:sldId id="366" r:id="rId29"/>
    <p:sldId id="367" r:id="rId30"/>
    <p:sldId id="368" r:id="rId31"/>
    <p:sldId id="369" r:id="rId32"/>
    <p:sldId id="370" r:id="rId33"/>
    <p:sldId id="294" r:id="rId34"/>
  </p:sldIdLst>
  <p:sldSz cx="9144000" cy="5143500" type="screen16x9"/>
  <p:notesSz cx="6858000" cy="9144000"/>
  <p:defaultText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Slide templates" id="{7DD0B69D-9948-46F3-B07D-8BF81D90CAFD}">
          <p14:sldIdLst>
            <p14:sldId id="256"/>
            <p14:sldId id="330"/>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294"/>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3D74"/>
    <a:srgbClr val="1F7791"/>
    <a:srgbClr val="10746A"/>
    <a:srgbClr val="EC008C"/>
    <a:srgbClr val="2DB8C5"/>
    <a:srgbClr val="73B82B"/>
    <a:srgbClr val="F18500"/>
    <a:srgbClr val="8D3786"/>
    <a:srgbClr val="CDA60C"/>
    <a:srgbClr val="2DB8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162" y="60"/>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slide" Target="slides/slide28.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notesMaster" Target="notesMasters/notesMaster1.xml"/><Relationship Id="rId8" Type="http://schemas.openxmlformats.org/officeDocument/2006/relationships/slide" Target="slides/slide2.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0859996977948773"/>
          <c:y val="1.4467262737367422E-3"/>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5.5009355875836059E-2"/>
          <c:y val="0.13986788302602043"/>
          <c:w val="0.67931177666812181"/>
          <c:h val="0.76021553992215929"/>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CA9-4D25-9A08-E785591F912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CA9-4D25-9A08-E785591F912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CA9-4D25-9A08-E785591F912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CA9-4D25-9A08-E785591F912F}"/>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CA9-4D25-9A08-E785591F912F}"/>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CA9-4D25-9A08-E785591F912F}"/>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CCA9-4D25-9A08-E785591F912F}"/>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8</c:v>
                </c:pt>
                <c:pt idx="1">
                  <c:v>6</c:v>
                </c:pt>
                <c:pt idx="2">
                  <c:v>4</c:v>
                </c:pt>
                <c:pt idx="3">
                  <c:v>3</c:v>
                </c:pt>
                <c:pt idx="4">
                  <c:v>2</c:v>
                </c:pt>
                <c:pt idx="5">
                  <c:v>1</c:v>
                </c:pt>
                <c:pt idx="6">
                  <c:v>0.5</c:v>
                </c:pt>
              </c:numCache>
            </c:numRef>
          </c:val>
          <c:extLst>
            <c:ext xmlns:c16="http://schemas.microsoft.com/office/drawing/2014/chart" uri="{C3380CC4-5D6E-409C-BE32-E72D297353CC}">
              <c16:uniqueId val="{0000000E-CCA9-4D25-9A08-E785591F912F}"/>
            </c:ext>
          </c:extLst>
        </c:ser>
        <c:dLbls>
          <c:showLegendKey val="0"/>
          <c:showVal val="0"/>
          <c:showCatName val="0"/>
          <c:showSerName val="0"/>
          <c:showPercent val="0"/>
          <c:showBubbleSize val="0"/>
          <c:showLeaderLines val="1"/>
        </c:dLbls>
        <c:firstSliceAng val="0"/>
        <c:holeSize val="64"/>
      </c:doughnutChart>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69977572318967052"/>
          <c:y val="0.1928179891354784"/>
          <c:w val="0.30022436435136202"/>
          <c:h val="0.65283604829086761"/>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4416114174553275"/>
          <c:y val="1.4062543327461475E-2"/>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3.7531567990058079E-2"/>
          <c:y val="0.11931885404850991"/>
          <c:w val="0.63197913902634784"/>
          <c:h val="0.65308987739149349"/>
        </c:manualLayout>
      </c:layout>
      <c:barChart>
        <c:barDir val="col"/>
        <c:grouping val="clustered"/>
        <c:varyColors val="1"/>
        <c:ser>
          <c:idx val="0"/>
          <c:order val="0"/>
          <c:tx>
            <c:strRef>
              <c:f>Sheet1!$B$1</c:f>
              <c:strCache>
                <c:ptCount val="1"/>
                <c:pt idx="0">
                  <c:v>Sales</c:v>
                </c:pt>
              </c:strCache>
            </c:strRef>
          </c:tx>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3151-495A-8996-44DF7C239E04}"/>
              </c:ext>
            </c:extLst>
          </c:dPt>
          <c:dPt>
            <c:idx val="1"/>
            <c:invertIfNegative val="0"/>
            <c:bubble3D val="0"/>
            <c:spPr>
              <a:solidFill>
                <a:schemeClr val="accent2"/>
              </a:solidFill>
              <a:ln w="19050">
                <a:solidFill>
                  <a:schemeClr val="lt1"/>
                </a:solidFill>
              </a:ln>
              <a:effectLst/>
            </c:spPr>
            <c:extLst>
              <c:ext xmlns:c16="http://schemas.microsoft.com/office/drawing/2014/chart" uri="{C3380CC4-5D6E-409C-BE32-E72D297353CC}">
                <c16:uniqueId val="{00000003-3151-495A-8996-44DF7C239E04}"/>
              </c:ext>
            </c:extLst>
          </c:dPt>
          <c:dPt>
            <c:idx val="2"/>
            <c:invertIfNegative val="0"/>
            <c:bubble3D val="0"/>
            <c:spPr>
              <a:solidFill>
                <a:schemeClr val="accent3"/>
              </a:solidFill>
              <a:ln w="19050">
                <a:solidFill>
                  <a:schemeClr val="lt1"/>
                </a:solidFill>
              </a:ln>
              <a:effectLst/>
            </c:spPr>
            <c:extLst>
              <c:ext xmlns:c16="http://schemas.microsoft.com/office/drawing/2014/chart" uri="{C3380CC4-5D6E-409C-BE32-E72D297353CC}">
                <c16:uniqueId val="{00000005-3151-495A-8996-44DF7C239E04}"/>
              </c:ext>
            </c:extLst>
          </c:dPt>
          <c:dPt>
            <c:idx val="3"/>
            <c:invertIfNegative val="0"/>
            <c:bubble3D val="0"/>
            <c:spPr>
              <a:solidFill>
                <a:schemeClr val="accent4"/>
              </a:solidFill>
              <a:ln w="19050">
                <a:solidFill>
                  <a:schemeClr val="lt1"/>
                </a:solidFill>
              </a:ln>
              <a:effectLst/>
            </c:spPr>
            <c:extLst>
              <c:ext xmlns:c16="http://schemas.microsoft.com/office/drawing/2014/chart" uri="{C3380CC4-5D6E-409C-BE32-E72D297353CC}">
                <c16:uniqueId val="{00000007-3151-495A-8996-44DF7C239E04}"/>
              </c:ext>
            </c:extLst>
          </c:dPt>
          <c:dPt>
            <c:idx val="4"/>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9-3151-495A-8996-44DF7C239E04}"/>
              </c:ext>
            </c:extLst>
          </c:dPt>
          <c:dPt>
            <c:idx val="5"/>
            <c:invertIfNegative val="0"/>
            <c:bubble3D val="0"/>
            <c:spPr>
              <a:solidFill>
                <a:schemeClr val="accent6"/>
              </a:solidFill>
              <a:ln w="19050">
                <a:solidFill>
                  <a:schemeClr val="lt1"/>
                </a:solidFill>
              </a:ln>
              <a:effectLst/>
            </c:spPr>
            <c:extLst>
              <c:ext xmlns:c16="http://schemas.microsoft.com/office/drawing/2014/chart" uri="{C3380CC4-5D6E-409C-BE32-E72D297353CC}">
                <c16:uniqueId val="{0000000B-3151-495A-8996-44DF7C239E04}"/>
              </c:ext>
            </c:extLst>
          </c:dPt>
          <c:dPt>
            <c:idx val="6"/>
            <c:invertIfNegative val="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3151-495A-8996-44DF7C239E04}"/>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0.5</c:v>
                </c:pt>
                <c:pt idx="1">
                  <c:v>1.5</c:v>
                </c:pt>
                <c:pt idx="2">
                  <c:v>2.5</c:v>
                </c:pt>
                <c:pt idx="3">
                  <c:v>3.5</c:v>
                </c:pt>
                <c:pt idx="4">
                  <c:v>4.5</c:v>
                </c:pt>
                <c:pt idx="5">
                  <c:v>5.5</c:v>
                </c:pt>
                <c:pt idx="6">
                  <c:v>6</c:v>
                </c:pt>
              </c:numCache>
            </c:numRef>
          </c:val>
          <c:extLst>
            <c:ext xmlns:c16="http://schemas.microsoft.com/office/drawing/2014/chart" uri="{C3380CC4-5D6E-409C-BE32-E72D297353CC}">
              <c16:uniqueId val="{0000000E-3151-495A-8996-44DF7C239E04}"/>
            </c:ext>
          </c:extLst>
        </c:ser>
        <c:dLbls>
          <c:showLegendKey val="0"/>
          <c:showVal val="0"/>
          <c:showCatName val="0"/>
          <c:showSerName val="0"/>
          <c:showPercent val="0"/>
          <c:showBubbleSize val="0"/>
        </c:dLbls>
        <c:gapWidth val="150"/>
        <c:axId val="853237616"/>
        <c:axId val="774982448"/>
      </c:barChart>
      <c:valAx>
        <c:axId val="774982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1B71"/>
                </a:solidFill>
                <a:latin typeface="Frutiger 55 Roman" pitchFamily="2" charset="0"/>
                <a:ea typeface="+mn-ea"/>
                <a:cs typeface="+mn-cs"/>
              </a:defRPr>
            </a:pPr>
            <a:endParaRPr lang="en-US"/>
          </a:p>
        </c:txPr>
        <c:crossAx val="853237616"/>
        <c:crosses val="autoZero"/>
        <c:crossBetween val="between"/>
      </c:valAx>
      <c:catAx>
        <c:axId val="853237616"/>
        <c:scaling>
          <c:orientation val="minMax"/>
        </c:scaling>
        <c:delete val="0"/>
        <c:axPos val="b"/>
        <c:numFmt formatCode="General" sourceLinked="1"/>
        <c:majorTickMark val="out"/>
        <c:minorTickMark val="none"/>
        <c:tickLblPos val="low"/>
        <c:spPr>
          <a:noFill/>
          <a:ln w="6350" cap="flat" cmpd="sng" algn="ctr">
            <a:solidFill>
              <a:schemeClr val="dk1"/>
            </a:solidFill>
            <a:prstDash val="solid"/>
            <a:miter lim="800000"/>
          </a:ln>
          <a:effectLst/>
        </c:spPr>
        <c:txPr>
          <a:bodyPr rot="5400000" spcFirstLastPara="1" vertOverflow="ellipsis" wrap="square" anchor="ctr" anchorCtr="1"/>
          <a:lstStyle/>
          <a:p>
            <a:pPr>
              <a:defRPr sz="1197" b="0" i="0" u="none" strike="noStrike" kern="1200" baseline="0">
                <a:solidFill>
                  <a:schemeClr val="tx1"/>
                </a:solidFill>
                <a:latin typeface="+mn-lt"/>
                <a:ea typeface="+mn-ea"/>
                <a:cs typeface="+mn-cs"/>
              </a:defRPr>
            </a:pPr>
            <a:endParaRPr lang="en-US"/>
          </a:p>
        </c:txPr>
        <c:crossAx val="774982448"/>
        <c:crosses val="autoZero"/>
        <c:auto val="1"/>
        <c:lblAlgn val="ctr"/>
        <c:lblOffset val="100"/>
        <c:noMultiLvlLbl val="0"/>
      </c:catAx>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72056497372130657"/>
          <c:y val="0.23026675851480399"/>
          <c:w val="0.24631125718087762"/>
          <c:h val="0.60697960708651189"/>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9648043799212601"/>
          <c:y val="1.4062499134934847E-2"/>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8017085530237922"/>
          <c:y val="0.11931885404850991"/>
          <c:w val="0.59848297447332355"/>
          <c:h val="0.80052066313077841"/>
        </c:manualLayout>
      </c:layout>
      <c:barChart>
        <c:barDir val="bar"/>
        <c:grouping val="clustered"/>
        <c:varyColors val="1"/>
        <c:ser>
          <c:idx val="0"/>
          <c:order val="0"/>
          <c:tx>
            <c:strRef>
              <c:f>Sheet1!$B$1</c:f>
              <c:strCache>
                <c:ptCount val="1"/>
                <c:pt idx="0">
                  <c:v>Sales</c:v>
                </c:pt>
              </c:strCache>
            </c:strRef>
          </c:tx>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4E79-46EC-ACD0-05064C0E4F15}"/>
              </c:ext>
            </c:extLst>
          </c:dPt>
          <c:dPt>
            <c:idx val="1"/>
            <c:invertIfNegative val="0"/>
            <c:bubble3D val="0"/>
            <c:spPr>
              <a:solidFill>
                <a:schemeClr val="accent2"/>
              </a:solidFill>
              <a:ln w="19050">
                <a:solidFill>
                  <a:schemeClr val="lt1"/>
                </a:solidFill>
              </a:ln>
              <a:effectLst/>
            </c:spPr>
            <c:extLst>
              <c:ext xmlns:c16="http://schemas.microsoft.com/office/drawing/2014/chart" uri="{C3380CC4-5D6E-409C-BE32-E72D297353CC}">
                <c16:uniqueId val="{00000003-4E79-46EC-ACD0-05064C0E4F15}"/>
              </c:ext>
            </c:extLst>
          </c:dPt>
          <c:dPt>
            <c:idx val="2"/>
            <c:invertIfNegative val="0"/>
            <c:bubble3D val="0"/>
            <c:spPr>
              <a:solidFill>
                <a:schemeClr val="accent3"/>
              </a:solidFill>
              <a:ln w="19050">
                <a:solidFill>
                  <a:schemeClr val="lt1"/>
                </a:solidFill>
              </a:ln>
              <a:effectLst/>
            </c:spPr>
            <c:extLst>
              <c:ext xmlns:c16="http://schemas.microsoft.com/office/drawing/2014/chart" uri="{C3380CC4-5D6E-409C-BE32-E72D297353CC}">
                <c16:uniqueId val="{00000005-4E79-46EC-ACD0-05064C0E4F15}"/>
              </c:ext>
            </c:extLst>
          </c:dPt>
          <c:dPt>
            <c:idx val="3"/>
            <c:invertIfNegative val="0"/>
            <c:bubble3D val="0"/>
            <c:spPr>
              <a:solidFill>
                <a:schemeClr val="accent4"/>
              </a:solidFill>
              <a:ln w="19050">
                <a:solidFill>
                  <a:schemeClr val="lt1"/>
                </a:solidFill>
              </a:ln>
              <a:effectLst/>
            </c:spPr>
            <c:extLst>
              <c:ext xmlns:c16="http://schemas.microsoft.com/office/drawing/2014/chart" uri="{C3380CC4-5D6E-409C-BE32-E72D297353CC}">
                <c16:uniqueId val="{00000007-4E79-46EC-ACD0-05064C0E4F15}"/>
              </c:ext>
            </c:extLst>
          </c:dPt>
          <c:dPt>
            <c:idx val="4"/>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9-4E79-46EC-ACD0-05064C0E4F15}"/>
              </c:ext>
            </c:extLst>
          </c:dPt>
          <c:dPt>
            <c:idx val="5"/>
            <c:invertIfNegative val="0"/>
            <c:bubble3D val="0"/>
            <c:spPr>
              <a:solidFill>
                <a:schemeClr val="accent6"/>
              </a:solidFill>
              <a:ln w="19050">
                <a:solidFill>
                  <a:schemeClr val="lt1"/>
                </a:solidFill>
              </a:ln>
              <a:effectLst/>
            </c:spPr>
            <c:extLst>
              <c:ext xmlns:c16="http://schemas.microsoft.com/office/drawing/2014/chart" uri="{C3380CC4-5D6E-409C-BE32-E72D297353CC}">
                <c16:uniqueId val="{0000000B-4E79-46EC-ACD0-05064C0E4F15}"/>
              </c:ext>
            </c:extLst>
          </c:dPt>
          <c:dPt>
            <c:idx val="6"/>
            <c:invertIfNegative val="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4E79-46EC-ACD0-05064C0E4F15}"/>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7</c:v>
                </c:pt>
                <c:pt idx="1">
                  <c:v>6</c:v>
                </c:pt>
                <c:pt idx="2">
                  <c:v>5</c:v>
                </c:pt>
                <c:pt idx="3">
                  <c:v>4</c:v>
                </c:pt>
                <c:pt idx="4">
                  <c:v>3</c:v>
                </c:pt>
                <c:pt idx="5">
                  <c:v>2</c:v>
                </c:pt>
                <c:pt idx="6">
                  <c:v>1</c:v>
                </c:pt>
              </c:numCache>
            </c:numRef>
          </c:val>
          <c:extLst>
            <c:ext xmlns:c16="http://schemas.microsoft.com/office/drawing/2014/chart" uri="{C3380CC4-5D6E-409C-BE32-E72D297353CC}">
              <c16:uniqueId val="{0000000E-4E79-46EC-ACD0-05064C0E4F15}"/>
            </c:ext>
          </c:extLst>
        </c:ser>
        <c:dLbls>
          <c:showLegendKey val="0"/>
          <c:showVal val="0"/>
          <c:showCatName val="0"/>
          <c:showSerName val="0"/>
          <c:showPercent val="0"/>
          <c:showBubbleSize val="0"/>
        </c:dLbls>
        <c:gapWidth val="79"/>
        <c:axId val="853237616"/>
        <c:axId val="774982448"/>
      </c:barChart>
      <c:valAx>
        <c:axId val="7749824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1B71"/>
                </a:solidFill>
                <a:latin typeface="Frutiger 55 Roman" pitchFamily="2" charset="0"/>
                <a:ea typeface="+mn-ea"/>
                <a:cs typeface="+mn-cs"/>
              </a:defRPr>
            </a:pPr>
            <a:endParaRPr lang="en-US"/>
          </a:p>
        </c:txPr>
        <c:crossAx val="853237616"/>
        <c:crosses val="autoZero"/>
        <c:crossBetween val="between"/>
      </c:valAx>
      <c:catAx>
        <c:axId val="853237616"/>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001B71"/>
                </a:solidFill>
                <a:latin typeface="+mj-lt"/>
                <a:ea typeface="+mn-ea"/>
                <a:cs typeface="+mn-cs"/>
              </a:defRPr>
            </a:pPr>
            <a:endParaRPr lang="en-US"/>
          </a:p>
        </c:txPr>
        <c:crossAx val="774982448"/>
        <c:crosses val="autoZero"/>
        <c:auto val="1"/>
        <c:lblAlgn val="ctr"/>
        <c:lblOffset val="100"/>
        <c:noMultiLvlLbl val="0"/>
      </c:catAx>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72396512040726835"/>
          <c:y val="9.6391868962480462E-2"/>
          <c:w val="0.2760348679438433"/>
          <c:h val="0.80923730636217983"/>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664FB5-82AF-48A4-80F1-9AEEE0DF4B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5CF0742E-D5E1-4FF3-A442-958EA2A786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D066F8-4FE9-4315-A56E-3EA256F5907F}" type="datetimeFigureOut">
              <a:rPr lang="en-GB" smtClean="0"/>
              <a:t>10/10/2023</a:t>
            </a:fld>
            <a:endParaRPr lang="en-GB"/>
          </a:p>
        </p:txBody>
      </p:sp>
      <p:sp>
        <p:nvSpPr>
          <p:cNvPr id="4" name="Footer Placeholder 3">
            <a:extLst>
              <a:ext uri="{FF2B5EF4-FFF2-40B4-BE49-F238E27FC236}">
                <a16:creationId xmlns:a16="http://schemas.microsoft.com/office/drawing/2014/main" id="{A1F2F771-FAFF-4FF6-AE5C-96F43E8CB7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8EB88F3-0CB9-4921-9214-BFA9C4B808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F73B9F-E786-4DE9-B054-AF2D3B642399}" type="slidenum">
              <a:rPr lang="en-GB" smtClean="0"/>
              <a:t>‹#›</a:t>
            </a:fld>
            <a:endParaRPr lang="en-GB"/>
          </a:p>
        </p:txBody>
      </p:sp>
    </p:spTree>
    <p:extLst>
      <p:ext uri="{BB962C8B-B14F-4D97-AF65-F5344CB8AC3E}">
        <p14:creationId xmlns:p14="http://schemas.microsoft.com/office/powerpoint/2010/main" val="393511527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0T11:05:25.699"/>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FF0000"/>
    </inkml:brush>
  </inkml:definitions>
  <inkml:trace contextRef="#ctx0" brushRef="#br0">4266 6031 11055 0,'0'2'976'0,"-1"-1"-784"15,1 1-192-15,0-2 0 0,0 0 1120 0,-1 0 176 16,1 2 48-16,-1 0 0 0,1 3 352 0,-1 2 80 16,0 0 16-16,1 0 0 0,0 4-480 0,-1 0-96 15,1 3 0-15,0 2-16 0,-1 4-96 0,1 4-16 16,-1 2 0-16,0 2 0 0,2-2-288 0,-1 0-64 16,1-4-16-16,1-1 0 0,0-2-304 0,1-3-64 15,0-1-16-15,1-4 0 0,-2-1-336 0,2-3 0 16,0-2 0-16,-1-3 0 15,-1 0-896-15,1-2-80 0,0-2-32 0,-1-2 0 16,1-1-656-16,-3 0-144 0,1-2-32 0,0 2 0 16,-1 0-272-16,-1-3-64 0,-1-1-16 0,-1-2 0 15,-2-1 528-15,2 0 128 0,-2 0 0 0,-2-4 16 16,2-1 864-16,-4-1 160 0,2-2 48 0,-1-2 0 0,0-1 96 0,0-1 32 0,1 3 0 0,2 2 0 16,-1 0 192-16,2 3 128 0,0 4-160 0,1 1 160 15,0 2 864-15,2 1 272 0,0 0 48 0,-1 3 16 16,1-3 336-16,1-1 80 0,-1 3 16 0,2-4 0 15,0 3 240-15,2-2 48 0,0-1 16 0,2 0 0 16,2-2-848-16,2-1-160 0,1-2-32 0,0 1-16 16,0 1-400-16,1-2-80 0,1 1-16 0,0 2 0 15,1 0-384-15,-1 2 0 0,1 3 128 0,-1 2-128 16,0 3 0-16,-12 2 0 0,0 0 0 0,0 0 0 16,43 24 144-16,-43-24-144 0,0 0 160 0,24 40-160 15,-24-40 352-15,9 33-32 0,-7-18 0 0,-2 1 0 0,-1-2-16 0,-2 0-16 16,-1 0 0-16,0-2 0 0,0-1-112 0,-1-2-32 15,-1 2 0-15,-2-3 0 0,1 2 16 0,-2-1 0 16,-1 0 0-16,0-2 0 0,0 0-160 0,1-2 0 16,-1-1 144-16,3-1-144 0,0-1 0 0,1-2 0 15,1 0 0-15,2 0 0 0,0 0-288 0,1-2-32 16,1-1 0-16,2 0-9264 16,2 0-1856-16</inkml:trace>
  <inkml:trace contextRef="#ctx0" brushRef="#br0" timeOffset="400.81">4559 6003 4607 0,'0'0'192'0,"-1"0"64"0,1 0-256 0,-1 0 0 0,0 0 0 0,1 0 0 15,0 2 1216-15,-1-2 192 0,0 2 32 0,-1-1 16 16,1 3-352-16,-1-2-64 0,-1 3-16 0,1 0 0 15,0-1-416-15,1 4-96 0,-1-1 0 0,0 1-16 16,-1 1 256-16,1 2 48 0,-1 1 16 0,2 0 0 16,0 3 112-16,0 1 32 0,0-1 0 0,2-2 0 15,1 1-32-15,0-2 0 0,-2-12 0 0,0 0 0 16,0 0-304-16,0 0-64 0,0 0-16 0,44 17 0 16,-32-26-128-16,0-1-32 0,-1-4 0 0,-1 0 0 15,1 0-256-15,-3-1-128 0,-1 3 0 0,0-4 128 16,-2 3-464-16,-1-1-112 0,-1 0 0 0,-1 5-16 0,-1 2 272 0,-1-1 48 15,-3 2 16-15,-1 0 0 0,-1 0 128 0,-4 3 0 16,1-1 0-16,-1 3 0 0,-1 1 128 0,-2 0 64 16,1 3 16-16,-1-1 0 0,1 1 96 0,1 0 16 15,2 0 0-15,0 0 0 0,3 0-320 0,0 0 0 16,2 0-128-16,2 0-8240 16,1 0-1632-16</inkml:trace>
  <inkml:trace contextRef="#ctx0" brushRef="#br0" timeOffset="1400.99">4814 5941 7359 0,'-3'0'656'0,"2"0"-528"0,0 0-128 0,0 2 0 16,0-1 912-16,1 1 160 0,0 1 16 0,0 1 16 0,-1 5 816 0,0 3 144 15,1 2 48-15,0 5 0 0,0 2-976 16,0 3-192-16,2 2-48 0,-1 0 0 0,0 0-112 0,0 0-16 16,0 1-16-16,1-2 0 0,0-3-64 0,1-3-16 15,1-2 0-15,-1-5 0 0,0-3-496 0,0-2-176 16,0 0 0-16,-1-4 144 0,1-1-368 0,1-2-80 16,-1 0-16-16,0-4 0 15,-2-1-1056-15,1 1-224 0,-1-2-32 0,0-3-16 16,0-1-576-16,-2 1-112 0,-1 0-32 0,0-1 0 15,0 0 368-15,-2 0 64 0,-1-2 16 0,0-1 0 0,-2 0 1296 0,1 0 272 16,-1 0 48-16,-1-1 16 0,0-2 720 0,-2-1 144 16,3 3 16-16,-2-3 16 0,1 1 368 0,2-1 80 15,-1 3 16-15,3 0 0 0,1 4 272 0,1 2 48 0,2-1 16 0,2 0 0 16,1 2-48-16,0-2 0 0,4 2 0 0,-1 1 0 16,2 0-80-16,0 1-32 0,1 2 0 0,3 1 0 15,0 1-336-15,1 1-64 0,-13 0-16 0,0 0 0 16,38 6-224-16,-38-6-48 0,0 0-16 0,0 0 0 15,0 0-112-15,47 21-32 0,-41-16 0 0,-1 2 0 16,-1-4-16-16,-3 4 0 0,0-4 0 0,-2 1 0 16,0 3 32-16,-3-3 0 0,0 2 0 0,0 0 0 15,-1-3-160-15,-1 2-16 0,2-2-16 0,-2 0 0 16,1-2-224-16,-1 3 0 0,1-4 0 0,2 3 0 16,0-3 0-16,0 2 0 0,1-2-144 0,1 0 144 15,1 0-608-15,1 0-32 0,1 0 0 0,1-2 0 16,-1 0-544-16,1-1-112 0,3-2-32 0,0-1 0 15,3-2 96-15,0-1 16 0,0-1 0 0,2 1 0 16,-1-3 592-16,-1 2 128 0,-1 0 32 0,1-1 0 0,-1 1 464 0,0 2 0 16,-2-1-128-16,0 3 128 0,-2 1 128 0,1 0 80 15,-2 3 16-15,-1 0 0 0,1 4 672 0,-1 0 128 16,-1 1 16-16,0 4 16 0,0 2-80 0,-1 3-16 16,1 2 0-16,-1 1 0 0,0-1-352 0,0-2-80 15,0 2-16-15,1 0 0 0,0-2-272 0,0 2-64 16,1-2-16-16,1-3 0 0,1 1-160 0,0-3 0 15,2-2 144-15,-1-2-144 0,0-1 0 0,1-4 0 16,0 1 0-16,1-4 0 0,-1-2 0 0,2-2 0 16,0-2 0-16,-1-2 0 0,2 0 1136 0,-1-2 208 15,0-2 32-15,-1 1 16 16,-1 1-3520-16,-1 1-704 0,0 0-144 0,-2 2-32 0,-1-2 2112 0,0 2 432 0,-1 1 80 0,0 1 0 16,-1 3 384-16,0 1 0 0,0 4-144 0,0 2 144 15,0 0 0-15,0 5 0 0,0 1 128 0,0 2-128 16,0-1 496-16,1 4 0 0,-1 2 0 0,1 0 0 15,0 2 0-15,1 2 0 0,0 0 0 0,0-3 0 16,0-4 16-16,0 2 16 0,-2-12 0 0,0 0 0 16,13 42-16-16,-13-42 0 0,0 0 0 0,0 0 0 15,25 36-288-15,-19-30-64 0,1-3-16 0,-1-3 0 16,1 0-144-16,-1-3 0 0,1 0 0 0,-1-2 0 16,0 1-480-16,0-2-128 0,0-2-32 0,1-3-13152 15</inkml:trace>
  <inkml:trace contextRef="#ctx0" brushRef="#br0" timeOffset="1701.72">5348 5548 14735 0,'-5'2'640'0,"3"0"160"0,0 1-640 0,1 1-160 15,0-1 0-15,1 0 0 0,-1 0 1104 0,1 5 192 16,0 4 48-16,1 4 0 0,0 6 720 0,1 4 160 16,0 0 16-16,-1 2 16 0,2 1-1104 0,-2 4-240 15,2 2-32-15,-2 3-16 0,1-2-256 0,-1-1-48 16,0-1-16-16,0-4 0 0,1-3-16 0,0-5 0 0,-1-6 0 16,2 0 0-16,-3-16-192 0,0 0-32 0,13 33-16 0,-9-26 0 15,0-2-128-15,2-2-32 0,-1-3 0 0,-1-1 0 16,1-1-128-16,-1-2 128 0,0-1-128 0,0 0 128 15,1-2-384-15,-1 0-64 0,2-4-32 0,0 0 0 32,0-1-2000-32,-1 0-400 0</inkml:trace>
  <inkml:trace contextRef="#ctx0" brushRef="#br0" timeOffset="2343.59">5521 5936 7359 0,'3'2'320'0,"-2"-1"80"15,0 1-400-15,0 0 0 0,0-2 0 0,0 0 0 16,0 0 2256-16,1 0 368 0,2 0 80 0,0 0 16 15,2 0-496-15,0-2-112 0,1-1 0 0,-1-1-16 16,1-1-1056-16,-2-1-208 0,1 0-32 0,-1-3-16 0,-2 1-512 0,0-1-96 16,-1 0-32-16,-1-1 0 0,-2 3-144 0,-1-2 0 15,-1 1 0-15,0 1 0 0,-2 0 0 0,-1 2 0 16,-1 3 0-16,1-1 128 0,-2 3-128 0,1 3 192 16,-1 2-192-16,2 2 192 0,-1 2 128 0,2 2 16 15,-1 1 16-15,1 3 0 0,-1 0 640 0,1 2 128 16,2 0 32-16,-1 0 0 0,1 0-832 0,0-2-176 15,2-1-16-15,0 0-128 16,0-2-240-16,2 0-144 0,1-2-48 0,0-2 0 0,0-2 704 0,1-2 144 16,1-1 32-16,0-1 0 0,3-4-208 0,-2 1-48 15,1-3 0-15,-1 1 0 0,0-2-32 0,1-3-16 16,0 0 0-16,2-2 0 0,-1 1-144 0,0-3 0 16,1 0 0-16,-2 1 0 0,1-1-304 0,-2 1-32 0,1 0-16 15,-2 2 0-15,0 2-32 0,0-1-16 0,-1 2 0 0,-1 3 0 16,0 0 208-16,-1 2 64 0,1 2 0 0,-1 2 0 15,1 2 128-15,-1 0 0 0,1 4 0 0,0 1 0 16,-1-3 144-16,1 2-144 0,1 3 192 0,1 0-192 16,-4-12 288-16,0 0-48 0,0 0-16 0,21 36 0 15,-21-36-96-15,0 0 0 0,0 0-128 0,0 0 192 16,38 6-192-16,-30-9 0 0,0-3 0 0,2-3 0 16,0-3 0-16,0 0 0 0,0-2 0 0,0 0 0 15,-1-3-992-15,0 0-96 0,-1-1 0 0,-2 0-16 16,0 0-384-16,0 1-80 0,-3 0-16 0,0 2 0 15,0 0 896-15,-1 1 176 0,-1 0 48 0,-1 1 0 16,-1 0 464-16,0 3 0 0,0-2 0 0,0 2 0 0,0 4 320 0,0 3 16 16,1 0 0-16,0 3 0 0,0 1 368 0,0 3 64 15,1 1 0-15,-1 2 16 0,1 0-224 0,-1 5-48 16,1 2-16-16,0 3 0 0,1 2-16 0,0 2 0 16,0 1 0-16,0 1 0 0,1-1 32 0,0-3 16 15,0 2 0-15,-1-5 0 0,0 2-288 0,0-2-64 16,0 0-16-16,0-2 0 0,-1-2-160 0,0-2 0 15,-1-1 0-15,1-4 0 16,-1 0-656-16,0-3-16 0,0-1 0 0,0-2 0 16,0-1-1296-16,-1-1-256 0,1-1-48 0,-1-1-8832 0</inkml:trace>
  <inkml:trace contextRef="#ctx0" brushRef="#br0" timeOffset="2543.48">5716 5886 911 0,'-6'-6'0'0,"3"3"0"0,1 0 0 16,1 1 0-16,1 1 2112 0,0 0 352 0,1 1 64 0,-1 0 16 15,3-3 1424-15,2 1 272 0,2-3 64 0,2 3 16 16,2-3-1376-16,14-7 2320 0,-11 5-2672 16,1 1-1344-16,-1-1-272 0,1-1-48 0,0-1-16 15,0 0-592-15,-1 0-112 0,0 0-16 0,-2 0-16 16,0 1-176-16,-1 2 0 0,0-2 0 0,-1 1 0 16,1 2-256-16,-1-1-16 0,0 1-16 0,-2 2-16672 15</inkml:trace>
  <inkml:trace contextRef="#ctx0" brushRef="#br0" timeOffset="2727.21">6036 5744 5519 0,'1'0'496'0,"2"-2"-496"0,1 2 0 0,-1-2 0 0,-1 1 1984 0,-1 1 288 16,1-2 64-16,3 0 16 0,2-1 624 0,3 1 128 15,2-3 32-15,-1 0 0 0,0 3-2144 0,-2 0-416 16,0 0-96-16,-2 1-16 15,-1 1-784-15,-1 0-176 0,-1 1-16 0,0 1-16 16,-3 1-1728-16,0 0-352 0,-1 0-64 0,0 2-5776 0</inkml:trace>
  <inkml:trace contextRef="#ctx0" brushRef="#br0" timeOffset="2865.44">6095 5842 2751 0,'0'4'256'0,"0"-1"-256"15,0 1 0-15,0-1 0 0,1-1 1952 0,-1 0 352 0,1 6 64 0,-1 4 0 16,1 4 752-16,0 2 144 0,0 2 16 0,0-2 16 15,-1-1-1376-15,2-2-256 0,0-3-64 0,0 0-16 16,1-1-1072-16,1-4-224 0,-1 0-32 0,1-2-16 31,1-3-1008-31,-1-2-208 0</inkml:trace>
  <inkml:trace contextRef="#ctx0" brushRef="#br0" timeOffset="3489.28">6239 5821 4607 0,'0'4'192'0,"-1"1"64"0,0-1-256 0,0 1 0 0,1 0 0 0,-1-1 0 16,1 1 1968-16,-1 5 336 0,-1 6 80 0,0 3 16 15,1 5 112-15,1-2 32 0,0-4 0 0,1-1 0 0,-1-17-1136 0,0 0-240 16,0 0-32-16,16 38-16 0,-10-33-768 0,-1-3-160 16,1-2-16-16,-1-4-16 0,1 0-160 0,0-4 0 15,1 0-160-15,-1-2 160 0,-2-1-224 0,1 1 48 16,-1-1 16-16,0-1 0 15,-1 0-208-15,-2 0-32 0,0 0-16 0,-1 2 0 0,-1 1 128 0,-2 0 32 16,1 1 0-16,-2-1 0 0,0 2 256 0,-1 0 0 16,0 2-128-16,-2-2 128 0,2 2 0 0,-1 3 0 15,0 0-128-15,1 1 128 0,1 1 0 0,0 3 224 16,1-1-32-16,-1 3-16 0,2 0 336 0,0 0 64 16,1 0 0-16,1 0 16 0,1-2-176 0,1 0-32 15,-1 0-16-15,2-1 0 0,-1-1-240 0,1-1-128 16,1-1 160-16,1-2-160 0,1-1 240 0,2-1-48 15,-1-3-16-15,2 0 0 0,1-1 64 0,0-2 16 0,1-1 0 0,-1 1 0 16,1 1-256-16,0-1 176 0,2 1-176 16,-3 2 160-16,0 2-160 0,-1-1 0 0,0 4 0 0,1 1 128 15,-2 2-128-15,0 2 0 0,-2 0 144 0,0 3-144 16,-6-5 0-16,0 0 0 0,0 0 0 0,14 41 128 16,-13-27 32-16,0 2 16 0,-2 3 0 0,0-2 0 15,1-1 80-15,0-2 32 0,-1-4 0 0,1 2 0 16,0-2-144-16,0-4-16 0,0 0-128 0,1-2 192 15,0-1-192-15,0-1 128 0,1-2-128 0,0 0 0 16,1-3 0-16,0-1 0 0,0-3 0 0,1 0 0 16,0-3 0-16,0-2 0 0,2 0 0 0,-1-2 0 15,0-2-240-15,1 1-32 0,-1-2-16 0,1 1 0 16,-2 0-208-16,1 1-32 0,0 3-16 0,-2-2 0 0,2 5 352 16,-1-1 192-16,-1 4-192 0,2 2 192 0,-1 2 0 0,-1 4 0 15,0 1 0-15,1 4 0 0,-1 3 0 0,-3-10 224 16,5 28-16-16,-5-28 0 0,6 43 448 0,-4-20 96 15,1 1 16-15,-2-2 0 0,1-1-448 0,0 0-96 16,-2-21-16-16,5 40 0 0,-3-20-208 0,-1-4 0 16,-1-16 0-16,6 29-14672 0</inkml:trace>
  <inkml:trace contextRef="#ctx0" brushRef="#br0" timeOffset="4805.83">7076 5786 11967 0,'1'-2'1072'0,"-1"1"-864"0,1 0-208 0,-1 1 0 16,0 0 1216-16,1 0 208 0,-1-2 48 16,1 0 0-16,1 1 944 0,0 1 192 0,0 0 32 0,0 3 16 15,0 1-1216-15,-1 4-240 0,1 1-48 0,0 5-16 16,-1 1-512-16,-1 3-112 0,0 1 0 0,0 0-16 16,-1 1-192-16,0 0-48 0,-2 2 0 0,1-3 0 15,-1 0-64-15,1-3 0 0,1-4-16 0,-1 0 0 16,0 0-48-16,1-5 0 0,0 0 0 0,1-4 0 15,0-1 16-15,0-2 0 0,1 0 0 0,1-6 0 16,2 0 32-16,-1-5 0 0,3-3 0 0,-1-1 0 16,2 0-176-16,-1-3 160 0,1 1-160 0,-1-3 160 15,2 2-160-15,-2-1 0 0,0 3-192 0,-1-1 192 0,0 0-176 16,0 2 176-16,-1 2-128 0,0 1 128 16,0 5 0-16,-1 2 0 0,0 3 0 0,0 2-128 0,1 2 128 0,-2 5 0 15,0 0 0-15,1 5 0 0,-3-12 0 16,5 29 0-16,-5-29 0 0,4 38 128 0,-2-19 0 0,-1-1 0 15,0 0 0-15,1 2 0 0,-1 0 16 0,0-4 16 16,0 0 0-16,0-4 0 0,1 0-160 0,-2-4 128 16,1-2-128-16,0-1 128 0,1-1-128 0,0-1 0 15,0-3 0-15,0-2 0 0,0 0 0 0,0-5 0 16,3 2 0-16,0-5 0 0,0-2-160 0,1-2-64 16,1-2-16-16,1-1 0 15,-1 0-720-15,0-1-128 0,1 1-48 0,-1-2 0 16,1 0 176-16,-1-1 16 0,1-2 16 0,-2 2 0 0,1 2 528 0,-1 5 96 15,1 1 32-15,-3 6 0 0,1 1 272 0,-2 3 0 0,0 4 0 16,-1 3 0-16,1 1 432 0,-1 4 32 16,0 2 16-16,-1 4 0 0,0 1 448 0,-1 0 96 0,1-1 0 15,-2 1 16-15,1 2-416 0,0-3-96 0,0 1-16 16,-1 0 0-16,2-3 0 0,-1 0 0 0,1 0 0 0,0-3 0 16,0-2-304-16,1-2-64 0,0 2-16 0,-1-4 0 15,1 2-128-15,0-5 0 0,-1 0 0 0,1-1 0 31,1-1-368-31,-1-1-48 0,1-3-16 0,-1-1-15760 0</inkml:trace>
  <inkml:trace contextRef="#ctx0" brushRef="#br0" timeOffset="5203.14">7464 5958 6447 0,'0'0'272'0,"1"0"80"16,1 0-352-16,-1 0 0 0,-1 0 0 0,1 0 0 0,0-2 1888 0,2 1 304 15,2 1 64-15,1-3 16 0,3 0 160 0,0 0 16 16,0-2 16-16,0 0 0 0,3 0-1152 0,-1-2-224 16,0 1-64-16,1-2 0 0,1 1-336 0,-1-2-80 15,0-1-16-15,-1 0 0 0,1-1-384 0,-3 1-80 16,0-1 0-16,-2 1-128 0,0 0 0 0,-3 1 0 16,1-1 0-16,-3 1 0 0,-1-1 0 0,-2 1 0 15,-1-1 0-15,-2 1-144 0,0-1 144 0,-2 3 0 16,0 0-144-16,0 3 144 0,-1-1-128 0,-1 2 128 15,0 3-160-15,-1 2 160 0,1 2-224 0,-1 2 48 0,0 1 16 16,-1 3 0-16,2 1 160 0,0 2-128 0,0 4 128 0,2 1-128 16,-1 3 288-16,1 0 64 15,0 1 16-15,1-2 0 0,2 1 384 0,0-2 80 0,3-3 0 0,0-2 16 16,0-14 192-16,0 0 48 0,0 0 0 0,18 40 0 16,-18-40-448-16,0 0-64 0,0 0-32 0,35 5 0 15,-24-7-96-15,0-4 0 0,1 0-16 0,1-3 0 16,-1 1-304-16,-1 1 160 0,0-2-160 0,1-2 128 15,0 0-1024 1,0 0-192-16,-1 1-64 0,-1 1-9376 0,-1-1-1888 0</inkml:trace>
  <inkml:trace contextRef="#ctx0" brushRef="#br0" timeOffset="6004.85">7789 5853 7359 0,'2'-4'320'0,"-1"2"80"15,1-1-400-15,-1 0 0 0,0 1 0 0,0-1 0 16,0 1 1552-16,1-3 240 0,0-2 32 0,1-4 16 0,1 1-208 0,0-2-32 15,-2 0-16-15,1 3 0 0,-1 1-688 0,0 0-128 16,-1 2-16-16,-1 0-16 0,0 3-448 0,-2-2-96 16,1 4 0-16,-2 0-16 0,0 1 256 0,1 1 48 15,-2 0 16-15,-1 4 0 0,1 2-112 0,-1-2-32 16,-1 4 0-16,1 2 0 0,-1 0-352 0,2 3 128 16,0 0-128-16,-1 2 0 0,3 1 0 0,-2-2 0 15,2 1 0-15,-1-2 128 0,2-2 176 0,0 0 32 16,1 0 16-16,0-5 0 0,1 0 416 0,1 0 64 15,0-2 32-15,2-3 0 0,-1 0-320 0,1-2-64 16,0-2-16-16,0 1 0 0,0-2-224 0,1-2-48 16,0 0-16-16,0-2 0 0,0 2-176 0,-1-1 0 15,1-2 0-15,0 1 128 0,-2-2-336 0,1 0-80 16,-1 1-16-16,0-1 0 0,-1 1-16 0,0-1 0 16,0 2 0-16,0-3 0 0,0 3 320 0,-1 0-128 15,0-2 128-15,-1 4 0 0,1 0-128 0,-1 2 128 0,1 1 0 16,-1 2 0-16,1 0 0 0,0 2 0 0,0 1 0 0,0 2 0 15,0 2 0-15,0 1 0 0,0 1 0 0,1 2 0 16,-1 1 336-16,0-3 80 0,1 1 16 0,1 0 0 16,0-3-80-16,0 0-16 0,0-2 0 0,1 0 0 15,1-1-208-15,-1-2-128 0,1 0 160 0,-1-2-160 16,0 1 0-16,1-3 128 0,1 1-128 0,-2-3 0 16,2 1 0-16,-1-4 0 0,2 1 0 0,-1-1-160 15,2-1-512-15,-1-2-96 0,1 1-32 0,0-3 0 16,0 0-544-16,-1 2-128 15,-1-1 0-15,1-1-16 0,-3 3 400 16,1 0 96-16,0 1 16 0,-2 1 0 0,2-1 576 0,-1 2 112 0,-1-1 32 0,1 2 0 0,0-2 256 0,0 3 272 16,-2 1-48-16,1 1-16 0,-1 2 672 0,1 2 128 15,0 0 16-15,-2 0 16 0,2 3-128 0,-1 2-16 16,-1 1-16-16,1 3 0 0,-2 1-112 0,0 2 0 16,0 0-16-16,-2 3 0 0,1-1-208 0,-2 1-32 15,0 0-16-15,1-3 0 0,0-1-48 0,-1 0 0 16,1-1 0-16,0-3 0 0,0-4-112 0,2 2-16 15,0-2-16-15,0-3 0 0,0 0-176 0,0-2-128 16,0-2 144-16,1 0-144 0,1-2 0 0,0-2 128 0,1-1-128 16,0-4 0-16,-1 1 0 0,2-2 0 15,1-1 0-15,-1-2-160 0,2-2-48 0,0-2-16 0,-2 0 0 0,1 0 0 16,-1 3 32-16,0-1 0 0,0 1 0 0,0 1 0 16,-1 2 192-16,0 0-176 0,0 3 176 0,1 1-160 15,-2 2 160-15,1 0 0 0,0 4 0 0,0 1 0 16,0 2 0-16,-1 2 0 0,1 1 0 0,0 4 0 15,0 0 0-15,-1 2 0 0,-2-9 128 0,0 0-128 16,9 38 192-16,-9-38-48 0,3 31 0 0,-2-13 0 16,0 0-16-16,0 2-128 0,0 0 192 0,-1-3-64 15,0 0-128-15,0-1 160 0,0-1-160 0,0-1 160 16,1-3-160-16,0-1 0 0,0-1 0 0,0-1-10512 16,0-2-2064-16</inkml:trace>
  <inkml:trace contextRef="#ctx0" brushRef="#br0" timeOffset="6904.45">8589 6080 10127 0,'0'3'896'15,"0"0"-704"-15,0-1-192 0,0-1 0 0,1 0 1584 16,-1-1 272-16,1 2 64 0,0 3 16 15,2-1 368-15,0-1 80 0,2-2 16 0,0-2 0 0,1-1-752 0,0-2-160 16,2-2-16-16,0-5-16 0,1 1-496 0,1-4-80 16,-1 0-32-16,1-1 0 0,2-1-464 0,0-3-80 15,0 0-32-15,-1-2 0 0,1 2-272 0,0-2 0 16,-2 4 128-16,-2-5-128 0,0 2 0 0,-1 0 0 16,-1 1 0-16,0 0 0 0,0 0 0 0,-3 2 0 15,1 1 0-15,-2 0 0 0,0 4 0 0,-1 1 0 16,0 0 0-16,-1 4 0 0,1 0 0 0,-1 2 0 15,0 1 0-15,1 1-144 0,-1 3 144 0,1 0 0 16,-1 0 0-16,1 2 0 0,-1 3 0 0,0 0 0 16,0 2 0-16,-1 2-128 0,1 1 128 0,0 2 128 15,0 1-128-15,0 0 176 0,0 3-176 0,1-1 192 16,-1 2-192-16,0-1 192 0,1 3-64 0,0-2 0 0,0-1 0 0,1-2 0 16,0 0 64-16,-2-14 16 0,0 0 0 0,10 36 0 15,-6-26-48-15,-1-3-16 0,2 1 0 0,0-2 0 16,-1-1-144-16,1-3 128 0,0 1-128 0,-1-1 128 15,2-2-128-15,-2 0 0 0,2-3 0 0,-1 1 0 16,1-2 0-16,1-2 0 0,-2 0-128 0,1-4 128 31,0 0-560-31,0-1-32 0,-2 1-16 0,1-4 0 0,1 0-160 16,-2-3-48-16,1-1 0 0,-1-2 0 0,-1 1 272 0,0-2 48 0,0 0 16 0,-1 2 0 16,-1 2 160-16,0 0 48 0,0 3 0 0,0 2 0 15,0 3 144-15,0 2 128 0,0 2-192 0,0 3 192 16,-1 1 0-16,0 2 176 0,0 2 0 0,0 2 0 15,0 1 512-15,-1 3 96 0,1 1 32 0,-1 2 0 0,1 2-176 0,0 2-48 16,0 1 0-16,1 2 0 0,0 0-272 16,-1-19-48-16,4 38-16 0,-4-38 0 0,6 35-48 0,-6-35-16 15,0 0 0-15,12 41 0 0,-12-41-192 0,0 0 144 16,0 0-144-16,15 41 128 0,-11-33-128 0,-1-2 0 16,0 0 0-16,0-3 0 15,0 2-928-15,1-3-64 0,-2-2-16 0,3 0-14160 16</inkml:trace>
  <inkml:trace contextRef="#ctx0" brushRef="#br0" timeOffset="7137.85">9135 5801 5519 0,'0'3'496'0,"1"-1"-496"0,0 0 0 15,0 0 0-15,0-1 2048 0,1-1 320 0,-1 2 64 0,4-2 16 16,2 2 976-16,2-1 192 0,3-1 32 0,0-1 16 15,1-3-2000-15,0 1-416 0,0-1-80 0,0-1-16 16,-1 2-512-16,-2-1-128 0,0 1 0 0,1 0-16 16,-4 1-368-16,0 0-128 0,0 0 0 0,-2-1 0 15,0 1-240-15,-2 2-144 16,-1-2-16-16,0 1-14112 0</inkml:trace>
  <inkml:trace contextRef="#ctx0" brushRef="#br0" timeOffset="7324.45">9211 5885 19343 0,'2'1'848'0,"0"-1"192"0,1 0-832 0,-2 0-208 15,1 0 0-15,0 0 0 0,1 0 2432 0,2-1 448 16,3 0 96-16,3-1 16 0,2-1-912 0,1 1-176 16,0-1-48-16,-1-1 0 0,-1 2-1280 0,-1-1-272 15,-1 0-48-15,-1 1-16 0,2 0-240 0,-3-3-288 16,0 3 64-16,0-1-16320 15</inkml:trace>
  <inkml:trace contextRef="#ctx0" brushRef="#br0" timeOffset="8501.44">9516 5680 13823 0,'-1'0'1216'0,"0"0"-960"16,1 0-256-16,0 0 0 0,1 0 1296 0,-1 0 224 16,1 0 32-16,1-2 16 0,2 0 160 0,1-1 48 15,1 0 0-15,1-1 0 0,1 0-496 0,0 0-80 16,1 0-32-16,2-1 0 0,-1 1-224 0,0 1-48 15,0 1-16-15,0 0 0 0,0 1-304 0,-1 1-64 16,-2 3-16-16,0-3 0 0,-2 4-240 0,1-1-64 16,-2-1 0-16,0 1 0 0,0 1-192 0,-1 1 144 15,0 0-144-15,-2-3 128 0,0 1-128 0,1 1 128 16,-1-1-128-16,-1-1 128 0,1-2-128 0,-1 2 128 16,0-1-128-16,0 1 128 0,0 0-128 0,0-2 0 15,1 0 0-15,-1 1 128 0,0 1-128 0,0-2 0 0,0 0 0 0,0 2 128 16,0-2-128-16,0 1 0 0,1 0 0 0,-1-1 128 15,0 2-128-15,0 1 0 0,0-1 0 0,0 1 0 16,-1-1 0-16,1 1 0 0,-1 1 0 0,0 1 0 16,1-1 0-16,-1 0 0 0,0 2 0 0,0-1 0 15,0 0 0-15,0-1 0 0,1 2 0 0,-2-1 128 16,0-1-128-16,0 1 192 0,0 1-192 0,-1-1 192 16,2 0-192-16,-3 0 160 0,0 2-160 0,-1 0 160 15,-2 0-160-15,0 1 0 0,0 1 0 0,-1 0 128 16,0 1-128-16,0-1 0 0,0 0 0 0,-1-1 0 15,1 1 0-15,-1-2 0 0,-1 1 0 0,2-2 0 16,0 0 0-16,1-2 0 0,2-1 0 0,0-1 0 16,1 0 0-16,0-2 0 0,2 0 0 0,1 0 0 15,0 0 0-15,2-3 0 0,1 1 0 0,1 0 0 16,3-2 0-16,1-1 0 0,1 1 0 0,0-2 0 0,1 1 128 0,1 1 0 16,1-3 0-16,1 3 0 0,-1 0 112 0,1-1 16 15,0 1 0-15,0 0 0 0,1 0-48 0,-3 1 0 16,0 2 0-16,0-3 0 0,1 1-32 0,1 1-16 15,1-1 0-15,-2 1 0 0,1-1-32 0,-2-1-128 16,1 1 192-16,-1-1-64 0,0-1-128 0,-1 0 0 16,1 1 144-16,-2-2-144 0,1 2 0 0,0-3 0 15,-1 2 0-15,-1 0 0 0,1 3-192 0,-2-1-48 16,2 0-16-16,-2-1-17632 0</inkml:trace>
  <inkml:trace contextRef="#ctx0" brushRef="#br0" timeOffset="8856.59">10200 5592 10127 0,'0'2'448'0,"-1"-2"96"15,-1 1-544-15,0 1 0 0,1-2 0 0,-1 0 0 16,0 1 1648-16,0 0 208 0,-3 2 64 0,-1-1 0 16,-2 1-624-16,1 1-112 0,-1-1-32 0,1 1 0 15,0-1-512-15,1 2-96 0,-1-1-32 0,1 1 0 0,0 0-16 0,0 2-16 16,-1 0 0-16,1 3 0 0,-2 1-112 0,2 1-32 16,0 2 0-16,1 1 0 0,-1 1 208 0,3 3 32 15,-1-2 16-15,1-1 0 0,2 1 1200 0,1-17 224 16,0 0 48-16,6 40 16 0,-6-40-1760 0,0 0-320 15,0 0 0-15,0 0-192 0,34 31 448 0,-24-29 112 16,0-1 16-16,2-2 0 0,0-1-224 0,2-3-32 16,1-2-128-16,1 0 192 15,1-4-528-15,-2 1-112 0,1-2-32 0,-1 0-15472 0</inkml:trace>
  <inkml:trace contextRef="#ctx0" brushRef="#br0" timeOffset="9445.65">10423 5591 6447 0,'2'1'272'0,"-1"1"80"0,0-1-352 0,-1 1 0 0,0 1 0 0,-1-1 0 16,2 2 2496-16,-1 1 448 0,-1 2 64 0,0 5 32 15,0 5 0-15,-1 2 0 0,1 0 0 0,-1 0 0 16,2-1-1184-16,-1 0-256 0,1-18-32 0,0 33-16 16,0-33-816-16,0 28-160 0,1-18-48 0,-1-1 0 15,2-2-352-15,-1-2-176 0,1-3 160 0,-1 0-160 16,0-4 0-16,0 2 0 0,0-2 0 0,1-3 0 15,0 0 0-15,-1-1 0 0,1-2-144 0,0 1 144 16,1-2-640-16,0-1-16 0,-1-2-16 0,0 0 0 16,1 1-80-16,1-2-16 0,-1-1 0 0,0 0 0 15,1 0 464-15,-1 0 96 0,0-2 16 0,-1 1 0 16,1 1 192-16,0 2-144 0,1 2 144 0,-1 1-128 16,0 1 128-16,0 4 0 0,1 2 0 0,-2 2 0 0,0 0 128 0,1 0-128 15,0 4 128-15,1 1-128 0,-2 2 464 0,1 1 32 16,-3-8 0-16,0 0 0 0,0 0-16 0,9 40 0 15,-9-40 0-15,0 0 0 0,5 35-144 0,-5-35-16 16,0 0-16-16,1 39 0 0,-1-26-48 0,-1-3-16 16,0 1 0-16,0-3 0 0,1-1-240 0,-1-2 176 15,0-1-176-15,0-4 160 0,1 2-160 0,1-4 0 16,-1 1 0-16,1-2 0 0,0-2 0 0,1-1 0 16,1-3 0-16,0 1 0 0,0 0 0 0,1-1 0 15,2-1 0-15,-1-2-176 0,0 1-144 0,1-1-16 16,2-3-16-16,0 1 0 15,1-2-160-15,1 3-48 0,-1-1 0 0,0 5 0 0,0-1 128 0,-1 3 32 0,-1 3 0 16,-1-1 0-16,-1 3 400 0,0 1-128 0,0 1 128 0,-2 0 0 16,2 3 0-16,-1-1 144 0,-1 1 0 0,2-1 0 15,-1 0 400-15,1 3 80 0,0 0 16 0,0-1 0 16,0 2 32-16,-1 1 16 0,-4-7 0 0,0 0 0 16,0 0-208-16,0 0-32 0,16 47-16 0,-16-47 0 15,0 0-176-15,1 40-48 0,-3-24 0 0,0 1 0 16,-1 0-208-16,-1-3 144 0,0 3-144 0,0-3 128 15,0 0-128-15,1-1-176 0,0 0 48 0,2-3-16880 16</inkml:trace>
  <inkml:trace contextRef="#ctx0" brushRef="#br0" timeOffset="10043.54">12121 5517 16575 0,'4'-1'1472'0,"-2"-1"-1168"15,0 2-304-15,-2 0 0 0,0 0 1488 0,1 2 240 16,0 1 64-16,2 2 0 0,-3-5-192 0,0 0-16 15,0 0-16-15,8 54 0 0,-10-30-672 0,0 0-144 16,0 2-32-16,-2 0 0 0,1 1-80 0,-1 2-32 16,-1 2 0-16,2 0 0 0,-2 0 112 0,1-2 32 15,2-6 0-15,0-2 0 0,2-21-272 0,-1 36-48 16,1-36-16-16,0 0 0 0,0 0-416 0,0 0 0 16,0 0 0-16,0 0 0 15,0 0-368-15,0 0-96 0,0 0-32 0,28 3 0 16,-21-18-1648-16,-2-3-336 0,0-2-64 0,-1-1-10816 0</inkml:trace>
  <inkml:trace contextRef="#ctx0" brushRef="#br0" timeOffset="10314.44">12121 5569 3679 0,'-6'-9'160'0,"1"3"32"0,1 2-192 0,2-1 0 0,1 3 0 0,0 1 0 16,0 1 1600-16,0-2 288 0,-1-2 48 0,2-1 16 16,1 0 96-16,3 0 0 0,3-2 16 0,2 0 0 15,4-2-496-15,2 1-96 0,2-1-32 0,0-1 0 16,-1 1-240-16,2 0-48 0,1 4-16 0,-3 0 0 15,0 2-352-15,-1 3-64 0,0 0-16 0,-2 3 0 16,-13-3-256-16,0 0-48 0,0 0-16 0,37 17 0 16,-32-11 128-16,-1 2 0 0,-2 1 16 0,-2-1 0 15,-1 3-80-15,-2 0 0 0,-2 2-16 0,-2-1 0 16,-1 0-16-16,-2-2 0 0,2 1 0 0,-4 3 0 16,-2 0-176-16,-2 1-48 0,3-3 0 0,-1 0 0 15,-1 2-64-15,0-4-128 0,1 1 176 0,2-4-176 0,2 0 0 16,1-4 0-16,2 1 0 0,2-2 0 0,2-1-176 15,1 1-32-15,1-2-16 0,2 0-10656 16,1 0-2144-16</inkml:trace>
  <inkml:trace contextRef="#ctx0" brushRef="#br0" timeOffset="10665.34">12384 5711 11055 0,'3'-3'480'0,"0"1"112"0,0 2-464 0,-2-1-128 15,0 0 0-15,-1 1 0 0,0 0 1728 0,1 0 320 16,0 1 64-16,0 0 0 0,0 1-448 0,-1 1-112 0,-1 4-16 0,-1-2 0 16,-1 4-320-16,-1 1-64 0,1 2 0 0,-1 0-16 15,1 2-432-15,1 0-96 0,1-2-16 0,1-12 0 16,0 0-336-16,0 0-80 0,0 0-16 0,0 0 0 16,0 0 32-16,35 31 16 0,-26-34 0 0,1-2 0 15,2 0 112-15,-1-4 0 0,0 1 16 0,1-1 0 16,-1-2-160-16,-1 1-48 0,-1 1 0 0,-1 1 0 15,-2 0-128-15,-1 0 0 0,-2 1 0 0,1 0 0 16,-2 0 0-16,-2 2 0 0,-2 0 0 0,-1-2 0 16,1 5-224-16,-3-3 80 0,-1 2 16 0,1 1 0 15,-3 0-496-15,1 0-80 0,0 2-32 0,1-2 0 16,0 1 432-16,1-1 96 0,0 0 16 0,2 1 0 16,0-1 192-16,2 0 0 0,0-1 0 0,1 1-144 15,1 0 16-15,1-1 0 0,1 1 0 0,2-3 0 16,1 2-1056-16,1 0-208 0</inkml:trace>
  <inkml:trace contextRef="#ctx0" brushRef="#br0" timeOffset="11593.6">12731 5623 7359 0,'1'-3'656'16,"0"1"-528"-16,-1 2-128 0,0 0 0 0,0 0 2288 0,0 0 416 16,0 0 96-16,0 1 16 0,0 1 192 0,-1 3 32 0,0 2 16 0,-1 4 0 15,-1 1-1568-15,0 5-304 0,0 2-64 0,0 0-16 16,-1 5-384-16,0 2-80 0,1 2 0 0,0-2-16 16,-2-2-48-16,2-1-16 0,2-3 0 0,1-20 0 15,-2 35-256-15,2-35-48 0,0 29-16 0,0-19 0 16,1-1-240-16,-1-2 0 0,1-5 0 0,-1 0 0 15,1-1 0-15,-1-2 0 0,1-1 0 0,0 0 0 16,-1-3-448 0,1 0-96-16,-1-2-16 0,0-2 0 0,0-1-768 0,-1 0-144 0,0-2-48 0,-1 1 0 15,2-1-384-15,-2-2-80 0,1-1 0 0,-1-1-16 16,1-1 272-16,-1-1 48 0,1-1 16 0,-1-1 0 16,1 2 1088-16,1 1 208 0,1-1 48 0,1 3 16 15,1-1 304-15,0 3 256 0,0 2-64 0,3-1 0 16,0 1 896-16,3 0 160 0,0 0 32 0,1 3 16 0,1 0 192 0,1 0 48 15,0 3 0-15,1 0 0 0,-1 1-48 0,1 3 0 16,0-1 0-16,-1 4 0 0,0-2-368 0,-1 3-80 16,-11-3-16-16,0 0 0 0,0 0-576 0,34 11-128 15,-28-6-32-15,-2 0 0 0,0 0-288 0,-1 0 128 16,-1 1-128-16,-3 0 0 0,0 0 144 0,-2-1-144 16,-1 0 0-16,-1 2 144 0,0-2-144 0,-1-1 0 15,-2 2 144-15,0-2-144 0,-2 1 0 0,0 0 128 16,1-3-128-16,1 1 0 0,1-1 0 0,2 0 0 15,0-1 0-15,2 1 128 0,2-2-128 0,0 0 0 16,2 0 0-16,-1 0-128 0,3 0 128 0,0 0 0 16,2-2 0-16,0 1-128 0,2-1 128 0,0-1 0 0,2 1-144 15,1-3 144-15,-1 1-256 0,1 0 32 0,3-2 0 0,0 0 0 16,-2 0-16-16,1-1 0 0,1-2 0 0,2 2 0 16,-1-3 240-16,-1 1-176 0,0 1 176 0,-1 1-160 15,-1 0 160-15,-2 0 0 0,1 2 0 0,-3 0 0 16,-1 3 0-16,-3 0 0 0,1 2 0 0,-1 1 128 15,-1 2-128-15,-2 2 144 0,0 0-144 0,-1 0 160 16,-2 4 144-16,-1 2 16 0,1 2 16 0,-1-1 0 16,-1 1-112-16,2 0-32 0,0-1 0 0,0 2 0 15,0-4-192-15,2 1 144 0,1-4-144 0,1 1 128 16,0-4-128-16,2 1 0 0,1-4 0 0,0-1 0 16,2-1 0-16,-1-2 0 0,4-3 0 0,0-2 0 15,1-1 0-15,1-3 0 0,0 0 0 0,2-2 0 16,0-2 0-16,-1 1-304 0,0 1 48 0,0-2 16 0,-1 2-32 0,-2 1-16 15,0-1 0-15,-1 5 0 0,-3-1 160 0,0 4 128 16,0 2-192-16,-3 0 192 0,2 4 0 0,-2 0 0 16,0 2 0-16,-1 3 0 0,0 0 0 15,0 2 0-15,-1 0 0 0,0 0 0 0,-1 3 0 0,0 1 192 16,0 1-48-16,1-12-16 0,0 0 64 0,0 38 16 16,0-38 0-16,0 0 0 0,0 0-208 0,0 0 144 15,14 40-144-15,-11-35 128 0,3 0-128 0,0-3 0 16,0-2 0-16,0 0 0 0,0-2 0 0,1 0 0 15,0-1 0-15,0-2 0 16,0 1-1856-16,1-4-288 0</inkml:trace>
  <inkml:trace contextRef="#ctx0" brushRef="#br0" timeOffset="11826.03">13483 5297 1839 0,'2'-6'160'0,"-1"2"-160"0,-1 3 0 0,0 1 0 16,0 1 1616-16,0 1 304 0,0-2 48 0,0 2 16 15,0-1 1280-15,-2 5 256 0,0 4 48 0,-2 4 16 16,-1 2-1152-16,0 4-240 0,-3 6-32 0,0 1-16 16,0 3-736-16,-2 1-128 0,-1-1-48 0,1 1 0 15,0 0-160-15,0-1-48 0,-1 2 0 0,0-2 0 16,3 1-320-16,1-4-64 0,1-2 0 0,2-6-16 16,4-19-400-16,-1 32-80 0,1-32-16 0,0 0 0 15,0 0-128-15,0 0 0 0,0 0 0 0,0 0 0 16,33 14-192-16,-24-22 0 0,0-2-16 0,3-1-11632 15,-2-1-2336-15</inkml:trace>
  <inkml:trace contextRef="#ctx0" brushRef="#br0" timeOffset="12495.32">13592 5600 6095 0,'3'2'128'0,"-1"-1"16"0,0 0 16 0,0-1 32 0,-2 2-192 0,1-2 0 15,1 0 0-15,0 1 0 0,2 1 2880 0,1-2 512 16,2 2 128-16,0-4 0 0,0 2-1488 0,-1-3-304 15,3 1-64-15,-3-2-16 0,0-1-1072 0,-1 0-192 16,0-2-64-16,-1 1 0 0,-2-2-192 0,0 1-128 16,0-1 128-16,-2 1-128 0,0 0 0 0,-2 0 0 15,-1 2 0-15,-1 1 0 0,-1-1 160 0,-1 2-32 0,-2 1-128 0,1 2 192 16,-2 2 384-16,-1 1 64 0,1 4 0 0,-2 0 16 16,2 0-272-16,0 3-48 15,-1 0-16-15,1 1 0 0,0 3-176 0,1 1-144 0,2 1 192 0,0-4-192 16,2-3 1152-16,1 1 128 0,0 4 32 0,1-2 0 15,2-12-1184-15,0 0-128 0,2 33-256 0,1-26 64 16,0-1 192-16,1-3 240 0,2-2-48 0,-1-2-16 16,2 1-176-16,0-3 160 0,0 0-160 0,2-4 160 15,0 2-160-15,1-3 0 0,1 0 0 0,-1 0 128 16,0-2-128-16,-1 1-256 0,0 2 64 0,-2-2 16 16,1 1-192-16,0-1-32 0,-2 0-16 0,0 1 0 15,-1 1 240-15,-1 1 176 0,1 2-208 0,-3 0 80 16,0 2 128-16,0 2 0 0,-1 2 0 0,0 0 0 15,-1 1 0-15,0 4 0 0,0-2 0 0,-1 4 128 0,0 1 192 16,1-10 64-16,0 0 0 0,-2 32 0 0,2-32-16 0,0 0 0 16,0 0 0-16,0 0 0 0,11 43-192 0,-8-39-48 15,3-1 0-15,0-2 0 0,1-2-128 0,-1-1 0 16,1 0 0-16,0-3 0 0,2-2 0 0,1-3 0 16,1-2 0-16,1 0 0 0,0-4 0 0,1 2-224 15,1-3 48-15,0 0 16 16,-1 0-384-16,0-1-80 0,1 1-16 0,-1-1 0 15,0 1 32-15,-3 0 0 0,0 1 0 0,-1 0 0 0,0 1 384 0,-3 0 80 16,0 2 16-16,-3 3 0 0,1 3 128 0,-1 0 0 16,-1 4 0-16,-1 3-128 0,0 3 128 0,-2 2 0 15,0-1 160-15,-1 6-160 0,-1-1 384 0,-1 6 0 16,-1 1-16-16,-1 5 0 0,1-2 64 0,-2 3 16 16,1-1 0-16,-2 0 0 0,4-1 64 0,-2 0 32 0,2 2 0 0,4-22 0 15,-4 38-96-15,4-38 0 0,-1 33-16 0,1-33 0 16,0 0-432-16,3 36 0 0,-3-36 0 0,0 0 0 15,0 0 0-15,0 0 0 0,0 0-192 0,0 0 192 32,0 0-976-32,20-4-80 0,-16-4-16 0,-1-1 0 15,-1 1-1248-15,0 1-256 0,1-5-48 0,-1 1-16 0,0-4-32 16,-2 1 0-16,-1-3 0 0,-2 1-5184 0</inkml:trace>
  <inkml:trace contextRef="#ctx0" brushRef="#br0" timeOffset="12670.59">13872 5481 7359 0,'-12'2'320'0,"8"-1"80"16,4 1-400-16,-1-2 0 0,1 0 0 0,-1 2 0 15,-1 0 1920-15,-1 3 320 0,-1 2 48 0,2 3 16 0,0-3 864 0,2 1 176 16,2-2 48-16,1-1 0 16,3-4-976-16,1 0-192 0,3-2-48 0,0-2 0 0,3 0-944 0,0-4-192 15,2 0-32-15,1 0-16 0,2-3-560 0,0 0-112 16,1 1-32-16,-1-2 0 0,-2 2-288 0,0-2 0 16,-1 4 128-16,-1-2-128 0,-1 1 0 0,-1 2 0 15,0-2 0-15,-1 4 0 16,0-1-656-16,-2 2-96 0,0 1-16 0,-1 1-16384 0</inkml:trace>
  <inkml:trace contextRef="#ctx0" brushRef="#br0" timeOffset="12864.97">14183 5500 17903 0,'2'0'384'0,"1"0"96"0,0 0 16 0,0 0 16 0,-1 1-512 0,-1-1 0 0,1 0 0 0,2 0 0 16,4 0 3280-16,2 0 560 0,2 0 128 0,1-1 0 15,-1 1-2336-15,-1-2-480 0,-1 0-80 0,0 1-32 16,-3 1-864-16,0-2-176 0,-1 2 0 0,-1 0 0 31,-3 0-1664-31,-1 2-240 0</inkml:trace>
  <inkml:trace contextRef="#ctx0" brushRef="#br0" timeOffset="13016.65">14233 5571 6447 0,'0'2'272'0,"0"-2"80"15,0 1-352-15,0 1 0 0,0-1 0 0,-1 0 0 16,0 1 2528-16,0 1 432 0,-1 4 96 0,-1 2 16 0,-2 3 96 16,-1 3 32-16,0 1 0 0,-1 3 0 0,-1 0-1408 15,1 0-256-15,1-2-64 0,1-1-16 0,1-2-896 16,1-2-176-16,1 0-48 0,1-4 0 0,1-2-336 0,2-1 0 16,0 0 0-16,3-5-10544 15,0-4-2016-15</inkml:trace>
  <inkml:trace contextRef="#ctx0" brushRef="#br0" timeOffset="13730.47">14397 5581 8287 0,'1'2'368'0,"-1"-2"80"0,0 2-448 0,0-1 0 16,0 1 0-16,-1 0 0 0,-1 0 2192 0,0 3 368 16,-1 2 64-16,-2 5 0 0,-2 1-208 0,-1 2-48 15,1-1-16-15,0 1 0 0,2-1-560 0,0 0-128 0,1-2 0 0,3-3-16 16,1-9-656-16,0 0-128 0,0 0-32 0,0 0 0 15,0 0-576-15,0 0-128 0,0 0-128 0,0 0 176 16,39 22-48-16,-31-27-128 0,1-2 192 0,-1 3-64 16,0-4-128-16,0 1 128 0,1-1-128 0,-1-1 128 15,-1 0-128-15,1-2 0 0,-1 1 0 0,0-2 0 16,-1 0-208-16,-1 0 80 0,-1 0 128 0,-1 1-208 16,-1 2 16-16,-2-1 16 0,-1 0 0 0,-1 0 0 15,0 1 176-15,-2 2-160 0,0 2 160 0,-2 0-160 16,-1 3 160-16,0 2 0 0,-2 2-144 0,1 3 144 15,-1 0-144-15,1-2 144 0,1 4-192 0,0-3 192 16,2 1-192-16,1 0 192 0,0-1-192 0,2 1 192 16,1-2 0-16,0 0 0 0,1 0 0 0,1-2 0 0,2 2 0 0,0-2 0 15,1-1 0-15,2-1 0 0,-1 0 224 0,2-2-48 16,3-1-16-16,1-1 0 0,0-2 208 0,1 0 32 16,0 0 16-16,1-1 0 0,1 2-176 0,-1-4-48 15,-1 4 0-15,0-1 0 0,0 1-64 0,0-1-128 16,0 3 176-16,-1-2-176 0,1 2 208 0,0 2-64 15,-2-1-16-15,0 3 0 0,-1 0 32 0,0 0 0 16,-2 3 0-16,0 0 0 0,-7-3-160 0,0 0 0 16,0 0 0-16,0 0 0 0,0 0 0 0,10 44 0 15,-14-32 0-15,0-1 0 0,0-1 0 0,-2 3 0 16,0 0 0-16,-2 1 0 0,2-2 0 0,-1-1 0 16,1 2 0-16,0-3 0 0,1-1 0 0,0-2 0 15,1 0 0-15,1-2 0 0,2-3 0 0,-1 0 0 0,2-1 128 0,0-2-128 16,2 1 0-16,-1-3 0 15,2 0 0-15,0-2 0 0,1 0 0 0,0 0 0 0,1-2 0 0,1 0 0 16,0 0 0-16,2-3 0 0,-1 1 0 0,2-3 0 16,0 1 0-16,2 1 0 0,0-2 0 0,-1 0 0 15,1 2 0-15,0-1 0 0,-1 4 0 0,0-1 0 16,-1 1 0-16,0 2 0 0,0 1 0 0,-1 2 0 16,-1-1 0-16,-1 3 0 0,0 0 0 0,-3 1 0 15,1 3 0-15,-2-2 0 0,0 4 0 0,0 0 0 16,-2 1 0-16,0-7 160 0,0 0-160 0,-3 34 160 15,3-34 64-15,-6 26 16 0,2-12 0 0,1 0 0 16,-1 0-96-16,0-2-16 0,1 0 0 0,3-12 0 16,-6 26-128-16,3-14 0 0,0-1 0 0,3-2 0 15,-1 0-304-15,0-2-144 0</inkml:trace>
  <inkml:trace contextRef="#ctx0" brushRef="#br0" timeOffset="15400.77">15222 5516 10127 0,'1'-3'896'0,"0"0"-704"0,0 2-192 0,-1-1 0 16,0 2 976-16,0 0 176 0,1-2 16 0,1 1 16 16,-1-1 624-16,-1 2 128 0,-1 3 32 0,-2 6 0 15,1 4-640-15,-3 2-128 0,0 5-32 0,0 1 0 16,-1 0-320-16,0 3-64 0,-1 0-16 0,2 2 0 16,-1-3-128-16,1-2-48 0,1 1 0 0,4-22 0 0,-3 31 48 15,3-31 16-15,0 0 0 0,0 0 0 0,0 0 48 0,0 0 0 16,32 12 0-16,-21-19 0 0,0-3-128 0,3-2-32 15,1-2 0-15,2-4 0 0,-1 1-352 0,1-2-64 16,1-3 0-16,1-1-128 0,-1 1 0 0,-1 1 0 16,-1 2 0-16,-3 0 0 0,-2 3 0 0,-2 1 0 15,0 3 0-15,-2 0 0 0,-2 3-224 0,-1 2-48 16,-1 4-16-16,-1 1 0 16,-2 3-800-16,0 1-176 0,-2 3-16 0,0 1-16 15,-1 1-1360-15,1 0-272 0</inkml:trace>
  <inkml:trace contextRef="#ctx0" brushRef="#br0" timeOffset="16147.61">15504 5635 4607 0,'4'2'400'0,"-1"-2"-400"0,0 1 0 0,-1-1 0 15,-1 0 2256-15,0 0 368 0,3 0 80 0,4 0 16 16,2 0 608-16,2-1 112 0,2-1 16 0,-1-3 16 16,0 3-1696-16,-2-5-352 0,0 2-64 0,-1 0-16 15,-1-2-864-15,0 0-176 0,-2 1-48 0,0 0 0 16,-3-1-256-16,0 0 0 0,-1 0 0 0,-2 0 0 15,0 2 0-15,-3-2 0 0,0 2 0 0,-1 0-144 16,-1 1 144-16,-1 1-128 0,-2 1 128 0,0 2-128 16,0 1 128-16,-3 2-160 0,1 3 160 0,-1 1-160 15,0 2-96-15,-1 3 0 0,2-2-16 0,0 2 0 16,0 1 272-16,-1 2 0 0,3-1-128 0,1-2 128 16,1-2 0-16,1 1 128 0,0 3-128 0,2-2 192 0,2-12 336 0,0 0 64 15,0 0 16-15,0 0 0 0,0 0-176 0,0 0-48 16,18 39 0-16,-10-39 0 0,-2-1-128 0,1-2-48 15,3-1 0-15,-1-1 0 0,1-2-208 0,-1 0 144 16,-1 2-144-16,0-2 128 0,1 0-320 0,0 0-80 16,-3 1-16-16,1 0 0 15,0-3-208-15,1 1-32 0,-1-1-16 0,0 2 0 0,-2-3 336 0,1 4 64 16,-3 1 16-16,1 1 0 0,-1 1 128 0,0 1 0 16,-1 1 0-16,-2 1 0 0,1 1 0 0,0 3 0 15,0-2 0-15,-2 3 128 0,1 0 16 0,0-1 16 16,0 2 0-16,-1 0 0 0,1 2 240 0,0-1 48 15,0-7 16-15,0 0 0 0,0 0-208 0,0 0-64 16,0 0 0-16,0 0 0 0,0 0-192 0,27 37 128 16,-20-37-128-16,0-2 0 0,0-2 128 0,0 1-128 0,2-4 0 15,1-1 144-15,2 2-144 0,-1-4 0 0,2 0 0 0,1-2 0 16,0 3 0-16,-1-2-272 0,0 1 64 0,0-2 16 31,1 2-960-31,-2-1-176 0,0 1-32 0,-1-1-16 16,-1 2 32-16,0 1 16 0,-1-1 0 0,-2 1 0 15,1 2 496-15,-1 1 80 0,-1 3 32 0,0 1 0 0,-2 1 720 0,-1 2 128 0,0 0 48 0,-1 4 0 16,0-2 1040-16,-2 6 192 0,0-10 64 0,0 0 0 16,-2 38-80-16,2-38-16 0,-4 28 0 0,4-28 0 15,-5 31-560-15,5-31-112 0,-5 28-32 0,2-16 0 16,0 1-208-16,1 0-32 0,-1-1-16 0,0-3 0 16,1 1-160-16,-1 0-16 0,1-4-16 0,-1-2 0 15,1 0-48-15,-1-2-16 0,1 0 0 0,1-2 0 0,0-2 16 0,0 1 0 16,1 0 0-16,0-4 0 0,1 0-176 0,0-2 0 15,2-1 0-15,0-1 0 0,1 0 0 0,0-3 0 16,1-1 0-16,1 0 0 0,2-4 0 0,0-1 0 16,2-1 0-16,-1 0 0 0,1 0-192 0,0 1 0 15,1 1-16-15,-1 2 0 16,-2 4-736-16,-1 1-144 0,1 2-16 0,-1 2-16 16,-1 1-912-16,-1 2-176 0,1 1-32 0,-1 0-6704 15,0 2-1328-15</inkml:trace>
  <inkml:trace contextRef="#ctx0" brushRef="#br0" timeOffset="16458.22">16237 5438 5519 0,'4'0'240'0,"-1"0"64"0,-1 0-304 0,0 0 0 0,0 0 0 0,-1 0 0 16,1 0 1472-16,1-1 224 0,1 1 48 0,2-1 16 15,1 1 144-15,-1 0 16 0,-1 2 16 0,0-2 0 16,-1 2-400-16,-1 1-96 0,-1 2-16 0,-1-3 0 16,0 1-608-16,-1 1-128 0,1 1-32 0,-1-1 0 15,0 1-240-15,0-1-48 0,0-1-16 0,0 0 0 16,1 0 96-16,1-1 0 0,0 0 16 0,1-1 0 16,-1 0 128-16,1-1 32 0,0 0 0 0,0 0 0 15,-1 1-176-15,1-1-16 0,-1 0-16 0,1 1 0 0,-1-1-192 0,0 1-32 16,-1-1-16-16,-1 2 0 0,0-2-176 0,-2 1 0 15,0 1-192-15,0 0 192 16,-2-1-2112-16,1 0-320 0</inkml:trace>
  <inkml:trace contextRef="#ctx0" brushRef="#br0" timeOffset="16644.3">16226 5569 7359 0,'-1'2'320'0,"1"-2"80"0,0 2-400 15,0-2 0-15,1 0 0 0,-1 1 0 0,1 1 2800 0,-1-2 464 16,1 2 112-16,0 3 16 0,0 2 336 15,-1 0 80-15,-2 2 16 0,0 1 0 0,0 0-1680 0,-2 1-336 16,2-1-64-16,-3 1-16 0,1 1-1056 0,1-2-224 16,-1 3-32-16,-1-2-16 0,2 1-272 0,-1-3-128 15,0 0 0-15,1-1 128 0,1-1-128 0,0 0 0 16,0-3 0-16,0-1 0 16,1 2-416-16,0-5-64 0,2 2-16 0,0-2-17296 0</inkml:trace>
  <inkml:trace contextRef="#ctx0" brushRef="#br0" timeOffset="17493.41">16367 5673 5519 0,'5'-3'496'0,"-2"1"-496"0,1 0 0 0,-2 0 0 16,-1 2 2048-16,2-3 320 0,1 0 64 0,4-3 16 16,2-4 800-16,4 0 144 0,0-1 48 0,0 1 0 15,-3 1-2112-15,-1-1-432 0,-1 1-64 0,-1 0-32 16,-2 1-592-16,-1 1-208 0,-2 0 144 0,-1 0-144 15,0 2 0-15,-2-1 0 0,-1 2 0 0,-2 0 0 0,0 2 0 0,-2 2 0 16,0-2 0-16,-2 4 0 0,0 1 0 0,-2 0 0 16,0 2 0-16,-1 2 0 0,1-1 0 0,-1 1 0 15,-1 4 0-15,1 0 0 0,-1 2 0 0,1-1 0 16,-2 2 0-16,3 0 0 0,0-2 0 0,1 2 288 16,0 0-48-16,2-2-16 0,1 0 608 0,1-2 128 15,2-3 32-15,2-7 0 0,0 0-240 0,0 0-48 16,0 0-16-16,0 0 0 0,0 0-368 0,0 0-80 15,32 21-16-15,-24-23 0 0,2 0-224 0,-2-3 0 16,0 1 128-16,2-1-128 0,0-1 0 0,0-1-160 16,-1 0 32-16,0 0 0 15,-2 2-352-15,0-2-64 0,1-1-16 0,-1-1 0 16,1 0 32-16,-2 0 0 0,1-1 0 0,-2 0 0 0,0 2 192 0,-1 0 32 0,-1-1 16 0,0 2 0 16,-1 2 976-16,-1 2 192 0,0 1 32 0,0 1 16 31,-1 2-1536-31,0-1-304 0,0 5-64 0,-1 0-16 0,-1 1 992 0,0 2 192 0,0 2 32 0,-1 1 16 15,2 1 432-15,-2 0 96 0,3-12 0 0,0 0 16 16,-6 43-64-16,6-43-16 0,0 0 0 0,0 0 0 16,4 41-384-16,-1-35-64 0,0-1-32 0,-1-3 0 15,2-2-224-15,1 0 128 0,-1-4-128 0,3-1 0 16,-1 1 0-16,2-4 0 0,1 1 0 0,1-4 0 16,0 0 0-16,2-1-192 0,0 0 16 0,1-2 0 15,3 0-512-15,-1 0-96 0,1 0-32 0,-1-1 0 16,0 1 192-16,-1-2 48 0,1 2 0 0,-3 1 0 15,-1 2 448-15,-1 4 128 0,-4 4 0 0,-1 1 0 0,-1 2 0 0,-3 2 0 16,0 3 128-16,-2-1-128 0,0 6 496 0,-4 0 16 16,-1 4 0-16,0 0 0 0,-1 0 48 0,2-2 16 15,-1 0 0-15,1 1 0 0,-2 0-256 0,2 0-32 16,-1 0-16-16,1-1 0 0,1-2-96 0,1-3-32 16,0 0 0-16,1-3 0 0,1-1-144 0,0-3 0 15,1 2 0-15,1-4 0 0,0-1 0 0,1-1 0 16,1-1 128-16,1 0-128 0,-1-2 0 0,2 0 0 15,1-3 0-15,0 1 0 0,1 0 0 0,1-3 0 16,1 0 0-16,0 0 0 0,2-2-224 0,0 0 80 16,0-1 16-16,0-1 0 0,0 2-160 0,0 1-32 15,-1 0 0-15,0 3 0 0,-1 3 144 0,-1-1 32 16,0 4 0-16,-3 2 0 0,0 0 144 0,0 4 0 0,-3 0 0 0,0 0 0 16,1 3 0-16,-3 2 0 0,1 0 0 0,-1-7 0 15,0 0 272-15,-5 36-16 0,5-36 0 0,-5 28 0 16,5-28 80-16,-8 29 16 0,8-29 0 0,-7 28 0 15,7-28-80-15,0 0-16 0,-6 37 0 0,6-37 0 16,0 0-256-16,0 0 0 0,0 0 0 0,0 0 0 16,0 0 0-16,0 0 0 0,0 0 0 0,0 0 0 31,0 0-544-31,0 0-160 0,0 0-48 0,34 26-10656 0,-27-29-2144 0</inkml:trace>
  <inkml:trace contextRef="#ctx0" brushRef="#br0" timeOffset="17775.18">17140 5486 9215 0,'3'-3'400'0,"-2"1"96"0,0 2-496 0,-1 0 0 16,0 0 0-16,-1 0 0 0,0 0 2096 0,-1 2 320 15,0-2 64-15,-2 3 16 0,-1-1-368 0,0 0-64 16,-2 1-16-16,1 2 0 0,-2-1-928 0,1 3-192 16,-1-2-32-16,0 2-16 0,0 0-464 0,-2 3-96 15,1 2 0-15,0-2-16 0,0 1-48 0,-1 3 0 16,2-2 0-16,-1 0 0 0,0 2 560 0,3-4 96 15,0 1 32-15,2 0 0 0,4-11 32 0,0 0 16 16,-6 32 0-16,6-32 0 0,0 0-576 0,0 0-112 16,0 0-32-16,0 0 0 0,26 33-272 0,-18-33 0 15,1 0 128-15,0-1-128 0,0 0 0 0,2-4 0 16,2 0-128-16,0 1 128 16,1-4-928-16,0 2-96 0,-1-2 0 0,1 1-16 15,-2-1-1680-15,1-1-336 0,0 0-64 0,0-3-5296 0,-1 1-1056 0</inkml:trace>
  <inkml:trace contextRef="#ctx0" brushRef="#br0" timeOffset="18135.75">17261 5519 2751 0,'0'0'256'0,"0"0"-256"0,0 0 0 0,0 0 0 16,-1 0 1680-16,0 2 304 0,0 1 48 0,-1 1 16 15,1 3 1168-15,-1 0 240 0,1 1 64 0,1-1 0 16,1 1-1200-16,1-2-224 0,1 0-48 0,3-2-16 16,-1 0-624-16,4-1-128 0,0-1-32 0,1-2 0 15,1 0-464-15,2-4-80 0,0 3-32 0,0-4 0 16,1 2-384-16,-1-1-80 0,0-1-16 0,-2 1 0 0,-1-3-192 0,0 2 0 15,-2 0 0-15,0-2 0 16,-2 0 0-16,0 1 0 0,-1-2 0 0,-1 1 0 16,-2 0 0-16,0 0 0 0,-2-1 0 0,-1 1-160 0,-2-2 32 0,-1 1 0 15,-1 2 0-15,-3-2 0 16,0 4-400-16,-2-3-80 0,-1 4-16 0,-1 2 0 16,-2 2-304-16,-1 1-64 0,-2 3-16 0,2 0 0 15,0 3-144-15,2 1-48 0,1 0 0 0,1 3 0 0,1-2 816 0,0 2 144 16,0 2 48-16,1 1 0 0,1 0 1104 0,0 0 240 15,2 1 32-15,1-2 16 0,5-14 448 0,0 0 80 16,-5 33 32-16,5-33 0 0,0 0-864 0,0 0-192 16,0 0-16-16,0 0-16 0,33 36-384 0,-23-34-80 15,1-1-16-15,1 1 0 0,0-2-192 0,0 0 144 16,1 0-144-16,0 0 128 0,0 0-320 0,-1 0-80 16,0 0-16-16,-1 0-11424 0,1 0-2304 15</inkml:trace>
  <inkml:trace contextRef="#ctx0" brushRef="#br0" timeOffset="19237.02">17728 5509 7471 0,'0'0'656'0,"0"0"-528"16,0 0-128-16,1 0 0 15,-1 0 0-15,0 0 0 0,1 0 0 0,-1 0 0 0,2 0 0 0,-1 0 0 16,1 0 0-16,-1-2 0 0,1 2 0 0,-1 0 0 16,-1 0 0-16,1 0 0 0,-1 2 0 0,0-2 0 15,0 0 0-15,0 0 0 0,0 1 640 0,-1 1 160 16,1-2 32-16,0 0 64 0,0 1-304 0,1-1-48 15,-1 1-16-15,0-1 48 0,0 0-576 0,1 2 0 16,0-2-192-16,0 1 192 16,0-1-768-16,0 2-32 0,0-2-16 0,0 0 48 0,0 0 304 0,0 0 64 15,1 0 16-15,-1 0 32 0,0 0 352 0,0 0 240 16,0 0-48-16,0 0 48 0,0-2 416 0,0 1 96 16,0 1 16-16,0 0 32 0,1 0 160 0,-1 0 16 0,1-2 16 0,-2 2 32 15,1 0-64-15,-1 0 0 0,0 0-16 0,1 0 32 16,-1 0-256-16,0 2-48 0,0-2-16 0,0 0 48 15,0 0 0-15,-1 0 16 0,1 1 0 0,0 1 48 16,0-2 176-16,0 0 32 0,0 0 16 0,0 0 32 16,1 0 176-16,-1 0 16 0,1-2 16 0,0 1 48 15,1 1-48-15,0-2 0 0,0 2 0 0,-1-2 0 16,1 2-272-16,-1-3-64 0,0 3-16 0,1 0 0 16,-1-2-400-16,0 2-80 0,-1 0-16 0,1 0 0 15,0 0-192-15,-1 0-64 0,0 0 0 0,-1 0 0 16,1 0-128-16,0 0 0 0,1 0 0 0,-1 2 128 15,1-2-128-15,-1 0 0 0,0 0 0 0,1 0 0 16,-1 0 0-16,1 0 0 0,0 0 0 0,0 0 0 16,0 0 0-16,-1-2 0 0,1 2 0 0,0-2 0 0,1 1 0 0,-1 1 0 15,1-2 0-15,-1 2 0 0,0-2 0 0,1 0 0 16,-1 2 0-16,0-2 0 0,0 1 0 0,1-2 0 16,-1 2 0-16,0 0 0 0,0 0 0 0,0 0 0 15,0 1 0-15,1-2 0 0,-1 2 0 0,0 0 0 16,1 0 128-16,0 0-128 0,0 2 0 0,1-2 0 15,1 0 0-15,-1 1 0 0,0 0 0 0,2-1 0 16,-1 2 0-16,1 1 0 0,0 0 0 0,2-1 128 16,0 2-128-16,1 1 128 0,-1-1-128 0,1 0 192 15,-8-4-192-15,0 0 192 0,0 0-192 0,30 25 0 16,-30-25 144-16,0 0-144 0,0 0 0 0,29 31 144 16,-29-31-144-16,0 0 0 0,0 0 128 0,0 0-128 0,25 43 0 15,-25-43 0-15,0 0 128 0,0 0-128 0,0 0 0 0,11 43 0 16,-11-43 0-16,0 0 0 0,0 0 0 0,0 0 0 15,0 0 0-15,9 46 0 0,-9-40 0 0,0-1 0 16,-1-1 0-16,-2 1 0 0,1 0 0 16,-2-3 0-16,0 1 0 0,-2 1 0 0,0-1 0 0,-3-1 0 15,1 1 0-15,-1-1 0 0,-3 0 0 0,1-2 0 16,-2 0 0-16,0-2 0 0,0 2 0 0,1-3 0 16,1 1 0-16,0-2 0 0,2 1 0 0,0-2 0 15,0-1 0-15,1-1 0 0,1-1-128 0,2 1 128 16,0-3 0-16,1-2 0 0,1 0 0 0,1-2 0 15,0 0 0-15,2 2-144 0,1-2 144 0,0 4 0 16,1-2 0-16,1 3 0 0,-1-3 0 0,2 3 0 16,0-1 0-16,-1-1 0 0,1 3 0 0,1 0 0 15,-2 0 0-15,0 2 0 0,0 0 0 0,0 1 0 16,0 1 0-16,-1-2 0 0,1 3 0 0,1-2-128 0,1 0 128 0,1 1 0 16,1 0 0-16,1-3 0 0,1 5 0 0,2-5 0 15,3 2 0-15,1 0 0 0,2-2 0 0,-2 1 0 16,0 0 0-16,2 2 0 0,2-4 0 0,-1 4 0 15,1-1 0-15,-1 0 0 0,1 3 0 0,-3 0 0 16,1 2 0-16,-1-2 0 0,-2 4 0 0,-3-2 0 16,-1 2 0-16,-2-1 0 0,-3 2 0 0,-1-2 0 15,-2 1 0-15,-2 1 0 16,-1-1-1488-16,-1 0-224 0</inkml:trace>
  <inkml:trace contextRef="#ctx0" brushRef="#br0" timeOffset="19854.22">18182 5232 1839 0,'-3'-2'160'0,"1"2"-160"0,1 0 0 0,0 0 0 0,1 0 1264 0,-1 0 208 16,1 0 64-16,-1 0 0 0,0 0 704 0,0 0 160 16,0 0 32-16,0 0 0 0,1 2-1216 0,0-2-224 15,0 0-48-15,0 0-16 0,0 1-512 0,0 0-96 16,0-1-32-16,0 0 0 0,0 2-16 0,0-2 0 15,0 0 0-15,0 0 0 0,0 0 432 0,0 0 64 16,1 0 32-16,-1 0 0 0,1 0 288 0,0 0 64 16,0-2 16-16,1 2 0 0,-1-1-112 0,3 0-32 15,1-1 0-15,-1 0 0 0,2 1-224 0,-1-1-48 16,3-1-16-16,0 1 0 0,1 0-256 0,-1 0-48 16,2 1-16-16,-2 1 0 0,2 0-96 0,-3 0-32 15,0 3 0-15,-2-1 0 0,0 1-160 0,0 2-128 16,-3-1 192-16,0 1-192 0,0 2 128 0,-2-7-128 0,0 0 0 0,0 0 0 15,0 0 0-15,-5 40 0 0,2-33 128 0,-1 0-128 16,-1 0 0-16,1 0 0 0,-2-2 0 0,0 0 0 16,0 0 128-16,0 0-128 0,-1-2 0 0,2 0 0 15,-2 0 0-15,2-1 0 0,1 1 0 0,0-2 0 16,0 0 0-16,2-1 0 0,1 2 0 0,0-2 0 16,2 0 0-16,-1 0 0 0,2 0 0 0,1 0 0 15,1 0 0-15,1 0 0 0,1 0 0 0,1 0 0 16,1 0 0-16,1-2 0 0,1 2 0 0,1 0 0 15,0-1 128-15,-1 1-128 0,0 0 0 0,1 0 0 16,0-1 0-16,0 1 0 0,2 0 0 0,-3-2 0 16,1 2-240-16,-1-1-48 0,-1 1-16 0,0 0 0 15,-2-2-2176-15,1 2-432 0</inkml:trace>
  <inkml:trace contextRef="#ctx0" brushRef="#br0" timeOffset="20265.52">18355 5568 1839 0,'-2'1'160'0,"-1"1"-160"0,2-2 0 0,0 2 0 16,1-2 1824-16,-1 0 336 0,0 1 64 0,-2 1 16 15,1 0 560-15,-1 1 112 0,2 1 32 0,0-3 0 16,2 1-208-16,2-2-48 0,1 0 0 0,2 0 0 16,1 0-752-16,2-3-144 0,1 3-48 0,2-4 0 15,0 3-912-15,2-2-192 0,2 2-48 0,-1-2 0 16,3-1-320-16,0 3-64 0,-1-1-16 0,2 0 0 15,0 0-192-15,-1-1 0 0,-1 1 128 0,-1 1-128 16,-2 0 0-16,-2 0 0 0,-1 1 0 0,-2 0 0 16,-2 0 0-16,-2 1 0 0,-3 1 0 0,-1 0-160 15,-2 1-1120-15,-1 1-240 0,-2-1-32 0,-1 2-14288 16</inkml:trace>
  <inkml:trace contextRef="#ctx0" brushRef="#br0" timeOffset="20419.12">18433 5692 2751 0,'-2'2'256'0,"1"-2"-256"16,1 2 0-16,0-1 0 0,0 1 2816 0,1-2 512 16,0 0 96-16,1 0 32 0,2 0 880 0,1 0 176 15,1 0 32-15,3 0 16 0,2-3-2128 0,0 1-448 16,0 1-64-16,1-2-32 0,1 1-1120 0,0 1-208 16,-1-1-48-16,-1-1-16 0,2 1-352 0,-2 2-144 15,1-2 128-15,-2-1-128 0,0 3 0 0,-2-2 0 16,0 0 0-16,1 1-17968 0</inkml:trace>
  <inkml:trace contextRef="#ctx0" brushRef="#br0" timeOffset="20823.3">19082 5476 14735 0,'3'-2'640'0,"-1"-1"160"0,0 1-640 0,-1 2-160 0,-1 0 0 0,0 0 0 16,-1 0 2080-16,0 0 384 0,-1 2 80 0,-1 1 16 15,-2 1-752-15,-2 4-144 0,-1 1-16 0,-1 0-16 16,-3 3-656-16,1 2-128 0,-2 3-16 0,1-2-16 16,0 1-80-16,3-2-16 0,1 0 0 0,2-2 0 0,2-4-208 0,2 1-32 15,2-9-16-15,0 0 0 0,0 0-272 0,0 0-64 16,0 0-128-16,0 0 192 0,37 21-64 0,-27-22 0 15,1-2-128-15,1-2 192 0,3-2-192 0,-1-3 176 16,1 1-176-16,-1 0 160 0,-2-1-160 0,-1 0 0 16,-1-1 0-16,-1 1 0 0,-1 1-160 0,-2-3 160 15,-1 2 0-15,-2-2-144 0,-1 3 144 0,-2-1 0 16,0 1 0-16,-2-1 0 0,-1 3 0 0,-1-2 0 16,0 1 0-16,-1 2 0 0,-1-1 0 0,1 4 0 15,-2 3 0-15,0 0 0 0,-1 0 0 0,1 3 0 16,1 2 0-16,-1 1-128 0,2-1 128 0,3 0-160 15,0-1 160-15,1 1-160 16,2 0-624-16,1-3-128 0,0 1-32 0,2 0-14736 0</inkml:trace>
  <inkml:trace contextRef="#ctx0" brushRef="#br0" timeOffset="21002.44">19219 5591 4607 0,'0'1'400'0,"1"-1"-400"0,1 2 0 0,-2-1 0 15,0 1 3344-15,1-2 592 0,0 0 112 0,0 1 32 16,2 1 384-16,0 1 80 0,1 0 0 0,1 0 16 16,0 2-2528-16,0-3-512 0,1 0-112 0,0 1 0 15,1 0-1072-15,0 1-208 0,1-2-128 0,0-2 160 0,0 2-160 0,2-2 0 16,-2 0 0-16,1-2-12144 16,0 1-2416-16</inkml:trace>
  <inkml:trace contextRef="#ctx0" brushRef="#br0" timeOffset="21414.99">19569 5422 8063 0,'1'-5'176'0,"-1"2"32"0,1 1 16 0,-1 1 0 0,0 1-224 0,0 0 0 16,0 0 0-16,-1 0 0 0,0 0 3328 0,-1 1 640 15,0 1 112-15,-2 3 16 0,0 2-1728 0,-2 3-336 16,0-1-80-16,-1 1-16 0,-1 1-784 0,0 2-144 15,-1 0-48-15,-1 2 0 0,1 0-144 0,0 1-48 16,1-2 0-16,0 0 0 0,8-14-272 0,-9 26-64 0,9-26-16 0,0 0 0 16,0 0-240-16,0 0-48 0,2 43-128 0,-2-43 192 15,0 0-192-15,0 0 0 0,0 0 0 0,0 0 0 16,33 19 0-16,-24-19 128 0,1 0-128 0,0-2 0 16,0 0 0-16,0-1 0 0,1-2 0 0,1 0 0 15,-2-2-368-15,0 1 48 0,1-2 0 0,-2-1 0 16,2 1 0-16,-4-3 16 0,0 0 0 0,-1-1 0 15,0-1 160-15,-3 0 144 0,0-2-208 0,-1 0 80 16,-1-1 128-16,-1 1-192 0,-2-1 192 0,-2 0-192 16,0 4 16-16,-3 0 0 0,0 2 0 0,-2 5 0 15,0 1-176-15,-1 3-32 0,0 4-16 0,-1 2 0 16,2-1-80-16,2 4-16 0,-1-1 0 0,2 2 0 16,1-2-368-16,2 1-80 0,0 1-16 0,1 0-11872 15</inkml:trace>
  <inkml:trace contextRef="#ctx0" brushRef="#br0" timeOffset="21789.47">19823 5370 8287 0,'0'-3'368'0,"0"1"80"0,0 1-448 0,0-1 0 15,0 2 0-15,-1 0 0 0,0 2 2176 0,-1-2 368 16,0 0 64-16,-2 3 16 0,0 2-1088 0,-1-1-192 15,-1 1-64-15,2 2 0 0,-1 1-704 0,1-1-160 16,1 1-32-16,0 0 0 0,3-8 128 0,0 0 0 0,0 0 16 0,0 0 0 16,0 0 240-16,7 44 32 15,-7-44 16-15,0 0 0 0,0 0-160 0,0 0-16 0,33 27-16 0,-26-22 0 16,1 0-304-16,-1-1-48 0,0 1-16 0,0-1 0 16,-1 0-80-16,0 1-32 0,0 1 0 0,-2-3 0 15,0 1 0-15,-1 1 0 0,0-2 0 0,-1 1 0 16,0-1-144-16,0-1 128 0,0 0-128 0,0 0 128 15,-1 1-128-15,-1-2 0 0,0 3 0 0,-1-3 0 16,1 0 0-16,-2 2 0 0,0-1 0 0,-1 1 0 16,0-1 0-16,0 0 0 0,-1 0 0 0,-1 1 0 15,1 0 0-15,-2-1 0 0,0 1 0 0,-3 0 0 16,2 1 0-16,-1 0 0 0,-2-2 0 0,-1 0 0 16,1 1 0-16,-1-1-224 0,0-1 80 0,1 1 16 15,0-2-992-15,1-3-192 0,2 3-32 0,1-4-11744 16</inkml:trace>
  <inkml:trace contextRef="#ctx0" brushRef="#br0" timeOffset="21995.51">19780 5374 9215 0,'4'2'400'0,"-2"-2"96"0,1 0-496 0,0 0 0 16,0 0 0-16,-1 0 0 0,2 0 2464 0,3-2 400 15,3 1 80-15,3 0 0 0,4-3-464 0,2 0-112 16,1 0 0-16,-1-3-16 0,1 2-944 0,1 0-176 16,-1-2-32-16,0 3-16 0,-1-1-672 0,-2 2-144 0,-2 1-32 0,-2 0 0 15,-2 0-336-15,-2 2-192 0,-1 0 32 0,-2 2-14704 16</inkml:trace>
  <inkml:trace contextRef="#ctx0" brushRef="#br0" timeOffset="23010.32">20292 5436 9215 0,'3'-2'816'0,"-1"0"-656"16,1 1-160-16,-1 1 0 0,-1-2 1344 0,1 1 224 16,1-1 48-16,4 0 16 0,1-2 1472 0,2-1 288 15,-1 1 64-15,0 0 16 0,-1-1-1488 0,-2 2-320 0,0 0-48 0,-2 0-16 16,1 1-848-16,-1-1-176 0,-2 1-48 0,1-2 0 16,0 1-400-16,-2 0-128 0,1 1 0 0,-2-2 0 15,0 1 0-15,-1 0 0 0,-1-1 0 0,-1-1 0 16,0 0 0-16,-1 2 0 0,0 0 0 0,-2 0 0 15,1 1 192-15,-2 1-192 0,0 1 192 0,-1 0-192 16,-1 3 192-16,0 0-192 0,0 1 192 0,-1 1-192 16,1 3 144-16,1 1-144 0,0 2 0 0,-2 6 144 15,1 0-144-15,0 5 0 0,-1 1 0 0,0-2 0 16,10-21 272-16,-16 43-16 0,16-43-16 0,-9 40 0 16,9-40 192-16,0 0 32 0,3 43 16 0,-3-43 0 15,0 0-224-15,0 0-64 0,0 0 0 0,33 34 0 16,-22-33-32-16,2-2-16 0,3-3 0 0,0-1 0 0,2-1-16 15,1-4-128-15,2 3 192 0,0-3-64 0,2-1-128 0,-1 0 0 16,1 0 0-16,-3-1 0 0,-1 0-160 0,-1 0-64 16,-1 1-16-16,-3 2 0 15,0 0-1552-15,-1 0-320 0,-1 3-64 0,-2-2-13248 16</inkml:trace>
  <inkml:trace contextRef="#ctx0" brushRef="#br0" timeOffset="23705.85">20665 5407 2751 0,'4'-8'128'0,"0"2"16"0,0 2-144 0,-2 1 0 16,-1 3 0-16,0-2 0 0,0 2 1728 0,1-2 320 15,2 1 64-15,0-1 16 0,0 2 1072 0,-1 0 224 16,-1 5 32-16,-1-1 16 0,-3 4-1024 0,0 1-208 16,2-9-32-16,0 0-16 0,-13 41-816 0,13-41-160 0,-11 32-48 0,11-32 0 15,-11 31-336-15,11-31-80 0,0 0-16 0,-13 38 0 16,13-38-224-16,0 0-32 0,0 0-16 0,0 0 0 15,-7 39-272-15,8-35-64 0,1-2-128 0,0-2 192 16,0 0-192-16,0 0 0 0,-1-1 0 0,2 0 0 16,-1-3 0-16,1 1 0 0,0 0 0 0,-1-1 0 15,-1-1 0-15,2-1 0 0,0 0 0 0,0-3 0 16,0 1 0-16,0-1 0 0,2-2 0 0,0 1-160 16,-1-2-32-16,2-2 0 0,0-1 0 0,1-1 0 15,0-2 192-15,1 0-192 0,0 1 192 0,-1 1-192 16,1 2 192-16,-2 4 0 0,1 1 0 0,-1 3-128 15,-1 2 128-15,0 2 0 0,0 0 0 0,0 1 0 0,-1 1 0 0,1 1 0 16,0 1 0-16,-1 1 0 0,1 1 224 16,-1 1-32-16,-1 2 0 0,-3-7 0 0,0 0 0 0,0 0 0 15,0 0 0-15,9 51 0 0,-9-51-64 0,0 0 0 16,-4 41-128-16,4-41 192 0,0 0-192 0,-7 36 144 16,7-36-144-16,0 0 128 0,0 0-128 0,-10 33 0 15,8-28 0-15,1-1 128 0,0 0-128 0,0-2 0 16,0 0 0-16,0-2 0 0,0 1 0 0,1-2 0 15,0 1 0-15,0-2 0 0,0 0 0 0,1-2 0 16,1 1 0-16,0-3 0 0,2 1 0 0,0-2 0 16,1-1 0-16,1-3 0 0,0 2 0 0,2-5 0 15,1 0 0-15,0 1 0 0,-1-1 0 0,1-1 0 16,2-2 0-16,-1 2 0 0,2 0 0 0,-2 1 0 16,-1 5 0-16,-1 0 0 0,0 2-128 0,-2 2 128 0,1 2 0 0,-2 1 0 15,0 0 0-15,-1 2 0 0,-1 2 0 0,-2 0 0 16,1 1 0-16,0-1 0 0,0 5 0 0,-1-1 0 15,-1-6 0-15,0 0 0 0,0 0 0 0,0 0 0 16,0 0 0-16,10 51 0 0,-10-51 0 0,0 0 0 16,0 0 0-16,7 42 0 0,-7-42 0 0,0 0 0 15,0 0 0-15,0 43 0 0,0-43 128 0,0 0-128 16,0 0 0-16,-8 36 0 0,4-27 0 0,1-3 0 16,0 0 0-16,0 0 0 0,0-1 128 0,1-1-128 15,0 1 0-15,0-1 0 0,1-1 0 0,-1-1 128 16,2 0-128-16,0-1 0 0,0 1 0 0,2-2 0 15,0 0-848-15,1-2-160 0</inkml:trace>
  <inkml:trace contextRef="#ctx0" brushRef="#br0" timeOffset="24092.83">21099 5159 9215 0,'2'-3'400'0,"-2"-1"96"0,1 1-496 0,0 1 0 16,0 2 0-16,-1 0 0 0,1-1 1984 0,1 1 320 15,1 0 48-15,0 0 16 0,2 0 128 0,2 0 16 16,-1 3 16-16,1-1 0 0,0 3-1216 0,0-3-240 16,1 3-48-16,0 0-16 0,1-1-608 0,0-1-112 0,-2 2-32 0,2-3 0 15,-3 3 688-15,0-2 128 0,-2 1 16 0,0-2 16 31,-1 1-1680-31,-2 0-320 0,0 1-80 0,-1-2-16 0,-1 0 800 0,-2 1 192 0,0 0 0 0,-1-1 0 16,-1 0 0-16,-1 0 0 0,1 1 0 0,-3-1 0 16,2-1 0-16,-1 1 0 0,-1 1 128 0,1 0-128 15,1-2 272-15,0 2 0 0,2-1 0 0,2 1 0 16,1-2 272-16,1 1 48 0,3 1 16 0,1-1 0 16,2-1 112-16,2 1 32 0,4-2 0 0,2 0 0 15,1 0-144-15,2-2-32 0,1 1 0 0,2-1 0 16,1-1-384-16,0-1-64 0,0 1-128 0,-2 1 176 15,0 0-176-15,-2 1 0 0,-2 1 0 0,-3 1-17968 16</inkml:trace>
  <inkml:trace contextRef="#ctx0" brushRef="#br0" timeOffset="107414.21">4633 6858 9215 0,'1'-2'816'0,"-1"0"-656"0,1-1-160 0,0 1 0 15,0 2 256-15,0-2 32 0,0 1 0 0,0 1 0 16,2-2 1216-16,0 0 240 0,2-2 48 0,-1 1 16 15,0 0-64-15,1 1-16 0,-1 0 0 0,-1-1 0 16,1 1-560-16,0 0-112 0,0 1-32 0,-1-1 0 0,0 0-272 0,0 0-64 16,-1 1-16-16,-1 1 0 0,0-2-336 0,0 2-64 15,-1-2-16-15,0 2 0 0,-1 2-256 0,0-2 128 16,0 2-128-16,-2-1 0 0,-1 3 144 0,-1 1-144 16,-2 2 0-16,-3 0 144 0,-2 2-144 0,-3 3-272 15,-2 2 64-15,-3 3 16 0,-2 4-160 0,-2-1-32 16,-2 4 0-16,1-1 0 15,3-3-32-15,3-2-16 0,0-1 0 0,4-2 0 0,3-2 224 0,3-3 32 16,3-3 16-16,3 0 0 0,1-3 352 0,1-1 64 16,2 0 0-16,1-1 16 0,1 1 144 0,1-2 32 15,1-1 0-15,0 0 0 0,1 0 976 0,2 0 208 16,2-1 32-16,1 0 16 16,1 1-1680-16,-1 0-352 0,-1 0-64 0,-10 0-16 0,0 0 432 0,45 4 304 15,-45-4-48-15,0 0-16 0,49 6-96 0,-49-6-16 0,0 0 0 0,42 7 0 16,-42-7-128-16,0 0 0 0,37 7 0 0,-28-7 0 15,-2 2 0-15,0 0 0 0,-2 0 0 0,-1 2 0 16,-2 0 0-16,-1 0 0 0,-3 2 0 0,-1 0 128 16,-3 2 48-16,-2 1 0 0,-3 3 0 0,-2 2 0 15,-3-2 208-15,-2 2 64 0,-3 3 0 0,-1-3 0 16,1 2-272-16,0-4-48 0,3 0-128 0,1-2 192 16,4-3-192-16,1-2 0 0,3-2 0 0,1-2 0 15,1-2 0-15,2-2-128 0,3 0 128 0,0-2-11072 16,3-2-2128-16</inkml:trace>
  <inkml:trace contextRef="#ctx0" brushRef="#br0" timeOffset="109289.22">4905 7074 10127 0,'-2'0'448'0,"1"2"96"0,0-2-544 0,0 0 0 0,1 0 0 0,0 0 0 16,0 1 1712-16,0-1 224 0,1 2 48 0,0-2 16 15,1 0 352-15,0 2 64 0,0-2 16 0,1-2 0 16,-1 0-960-16,2 1-192 0,0-1-48 0,0-2 0 15,0 1-512-15,1-2-96 0,-2 1-32 0,-1-3 0 16,0 2-432-16,0-2-160 0,-1 2 0 0,-1-2 144 0,0 3-144 0,-2-2 0 16,0 2 0-16,-1 0 0 0,-1 0 0 0,-1 2 0 15,1-1 0-15,-2 3 0 0,0-2-128 0,-2 2 128 16,1 2 0-16,-1 1 0 0,1 0 0 0,-1 3 0 16,1 2 0-16,0-1 0 0,0 2 0 0,0 1 0 15,0 0 0-15,0 2 0 0,0 1 0 0,1-1 0 16,1 2 0-16,1-2 128 0,1 0-128 0,1 0 0 15,2-2 0-15,1 1 0 0,1-3 0 0,0-2 0 16,2-1 0-16,1-2 128 0,0-3-128 0,3-3 0 16,0-1 144-16,1-1-144 0,0-3 240 0,1-1-32 15,1 0 0-15,0-3 0 0,1-2-16 0,-1 0 0 16,2 0 0-16,-1 1 0 0,-1-1-192 0,-2 0 0 16,-1 2-192-16,0 1 192 0,-2 3-416 0,0-2 32 15,-2 4 0-15,0 0 0 0,0 2 384 0,0 2-160 16,-2 2 160-16,1 3 0 0,0 0 0 0,0 3 0 0,-1 0 0 0,1 4 0 15,0 0 0-15,0 1 0 0,-3-11 0 0,0 0 0 16,9 33 144-16,-5-23 48 0,-4-10 0 0,0 0 0 16,0 0 80-16,16 36 32 0,-12-30 0 0,0-3 0 15,1-1-48-15,1-3-16 0,0 0 0 0,0-4 0 16,0 1-240-16,-1-4 144 0,3-1-144 0,-1 0 128 16,0-3-128-16,1-2 0 0,-1 2 0 0,0-3 0 15,0 1 0-15,0-2 0 0,-2 1 0 0,1 3 0 16,-2-2-208-16,0 4 80 0,2-1 128 0,-3 5-208 15,1 2 208-15,0 0 0 0,1 4 0 0,-2 4 0 16,1 0 0-16,-4-4 0 0,0 0 0 0,0 0 0 16,14 35 0-16,-14-35 0 0,0 0 0 0,10 40 0 0,-10-40 0 15,5 27 128-15,-5-27 0 0,4 26-128 0,-4-26 192 0,0 0-64 16,0 0 0-16,11 34-128 0,-8-29 176 0,1-3-176 16,1-1 160-16,-2-2-160 0,1-1 0 0,0 0 0 15,-1-3 0-15,2-1 0 0,0-2 0 0,0-1 0 16,0 0 0-16,0-2 0 0,0-1-368 0,0 0-16 15,-1-1 0-15,1 1 0 16,0-1-224-16,-2 0-48 0,1 0-16 0,0 1 0 0,-1 3 384 0,1 1 80 16,0 4 16-16,0-1 0 0,-1 5 192 0,1 0 0 15,1 3 0-15,-2 2 0 0,1 2 0 0,0 0 0 16,-1 0 0-16,0 0 0 0,0 1 0 0,-3-8 0 16,0 0 192-16,0 0-192 0,14 33 288 0,-11-26-48 15,0-1-16-15,-1 0 0 0,1-2-64 0,0-1-16 0,0 1 0 0,0-3 0 16,0-1-144-16,0 0 160 0,1 2-160 0,-2-5 160 15,3 1-160-15,-1-1 128 0,-1-1-128 0,2 0 128 16,0-1-128-16,-1 2 0 0,1-4 0 0,-1 0 128 16,0-1-128-16,0-1 0 0,2 2 0 0,-2-2 0 15,2 2-128-15,-1-1 128 0,-1-1-160 0,0 2 160 16,0-1-224-16,-2-1 48 0,1 2 16 0,0-3 0 16,-1 1-96-16,1 0-32 0,-2-2 0 0,0 0 0 15,1-1 288-15,-1 0-192 0,1 1 192 0,1 1-160 16,-1-1 160-16,-1 3 0 0,1 1 0 0,1 2 0 15,-1 3 0-15,1 0 0 0,0 4 0 0,-1 0 0 16,1 3 448-16,0 2 0 0,0 0 16 0,-2 3 0 16,1-1 272-16,-1 3 48 0,0 0 16 0,-1 1 0 15,1 0-224-15,-1 1-64 0,0 0 0 0,0-2 0 0,1 2-128 16,-1-2-16-16,1 0-16 0,0-2 0 0,-1-10-160 0,0 0-16 16,6 33-16-16,-6-33 0 0,0 0-160 0,10 31 0 15,-10-31 0-15,0 0 0 0,11 34 0 0,-11-34 0 16,0 0 0-16,0 0 0 0,15 43 0 0,-15-43 0 15,0 0 0-15,0 0 0 0,12 35 0 0,-10-29 0 16,1-1 0-16,0 0 0 0,0-1 0 0,-1-3 0 16,0 1 0-16,-1-5 0 0,0 1 0 0,0 0 0 15,1-3-176-15,-1-2 176 0,-1 2-368 0,0-3 16 16,-1-1 0-16,-1 1 0 16,0 0-368-16,1-2-80 0,-2-1-16 0,-2-1 0 15,1 0-16-15,0 0 0 0,-3-2 0 0,1-2 0 16,-2 3 320-16,2-3 64 0,-1-1 16 0,1 0 0 0,-1 0 272 0,3 0 160 15,0 2-192-15,2 0 192 0,1 1 0 0,0 0 0 0,2 3 0 0,0 3 0 16,1 0 0-16,1 2 144 0,1 0-144 0,-1 0 192 16,2 1 176-16,0 1 32 0,0 1 16 0,1-2 0 15,0 3 64-15,1-2 16 0,0 4 0 0,0-3 0 16,0 3-224-16,0 1-32 0,1 1-16 0,-1 0 0 16,-7-2-96-16,0 0-128 0,0 0 176 0,0 0-176 15,0 0 0-15,32 38 0 0,-32-38 0 0,0 0 0 16,3 28 128-16,-5-16-128 0,-3 0 0 0,-1 0 0 15,-1 0 0-15,0 0 0 0,-2-3 0 0,1 0 0 16,1 1 0-16,-2-3 0 0,3 0 0 0,-1-2 0 16,2-3 128-16,0-1-128 0,2-1 0 0,0-1 0 15,3-4 0-15,-1-3 0 0,2 1 0 0,1-4 0 16,2-1-1168-16,2-4-144 0,1-2-32 0,2-2 0 16,1-1-1168-16,2-2-240 0,0 1-64 0,0-2 0 15,2 2 128-15,0-1 32 0,-1 2 0 0,1 1 0 16,0 0 1136-16,-1 0 240 0,-1 4 32 0,-1-3 16 0,1 2 1232 0,-4 3 0 15,-1 0 208-15,0 0-16 0,-3 4 800 0,0-2 160 16,0 2 16-16,-3 2 16 0,0 0 416 0,-1 1 64 16,0 1 32-16,-2 0 0 0,0-1-288 0,-2 2-48 15,2-2-16-15,-3 1 0 0,1 0-512 0,0-1-128 16,-1 0 0-16,1 0-16 0,0 2-192 0,2 1-48 16,-1 1 0-16,1 0 0 0,0 1 64 0,1 2 0 15,1 0 0-15,-1 0 0 0,2 2 128 0,-1 1 48 16,0 2 0-16,0-1 0 0,0 1-16 0,0 0 0 15,0 2 0-15,0 2 0 0,-1-1 64 0,1 2 16 0,0 2 0 0,0 1 0 16,0 4-192-16,1 2-48 0,0 2 0 16,1 4 0-16,0 0-176 0,-1 1-32 0,1 2-16 0,0-2 0 15,-2 0-96-15,1 3-32 0,0 2 0 0,2 0 0 16,0 0-160-16,0-3 0 0,-3-28 144 0,9 43-144 16,-9-43 0-16,0 0 0 0,16 37 0 0,-16-37 0 15,0 0-288-15,0 0-32 0,0 0 0 0,35-9-11136 16,-27 0-2240-16</inkml:trace>
  <inkml:trace contextRef="#ctx0" brushRef="#br0" timeOffset="109647.91">5928 6796 8287 0,'-1'1'368'0,"-1"1"80"15,1-1-448-15,1 1 0 0,0-2 0 0,0 2 0 0,1-1 2048 16,0 2 336-16,0 2 64 0,2 0 16 0,-3-5 432 0,0 0 96 15,0 0 16-15,0 0 0 0,29 34-1632 0,-29-34-320 16,0 0-64-16,0 0-16 0,38 4-528 0,-27-9-128 16,0 0 0-16,0 1-16 0,-1-4-160 0,0 2-16 15,1-4-128-15,-2 3 192 0,-1-2-192 0,0 1 0 16,-3-1 0-16,-1 2 0 0,-1 0 0 0,-2 2 0 16,0-4 0-16,-4 4 0 0,0-2 0 0,-3 2 0 15,-1 0 0-15,-1 1 0 0,-2 3 0 0,-2-1 0 16,-1 0 0-16,0 2 0 0,0 2 0 0,1-2 0 15,1 3 0-15,2 4 0 0,1-1 0 0,3 3 176 16,0-1-176-16,3 4 160 0,1 0-16 0,1 3 0 0,0-15 0 16,4 30 0-16,-4-30 240 0,9 33 64 0,-9-33 0 0,0 0 0 15,18 47-64-15,-18-47-16 0,0 0 0 0,0 0 0 16,34 41-208-16,-34-41-32 0,0 0-128 16,0 0 192-16,42 14-192 0,-42-14-208 0,24-3 32 0,-11-1-16176 15</inkml:trace>
  <inkml:trace contextRef="#ctx0" brushRef="#br0" timeOffset="110147.86">6568 6662 16575 0,'1'-2'736'0,"-1"1"160"0,0 1-720 0,0 0-176 16,0 0 0-16,-1 0 0 0,0 1 1920 0,0 1 368 16,-2 0 64-16,0 0 16 0,-2 1-624 0,-2 2-112 15,2-1-32-15,-2 1 0 0,0 0-672 0,0 0-144 16,-2 2-16-16,1-1-16 0,0 0-288 0,0 0-48 15,-1 2-16-15,0-3 0 0,0 4-208 0,0-2-32 16,2 0-16-16,1 1 0 0,0-2-144 0,3 1 0 16,1-2 0-16,1 0 128 0,0 0-128 0,2-1 0 0,2-2 0 0,-1 1 0 15,3 0 0-15,0-1 0 0,-1-1 0 0,3 0 0 16,0 1 0-16,2 1 0 0,-9-3 128 0,0 0-128 16,0 0 240-16,38 17-48 0,-38-17 0 0,0 0 0 15,0 0-64-15,32 30-128 0,-32-30 176 0,0 0-176 16,0 0 144-16,22 40-144 0,-22-40 0 0,0 0 144 15,0 0-144-15,8 32 160 0,-8-26-160 0,-1 0 160 16,0 0 32-16,-2-1 0 0,0 1 0 0,0 0 0 16,-1-3-16-16,0 0 0 0,0 0 0 0,-1 0 0 15,-1-1-176-15,0 1 128 0,-1-1-128 0,-1 1 128 16,1-1-128-16,-2-2 0 0,2 2-192 0,0-4 192 16,2 0-1088-16,-1-1-112 0,3 1-16 0,-1-3-9472 15,1 0-1888-15</inkml:trace>
  <inkml:trace contextRef="#ctx0" brushRef="#br0" timeOffset="110307.03">6637 6729 14735 0,'9'-6'640'0,"-4"1"160"0,1 2-640 0,-2 2-160 16,-2-1 0-16,0 2 0 0,1 0 2560 0,2-1 496 16,2 1 80-16,3-1 32 0,2 1-432 0,-12 0-96 15,0 0-16-15,0 0 0 0,42 8-1584 0,-42-8-320 16,0 0-64-16,0 0-16 0,0 0-640 0,0 0-192 15,42 15-16-15,-38-10-10896 16,-1-2-2176-16</inkml:trace>
  <inkml:trace contextRef="#ctx0" brushRef="#br0" timeOffset="110500.65">6727 6832 5519 0,'0'0'240'0,"0"2"64"0,0 1-304 0,0 0 0 0,0-3 0 0,0 2 0 16,0 2 2016-16,0 1 352 0,1 5 64 0,-1-10 0 15,2 33 656-15,-2-33 128 0,3 42 32 0,-3-42 0 16,3 38-1568-16,-3-38-304 0,4 32-64 0,-4-32-16 16,0 0-1296-16,8 32-144 0,-8-32-96 0,0 0-13136 15</inkml:trace>
  <inkml:trace contextRef="#ctx0" brushRef="#br0" timeOffset="110794.2">6944 6730 13823 0,'2'-2'608'0,"0"2"128"0,1 0-592 0,-1 0-144 16,0 1 0-16,-1 0 0 0,0-1 2208 0,3 2 416 15,2 1 64-15,-6-3 32 0,0 0 464 0,0 0 80 16,37 18 32-16,-37-18 0 16,0 0-3120-16,0 0-624 0,42 6-128 0,-32-8-32 0,0 1 608 0,-1 1 0 15,1-2 0-15,-1 2 0 0,0-1 0 0,-2 0 0 16,-2 1 0-16,0 1 0 0,-2 0-144 0,0 1 144 15,-2-1 0-15,0 1 0 0,-1 3 0 0,-2-1-128 16,0 2 128-16,-1 2 0 0,-3 2 0 0,1 2 0 16,-2 0 0-16,0 3 0 0,-2 3 0 0,2 1 0 15,-1 2 0-15,3-2 0 0,2 1 0 0,3-20 0 0,3 32 128 0,-3-32-128 16,0 0 448-16,0 0 0 0,22 37 0 0,-22-37 0 16,0 0-448-16,0 0 128 0,0 0-128 0,45 12 0 15,-37-12 0-15,0-1-192 0,0-2 48 0,-2-1 0 31,1-1-1328-31,-2 0-256 0,0-2-48 0</inkml:trace>
  <inkml:trace contextRef="#ctx0" brushRef="#br0" timeOffset="111000.22">6951 6901 4607 0,'-11'-2'192'0,"2"2"64"15,3 2-256-15,2-2 0 0,2 0 0 0,2 0 0 16,0 0 1840-16,-1 1 320 0,0 1 64 0,2 0 16 0,2-1 1200 0,5 0 240 15,-8-1 48-15,0 0 16 0,38-1-928 0,-38 1-176 16,34-3-32-16,-15 0-16 0,0 0-1280 0,0 0-256 16,1 0-48-16,-1-2-16 0,0 2-688 0,1-1-144 15,-2 1-32-15,0-2 0 0,-1 1-256 0,0 0-64 16,0-1-16-16,-2 2-11376 16,0-4-2288-16</inkml:trace>
  <inkml:trace contextRef="#ctx0" brushRef="#br0" timeOffset="111357.56">7307 6792 12895 0,'1'0'1152'0,"1"0"-928"15,-1 2-224-15,0-2 0 0,1 0 1664 0,-1 1 304 0,2 0 48 0,2 0 16 16,2 1 1200-16,-7-2 240 0,0 0 48 0,34 1 16 16,-21-2-2144-16,-1-1-432 0,1-1-96 0,0 1-16 15,0-3-608-15,-1 1-240 0,1 0 176 0,-1-1-176 16,0 1 0-16,-2 0 0 0,-1-3 0 0,0 2 0 31,-3 3-528-31,-1-3-112 0,-2 0 0 0,-3 3-16 16,0-2-688-16,-2 0-128 0,-2 2-16 0,-2-2-16 0,1 1 400 0,-3 1 80 15,-1-1 0-15,-1 0 16 0,-1 0 608 0,-1 0 112 0,1-2 32 0,0 1 0 16,2-1 592-16,0 0 128 0,2 1 32 0,1 1 0 16,2 5 496-16,1-1 96 0,1 3 32 0,-1 4 0 15,0 3-240-15,0 3-48 0,1 3-16 0,-1 2 0 16,1 7-48-16,0 0 0 0,1 5 0 0,1-3 0 0,1 3-208 15,0-2-48-15,-1-29-16 0,8 49 0 0,-8-49-80 0,0 0-16 16,23 43 0-16,-23-43 0 0,0 0-256 0,0 0-144 16,45 12 160-16,-30-16-160 0,1-2 0 0,2-1-208 15,2-2 16-15,2-5-16896 16</inkml:trace>
  <inkml:trace contextRef="#ctx0" brushRef="#br0" timeOffset="114887.02">8012 6830 4607 0,'2'-4'400'0,"0"1"-400"16,-1 1 0-16,-1 1 0 0,0 1 1216 0,1 0 144 16,1-2 48-16,0-2 0 0,2 1 576 0,0-2 112 15,0 1 16-15,-1 2 16 0,0 1-464 0,0 2-80 16,-1 3-32-16,0 1 0 0,-2-5-272 0,0 0-48 15,8 43-16-15,-8-43 0 0,3 54-240 0,-2-24-48 0,0 2-16 0,-1-3 0 16,1-3-272-16,-1-3-64 0,0-23-16 0,1 33 0 16,0-19-256-16,-1-5-48 0,1-1-16 0,1-4 0 15,-1-1-240-15,0-1 0 0,2-2 0 0,-1-2 0 16,1 0 0-16,-1-1 0 0,0-2 128 0,-1-2-128 16,1-2 0-16,-1-1 0 0,-1-1 128 0,0-1-128 15,1 0 0-15,-2-2 0 0,0-1 0 0,0 1 0 16,0-2 0-16,0 1 0 0,-1-1 144 0,0-1-144 15,0 1 384-15,0 1 0 0,1 1 0 0,0 0 0 16,0 0 0-16,1 2 0 0,0 0 0 0,0 2 0 16,1 1-64-16,1 2 0 0,0 0-16 0,1 2 0 15,1 0-176-15,0 1-128 0,1 3 144 0,0-1-144 16,2 2 0-16,0 0 128 0,2 0-128 0,-1 2 0 0,-1-1 0 16,3 3 0-16,-10-4 0 0,0 0 0 0,0 0 0 0,37 17 0 15,-30-13 0-15,-7-4 0 0,0 0 0 0,0 0 0 16,0 0 0-16,0 0 0 0,35 31 0 0,-32-26 0 15,0 0 0-15,-1 2 0 0,-1 0 128 0,-1 2-128 16,0-1 0-16,-1 1 0 0,-1 0 192 0,-1 1-48 16,0 2-16-16,1-2 0 0,0 1-128 0,-1-1 128 15,1-1-128-15,1 1 128 0,1-3-128 0,-1 1 0 16,1-1 0-16,1-1 0 0,0 1-192 0,1-1 0 16,0-3-16-16,2 1-11184 15,0 0-2240-15</inkml:trace>
  <inkml:trace contextRef="#ctx0" brushRef="#br0" timeOffset="115149.2">8376 6794 13823 0,'1'5'608'0,"0"-2"128"0,0 1-592 0,0-1-144 0,0-1 0 0,0 0 0 15,1 1 1728-15,2-1 304 0,-4-2 64 0,0 0 16 16,0 0 112-16,37 28 16 0,-37-28 16 0,0 0 0 15,39 10-912-15,-26-10-192 0,0 0-48 0,-1-2 0 16,1 0-432-16,-1-1-96 0,-1-2 0 0,0 3-16 16,0-3-224-16,-2 2-32 0,1-1-16 0,-1-1 0 15,0 0-288-15,-1 2 0 0,-1 0 0 0,-1 0 0 16,-1 0 0-16,-1 1 0 0,-1 2 0 0,-2-1 0 16,1 1-1088-16,-1 0-240 0,-1 0-32 0,-1 1-16 15,-1-1-1952-15,1 2-400 0</inkml:trace>
  <inkml:trace contextRef="#ctx0" brushRef="#br0" timeOffset="115365.6">8480 6956 10127 0,'-2'2'448'0,"1"-1"96"0,1 0-544 0,0-1 0 16,1 0 0-16,0 0 0 0,1 0 2528 0,1-1 400 16,2 0 80-16,2-1 0 0,2-1 256 0,1-2 32 15,0 1 16-15,-1-1 0 0,1 2-1600 0,0-1-320 16,0 2-64-16,-1-1-16 0,1 1-736 0,-1 0-160 15,2 2-32-15,-3 0 0 0,-8 0-384 0,0 0 0 0,0 0 0 0,33 9 0 16,-26-7 0-16,-1 0-272 16,1 1 32-16,-2-1 16 15,0 2-2144-15,0-3-416 0</inkml:trace>
  <inkml:trace contextRef="#ctx0" brushRef="#br0" timeOffset="115937.52">8863 6753 5519 0,'-3'-1'496'0,"0"1"-496"0,1 0 0 0,1 0 0 0,1 0 896 0,0 0 96 16,0 0 16-16,-1 0 0 0,1 0 1472 0,0 0 288 15,1 0 64-15,0-2 16 0,2 1-848 0,1-1-160 16,2 0-48-16,0 1 0 0,4-1-352 0,0 0-80 16,1 0-16-16,0 2 0 0,0 0-304 0,0 0-64 0,-11 0-16 0,0 0 0 15,34 9-528-15,-34-9-112 0,0 0-32 0,0 0 0 16,37 17-128-16,-37-17-32 0,0 0 0 0,0 0 0 16,0 0-128-16,0 0 192 0,0 0-192 0,0 0 192 15,24 40-192-15,-28-36 128 0,0 4-128 0,-3-1 128 16,1 2-128-16,-4-1 0 0,1 1 0 0,-2 0 0 15,0 3 0-15,-2-1 0 0,-1 2-160 0,0 0 160 16,-2 2-656-16,1-1-48 0,2 3 0 0,1-4 0 16,5 0-192-16,1-6-64 0,4 3 0 0,1-5 0 15,3 2 768-15,0-3 192 0,3-1 0 0,2-1 0 16,3-1 256-16,1-2 96 0,0-1 16 0,2-3 0 0,1 3 624 0,1-5 128 16,0 2 32-16,2-2 0 0,0 2-432 0,0-2-80 15,-1-2 0-15,1 1-16 0,0 2-352 0,-2 0-64 16,0 0-16-16,-1 0 0 0,-2 3-192 0,-1-3-256 15,0 1 48-15,0 1-11056 16,-2 1-2192-16</inkml:trace>
  <inkml:trace contextRef="#ctx0" brushRef="#br0" timeOffset="116658.45">9246 6805 8287 0,'1'-5'368'0,"-1"1"80"0,1 2-448 0,-1 0 0 16,1 2 0-16,-1 0 0 0,0-2 2176 0,0 2 336 16,0-2 80-16,0 1 16 0,0-1 400 0,-1 2 96 0,0-2 16 0,-1 4 0 15,1-2-1744-15,0 3-352 0,-1 1-64 0,0-1 0 16,0 2-544-16,0 1-96 0,0 2-32 0,1 1 0 16,1-1-80-16,0 3-16 0,0-11 0 0,0 0 0 15,5 33-16-15,-5-33-16 0,0 0 0 0,0 0 0 16,20 43 112-16,-20-43 32 0,0 0 0 0,0 0 0 15,38 14-96-15,-28-16-16 0,0-3 0 0,0 0 0 16,-1-2 0-16,0 0-16 0,-1-1 0 0,0 0 0 16,-1 0-48-16,-1-2 0 0,-2 1 0 0,-1-2 0 15,0 2-128-15,-3 0 0 0,-1 0 0 0,-2 0 0 16,0 1 0-16,-1 2 0 0,-4-1 0 0,-1 2 0 16,0 0 0-16,-2-1 0 0,2 2 0 0,-1 2 0 15,0-1-160-15,-1 1 160 0,-1 1 0 0,1 1-144 16,3 1 144-16,0-1 0 0,1 3 0 0,2 1-128 15,0 1 128-15,2 0 0 0,2 2 0 0,2-3 0 16,1 4 0-16,1-3 0 0,0 2 0 0,-3-7 0 16,0 0 0-16,0 0 0 0,0 0 0 0,37 18 128 0,-28-18 0 15,0 0 16-15,1 0 0 0,-1-2 0 0,2 0 48 0,-1 0 0 16,1-3 0-16,0 2 0 0,1-1-32 0,-1-1 0 16,1-1 0-16,0 0 0 0,1-1-160 0,0 0 160 15,0 0-160-15,1-1 160 0,0 2-160 0,0-4 0 16,0 3 0-16,-1 0 128 0,0-1-128 15,-3 4 0-15,-2-3 0 0,-2 4 0 0,1 0 0 0,-3 2 0 16,-1-1 0-16,-1 2 0 0,-1 0 0 0,0 2 0 16,-1-1 0-16,0 2 0 0,-1 0 0 0,0 2 0 15,0-1 0-15,-1 4 0 0,0-2 0 0,2 2 0 16,-1-1 0-16,0 0 0 0,1 1 0 0,0 1 0 16,0-9 0-16,0 0 0 0,0 0 0 0,7 42 0 0,-7-42 0 0,0 0 0 15,0 0 0-15,0 0 0 0,31 41 144 0,-31-41-144 16,0 0 0-16,0 0 144 0,34 9-144 0,-25-11 0 15,1-1 176-15,0 1-176 0,0-3 160 0,-2 0-160 16,1-1 192-16,-3 0-64 0,1 2-128 0,-2-4 192 16,-1 2-192-16,-1-2 128 0,-2 1-128 0,-1 0 0 15,-1 0 0-15,-2 0 128 0,-1 0-128 0,-1-3 0 16,-3 2 0-16,0-2 0 0,-2 2 128 0,-1-1-128 16,-1-1 0-16,-2 3 0 0,1-2 0 0,0 1 0 15,1 4 0-15,-1 2 0 0,1 2 0 0,-3 6-12160 16,-2 6-2304-16</inkml:trace>
  <inkml:trace contextRef="#ctx0" brushRef="#br0" timeOffset="126169.61">4654 7892 5695 0,'-2'2'512'0,"1"-2"-512"0,0 1 0 0,0 1 0 16,0-2 0-16,1 0 0 0,-1 0 0 0,0 0 0 15,0 0 832-15,0 0 144 0,0 2 32 0,-1-2 32 16,1 0 0-16,0 0 0 0,0-2 0 0,0 2 32 15,1 0-112-15,0 0-32 0,1 0 0 0,0 0 32 16,1 0-288-16,1 0-48 0,0 0-16 0,1 0 32 16,1 0-96-16,1 0-32 0,2 0 0 0,1-3 32 15,3 1 160-15,0 0 48 0,3-3 0 0,0 0 32 16,0 1 0-16,1-3 0 0,0 2 0 0,-1 0 32 16,0 0-528-16,-1-2-96 0,-1 2-32 0,-1 1 32 15,-1-1-192-15,-2 0 0 0,0 1 144 0,0 1-144 0,-2-2 0 16,-1 3 0-16,-1 0 0 0,0-1 0 0,-2 1 0 0,-1 0-192 15,1 1 64-15,-3 1 128 0,1 0-144 0,-3 1 144 16,0 1-160-16,0 3 160 16,-2-1-816-16,-2 1-80 0,0 1-32 0,-2 0 0 15,1 1-2016-15,-1 0-384 0,0 0-96 0,0 0-16 16,0 0 1232-16,1-2 240 0,1 0 48 0,1-1 16 0,0-1 1312 0,1-1 256 16,1 1 48-16,0-3 16 0,1 0 272 0,0 0 176 15,1-3-32-15,0 1 0 0,0 0 368 0,1-1 64 16,0 1 0-16,1 0 16 0,-1-1 144 0,1 1 32 15,-1 2 0-15,1-2 0 0,0 2 64 0,0 2 0 16,0 0 16-16,0 1 0 0,0 1-48 0,0 1-16 0,0 4 0 0,0 2 0 16,0 2 112-16,0 2 0 0,1 4 16 0,-1 1 0 15,1 2-192-15,-2 3-32 0,1 0-16 0,-1-1 0 16,0-3-240-16,-1 0-48 0,1-2-16 0,-1-2 0 16,1-1-160-16,0-2-16 0,1-4-16 0,0 0 0 15,1-4-176-15,1-3 0 0,0-2 0 0,2-2 0 16,1-4-224-16,1-4-80 0</inkml:trace>
  <inkml:trace contextRef="#ctx0" brushRef="#br0" timeOffset="126603.93">5017 7780 7359 0,'0'-14'320'0,"1"7"80"16,0-1-400-16,0 3 0 0,0 4 0 0,-1 1 0 0,1 0 1200 0,0 0 144 15,1 0 48-15,0 3 0 0,-1 4 288 0,1 7 64 16,-1 3 16-16,0 2 0 0,0 4-528 0,-1 1-96 15,1 2-32-15,0 0 0 0,0-2-640 0,1 2-128 16,0-2-16-16,1 0-16 0,0-1-304 0,-1-2 160 16,0-1-160-16,-1-3 128 0,0-4-128 0,-1 0 0 15,1-4 0-15,-1-2 0 0,0 0 0 0,0-3 0 16,0-1 0-16,-1-1 0 0,0-2 0 0,0-2 0 16,1-1 0-16,-1-1 0 0,1-1 0 0,0-2 0 15,0-1 128-15,1-1-128 0,0-2 0 0,0 1 0 16,0-1 0-16,-1 0 128 0,2 0-128 0,1 1 0 15,0 1 0-15,0 1 0 0,1 0 0 0,0 1 0 16,1 1 0-16,-1 1 0 0,2 1 0 0,-1-1 0 16,0 0 0-16,0 3 0 0,-1 0 0 0,2 2 0 0,-1 0 0 0,3 4 0 15,-3-2 0-15,-2 3 0 0,1 0 0 16,0 0 0-16,-2 2 0 0,1 0 0 0,0-1 128 16,-1 0 96-16,0 1 16 0,0 0 0 0,-2 0 0 15,2 3 96-15,-1-1 32 0,0-2 0 0,-1 3 0 16,1-3-160-16,-1 0-16 0,1 0-16 0,0-1 0 15,1-2-48-15,0 0-128 0,0 0 192 0,0-3-64 16,1-1-128-16,0 0 0 0,1-2 0 0,-1-1 0 16,2-2-896-16,0 1-128 0</inkml:trace>
  <inkml:trace contextRef="#ctx0" brushRef="#br0" timeOffset="126974.66">5283 7985 4607 0,'0'2'192'0,"0"0"64"15,0 1-256-15,1-2 0 0,0 0 0 0,-1 1 0 0,1-1 1152 0,0 3 176 16,1 1 32-16,2 2 16 0,-1 0 416 0,2-2 96 16,1 0 16-16,0-3 0 0,2-2-624 0,1-2-112 15,0-1-16-15,0-2-16 0,0 1-544 0,0-4-96 16,0 2-32-16,0-2 0 0,-2-1-192 0,0 0-32 16,0 1-16-16,-1-1 0 0,1 2-224 0,-1-3 176 15,-2 3-176-15,0-1 160 0,-1 2-160 0,-2-1 0 16,0-1 0-16,0 2 0 0,-2-2 0 0,-1 1 0 15,-2 2 0-15,-1-1 128 0,1 3-128 0,-3-2 0 16,0 3 0-16,-1 2 0 0,0 2 144 0,0 1-144 16,-1 2 160-16,1-1-160 0,0 4 416 0,-1 1-16 0,0 1 0 0,0 3 0 15,0-1 48-15,3 2 0 0,0-2 0 0,3 0 0 16,0 2 64-16,3-2 32 0,0 2 0 16,2-2 0-16,1-2-16 0,2 2 0 0,-5-12 0 0,0 0 0 15,0 0-32-15,0 0-16 0,38 30 0 0,-38-30 0 16,0 0-160-16,0 0-16 0,42-9-16 0,-31 4 0 15,0-1-288-15,0-2 0 0,1 2 128 0,0-2-128 16,-1 3 0-16,1-4 0 0,1 1 0 0,-1-1-14912 16</inkml:trace>
  <inkml:trace contextRef="#ctx0" brushRef="#br0" timeOffset="127663.75">5948 7844 12895 0,'-2'-6'576'0,"1"1"112"0,1 0-560 0,0 3-128 16,0 2 0-16,-1-2 0 0,1 1 1504 0,-1 1 272 15,0-2 48-15,1 2 16 0,-1 0 576 0,0 2 112 16,0 2 32-16,0 2 0 0,1 3-1280 0,-1 2-240 15,1 0-48-15,0 1-16 0,0 2-592 0,0 0-112 16,1 0-16-16,-1 1-16 0,1-1-112 0,-1 0-128 16,0-4 176-16,1 1-176 0,0-3 128 0,0-2-128 15,-1-1 0-15,2 0 0 0,-1-4 0 0,1-2 0 0,-1 1 0 0,2-5 0 16,-1 1 128-16,0-1-128 0,1 0 0 16,-1-2 0-16,0-3 0 0,0 3 0 0,0 0 0 0,1-2 0 15,-1 2 128-15,0-3-128 0,1 0 0 0,-1-2 0 16,1 3 0-16,1-3 0 0,-2 1 0 0,2 1 0 15,0 0 0-15,0 1 0 0,1 2 0 0,0-2 0 16,-1 4 0-16,1-2 0 0,1 3 0 0,-2 1 0 16,3-2 0-16,-3 3 0 0,2 1 0 0,-1 1 0 15,0 0 0-15,1 3 160 0,-2 2-160 0,2-1 128 16,-2 1 112-16,1 1 16 0,-1 0 0 0,-1 2 0 16,-1-1-112-16,1 1-16 0,-1 2 0 0,-1 0 0 15,1-1-128-15,-2 1 0 0,1 1 144 0,-1-1-144 16,0-3 0-16,0 0 144 0,0 1-144 0,0-2 0 0,1-1 176 0,0-3-176 15,0 1 160-15,-1-3-160 0,1 0 128 0,0-3-128 16,1 1 0-16,0-1 0 0,0-3 128 0,0-1-128 16,1 0 0-16,-1-2 0 0,2-1 0 0,-1 0 0 15,0 1 0-15,1-1 0 0,0-2 0 0,1 0 0 16,-2 0 0-16,2-2 0 0,0 2 0 0,-2 1 0 16,2 3 0-16,-1-1 0 0,0 2-128 0,0 2 128 15,0 0 0-15,-1 3 0 0,1 0 0 0,0 1 0 16,-1 2 0-16,0 3 0 0,0 1 0 0,0-1 0 15,0 4 0-15,-1-1 0 0,0 0 0 0,0 3 0 16,-1-1 0-16,1 0 0 0,-1 2 0 0,0 0 0 16,0-2 0-16,-1-2 0 0,1 1 0 0,-1 1 0 15,0-2 0-15,1 0 0 0,-1 0 0 0,0-1 0 16,1 0 0-16,-1-1 0 0,1 0 0 0,0-1 0 0,0-1 0 0,0-1 0 16,1 1 0-16,-1-1 0 0,1-1 0 0,0 0 0 15,-1-1-144-15,0 2 144 0,2-2 0 0,-1-2-10704 16,1 2-2032-16</inkml:trace>
  <inkml:trace contextRef="#ctx0" brushRef="#br0" timeOffset="128089.8">6317 7830 2751 0,'-1'1'256'0,"1"1"-256"0,0 0 0 0,0 1 0 15,0-1 784-15,0-1 112 0,0 0 32 0,0 2 0 16,1 4 896-16,0-2 176 0,2 2 48 0,1 0 0 0,0-2-640 15,0-1-112-15,3-2-16 0,0-2-16 0,2 0-736 0,1-2-144 16,0-2-16-16,0-4-16 0,0 1-224 0,1 0-128 16,-1-2 160-16,-1 0-160 0,0 1 144 0,0-2-144 15,-2 1 128-15,0 0-128 0,-1-1 0 0,-1 0 0 16,-2 2 0-16,-1 0 0 0,-1 1 128 0,-2 0-128 16,-2 2 0-16,0-2 128 0,-2 5-128 0,-1-1 0 15,-1 1 0-15,0 2 128 0,-2 0-128 0,2 3 0 16,-1 1 144-16,-2 0-144 0,1 5 128 0,1 0-128 15,1 0 160-15,0 0-160 0,0 5 416 0,1-1-16 16,0 3 0-16,2 1 0 0,1-1 112 0,-1-1 0 16,3-2 16-16,2 0 0 0,2 0 16 0,1-1 0 15,-4-12 0-15,0 0 0 0,0 0-224 0,0 0-64 16,0 0 0-16,42 24 0 0,-32-25 160 0,0-2 32 0,2-4 0 0,0 2 0 16,-1-3-128-16,0 2-32 0,2-3 0 0,-1-1 0 15,1 0-288-15,-1 1 0 0,0-1 0 0,-1-2 0 31,0 5-944-31,-1-2-144 0,0 1-16 0,-1 1-16 16,0 0-1952-16,-2 1-400 0</inkml:trace>
  <inkml:trace contextRef="#ctx0" brushRef="#br0" timeOffset="128863.53">6648 7790 911 0,'5'-2'0'0,"-3"0"0"0,0 2 0 0,-1-2 0 0,-1 2 0 0,1-1 0 16,1-2 864-16,0-1 96 0,2-3 0 0,1-3 16 15,-1 1 48-15,0-3 16 0,-2 2 0 0,0 1 0 16,-2 0 464-16,0 1 96 0,-1 2 0 0,-1 3 16 15,-1 0-112-15,0 3-32 0,-1 0 0 0,-1 3 0 0,1 3-320 0,-3 0-80 16,1 2-16-16,-2-1 0 0,2 1-560 0,-1 2-112 16,0 0-32-16,-1 1 0 0,3-1-176 0,-1 1-48 15,2-1 0-15,0 2 0 0,1-4-128 0,1 1 192 16,1-1-192-16,1-2 192 0,1 1-64 0,1-3 0 16,1 0 0-16,1-2 0 0,0 0-128 0,1-2 160 15,0 0-160-15,1-2 160 0,0-1-160 0,0 0 0 16,1-1 0-16,1-1 0 0,-1-2 144 0,0 2-144 15,-2 0 160-15,2-1-160 0,-1-2 0 0,0 2 0 16,0-2 0-16,-1 2 0 0,-1 0 0 0,0-1 0 16,-1 2 0-16,0 1 0 0,-1-1 0 0,0 0 0 15,-1 1 0-15,-1 1 0 0,1-1 0 0,-1 3 0 16,0-1 0-16,0 2 0 0,0 0 0 0,0 2 128 16,0-1-128-16,0 1 0 0,0 1 0 0,0 1 0 0,0-2 0 0,1 3 0 15,-1-2 0-15,0 1 0 0,1 3 0 0,0-2 0 16,1 2 0-16,-1-1 0 0,1 0 128 0,0 1-128 15,0-2 368-15,-1 0 16 0,2-2 16 0,0 0 0 16,0 0-16-16,0-1-16 0,-1 1 0 0,1-3 0 16,0 0-240-16,1 0-128 0,-1-3 160 0,0 1-160 15,1-1 128-15,0-1-128 0,1-1 0 0,0 0 0 16,0-1 0-16,1 0 0 0,-1-2 0 0,2 1 0 16,-1-1 0-16,0 1 0 0,0-1 0 0,0 2 0 15,0-2 0-15,-1 1 0 0,2 0 0 0,-1 1 0 16,-1 2 0-16,-1 1 0 0,1 2 0 0,-1-1 0 15,0 2 0-15,0 0 0 0,0 0 0 0,0 2 0 0,-1 0 0 0,0 1 0 16,0 2 0-16,-1 1 0 0,0 2 0 0,-2-2 0 16,1 3 0-16,-2-1 0 0,1-1 0 0,-1 3 0 15,-1-3 0-15,0 2 0 0,1-3 0 0,-1 0 0 16,0 2 0-16,0-4 144 0,1 3-144 0,0-4 0 16,0-1 0-16,1 0 128 0,0-1-128 0,0-1 0 15,1-1 0-15,0-1 0 0,-1 0 0 0,2-3 0 16,0 0 0-16,2-2 0 0,-1 0 0 0,-1 0 0 15,2 0 0-15,0-1 0 0,1-1-128 0,-1 1 128 16,1-1-160-16,-1 0 160 0,1 2-128 0,-1-3 128 16,1 2 0-16,0 1-144 0,0-1 144 0,-1 2 0 15,0 0 0-15,0 1 0 0,-1 3 0 0,1-2 128 0,0 3-128 16,-1 1 0-16,0 0 0 0,0 1 0 16,1 3 0-16,-1-2 128 0,-1 3-128 0,0 0 0 0,1 2 0 15,0 2 0-15,-3-9 0 0,0 0 0 0,9 28 0 16,-6-18 128-16,0 2-128 0,-1 1 0 0,0 0 0 0,1-1 0 15,0 1 0-15,0-2 0 0,-1-1 0 0,2 1 0 16,-4-11 0-16,0 0 0 0,0 0 0 0,0 0 0 16,0 0-192-16,0 0 64 0</inkml:trace>
  <inkml:trace contextRef="#ctx0" brushRef="#br0" timeOffset="129616.16">7492 7698 12895 0,'0'-3'1152'16,"0"1"-928"-16,0 2-224 0,-1 0 0 0,0 0 848 0,0 0 128 15,0 0 32-15,-1 0 0 0,-1 0 208 0,0 0 64 16,-2 2 0-16,1 1 0 0,0 1-352 0,0 1-64 16,0 0-16-16,0 2 0 0,2-2-176 0,-2 2-32 15,2 0-16-15,0 0 0 0,0 0-16 0,2 1 0 16,-1 1 0-16,1 0 0 0,1 1-160 0,0-3-48 15,2 2 0-15,-1-3 0 0,2 0 32 0,0-1 0 16,2 0 0-16,1-3 0 0,1 0-48 0,0-1 0 16,1-2 0-16,2-1 0 0,-1-2-192 0,1-1-64 15,0 0 0-15,-1-5 0 0,1 3 128 0,0-4 32 16,-2 1 0-16,-1-3 0 0,0 2-288 0,-3-1 128 16,-1 1-128-16,-2 1 0 0,-1 1 0 0,-3-1 0 0,-1 0 0 15,-2 2 0-15,1 0 0 0,-4 1 128 16,0 1-128-16,-2 0 0 0,0 1 0 0,-2 1 0 0,2 1 0 0,-1 1 0 15,1 2 128-15,0 0-128 0,1 2 0 0,3-1 0 16,-1 4 0-16,3-2 0 0,1 3 0 0,1 0 0 16,1 0 0-16,2 0 0 0,1-1 0 0,1 0-144 15,1-1 0-15,3-1 0 0,-7-3 0 0,0 0-15104 16</inkml:trace>
  <inkml:trace contextRef="#ctx0" brushRef="#br0" timeOffset="129999.4">7889 7508 15663 0,'6'-7'688'0,"-2"2"144"16,-1 3-656-16,0-2-176 0,-2 3 0 0,0-1 0 0,-1 1 832 0,1-1 128 15,1-2 16-15,0-4 16 0,0 2-256 0,-1-2-48 16,-1 1-16-16,-2 0 0 0,0 0 32 0,-1 0 16 16,-1 0 0-16,1 0 0 0,-2 0 0 0,0 2 0 15,1-3 0-15,-1 4 0 0,1-3-144 0,1 4-48 16,-1 1 0-16,1 0 0 0,0 2-32 0,2 2-16 15,-2 0 0-15,0 3 0 0,0 1-160 0,0 2-48 16,0 2 0-16,0 2 0 0,0 2-96 0,1 5-32 16,1 5 0-16,0 4 0 0,0 5-16 0,1 3-128 15,0 5 192-15,1 3-64 0,1-1 80 0,1 0 16 16,1-3 0-16,-1-1 0 0,2 0-224 0,1-3 128 16,-1-3-128-16,2-4 0 0,-7-29 0 0,11 44 0 15,-11-44 0-15,0 0 0 0,16 40 0 0,-16-40 0 16,0 0 0-16,0 0 0 0,0 0 0 0,0 0 0 0,0 0 0 0,0 0 0 15,4 26 0-15,-7-28 0 0,0 0 128 0,-3-3-128 16,2 1 0-16,-3-1 0 0,1-3 0 0,-1 0 0 31,2 0-1536-31,-2-2-256 0,1-2-64 0,-2-2-11072 0</inkml:trace>
  <inkml:trace contextRef="#ctx0" brushRef="#br0" timeOffset="130164.7">7784 7748 911 0,'0'-3'0'0,"0"3"0"0,1 0 0 0,-1 0 0 16,0 0 1536-16,0-5 208 0,1 3 48 0,0-2 16 15,-1 1 368-15,0 3 64 0,0 0 0 0,0 2 16 16,1 3-656-16,1-3-144 0,0 3-32 0,1-2 0 16,1 1-32-16,0-2-16 0,2-1 0 0,1-1 0 15,3-1-176-15,1-1-48 0,3-2 0 0,-14 4 0 0,32-10-640 0,-14 5-128 16,0 0-16-16,1-1-16 0,0 0-352 0,1 0 0 16,-1-2 0-16,1 2-192 15,-2-2-912-15,0 1-192 0,-1 0-48 0,0 2-10976 16</inkml:trace>
  <inkml:trace contextRef="#ctx0" brushRef="#br0" timeOffset="130397.12">8513 7468 11055 0,'9'-5'480'0,"-3"0"112"0,0 4-464 0,-2 0-128 16,-2 1 0-16,-2 0 0 0,1 0 1344 0,0 1 240 0,3 0 48 0,0 4 16 15,0 0-192-15,-4-5-48 0,0 0 0 0,13 43 0 16,-13-43-400-16,7 49-96 0,-2-18-16 0,-2 4 0 16,2 1-192-16,0 0-64 0,-1-3 0 0,2-2 0 15,-1-3-288-15,-5-28-64 0,12 50-16 0,-12-50 0 16,12 34-272-16,-12-34 0 0,0 0 0 0,0 0 0 16,0 0-256-16,30 32 64 0,-25-33 0 0,-2-4-12240 15</inkml:trace>
  <inkml:trace contextRef="#ctx0" brushRef="#br0" timeOffset="131117.12">8460 7724 11055 0,'-3'2'976'16,"2"0"-784"-16,1 1-192 0,1-3 0 0,0 2 1280 0,0 1 224 16,1-1 32-16,1 2 16 0,-3-4 1216 0,0 0 240 15,0 0 64-15,40 12 0 0,-40-12-864 0,36-4-160 16,-36 4-48-16,39-12 0 0,-17 5-928 0,0-2-192 15,0 0-48-15,0-1 0 0,-2 2-576 0,0-1-112 16,-1-1-16-16,-1-1-128 0,-2 3 0 0,-1-1 0 16,-1 2 0-16,-1-3 0 15,-1 2-400-15,0-2-96 0,1 2-16 0,-3-1 0 16,1-1-2432-16,-4 1-512 0,-1 0-80 0,-1-1-32 16,-1-1 304-16,-3-2 48 0,-2 0 16 0,-1-2 0 15,-2-2 1648-15,-1 0 336 0,0 3 64 0,-1-4 0 0,-1 0 896 0,1 0 256 16,0 4-128-16,0 2 128 0,3 4 1248 0,-1 2 320 15,2 3 64-15,0 3 16 0,0 0 592 0,2 3 128 0,0 1 32 0,0 3 0 16,0 0-528-16,1 3-96 0,1 2-32 0,0 3 0 16,0 1-208-16,1 3-32 0,-1-3-16 0,-1 6 0 15,2 1-816-15,1-1-160 0,0 3-48 0,-1-1 0 16,-3-24-192-16,11 48-32 0,-11-48-16 0,10 40 0 16,-10-40-224-16,11 33 144 0,-11-33-144 0,0 0 128 15,0 0-128-15,21 36 0 0,-21-36 0 0,0 0 0 16,0 0 0-16,0 0 0 0,0 0 0 0,37 3 0 15,-29-9 0-15,0 0 128 0,1-2-128 0,0 1 128 16,1 0-128-16,0-3 192 0,0 3-192 0,1-2 192 16,-1 2-192-16,-1 2 0 0,1 0 0 0,-1 3 0 15,-9 2 0-15,0 0 0 0,0 0 0 0,0 0 0 16,39 9 0-16,-39-9 0 0,0 0 0 0,0 0 0 0,0 0 0 0,36 37 0 16,-36-37 0-16,0 0 0 0,0 0 0 0,0 0 0 15,38 30 0-15,-38-30 0 0,0 0 0 0,0 0 0 16,36 0 0-16,-26-5 0 0,1 1 0 0,0-4 0 15,2 1 0-15,-1-4 0 0,0 1 0 0,0-1 0 16,0-2 0-16,-1 0 0 0,0 0 0 0,-2-1 0 16,-1 0 0-16,-2 0 0 0,0 2 0 0,-4 0 0 15,1-3 0-15,-3 1 0 0,0 2 0 0,-2 1 0 16,-1 2 0-16,-1 3 0 0,-3-1 0 0,0 5 0 16,0 0 0-16,-2 4 0 0,2 0 0 0,-2 5 0 15,1 2 0-15,1 3 0 0,-1 2 0 0,1 1 0 16,1 4 0-16,1 0 0 0,2 1 0 0,1 0 0 0,3-1 0 0,1-3 0 15,-2-16 0-15,0 0 0 0,18 38 0 0,-18-38 0 16,0 0 0-16,0 0 0 0,47 17 0 0,-47-17 0 16,0 0 0-16,47-4 0 0,-47 4 0 0,33-9 0 31,-14 3-640-31,-1 0 0 0,1 0 0 0,0 2-15168 0</inkml:trace>
  <inkml:trace contextRef="#ctx0" brushRef="#br0" timeOffset="131569.41">10049 7449 17503 0,'2'-3'1552'0,"0"1"-1232"16,-1 2-320-16,-1-2 0 0,0 2 1344 0,0-2 224 15,1-1 32-15,0 0 16 0,0-3-96 0,-1 0-32 16,-1 0 0-16,-2 1 0 0,-1 2-32 0,-1 1-16 16,-1 2 0-16,1 0 0 15,-3 0-1744-15,1 3-336 0,-1 1-80 0,-2 2-16 0,0 1 736 0,-1 1 0 16,0 2 0-16,-1 2 0 0,3-2 0 0,1 1 0 16,2-1 0-16,0 2 0 0,2 2 224 0,2-2-64 15,2 0-16-15,1 1 0 0,-1-13 144 0,0 0 32 16,0 0 0-16,21 34 0 0,-21-34-320 0,0 0 0 15,0 0 128-15,0 0-128 0,46 19 0 0,-46-19 0 0,0 0 0 0,0 0 0 16,45 7 0-16,-45-7 0 0,0 0 0 0,0 0 0 16,40 8 0-16,-40-8 0 0,0 0 0 0,0 0 0 15,0 0 0-15,0 0 0 0,0 0 144 0,29 32-144 16,-30-25 272-16,-2 0-32 0,-1 1-16 0,-2-1 0 16,-1 1 80-16,-1-2 16 0,-2 1 0 0,-1 0 0 15,-1 0-176-15,-1 0-16 0,1 0-128 0,0-2 192 16,3 0-192-16,0-3 0 0,3-1 0 0,2 0 0 15,1-1 0-15,2-2-160 0,1 0 32 0,1 0-15680 16</inkml:trace>
  <inkml:trace contextRef="#ctx0" brushRef="#br0" timeOffset="132902.03">10256 7600 12895 0,'6'-2'576'0,"-2"1"112"0,0 0-560 0,-1 1-128 16,-1-2 0-16,-1 2 0 0,0-1 1408 0,1 1 256 15,2-2 64-15,2-1 0 0,0 0-496 0,0 0-80 16,-2-2-32-16,1 0 0 0,0 0-864 0,-2 0-256 16,1 1 128-16,-1-4-128 0,0 2 0 0,-1-2 0 15,0-1 0-15,-1 2 0 0,-1-3 0 0,-1 3 0 16,-1 0 0-16,-2 1 0 0,0 2 0 0,-2 1 0 16,-1 2 0-16,1 2 128 0,-2 2 320 0,2 1 80 15,-2 2 16-15,0 4 0 0,0 2 0 0,-1 0 0 16,1 4 0-16,0 0 0 0,2 4-16 0,0-1 0 15,1 2 0-15,1-2 0 0,2 1 16 0,2-4 0 16,0-16 0-16,0 0 0 0,12 39-64 0,-12-39-16 16,0 0 0-16,0 0 0 0,0 0-336 0,42 13-128 0,-32-17 0 0,1-5 0 15,1 0 0-15,0-3 128 0,0 1-128 0,-1-1 0 16,0-2 0-16,0 0 128 0,-1 1-128 0,0-1 0 16,-1 2 0-16,-2 0 0 0,0 1 0 0,-2-1 0 15,0 1 0-15,0 2 0 0,-3 1 0 0,1 2 0 16,-2 2 0-16,0 1 0 0,0 3 0 0,-1 3 0 15,-1-1 0-15,0 3 0 0,0 2 0 0,0 0 0 16,-1 2 160-16,1 3-160 0,0 0 160 0,1 0-160 16,0 1 432-16,0-2-16 0,1 1 0 0,-1-12 0 15,0 0-224-15,0 0-32 0,0 0-16 0,16 35 0 16,-16-35-144-16,0 0 0 0,0 0 0 0,0 0 0 16,27-4 0-16,-20-1 0 0,0 0 128 0,-1-2-128 15,3-3 0-15,0 1 0 0,0-3 0 0,1 0 0 0,0 0 0 0,0-1 0 16,0 1 0-16,-1 0 0 0,0 0 0 0,-1 0 0 15,-1 2-144-15,-1 1 144 0,0-1 0 0,-2 3 0 16,1 0 0-16,0 2 0 0,-3 1 0 0,2 2 0 16,-1 4 0-16,0-2 0 0,0 3 0 0,-2 0 0 15,2 5 0-15,-2-3 0 0,1 4 0 0,-2-2 0 16,1 3 0-16,0 1 0 0,0 0 128 0,-1 0-128 16,0 1 0-16,0-2 0 0,-1 1 0 0,0-2 0 15,0 2 0-15,0-2 0 0,0 0 0 0,0-3 0 16,0 0 0-16,1-1 0 0,0-1 0 0,1-2 0 15,0-2 0-15,1 0 0 0,0-2 0 0,1 0 0 16,-1-3 0-16,2-2 0 0,2 0 0 0,-2 0 0 0,2-3 0 0,-1 1 0 31,2 0-672-31,-1-1-32 0,3-4 0 0,0 2 0 16,-1-2-448-16,2 2-80 0,-3 1-32 0,0 0 0 0,1 2 800 0,-1 2 144 0,0-1 48 0,-3 4 0 16,2 0 272-16,-1 3 0 0,-2-1 0 0,1 4 0 15,0-1 576-15,-2 1 0 0,-1 1 16 0,1 1 0 16,-1 1 96-16,0 1 16 0,0 2 0 0,-1-1 0 15,1 1-320-15,-1 1-48 0,0 2-16 0,0-2 0 16,0 1-192-16,0 0-128 0,1-1 128 0,0 0-128 16,0 0 128-16,1-1-128 0,0-2 160 0,-1 0-160 15,1-1 128-15,-1-3-128 0,2 1 0 0,1-1 0 16,-1 0 160-16,1-4-160 0,0 2 160 0,-1-3-160 16,2 1 0-16,0-2 128 0,-1-2-128 0,1 2 0 15,0-3 0-15,1 0 0 0,2-1 0 0,-1-3 0 16,1 1 0-16,1-1 0 0,0-1 0 0,-1 0 0 15,0 0-608-15,-1 0-16 0,1 0 0 0,-3 0 0 16,1 3-144-16,-2-1-48 0,0 1 0 0,-1 2 0 0,0 2 672 0,-2 1 144 16,1 3 0-16,-1-1 0 0,0 2 240 0,0 0 32 15,1 2 16-15,-1 1 0 0,0-1 112 0,1 3 32 16,-1 0 0-16,0-1 0 0,0 3-48 0,1-2 0 16,-1 2 0-16,0-2 0 0,1 0-176 0,-1 2-32 15,1-2-16-15,-1 4 0 0,1-2-160 0,-2 0 160 16,2 0-160-16,-2-7 160 0,0 0 32 0,0 0 16 15,0 0 0-15,14 38 0 0,-14-38 32 0,0 0 0 16,0 0 0-16,0 0 0 0,0 0-240 0,0 0 176 16,0 0-176-16,33 31 160 0,-28-31-160 0,0-2 0 0,0-1 0 15,1-2 0-15,0 1 0 0,1-3 0 16,-1 0 0-16,-1-1 0 0,2 0-352 0,-1 0 48 0,2-2 16 16,-1-2 0-1,1-2-1024-15,2-1-208 0,0 0-32 0,-1-2-16 16,0 1 496-16,0 0 112 0,0 1 0 0,-2 0 16 15,1 2 288-15,-2 0 48 0,1 2 16 0,-3 2 0 0,1 1 592 0,-2 3 0 0,-1 1 0 0,0 1 0 16,-2 3 304-16,0-2 128 0,-1 2 16 0,0 2 16 16,-1-2 496-16,1 2 80 0,-1 2 32 0,0-1 0 15,0 0 240-15,0 2 48 0,1-2 16 0,0 1 0 16,0 3-976-16,0-2-192 0,0 4-32 0,1 1-16 16,0 1 96-16,0 1 0 0,1 1 16 0,0 3 0 15,-1-16-784-15,3 38-144 0,-3-38-48 0,2 41 0 16,0-15 704-16,-1 1 272 0,1 7-16 0,-1-1 0 15,2 0 112-15,-2 0 16 0,0-2 0 0,1-2 0 0,0-3-208 0,-1-3-48 16,-1-23 0-16,4 41 0 16,-4-41-128-16,4 33 0 0,-4-33 0 0,3 27 0 0,-3-27 0 0,0 0 0 15,0 0 0-15,9 30 0 0,-9-28-208 0,2-4 16 16,0-1 16-16,-1-1 0 16,1-4-1872-16,-2-1-384 0,1 0-80 0,-2-3-16 15,1-2-256-15,-1-3-48 0,-1-2-16 0,-1-3-5792 0</inkml:trace>
  <inkml:trace contextRef="#ctx0" brushRef="#br0" timeOffset="133165.76">11182 7465 3679 0,'1'-8'160'0,"0"2"32"0,1 1-192 0,-2 3 0 15,1 0 0-15,0 2 0 0,0-2 960 0,2 1 160 0,2-3 32 0,0 0 0 16,4-1 752-16,0-1 144 0,1 2 48 0,1-3 0 16,2 2-1008-16,0-2-208 0,2 2-48 0,0-3 0 15,0 4-272-15,0-1-64 0,-15 5-16 0,25-4 0 16,-25 4-80-16,0 0-16 0,0 0 0 0,0 0 0 15,37 22-64-15,-36-14 0 0,-2 2-16 0,-3 1 0 16,-1-1 16-16,-2 2 0 0,-1 1 0 0,-4-1 0 16,1 1-176-16,-1-1-16 0,2-3-128 0,-2 1 192 15,-1 1 16-15,1-1 0 0,1 0 0 0,2-4 0 16,1 2-80-16,3-6 0 0,4 0-128 0,0-4 192 16,1 1-192-16,2-4 0 0,4-1 0 0,1-1 0 15,3-4-400-15,2-1 16 0,3-3 16 0,1-1 0 16,3-1-1584-16,0-1-320 0</inkml:trace>
  <inkml:trace contextRef="#ctx0" brushRef="#br0" timeOffset="133413.91">11562 7046 8287 0,'-1'-8'368'0,"0"2"80"0,0-1-448 0,-1 5 0 16,1 1 0-16,1-1 0 0,0 0 1808 0,-2-1 288 15,-1-2 48-15,-1-1 16 0,1 2-176 0,-2-2-16 16,1 3-16-16,0 1 0 0,1 2-672 0,0 0-144 15,0 3-32-15,0 3 0 0,1 4-208 0,-1 2-64 16,1 6 0-16,-1 4 0 0,0 6-64 0,2 6 0 16,0 1-16-16,0 1 0 0,1 6-384 0,-1-1-80 15,0 0-16-15,1-4 0 0,0-4 288 0,0-2 48 16,1-5 16-16,0 0 0 0,-1-26-352 0,4 38-64 0,-4-38-16 0,0 0 0 16,14 39-192-16,-14-39 0 0,0 0 0 0,0 0 0 15,0 0-192-15,0 0 192 0,37 11-192 0,-29-16-10576 16,-1-4-2128-16</inkml:trace>
  <inkml:trace contextRef="#ctx0" brushRef="#br0" timeOffset="133773.6">11664 7431 9215 0,'-1'3'816'0,"0"0"-656"0,1-1-160 0,0-2 0 15,0 3 1328-15,1-3 224 0,0 2 48 0,0 3 16 16,-1-5 656-16,0 0 128 0,0 0 32 0,0 0 0 0,0 0-1040 15,42 20-208-15,-42-20-32 0,24-4-16 16,-11-1 48-16,0 1 16 0,0-1 0 0,0-2 0 16,0-2-384-16,-1 0-80 0,-1 1-16 0,-1-2 0 15,0 1-416-15,-1-2-96 0,-2 1-16 0,0-1 0 0,-3 0-192 0,-1 0 0 16,-1 1 128-16,-3-1-128 0,-1 1 0 0,-2 0 0 16,0 3 0-16,-2 0 0 0,-1 2 0 0,-1 0 0 15,0 5 0-15,0 3 0 0,-3 2 0 0,2 2 144 16,-2 4-144-16,1 1 128 0,0 2-128 0,-1 1 0 15,1-1 0-15,2 1 128 0,1 1-128 0,1 1 160 16,-1 4-160-16,1 0 160 0,1-2 224 0,2 1 64 16,1-2 0-16,1-2 0 0,1-16 64 0,0 0 32 15,12 38 0-15,-12-38 0 0,0 0-352 0,0 0-64 16,39 18 0-16,-39-18-128 0,25-1 0 0,-12-3 0 0,1 1 0 16,0-2 0-16,-1-2 0 0,1 0 0 0,3 1 0 0,-2 0-17856 15</inkml:trace>
  <inkml:trace contextRef="#ctx0" brushRef="#br0" timeOffset="134217.74">12351 7352 18431 0,'-2'-3'1632'0,"2"1"-1312"16,0 2-320-16,0 0 0 0,0 0 896 0,0-2 128 15,1 1 0-15,-1-2 16 0,1-1 608 0,1 0 112 16,1 0 32-16,1 1 0 0,0-2-704 0,2 2-144 16,0 1-32-16,2-3 0 0,1 1-272 0,-1 1-48 15,2 2-16-15,-10 1 0 0,0 0-128 0,31-1-16 16,-31 1-16-16,0 0 0 0,0 0 32 0,46 28 0 16,-46-28 0-16,0 0 0 0,31 48-128 0,-31-48-32 0,20 42 0 15,-20-42 0-15,15 40-96 0,-15-40 0 0,16 41-16 0,-16-41 0 16,15 38-176-16,-15-38 0 0,0 0 144 0,25 46-144 15,-25-46 0-15,0 0 0 0,0 0 0 0,32 28 0 16,-32-28 0-16,0 0 0 0,0 0 0 0,27-3-128 31,-21-2-1488-31,0-2-304 0</inkml:trace>
  <inkml:trace contextRef="#ctx0" brushRef="#br0" timeOffset="134464.19">12723 7240 3679 0,'-4'-2'320'0,"1"0"-320"0,0 4 0 0,-1-1 0 0,1 0 1824 0,2 2 288 16,-2 1 64-16,-4 2 16 16,-1 5 368-16,-4 3 80 0,-3 6 16 0,-1 1 0 0,1 2-592 0,0-2-112 15,1 0-32-15,0 0 0 0,1-1-320 0,0-1-64 16,1 0 0-16,0 0-16 0,2-3-576 0,-1 1-112 16,0 0-32-16,1-1 0 0,0 1-576 0,-1-2-224 15,0 3 176-15,0-1-176 0,1-1 0 0,1-3 0 16,2 0 0-16,0-3-160 15,2-3-1472-15,2 0-288 0,-1-4-64 0,1-1-12208 16</inkml:trace>
  <inkml:trace contextRef="#ctx0" brushRef="#br0" timeOffset="134808.65">12362 7196 4367 0,'-1'-4'0'0,"1"0"176"16,0 0-48-16,0 3 16 0,0-1-144 0,0 0 0 0,0 1 0 0,0-1 0 15,0 0 1888-15,0-1 352 0,1-2 64 0,-1 3 0 0,0 0-416 16,0 0-96-16,0-1 0 0,0 3-16 0,0 0-288 0,1 0-48 16,-1 1-16-16,1 1 0 15,0 0-176-15,0 0-32 0,1 0-16 0,2-2 0 0,0 1-176 0,3-1-16 16,1-1-16-16,2-1 0 0,4 0 112 0,3-5 32 16,2 2 0-16,5-2 0 0,1-2-368 0,3 0-64 15,-2-2 0-15,2 2-16 0,3 0-464 0,-2-1-96 16,0 5 0-16,1 0-128 0,-3 1 0 0,1 1 0 15,-28 3 0-15,47 3-17344 16</inkml:trace>
  <inkml:trace contextRef="#ctx0" brushRef="#br0" timeOffset="139571.29">13073 7524 7359 0,'-1'1'656'16,"-1"-1"-528"-16,1 0-128 0,1 2 0 0,0-2 1024 0,0 0 160 16,-1 0 32-16,0 0 16 0,0 2 384 0,-1-2 80 15,2 0 16-15,-1 0 0 0,2 0-240 0,-1 0-64 16,2-2 0-16,0-1 0 0,2-1-288 0,1 0-64 16,-1-2-16-16,3 0 0 0,0-2-416 0,0-2-96 15,3 1-16-15,1-3 0 0,0 1-208 0,1-3-48 16,0 1-16-16,-1 2 0 0,0-1-64 0,0 2-16 15,-1 0 0-15,-2 2 0 0,-1 2-160 0,-1 0 128 16,-1 4-128-16,-2 1 128 0,-1 1-128 0,1 2 0 16,-1 1 0-16,-1 1 0 0,1 2 0 0,-2-6 0 15,0 0 176-15,5 33-176 0,-5-33 432 0,0 0-16 16,10 47 0-16,-10-47 0 0,0 0-192 0,16 45-32 0,-16-45-16 16,0 0 0-16,0 0 80 0,30 33 0 0,-30-33 16 0,0 0 0 15,0 0-112-15,42 5-32 0,-30-10 0 0,1 0 0 16,2-4-128-16,-1-3 192 0,2-1-192 0,-1 1 192 15,1-1-320-15,-2 0-64 0,-1 2-16 0,-1-1-9872 16,0 3-1968-16</inkml:trace>
  <inkml:trace contextRef="#ctx0" brushRef="#br0" timeOffset="140284.38">13885 7207 6447 0,'8'-7'272'0,"-3"2"80"0,0 0-352 0,-1 3 0 15,-3 0 0-15,0 2 0 0,0-2 1584 0,2 1 240 16,0-1 48-16,1 0 16 0,1 1-320 0,-1 1-64 15,0 0-16-15,-3 3 0 0,0 4-464 0,-2 0-80 16,1-7-32-16,-1 22 0 0,-2-4 48 0,-1 1 0 16,-1 3 0-16,-1 0 0 0,-1 3-128 0,0-3-32 15,0 1 0-15,-1-1 0 0,2-1-16 0,-2-2 0 16,2 0 0-16,-1-2 0 0,2-1-400 0,1-3-64 16,0 0-32-16,1-1 0 0,0-3-288 0,1-1 0 15,1 1 0-15,1-5 0 0,0-1 0 0,1-2 0 0,0-1 0 0,0-1 0 16,1-2-320-16,0 1 48 0,-1-2 0 0,2-4 0 31,0 2-1472-31,0-2-304 0,1-3-48 0,1-1-16 16,1-1-720-16,-1-3-160 0,0 0-16 0,0-1-16 15,0-1 1312-15,-1-2 272 0,-2-1 48 0,1-1 16 0,0-2 928 0,-1 3 192 0,1 0 48 0,-1 2 0 16,0 2 544-16,0 2 112 0,0 2 32 0,0 1 0 16,0 2 1424-16,-1 4 272 0,0 0 64 0,0 2 16 15,1-1 112-15,-1 5 0 0,0-2 16 0,0 4 0 16,0-2-912-16,0 3-176 0,0-1-32 0,0 2-16 15,0 0-192-15,0 1-32 0,0 1-16 0,1 1 0 16,-2-7-432-16,0 0-96 0,0 0-16 0,15 36 0 16,-15-36-112-16,0 0-32 0,21 45 0 0,-21-45 0 0,17 38-64 15,-17-38 0-15,19 40-16 0,-19-40 0 0,16 35-16 0,-16-35 0 16,0 0 0-16,25 48 0 0,-25-48-96 0,0 0-128 16,0 0 176-16,27 40-176 0,-27-40 240 0,0 0-64 15,0 0-16-15,0 0 0 0,0 0 208 0,0 0 32 16,0 0 16-16,0 0 0 0,0 0-160 0,33 0-16 15,-31-7-16-15,-1-5 0 0,0 0-32 0,0-2 0 16,2-3 0-16,0-4 0 0,2-2 0 0,0-4 0 16,2-1 0-16,-2-3 0 0,1 5-192 0,0 0 0 15,2-5 128-15,0 5-128 0,0 2 0 0,1 3 0 16,-1 5 0-16,0 2 0 0,0 6 0 0,-2 3 0 16,0 1 0-16,-1 4-160 15,-2 2-352-15,0 1-80 0</inkml:trace>
  <inkml:trace contextRef="#ctx0" brushRef="#br0" timeOffset="140933.6">14610 7141 9215 0,'0'-1'816'0,"1"-1"-656"0,0 1-160 0,-1 0 0 15,0 1 1424-15,-1 0 256 0,1-2 48 0,0-1 16 16,0 0 384-16,-1 1 80 0,1 0 16 0,-3 0 0 16,1 0-640-16,-1 1-128 0,0 1-32 0,0-2 0 15,-3 4-400-15,1-2-96 0,0 1-16 0,-1 1 0 16,1 0-368-16,-1 0-80 0,0 3-16 0,-2 0 0 15,1 2-272-15,-2 2-176 0,-1 2 192 0,0 2-192 16,-1 3 304-16,0 4-48 0,0 1-16 0,0 5 0 16,2 3 304-16,0 1 64 0,2 1 16 0,0 0 0 15,2-3-64-15,1-2-16 0,1 0 0 0,3-26 0 0,1 46-208 0,-1-46-32 16,0 0-16-16,16 47 0 0,-16-47-288 0,0 0 128 16,34 26-128-16,-34-26 0 0,0 0 0 0,46 5 0 15,-27-9 0-15,0-2 0 0,1-1 0 0,-1-1 0 16,2-3 0-16,-2 2 0 15,-2 0-624-15,1 1-176 0,-2-1-32 0,0 4-16144 16</inkml:trace>
  <inkml:trace contextRef="#ctx0" brushRef="#br0" timeOffset="142067.13">14861 7655 2751 0,'-1'1'256'0,"1"0"-256"0,0 2 0 0,0-3 0 16,1 0 1680-16,-1 0 304 0,1 0 48 0,0 1 16 15,1-1 384-15,1 0 96 0,1 0 16 0,1-1 0 16,-2 1 80-16,2-4 0 0,0 1 16 0,0 0 0 15,0-1-816-15,0-1-160 0,1-1-48 0,0 0 0 16,1-1-816-16,0-3-160 0,1 1-48 0,0 0 0 16,0-1-400-16,3-2-192 0,-1-2 160 0,1-3-160 15,1-2 0-15,0 0 0 0,0-1 0 0,-1 0 0 16,1-1 0-16,-1-3 0 0,-1 0 0 0,-2 0-160 16,0 1-112-16,-1 2-32 0,-1 1 0 0,-2 5 0 0,0 2 128 0,-1 4 32 15,-2 4 0-15,0 1 0 0,0 3 144 0,0-1 0 16,-1 4 0-16,-2-1 0 0,1 1 0 0,0 2 128 15,-2-1-128-15,1 2 176 0,0-1 16 0,-2 9 192 16,1-6-192-16,1 1-192 0,0 0 0 16,0-2 0-16,1 3 128 0,0-1-128 0,1-8 0 15,0 0 0-15,-1 31 0 0,1-31 0 0,0 0 0 16,1 36 0-16,-1-36 0 0,0 27 0 0,0-27 0 16,1 30 0-16,-1-30 0 0,2 29 0 0,-2-29 0 15,0 0 0-15,0 0 0 0,10 37 0 0,-10-37 0 16,0 0 0-16,0 0 0 0,0 0 0 0,0 0 0 15,34 2 0-15,-28-7 0 0,1 1 0 0,0-3 0 16,1 0 0-16,0-1 0 0,-1-1 0 0,2 0 0 0,-1-2-144 0,1 0 144 31,0 0-736-31,-2 1-96 0,1-2 0 0,-2 0-16 16,-1 0-16-16,-1 1 0 0,0-1 0 0,-1 0 0 0,-1 0 656 0,-2 0 208 0,0 0 0 0,0 0-160 16,1 0 160-16,-2 1 0 0,1 2 0 0,0 1 128 15,-1 3 304-15,1 1 64 0,-1 1 16 0,0 2 0 16,0 1 96-16,1 0 32 0,-1 1 0 0,0 2 0 15,0 1-304-15,0 3-48 0,0 3-16 0,-1 0 0 16,2-10 16-16,-2 32 0 0,2-12 0 0,0-20 0 16,0 35-64-16,0-35-16 0,0 35 0 0,0-35 0 15,3 34-208-15,-3-34 176 0,0 0-176 0,0 0 160 16,19 40-160-16,-19-40 0 0,0 0 0 0,0 0 0 0,0 0 0 16,37 5 0-16,-29-8 0 0,1-1 0 0,-1-1-208 0,1 0 16 15,0 1 16-15,1-1 0 16,-2 0-2016-16,0 1-416 0,0 3-80 0,-1-1-10752 15</inkml:trace>
  <inkml:trace contextRef="#ctx0" brushRef="#br0" timeOffset="142349.01">15578 7425 1839 0,'3'-2'160'0,"-1"1"-160"0,0-1 0 0,-1 2 0 16,0 0 2112-16,1 0 384 0,1-1 64 0,2 0 32 16,2-1 1104-16,-1 2 208 0,1 0 64 0,-2 3 0 15,-5-3-1216-15,0 0-256 0,0 0-32 0,0 0-16 16,9 42-1360-16,-9-42-256 0,-5 28-64 0,2-14-16 15,-1-2-352-15,-1 2-64 0,0-1-16 0,1-1 0 16,-2-1-320-16,1-2 0 0,-2 1 0 0,1-1-16864 16</inkml:trace>
  <inkml:trace contextRef="#ctx0" brushRef="#br0" timeOffset="145290.19">16092 7105 5519 0,'1'-2'496'0,"-1"1"-496"16,0 1 0-16,0-2 0 0,0 2 1008 0,0 0 96 15,0 0 32-15,0-2 0 0,1 0 256 0,0-1 48 16,0 0 16-16,0 1 0 0,1 0-176 0,-1 2-48 15,1-2 0-15,0 0 0 0,-1 1 112 0,1-1 32 16,1 2 0-16,0-3 0 0,0 3-192 0,0-2-32 16,0 0-16-16,1 2 0 0,-1-2-176 0,0 1-16 15,1 0-16-15,0 1 0 0,0-1-192 0,0 1-32 16,1 0-16-16,-1 1 0 0,1 0-208 0,-1 0-32 0,-1 1-16 0,1 0 0 16,0 3-96-16,-4-5-16 0,0 0 0 0,0 0 0 15,0 0-128-15,0 0-48 0,18 43 0 0,-18-43 0 16,0 0-144-16,5 35 160 0,-5-35-160 0,0 0 160 15,4 38-160-15,-4-38 160 0,0 0-160 0,0 0 160 16,3 41-160-16,-3-41 0 0,0 0 144 0,0 0-144 16,-3 30 0-16,1-23 0 0,-1-2 0 0,1 0 128 15,-1 0-128-15,1-1 0 0,-2 1 128 0,0-2-128 16,2 1 0-16,-3-2 0 0,1 1 0 0,0-1 128 16,1 1-128-16,-1-3 0 0,0 2 0 0,1-2 0 15,-1-2 0-15,-1-1 0 0,2 1 0 0,-1-3 0 16,0 1 0-16,0-2 0 0,1 0 0 0,-2-1 0 15,2 2 0-15,-1-3 0 0,-1-1 0 0,-1-2 0 16,0 2 0-16,-1-2 0 0,2 0 0 0,-2 1 0 0,1 1 0 0,0-1 0 16,1-2 0-16,-1 3 0 0,2 2 0 0,0-3 0 15,0 5 0-15,1-3 0 0,1 2 0 0,0 0 0 16,0 1 0-16,2-1 0 0,0 2 0 0,0-3 0 16,1 2 0-16,1 0 0 0,0-2 0 0,-1 2 0 15,2 0 0-15,0-2 0 0,1 0 0 0,-1 1 0 16,2 0 0-16,1-1 0 0,0 2 0 0,1-1 0 15,-1 0 0-15,1 2-128 0,0 0 128 0,1 1 0 16,3-2 0-16,1 1 0 0,0 1 0 0,2 0 0 16,3 0 0-16,1 0 0 0,2 0 0 0,2 1 0 15,0-3 0-15,-2 3 0 0,0-1 0 0,-3-2 0 16,0 2 0-16,-2-2 0 0,-1-1 0 0,-1 2 0 16,0 1 0-16,-2-2 0 0,-2 3 0 0,-1 2 0 15,0-1 0-15,-3 0 0 0,0 2 0 0,-1 0-128 0,-2-1 128 0,-1 2-17008 16</inkml:trace>
  <inkml:trace contextRef="#ctx0" brushRef="#br0" timeOffset="145787.75">15825 7458 5519 0,'-4'0'240'0,"0"0"64"0,1 0-304 0,1-1 0 16,1 1 0-16,1 0 0 0,-1 0 864 0,-1 0 112 16,-1 0 32-16,0 0 0 0,-1 1 256 0,1-1 48 15,0 0 16-15,1 0 0 0,1 0-96 0,1 0-16 16,0-1 0-16,2 1 0 0,0 0 0 0,2-1-16 16,1 1 0-16,2-2 0 0,2 2 272 0,1-3 48 0,2 3 16 0,2-2 0 15,5-1-128-15,1-1-32 0,2 1 0 0,2-2 0 16,2-1-224-16,0 0-32 0,3 0-16 0,0 1 0 15,1-1-464-15,3 0-112 0,3 1-16 0,0 1 0 16,1 1-256-16,-1-1-48 0,-2 1-16 0,-3 1 0 16,0-1-192-16,-1-2 128 0,-2 1-128 0,-1-3 0 15,-1 3 0-15,-1-2 0 0,-1 2 0 0,-4 0 0 16,-1 0 0-16,-4 0 0 0,-1 1 0 0,-3-1 0 16,-1 2 0-16,-5 1 0 0,1-1 0 0,-5 4 0 15,-2-2-272-15,-3 1-112 0,-2 3 0 0,-1-2-11152 16,-1 3-2224-16</inkml:trace>
  <inkml:trace contextRef="#ctx0" brushRef="#br0" timeOffset="146162.97">15987 7560 4607 0,'-4'-2'192'0,"1"2"64"0,1 0-256 0,1-2 0 16,1 2 0-16,0 0 0 0,0 0 1232 0,0 0 208 16,0 0 32-16,0 0 16 0,1 0 816 0,2 0 144 0,2 0 48 0,1-2 0 15,3 1-32-15,0-2 0 0,2 1 0 0,2 0 0 16,2-3-608-16,2 1-128 0,0 0-32 0,2-2 0 15,-1 3-528-15,1-1-96 0,2-1-32 0,1 0 0 16,2 3-624-16,-2-3-128 0,0 1-32 0,-1 1 0 16,-3 1-128-16,-2-2-128 0,-3 3 144 0,0-2-144 15,-1 0 0-15,-2 0 0 0,-1 1 0 0,0 1 0 16,-4-1 0-16,0 2 0 0,-1 0 0 0,-3 0 0 16,-1 0-176-16,0 2-16 0,-2-2-16 0,-1 3 0 31,-2-1-1648-31,-1 0-320 0,-3 3-64 0,0-2-12400 0</inkml:trace>
  <inkml:trace contextRef="#ctx0" brushRef="#br0" timeOffset="146584.4">16079 7548 3679 0,'-3'-2'160'0,"1"0"32"0,0 0-192 0,1 1 0 16,1 1 0-16,0 0 0 0,0 0 1200 0,0-2 192 15,1 2 32-15,-1 0 16 0,1-2 432 0,-1 1 96 16,1 1 16-16,0 0 0 0,-1 1-640 0,1 1-112 15,-1 0-16-15,0 3-16 0,0 0-240 0,0 2-64 16,0 2 0-16,0-9 0 0,0 0-320 0,-1 33-64 16,1-33 0-16,-2 34-16 0,2-34-272 0,-3 38-48 15,3-38-16-15,-4 33 0 0,1-17-16 0,0-1 0 16,1-3 0-16,-1-1 0 0,2-1-144 0,-2-1 0 16,1-1 0-16,0-4 128 0,-1 1 16 0,0-2 0 15,1-1 0-15,-1 0 0 0,0-2 560 0,0-2 96 16,1 2 32-16,-2-3 0 0,1 1-512 0,0-3-80 15,0 1-32-15,-1-4 0 0,1 1-208 0,-1-1 176 0,2-1-176 0,-2 0 160 16,0 2 224-16,1-5 32 0,0 2 16 0,-2-1 0 16,0-1-144-16,0 1-32 0,-1-1 0 0,1 2 0 15,0 0-256-15,0 4 0 0,2 3 128 0,-1 0-128 16,1 3 0-16,0 3 0 0,0 0 0 0,-2 2 0 16,0 1 0-16,1 1 0 0,-2 5 0 0,0-2-144 15,1 1 144-15,1 1 0 0,-1 0 0 0,0-2 0 16,2 1 0-16,-1-1 0 0,1-1 0 0,1-4 0 15,2 2 0-15,0-1 0 0,1-3 0 0,0 0 0 16,1 0-160-16,1-3 160 0,-1 0-192 0,2 0-14576 16</inkml:trace>
  <inkml:trace contextRef="#ctx0" brushRef="#br0" timeOffset="151766.19">16256 7636 4607 0,'-2'0'400'0,"0"0"-400"16,1 0 0-16,1-1 0 0,0 0 816 0,0 1 80 15,0-3 0-15,-1 1 16 0,0-3 1008 0,1 1 208 0,1-4 48 0,1 2 0 16,0 0-288-16,0 0-48 0,0 1-16 0,1 0 0 15,-1 1 32-15,-1 1 0 0,1 1 0 0,-2 1 0 16,0 4-304-16,-1-1-48 0,-1 5-16 0,-2 3 0 16,4-10-608-16,-10 27-128 0,4-7-32 0,-3 2 0 15,2 3-448-15,-2 1-80 0,0 0-32 0,0 1 0 16,2-4-160-16,-2 0 160 0,5-3-160 0,4-20 160 16,-6 29-160-16,6-29 192 0,0 0-192 0,0 0 192 15,0 0-192-15,0 0 0 0,0 0 0 0,0 0 0 16,0 0 0-16,35-2 0 0,-26-10 0 0,-1-2 0 15,0 1-224-15,1-3 32 0,-1 1 0 0,0 0 0 16,1 0-304-16,-3 1-48 0,1-1-16 0,-3 1 0 16,0 0 288-16,-1-1 48 0,0-1 16 0,-1 3 0 15,0 1 208-15,0 1 0 0,0 4 0 0,1 0 0 0,-1 5 0 0,-1 0 160 16,0 0-160-16,1 4 128 0,-2-2 256 0,0 0 32 16,0 0 16-16,0 0 0 0,0 0 64 15,0 0 16-15,24 35 0 0,-24-35 0 0,0 0-320 0,0 0-48 16,23 35-16-16,-23-35 0 0,0 0 0 0,0 0 0 15,24 39 0-15,-24-39 0 0,0 0 64 0,0 0 16 16,12 40 0-16,-12-40 0 0,0 0-208 0,-2 31 0 16,2-31 128-16,0 0-128 0,-7 26 0 0,3-21 0 15,-1 2 0-15,1-1-11840 16,0-2-2400-16</inkml:trace>
  <inkml:trace contextRef="#ctx0" brushRef="#br0" timeOffset="152632.72">16927 7046 7359 0,'0'-7'656'0,"1"3"-528"16,0 1-128-16,-1 0 0 0,1 1 640 0,0-1 112 15,0-1 16-15,1-4 0 0,1-1 1008 0,1 0 208 16,0 1 32-16,0 4 16 0,1-1-80 0,0 7-16 16,-1 1 0-16,-4-3 0 0,0 0-368 0,0 0-80 15,30 47-16-15,-30-47 0 0,23 43-576 0,-23-43-128 16,30 45-32-16,-30-45 0 0,32 46-80 0,-32-46-16 15,34 51 0-15,-34-51 0 0,34 52-96 0,-34-52-32 0,28 52 0 16,-28-52 0-16,17 48-336 0,-17-48-176 0,10 43 160 0,-10-43-160 16,2 42 160-16,-2-42-160 0,-11 48 160 0,0-20-160 15,-5 1 256-15,-3 1-32 0,-4 1-16 0,-4 1 0 16,-5 3-208-16,-3-3 0 0,-4 0 0 0,-2-3 0 16,-1-2-192-16</inkml:trace>
  <inkml:trace contextRef="#ctx0" brushRef="#br1" timeOffset="158712.64">16015 8039 1839 0,'-8'3'160'0,"3"-1"-160"0,0-1 0 0,1 0 0 15,2 1 656-15,1-1 112 0,-2 1 0 0,-1 0 16 16,-2 1 464-16,-3 1 96 0,0 1 0 0,2 0 16 16,2-3 80-16,0 0 16 0,2-2 0 0,2 0 0 15,0 0-16-15,1 0 0 0,1 0 0 0,0-2 0 0,3 0-288 0,2 0-64 16,0 0-16-16,2-1 0 15,1 0-368-15,2 1-80 0,3-2-16 0,0 1 0 0,3-2 80 0,1 1 16 16,3 1 0-16,-1-1 0 0,1 1 960 0,1 3 208 16,0-4 48-16,0 3 0 15,1-3-1920-15,0 1-448 0,2 2-48 0,-1-2-16 0,-2 1 688 0,-2-1 128 16,0 2 16-16,-3-1 16 0,2 0-160 0,-4 0-48 16,-1 0 0-16,-1 1 0 0,-1-1-128 0,-2 0 0 15,-1 1 144-15,-1-1-144 0,-1 0 0 0,0 2 0 16,-3-2 0-16,-1 1 0 0,-1 1 0 0,-1 0 0 15,0 0-160-15,-2 0 160 0,1 0-128 0,-1 0 128 0,-1 0 0 16,-1 1 0 0,0 1-2816-16,-3 0-448 0,0 0-80 0,-1 1-8848 0</inkml:trace>
  <inkml:trace contextRef="#ctx0" brushRef="#br1" timeOffset="159111.68">16233 8083 3679 0,'-12'3'160'0,"5"0"32"0,0 0-192 0,2-1 0 0,2 0 0 0,1-2 0 15,-1 2 1248-15,-1-1 208 0,-4 3 32 0,-2 1 16 16,1-1 256-16,0 1 48 0,1-1 16 0,2-1 0 16,1 0-512-16,1-3-96 0,2 2-32 0,-1-2 0 15,1 1-336-15,1-1-64 0,1 0-16 0,-1 0 0 16,1 0 144-16,0-1 32 0,0 1 0 0,0 0 0 16,1 0-64-16,-1-2-16 0,1 2 0 0,-1 0 0 0,1 0-416 0,-1 0-64 15,0 0-32-15,0 0 0 0,1 2-208 0,-1-2-144 16,-1 1 192-16,0 1-192 0,0-2 1120 0,0 2 112 15,-1-1 32-15,0 0 0 16,2 1-1456-16,-2 1-272 0,0-2-64 0,2 1-16 0,-1 0 832 0,1-2 160 16,0 0 48-16,1 0 0 0,2 0-176 0,-1 0-48 15,4-2 0-15,0-1 0 0,3-2 192 0,0 3 48 16,4-3 0-16,1 1 0 0,1 0-112 0,1 0-16 16,2 0 0-16,2 0 0 0,0 1-176 0,1-2-32 15,1 0-16-15,-3 3 0 0,1-1-160 0,-2-2 192 16,2 3-192-16,-3 0 192 0,1 0-192 0,-1-1 0 15,1 3 0-15,-2-3 0 0,-2 3 0 0,0-2 0 16,0 2 0-16,0-2 0 16,1 2-640-16,0 0-64 0,0-2-16 0,-1 2 0 15,0-2-2480-15,-1 1-480 0</inkml:trace>
  <inkml:trace contextRef="#ctx0" brushRef="#br1" timeOffset="159537.4">16626 8115 3039 0,'-4'0'0'16,"1"0"128"-16,1 0-128 0,1 0 176 0,1 2-176 0,0-2 0 0,-1 0 0 0,0 0 0 15,0 0 1600-15,-1 0 304 0,1 1 48 0,0 1 16 16,-1-2-576-16,1 0-112 0,0 1-32 0,0-1 0 16,0 1-32-16,1-1-16 0,-2 2 0 0,0-2 0 0,0 1 48 0,0 1 16 15,0 0 0-15,0 1 0 0,0-1-288 16,-1 0-48-16,1 0-16 0,-1 1 0 0,1 0-16 0,0 0-16 15,1 0 0-15,0 0 0 0,0 2-112 0,0-3-32 16,0 3 0-16,1-2 0 0,0 2-336 0,0-2-64 16,1 2-16-16,0-1 0 0,0-1-112 0,1 2-16 15,-1-2-16-15,1 1 0 0,2-2 48 0,-1 1 16 16,1-2 0-16,1 1 0 0,2-2 16 0,1 0 0 16,1 0 0-16,4-3 0 0,2 0 64 0,4-1 32 15,2-3 0-15,2 1 0 0,4-2 32 0,3 1 0 16,3-3 0-16,4 1 0 0,-1 2-80 0,4-2-16 15,5 1 0-15,2 1 0 0,2-1-112 0,1-1-32 16,0-2 0-16,0 1 0 0,-1-1-144 0,2-2 0 16,3 1 0-16,1 1 128 0,0 1-128 0,0-2 0 15,-2 1 0-15,-5 1 0 0,-2 0 0 0,-1-2 0 0,4 3 0 0,-6-1 0 16,-3 1 0-16,-4 2 0 0,-3 0 0 0,-5 0 0 16,-2 3-144-16,-4-2 144 0,-6 2-192 0,-1 2 192 31,-4 1-1616-31,-2-1-224 0,-3 2-32 0,-2 2-14032 0</inkml:trace>
  <inkml:trace contextRef="#ctx0" brushRef="#br1" timeOffset="160085.04">18479 7687 4607 0,'0'-1'400'0,"0"-1"-400"0,0 0 0 0,0 1 0 16,0 1 432-16,0 0 0 0,1 0 0 0,0 0 0 15,-1 0 592-15,2 0 112 0,1 1 16 0,0-1 16 16,1 2 112-16,0 0 32 0,3-2 0 0,0 0 0 15,2 0 304-15,2 0 64 0,3-2 16 0,3-3 0 16,2 2 32-16,2-3 0 0,5 0 0 0,3-3 0 16,3 0-256-16,4-2-32 0,0 0-16 0,3-1 0 15,1 0-448-15,3 0-80 0,0 1-32 0,-2 1 0 16,-2-1-288-16,2 1-48 0,2 0-16 0,-4 1 0 16,-1 2-160-16,-3 0-32 0,-2 2-16 0,-3 1 0 0,-1 1-304 0,-3 0 160 15,-4 1-160-15,-2 2 128 0,-4-1-128 16,-2 1 0-16,-2 0 0 0,-12 0 0 0,0 0 0 0,0 0 0 15,0 0 0-15,0 0 0 16,0 0-592-16,0 0 0 0,0 0 0 0,0 0 0 16,0 0-1680-16,-15 34-336 0</inkml:trace>
  <inkml:trace contextRef="#ctx0" brushRef="#br1" timeOffset="160633.34">18617 7691 1839 0,'-4'2'160'0,"1"-2"-160"0,2 0 0 0,-1 0 0 16,1 2 1216-16,0-2 192 0,-3 3 64 0,-1-2 0 16,-2 2 320-16,0 0 64 0,0 2 0 15,1-3 16-15,1 2-256 0,1-1-48 0,1-1-16 0,1 2 0 16,-1-1-112-16,1 0-32 0,1 2 0 0,1-1 0 15,0-4-80-15,0 0-32 0,0 0 0 0,0 0 0 16,3 49-304-16,-3-49-64 0,0 0-16 0,5 44 0 16,-5-44-304-16,0 0-64 0,2 54-16 0,-2-54 0 15,-1 42-128-15,1-42-16 0,-6 53-16 0,6-53 0 16,-9 60-48-16,1-28 0 0,1 0 0 0,-2-2 0 16,0 1-128-16,0 0-16 0,2-2-16 0,-2 1 0 15,2 0-160-15,-2 0 0 0,2 3 0 0,-1-2 0 16,0 2 0-16,1-5 0 0,7-28 0 0,-13 52 0 15,13-52 0-15,-11 41 0 0,11-41 0 0,-10 37 0 0,10-37 0 0,-7 30 0 16,7-30 0-16,0 0 0 0,-10 32 0 0,10-32 0 16,0 0 0-16,0 0 0 0,0 0 128 0,0 0 32 15,-7 10 16-15,8-15 0 0,0-4 208 0,2-1 64 16,0-3 0-16,0-2 0 0,1-2-256 0,0-1-32 16,1-2-16-16,-2-1 0 0,1-1-144 0,-2-2 0 15,-1-1 0-15,-2 1 0 0,-2-2 0 0,-2-1 0 16,0 4 0-16,-3 2 0 0,-1 1 0 0,0 3 0 15,0 4 0-15,-1 3 0 0,-1 3 0 0,0 5 0 16,1 2-144-16,-1 2 144 0,0 5 0 0,-1 1-192 16,0 1 192-16,2 3-160 0,0 0 160 0,0 2 0 15,1 1-144-15,-1 1 144 0,1 0 0 0,9-16 0 16,-14 34 0-16,14-34 0 0,-8 26 0 0,8-26-144 0,0 0 144 0,0 0-11712 16,0 0-2288-16</inkml:trace>
  <inkml:trace contextRef="#ctx0" brushRef="#br1" timeOffset="164807.7">18958 8027 8287 0,'0'-2'736'0,"0"2"-592"15,1 0-144-15,-1 0 0 0,1 0 1344 0,-1 0 256 16,1 0 32-16,0 0 16 0,0 0 144 0,0 2 48 16,0 1 0-16,0-1 0 0,0 2-496 0,-1 0-112 15,0 1-16-15,0-1 0 0,1 0-512 0,0 0-96 16,0-1-32-16,1 0 0 0,1-1-576 0,0-1 0 15,-1-1 0-15,2 0-8000 16,0-1-1664-16</inkml:trace>
  <inkml:trace contextRef="#ctx0" brushRef="#br1" timeOffset="165901.34">18841 7900 2751 0,'1'-1'256'0,"0"1"-256"16,0-2 0-16,0 2 0 0,0 0 448 0,0-2 32 15,1 1 16-15,1-2 0 0,2-1 1008 0,1-1 208 16,0-1 32-16,1-1 16 0,-2 2-224 0,0 0-32 15,-1 0-16-15,-2 3 0 0,1-3-288 0,-2 2-64 16,0 1-16-16,-1 1 0 0,-1 0-48 0,0 1-16 16,-2 0 0-16,1 1 0 0,-2 0-112 0,-1 2-32 15,1 2 0-15,-4-1 0 0,3 1-352 0,-1 2-80 16,0 0-16-16,-1 2 0 0,1 0-64 0,-3 2-16 0,1 3 0 0,0-2 0 16,1 2-16-16,0-2-16 0,0 2 0 0,0 0 0 15,0 0 160-15,1 1 16 0,6-15 16 0,-14 33 0 16,6-19 80-16,8-14 16 0,-14 31 0 0,8-16 0 15,6-15-160-15,-9 26-32 0,9-26 0 0,0 0 0 16,0 0-224-16,-1 37-48 0,1-37-16 0,0 0 0 16,0 0-160-16,0 0 128 0,30 14-128 0,-18-18 128 15,0 1 80-15,1-3 16 0,2-2 0 0,2-1 0 16,1 0-96-16,-1 1-128 0,1-2 176 0,-1-2-176 16,2 1 0-16,-1-4 0 0,-2 3 0 0,-2-2 0 15,0 0 0-15,-3 0 0 0,-1 2 0 0,-3 0 0 16,-1 3 0-16,-4-1 0 0,0 1 0 0,-1-1 0 15,-2 1 0-15,-1 2 0 0,-1-3 0 0,-2 3 0 0,-1-1 0 0,0 0 0 16,-1 3 0-16,-2 0 0 0,1 0 0 0,-1 3 0 16,1-2 0-16,2 3 0 0,-1 1-160 0,1 0 160 15,-1 0-160-15,1 3 160 0,1-1-192 0,0 0 48 16,0 3 16-16,-2 0 0 16,2 2-304-16,-1-1-48 0,3 0-16 0,-1 1 0 15,1-3-1424-15,2 2-272 0</inkml:trace>
  <inkml:trace contextRef="#ctx0" brushRef="#br1" timeOffset="166234.14">19084 8075 10127 0,'0'-3'448'0,"0"1"96"15,0 0-544-15,0 0 0 0,1 1 0 0,-1 1 0 16,0 0 1584-16,1-2 208 0,0 2 32 0,0-3 16 15,2 3 784-15,-2-2 176 0,1 4 16 0,-1-2 16 0,-1 3-960 0,1 0-192 16,0 2-32-16,-1-2-16 0,0 3-992 0,0-3-208 16,1 0-48-16,0 0 0 0,1-1-384 0,0 1 0 15,1-3 0-15,0 0-10128 16,2-2-2000-16</inkml:trace>
  <inkml:trace contextRef="#ctx0" brushRef="#br1" timeOffset="166668.47">19234 7918 7359 0,'1'-2'656'0,"1"-2"-528"0,-1 1-128 16,0 2 0-16,-1 1 1264 0,1-1 208 0,0 0 64 0,1-3 0 15,0 1 752-15,0-2 144 0,-1 3 48 0,-1 2 0 16,-1 0-912-16,-1 3-176 0,-1 2-48 0,-1 1 0 15,1 4-464-15,-3 0-112 0,0 4 0 0,1-2-16 16,5-12-224-16,-11 30-32 0,11-30-16 0,-10 34 0 16,10-34-48-16,-10 35-16 0,10-35 0 0,0 0 0 15,-6 40-144-15,6-40-16 0,0 0-16 0,0 0 0 16,0 0-64-16,0 0-16 0,0 0 0 0,0 0 0 16,0 0 112-16,29 33 32 0,-22-36 0 0,-1 0 0 15,2 0-48-15,-1-2-16 0,1 1 0 0,-1-1 0 16,1-2-240-16,-1-1 176 0,-1 2-176 0,1-3 160 15,-2 1-160-15,0-2 0 0,1 1 0 0,-4-1 0 16,0 1 0-16,0-2 0 0,-1 1 0 0,-1-2 0 0,-1 1 0 16,-1 0 0-16,0 2 0 0,-2-1 0 0,1 3 0 0,-1 0 0 15,0 0 0-15,0 3 0 0,0 1 0 0,1 1 0 16,-2 2 0-16,1 2 0 0,0-2-224 0,-1 2 80 16,1 1 16-16,0-1 0 15,0 0-336-15,1 1-64 0,0 0-16 0,1 1 0 16,0-2-496-16,0 0-112 0,0 1 0 0,1-1-12672 15</inkml:trace>
  <inkml:trace contextRef="#ctx0" brushRef="#br1" timeOffset="167369.42">19491 7861 8287 0,'3'-5'736'0,"-2"1"-592"16,1 2-144-16,-1-1 0 0,0 3 672 0,-1-2 96 15,0 2 32-15,0 0 0 0,0-1 1600 0,1 1 320 16,-2 0 64-16,0 3 16 0,-3 0-848 0,1 3-160 16,-2 2-48-16,-1-1 0 0,6-7-752 0,-12 20-160 0,12-20-16 0,-14 23-16 15,14-23-416-15,-12 23-96 0,12-23-16 0,0 0 0 16,-11 29 16-16,11-29 0 0,0 0 0 0,0 0 0 15,0 0-80-15,0 0-16 0,0 0 0 0,0 0 0 16,0 0 160-16,27 30 32 0,-18-30 0 0,2-2 0 16,-3 2 0-16,2 2 0 0,1-2 0 0,-1 3 0 15,1-1-144-15,-2 1-32 0,-9-3 0 0,0 0 0 16,0 0 48-16,32 19 0 0,-32-19 0 0,0 0 0 16,0 0-80-16,0 0-16 0,0 0 0 0,23 42 0 15,-23-42-160-15,0 0 192 0,0 0-192 0,0 0 192 16,-10 33-64-16,6-28-128 0,-2 0 192 0,1-1-64 15,-2 1-128-15,1-1 192 0,-2 0-192 0,0 1 192 16,-1-1-192-16,-1 0 0 0,0-1 0 0,-1 0 0 16,-1 1 0-16,1-2-144 0,-1 1 144 0,1-1-208 15,0-2-880-15,2 0-160 0,1-2-32 0,1-1-9456 16,3 1-1872-16</inkml:trace>
  <inkml:trace contextRef="#ctx0" brushRef="#br1" timeOffset="167571.65">19483 7892 10127 0,'-3'-1'448'0,"1"0"96"0,2 1-544 0,-1 0 0 16,1 0 0-16,0 0 0 0,1 0 2480 0,-1 0 384 15,1 0 80-15,1 0 0 0,3 0-256 0,0-2-64 16,2 1-16-16,0-3 0 0,4 1-1152 0,1-1-240 16,1-1-32-16,1 0-16 0,0 1-528 0,1 1-128 15,0 0 0-15,-2 1-16 0,0 2-368 0,-2-1-128 16,-1 2 0-16,-1-1 144 0,-2 2-288 0,-1-1-64 0,-2 1-16 0,0 0 0 31,-1 1-1616-31,-1-1-320 0,-1 1-64 0,-2 1-11328 0</inkml:trace>
  <inkml:trace contextRef="#ctx0" brushRef="#br1" timeOffset="168085.87">18630 8357 5519 0,'-4'0'240'0,"1"0"64"0,2 0-304 0,-1 0 0 15,1 0 0-15,0 0 0 0,0-2 1104 0,0 1 176 16,-1 1 16-16,-2-2 16 0,2 1 416 0,-1 0 96 16,0 1 16-16,1-2 0 0,1 2-256 0,0-1-48 15,0 1-16-15,1 0 0 0,0 0-304 0,1 0-48 0,0 0-16 0,1 0 0 16,1 0-320-16,1-2-64 0,1 2 0 0,2-3-16 15,1 1-48-15,2 1-16 0,3 0 0 0,2-4 0 16,1 2 16-16,3-1 0 0,7-1 0 16,3-2 0-16,3 3 64 0,4-2 0 0,2 3 16 0,2 0 0 15,-1 0-224-15,3 1-48 0,3-1-16 0,-2 1 0 16,-2 0-112-16,3-1 0 0,4 1-16 0,2-1 0 16,0 0-176-16,-1 0-16 0,0-2-16 0,-4 1 0 15,-1-1-160-15,-2 0 0 0,0 2 144 0,-2-1-144 16,-2 1 0-16,-5 0 0 0,-2 1 0 0,-4 1 0 15,-3 0 0-15,-5-1 0 0,-2 2 0 0,-5 2 0 16,-12-2-144-16,0 0 0 0,0 0 0 0,0 0-17840 16</inkml:trace>
  <inkml:trace contextRef="#ctx0" brushRef="#br1" timeOffset="168559.92">18934 8540 6447 0,'-2'-2'576'0,"1"1"-576"16,0 1 0-16,1 0 0 0,0 0 1152 0,-1-2 112 15,0 1 16-15,-1-1 16 0,-1 0 816 0,0 0 144 0,0-1 48 0,1 1 0 16,1 2-1008-16,-1-2-192 0,1 2-32 0,0 0-16 15,1 2-480-15,1-2-112 0,1 0-16 0,1 2 0 16,1-1 160-16,2 1 32 0,1-2 0 0,1 0 0 16,3 0 224-16,0-2 48 0,1 1 16 0,1-1 0 15,1-1-128-15,1 0-32 0,-1 0 0 0,-1 2 0 16,-1-1-320-16,0 2-80 0,-3 0-16 0,-2 2 0 16,1-1-352-16,-5 1 0 0,1 0 0 0,-3 3 0 15,-1-2 0-15,-3 3 0 0,-1 0 0 0,-3 0 0 16,-2 4-416-16,-1-4-48 0,-1 3-16 0,-2-1 0 15,1-1-544 1,-2 3-128-16,-2-1 0 0,-3 1-16 0,1-1 272 0,-2 1 64 0,3-3 16 0,2 0 0 16,2 1 144-16,0-2 32 0,3 2 0 0,-1-1 0 15,4 0 448-15,1 0 192 0,4-2-176 0,0-1 176 16,4-1 368-16,0-1 160 0,4 0 48 0,1-1 0 16,4-2 592-16,1 1 128 0,2-2 32 0,1-3 0 0,1 3-592 0,2-3-112 15,0 0-32-15,1 1 0 0,-2-1-320 0,2 0-64 16,-1 1-16-16,0-2 0 0,-3 3-192 0,-1 0 0 15,0-2 0-15,-2 2-9648 16,-2 1-1936-16</inkml:trace>
  <inkml:trace contextRef="#ctx0" brushRef="#br1" timeOffset="169283.11">19292 8539 4607 0,'-1'-1'400'0,"0"0"-400"15,-1 1 0-15,0 1 0 0,2 0 1280 0,-2 0 192 0,0 1 16 0,-1 0 16 16,-2 3 1056-16,-1 2 192 0,-1 1 64 0,-3 3 0 16,2-1-960-16,0 1-192 0,-1 1-48 0,3 0 0 15,0 0-448-15,2-2-80 0,4-10-32 0,0 0 0 16,0 0-160-16,-5 35-16 0,5-35-16 0,0 0 0 16,0 0-448-16,0 0-96 0,30 12 0 0,-19-15-16 15,1 1-16-15,1-3 0 0,2 0 0 0,-2-1 0 16,1 0-160-16,-1 0-128 0,1-2 144 0,-2 1-144 15,0 0 0-15,0 1 0 0,-3 0 0 0,-1-1 0 16,-1 0-368-16,-3 2 48 0,0 0 0 0,-2 1 0 16,-1-3-96-16,-1 2-16 0,-2-2 0 0,-2 1 0 15,0-2 32-15,-2 1 0 0,-1-3 0 0,-2 3 0 16,0-2 48-16,-1 1 16 0,0 1 0 0,-2 2 0 0,1 1 336 0,0 2-176 16,0 2 176-16,0 2-128 0,3 0 128 0,-1 1 0 15,4 2 0-15,-1-1 0 0,2 3 128 0,1-1 48 16,0 0 16-16,1 1 0 0,2-7 304 0,0 0 64 15,0 0 16-15,0 0 0 0,0 0-224 0,0 0-32 16,20 43-16-16,-10-40 0 0,0-1 64 0,1-2 16 16,2 0 0-16,0-2 0 0,2-1-64 0,0-2 0 15,1 1 0-15,1-2 0 0,0-2-320 0,0 1 144 16,0-1-144-16,0 1 0 0,-1-1 144 0,-1 2-144 16,-1-1 0-16,-2 2 144 0,-1 0-144 0,-1 2 0 15,-1-1 144-15,-1 2-144 0,-1 0 0 0,-2 1 0 16,-1 1 0-16,-2 1 0 0,0 1 0 0,-2 0 128 15,-2-1-128-15,-1 2 0 0,0 2 192 0,-1-1-48 16,-1 2 0-16,0 1 0 0,0-2 48 0,0 2 0 0,1 0 0 16,-1 1 0-16,1 1-192 0,4-9 0 0,0 0 0 0,0 0 128 15,-6 32-128-15,6-32 0 0,0 0 0 0,0 0 0 16,0 0 0-16,0 0 0 0,16 39 0 0,-16-39 0 16,0 0 128-16,23 8-128 0,-14-8 0 0,2-1 128 15,-1-1 144-15,1-1 32 0,1-2 0 0,-1 1 0 16,-1-1-112-16,-1 0 0 0,0 0-16 0,-1-2 0 15,-1 1-176-15,-1 0 128 0,-1-1-128 0,-1 0 128 16,-1 2-128-16,-2-2 0 0,-1 0 0 0,-3 0 0 16,-1-2 0-16,-1 2 0 0,-2-2 0 0,0 1 0 15,-1-2 0-15,-2 1 0 0,0-1 0 0,-2 1 0 16,0 2 0-16,-1-3 0 0,-2 1-160 0,-1 2 160 16,0 0-1072-16,-4 2-112 0,0 0-32 0,-2 2-15232 15</inkml:trace>
  <inkml:trace contextRef="#ctx0" brushRef="#br1" timeOffset="170034.35">19281 7570 3679 0,'-1'-2'320'0,"0"1"-320"16,1 1 0-16,-1 0 0 0,1 0 688 0,-1 0 64 15,0-2 16-15,-1 0 0 0,1 1 368 0,-2-1 80 16,0 0 0-16,0 2 16 0,1-2-64 0,0 2-16 15,0-2 0-15,0 2 0 0,0 0-80 0,1 0-32 16,-1 0 0-16,1 0 0 0,0 0-80 0,0 0-32 0,1 0 0 0,0 0 0 16,0 0 96-16,0 0 32 0,0-1 0 0,0 1 0 15,1-2-160-15,1 1-16 0,0-1-16 0,1 1 0 16,0-2-192-16,0 1-32 0,2-1-16 0,-1 0 0 16,0 1-288-16,1 0-48 0,1-1-16 0,-1-1 0 15,1 3-96-15,0-2-32 0,1 2 0 0,0-3 0 16,1 3 96-16,1-1 16 0,1 0 0 0,1 1 0 15,1-1 128-15,2 0 16 0,3-1 16 0,1-1 0 16,3 1 96-16,1-1 32 0,3-1 0 0,1 2 0 16,1-1 32-16,1 1 16 0,2-2 0 0,3 2 0 15,-1-1-352-15,1-1-80 0,-2 1-16 0,-1-3 0 16,-2 2-144-16,-2-2 0 0,-1 0 0 0,-4 2 0 16,-1 2 0-16,-3 0 0 0,-3 2 0 0,-5 1-17664 15</inkml:trace>
  <inkml:trace contextRef="#ctx0" brushRef="#br1" timeOffset="170558.33">20336 8074 6447 0,'-3'3'576'0,"-1"-3"-576"15,1 1 0-15,2 1 0 0,-1-2 896 0,0 2 80 16,-2-1 16-16,-3 2 0 0,-1 2 96 0,-1 0 0 15,1-3 16-15,2 1 0 0,2-1-80 0,0 1 0 16,3-3-16-16,2 0 0 0,2 0 368 0,2 0 80 16,1-2 16-16,4 1 0 0,2-3 160 0,1 1 32 15,2 1 16-15,3-3 0 0,2 0-208 0,2 1-64 16,1-2 0-16,-1 2 0 0,1-1-512 0,-2 1-96 16,-3 1-32-16,0 1 0 0,-3-1-464 0,-1 1-112 15,-1 0 0-15,-3 1-16 0,-1 1-176 0,-2 0 0 16,-3 3 0-16,-1-1 0 15,-3 1-656-15,-1-1-64 0,-3 3-16 0,0 2-15120 0</inkml:trace>
  <inkml:trace contextRef="#ctx0" brushRef="#br1" timeOffset="170737.68">20314 8248 12895 0,'0'0'1152'0,"1"0"-928"0,0 0-224 0,0 0 0 16,1 0 2032-16,0 0 352 0,0-2 80 0,4 1 16 15,1 0 576-15,4 0 112 0,2-2 32 0,2 1 0 16,2 0-1536-16,-1-2-320 0,0 1-48 0,0 0-16 16,-1 3-800-16,0-3-160 0,0 0-48 0,-1 2 0 15,0-1-272-15,0-1 0 0,1 1 0 0,-1 2-11584 16,1 0-2208-16</inkml:trace>
  <inkml:trace contextRef="#ctx0" brushRef="#br1" timeOffset="171400.54">21082 8060 6447 0,'0'-9'576'0,"0"4"-576"0,0-1 0 0,0 2 0 16,0 2 1184-16,0 0 128 0,1 0 32 0,-1-1 0 15,0-4 1440-15,1 1 288 0,-1-1 64 0,-1 1 16 16,1 1-848-16,-2 1-192 0,0 1-16 0,-1 3-16 16,1 0-992-16,-2 1-192 0,-1 3-32 0,1 1-16 15,-1 2-448-15,-1 2-80 0,0 3-32 0,6-12 0 16,-15 29-32-16,15-29-16 0,-18 35 0 0,18-35 0 0,-18 36-64 0,18-36-16 15,-16 38 0-15,16-38 0 0,-13 33-160 0,13-33 0 16,0 0 0-16,-7 38 128 0,7-38-128 0,0 0 0 16,0 0 0-16,0 0 0 0,0 0 320 0,0 0-32 15,31 28 0-15,-21-30 0 0,0 0 32 0,0-1 0 16,2-2 0-16,0-1 0 0,0 0-320 0,2 0 160 16,1-2-160-16,0-1 128 0,-1 3-128 0,0-3 0 15,-1 1 0-15,0-1 0 16,-2 0-512-16,-1-2 0 0,-3 1 16 0,0-1 0 15,-2-1-192-15,-2-2-32 0,-1 0-16 0,-2 1 0 16,-1-3 224-16,-2 1 32 0,0 1 16 0,-2 2 0 0,0 1 464 0,0 4 0 16,-2 1 0-16,1 3 160 0,-2 2 240 0,1 1 48 15,-1 2 16-15,1 1 0 0,0 4-176 0,0-3-32 16,1 4-16-16,0-2 0 0,1 2-240 0,1-1 0 0,1 0 0 0,1-2 0 31,0 2-368-31,2 0-160 0,0-1-48 0,1 0-14336 0</inkml:trace>
  <inkml:trace contextRef="#ctx0" brushRef="#br1" timeOffset="171602.3">21368 8267 14735 0,'4'5'640'0,"0"-3"160"0,1 0-640 0,-3-2-160 16,-1 2 0-16,0-2 0 0,1 0 2112 0,1 1 384 15,2 1 64-15,0 0 32 0,2 1-1312 0,1-1-256 16,-2 0-48-16,1-1-16 0,-1 1-688 0,1 0-144 16,-2-1-128-16,0 1 192 15,1 0-704-15,-2-2-144 0</inkml:trace>
  <inkml:trace contextRef="#ctx0" brushRef="#br1" timeOffset="173320.99">21715 8144 1839 0,'0'-2'160'0,"0"2"-160"0,0 0 0 0,0-1 0 16,0 1 848-16,-1 0 144 0,1 0 32 0,0-2 0 16,0 1 672-16,-1 1 144 0,1-2 16 0,0 0 16 15,-1 2 224-15,1-2 32 0,0-1 16 0,-1 3 0 16,1-2-368-16,-1 0-80 0,1 1-16 0,0 1 0 15,-1-2-272-15,0 2-64 0,1 0-16 0,-1 0 0 16,0 0-464-16,-1 2-96 0,0-1 0 0,0 3-16 16,-1 1-416-16,-1-1-80 0,-1 5 0 0,5-9-16 15,0 0-16-15,-16 34 0 0,16-34 0 0,-14 30 0 16,14-30-32-16,-16 30-16 0,16-30 0 0,-17 34 0 0,17-34 160 0,-15 33 48 16,15-33 0-16,0 0 0 0,-12 42-48 0,12-42 0 15,0 0 0-15,0 0 0 0,0 0-112 0,0 0-32 16,22 38 0-16,-14-38 0 0,2 0-16 0,2-2-16 15,1-1 0-15,0-2 0 0,4-2-160 0,0 0 192 16,1-3-192-16,0-2 192 0,-1 3-192 0,-2-3 0 16,1 0 0-16,-2 1-176 0,-1-1-48 0,-3 0-16 15,1 0 0-15,-5 0 0 0,-1 0-48 0,-3 0-16 16,-2 0 0-16,-3 0 0 0,-3-2 304 0,-1 2 0 16,-3-1 0-16,0 3 0 0,1 1 0 0,-2 1 0 0,-2 1 0 0,-1 2 0 15,0 3 0-15,1 2 0 16,1 2 0-16,2 1 0 0,1 2 0 0,0-1-192 0,2 2 192 0,1 0-160 31,2-1-688-31,1 2-144 0,2-2-32 0,1-5-14640 0</inkml:trace>
  <inkml:trace contextRef="#ctx0" brushRef="#br1" timeOffset="173553.98">21981 8056 10127 0,'1'0'448'0,"-1"-2"96"0,0 2-544 0,-1 0 0 0,1 2 0 0,0-2 0 0,-1 2 1552 0,0 1 208 15,-1 4 32-15,-2 0 16 0,4-7-112 0,0 0-32 16,-14 42 0-16,14-42 0 0,-12 36-512 0,12-36-96 16,-15 40-32-16,15-40 0 0,-16 43-240 0,16-43-48 15,-17 39-16-15,17-39 0 0,-13 37-464 0,13-37-112 16,0 0-16-16,-7 40 0 15,7-40-1280-15,0 0-272 0</inkml:trace>
  <inkml:trace contextRef="#ctx0" brushRef="#br1" timeOffset="174000.26">22326 7958 6447 0,'10'-4'272'0,"-4"-1"80"0,0 2-352 0,-3 3 0 0,-1 0 0 0,-2 0 0 16,1 0 1296-16,1 0 192 0,1 0 48 0,1 0 0 15,-1 0-80-15,0 1-16 0,-2 1 0 0,0-1 0 16,-2 1-416-16,-1 1-64 0,0 0-32 0,-3 2 0 16,-1 2-32-16,0 3 0 0,-2-1 0 0,-1 6 0 15,9-15-144-15,-19 33-48 0,19-33 0 0,-23 40 0 16,23-40-32-16,-23 43-16 0,11-24 0 0,0 2 0 15,-1 0 96-15,0 0 16 0,13-21 0 0,-20 44 0 16,20-44-304-16,-10 37-48 0,10-37-16 0,0 0 0 16,0 0-400-16,3 47 0 0,-3-47 0 0,0 0 0 15,0 0 0-15,30 15 0 0,-19-15 0 0,0-2 0 0,0-1 0 16,1 1 208-16,1-3-48 0,-2 0-16 0,2-1-144 0,-3 0 192 16,-1 0-192-16,-2 0 192 0,0-2-192 0,-2 0 0 15,-2 3 0-15,-2-3 0 0,0 0 0 0,-2 1 192 16,-2-4-192-16,1 2 192 0,-3 0 160 0,0 1 32 15,-1 2 16-15,-2 1 0 0,1 1-208 0,-2 1-32 16,-2 3-16-16,-1 0 0 0,-1 3-144 0,-1 1 0 16,-2 3-160-16,-1 0 160 15,3 1-1408-15,3 1-176 0,1-2-32 0,2 3-12576 0</inkml:trace>
  <inkml:trace contextRef="#ctx0" brushRef="#br1" timeOffset="174477.34">22771 8148 6447 0,'1'-6'576'0,"0"2"-576"0,0 1 0 0,-1 0 0 0,0 1 1456 0,0 1 176 15,0-1 32-15,1-1 16 0,0-1 880 0,1-3 192 16,-1 0 16-16,0-1 16 0,0 1-976 0,-2-1-192 15,1 2-32-15,-2 1-16 0,0 1-800 0,-1 1-144 16,-3 3-48-16,0 0 0 0,-2 1-144 0,-1 3-48 16,0 0 0-16,-3 4 0 0,-1-1-192 0,1 3-64 15,-1 1 0-15,0 1 0 0,0 2 0 0,1 0-128 16,1 3 192-16,11-17-64 0,-18 33 64 0,18-33 0 16,-14 36 0-16,14-36 0 0,-11 33 64 0,11-33 32 15,0 0 0-15,-1 40 0 0,1-40 80 0,0 0 16 16,0 0 0-16,30 27 0 0,-17-25 80 0,1-1 32 15,3-1 0-15,2-3 0 0,0 0-224 0,1-2-32 16,3-1-16-16,-2-2 0 0,-1 2-224 0,4-2-240 0,-1-2 48 0,1-1 16 31,-1 4-1584-31,0-5-320 0,0 0-64 0,-3 1-12384 0</inkml:trace>
  <inkml:trace contextRef="#ctx0" brushRef="#br1" timeOffset="179316.51">22974 8210 11055 0,'3'-12'976'0,"-1"0"-784"0,2 3-192 0,-1 4 0 15,-1 0 992-15,-1 3 160 0,1-1 16 0,0-1 16 16,3-4 560-16,1-1 112 0,1-3 32 0,-1 3 0 15,0 1-576-15,-1 2-112 0,-2 1-32 0,0 2 0 16,-1 1-176-16,-1 4-32 0,0-1-16 0,-2 4 0 0,0 1-208 0,1-6-32 16,0 0-16-16,0 0 0 0,-11 48-240 0,11-48-64 15,-8 35 0-15,8-35 0 0,-10 39-32 0,10-39-16 16,-8 40 0-16,8-40 0 0,-5 37 64 0,5-37 16 16,0 0 0-16,-2 46 0 0,2-46-240 0,0 0-48 15,0 0-128-15,0 0 192 0,0 0-192 0,0 0 0 16,0 0 0-16,28 25 0 0,-22-29 0 0,-2-4 0 15,0-1 0-15,1 0 0 0,-1-2 0 0,-1 0 0 16,0-1 0-16,0-2 0 0,-1 0 0 0,-1 1 128 16,0-2-128-16,-1 0 0 0,1-1 0 0,0 1 0 15,0-1 0-15,1 0 0 0,0 1 0 0,1 3 128 16,0 1-128-16,1 1 0 0,1 1 0 0,0 4 0 16,1 0 0-16,-1 0 0 0,2 3 144 0,-1 0-144 15,0 0 128-15,0 1-128 0,-1 1 128 0,1 0-128 16,-1 1 0-16,1 3 128 0,-6-4-128 0,0 0 0 0,0 0 144 15,0 0-144-15,17 40 0 0,-17-40 144 0,0 0-144 16,1 43 0-16,-1-43 128 0,0 0-128 0,-5 45 0 0,5-45 0 16,0 0 0-16,-9 45 128 0,9-45-128 0,0 0 0 15,0 0 0-15,-4 45 0 0,4-45 0 0,0 0 0 16,0 0 0-16,0 0 0 0,0 0 0 0,0 0 0 16,0 0 0-16,0 0 0 0,0 0 0 0,23 2 0 15,-18-8 0-15,-1-2 0 0,2 1 0 0,-1-2 0 16,1-1 0-16,0-2 0 0,2-1 0 0,0-2-144 15,1-1-384-15,0 3-80 0,1-3-16 0,0 4 0 16,1-2-80-16,1 2 0 0,-1 2-16 0,-1-1 0 16,1 2 416-16,-1 1 96 0,0 3 16 0,-1 3 0 15,-2-3 192-15,0 5 0 0,-3 2 0 0,0 2 0 16,-2 2 128-16,-2-6-128 0,0 0 0 0,0 0 0 16,0 43 224-16,0-43-16 0,0 0 0 0,-9 50 0 0,9-50 144 0,-8 40 32 15,8-40 0-15,-9 40 0 0,9-40-192 0,-8 38-48 16,8-38 0-16,0 0 0 0,-7 45-400 0</inkml:trace>
  <inkml:trace contextRef="#ctx0" brushRef="#br0" timeOffset="194430.66">5045 9101 2751 0,'-1'-4'256'16,"0"1"-256"-16,1 1 0 0,0 2 0 0,0-2 800 15,-1 0 112-15,1-1 32 0,-1-2 0 0,0-2 464 0,-1-2 80 16,0 1 32-16,0 1 0 0,0 0 0 0,0 3 0 16,1 1 0-16,0 0 0 0,0 1-32 0,1 1 0 15,-1 1 0-15,1 0 0 0,-1 1-240 0,1 1-48 16,0 3-16-16,1 0 0 0,0 2-544 0,0 3-96 15,2 2-32-15,0 4 0 0,-3-16-144 0,8 36-48 16,-8-36 0-16,9 52 0 0,-5-21-80 0,0 2-32 16,1 2 0-16,-3-1 0 0,2 1-16 0,0 4 0 15,1 7 0-15,-1 0 0 0,1 1-192 0,-1-7 176 16,-1-4-176-16,1-5 160 0,-1-5-160 0,-1-5 0 16,0-2 0-16,1-5 0 0,0 0 0 0,-3-14 0 15,0 0 0-15,0 0 0 0,12 34 0 0,-10-30 0 16,1-3 0-16,-2-1 0 15,2-3-464-15,-1-1-80 0,2-4-16 0,0-3-12832 0</inkml:trace>
  <inkml:trace contextRef="#ctx0" brushRef="#br0" timeOffset="194810.47">5057 9122 3679 0,'-2'0'320'15,"1"0"-320"-15,1 0 0 0,0 0 0 16,0-2 576-16,0 2 64 0,-1 0 0 0,1-2 0 0,-2 0 528 16,1-1 112-16,1 1 32 0,0-3 0 15,1 1-224-15,1-2-32 0,0 2-16 0,1-3 0 0,1 2 112 0,1-4 32 16,2 2 0-16,1 1 0 0,1 0 96 0,2-1 32 16,0 4 0-16,2 3 0 0,0 0-336 0,-13 0-64 15,0 0-16-15,42 14 0 0,-42-14-448 0,0 0-80 16,38 31-32-16,-38-31 0 0,0 0-336 0,27 38 128 15,-27-38-128-15,0 0 0 0,11 31 0 0,-11-19 0 16,-3-2 0-16,-2 2 0 0,-2 1 0 0,-4 0 192 16,-1 0-32-16,-3 0-16 0,1-2 16 0,-3 1 0 15,0-2 0-15,-1 1 0 0,-2 1 864 0,1 0 192 16,-1-2 16-16,1 1 16 16,0-1-1696-16,3-2-352 0,2-2-64 0,2 0-16 0,2-2 704 0,2 0 176 15,4-3 0-15,2-1 0 16,3 0-832-16,2-1-144 0</inkml:trace>
  <inkml:trace contextRef="#ctx0" brushRef="#br0" timeOffset="195224.5">5593 9123 8287 0,'0'-4'736'0,"0"1"-592"16,0 0-144-16,-1 3 0 0,1 0 1216 0,-1-2 192 16,0 0 64-16,-1-1 0 0,-1-1 960 0,-2 1 192 15,0 0 32-15,-1 1 16 0,1 4-848 0,-1-2-160 16,0 3-48-16,0-1 0 0,0 1-560 0,0 1-112 15,-1 1-32-15,0 2 0 0,0 0-320 0,-2 3-64 16,3 2-16-16,-2 2 0 0,1 3-256 0,0-1-48 16,2 4-16-16,1 0 0 0,1 0-48 0,1 1-16 15,3 2 0-15,2 0 0 0,-3-23 128 0,9 41 32 16,-9-41 0-16,21 48 0 0,-21-48 192 0,28 40 32 16,-28-40 16-16,0 0 0 0,44 41-192 0,-44-41-32 15,0 0-16-15,49 22 0 0,-49-22-160 0,0 0-128 16,50 6 192-16,-50-6-192 0,31-3 192 0,-16-1-64 15,-3 2 0-15,-1-3-128 0,-2 2 144 0,0-1-144 0,-2 1 0 0,-1-2 144 16,-1 3-144-16,-1 0 0 0,-1-2 0 0,-1 3 0 31,-2-2-624-31,0 3-96 0,0-2-32 0,0 2-16336 0</inkml:trace>
  <inkml:trace contextRef="#ctx0" brushRef="#br0" timeOffset="196621.19">5906 9156 6447 0,'-3'-8'576'0,"2"4"-576"0,0 0 0 0,0 1 0 16,1 1 976-16,0 1 96 0,1-1 16 0,-1 1 0 16,1-2 208-16,0 0 48 0,1 0 16 0,0 1 0 15,0 2-208-15,0 2-64 0,2 1 0 0,0 2 0 16,0 2-128-16,-4-7-48 0,0 0 0 0,0 0 0 0,31 49 48 16,-31-49 16-16,0 0 0 0,32 50 0 0,-32-50 112 0,22 38 32 15,-22-38 0-15,0 0 0 0,32 50-224 0,-32-50-64 16,0 0 0-16,29 38 0 0,-29-38-304 0,0 0-64 15,0 0-16-15,36 33 0 0,-36-33-256 0,0 0-48 16,0 0-16-16,0 0 0 0,0 0-128 0,0 0 0 16,44 19 144-16,-41-19-144 0,1 0 0 0,-1-1-160 15,0 0 16-15,-1 1 0 16,-1-2-1376-16,0 0-272 0,0 1-48 0,-1-3-7328 16,1 1-1472-16</inkml:trace>
  <inkml:trace contextRef="#ctx0" brushRef="#br0" timeOffset="196822.35">6151 9211 4607 0,'-1'-10'192'0,"0"3"64"0,-1 0-256 0,1 3 0 0,0 3 0 0,0-1 0 16,0 2 1856-16,0-3 336 0,-2-1 64 0,0 1 16 15,-2 3 256-15,0 0 48 0,-1 5 16 0,-1 0 0 16,-2 4-1120-16,0 0-208 0,-2 1-48 0,-2 4-16 16,-1 0-400-16,-1 1-80 0,0 4-16 0,1-3 0 15,0 1-224-15,1 0-48 0,0 1-16 0,1-1 0 16,2-2-240-16,1 1-48 0,1-2-128 0,1 0 192 15,2-2-192-15,0-2-160 0,1 0 32 0,2-2 0 16,0-3-1712 0,2 0-336-16</inkml:trace>
  <inkml:trace contextRef="#ctx0" brushRef="#br0" timeOffset="197193.43">5861 8978 6447 0,'-3'0'272'0,"0"0"80"0,1 0-352 0,0 0 0 16,1 0 0-16,0 0 0 0,0 0 1600 0,0 0 256 16,-1 2 64-16,0-1 0 0,-1 1 272 0,1 1 64 0,1 1 16 0,1-3 0 15,2 2-736-15,1-2-128 0,0 1-48 0,4-2 0 16,1 0-192-16,3 0-32 0,2-3-16 0,2 1 0 16,3 0-208-16,1-3-32 0,2 1-16 0,0 1 0 15,2 1-480-15,0-1-80 0,0-1-32 0,-2 3 0 16,-1-1-272-16,-1 0 0 0,0 0 0 0,-1-1 0 15,0 0 0-15,-3 0 0 0,-1 2-192 0,-1-1-10000 16,1 2-2000-16</inkml:trace>
  <inkml:trace contextRef="#ctx0" brushRef="#br0" timeOffset="198059.54">6461 9087 6447 0,'-3'-3'576'0,"0"1"-576"15,1 2 0-15,1-1 0 0,1 1 768 0,0 0 64 16,-1 0 0-16,0-1 0 0,0 1 832 0,0 0 192 16,-1 0 16-16,2 0 16 0,0 0-192 0,-1 0-32 15,1 0-16-15,0 0 0 0,1 1-368 0,0-1-64 16,1 0 0-16,0 1-16 0,2-1-240 0,0 0-32 16,0 0-16-16,2 2 0 0,1-2-208 0,0 1-64 15,0 1 0-15,0-1 0 0,3 1-192 0,-2 0-64 16,-8-2 0-16,0 0 0 0,0 0-64 0,40 14-32 15,-40-14 0-15,0 0 0 0,0 0-32 0,42 14-16 16,-42-14 0-16,0 0 0 0,0 0-32 0,40 12 0 16,-40-12 0-16,0 0 0 0,0 0-32 0,37 5-16 15,-29-5 0-15,-1 0 0 0,1-2 32 0,-2 1 16 0,1-1 0 16,-2 2 0-16,0 0-16 0,-1 0 0 0,-1 0 0 0,-1 0 0 16,1 0-192-16,-2 2 128 0,0-2-128 0,-1 1 0 15,-1 1 0-15,0 0 128 0,-1 1-128 0,0-1 0 16,0 0 0-16,-1 0 0 0,0 1 128 0,-1 0-128 15,2 0 0-15,-1 0 0 0,-1 0 128 0,0 0-128 16,2 1 0-16,-3-1 0 0,1 2 128 0,-1 0-128 16,-1 1 0-16,-1-1 0 0,-1 2 0 0,0 0 0 15,-2 0 0-15,-1 0 0 0,-3 4 128 0,-2 0-128 16,-1 3 128-16,-1 2-128 0,-4 3 176 0,0-1-176 16,0 0 128-16,0 1-128 0,0-3 0 0,3-1 0 15,2-1-272-15,4-2-112 0,3-3-32 0,3-3-16608 16</inkml:trace>
  <inkml:trace contextRef="#ctx0" brushRef="#br0" timeOffset="205147.91">6904 9101 911 0,'-3'1'0'0,"1"-1"0"16,0-1 0-16,1 1 0 0,0 0 1056 0,0 0 128 15,0-2 32-15,1 0 0 0,-2-1 1152 0,-1 1 224 16,1-3 48-16,-1 0 16 0,0 1-432 0,3-1-96 0,-2 0-16 0,1 3 0 16,1-1-560-16,-1 1-112 0,1 2-32 0,0-2 0 15,1 2-368-15,0-1-80 0,1 2 0 0,1-1-16 16,2 0-512-16,0 0-112 0,1 2 0 0,1-2-16 15,2 0-48-15,0 2-16 0,0-2 0 0,2 1 0 16,-1 1-32-16,0-2 0 0,-1 1 0 0,1 0 0 16,0-1-32-16,-3 2-16 0,1-2 0 0,-3 3 0 15,-5-3 64-15,0 0 16 0,0 0 0 0,0 0 0 16,0 0-240-16,0 0 176 0,30 38-176 0,-30-29 160 16,0 2-160-16,-2 0 0 0,-2 1 0 0,0-1 128 15,-2 1-128-15,0 0 0 0,0 0 0 0,-1-2 0 16,-2 1 0-16,0 1 0 0,-1 0 0 0,-1-2 0 15,-1 2 0-15,0-1 0 0,0-1 0 0,0-1 0 16,1 3 0-16,1-5 0 0,1 2 0 0,1-3 0 16,3 0 0-16,-1-1 0 0,1 0 0 0,3-1 0 0,0-1 0 0,1 0 0 15,1 0 0-15,1-2 0 0,1 1 0 0,0 1 0 16,3-3 0-16,1 2 0 0,0-2 0 0,3-2 0 16,-1-1 0-16,2 1 0 0,-1 0 0 0,2-1 0 15,2-2 0-15,0 1 0 0,1 0 336 0,1-1-16 16,1 2 0-16,-2-2 0 0,1 1-48 0,0 1-16 15,-1-1 0-15,2-1 0 0,-1 2-80 0,-2-1-32 16,-1 1 0-16,-2 1 0 0,0-1-16 0,-3 1 0 16,-1 2 0-16,-1-1 0 0,0 2-128 0,-3-1 0 15,1 0 144-15,-2 2-144 0,1-1 0 0,-2 1 0 16,0 0 0-16,0 1 128 0,-1 0-128 0,0 0 0 16,0 0 0-16,0-2-128 15,0 3-480-15,1-2-96 0,0 0 0 0,0 1-15760 0</inkml:trace>
  <inkml:trace contextRef="#ctx0" brushRef="#br0" timeOffset="205447.33">7261 9279 1839 0,'-1'-2'160'0,"0"0"-160"0,1 1 0 0,0-1 0 16,1 2 1536-16,-1 0 288 0,1 0 48 0,0 0 16 16,1-2 1568-16,-1 2 304 0,2 0 64 0,0 2 16 15,1-2-1136-15,-2 3-208 0,2 2-64 0,0-1 0 0,-1 0-896 0,0 1-192 16,1 0-48-16,-1 0 0 0,1 0-752 0,-2-3-160 16,1 0-16-16,0 0-16 0,0 1-352 0,-1-3 0 15,1 0 0-15,1 0 0 0,-1 0 0 0,-1-2-160 16,3 1 16-16,0-1-16240 15</inkml:trace>
  <inkml:trace contextRef="#ctx0" brushRef="#br0" timeOffset="206694.6">7458 9097 4367 0,'-1'0'0'0,"1"0"176"0,0 0-48 0,-1 0 16 0,1 2-144 0,-1-2 0 0,0 2 0 0,-1-1 0 16,-1 1 1648-16,0 2 288 0,-1-1 64 0,2 0 16 15,0 1-128-15,-1-2-32 0,2 0 0 0,-1 1 0 16,1-3-352-16,1 1-80 0,-1-1-16 0,1 0 0 16,0 0-288-16,0-1-64 0,0-2-16 0,0 1 0 15,1 1-272-15,-1-2-48 0,1 0-16 0,-1-1 0 16,0 1-208-16,1 1-48 0,-1-1-16 0,0 1 0 15,0-1-64-15,1 1-16 0,-1 1 0 0,1 0 0 16,-1-1-96-16,0 2 0 0,0 0-16 0,1-2 0 16,-1 2-80-16,0 0-16 0,0 0 0 0,1 0 0 0,-1 0-16 0,0-1 0 15,1 1 0-15,-1-2 0 0,2 1 256 0,-1-1 32 16,0 0 16-16,1-2 0 0,2 1-128 0,0 0-32 16,0-1 0-16,1-1 0 0,1 0-48 0,-1 3-16 15,2-3 0-15,0 3 0 0,-1-1-48 0,0 3-16 16,2-2 0-16,-1 2 0 0,0 2-144 0,-7-2 0 15,0 0 144-15,0 0-144 0,0 0 0 0,0 0 0 16,38 31 0-16,-38-31 0 0,0 0 0 0,0 0 0 16,14 36 0-16,-13-27 0 0,0-2 0 0,-1 1 0 15,-1 1 0-15,-2-2 0 0,2 0 0 0,-2 0 0 16,-1 0 0-16,-1 1 0 0,1 1 0 0,-1-3 0 16,0 0 0-16,-2 1 0 0,2 0 0 0,-3-2 0 15,2 0 0-15,-2 0 0 0,2-1 0 0,-1 3 0 16,2-2 0-16,-1 0 0 0,2 2 0 0,0-3 0 0,1 1 0 15,1-2 0-15,1-1 0 0,2 1 0 0,0-1 0 0,0 0 0 16,2 1 0-16,0-3 0 0,0 0 0 0,1 0 0 16,1-2 0-16,0-1 0 0,1 0 0 0,0-1 0 15,2-1 0-15,0-2 0 0,1 0 0 0,1 0 0 16,0-1 0-16,0 1 0 0,-1 0 0 0,1 0 128 16,-1 0-128-16,-2 2 128 0,0 0-128 0,-2 1 128 15,1-1-128-15,-2 3 128 0,0 1-128 0,-2-1 128 16,1 2-128-16,-1 0 0 0,-2 0 0 0,1 0 0 15,-1 2 0-15,-1-2 0 0,1 1 0 0,-1 1 128 16,0 0-128-16,0-1 0 0,-1 1 0 0,0 0 0 16,0 0 0-16,1-2 0 0,0 1 0 0,-1 1 0 15,1-2 0-15,0 2 0 0,1-2 0 0,-1 0 0 16,0 0 0-16,0-2 0 0,0 2 0 0,0 0-128 0,1 0 128 0,-1 0 0 16,0-2 0-16,1 1 0 0,-1 1 0 0,0 0 0 15,1-2 0-15,0 2 0 0,0 0 0 0,-1 0 0 16,1-1 0-16,0 1 0 0,-1 0 0 0,1 0 0 15,0 0 0-15,0 0 0 0,0 0 0 0,0 1 0 16,0-1 0-16,0 0 0 0,-1 0 0 0,1 2 0 16,0-2 0-16,0 0 0 0,0 0 0 0,0 0 0 15,0 0 0-15,0 0 0 0,-1 0 0 0,0 0 0 16,1 0 0-16,0 0 0 0,0 0 0 0,-1 0 0 16,1 0 0-16,-1 0 0 0,1 0 0 0,0-2 0 15,-1 4 0-15,1-2 0 0,-1 0 0 0,1 0 0 0,-1 0 0 16,0 1 0-16,0 1 0 0,1-2 0 0,0 0 0 15,-2 2 0-15,1-2 0 0,0 1 0 0,0-1 0 0,0 2 0 16,1-2 0-16,-1 0 0 0,0 2 0 0,-1-2 0 16,1 0 0-16,0 2 0 0,0-1 0 0,0 0 0 15,0 2 0-15,-1 0 0 0,0-1 0 0,-1-1 0 16,0 2 0-16,0 0 0 0,-1-1 0 0,-1 1 0 16,1-1 0-16,-1 3 0 0,0-3 0 0,0 1 0 15,0 0 0-15,1-2 0 0,-2 1 0 0,0 1 0 16,1-2 0-16,-1 1 0 0,2-2 0 0,-1 0 128 15,1 0-128-15,0 0 0 0,0-2 0 0,-1 1 0 16,2-2 128-16,-1 1-128 0,0 0 128 0,1 0-128 16,-1-3 256-16,0 2 0 0,0-1-16 0,2-1 0 15,-2 0-240-15,1 1 144 0,1-1-144 0,-1 0 128 0,2 0-128 0,-1-2 0 16,1 3 0-16,-1-1 0 16,1 2 0-16,-1-1 0 0,1-1 128 0,-1 0-128 0,2 3 0 0,-1-3 0 15,1 2 0-15,-1-1 0 0,1-1 0 0,0-1 0 16,0 0 0-16,1-1 0 0,0 1 0 0,-1-1 0 15,2-1 0-15,0-2 0 0,0 1 0 0,0 1 0 16,1-1 0-16,-1 0 0 0,1 1 0 0,0 2 0 16,1-2 0-16,-1 1 0 0,1 2 0 0,0-1 0 15,0 1 0-15,0 2 0 0,1 1 0 0,-1-2 0 16,1 1 0-16,1 3 0 0,-1-2 0 0,0 1 0 16,0 1 0-16,0 1 0 0,1 1 0 0,-1 0 0 15,1 1-144-15,-2-1 144 0,1 0 0 0,0 0 0 16,0 1-128-16,0 0 128 15,0-1-672-15,0-2-80 0,1 1-16 0,-1 0 0 16,0-1-1216-16,0 0-256 0,0 0-64 0,1 0-11968 0</inkml:trace>
  <inkml:trace contextRef="#ctx0" brushRef="#br0" timeOffset="207379.92">7529 9056 2751 0,'-3'-2'256'0,"0"-2"-256"0,2 3 0 0,1-1 0 16,0 0 656-16,-1 1 96 0,-1-1 16 0,0-5 0 16,-1 1 352-16,0-2 80 0,1 3 16 0,0-2 0 15,2 1 80-15,0 0 32 0,2 3 0 16,0-1 0-16,0 2 320 0,1 0 64 0,0 2 16 0,1 0 0 16,0 2-480-16,1 0-96 0,0 2 0 0,0-1-16 15,-1 0-384-15,2 1-80 0,-6-4-16 0,0 0 0 16,0 0-144-16,0 0-48 0,0 0 0 0,38 24 0 15,-32-22-144-15,-1 1-48 0,1 1 0 0,-2-1 0 16,2-1 0-16,-2 1 0 0,0 1 0 0,0-1 0 16,0 1 112-16,-2 1 32 0,1 0 0 0,0 2 0 15,-2 1-160-15,0 1-16 0,-2 0-16 0,-1 0 0 16,-1 3-224-16,0-1 176 0,-1 2-176 0,-1-3 160 16,1 1-160-16,-1 1 128 0,0-2-128 0,0 1 128 0,-1-1-128 0,0 0 0 15,-1-4 0-15,1 0 128 0,0-2-128 16,0 1 0-16,-2-3 0 0,1 1 0 0,0-1 0 0,0-2 0 15,0-2 0-15,1 0 0 0,1-1 0 0,0 0 0 16,0 0 0-16,1-1 128 0,1-1-128 0,0 2 0 16,1 0 0-16,0-2 0 0,2 0 0 0,2 3 0 15,1-1 0-15,1 1-15168 16</inkml:trace>
  <inkml:trace contextRef="#ctx0" brushRef="#br0" timeOffset="208089.93">7761 9020 6447 0,'-3'-2'576'0,"1"2"-576"16,2-1 0-16,0 0 0 0,0 1 832 0,-1 0 48 16,0-2 16-16,-1-1 0 0,0 1 1152 0,0-3 256 15,0 3 32-15,1-3 16 0,0 0-224 0,1 3-32 16,1 0-16-16,1-1 0 0,0 1-544 0,1-1-96 16,2 1-32-16,0 2 0 0,2 0-416 0,0 0-96 15,2 0 0-15,-1 0-16 0,-1 2-464 0,2-2-96 16,-9 0 0-16,0 0-16 0,0 0-176 0,0 0-128 15,45 15 144-15,-45-15-144 0,0 0 128 0,0 0-128 16,0 0 0-16,46 25 144 0,-46-25-144 0,0 0 0 0,0 0 0 0,0 0 0 16,26 34 0-16,-26-34 0 0,0 0 128 0,0 0-128 15,4 39 0-15,-6-26 0 0,0-3 0 0,-3 2 0 16,0 2 0-16,1-2 0 0,-3 2 128 0,0-2-128 16,-1-1 0-16,0 1 0 0,-1 0 0 0,0-3 0 15,-1 1 0-15,0 2 0 0,0-4 0 0,0 3 0 16,2-4 0-16,1 0 0 0,1-2 0 0,3-1 0 15,0-1 0-15,2-1 0 0,1-2 0 0,0 1 0 16,2-1 0-16,-1 0 0 0,1-1 0 0,2-1 0 16,1-1 0-16,0 1 0 0,2-2 0 0,1 1 0 15,1-2 128-15,2 3-128 0,0-3 192 0,1 1-64 16,1 0 256-16,0 1 64 0,1 0 0 0,-14 3 0 16,29-2-224-16,-29 2-32 0,30-1-16 0,-30 1 0 0,0 0-48 0,41-2-128 15,-41 2 192-15,0 0-64 0,32 0-128 16,-23 0 0-16,-1 0 0 0,-1-1 0 0,0 0 0 0,-1 1 0 15,1-2 0-15,-2 2 0 0,0-3 0 0,1 1 0 16,-2 2 0-16,0-2-17216 16</inkml:trace>
  <inkml:trace contextRef="#ctx0" brushRef="#br0" timeOffset="208620.68">8271 8893 9215 0,'0'-1'816'0,"1"-1"-656"16,0 2-160-16,-1 0 0 0,1 0 1136 0,0 0 192 15,0-1 32-15,2 0 16 0,2 1 1104 0,0 1 208 16,2 0 64-16,-7-1 0 0,0 0-880 0,0 0-160 16,0 0-48-16,41 31 0 0,-41-31-640 0,0 0-128 15,35 38-16-15,-35-38-16 0,0 0-272 0,30 45-48 16,-30-45-16-16,20 36 0 0,-20-36-208 0,17 42-64 15,-17-42 0-15,12 43 0 0,-12-43-48 0,6 41-16 16,-6-21 0-16,-2 2 0 0,-1-3 128 0,-4 0 32 16,0 0 0-16,-3 0 0 0,0-2-128 0,-3 2-32 15,0-1 0-15,-2-1 0 0,1 0-192 0,-2-1 176 16,-3-1-176-16,-1-1-11424 0,-2-2-2384 16</inkml:trace>
  <inkml:trace contextRef="#ctx0" brushRef="#br0" timeOffset="209734.99">7606 9096 1839 0,'-1'-2'160'0,"1"2"-160"0,0-1 0 0,-1 1 0 16,1 0 272-16,-1-1 32 0,0 1 0 0,-1-4 0 15,0 3 48-15,0-4 16 0,0 3 0 0,-1 0 0 16,1-1 208-16,0-1 64 0,0 1 0 0,0 1 0 0,2 0 448 16,-2 1 112-16,1-1 16 0,0-1 0 0,1 3 160 0,0-2 32 15,1 1 16-15,0 0 0 0,0 1 48 0,0 0 16 16,0 0 0-16,1 1 0 0,1 0-336 0,-1 1-80 16,1 1-16-16,-1 0 0 0,0 0-352 0,0 0-64 15,0 0 0-15,0 0-16 0,-1 1-224 0,0 0-32 16,0 0-16-16,0 1 0 0,-1-1-96 0,0 3-32 15,1-3 0-15,-1 4 0 0,-1-1-96 0,1 2-128 16,-2 1 176-16,0-1-176 0,0 0 0 0,-1 1 0 16,1-2 0-16,1 0 0 15,-1 0-656-15,0-1-240 0</inkml:trace>
  <inkml:trace contextRef="#ctx0" brushRef="#br0" timeOffset="210539.37">8834 9114 1839 0,'-4'-1'160'0,"1"1"-160"0,1-2 0 0,0 2 0 0,1 0 832 0,1 0 128 15,-1 0 16-15,-1 0 16 0,-1 2 160 0,-2-2 16 16,1 1 16-16,0 1 0 0,0 0 256 0,2-2 48 15,0 1 16-15,1-1 0 0,0 1 96 0,1-1 0 16,1 2 16-16,0-2 0 0,1 0-144 0,1 0-48 16,2 0 0-16,0-2 0 0,3 1-112 0,0 0-32 15,2 1 0-15,1-2 0 0,-1-1-448 0,2 1-112 16,2-1-16-16,0 1 0 0,-14 2-304 0,28-5-64 16,-15 3-16-16,0 0 0 0,-1 1-320 0,-1-1 0 15,0 1 0-15,-2 0 128 0,-1-1-128 0,0 0 0 0,-3 1 0 0,-1 1-10224 16,-1 0-1984-16</inkml:trace>
  <inkml:trace contextRef="#ctx0" brushRef="#br0" timeOffset="210733.91">8860 9232 12895 0,'1'0'576'0,"-1"0"112"16,2 0-560-16,0 0-128 0,0-2 0 0,0 2 0 15,1-1 2128-15,2-1 400 0,4 0 80 0,2-1 16 16,3 1-176-16,-1-3-16 0,2 0-16 0,-1 3 0 0,-14 2-1408 0,27-5-288 16,-27 5-48-16,25-5-16 0,-25 5-496 0,23-4-160 15,-23 4 0-15,0 0-9840 16,30-5-2048-16</inkml:trace>
  <inkml:trace contextRef="#ctx0" brushRef="#br0" timeOffset="211213.62">9660 8881 5519 0,'0'0'496'0,"0"-2"-496"0,1 1 0 0,-1 1 0 15,0 0 1408-15,-1-2 176 0,1 2 32 0,0-2 16 16,0-1 832-16,-1 1 160 0,1-1 48 0,-1 0 0 16,1 2-528-16,-1-1-96 0,1 2-32 0,0 0 0 0,0 0-640 0,0 2-128 15,0 0-32-15,1 3 0 0,-1 1-528 0,1 2-112 16,1 2-32-16,-1 4 0 0,-1-14-160 0,5 35-16 16,-5-35-16-16,7 44 0 0,-3-14-352 0,-1 1 128 15,0 4-128-15,0 1 0 0,0 2 0 0,-1 0 0 16,0 0 0-16,-1-3 0 0,0-2 0 0,-1-2 0 15,1-4 0-15,-1-4 0 0,0-23 0 0,2 38 0 16,-2-38 0-16,0 0 0 0,4 33 0 0,-3-26-160 16,-1-3 160-16,1-3-10640 15,0-3-2064-15</inkml:trace>
  <inkml:trace contextRef="#ctx0" brushRef="#br0" timeOffset="211544.75">9638 8907 1839 0,'0'-5'160'0,"0"3"-160"0,1-1 0 0,0 1 0 16,-1 2 448-16,0-2 64 0,1-2 16 0,2-2 0 16,1-3 432-16,1-1 64 0,2 1 32 0,-1 0 0 15,3 3 288-15,0-2 64 0,1 2 16 0,1 2 0 16,2 1 208-16,1 1 32 0,-14 2 16 0,32 5 0 15,-32-5-464-15,0 0-80 0,47 18-32 0,-47-18 0 16,0 0-592-16,39 31-128 0,-39-31-32 0,0 0 0 16,0 0-208-16,32 45-144 0,-32-45 192 0,0 0-192 0,0 0 336 0,4 36-32 15,-7-31-16-15,-1 3 0 0,-2 0 608 16,0-1 128-16,-1-1 32 0,-2 0 0 0,-2 1-592 0,-1-2-112 16,-3 0-32-16,0 0 0 0,0-1-320 0,0 1 144 15,0 0-144-15,1-1 0 0,2 1-144 0,2-2-144 16,0 1-32-16,5-1-8512 15,0 2-1696-15</inkml:trace>
  <inkml:trace contextRef="#ctx0" brushRef="#br0" timeOffset="211996.39">10172 8824 11055 0,'-3'-2'976'15,"0"2"-784"-15,1 0-192 0,1 2 0 0,0-2 976 0,-2 2 160 16,-2 0 16-16,-2 3 16 0,-3 2 944 0,-1 3 192 16,-1 2 48-16,1 2 0 0,1 5-1008 0,2 2-192 15,-1 2-32-15,3 2-16 0,0 1-560 0,3 0-112 16,0 5-32-16,2 0 0 0,1-3 32 0,3 0 0 15,-3-28 0-15,8 50 0 0,-8-50-144 0,14 40-32 16,-14-40 0-16,0 0 0 0,27 43-256 0,-27-43 0 16,0 0 0-16,36 27 0 0,-36-27-416 0,0 0 16 15,43 11 0-15,-43-11-13184 0</inkml:trace>
  <inkml:trace contextRef="#ctx0" brushRef="#br0" timeOffset="212445.21">10314 8962 10127 0,'0'2'896'0,"0"-1"-704"0,1 0-192 0,0-1 0 16,0-1 960-16,-1 1 144 0,2 0 48 0,2-1 0 15,2 1 448-15,2-2 112 0,1-1 16 0,1-2 0 16,1 3-384-16,1-3-64 0,0 0 0 0,1 1-16 15,0 1-304-15,-1-1-64 0,1 1-16 0,0 1 0 16,-1 0-128-16,0 0-32 0,0 1 0 0,-2 1 0 16,-10 0-224-16,0 0-48 0,0 0-16 0,0 0 0 15,35 9-208-15,-31-6-32 0,0 0-16 0,-1 1 0 16,-3 1-48-16,1 0-128 0,-1-1 192 0,0 1-64 0,-1 1 16 0,0 0 0 16,-1 1 0-16,-2 3 0 0,1-3-16 0,0 4-128 15,-2 1 192-15,-1 0-64 0,0 3-128 0,-2 1 0 16,1 1 144-16,-1 1-144 0,-2 0 0 0,2 2 0 15,1-2 0-15,-1 0 128 0,3 1-128 0,2-4 0 16,1-1 0-16,2-14 0 0,0 0 0 0,0 0 0 16,11 36 0-16,-11-36 0 0,0 0 0 0,0 0 0 15,0 0 0-15,42 16 0 0,-42-16 0 0,0 0 0 16,35-3 0-16,-24 1 0 0,-11 2 0 0,23-3 0 16,-11 1 0-16,-1 0 0 0,0 0 0 0,-1-1 0 15,-1 1 0-15,-1 1 0 0,-1-1 0 0,-1 2 0 16,-3-2 0-16,1 2 128 0,-2 0-128 0,-1-2 0 15,-1 2 0-15,-2 0-128 16,-1 0-304-16,0 0-48 0,-2 0-16 0,-1 0-14352 0</inkml:trace>
  <inkml:trace contextRef="#ctx0" brushRef="#br0" timeOffset="212715.33">10366 9090 10127 0,'-4'2'896'0,"1"-2"-704"0,2 0-192 0,0 1 0 15,1-1 1184-15,-1 1 208 0,0-1 32 0,-3 3 16 16,0 1 1280-16,0-1 256 0,2 1 48 0,1-1 16 16,1-1-864-16,2-1-192 0,1 1-16 0,3-2-16 15,1 0-736-15,3 0-128 0,1-2-48 0,2 1 0 16,1-1-352-16,0-1-80 0,4 1-16 0,0 2 0 0,0-2-272 0,2-1-64 16,-20 3-16-16,37-5 0 0,-21 3-240 0,2 0 0 15,1-2 0-15,-1 0 0 0,0 1 0 0,-1-2 0 16,-1 0 0-16,0 0 0 15,-1 0-384-15,0-2-64 0,0 0 0 0,1 2-16864 16</inkml:trace>
  <inkml:trace contextRef="#ctx0" brushRef="#br0" timeOffset="214336.12">11032 8919 1839 0,'-1'-1'160'0,"0"0"-160"16,0 1 0-16,0 0 0 0,1 0 656 0,0-1 112 0,-2 1 0 0,0-2 16 15,-1 2 128-15,1-4 32 0,-1 3 0 0,0-1 0 16,0-1 208-16,1 1 32 0,1 1 16 0,-1 0 0 16,0-1 240-16,1 0 48 0,-1 1 16 0,1-1 0 15,0 1 176-15,1 1 48 0,0 0 0 0,-1 0 0 16,1 0-240-16,0 0-32 0,0 0-16 0,0 0 0 15,1 3-384-15,-1-2-80 0,1 1-16 0,0 0 0 16,1 0-192-16,0 0-64 0,0 1 0 0,0-1 0 16,1 1-256-16,0-1-64 0,2 0-16 0,-1-1 0 15,1 3-32-15,0-3 0 0,2 1 0 0,0 1 0 16,1-2-112-16,0 1-32 0,0-1 0 0,1 1 0 16,0 0-48-16,-1-2-16 0,3 1 0 0,-1 1 0 15,-1-1 48-15,0 0 0 0,2 1 0 0,-2-2 0 0,1 1-176 0,-1 1 192 16,1-2-192-16,-1 0 192 0,-1 0-192 0,0 2 160 15,-1-2-160-15,0 0 160 0,-1 0-160 0,-1 0 0 16,-2 0 0-16,1 0 128 0,-1 0-128 0,0 0 0 16,-2 1 0-16,0 1 0 0,-1 0 0 0,-1-2 0 15,-1 2 0-15,-1 1 0 0,0 0 0 0,-1 1 0 16,1 0 128-16,-2 1-128 0,0 0 0 0,1-2 0 16,-2 4 0-16,1-1 0 0,-1 0 0 0,0 0 0 15,-2 4 0-15,1-3 0 0,-2 3 0 0,2 1 0 16,0-1 0-16,-3-1 0 0,2 1 0 0,-1-1 0 15,-1 1 0-15,0 0 0 0,0 1 0 0,-1-2 0 16,1 1 0-16,0 2 0 0,-1-4-240 0,3 0 32 16,0 1 0-16,1-3-11600 0,3-1-2320 15</inkml:trace>
  <inkml:trace contextRef="#ctx0" brushRef="#br0" timeOffset="-213890.67">11572 8628 5519 0,'0'-1'496'0,"0"-2"-496"15,0 2 0-15,0 0 0 0,0 1 928 0,0 0 96 16,0-2 0-16,0 0 16 0,0-3 752 0,0 0 128 16,0 1 48-16,1 1 0 0,0-2-32 0,0 3 0 15,1 0 0-15,0 0 0 0,-1 1-304 0,1 1-64 16,1 1-16-16,1 3 0 0,1 0-320 0,-5-4-64 0,0 0-16 0,0 0 0 16,28 36-432-16,-28-36-80 0,0 0-32 0,32 40 0 15,-32-40-272-15,0 0-48 0,37 41-16 0,-37-41 0 16,0 0-128-16,37 35-16 0,-37-35-128 15,0 0 192-15,0 0-192 0,41 31 0 0,-41-31 0 0,0 0 0 16,0 0 0-16,0 0 0 0,0 0 0 0,34 7 0 16,-31-7-160-16,-2-1 32 0,0 1 0 0,-1-1 0 15,-1-1-2256-15,1-1-448 16</inkml:trace>
  <inkml:trace contextRef="#ctx0" brushRef="#br0" timeOffset="-213667.92">11767 8620 3679 0,'-1'-5'160'0,"0"0"32"16,1 3-192-16,-1 0 0 0,1 2 0 0,0 0 0 16,-1 1 1296-16,-1 0 224 0,1 1 32 0,-3 3 16 0,0 2 800 0,-1 3 144 15,-2-1 48-15,0 4 0 0,-3 3-592 0,0-2-112 16,-1 2-32-16,0 1 0 0,-1 0-832 0,0-1-160 16,0-1-48-16,-1 1 0 0,1-3-336 0,0 0-80 15,1-1-16-15,-1-3 0 0,3 0-352 0,1-1 0 16,0-3 0-16,3-1 0 15,0 0-768-15,1-2-112 0,2 0-16 0,1-4-11136 16</inkml:trace>
  <inkml:trace contextRef="#ctx0" brushRef="#br0" timeOffset="-212503.78">11573 8487 3679 0,'-1'0'320'16,"1"0"-320"-16,0 0 0 0,0 0 0 16,0 0 752-16,0 0 80 0,-1 0 0 0,1 0 16 15,0 0 512-15,-1 0 112 0,2 0 0 0,-1 0 16 16,2 0 0-16,0-2 0 0,0 2 0 0,0-2 0 0,1 1 64 0,-1-1 16 16,2 1 0-16,0 0 0 0,0-2-160 0,1 1-48 15,2-1 0-15,0 1 0 0,2 0-304 0,0 0-64 16,2-1-16-16,0-2 0 0,1 1-208 0,1-1-32 15,0 2-16-15,0 0 0 0,-1 0-208 0,0 0-64 16,-1 0 0-16,0 1 0 0,-1 2-272 0,0-1-176 16,-2 2 192-16,-1-1-192 0,0 2 0 0,-1-1 0 15,0 2 0-15,0-1 0 0,-1 0 0 0,0-1 0 16,-2 0 0-16,1 1-16032 0</inkml:trace>
  <inkml:trace contextRef="#ctx0" brushRef="#br0" timeOffset="-210880.11">11928 8682 12687 0,'0'0'0'15,"0"0"0"1,0 0 0-16,0 0 0 0,0 0 0 0,0-2 0 16,1 2 608-16,-1-1 240 0,0 1 48 0,0 0 16 0,1-2 480 0,-1 2 80 15,1-2 32-15,-1 1 32 0,1-1-304 0,0 2-64 16,-1-1-16-16,1 1 48 0,-1-1-256 0,1 1-48 15,-1 0-16-15,0 0 32 0,0 0-80 0,-1 0 0 16,2 0-16-16,-1 0 0 0,0 1-176 0,1-1-16 16,0 0-16-16,1 0 32 0,0-1-16 0,1 1-16 15,1-2 0-15,0 0 32 0,0-1 16 0,2 0 0 16,0 1 0-16,1-2 0 0,0 1-208 0,1-2-32 16,-1 3-16-16,0-1 48 0,1-2-176 0,0 3-16 15,1-2-16-15,0 1 32 0,-3 0-272 0,1 1 160 16,0 2-160-16,0-2 176 0,0 2-176 0,-1 0 0 15,-1 0-160-15,0 0 160 0,-2 0 0 0,0 0-144 16,0 0 144-16,0 2 0 0,-1-2 0 0,0 1 0 0,0 0 0 0,-1 0-128 16,0 1 128-16,0-2 0 15,0 1 0-15,0 1-128 16,1-2-672-16,-1 0-128 0,1 2-32 0,-1-2-15536 0</inkml:trace>
  <inkml:trace contextRef="#ctx0" brushRef="#br0" timeOffset="-209785.9">12368 8526 911 0,'-1'0'0'0,"0"-1"0"0,0 1 0 16,0 0 0-16,0 0 896 0,1 0 80 0,0 0 32 15,-1-2 0-15,0 2 464 0,0-3 112 0,-1 3 16 0,0-2 0 16,0 1 112-16,0 0 16 0,1-1 16 0,0 1 0 16,0 1-192-16,0-2-32 0,0 2-16 0,0 0 0 15,1 2-208-15,-1-4-32 0,1 2-16 0,0 0 0 16,1 0-384-16,0 0-80 0,0 0-16 0,0-2 0 15,1 1-112-15,2 1-16 0,0-2-16 0,0 1 0 16,2 0 144-16,0-1 48 0,2 0 0 0,0 1 0 16,1 1-48-16,1 0-16 0,-2 0 0 0,0 1 0 15,-8-1-368-15,0 0-80 0,0 0-16 0,0 0 0 16,0 0-160-16,39 20-128 0,-39-20 144 0,0 0-144 16,0 0 0-16,0 0 0 0,0 0 0 0,0 0 0 15,18 38 0-15,-18-33 0 0,-1 1 0 0,-1 0 0 0,0-1 0 16,-1 0 0-16,-1 2 0 0,-1-1 0 0,1-1 0 0,-2 2 0 15,0-1 0-15,-1 0 0 0,1 0 0 0,-1 0 0 16,0 1 0-16,-1 0 0 0,0 1 0 0,1-1 0 16,0 1 0-16,1-2 0 0,2 1 0 0,0-2 0 15,1 2 0-15,2-3 0 0,1 1 0 0,1 0 0 16,2-2 0-16,0 1 0 0,2 1 0 0,-1-3 0 16,3 0 0-16,0-2 0 0,-7 0 0 0,0 0 0 15,0 0 0-15,30 3 0 0,-21-5 0 0,-1 1 0 16,2-1 0-16,-1 1 0 0,0 0 0 0,0-1 0 15,1 0 0-15,-1 1 0 0,0 1 0 0,-1-2-128 16,0 2 128-16,-1-2 0 16,0 2-592-16,-1 0-16 0,0 0 0 0,-1 0-15728 0</inkml:trace>
  <inkml:trace contextRef="#ctx0" brushRef="#br0" timeOffset="-209216.6">11486 9088 1839 0,'-1'-1'160'0,"1"-2"-160"15,0 3 0-15,-1 0 0 0,1 0 720 0,0-2 112 16,-1 1 32-16,0 0 0 0,0-3 416 0,0 3 64 16,0-1 32-16,-1-1 0 0,0 3-64 0,1 0-16 15,-1-2 0-15,1 2 0 0,0 2-208 0,0-2-32 16,1 1-16-16,0 1 0 0,1-2-208 0,1 0-64 15,1 0 0-15,1 0 0 0,1 0 128 0,2-2 0 16,1 1 16-16,2-1 0 0,1 0 288 0,3-3 48 16,4 0 16-16,0-1 0 0,1 0-224 0,2 2-32 15,3-4-16-15,1 2 0 0,0 0-48 0,0 2-16 0,1-1 0 16,1-2 0-16,-3 3-304 0,2-1-64 0,4 0-16 16,2 0 0-16,0 0-208 0,2 1-32 0,-1-1-16 0,1 2 0 15,2 1-288-15,1 0 128 0,0 0-128 0,-2-1 0 16,-2-2 0-16,2-1 0 0,2-2 0 0,2-1 0 15,1-1 0-15,-1 1 0 0,2-1 0 0,-4 3 0 16,-1-2 0-16,-2 1 0 0,-4 1 0 0,-2 0 0 16,-3 0 0-16,-3 0 0 0,-4 2 0 0,-2 0 0 15,-2 3 0-15,-4 1 0 0,-2 1 0 0,-4 1 0 16,1-1-192-16,-4 3-64 0,-3 1 0 0,-3 2-16768 16</inkml:trace>
  <inkml:trace contextRef="#ctx0" brushRef="#br0" timeOffset="-194269.48">11940 9194 3679 0,'-1'-2'320'0,"1"0"-320"0,0 1 0 0,0-1 0 16,0 1 1664-16,0 1 256 0,0-2 48 0,1 0 16 15,-1-2 224-15,1-1 48 0,1 0 16 0,0 0 0 16,-1 2-176-16,0-1-48 0,1 2 0 0,-2-1 0 16,1 3-256-16,0-2-48 0,0 2-16 0,-1 0 0 15,1 2-400-15,-1-2-96 0,0 3-16 0,1 0 0 16,0 0-480-16,0 2-96 0,1 0-32 0,-1 2 0 16,2-2-352-16,0 2-80 0,-3-7-16 0,0 0 0 0,0 0-160 0,0 0 0 15,23 41 0-15,-23-41 128 0,0 0-128 0,0 0 0 16,27 42 0-16,-27-42 0 0,0 0 0 0,0 0 0 15,16 40 0-15,-16-40 0 0,0 0 0 0,0 0 0 16,5 37 0-16,-7-29 0 0,1 0 0 0,-2 1 0 16,-1 3 0-16,-2-5 0 0,2 2 0 0,-2-1 0 15,1-2 0-15,0 0 0 0,-1 0 0 0,1-1 0 16,-1-2 0-16,1-1 0 0,0 0 0 0,-1-2 0 16,1 0 0-16,-1-2 0 0,2-2 0 0,-2-1 0 15,1 0 0-15,1-3 0 0,0-1 0 0,0 0 0 16,0-2 0-16,0 0 0 0,-1-1 0 0,1 0 0 15,0 1 0-15,1 1 0 0,1 1 0 0,0 1 0 16,2 0 0-16,0 2 0 0,1 0 0 0,0 0 0 0,0 2 0 0,2-3 0 16,0 0 0-16,1-1 0 0,1-1 0 15,0 0 0-15,0-2 0 0,2 0 0 0,0-1 0 0,0-2 0 16,1 2 0-16,-1-2 0 0,2 0 0 0,-1 0 0 16,1-1 0-16,0 1 0 0,-1 2 0 0,0 1 0 15,-1 2 0-15,0 1 0 0,1 1 0 0,-2 2 0 16,0 0 0-16,-1 3 0 0,0 0 0 0,-1 2 0 15,0 3-128-15,1 0 128 0,-1 2 0 0,-1 0 0 16,-3-5 0-16,0 0-144 0,0 0 144 0,0 0 0 16,0 0-640-16,25 38 0 0,-25-38-16 0,0 0-10640 15,0 0-2128-15</inkml:trace>
  <inkml:trace contextRef="#ctx0" brushRef="#br0" timeOffset="-193691.44">11740 9540 2751 0,'-4'-5'256'0,"2"3"-256"0,-1-1 0 0,1 3 0 16,0 0 640-16,1 0 64 0,-1 1 32 0,-1-1 0 15,-2 2 816-15,-1 1 176 0,-2 2 16 0,2 1 16 16,0-1-448-16,1-1-96 0,2 1 0 0,1 0-16 16,0-3 112-16,1 1 32 0,1-1 0 0,1 1 0 15,0-1-128-15,0-1 0 0,2-1-16 0,-1 0 0 16,3 0-160-16,0 0-16 0,-1 1-16 0,3-2 0 16,-1 0-80-16,3-1-16 0,1 0 0 0,1 1 0 15,2-3-80-15,1 1-32 0,2 1 0 0,-2 0 0 0,2 1-272 0,1-1-48 16,1 0-16-16,-1 1 0 0,3-1-176 0,-2 1-32 15,2-2-16-15,1-2 0 0,0 1 128 0,1-2 16 16,1-1 16-16,0 0 0 0,0 1-48 0,1 0-16 16,2-1 0-16,-3 2 0 0,0 1-144 0,-4 1-16 15,0 1-16-15,-3 0 0 0,-16 2-160 0,25 0 0 16,-25 0 0-16,0 0 0 0,0 0 0 0,0 0 0 16,35 11 0-16,-32-8 0 0,-1 1 0 0,0-2-224 15,-1 4 48-15,0-2 16 16,1-1-1968-16,-1 1-400 0</inkml:trace>
  <inkml:trace contextRef="#ctx0" brushRef="#br0" timeOffset="-192846.54">11816 9742 6447 0,'-1'0'576'0,"0"0"-576"15,1 2 0-15,-1-2 0 0,1 0 960 0,0 0 64 16,-1 0 32-16,1 0 0 0,-1 0 432 0,1 1 96 16,1-1 16-16,0-1 0 0,2 1-32 0,0-2 0 15,2 0 0-15,0 1 0 0,3-2-32 0,1 1 0 16,1 0 0-16,2-3 0 0,1 1-112 0,2 1-16 15,1 1-16-15,0-1 0 0,2-1-432 0,1 1-96 16,-2 1-16-16,1 0 0 0,1 0-464 0,1 1-80 16,-20 1-32-16,38-2 0 0,-22-1-272 0,1 1 0 15,-1 0 128-15,-3-1-128 0,-1-2 0 0,-1 2 0 16,-3 0 0-16,0 0 0 0,-3-2 0 0,1 3 0 16,-2-2-144-16,-3 1 144 15,0 1-1856-15,-3 1-304 0,-1 1-48 0,-4 1-11600 0</inkml:trace>
  <inkml:trace contextRef="#ctx0" brushRef="#br0" timeOffset="-192444.24">11888 9758 3679 0,'-6'-1'160'0,"2"0"32"0,2-1-192 0,-1 1 0 0,2-1 0 0,0 2 0 16,1-3 2160-16,-2 1 384 0,0 0 80 0,-1-2 0 15,2 1 64-15,-2 0 16 0,0 2 0 0,1 1 0 16,-1 1-1152-16,1 2-224 0,0 2-48 0,-1 1-16 0,1 2-880 15,-1 1-160-15,1 1-32 0,0 2-16 0,0 2 0 0,0 2 0 16,1 1 0-16,-1-1 0 0,1 4-48 0,-1-1 0 16,1 4 0-16,-1-3 0 0,0 0 96 0,0-2 16 15,-1 0 0-15,0-4 0 0,2-2 0 0,-2 1 0 16,0-2 0-16,0-4 0 0,0 0 80 0,2-2 0 16,-2 0 16-16,0-3 0 0,1 0 16 0,0-2 0 15,0 0 0-15,1-2 0 0,0-2-208 0,-1-2-144 16,0 0 192-16,0-2-192 0,1-3 0 0,0 1 0 15,-1-2 0-15,0 1 0 0,-1-1-256 0,-1 2-96 16,-1-2-32-16,0-1 0 0,-3 2 80 0,0 0 16 16,-1 1 0-16,0 1 0 0,-1 1 288 0,2 4 0 15,1-1 0-15,-1 5 0 0,3 2 144 0,1 1 96 0,-1 3 16 16,1 4 0-16,1 2 128 0,-1 4 48 0,1-1 0 0,1 2 0 16,0-1-240-16,0 0-64 0,0 2 0 0,0-2 0 15,1 0-128-15,1-16 0 0,0 24 0 0,1-14 0 31,1-5-368-31,1 2-96 0,0-4-32 0,3-2-14224 0</inkml:trace>
  <inkml:trace contextRef="#ctx0" brushRef="#br0" timeOffset="-192021.44">11940 9872 7359 0,'-2'0'656'15,"1"0"-528"-15,0 0-128 0,1 0 0 0,0 0 1248 0,0 1 224 16,-2 0 32-16,0 2 16 0,-1 2-48 16,1 1-16-16,-1 4 0 0,1 0 0 0,0 1-240 0,1 2-64 15,-1 0 0-15,1 2 0 0,0-1-112 0,0 0-16 16,0-1-16-16,-1 0 0 0,0-1-176 0,0 0-16 16,1-3-16-16,0-2 0 0,0-1-240 0,1-1-48 15,0-2-16-15,0 0 0 0,0-3-80 0,1-2-16 16,0-1 0-16,1 1 0 0,1-3 64 0,0-2 16 15,-1-3 0-15,2 1 0 0,0-2-480 0,-1-1 0 16,1 2 0-16,-1-2 0 0,1 0 0 0,-2 2-208 16,1-4 16-16,-1 2 0 0,1-1 192 0,-1 0-176 15,1-1 176-15,-1 2-160 0,2 0 160 0,1 3 0 16,-1 0 128-16,1 2-128 0,1 2 336 0,1 0 0 0,-1 2 0 0,2 1 0 16,-1 2 224-16,1 2 32 0,-8-2 16 15,0 0 0-15,0 0-224 0,0 0-32 0,32 36-16 0,-32-36 0 16,0 0-336-16,14 45 144 0,-14-45-144 0,5 33 0 15,-5-33 128-15,1 34-128 0,-1-34 0 0,-1 26 0 16,1-26 0-16,-2 24 0 0,1-15 0 16,0 0 0-16,0-3 0 0,1 0 0 0,1-3 0 0,0 0-11104 15,0-1-2336-15</inkml:trace>
  <inkml:trace contextRef="#ctx0" brushRef="#br0" timeOffset="-189816.95">12944 8712 3679 0,'0'0'320'0,"-1"-2"-320"0,2 2 0 0,-1-1 0 0,0 1 784 0,-1-1 96 15,1 1 16-15,-1-3 0 16,0 1 448-16,0-1 80 0,0 1 32 0,1 1 0 0,-1 0-80 16,1 1-16-16,0-2 0 0,1 2 0 0,0 0-208 0,1 2-32 15,0-2-16-15,0 1 0 0,1-1-96 0,1 1-32 16,2 1 0-16,-1-1 0 0,1 1-80 0,1 1 0 15,1 0-16-15,-8-3 0 0,0 0-112 0,0 0-32 16,33 20 0-16,-33-20 0 0,0 0-144 0,32 36-16 16,-32-36-16-16,0 0 0 0,31 55-128 0,-31-55-32 15,19 42 0-15,-19-42 0 0,15 42-160 0,-15-42-48 16,13 52 0-16,-13-52 0 0,12 55-64 0,-12-55 0 16,7 57-128-16,-7-57 192 0,2 60-192 0,-2-60 176 15,-3 58-176-15,-2-32 160 0,-3-1-160 0,-1 0 160 16,-1-3-160-16,-2-1 160 0,-2-2-160 0,-2 1 0 15,-1 1 0-15,-2 0-10576 16,0 0-2000-16</inkml:trace>
  <inkml:trace contextRef="#ctx0" brushRef="#br0" timeOffset="-189236.76">13482 9090 4607 0,'-1'0'400'0,"1"0"-400"0,0 0 0 0,0 0 0 16,0 0 1344-16,0 0 192 0,0 0 48 0,0 0 0 16,1 0 704-16,0-2 144 0,2 2 16 0,-1-1 16 15,3 1-448-15,1 0-96 0,1 0 0 0,0-2-16 16,4 1-448-16,-1-1-96 0,2 2-16 0,0-2 0 15,1 0-512-15,0 0-96 0,0 1-32 0,-1-1 0 16,-1 0-384-16,0 1-96 0,-1-1-16 0,0 1 0 16,-2 0-208-16,0-2 0 0,0 1 0 0,-3-1 0 15,1 3-656-15,-1-2-176 0,-1 1-48 0,0 0-13424 16</inkml:trace>
  <inkml:trace contextRef="#ctx0" brushRef="#br0" timeOffset="-188991.52">13529 9210 5119 0,'-1'2'0'0,"0"-1"224"0,0 1-64 0,0-1-16 0,1-1-144 0,0 2 0 16,0-2 0-16,0 0 0 0,1 2 2096 0,0-2 384 15,1 2 80-15,1-2 0 0,2 0-304 0,0-2-64 16,2 0-16-16,1-1 0 0,0 1-480 0,2-1-96 16,2 1-32-16,1-2 0 0,0 1-608 0,0-2-112 0,0 3-16 15,-1-3-16-15,0 2-464 0,-2 1-96 0,0 1 0 0,-1 0-16 16,0 1-240-16,-1-2-256 0,-1 2 48 0,1 0-9072 16,-2 0-1792-16</inkml:trace>
  <inkml:trace contextRef="#ctx0" brushRef="#br0" timeOffset="-188636.82">14131 8999 13823 0,'0'-2'608'0,"0"0"128"0,0 1-592 0,0 1-144 15,1 0 0-15,-1 0 0 0,0 0 1584 0,1 1 272 16,0 1 64-16,0 0 16 0,1 3 160 0,-2-5 16 16,0 0 16-16,0 0 0 0,12 43-928 0,-12-43-192 15,5 40-48-15,-5-40 0 0,5 53-320 0,-5-53-80 16,2 58-16-16,-2-58 0 0,-1 60-208 0,1-60-32 15,-3 56-16-15,3-56 0 0,0 43-288 0,0-43 0 16,1 36 0-16,-1-36 0 0,0 0 0 0,5 41 0 16,-5-41 0-16,0 0 0 15,0 0-816-15,0 0-64 0,0 0-16 0,0 0 0 16,0 0-1568-16,0 0-320 0</inkml:trace>
  <inkml:trace contextRef="#ctx0" brushRef="#br0" timeOffset="-188315.55">14128 9068 6447 0,'0'-2'576'0,"0"-1"-576"0,1 3 0 0,0-2 0 16,0 2 1408-16,0-2 160 0,1 1 32 0,1-3 16 16,1-1 672-16,3-2 128 0,0 2 16 0,2-2 16 15,3 0-768-15,-1 1-144 0,1-2-48 0,0 2 0 0,1 0-656 0,0-1-144 16,2 2-32-16,-2 0 0 0,1 3 0 0,0 2 0 15,-1 0 0-15,-13 0 0 0,0 0-320 0,0 0-64 16,37 26-16-16,-37-26 0 0,0 0-128 0,0 0-128 16,15 48 144-16,-15-48-144 0,-3 28 256 0,-2-16-64 15,-2 2 0-15,0-2 0 0,-1 1 96 0,-2 0 16 16,0-3 0-16,-1 1 0 0,0-1-48 0,-1-1-16 16,-1-1 0-16,1 1 0 0,0-2-96 0,0 0-16 15,1-2 0-15,0-3 0 0,3 0-128 0,1-1 0 16,0-1 0-16,2-1 0 15,2-1-640-15,2-2-144 0,0-1-48 0,2 0-14096 0</inkml:trace>
  <inkml:trace contextRef="#ctx0" brushRef="#br0" timeOffset="-187974.7">14503 9045 1839 0,'4'-1'160'0,"-2"1"-160"0,1-2 0 0,-1 2 0 15,-1 0 688-15,0 0 96 0,0-2 32 0,1 2 0 16,1-3 400-16,1 1 64 0,1-3 32 0,-1 3 0 16,2-3-288-16,-2 2-64 0,-1-1-16 0,1 0 0 15,-1 1 208-15,-1-2 64 0,0 3 0 0,-2-3 0 16,1 2 208-16,-1-1 48 0,0 2 16 0,-1 0 0 16,1 1-64-16,-2 1-16 0,-1 0 0 0,-1 3 0 15,0 0-352-15,0 0-80 0,-3 5-16 0,0-1 0 0,-2 4-368 0,-2 2-80 16,-1 4 0-16,-1 3-16 15,0 2-16-15,1 2 0 0,0 2 0 0,2 2 0 0,2 0-48 0,1-2-16 16,7-26 0-16,-6 46 0 0,6-46 176 0,0 40 48 16,0-40 0-16,0 0 0 0,11 42-336 0,-11-42-64 15,0 0-16-15,0 0 0 0,27 41-224 0,-27-41 0 16,0 0 0-16,0 0 0 16,35 23-528-16,-35-23-160 0,0 0-16 0,29 5-10496 15,-21-5-2112-15</inkml:trace>
  <inkml:trace contextRef="#ctx0" brushRef="#br0" timeOffset="-187520.77">14700 9147 6447 0,'-2'-1'576'0,"1"-1"-576"0,1 0 0 0,0 2 0 15,0-2 1600-15,0 1 224 0,1 1 32 0,1 0 16 16,1-2 1008-16,1-1 208 0,2-1 48 0,2 1 0 16,0 1-1344-16,1-3-272 0,2 3-48 0,-1 0-16 15,1 0-560-15,0 1-128 0,0 1 0 0,1 0-16 16,-1 1-176-16,1 1-48 0,-12-2 0 0,0 0 0 16,30 6-144-16,-30-6-48 0,0 0 0 0,0 0 0 15,0 0-112-15,35 18-32 0,-35-18 0 0,0 0 0 16,0 0-64-16,0 0-128 0,0 0 176 0,0 0-176 0,0 0 144 0,2 44-144 15,-6-36 0-15,-3 1 144 0,0 1-144 0,-3 1 160 16,1 1-160-16,-1 0 160 0,-1 1-160 0,-1 2 0 16,0 2 0-16,-2-3 128 0,1 3-128 0,2-3 0 15,1-2 0-15,4 0 0 0,1-3 0 0,3 0 0 16,2-9 0-16,0 0 0 0,0 0 0 0,0 0 0 16,0 0 0-16,14 39 0 0,-14-39 0 0,0 0 0 15,0 0 0-15,37 12 0 0,-27-10 0 0,1-2 0 16,0 0 0-16,0 0 0 0,-2 0 0 0,2 0 0 15,0 0 0-15,-1-3 128 0,0 1-128 0,-1 1 0 16,0 0 0-16,-3-3 0 0,1 1-320 0,-3 0 0 16,2 1 0-16,-2-2 0 15,-2 1-1088-15,1 0-224 0,-1 1-32 0,-1-2-12672 0</inkml:trace>
  <inkml:trace contextRef="#ctx0" brushRef="#br0" timeOffset="-187286.48">14657 9286 19343 0,'-2'0'848'0,"1"0"192"0,1 0-832 0,-1 0-208 0,1 0 0 0,1 0 0 16,0-1 2128-16,1 0 384 0,1 1 80 0,2-2 16 16,3-1-272-16,1-1-48 0,3 1-16 0,1 1 0 15,2-1-1200-15,1 1-240 0,2-1-64 0,1 0 0 16,0 2-464-16,0-1-112 0,0-1 0 0,1 1-16 0,-1 2-176 0,0-1 0 15,-2-1 0-15,1 2 0 0,-1-2 0 0,0 2 0 16,-2-2 0-16,-1 2 0 16,-2-2-1296-16,-1 1-144 0</inkml:trace>
  <inkml:trace contextRef="#ctx0" brushRef="#br0" timeOffset="-184980.13">15334 9146 11583 0,'0'0'1024'0,"-1"0"-816"16,1 0-208-16,0 0 0 0,1 0 0 0,-1 0 0 15,-1 0 0-15,1 0 0 0,0 0 0 0,0 0 0 16,-1 0 0-16,1 0 0 0,0 0 0 0,0 0 0 15,-1 0 0-15,1 0 0 0,0 0 0 0,0 0 0 0,-1 0 0 0,1 0 0 16,-1 0 0-16,1 0 0 0,-1 0 0 0,1 0 0 0,-1 0 0 0,1 0 0 16,-1 0 0-16,1 0 0 0,0 0 0 0,0 1 0 15,0-1 0-15,0 0 0 0,-1 0 0 0,1 1 0 16,-1-1 0-16,1 0 0 0,-1 1 0 0,1 1 0 16,0-2 0-16,0 0 0 0,0 0 0 0,0 0 0 15,0 0 0-15,0 0 0 0,0 1 0 0,0 1 0 16,-1-2 0-16,1 0 0 0,0 0 0 0,0 0 0 15,0 0 0-15,0 0 0 0,0 0 0 0,0 0 0 16,0 0 0-16,0 0 0 0,0 0 0 0,0 0 0 16,-1 2 0-16,1-2 0 0,0 0 0 0,0 0 0 15,-1-2 0-15,1 2 0 0,0 0 0 0,0 0 0 16,-1 0 0-16,1 0 0 0,-1 0 0 0,1 0 0 16,-1 0 0-16,1 0 0 0,-1 0 0 0</inkml:trace>
  <inkml:trace contextRef="#ctx0" brushRef="#br0" timeOffset="-183536.04">15335 9070 5519 0,'0'0'496'0,"0"-2"-496"0,0 2 0 0,0 0 0 15,0 0 864-15,-1 0 80 0,1 0 16 0,0-1 0 16,-1 0 400-16,1 1 96 0,0 0 16 0,-1-2 0 16,1 2 0-16,-1-1 0 0,1 1 0 0,0 0 0 15,0 0-64-15,-1 0 0 0,1 1 0 0,0 1 0 16,0-2-368-16,0 1-80 0,0 0 0 0,0-1-16 16,2 2 608-16,-1 1 128 0,0-1 32 0,0-1 0 15,1 3-1712-15,-1-2-432 0,3 0-32 0,0 1-16 0,-1 0 720 0,1-1 144 16,2 0 16-16,0 0 16 0,1 1 96 0,0-1 32 15,1-1 0-15,-1 1 0 0,1 0-96 0,0-2 0 16,0 2-16-16,1 1 0 0,-1-1-112 0,-1-1 0 16,2 1-16-16,-2 0 0 0,1 0-144 0,-2 0-32 15,1-2 0-15,0 3 0 0,0-2-128 0,0 0 0 16,-1 0 0-16,1-1 128 0,-2 0-128 0,1 0 0 16,0 0 0-16,-1-1 128 0,1 1-128 0,-2-1 0 15,1 0 0-15,0 1 0 0,-2 0 0 0,2 0 0 16,-1 0 0-16,-2 0 0 0,1 0 0 0,-1 0 0 15,-1 0 0-15,1 0 0 0,-1 0 0 0,-1 1 0 16,1 0 0-16,-1 0 0 0,0 1 0 0,-1-2 0 0,0 2 0 0,0-2 0 16,0 2 0-16,-1 1 0 15,0-1 0-15,-1-1 0 0,2 3 0 0,-2-2 0 0,0 1 0 0,0 0 0 16,1 1 0-16,-2 0 0 0,0 1 0 0,-1 2 0 16,1-1 0-16,-1 2 0 0,0 0 0 0,-3-1 0 15,1 2 0-15,-2 1 0 0,0-3 0 0,-1 2 0 16,-1-1 0-16,-2 1 0 0,-1 3 0 0,0-3 0 15,0 1 0-15,-1 0 0 0,-1 1 0 0,2 1 0 16,1-3-1120-16,1 1-96 0,1 0-32 0,2-4-9584 16,4 2-1920-16</inkml:trace>
  <inkml:trace contextRef="#ctx0" brushRef="#br0" timeOffset="-182225.52">15989 8890 2751 0,'-1'0'256'0,"0"0"-256"16,0 0 0-16,1 0 0 0,-1 0 688 0,1 0 80 15,0 2 32-15,-2-2 0 0,-1 0 688 0,1 3 144 16,1-3 32-16,-1 0 0 0,1 1-32 0,0-1 0 16,1-1 0-16,-1 1 0 0,0 0-384 0,1 0-80 15,0 0-16-15,-1 0 0 0,1 0-288 0,0 0-64 0,-1 0-16 16,1 0 0-16,-1 0-144 0,0 1-16 0,0 0-16 0,-1-1 0 16,2 1-160-16,-1 1-48 0,0-2 0 0,0 1 0 15,0 0 80-15,-1-1 16 0,1 0 0 0,0 0 0 16,0 0-32-16,0 2 0 0,0-2 0 0,1 0 0 15,0 0-32-15,0 0-16 0,0 0 0 0,0 0 0 16,0-2-48-16,0 2-16 0,0 0 0 0,1-1 0 16,1 0-80-16,0 1-16 0,0-2 0 0,2 0 0 15,-1 1-64-15,1-2 0 0,1 1-16 0,-1 0 0 16,2 0 80-16,-1 0 0 0,2 1 16 0,-1-3 0 16,1 3 16-16,-2 1 0 0,3-2 0 0,-3 2 0 15,2 0-96-15,-2 0 0 0,0 0-16 0,1 2 0 0,-2-2-32 16,2 0 0-16,-1 0 0 0,1 0 0 0,0 0-144 0,-1 1 192 15,1 1-192-15,-2 0 192 0,0-1-192 0,0 1 0 16,-1 0 0-16,0 0 0 0,-1 1 0 0,0 0 0 16,1 1 0-16,-1-2 0 0,-1 1 0 0,-1 1 0 15,1 1 0-15,0-3 0 0,0 3 0 0,0-2 0 16,-1 0 0-16,0 0 0 0,0 0 0 0,0-1 0 16,0 1 0-16,0-1 0 0,0 0 0 0,-1-1 0 15,0 1 0-15,1 0 0 0,-1 1 0 0,0-3 0 16,1 2 0-16,-2 0 0 0,1 0 0 0,-2-1 0 15,1 2 128-15,-1-1-128 0,1 1 0 0,-2 0 0 16,1 0 0-16,-3 2 0 0,2-1 0 0,-3 2 0 0,3-1 0 16,-3-1 0-16,1 1 0 0,-1-1 0 15,-1 3 0-15,-1-1 0 0,-1 0 0 0,1 0 0 0,0 0-144 16,0-1 144-16,0 0-192 0,1-1 32 0,0 1 0 0,0-1 0 16,2 1 0-16,-1-2 0 0,1 1 0 0,0-1 0 15,1 2 160-15,2-3-128 0,-1 0 128 0,0-2-128 16,2 2 128-16,1-1 0 0,-1 1 0 0,0-1 0 15,1 1 0-15,0-2 0 0,0 0 0 0,1 0 0 16,0 2 0-16,0-2 0 0,1 0 0 0,-1 0 0 16,1 0 0-16,0 0 0 0,1 0 0 0,0 0 0 15,-1-2 0-15,2 2 0 0,1 0 0 0,0 0 0 16,0-2 0-16,1 1 144 0,1 1-144 0,2-2 0 16,-1 1 224-16,1-1-64 0,1 1-16 0,-1 0 0 15,1-1 48-15,0 0 16 0,0-1 0 0,0 0 0 16,-1 1-48-16,0 0-16 0,1 0 0 0,-1-1 0 0,-1 3-144 0,0-3 192 15,-1 1-192-15,-1 2 192 0,0-1-192 0,-3 0 0 16,2 1 0-16,-1 0 128 0,-1 0-128 0,0 0 0 16,-1 0 0-16,1 0 0 0,0 0 0 0,-1 0 0 15,1 0 0-15,0 0 0 0,0 0-160 0,-1 0-16 16,2 0 0-16,0 0 0 16,0-2-1216-16,1 2-240 0,0 0-48 0,2-2-16 15,-2 1-1552-15,1-1-304 0</inkml:trace>
  <inkml:trace contextRef="#ctx0" brushRef="#br0" timeOffset="-181847.17">16358 9014 2751 0,'0'0'256'0,"0"-2"-256"0,1 2 0 0,-1 0 0 16,0 0 1920-16,0 0 320 0,1 0 80 0,-1 0 16 15,1 2 1264-15,-1-2 256 0,1 2 48 0,0-2 16 16,-1 2-1072-16,1 0-224 0,-1 1-32 0,0 0-16 15,0 1-1104-15,1-1-240 0,-1 2-32 0,1-1-16 0,1-1-720 0,0 1-144 16,0 1-16-16,0-3-16 0,-2-2-288 0,0 0 128 16,0 0-128-16,0 0 0 0,0 0 0 0,0 0 0 15,27 11 0-15,-23-12 0 16,-1 1-576-16,1 0-160 0,-1-2-32 0,1 1-16224 16</inkml:trace>
  <inkml:trace contextRef="#ctx0" brushRef="#br0" timeOffset="-180626.18">16629 8883 2751 0,'0'-2'256'0,"-1"0"-256"0,0 1 0 0,0-1 0 16,1 2 928-16,0-1 144 0,0 1 16 0,0-1 16 15,-1-1 784-15,0 1 160 0,1-1 16 0,-1 0 16 16,0 1-672-16,-1 1-144 0,1 1-32 0,-1 1 0 16,1 0-528-16,0 1-96 0,-1-1-32 0,-1 1 0 15,1 1 80-15,-1 2 16 0,1 0 0 0,0 1 0 16,-1 1 80-16,-1-1 16 0,1 2 0 0,1 0 0 16,-1-2-192-16,-1 3-16 0,1-3-16 0,2-1 0 15,-1 0 48-15,1-1 16 0,1 0 0 0,0 2 0 16,0-3-160-16,2-1-48 0,0 1 0 0,1-3 0 15,2 1-80-15,-1-2 0 0,3 0-16 0,-2-2 0 0,2 1 96 0,-1 1 32 16,2-2 0-16,-1-1 0 0,1 1-224 0,-1 0-32 16,1 0-16-16,0-1 0 0,-1-1-160 0,1 1 0 15,-2 1 0-15,1-3 128 0,-1 2-128 0,0-1 0 16,-1 0 0-16,0 0 0 0,1 0 0 0,-3-3 0 16,2 2 0-16,-1-2 0 0,-2 0 0 0,1 0 0 15,-1 0 0-15,-2 0 0 0,0 0 0 0,-1 1 0 16,-1 0 0-16,-1 1 0 0,-2 0-128 0,-1 1 128 15,0 1 0-15,-2 0 0 0,2 1 0 0,-1 0 0 16,0 2-144-16,0 1 144 0,1 0-224 0,0 1 16 16,2-1 0-16,0 1 0 0,0 1 0 0,2-1 0 15,0-1 0-15,0 0 0 16,2 1-880-16,-1-2-160 0,2 1-32 0,0 1-7728 16,1-2-1536-16</inkml:trace>
  <inkml:trace contextRef="#ctx0" brushRef="#br0" timeOffset="-180146.4">16898 8843 7359 0,'1'-3'320'0,"0"1"80"0,0 2-400 0,-1-1 0 0,1 0 0 0,-1 1 0 16,1 0 1424-16,0-2 208 0,1 0 32 0,0 1 16 15,1-2 256-15,2 0 48 0,0 0 16 0,-1 0 0 16,2 3-416-16,-2-2-96 0,1 0-16 0,0 1 0 16,0 1-256-16,1 0-64 0,-1 0-16 0,1 0 0 0,1 1-288 0,-1 1-48 15,1 0-16-15,-2 1 0 0,2-1-304 0,-2 0-64 16,1 0-16-16,-1 1 0 0,1-1-80 0,-2 1 0 16,1-1-16-16,-1 3 0 0,0-3-80 0,-1 1-16 15,-1 1 0-15,0-2 0 0,0 4-80 0,-2-3 0 16,0 0-128-16,-1 2 192 0,0-1-192 0,-2 0 176 15,-1 3-176-15,-1-3 160 0,-1 2-160 0,0 0 0 16,-1-1 0-16,0 2 128 0,-1 0-128 0,-2 0 0 16,0 0 144-16,1 0-144 0,0 1 0 0,0-2 0 15,2 0 0-15,0 0 0 0,3-1 0 0,1 0 0 16,0 0 0-16,2-3 0 0,1 1 0 0,1-1 0 16,1 0 0-16,1-2 0 0,-1 0 0 0,2 0 128 15,2-1-128-15,0 0 0 0,2-1 160 0,0 0-32 0,1-1-128 0,2 1 192 16,-1-1 64-16,2 1 16 0,0 0 0 0,0 1 0 15,0-1-144-15,-1-1-128 0,2 1 192 0,-3 1-192 16,0 0 0-16,-1-1 0 0,0 2 0 0,-2-3 0 31,1 3-416-31,-3 0-96 0,1 0 0 0,-2 0-10688 0,-1 0-2112 0</inkml:trace>
  <inkml:trace contextRef="#ctx0" brushRef="#br0" timeOffset="-178564.64">17299 8916 2751 0,'-1'0'256'0,"1"0"-256"16,0 0 0-16,-1 0 0 0,1 0 800 0,0 0 112 16,0 0 32-16,0 0 0 0,0 0 848 0,-1 0 160 15,2 0 32-15,-1 0 16 0,0 0-256 0,1 0-48 16,0 0-16-16,1 0 0 0,0 0-320 0,1 0-64 15,1 0-16-15,1 0 0 0,0 0 0 0,1-2-16 16,1 2 0-16,1 0 0 0,0 0-192 0,0 0-48 0,2-2 0 0,-2 2 0 16,0-2-224-16,1 1-48 0,0 1-16 0,-1-2 0 15,0 0-224-15,-1 1-64 0,1-1 0 0,-3 2 0 16,1-1-192-16,-2 0-32 0,0 1-16 0,-1 0 0 16,0 0-208-16,-1 0 128 0,0 0-128 0,1 0 0 15,-1 0 0-15,0 0 0 0,0 0 0 0,0 0 0 16,1 0-288-16,0 0-48 0,0 0-16 0,1 0 0 15,-1-2-1888-15,1 2-368 16</inkml:trace>
  <inkml:trace contextRef="#ctx0" brushRef="#br0" timeOffset="-178075.55">17644 8838 3679 0,'1'0'160'0,"0"-1"32"0,0 0-192 0,-1 1 0 15,1 0 0-15,-1 0 0 0,1 0 1920 0,0-2 320 16,0 2 80-16,1 0 16 0,1-1 576 0,1 0 112 16,-1 1 32-16,0-1 0 0,1 1-784 0,1 0-160 15,-1-2-16-15,2 1-16 0,0-1-768 0,1 1-160 16,0 0-16-16,2-1-16 0,-1 0-496 0,-1 1-112 15,2 1 0-15,-2 0-16 0,1 1-192 0,-1 1-48 16,1 0 0-16,0 0 0 0,-1 3-112 0,0-2-16 0,-1 1-128 0,1-2 192 16,-2 3-192-16,1-2 128 0,-2 0-128 15,1 0 0-15,-1 1 128 0,-1 0-128 0,1-2 0 0,-2 3 0 16,2-2 0-16,-2 1 128 0,-1 1-128 0,-1 2 0 16,0-3 0-16,-2 4 0 0,0-3 0 0,-1 4 0 15,3-9 0-15,0 0 0 0,-14 24 0 0,8-17 0 16,-1 1 0-16,-1 1 0 0,0-2 0 0,0 2 0 15,2-2 0-15,-2 0 0 0,1 1 0 0,0-2 0 16,2 2 0-16,-1-2 0 0,1 0 0 0,3 0 0 16,0-1 0-16,1 0 0 0,2-3 0 0,1 1 0 15,2-1 128-15,3-2-128 0,2 0 0 0,2-2 0 16,2 0 384-16,1-1-32 0,2 1 0 0,0-1 0 16,-2-1-80-16,2 1-16 0,1-1 0 0,0-1 0 0,-1 1-128 0,0 1-128 15,-1 0 144-15,-1 1-144 0,-2-1 0 0,-2 3 0 16,-2 0 0-16,-2 0-12000 15,0 1-2464-15</inkml:trace>
  <inkml:trace contextRef="#ctx0" brushRef="#br0" timeOffset="-174764.67">15875 9305 9263 0,'-3'0'832'0,"1"0"-672"0,1 1-160 0,0 1 0 0,1-2 0 0,0 0 0 15,-1 0 0-15,1 0 0 0,-1 0 0 0,0 0 0 16,0 0 0-16,0 0 0 0,0 0 0 0,1 0 0 16,0 0 624-16,-1 0 208 0,0 0 64 0,0 0 32 15,0 0-96-15,0 0-32 0,0 0 0 0,0 0 32 16,0 0-160-16,0 0-32 0,0 0-16 0,0 0 32 16,0 0-16-16,1 2-16 0,-1-2 0 0,1 0 32 15,0 0-48-15,0 0-16 0,1 0 0 0,-1 0 48 16,0 0-16-16,0 0 0 0,0-2 0 0,0 2 32 15,1 0-192-15,0 0-32 0,0 0-16 0,0 0 32 16,2 0 192-16,-1 0 32 0,1-2 16 0,0 1 32 0,2 1-80 0,1-2-32 16,0 2 0-16,0-2 32 0,0 1-208 0,1-1-48 15,0 2-16-15,0 0 32 0,1-1-224 0,0 1-48 16,0 0-128-16,1 0 240 0,-1 0-112 0,0 0-128 16,2 0 176-16,-1 1-32 0,0-1 16 0,1 0 0 15,-1 0 0-15,0 0 32 0,1 0 48 0,-1 0 0 16,0 0 0-16,-1-1 0 0,3 0-48 0,-2 1-16 15,0-3 0-15,0 1 0 0,2 2 32 0,-2-3 16 16,-1 1 0-16,1 1 0 0,2 0-32 0,-2-1 0 16,1-1 0-16,0 1 0 0,1 2-48 0,1-2-16 15,0 1 0-15,0 1 0 0,1 0-128 0,1-2 160 16,-1 4-160-16,2-4 160 0,0 2-32 0,0-2 0 16,-1 2 0-16,0-3 0 0,1 3 0 0,0-2 0 15,-2-1 0-15,1-1 0 0,-1 2 0 0,0 0 0 0,0 1 0 16,-1-2 0-16,1 1-128 0,0 0 192 0,-1 0-192 0,0-1 192 15,0 1-192-15,0 2 0 0,-1-3 0 0,0 1 128 16,1 2-128-16,-1-1 0 0,0 1 0 0,0-1 0 16,1 1 0-16,-1 0 0 0,1 1 128 0,-1-1-128 15,0 1 0-15,1-1 0 0,-1 0 0 0,1 2 0 16,1-2 0-16,-1 0 0 0,2-2 0 0,-1 2 0 16,1-1 0-16,0 0 0 0,0 1 0 0,0-3 0 15,0 1 0-15,-1 0 0 0,0 1 0 0,0-1 0 16,0 0 0-16,0 0 0 0,0 2 0 0,-1-3 0 15,-1 1 0-15,1 1 0 0,0-1 0 0,0 2 128 16,0-2-128-16,0 2 192 0,1-2-192 0,0 2 192 16,1-2-192-16,-1 1 0 0,1 1 144 0,0-2-144 0,0 2 0 0,-1-2 0 15,2 1 0-15,-1-1 128 0,1 1-128 16,-1 0 0-16,2-1 0 0,0 1 0 0,1-1 0 0,-2 0 0 16,2 1 0-16,-2-1 0 0,-1 2 0 0,0-1 0 15,0 0 0-15,1-1 0 0,1 0 0 0,0 1 0 16,1-1 0-16,-1 2 0 0,1-3 0 0,-1 3 0 15,1-2 0-15,1 0 0 0,-2 0 0 0,1 1 0 16,1-1 0-16,-2-1 0 0,1 1 0 0,1 1 0 16,0 0 0-16,0-3 0 0,-1 3 0 0,1-2 0 15,2 1 0-15,-1 0 128 0,0-3-128 0,0 3 0 16,-1-1 0-16,1 0 0 0,2 0 128 0,2 0-128 16,-2 0 160-16,1 1-160 0,0 0 176 0,-2 0-176 0,0 2 192 0,-1-3-192 15,1 3 128-15,0-2-128 0,-2 0 0 0,1 1 0 16,0-1 0-16,-3 2 0 0,2 0 0 0,-2 0 0 15,-2 0 0-15,2 0 0 0,-1 0 0 0,-1 0 0 16,-1 0 0-16,-1 0 0 0,0 2 0 0,-2-2-144 16,0 1-112-16,-2 1 0 0,-1-2-16 0,0 0 0 31,-2 2-1328-31,-1-1-272 0</inkml:trace>
  <inkml:trace contextRef="#ctx0" brushRef="#br0" timeOffset="-172393.47">16364 9486 3679 0,'2'-1'320'0,"-2"0"-320"0,0 1 0 0,0 0 0 16,0 0 832-16,1 0 112 0,0-1 16 0,-1 1 0 16,1-2 80-16,0 1 32 0,0 1 0 0,-1 0 0 15,1-2-144-15,-1 2-32 0,0 0 0 0,0 0 0 16,0 0-48-16,0 0-16 0,0-1 0 0,-1 1 0 0,1-1-32 0,0 1-16 16,0 0 0-16,0 0 0 0,0 0-128 0,0-2-16 15,0 2-16-15,0-2 0 0,0 2-176 0,0-1-48 16,0 1 0-16,0 0 0 0,0 0 32 0,1 0 0 15,-1 0 0-15,0 0 0 0,0 0-96 0,0-2-16 16,0 2 0-16,0 0 0 0,0 0-112 0,0 0-16 16,0 0-16-16,0 0 0 0,0 0-176 0,1 0 160 15,-1 2-160-15,0-2 160 0,0 0-160 0,0-2 0 16,0 4 0-16,0-2 128 0,0 0-128 0,0 0 0 16,0-2 0-16,1 2 0 0,-1 0 0 0,1 0 0 15,-1 0 0-15,0 0 0 0,0 2 0 0,0-2 0 16,0 0 0-16,0 0 0 0,0 0 0 0,1 0 0 15,-1-2 0-15,0 2 0 0,0 2 0 0,0-2 0 16,0 0 0-16,0 0 0 0,0 0 0 0,0 0 0 0,0 0 0 0,0 0 0 16,0 0 0-16,1 0 0 0,-1 0 0 0,0 0 0 15,0 0 0-15,0 0 0 0,0 1 128 0,0-1-128 16,0 2 128-16,0-2-128 0,0 0 128 0,0 0-128 16,0 0 0-16,0 0 128 0,0-2-128 0,1 2 0 15,-1 0 0-15,0 0 128 0,0 0-128 0,0 0 0 16,0 0 0-16,1 2 128 0,-1-2-128 0,0 0 0 15,0 0 128-15,1 0-128 0,-1 0 0 0,1 0 128 16,-1 0-128-16,1 0 0 0,-1 0 144 0,1 0-144 16,-1 0 128-16,1 0-128 0,0 0 160 0,-1 0-160 15,1 0 192-15,-1 0-48 0,0 0-16 0,0 0 0 16,0 0 0-16,0 0 0 0,0 0 0 0,0 0 0 0,0 0-128 0,0 0 160 16,0 2-160-16,0-2 160 0,0 0-32 0,0 0 0 15,-1 1 0-15,1 0 0 0,0 1 16 0,-1-2 0 16,0 1 0-16,0 1 0 0,0 0 32 0,0 1 0 15,0-1 0-15,-1 3 0 0,0 0 16 0,0-1 0 16,1 4 0-16,-3 1 0 0,4-9 112 0,0 0 16 16,-9 32 16-16,9-32 0 0,-9 26-32 0,9-26-16 15,-8 25 0-15,3-15 0 0,5-10 16 0,-8 21 0 16,8-21 0-16,0 0 0 0,0 0 16 0,-9 35 16 16,8-29 0-16,1 0 0 0,1-1-128 0,0-3-16 15,1 1-16-15,1-1 0 0,1-2 16 0,1 0 0 16,0 0 0-16,2-2 0 0,0-1 0 0,0-1 16 15,3 0 0-15,-1-2 0 0,1 1-64 0,-1 1-16 16,2-4 0-16,-2 4 0 0,1-4-128 0,-1 2 0 16,3-2 0-16,-3 2 0 0,0-2 0 0,-1 2 0 0,2 0 0 0,-2-1 0 15,-1 2 0-15,1-2 0 0,-2-2 0 0,0 0 0 16,-1 1 0-16,-3-1 0 0,0-1 0 0,0 1 0 16,-1-3 0-16,-1 0 0 0,0 3 0 0,-3-1 0 15,0 0 0-15,-2 1 0 0,-1 0 0 0,1 1 0 16,-1 0 0-16,0 2 0 0,0 2 0 0,1-1 0 15,-1 2 0-15,1 1 0 0,2 4 0 0,-1-1 0 16,1 1 0-16,0 3 0 0,1-2 0 0,0 0 0 16,0 3-336-16,2-2 48 0,0 1 16 0,1 0 0 15,-1-5-1744-15,0 0-352 0</inkml:trace>
  <inkml:trace contextRef="#ctx0" brushRef="#br0" timeOffset="-172173.05">16724 9548 1839 0,'1'2'160'0,"-1"0"-160"15,1 0 0-15,0-2 0 0,0 2 1728 0,0-2 304 16,0 1 64-16,0 1 16 0,1 1 1120 0,-2-3 224 16,0 0 64-16,0 0 0 0,0 0-1008 0,0 0-192 15,0 0-32-15,28 37-16 0,-28-37-976 0,0 0-192 16,0 0-32-16,0 0-16 0,0 0-384 0,0 0-80 15,0 0-16-15,20 39 0 0,-19-35-432 0,1-3-144 16,-1 0 0-16,1 1-10656 16,0-1-2208-16</inkml:trace>
  <inkml:trace contextRef="#ctx0" brushRef="#br0" timeOffset="-171679.65">16992 9505 6623 0,'1'-3'128'0,"-1"-2"48"0,1 3 0 0,-1-1 16 0,0 3-192 0,0-2 0 16,0 2 0-16,0-2 0 0,0-1 2304 0,0 1 432 15,-1-1 80-15,-1 3 0 0,0-2-736 0,0 4-160 16,1-2-16-16,-2 3-16 0,-1 0-912 0,0 1-176 16,0 3-32-16,-1-2-16 0,0 5-144 0,-1-3-32 15,0 2 0-15,2 3 0 0,-1-4-64 0,0 3 0 16,0-2-16-16,0 3 0 0,1-2 256 0,4-10 48 16,0 0 16-16,0 0 0 0,-9 33-96 0,9-26-16 15,1-2 0-15,2 0 0 0,0-3-304 0,1 0-64 16,1-2-16-16,2 0 0 0,-1-1-16 0,1 0-16 15,2-4 0-15,0 0 0 0,0 1-96 0,1-3-32 16,0 2 0-16,-1-3 0 0,0 0-160 0,1-1 0 16,0 0 0-16,-3-2 0 0,1 2 0 0,-3 1 0 0,1-1 0 0,-2 2 0 15,-2-1 0-15,-1 1-144 0,-2-2 144 0,-1 1 0 16,-1 2-160-16,-2-2 160 0,-1 4-128 0,-2-1 128 16,0 0-144-16,0 3 144 0,-2 0-160 0,2 0 160 15,0 1-144-15,1 1 144 0,0 0-128 0,0 3 128 16,2-3-128-16,0 2 128 0,0-2-128 0,3 1 128 31,0 0-624-31,0 1-32 0,2-2-16 0,0 1-9936 0,1-1-1984 0</inkml:trace>
  <inkml:trace contextRef="#ctx0" brushRef="#br0" timeOffset="-171362.73">17244 9426 4607 0,'6'-4'192'0,"-2"1"64"0,-1 0-256 0,-1 1 0 16,-1 2 0-16,-1-1 0 0,1 1 1440 0,0-1 240 16,0 1 48-16,1-2 16 0,0 2 240 0,-2 2 64 15,0-1 0-15,-1 2 0 0,0 0-176 0,-2 3-16 16,3-6-16-16,0 0 0 0,-11 26-80 0,11-26-16 15,0 0 0-15,-15 42 0 0,15-42-480 0,-10 35-112 16,10-35 0-16,-10 33-16 0,10-33-224 0,0 0-32 16,-11 36-16-16,11-36 0 0,0 0-544 0,0 0-96 15,-6 35-32-15,4-29 0 0,1 0-192 0,0-1 0 16,1 0 0-16,0-3 0 16,0 0-896-16,0-2-112 0,0 0-16 0,1 0-15248 0</inkml:trace>
  <inkml:trace contextRef="#ctx0" brushRef="#br0" timeOffset="-170958.19">17419 9421 8287 0,'2'-2'368'0,"-2"-1"80"16,2 1-448-16,-1 2 0 0,0-1 0 0,-1 1 0 15,1-1 1520-15,0 1 208 0,0 0 64 0,1-2 0 16,0 0 160-16,0 2 32 0,-2-1 16 0,0 1 0 0,0 1-928 15,0 1-192-15,-2-2-48 0,-1 2 0 0,0 0-144 0,-1 3-48 16,1-2 0-16,-2 3 0 0,-1 0 0 0,1 1-16 16,-2 2 0-16,2 1 0 0,-3 2 32 0,8-12 16 15,-13 30 0-15,13-30 0 0,-14 31 16 0,14-31 0 16,-14 33 0-16,14-33 0 0,-10 26-48 0,10-26 0 16,0 0 0-16,0 0 0 0,-8 34-384 0,9-28-64 15,-1-6-32-15,0 0 0 0,0 0-160 0,0 0 128 16,26 12-128-16,-18-13 128 0,2-2 32 0,-2 0 0 15,2-2 0-15,0 3 0 0,0-3-160 0,-1-2 0 16,0 3 144-16,-1-4-144 0,-1 4 0 0,0-3 0 16,-1 2 0-16,-2-2 0 0,-2 0 0 0,0 0-192 15,-2 4 192-15,-2-2-192 0,1 0 48 0,-5 3 0 0,0 0 0 0,-4 2 0 32,0 0-576-32,-2 1-112 0,-1 2-32 0,-2 0 0 15,1 0 128-15,-1 1 32 0,2 1 0 0,0 0 0 16,1-1-576-16,2 1-96 0,1 0-32 0,2-3-11232 0</inkml:trace>
  <inkml:trace contextRef="#ctx0" brushRef="#br0" timeOffset="-170299.73">18367 9021 1839 0,'1'-4'160'0,"0"1"-160"0,0 0 0 0,0 1 0 16,0-1 1744-16,-1 3 320 0,0-2 64 0,1 1 16 15,0-2-608-15,1-2-112 0,0 1-16 0,-1 1-16 16,0-2 128-16,0 2 16 0,0 1 16 0,0 0 0 15,0-1-320-15,-1 3-64 0,1 0-16 0,1 0 0 0,-1 0 64 0,1 0 0 16,0 0 0-16,2 3 0 0,1-1 32 0,0 0 16 16,3 3 0-16,-8-5 0 0,21 12-48 0,-21-12 0 15,28 14 0-15,-28-14 0 0,31 18-384 0,-31-18-96 16,34 21-16-16,-34-21 0 0,32 26-368 0,-32-26-80 16,30 32-16-16,-30-32 0 0,25 43-96 0,-25-43-32 15,16 45 0-15,-16-45 0 0,4 43-128 0,-4-43 0 16,-8 41 144-16,8-41-144 0,-22 40 0 0,3-22 0 15,-4 2 0-15,-5-2 128 0,-4 4-128 0,-6-1 0 16,-4 0 0-16,-7 3-18528 0</inkml:trace>
  <inkml:trace contextRef="#ctx0" brushRef="#br0" timeOffset="-168722.31">6295 11098 3679 0,'-1'0'320'15,"1"0"-320"-15,0 0 0 0,0 2 0 0,0-2 688 16,0 0 64-16,0 0 16 0,1 2 0 0,-1 1 912 0,1 0 192 16,1 1 48-16,0-2 0 0,0 1-208 0,1-1-48 15,1 0 0-15,1-2 0 0,0 0-128 0,1 0-16 16,1-2-16-16,1 0 0 0,2-1-64 0,-2 1-16 15,3-2 0-15,0 1 0 0,-11 3-336 0,25-5-80 16,-25 5-16-16,28-7 0 0,-28 7-384 0,32-7-80 16,-32 7-16-16,32-5 0 0,-32 5-304 0,31-6-64 15,-17 3-16-15,0 0 0 0,-1-1-128 0,-2 1 0 16,0 1 0-16,-2-3 0 0,0 2 0 0,-1 1 0 16,-1 1 0-16,-2 0 0 0,0-1-368 0,-2 2 0 15,-2 0 0-15,0 0-9968 16,0 2-2000-16</inkml:trace>
  <inkml:trace contextRef="#ctx0" brushRef="#br0" timeOffset="-168443.47">6409 11269 7359 0,'-6'4'320'0,"2"-1"80"16,0-1-400-16,3-1 0 0,0 0 0 0,0-1 0 15,1 2 1968-15,-1-2 304 0,-1 3 64 0,0-1 16 16,1 1 416-16,1-2 96 0,0 0 16 0,2 1 0 16,0-1-976-16,2 1-192 0,0-2-48 0,2 2 0 0,0-2-624 15,3 0-128-15,-1 0-16 0,2 0-16 0,1-2-336 0,0-1-64 16,1 0-16-16,0-1 0 0,-2 0-304 0,0 0-160 16,1-2 160-16,-1-1-160 0,0 2 0 0,-2-2 0 15,-1 2 0-15,1 0 0 16,0-1-944-16,1-2-176 0,-1 1-32 0,1 0-16 15,-1 0-2032-15,1 2-384 0</inkml:trace>
  <inkml:trace contextRef="#ctx0" brushRef="#br0" timeOffset="-167290.7">6407 11334 5519 0,'0'-2'496'0,"0"0"-496"15,0 2 0-15,0-2 0 0,0 0 1248 0,0 1 160 16,0-4 16-16,0 1 16 0,0-4 864 0,0 0 160 16,0 2 32-16,0-1 16 0,-1 2-656 0,-1 2-128 15,-1 0-16-15,1 0-16 0,-1 3-480 0,1 0-112 16,-1 0-16-16,-1 1 0 0,0 1-352 0,1 0-80 16,-1 2-16-16,0-1 0 0,1 2-352 0,0-3-80 15,0 3-16-15,0-2 0 0,1 1-192 0,0-2 176 16,1 0-176-16,0-1 160 0,0 1-32 0,0-2-128 15,1 0 192-15,0 0-64 0,0 0 320 0,0-3 48 16,1 3 16-16,0-2 0 0,1 1 0 0,-1 0 16 16,2-1 0-16,0-1 0 0,1 1-160 0,0 2-48 0,3-2 0 0,-2 1 0 15,3 1-128-15,0 0-16 0,0 0-16 0,-8 0 0 16,0 0-32-16,0 0-128 0,43-2 192 0,-43 2-64 16,0 0-128-16,34-2 160 0,-25 0-160 0,1 1 160 15,1-4-32-15,-1 2 0 0,1-2 0 0,-1 0 0 16,-2 2 48-16,1-4 0 0,0 2 0 0,-1 0 0 15,-1 0-176-15,0 2 160 0,-1-2-160 0,0 2 160 16,0 0-160-16,-1 1 0 0,-1 0 0 0,-1 2 128 16,-1 0-128-16,1 0 0 0,-2 0 0 0,0 2 0 15,0-2 0-15,-1 2 0 0,0 1 0 0,0-1 0 16,-1 1 0-16,0-1 0 0,0 0 0 0,0 0 0 16,0 1 0-16,0-3 0 0,0 2 0 0,0-1 0 0,0-1 0 0,1 2 0 15,-1-2 0-15,1 0 0 0,-1 0 0 0,1 0 0 16,-1 0-144-16,1 0 144 15,-1 0-672-15,0 0-80 0,0 0-16 0,-1 0-16640 16</inkml:trace>
  <inkml:trace contextRef="#ctx0" brushRef="#br0" timeOffset="-166442.59">6614 10920 4607 0,'-3'-2'400'0,"0"0"-400"0,1 1 0 0,0 1 0 16,1 0 1408-16,-1-2 208 0,0 1 48 0,-3-2 0 15,-2 0 736-15,2 0 160 0,0 1 16 0,2-1 16 16,1 3-480-16,1-2-112 0,0 2-16 0,0 0 0 16,2 0-608-16,0 0-128 0,0 2-32 0,1-2 0 15,-1 3-400-15,2-1-96 0,0-1-16 0,0 1 0 16,0 1-208-16,1 0-48 0,2 0-16 0,-6-3 0 16,0 0-112-16,0 0-32 0,0 0 0 0,46 26 0 15,-46-26-160-15,0 0-128 0,42 21 192 0,-42-21-192 0,0 0 160 0,42 23-160 16,-42-23 128-16,0 0-128 0,0 0 176 0,49 25-48 15,-49-25-128-15,0 0 192 0,0 0-16 0,0 0-16 16,43 26 0-16,-43-26 0 0,0 0 32 0,0 0 0 16,0 0 0-16,0 0 0 0,0 0-16 0,0 0 0 15,0 0 0-15,15 36 0 0,-20-32-32 0,-2 2 0 16,-1 2 0-16,-3 2 0 0,-2 0-144 0,-2 4 192 16,-1 0-192-16,-3 0 192 0,0 3-192 0,-1 3 0 15,-1 0 0-15,3 1 0 0,2-2 0 0,1 0-192 16,1 0 32-16,3-2 16 15,3-1-976-15,1-4-192 0,3 0-32 0,4-5-14992 0</inkml:trace>
  <inkml:trace contextRef="#ctx0" brushRef="#br0" timeOffset="-166051.91">7445 10827 10127 0,'-3'3'448'0,"1"-1"96"0,-1 3-544 0,1-3 0 15,0 1 0-15,1-1 0 0,0 0 1456 0,0 6 176 16,-2 1 32-16,0 6 16 0,-1 5 240 0,1 3 32 16,2 2 16-16,0 1 0 0,1 0-752 0,1 5-160 15,0 0-32-15,0 2 0 0,0 2-320 0,0 1-80 16,0 0-16-16,-1-1 0 0,0-6-320 0,0 1-64 16,0 2-16-16,0-2 0 0,-1 1-208 0,1-5 128 15,0-3-128-15,0-6 0 0,0-2 0 0,0-15 0 16,0 0-176-16,0 0 176 15,0 0-1840-15,0 0-240 0</inkml:trace>
  <inkml:trace contextRef="#ctx0" brushRef="#br0" timeOffset="-165759.17">7385 10941 10127 0,'-2'-4'448'0,"1"1"96"0,1 2-544 0,0 0 0 0,1-1 0 0,0 1 0 16,0-1 1728-16,2-1 224 0,1 0 48 0,4-3 16 16,2-3-32-16,3-1-16 0,1 3 0 0,1-2 0 15,0 2-1040-15,1 2-208 0,1 2-32 0,-17 3-16 16,37-2-480-16,-37 2-192 0,37 7 176 0,-37-7-176 16,0 0 0-16,39 17 128 0,-39-17-128 0,0 0 0 15,27 37 0-15,-27-37 144 0,4 26-144 0,-6-11 128 0,-2 2 192 16,-2-2 48-16,-3 2 0 0,-1 0 0 0,-1 1 16 0,-2-2 0 15,1 1 0-15,-4-3 0 0,0 0-48 0,0-3 0 16,-1 1 0-16,1-3 0 0,2 0-192 0,0-3-144 16,1 1 192-16,2-5-192 0,2 1 0 0,1-3 0 15,2 0-192-15,1-3 48 16,1-1-1456-16,1 1-272 0</inkml:trace>
  <inkml:trace contextRef="#ctx0" brushRef="#br0" timeOffset="-165401.89">7982 10889 7359 0,'2'-5'320'0,"-2"1"80"0,1 1-400 0,-1 1 0 0,-1-1 0 0,-1 3 0 16,0-2 2272-16,0 2 368 0,-3-5 80 0,-2 1 16 15,-2 1 272-15,0 1 48 0,-1 0 16 0,0 2 0 16,0 0-1280-16,1 3-256 0,0 0-64 0,0 3 0 16,1 0-720-16,0 5-160 0,-2 2-16 0,0 3-16 15,-1 5-416-15,0 4-144 0,2 1 0 0,-2 4 144 16,0 4-144-16,1 2 0 0,1 1 0 0,0-4 0 16,2 2-208-16,2-1 80 0,2 2 128 0,3-5-208 15,2-1 208-15,-2-30 0 0,10 46 0 0,-10-46 0 16,0 0 0-16,25 44 0 0,-25-44 0 0,0 0 0 15,36 17-144-15,-36-17 144 0,0 0-128 0,46 0 128 16,-46 0-896-16,34-8-80 0,-16 4-32 0,1-4-13504 16</inkml:trace>
  <inkml:trace contextRef="#ctx0" brushRef="#br0" timeOffset="-164471.81">8238 11008 2751 0,'-5'2'256'0,"1"-2"-256"0,0 1 0 0,2 0 0 16,1-1 1824-16,1 0 320 0,-1 0 64 0,-1 2 16 15,0-2 608-15,-1 1 128 0,0 1 32 0,2-2 0 16,0 0-560-16,1 0-128 0,0 0 0 0,3-3-16 16,0 3-1088-16,2-2-224 0,0 0-32 0,1 0-16 15,0 0-448-15,2 1-96 0,-1-1 0 0,1 2-16 16,-8 0-128-16,0 0-32 0,0 0 0 0,34 2 0 15,-34-2-208-15,0 0 0 0,0 0 128 0,0 0-128 16,38 14 0-16,-38-14 0 0,0 0 0 0,0 0 0 0,0 0 0 16,0 0 0-16,0 0 128 0,0 0-128 0,0 0 0 0,0 0 128 15,0 0-128-15,0 0 0 0,20 38 144 0,-22-31-144 16,-2 3 128-16,-1-2-128 0,1 3 128 0,-3-2-128 16,0 5 128-16,-2-1-128 0,1 1 0 0,-1 2 0 15,-2 1 0-15,2-3 0 0,2 2-176 0,-1-1 48 16,2 2 0-16,1-1 0 0,2-2 0 0,2 0 0 15,1-14 0-15,0 0 0 0,5 30 128 0,-5-30 0 16,0 0 0-16,0 0 0 0,0 0 0 0,32 32 0 16,-32-32 0-16,0 0 128 0,0 0 0 0,43 11 0 15,-43-11 0-15,0 0 0 0,37 3 0 0,-37-3 0 16,0 0 0-16,0 0 0 0,39 0-128 0,-31-2 0 0,-1 2 0 16,-1-2 0-1,-2-1-976-15,1-1-112 0,-1 0-32 0,-1-2-8864 0,0 1-1760 16</inkml:trace>
  <inkml:trace contextRef="#ctx0" brushRef="#br0" timeOffset="-164221.21">8184 11154 6447 0,'-5'-2'576'0,"1"0"-576"0,1 2 0 0,2-2 0 15,1 2 1824-15,0 0 256 0,0 0 48 0,1-2 16 16,1 1 720-16,2-1 144 0,1 1 16 0,3-1 16 15,2 2-752-15,-10 0-160 0,0 0-16 0,38-1-16 0,-38 1-928 0,0 0-176 16,46 1-32-16,-46-1-16 16,38 3-448-16,-38-3-96 0,37 3-16 0,-37-3 0 0,0 0-384 0,45 5 128 15,-45-5-128-15,0 0 0 16,39 1-256-16,-39-1-128 0,22-2-16 0,-11 0-15872 16</inkml:trace>
  <inkml:trace contextRef="#ctx0" brushRef="#br0" timeOffset="-163850.7">8834 10941 10127 0,'-1'1'896'0,"0"1"-704"0,1 0-192 0,0-2 0 16,0 0 1728-16,0 0 304 0,-1 1 64 0,1 2 16 15,0 0 752-15,0 2 144 0,0-3 48 0,1 1 0 16,2 1-1136-16,-1-1-208 0,-2-3-48 0,0 0-16 16,0 0-592-16,0 0-112 0,0 0-32 0,36 24 0 15,-36-24-384-15,0 0-80 0,0 0 0 0,43 14-16 16,-43-14-176-16,0 0-48 0,40 7 0 0,-40-7 0 16,0 0-80-16,49 8-128 0,-49-8 176 0,34 3-176 15,-34-3 160-15,34 5-160 0,-34-5 128 0,31 1-128 16,-31-1 0-16,0 0 128 0,41 6-128 0,-41-6 0 15,0 0 0-15,0 0 0 0,0 0 0 0,0 0 0 16,0 0 0-16,0 0 0 0,0 0 0 0,0 0 0 16,0 0 0-16,17 38 0 0,-25-32 0 0,-4 2 0 0,-1 2 0 15,-4 0 0-15,-3 1 0 0,-2 2 0 0,-2 1 0 0,0 2 0 16,2 0 0-16,-2 1-176 16,1 1-672-16,1 0-144 0,2 2-32 0,1-4 0 15,5 0-1024-15,3-4-224 0</inkml:trace>
  <inkml:trace contextRef="#ctx0" brushRef="#br0" timeOffset="-161284.39">9490 10937 5519 0,'0'-1'496'0,"0"1"-496"15,0-2 0-15,0 2 0 0,-1 0 992 0,1 0 96 16,0 0 32-16,0-1 0 0,0 0 544 0,0 1 96 15,0 0 32-15,0 2 0 0,0 0-320 0,0 1-48 16,-1 2-16-16,1-1 0 0,-1 3-64 0,1 1 0 16,-1 2-16-16,1-10 0 0,-3 27-128 0,0-10-32 0,0 2 0 15,0 0 0-15,-1 2-320 0,-1-2-64 0,1-1-16 0,0 0 0 16,0-1-80-16,-1-1-32 0,2 1 0 0,-1-1 0 16,1 1-256-16,1-3-48 0,0-2-16 0,2-12 0 15,0 0-208-15,-1 28-128 0,1-28 128 0,0 0-128 16,0 0 0-16,0 0 0 0,0 0-160 0,0 0 160 31,0 0-1648-31,0 0-208 0</inkml:trace>
  <inkml:trace contextRef="#ctx0" brushRef="#br0" timeOffset="-161098.05">9570 11174 8287 0,'0'0'368'0,"0"0"80"0,1 0-448 0,-1 0 0 15,1 0 0-15,0 0 0 0,0 2 1984 0,0-1 320 16,0 2 64-16,2 0 16 0,-3-3 128 0,0 0 32 16,0 0 0-16,0 0 0 0,0 0-1360 0,0 0-272 15,20 40-48-15,-18-37-16 0,0-1-672 0,0 0-176 16,2-1 0-16,0-2-12896 16</inkml:trace>
  <inkml:trace contextRef="#ctx0" brushRef="#br0" timeOffset="-160748.52">9768 11015 14735 0,'1'0'640'0,"0"0"160"0,1 0-640 0,0-1-160 0,-1 1 0 0,1 0 0 15,0-2 1984-15,2 2 384 0,3-2 64 0,2-2 0 16,-9 4-432-16,23-6-80 0,-12 2-32 0,-11 4 0 15,24-5-928-15,-24 5-192 0,0 0-48 0,0 0 0 16,35 3-400-16,-35-3-64 0,0 0-32 0,0 0 0 16,0 0-224-16,0 0 0 0,21 38 0 0,-21-38 0 15,-3 20 0-15,0-10 0 0,-2 2 0 0,-1-2 0 16,1 1-240-16,-2-1 64 0,0 1 16 0,-2-2 0 16,0 2-160-16,-1-1-48 0,0 1 0 0,1-2 0 15,0 1-224-15,3-3-48 0,0 2-16 0,3-3 0 16,0 0 112-16,1-1 32 0,2 0 0 0,1-3 0 0,1 3 512 15,-2-5 192-15,0 0 0 0,0 0 0 0,0 0 512 0,0 0 112 16,0 0 16-16,43 20 0 0,-43-20 16 0,0 0 16 16,36 0 0-16,-36 0 0 0,23-3-512 0,-11 0-96 15,1-2-32-15,0 1 0 16,0-1-544-16,-1 0-96 0,1-2-32 0,0 0-14688 16</inkml:trace>
  <inkml:trace contextRef="#ctx0" brushRef="#br0" timeOffset="-160381.55">10210 10934 15663 0,'-1'0'688'0,"0"0"144"0,1 0-656 0,-1 0-176 0,1 2 0 0,-1-2 0 16,1 1 1920-16,-1 1 336 0,-1 1 80 0,0 2 16 15,-1 1-240-15,0 1-32 0,-1 1-16 0,2 0 0 16,-1 2-1088-16,0 0-208 0,3-10-64 0,-3 21 0 15,3-21-320-15,0 0-80 0,0 35-16 0,0-35 0 16,0 0 0-16,0 0 0 0,14 34 0 0,-14-34 0 16,0 0-48-16,0 0-16 0,0 0 0 0,36 28 0 15,-36-28-96-15,0 0 0 0,0 0-128 0,36 22 192 16,-36-22-192-16,0 0 0 0,0 0 0 0,32 26 0 16,-32-26 0-16,0 0 0 0,0 0 0 0,0 0 0 15,24 38 0-15,-24-38 0 0,0 0 0 0,0 0 0 16,0 0 0-16,0 0 0 0,4 33 0 0,-6-30 0 15,0 1 0-15,-1 0 128 0,1-1-128 0,-3 2 0 0,0-3 0 0,0 1 0 16,-2 1 0-16,0-1 0 0,-2 0 0 0,-2-1 0 16,-2 2 0-16,-1-1 0 15,-1 0-320-15,-1-2-96 0,-1 1-32 0,1-2-10384 16,-1 0-2096-16</inkml:trace>
  <inkml:trace contextRef="#ctx0" brushRef="#br0" timeOffset="-160147.14">10152 10942 3679 0,'3'-3'0'0,"1"0"144"0,-1 1-144 0,-1 1 208 0,-1 0-208 0,3 1 0 0,2-3 0 0,4-2 0 16,4 1 1856-16,2-1 336 0,3 2 64 0,-19 3 16 15,32-2-208-15,-32 2-32 0,0 0-16 0,39 5 0 16,-39-5-320-16,0 0-64 0,36 6-16 0,-36-6 0 15,0 0-272-15,0 0-64 0,34 3-16 0,-26-3 0 16,1-2 128-16,6-2 1440 0,-7 1-1408 31,-2 0-2128-31,1 0-416 0,-1 0-96 0,0-2-12928 0</inkml:trace>
  <inkml:trace contextRef="#ctx0" brushRef="#br0" timeOffset="-159894.74">10568 10793 10367 0,'3'1'224'0,"-1"-1"48"0,0 0 16 0,0 2 0 0,-1-2-288 0,0 1 0 16,1 3 0-16,-2-4 0 0,0 0 3056 0,0 0 544 16,30 30 112-16,-30-30 32 0,0 0-1184 0,31 39-224 15,-31-39-48-15,0 0-16 0,33 51-928 0,-33-51-192 16,19 38-48-16,-19-38 0 0,17 44-336 0,-17-44-80 15,11 49-16-15,-11-49 0 0,4 44-352 0,-4-44-80 16,-5 40-16-16,-1-21 0 0,-2 2-96 0,-1-4 0 16,-2 4-128-16,-1-5 192 0,0 2-192 0,-3 1 0 15,-3 1 0-15,-2-1-11664 16,-4 0-2416-16</inkml:trace>
  <inkml:trace contextRef="#ctx0" brushRef="#br0" timeOffset="-158116.61">10950 11000 8287 0,'-2'0'736'0,"1"0"-592"0,1 1-144 0,0-1 0 16,0 0 992-16,-1 0 160 0,1 2 48 0,-1-2 0 16,-1 0 960-16,2 2 192 0,0-2 32 0,0 1 16 15,0-1-640-15,3 2-128 0,1-2-32 0,2 0 0 16,0-2-224-16,1 1-48 0,3-3-16 0,0 1 0 15,3 1-160-15,0-3-48 0,-1 0 0 0,1 1 0 16,1-1-272-16,0 1-64 0,-1 1-16 0,-2-2 0 16,0 2-400-16,-1 1-80 0,-1 0-16 0,0 2 0 15,-2-2-256-15,0 2 0 0,-2 2 0 0,1-2 0 0,-2 0 0 0,-2 1 0 16,1 0-208-16,-2 1 80 16,-1 1-944-16,0 0-176 0</inkml:trace>
  <inkml:trace contextRef="#ctx0" brushRef="#br0" timeOffset="-157862.09">11003 11151 6447 0,'-1'1'272'0,"0"-1"80"0,1 0-352 0,0 0 0 15,1 0 0-15,0 0 0 0,0 0 1888 0,1 0 304 0,0 0 64 16,2-1 16-16,2 0 224 0,0 1 32 0,2-2 16 15,-1 0 0-15,1 1-656 0,1-2-128 0,0 1-32 0,0 1 0 16,1 0-432-16,1-1-80 0,-1-1-32 0,0-1 0 16,0 1-608-16,0 2-112 0,-1 0-16 0,1-2-16 15,-1 3-432-15,1-2 0 0,-1 0 128 0,-1 1-128 32,1-1-352-32,0 0-96 0,-1-2-32 0,0 1 0 0,1 0-1744 0,0-1-336 15</inkml:trace>
  <inkml:trace contextRef="#ctx0" brushRef="#br0" timeOffset="-157413.29">11615 10910 6447 0,'-5'2'576'0,"2"-2"-576"15,0 1 0-15,1 1 0 0,0-1 1024 0,1 1 112 16,-1 0 16-16,0 0 0 0,-4 3 656 0,-1 4 144 16,-1 2 32-16,0 1 0 0,-1 3-656 0,2-1-128 15,1 1-32-15,0 2 0 0,1 1-528 0,2-1-96 16,0 2-32-16,3-19 0 0,-2 33 224 0,2-33 32 16,0 0 16-16,5 43 0 0,-5-43 1072 0,0 0 192 15,0 0 64-15,0 0 0 0,26 35-1984 0,-26-35-384 16,0 0-64-16,29-2-32 0,-18-4 640 0,1 0 128 0,2-3 32 15,-1-3 0-15,2 0-160 0,0-2-32 0,2-2 0 0,-2-1 0 16,-2 0-256-16,1-4 0 0,0 0 0 0,-4 1 0 16,0 4-304-16,-4-3 48 0,0 4 0 0,-3 0 0 15,-2 2 256-15,-3 1-128 0,0 2 128 0,-4 1 0 16,-1 0 0-16,-4 1 0 0,0 4 128 0,-2-1-128 16,-2 0 400-16,-1 3-16 0,-1 0 0 0,2 2 0 15,1 2 0-15,2 0-16 0,0 3 0 0,2 0 0 16,2 0-192-16,0 2-48 0,4 0 0 0,0-2 0 15,1-1-128-15,2 1 0 0,2-2-160 0,0 0 160 16,-1-3-1152-16,0 0-144 0,0 0-32 0,0 0-13984 16</inkml:trace>
  <inkml:trace contextRef="#ctx0" brushRef="#br0" timeOffset="-157220.86">11850 10962 16575 0,'0'0'736'0,"0"0"160"0,0 0-720 0,0 0-176 16,0 0 0-16,0 0 0 0,0 0 1792 0,0 0 320 16,0 0 64-16,11 36 0 0,-11-36-176 0,0 0-32 15,6 38-16-15,-6-38 0 0,0 0-784 0,9 38-144 16,-9-38-48-16,0 0 0 0,0 0-512 0,0 0-96 16,24 36-32-16,-24-36 0 0,0 0-496 0,0 0-96 15,0 0-32-15,34 0-15520 0</inkml:trace>
  <inkml:trace contextRef="#ctx0" brushRef="#br0" timeOffset="-156862.39">12153 10822 12895 0,'-5'5'576'0,"1"-2"112"0,2 1-560 0,0 1-128 0,0-2 0 0,1-1 0 16,0 2 2448-16,-2 2 464 0,0 3 96 0,-2 5 0 15,0-2-816-15,5-12-160 0,-5 23-48 0,5-23 0 16,0 0-1248-16,0 0-256 0,0 0-48 0,0 0-16 16,0 0-160-16,0 0-16 0,26 36-16 0,-26-36 0 15,0 0-64-15,0 0-16 0,29 5 0 0,-29-5 0 16,0 0-144-16,0 0 128 0,30 7-128 0,-30-7 128 0,0 0 0 0,0 0 0 16,0 0 0-16,34 15 0 0,-34-15 96 0,0 0 16 15,0 0 0-15,0 0 0 0,0 0 32 0,0 0 16 16,25 35 0-16,-25-35 0 0,0 0-80 0,0 0-16 15,0 0 0-15,3 42 0 0,-3-42 0 0,-5 22-16 16,1-12 0-16,-2-1 0 0,1 0 16 0,-3 2 0 16,-1 1 0-16,-1-1 0 0,0 1 64 0,-2 0 0 15,-3 2 16-15,1-3 0 0,1-1-144 0,-1-1-128 16,0 1 144-16,0-5-144 0,3 0 0 0,0-1 0 16,0-2-176-16,2-4-11504 15,2 2-2304-15</inkml:trace>
  <inkml:trace contextRef="#ctx0" brushRef="#br0" timeOffset="-156633.39">12121 10846 12895 0,'0'-2'1152'0,"1"2"-928"0,1-2-224 0,0 0 0 16,0 1 1632-16,0 1 288 0,0-2 48 0,3-1 16 15,4 0 1200-15,3-3 240 0,3 0 48 0,0-2 16 16,1 1-1904-16,0-1-384 0,-2 0-80 0,1 1-16 15,1 1-720-15,-1-1-128 0,0 2-48 0,-1 0 0 16,-1 1-208-16,-2 2 0 0,0-1 0 0,-2 3 0 16,-1 0-992-1,0 0-96-15,-1 0 0 0,0 0-14336 0</inkml:trace>
  <inkml:trace contextRef="#ctx0" brushRef="#br0" timeOffset="-156048.33">12451 10991 7359 0,'-2'0'656'0,"1"0"-528"15,1 0-128-15,-1 0 0 0,1 0 1280 0,0 0 208 16,0 2 48-16,-1-2 16 0,1 0 1232 0,0 0 240 16,2 0 48-16,1-2 16 0,1 0-784 0,1-1-144 15,1 1-48-15,2 0 0 0,0-1-720 0,0-2-160 16,3 3-16-16,-1-2-16 0,0 1-464 0,0-2-96 16,0 3 0-16,0-1-16 0,-10 3-240 0,17-2-32 15,-9-1-16-15,-1 3 0 0,1-2-192 0,-2 2-144 16,0 0 192-16,-1 0-192 0,1 0 0 0,-2 0 0 15,1 0 0-15,0 0 0 0,-2 0 0 0,1-1 0 0,0 0 0 0,-1 1-11824 32,0-2-2256-32</inkml:trace>
  <inkml:trace contextRef="#ctx0" brushRef="#br0" timeOffset="-155131.09">13001 10830 13823 0,'-1'-2'1216'15,"1"2"-960"-15,0 0-256 0,-1 0 0 0,1 0 1440 0,-1 2 240 16,-1-2 48-16,-1 1 16 0,-1 2-160 0,1 0-48 16,-1 2 0-16,0-1 0 0,1 4-576 0,0-2-128 15,3-6-32-15,-7 24 0 0,7-24-208 0,-6 32-32 16,6-32-16-16,-8 39 0 0,8-39-144 0,-6 45-16 16,6-45-16-16,-6 44 0 0,6-44 96 0,-2 38 32 15,2-38 0-15,0 0 0 0,0 0-240 0,7 39-32 16,-7-39-16-16,0 0 0 0,0 0-208 0,0 0 176 15,24-4-176-15,-17-1 160 0,-1-2 32 0,0 0 0 16,3-4 0-16,0-1 0 0,0-3-192 0,0-2-192 16,0 0 32-16,-2 1 16 15,2 2-464-15,-2-2-96 0,0 1 0 0,-2 0-16 0,1 1 288 0,-2 2 64 0,-2-2 16 0,0 2 0 16,-2 0 352-16,0 1 0 0,-2-1 0 16,0 1 0-16,-2 1 0 0,-1 0 0 0,1 1 0 0,-2 0 0 15,-1 1 816-15,2 1 224 0,-2 0 48 0,1 2 16 31,1 0-1536-31,0 3-304 0,-1 0-64 0,2 0-16 0,0 4 816 0,0 0 304 0,-1 0-16 0,1 3 0 16,-1 0-128-16,1-1-32 0,2 4 0 0,-1-4 0 16,2 1-128-16,-1 0 0 0,2 0 0 0,0-1 0 15,1 1-784-15,-1-5-48 16,0 0 0-16,0 0-13120 0</inkml:trace>
  <inkml:trace contextRef="#ctx0" brushRef="#br0" timeOffset="-154897.83">13205 11022 11055 0,'0'0'976'0,"0"0"-784"16,0 0-192-16,0 0 0 0,0 0 1760 0,0 0 304 16,0 0 64-16,0 0 16 0,0 0 752 0,25 33 160 15,-25-33 16-15,0 0 16 0,0 0-1616 0,0 0-336 16,0 0-64-16,29 27-16 0,-29-27-720 0,0 0-144 15,0 0-16-15,0 0-16 16,0 0-496-16,0 0-112 0,0 0 0 0,0 0-14336 0</inkml:trace>
  <inkml:trace contextRef="#ctx0" brushRef="#br0" timeOffset="-154396.15">13429 10780 9215 0,'1'0'816'0,"0"-2"-656"0,0 2-160 0,0-2 0 15,1 2 1856-15,-2-1 352 0,1 1 64 0,2-2 16 16,1 2 1936-16,1-3 384 0,4 0 64 0,-2-1 32 16,2 2-3520-16,0-1-704 0,0 1-144 0,0 1-16 15,2 1 112-15,-1 0 16 0,0 1 16 0,-10-1 0 16,0 0-256-16,0 0-48 0,32 14-16 0,-32-14 0 15,0 0-144-15,0 0 0 0,0 0 0 0,0 0 0 16,0 0 0-16,16 39 0 0,-18-32 0 0,-1-1 0 0,-1-1 0 0,-2 0 0 16,1 2 0-16,-2-1 0 0,3-2 0 0,-3 3 0 15,0-2 0-15,-3 2 0 0,0 0 0 0,1 1 0 16,0 0 0-16,0-1 0 0,2-2-224 0,1 1 32 16,3-3 0-16,0 1 0 0,2 0 192 0,0-3-176 15,2 0 176-15,0 1-160 0,1-2 160 0,1 0 0 16,-1 0 0-16,2 0 0 0,1 0 0 0,0 0 0 15,3 0 0-15,-1 0 0 0,0 0 0 0,2-2 0 16,1 2 0-16,0 0 0 0,0-1 128 0,0 1-128 16,-10 0 128-16,0 0-128 0,27 3 0 0,-27-3 144 15,0 0-144-15,0 0 0 0,0 0 128 0,33 20-128 16,-33-20 0-16,0 0 0 0,0 0 0 0,0 0 0 0,0 0 0 0,8 35 0 16,-8-35 0-16,-6 14 0 0,2-7 0 0,0-1 0 15,-1 2 0-15,-1-3 0 0,1 0 0 0,-3 2 0 16,1-2 128-16,-2-1-128 0,-2 2 0 0,1-2 0 15,-1 1 128-15,-1-2-128 0,0 1 192 0,-2 1-192 16,2 0 0-16,0-1 0 0,2-2 0 0,0 1 0 16,4-2-1184-16,1 1-144 0,3-2-16 0,1-2-13920 15</inkml:trace>
  <inkml:trace contextRef="#ctx0" brushRef="#br0" timeOffset="-153822.39">13869 10858 16575 0,'1'0'736'0,"0"0"160"0,1-1-720 0,0 0-176 15,0 1 0-15,0-2 0 0,0 2 2000 0,1-3 368 16,4-2 80-16,2-2 16 0,1 0-960 0,2-3-192 16,0 1-32-16,1-3-16 0,0-2-864 0,0 2-160 15,1-4-48-15,-2 2 0 0,-1-1-192 0,-2 2 0 16,-1-2 0-16,-3 1-160 0,-2 2-112 0,-3 0-32 16,-2 1 0-16,-2 1 0 0,-3 2 112 0,-2 3 32 0,0 1 0 0,-3 4 0 15,0 0 160-15,-2 2-128 0,-1 3 128 0,0 2-128 16,0 1 304-16,1 3 64 0,-2 3 16 0,3-2 0 15,2 0-256-15,0 2 128 0,3-2-128 0,2 0 0 16,0 2 368-16,1-2-32 0,5-12 0 0,0 0 0 16,-5 31 176-16,5-31 48 0,0 0 0 0,0 0 0 15,0 0-160-15,0 0-16 0,21 38-16 0,-21-38 0 16,0 0-16-16,23 2 0 0,-14-2 0 0,-2-2 0 16,0 2-224-16,-1-3-128 0,1 1 160 0,-3 0-160 15,1 1 128-15,-2 1-128 0,-1 0 0 0,0 0 0 16,-1 1 0-16,0 3 0 0,-1-1 0 0,0 1 0 15,-2 2 0-15,2-6 0 0,0 0 128 0,-5 26-128 0,5-26 192 16,-8 28 0-16,8-28 0 0,-10 36 0 0,10-36 64 16,-10 42 0-16,10-42 0 0,-12 42 0 0,4-18-80 0,1-2-16 15,1-1 0-15,-1-2 0 0,2-3-160 0,-1 1 128 16,0-2-128-16,2-3 128 0,4-12-128 0,-6 20 0 16,4-12 0-16,2-8 0 15,0 0-864-15,0 0-160 0,0 0-16 0,0 0-14928 16</inkml:trace>
  <inkml:trace contextRef="#ctx0" brushRef="#br0" timeOffset="-153510.27">14187 10685 21183 0,'0'3'944'0,"-1"-1"192"0,0 0-912 0,0 1-224 0,0 1 0 0,-1-1 0 16,1-1 1648-16,-2 5 272 0,3-7 64 0,-9 24 16 15,9-24-960-15,-13 33-192 0,13-33-32 0,-14 36-16 16,7-15-544-16,-2-2-96 0,1 2-32 0,-1-2 0 16,0 1-128-16,2 0 0 0,-1 0 0 0,0-2 0 15,8-18 0-15,-11 31 0 0,11-31 0 0,-6 31 0 16,6-31 0-16,0 0 0 0,0 0 0 0,10 38 0 16,-10-38 448-16,0 0 16 0,0 0 0 0,29 10 0 15,-19-10 48-15,2-2 16 0,0-1 0 0,1 0 0 16,-1 1-64-16,0 0-16 0,1-3 0 0,-2 0 0 15,-1 3-320-15,0-3-128 0,0 1 0 0,-2 1 144 0,1-2-144 16,-1 0-224-16,-1 2 48 0,1-2 16 16,-2 1-1296-16,0 0-256 0,-1 0-48 0,1 1-12720 15</inkml:trace>
  <inkml:trace contextRef="#ctx0" brushRef="#br0" timeOffset="-153295.58">14234 10832 16415 0,'0'-2'352'0,"-1"-1"80"0,1 1 16 0,0 2 16 0,0 0-464 0,0 0 0 16,0 2 0-16,-1 1 0 0,0 1 2752 0,1-4 448 15,0 0 80-15,-6 31 32 0,6-31-1104 0,-9 33-224 16,9-33-32-16,-13 41-16 0,6-20-1088 0,-2 3-208 16,-1 0-64-16,0-1 0 0,1-2-144 0,1-1-48 15,0-2 0-15,1-3 0 0,7-15-160 0,-10 23-32 0,10-23-16 0,0 0 0 16,0 0-176-16,0 0-144 0,-3 31 144 0,6-30-208 31,1-2-1776-31,2-1-368 0</inkml:trace>
  <inkml:trace contextRef="#ctx0" brushRef="#br0" timeOffset="-152993.18">14456 10740 17503 0,'3'-2'768'0,"-1"1"176"15,0 2-752-15,-1 1-192 0,0 0 0 0,-1-2 0 16,0 3 1904-16,-1 2 336 0,1-5 80 0,0 0 16 16,-5 37-176-16,5-37-48 0,-9 32 0 0,9-32 0 0,-11 32-1136 0,11-32-224 15,-13 35-48-15,13-35-16 16,-11 36-208-16,11-36-32 0,-8 33-16 0,8-33 0 0,0 0-112 0,0 41-32 16,0-41 0-16,0 0 0 0,0 0-112 0,22 35-32 15,-22-35 0-15,0 0 0 0,33 12-16 0,-33-12-128 16,29 1 192-16,-29-1-64 0,33 0 0 0,-16 0 0 15,1-1 0-15,0 1 0 0,-1-2-128 0,-1 1 0 16,-1-1 0-16,1 2 0 0,-2-2 0 0,-1 2 0 16,-1-2 0-16,-1 0 0 0,0-1 0 0,-1 0 0 15,0 0-192-15,-3-2 192 16,-1 1-992-16,-2 0-80 0,1-1-16 0,-1 0 0 16,-2 1-1904-16,-1-4-384 0</inkml:trace>
  <inkml:trace contextRef="#ctx0" brushRef="#br0" timeOffset="-152831.72">14667 10811 3679 0,'-3'-5'320'0,"2"3"-320"0,0 0 0 0,1 2 0 16,-1 0 2704-16,0-3 480 0,-2 0 80 0,-3-1 32 16,0 4 224-16,0 5 32 0,0 6 16 0,6-11 0 15,-13 40-1136-15,6-13-240 0,0 4-32 0,-2 4-16 16,0 3-1056-16,-1 0-192 0,-1 0-64 0,1-5 0 16,-1 0-320-16,3-4-80 0,1-3-16 0,7-26 0 15,-10 40-416-15,10-40 0 0,-6 40 128 0,6-40-128 16,0 0-1104-16,2 41-256 0</inkml:trace>
  <inkml:trace contextRef="#ctx0" brushRef="#br0" timeOffset="-152459.87">15012 10865 9215 0,'-2'0'816'0,"1"0"-656"0,1 0-160 0,0 0 0 16,1 0 1376-16,-1-2 240 0,1 2 48 0,1 0 16 16,1 0 1312-16,1-3 256 0,4 3 48 0,1-2 16 15,2 0-976-15,1 0-192 0,2 0-32 0,1 1-16 16,0-2-1024-16,1 3-208 0,0-2-32 0,2 0-16 16,0 0-560-16,-3 0-96 0,2 1-32 0,-3-1 0 15,1 0-128-15,-3 1-256 0,1-1 64 0,-1 0-11008 16,-2-1-2192-16</inkml:trace>
  <inkml:trace contextRef="#ctx0" brushRef="#br0" timeOffset="-152264.06">15065 10979 23951 0,'1'0'1056'0,"1"0"224"0,0 1-1024 0,1-1-256 16,0 0 0-16,-1-1 0 0,2 1 2400 0,2 0 416 15,-6 0 96-15,27-3 16 0,-8 0-1152 0,2 0-240 16,0-2-32-16,-1-1-16 0,-2 0-1008 0,1 1-208 16,-1-1-32-16,1 0-16 0,-2-1-224 0,-1 2-240 15,2-1 48-15,-3 0-17712 0</inkml:trace>
  <inkml:trace contextRef="#ctx0" brushRef="#br0" timeOffset="-151277.18">15935 10827 16575 0,'0'-2'1472'0,"-1"-1"-1168"16,1 1-304-16,-1 2 0 0,0 0 1600 0,0 0 272 16,-1-2 48-16,-1 0 16 0,-1 0-160 0,-2 1-48 15,0 2 0-15,-1 1 0 0,-1 2-800 0,0 1-160 16,-2 2-48-16,0 1 0 0,1 3-272 0,0 1-64 16,-1 2-16-16,2 3 0 0,0-1-160 0,8-16-16 15,-15 38-16-15,15-38 0 0,-12 40 0 0,12-40 0 16,-8 38 0-16,8-38 0 0,0 0 208 0,1 46 32 15,-1-46 16-15,0 0 0 0,0 0-240 0,0 0-64 16,33 28 0-16,-23-28 0 0,2-2 0 0,1-3-128 0,0-1 192 16,2-3-64-16,0 0-128 0,-1-3 0 0,0-1 0 15,0-2 0-15,0 0-240 0,-2 1-80 0,0-2 0 0,-2-1-16 32,-2 3-336-32,-2-2-64 0,-1 1-16 0,-2 2 0 0,0 0 304 0,-3 1 48 0,-1 0 16 0,-2 0 0 15,-3 0 32-15,0 1 16 0,-3-1 0 0,-2 0 0 16,1 3 336-16,-1 1 0 0,1-1 0 0,1 4 0 15,-1 3 0-15,2 2 320 0,0 2-48 0,1 1 0 16,1 4-32-16,0-3-16 0,1 4 0 0,2-4 0 16,0 2-224-16,1 0 0 0,2-1 0 0,0-5-9728 15,0 0-1824-15</inkml:trace>
  <inkml:trace contextRef="#ctx0" brushRef="#br0" timeOffset="-151081.64">16128 11014 25791 0,'0'0'1152'0,"0"0"224"0,0 0-1104 0,0 0-272 16,0 0 0-16,0 0 0 0,0 0 2096 0,5 38 352 16,-5-38 80-16,0 0 16 0,0 0-1200 0,0 0-256 15,12 44-32-15,-12-44-16 0,0 0-800 0,0 0-240 16,0 0 0-16,0 0-11392 15,0 0-2384-15</inkml:trace>
  <inkml:trace contextRef="#ctx0" brushRef="#br0" timeOffset="-150818.72">16431 10770 18431 0,'0'3'816'0,"0"-1"160"0,0 1-784 0,-1-1-192 0,1-2 0 0,-1 2 0 16,0 0 1984-16,-1 1 336 0,2-3 80 0,0 0 16 15,-10 29-304-15,10-29-48 0,-9 30-16 0,9-30 0 16,-12 34-896-16,12-34-192 0,-13 36-48 0,13-36 0 16,-13 40-400-16,13-40-96 0,-10 40-16 0,10-40 0 0,-9 36-400 0,9-36 0 15,0 0 128-15,-4 44-128 0,4-44 0 0,0 0-256 16,0 0 64-16,0 0 16 15,0 0-1952-15,0 0-400 0</inkml:trace>
  <inkml:trace contextRef="#ctx0" brushRef="#br0" timeOffset="-150437.17">16580 10813 11967 0,'0'-5'1072'0,"0"3"-864"16,0 2-208-16,-1 0 0 0,0 2 912 0,1-2 144 16,-1 3 32-16,-1 0 0 0,2-3 1216 0,0 0 240 0,-13 28 48 15,13-28 16-15,-15 35-928 0,15-35-176 0,-13 38-32 0,13-38-16 16,-10 36-224-16,10-36-32 0,0 0-16 0,-1 40 0 16,1-40-464-16,0 0-80 0,0 0-32 0,28 15 0 15,-18-16-272-15,1-4-48 0,2-2-16 0,0-2 0 16,2-1-80-16,-2-2-32 0,1 1 0 0,-2 1 0 15,-2 1-160-15,0-2 0 0,0 0 0 0,-1-1 0 16,-4 3 0-16,-1 0 0 0,-2 1 0 0,-2-1 0 16,-3 2 0-16,-3-1 0 0,-3 2 0 0,-2-2 0 15,-1 2 0-15,-3 0-224 0,0 0 80 0,0 3 16 16,0-1-16-16,1 3 0 0,1 1 0 0,1 0 0 16,2 3-16-16,0 0 0 0,4 1 0 0,0 0 0 15,3 1-480-15,1-2-112 0,1-1-16 0,2 1-14864 16</inkml:trace>
  <inkml:trace contextRef="#ctx0" brushRef="#br0" timeOffset="-150099.73">16877 10755 22111 0,'4'-3'976'0,"-1"0"208"0,-1 0-944 0,-1 2-240 15,0 1 0-15,-2 0 0 0,1 1 1904 0,0 0 336 16,-1 1 64-16,0 1 0 0,-1 1-224 0,-2 3-48 15,-1-2-16-15,5-5 0 0,-12 17-1104 0,12-17-208 16,-16 21-64-16,16-21 0 0,-12 21-384 0,12-21-64 16,0 0-32-16,-13 31 0 0,13-31-160 0,0 0 0 0,0 0 0 0,0 0 0 15,13 43 0-15,-13-43 0 0,0 0 0 0,0 0 0 16,36 19 0-16,-36-19 0 0,24 9 0 0,-24-9 0 16,24 10 0-16,-24-10 128 0,0 0-128 0,30 16 0 15,-30-16 0-15,0 0 0 0,0 0 128 0,24 30-128 16,-24-30 0-16,0 0 0 0,0 0 0 0,0 0 0 15,-3 39 0-15,3-39 0 0,-11 14 0 0,4-6 0 16,0-2 0-16,-2 0 0 0,1 0 0 0,-2 0 0 16,1 0 0-16,-2-1 0 0,-1 1 0 0,1-2 0 15,-2 3 0-15,-1-3 0 0,1 1 0 0,-1-2 0 16,2-1 0-16,1 0 0 0,0-2 0 0,1 0 0 16,0-1-384-16,1 0-48 0,0-4-16 0,2 0-11360 15,2 1-2272-15</inkml:trace>
  <inkml:trace contextRef="#ctx0" brushRef="#br0" timeOffset="-149924.83">16785 10735 18431 0,'4'0'816'0,"-1"-2"160"0,0 1-784 0,-1 1-192 16,0 1 0-16,0-1 0 0,2 2 2384 0,0-2 432 16,6 2 96-16,3-1 16 0,2 1-768 0,3 0-160 15,1-2-16-15,-1 0-16 0,1 0-1024 0,0 0-208 16,2 0-32-16,-2-2-16 0,1-1-432 0,0-1-64 15,0 1-32-15,-2-1 0 0,0-1-160 0,-3 1 0 16,-1-1 0-16,-1 0-11632 16,-3 1-2240-16</inkml:trace>
  <inkml:trace contextRef="#ctx0" brushRef="#br0" timeOffset="-149473.91">17492 10628 13823 0,'3'-1'1216'0,"0"0"-960"0,-1-1-256 0,-1 2 0 16,0 0 880-16,0 0 128 0,2-2 16 0,1 1 16 16,0-2 624-16,1 1 112 0,-1 2 16 0,-4 2 16 15,1-2-688-15,-2 4-144 0,-3 1-16 0,4-5-16 0,0 0-176 0,-19 25-16 16,19-25-16-16,-18 26 0 0,18-26-224 0,-21 36-64 15,21-36 0-15,-23 42 0 0,23-42 0 0,-24 50-16 16,12-24 0-16,-1 2 0 0,1 1 368 0,-1 2 80 16,0 2 16-16,0 2 0 0,1 0-144 0,0-1-32 15,1-1 0-15,11-33 0 0,-16 56-528 0,16-56-192 16,-8 49 144-16,8-49-144 0,-2 43 0 0,2-43 0 16,0 0 0-16,9 41 0 0,-9-41-192 0,0 0 16 15,0 0 16-15,35 15 0 0,-23-15 160 0,0-2-160 16,3-2 160-16,0-2-160 0,1-2 160 0,1 0 256 15,-1-1-64-15,1-1-16 0,0 1 16 0,-3-3 0 16,1 0 0-16,-1 0 0 0,-2-2 16 0,-1 0 16 16,-1 0 0-16,-2 2 0 0,-2-3-16 0,-4 3 0 15,-2-1 0-15,-1 3 0 0,-5-1-16 0,-2 2 0 0,-4 1 0 0,-2 2 0 16,-4 3-64-16,-1 2-128 0,-6 3 176 0,-2 3-176 16,-4 3 0-16,-4 1 0 0,-5 3 0 0,0 2-18768 15</inkml:trace>
</inkml:ink>
</file>

<file path=ppt/ink/ink2.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9T09:13:16.764"/>
    </inkml:context>
    <inkml:brush xml:id="br0">
      <inkml:brushProperty name="width" value="0.05292" units="cm"/>
      <inkml:brushProperty name="height" value="0.05292" units="cm"/>
      <inkml:brushProperty name="color" value="#0070C0"/>
    </inkml:brush>
  </inkml:definitions>
  <inkml:trace contextRef="#ctx0" brushRef="#br0">4873 4928 9215 0,'-1'1'816'0,"0"1"-656"0,1-2-160 0,0 0 0 15,0 0 1024-15,-1 2 160 0,0-2 32 0,0 3 16 16,0-1 528-16,0 0 96 0,0 1 32 0,1 0 0 15,0 1 16-15,2-2 0 0,0 0 0 0,1-1 0 16,-3-1-400-16,0 0-80 0,0 0-16 0,0 0 0 16,36 5-384-16,-36-5-64 0,27-3-32 0,-27 3 0 15,30-6-480-15,-13 2-80 0,-1 0-32 0,-16 4 0 16,28-5-192-16,-28 5-144 0,27-7 192 0,-27 7-192 16,31-5 144-16,-31 5-144 0,25-2 0 0,-25 2 144 0,0 0-144 0,29-3 0 15,-23 3 0-15,0-2 0 16,-2 2 0-16,-2 0 0 0,1 0-144 0,-2 0 144 15,-2 0-816-15,0 0-96 0,-1 0-32 0,0 2-9504 16,-2-2-1904-16</inkml:trace>
  <inkml:trace contextRef="#ctx0" brushRef="#br0" timeOffset="398.75">4991 4997 9215 0,'0'-4'400'0,"0"1"96"0,0 2-496 0,0 0 0 0,1-2 0 0,-1 3 0 15,1-2 1536-15,0-1 192 16,0-1 64-16,2-1 0 0,-1-2 256 0,0 3 48 0,-1 1 16 0,0 0 0 16,-1 3-896-16,0 0-192 0,-1 3-16 15,0 2-16-15,-1 1-96 0,-2 3 0 0,0 2-16 0,0 3 0 16,-2 0-432-16,0 5-96 0,0 0-16 0,0 0 0 16,1 0-336-16,-1 2 144 0,2-4-144 0,0-3 0 15,0 1 0-15,1 1 0 0,-1 1 0 0,1-1 0 16,-1 1 0-16,1-1 0 0,0 1 0 0,0-3 0 15,1 0 0-15,0 0 0 0,1 1 0 0,1-4 0 16,0-11 0-16,0 24 0 0,0-24 0 0,0 0 0 16,4 34 0-16,-4-34 0 0,0 0 0 0,0 0 0 15,0 0 0-15,0 0 0 0,38 21 0 0,-38-21 0 16,22-5 0-16,-11 1 160 0,3-1 0 0,0-2 0 16,0-1 464-16,1 2 80 0,-2-2 32 0,-1 1 0 15,-1 0-288-15,0 2-64 0,1-2-16 0,-3 1 0 16,-1 2-224-16,0 0-144 0,-1 0 192 0,0 1-192 0,0-2 0 0,-2 4 0 15,1 0 0-15,-1-1 0 0,-2 1 0 0,0 0 0 16,0 1 0-16,0-1-144 16,-2 1-1280-16,1 0-256 0</inkml:trace>
  <inkml:trace contextRef="#ctx0" brushRef="#br0" timeOffset="655.26">4937 5166 6447 0,'-1'0'576'0,"1"-2"-576"0,0 2 0 0,0 0 0 16,1 0 720-16,0 0 48 0,-1 0 0 0,1 0 0 16,3 0 1024-16,1-1 192 0,-5 1 64 0,0 0 0 15,27-5 320-15,-27 5 64 0,27-9 0 0,-11 3 16 16,1-3-528-16,1 0-128 0,2 0 0 0,-1-3-16 15,0 2-688-15,-1-2-144 0,0 0-32 0,-2 1 0 16,-1 1-672-16,-2 1-240 0,-2-1 144 0,-1 3-144 31,-2 0-448-31,-1 3-192 0,-1 1-16 0,-2 0-14368 0</inkml:trace>
  <inkml:trace contextRef="#ctx0" brushRef="#br0" timeOffset="2684.43">5491 4940 3679 0,'0'0'320'0,"0"0"-320"0,0 2 0 0,0-2 0 15,-1 0 896-15,1 0 96 0,-1 3 32 0,0-1 0 16,-1 2 160-16,-1 2 32 0,-1 1 16 0,0 0 0 0,-1 3-400 0,-1 1-64 16,1 1-32-16,-1 0 0 15,2 2 176-15,-2 1 48 0,1 1 0 0,2 1 0 0,0 2 320 16,-1 0 80-16,2 2 16 0,0-2 0 15,0 0-256-15,-1 2-48 0,1 5-16 0,0-2 0 16,1 0-224-16,1 0-32 0,1-3-16 0,-1-21 0 16,6 38-560-16,-6-38-224 0,0 0 176 0,16 38-176 0,-16-38 0 0,0 0-240 15,0 0 32-15,0 0 0 16,44 7-928-16,-35-12-176 0</inkml:trace>
  <inkml:trace contextRef="#ctx0" brushRef="#br0" timeOffset="9042.49">5569 5501 10127 0,'0'-1'896'0,"0"-1"-704"0,0-1-192 16,0 1 0-16,0 1 880 0,0-1 144 16,0 0 16-16,1-5 16 0,0 1-64 0,0-2-16 0,0 3 0 0,0 0 0 15,1 3 176-15,0-3 16 16,1 5 16-16,0-2 0 0,1-1 160 0,0 1 16 15,2-1 16-15,0-1 0 0,1-1-288 0,0-1-64 0,2-2-16 0,0-2 0 16,1-4-656-16,1-2-128 0,-1 3-32 0,1-3 0 16,0-3-192-16,2-2 0 0,2-7 0 0,-2-1 0 15,2-2 0-15,-2 0-192 0,-2 0 192 0,-1 1-160 16,-3 1 160-16,0 0 0 0,-4 6-144 0,0 2 144 16,0 2 0-16,-2 2 0 0,-1 1-144 0,0 2 144 15,-1 4 0-15,0 0 0 0,-1 3 0 0,0 2 0 0,1 3 0 16,-1 2 0-16,0 2 0 0,-1 1 0 15,-1 4 0-15,1-3 0 0,-1 4 0 0,0 1 0 16,0-1 0-16,2 3 0 0,-2 1 0 0,0 2 0 16,1 0 384-16,1 4 0 0,-1 2-16 0,-1 2 0 0,2 2-240 0,-1-1-128 15,2 3 128-15,-2-5-128 0,2 2 0 0,-1 0 0 16,0-1 0-16,2-1 0 0,0-2 0 16,2-3 0-16,1-2 0 0,1-4 0 0,-4-10 0 0,0 0 0 15,0 0 0-15,0 0-128 16,0 0-688-16,46-5-128 0,-36-6-16 0,2-4-16 15,3-4-992-15,1-3-192 0,1-4-32 0,-1 1-16 16,1 0 240-16,-3-1 48 0,-1 1 16 0,-2 3 0 0,-2 1 1392 0,0 2 256 0,-4 1 64 16,0 3 16-16,-2 0 560 0,0 4 96 0,-1-1 32 15,-1 2 0-15,-1 4 592 0,-1 1 128 0,0 4 32 0,-2 1 0 16,0 3 400-16,-1 2 64 0,0-1 32 0,0 4 0 16,-1 1-336-16,0 0-64 15,1 1-16-15,-1 0 0 0,0 4-560 0,3-2-112 16,-2 2-32-16,2 1 0 0,1 0-384 0,1 2-64 15,0 2-32-15,2 0 0 0,-1 1-160 0,2-2 0 0,-1 1 144 0,-2-19-144 16,8 30 0-16,-8-30 0 0,12 29 0 0,-12-29 128 16,0 0-128-16,30 26 0 0,-30-26 0 0,0 0-9968 15,39 5-1936-15</inkml:trace>
  <inkml:trace contextRef="#ctx0" brushRef="#br0" timeOffset="9594.15">5720 4852 5519 0,'0'0'240'0,"-1"0"64"0,0 0-304 0,1-2 0 0,0 2 0 0,0 0 0 15,0 0 1072-15,0 0 144 16,-1-1 48-16,0 0 0 0,0-1 976 0,0-3 208 0,1 2 48 0,0-1 0 16,1-3-432-16,1 2-80 0,-1-2 0 0,3 0-16 0,1-3-624 15,-1 0-112-15,2-2-16 0,1-1-16 16,1 0-784-16,0-1-160 0,1 0-16 0,0 0-16 16,-1 1 112-16,0 0 32 0,2 1 0 0,-2 2 0 0,0 1-48 0,0 0-16 15,-1 1 0-15,0 2 0 0,-1 0-176 16,0 3-128-16,-2 2 144 0,0-1-144 15,0 4 0-15,-2 0 0 0,1 1 0 0,-3 4 0 16,2 0 0-16,-1 0 0 0,1 1 0 0,-1 0 0 0,-1 2 160 0,1-2-160 16,0 1 160-16,1 0-160 15,0 1 144-15,0-4-144 0,1 2 128 0,0-1-128 16,-3-7 0-16,0 0 0 0,0 0 128 0,0 0-128 0,20 33 0 0,-20-33 0 0,0 0-160 0,0 0 160 31,0 0-432-31,0 0 16 0,27 36 0 0,-27-36-14400 0</inkml:trace>
  <inkml:trace contextRef="#ctx0" brushRef="#br0" timeOffset="9953.79">6214 4844 14735 0,'1'-4'640'0,"-1"2"160"0,1 0-640 0,-1 2-160 16,2-2 0-16,-1 2 0 0,1 0 1152 0,0 0 192 0,3 2 32 0,-5-2 16 31,0 0 288-31,0 0 64 0,0 0 16 0,49 12 0 15,-49-12-528-15,0 0-96 0,41 26-32 0,-41-26 0 16,27 28-144-16,-27-28-16 0,27 40-16 0,-27-40 0 16,23 50-272-16,-14-21-48 0,-4 3-16 0,-3-3 0 15,-4-2-256-15,-2-2-48 0,-3-1-16 0,-4-2 0 16,-2 2-112-16,-4 0-32 0,-2 1 0 0,-3 1 0 0,-2 3-128 16,-2-3 0-16,-1-2 0 0,-1 2-16432 15</inkml:trace>
  <inkml:trace contextRef="#ctx0" brushRef="#br0" timeOffset="10326.25">6700 5044 9215 0,'1'-2'816'0,"0"0"-656"15,1 2-160-15,-1-2 0 0,0 2 1232 0,1-2 224 16,2-1 32-16,2-2 16 16,3 0 992-16,3-2 208 0,0 3 48 0,0-1 0 15,-12 5-784-15,28-5-160 0,-28 5-16 0,29-5-16 0,-29 5-1136 0,0 0-240 16,44 0-32-16,-44 0-16 16,0 0-352-16,0 0-160 0,44 7 16 0,-44-7-14032 0</inkml:trace>
  <inkml:trace contextRef="#ctx0" brushRef="#br0" timeOffset="10514.9">6731 5169 11967 0,'-1'1'1072'0,"1"-1"-864"16,0 0-208-16,0 0 0 0,1 0 1728 0,0 0 288 15,1 0 64-15,1 0 16 0,2 0 256 0,-5 0 48 0,0 0 16 0,34-7 0 16,-34 7-1392-16,29-7-256 0,-29 7-64 0,35-7-16 15,-35 7-688-15,35-7 0 0,-35 7 0 0,35-8-13552 16</inkml:trace>
  <inkml:trace contextRef="#ctx0" brushRef="#br0" timeOffset="10780">7452 4901 10127 0,'2'1'448'16,"-1"-1"96"-16,2 0-544 0,0 0 0 0,-1 0 0 0,1 0 0 0,0-1 2240 0,-3 1 352 15,0 0 64-15,38-3 16 0,-38 3-544 0,48-5-96 16,-48 5-32-16,46-6 0 0,-46 6-1072 0,43-8-224 15,-43 8-32-15,38-7-16 0,-38 7-416 0,30-8-96 16,-30 8-16-16,26-7 0 0,-15 3-128 0,-3 1 0 16,-3 2-160-16,-2 0-13024 0</inkml:trace>
  <inkml:trace contextRef="#ctx0" brushRef="#br0" timeOffset="11129.3">7506 4921 13823 0,'-2'0'608'0,"1"0"128"0,1 0-592 0,0 0-144 0,0 1 0 0,0 1 0 0,0-2 1696 0,0 2 304 16,1 3 64-16,-1 2 16 15,0 0-96-15,-1 5-32 0,-2 2 0 0,1 0 0 0,-2 3-1072 0,1 0-224 16,-2 4-32-16,0 0-16 0,1-2-416 0,-1 3-192 16,0-3 160-16,0 2-160 0,1-5 0 0,1 1 128 15,1-2-128-15,0 1 0 16,1-4 0-16,1-12 0 0,3 21 0 0,-3-21 0 15,0 0 0-15,0 0 0 0,0 0 0 0,21 35-160 0,-21-35-160 16,0 0-16-16,0 0-16 0,0 0 0 16,0 0 96-16,43 22 32 0,-43-22 0 0,0 0 0 0,0 0 352 0,42 2 64 0,-42-2 0 15,0 0 16 1,38-6 464-16,-38 6 96 0,31-9 0 0,-14 3 16 16,2-1-128-16,1-2-16 0,-2 2-16 0,0-1 0 15,-1 1-384-15,-1 0-80 0,0 0-16 0,-16 7 0 16,25-10-144-16,-25 10 0 0,20-8-192 0,-12 5 192 15,-2 0-1376-15,-1 1-160 0,-2 0-16 0,-3 1-12240 16</inkml:trace>
  <inkml:trace contextRef="#ctx0" brushRef="#br0" timeOffset="11349.16">7470 5104 15663 0,'2'0'688'0,"0"0"144"0,1-2-656 0,0 2-176 16,0 0 0-16,0 0 0 0,3-2 2208 0,-6 2 416 0,0 0 64 0,48-8 32 15,-48 8-592-15,56-10-112 0,-28 4-32 0,-1 0 0 0,1-2-1216 0,-3 2-240 16,1-1-48-16,-2 0-16 16,-24 7-464-16,46-12 0 0,-24 5 0 0,-22 7-15136 0</inkml:trace>
  <inkml:trace contextRef="#ctx0" brushRef="#br0" timeOffset="22133.92">8047 4824 10127 0,'2'-5'896'0,"0"0"-704"16,-1 2-192-16,-1 2 0 0,1-1 1600 0,-1 2 304 15,1-3 48-15,0-4 16 0,0 2 640 0,-2-2 128 16,-1 5 16-16,-2 0 16 0,-1 2-976 0,0 4-192 16,-3 1-32-16,0 2-16 0,1 1-848 0,-2 1-192 15,2 0-16-15,-1-1-16 0,1 3-160 0,1 1-48 0,-1 0 0 0,1-1 0 16,1 1-80-16,-1 2-32 0,1 6 0 0,-1 3 0 16,2 4-32-16,-1 1 0 0,3 5 0 0,3 0 0 15,1 1 80-15,1-4 16 0,2-1 0 0,-5-29 0 16,15 43-224-16,-15-43 144 0,0 0-144 0,36 45 128 0,-36-45-128 15,0 0 0-15,38 23 0 0,-38-23-11200 16,0 0-2112-16</inkml:trace>
  <inkml:trace contextRef="#ctx0" brushRef="#br0" timeOffset="22391.67">8136 4905 13823 0,'-3'2'1216'0,"2"-2"-960"16,1 0-256-16,0 0 0 0,0 1 752 0,1-1 96 0,0 0 32 0,1 0 0 15,3 2 1184-15,0-2 240 0,3 2 64 16,-8-2 0-16,0 0-944 0,0 0-176 16,42 16-32-16,-42-16-16 0,0 0-368 0,41 27-80 15,-41-27-16-15,0 0 0 0,49 45-224 0,-49-45-64 16,31 38 0-16,-31-38 0 0,29 35-304 0,-29-35-144 15,0 0 128-15,36 35-128 0,-36-35 0 0,0 0 0 0,0 0 0 0,0 0-10144 32,42 20-2032-32</inkml:trace>
  <inkml:trace contextRef="#ctx0" brushRef="#br0" timeOffset="22588.42">8438 4760 14735 0,'-4'3'1312'0,"0"1"-1056"0,1 1-256 0,2-3 0 16,-1 4 1056-16,-2 0 160 0,-4 6 16 0,-3 5 16 16,-4 9 528-16,-5 7 96 0,-1 1 32 0,0 3 0 15,-2 3-592-15,3 1-112 0,-1-3-32 0,2-5 0 0,4-5-64 16,3-4-16-16,3-5 0 0,2-3 0 0,2-2-576 0,1-4-128 16,1-2-32-16,0-4 0 15,3-1-1120-15,0-3-208 0</inkml:trace>
  <inkml:trace contextRef="#ctx0" brushRef="#br0" timeOffset="22854.51">8142 4767 12895 0,'-5'-2'1152'0,"1"-1"-928"0,3 1-224 0,0 2 0 16,2-1 1248-16,-1 0 208 0,1 1 32 16,1-3 16-16,2 1 608 0,2-3 112 15,1 1 16-15,2-3 16 0,2 0-448 0,2-1-80 0,2 1-32 0,2 0 0 16,0 0-672-16,-1 1-128 0,2 2-16 0,0-1-16 16,-18 5-608-16,36-3-112 0,-36 3-16 0,0 0-128 31,48 6-512-31,-48-6-192 0,0 0-64 0,43 5-14480 0</inkml:trace>
  <inkml:trace contextRef="#ctx0" brushRef="#br0" timeOffset="23172.9">8612 4724 9215 0,'-1'0'400'0,"0"-2"96"0,1 2-496 0,0-1 0 15,1 1 0-15,-1 0 0 0,1 0 2432 0,1 0 400 16,2 1 80-16,0-1 16 0,-4 0 32 0,0 0 16 16,0 0 0-16,39 15 0 0,-39-15-1232 0,0 0-240 0,39 28-48 0,-39-28-16 15,0 0-800-15,42 45-144 0,-42-45-48 0,0 0 0 16,29 52-256-16,-29-52-64 15,17 41-128-15,-17-41 192 0,11 49-192 0,-9-24 144 0,-4 2-144 16,-4 2 128-16,-3-1-128 0,-3-2 0 0,-2 0 0 0,-3-2 0 16,-1-3 0-16,0-2 0 0,-3 0 0 0,2-4 0 31,0-1-512-31,-1 1-192 0</inkml:trace>
  <inkml:trace contextRef="#ctx0" brushRef="#br0" timeOffset="23552.85">8979 4942 12895 0,'-1'0'1152'0,"0"0"-928"0,2 1-224 0,0-1 0 0,1 2 1632 0,0-2 288 15,0 0 48-15,1 0 16 0,4 0 480 0,1-2 96 16,-8 2 32-16,26-1 0 0,-26 1-1328 0,33-4-272 15,-17 2-48-15,1-1-16 0,-17 3-544 0,30-4-128 0,-30 4 0 0,28-3-16 16,-19 3-240-16,-1-1-256 16,0 1 48-16,-2 1-14528 0</inkml:trace>
  <inkml:trace contextRef="#ctx0" brushRef="#br0" timeOffset="23688.85">8941 5125 14735 0,'3'0'1312'0,"0"-2"-1056"0,0 2-256 0,1 0 0 16,0-2 1920-16,2 1 320 0,5-2 64 0,5-3 0 15,8 1 288-15,4-4 48 0,4-1 16 0,-1 1 0 16,-1-2-1568-16,-2 0-304 0,-1 2-64 0,-2 0-15936 16</inkml:trace>
  <inkml:trace contextRef="#ctx0" brushRef="#br0" timeOffset="23901.94">9692 4788 21183 0,'5'1'1888'0,"1"-1"-1504"15,-2 0-384-15,0 0 0 0,-1-1 800 0,2 1 96 16,-5 0 0-16,0 0 16 0,46-4-240 0,-21 0-48 0,1 0-16 0,-2 0 0 15,-1-1-608-15,-3 0 0 0,-2 2-224 0,-3-1 64 16,-4 0 0-16,-3 3 0 16,-8 1 0-16,0 0-7488 15,0 0-1504-15</inkml:trace>
  <inkml:trace contextRef="#ctx0" brushRef="#br0" timeOffset="24236.5">9716 4862 15663 0,'1'0'688'0,"-1"0"144"0,1 0-656 0,0 0-176 0,-1 0 0 0,0 0 0 0,0 0 2368 0,0 2 448 15,0 1 96-15,-1 2 16 16,0-1-1136-16,-1 1-208 0,-1 2-48 0,-1 3-16 16,0-1-768-16,1 1-160 0,-2 2-16 0,0 2-16 15,1 3-176-15,-2 1-48 0,0 4 0 0,-1-1 0 16,1 3-144-16,-1 1-16 0,2 0-16 0,-2-2 0 15,4-3-160-15,-1-2 0 0,3 1 0 0,1-19 128 0,2 31-128 0,-2-31 0 16,0 0 0-16,0 0 0 16,18 40-144-16,-18-40 144 0,0 0 0 0,0 0 0 0,42 14 0 15,-42-14 0-15,29-2 128 0,-29 2-128 0,37-7 400 0,-18 2-16 16,2-1 0-16,-1 0 0 0,1-1-96 0,-2 0-32 16,-2 2 0-16,-2-2 0 0,-2 3-256 15,-2-2 0-15,-2 2 128 0,-1 0-128 0,-1 1-224 0,-3 0-96 16,-2 3-32-16,-2-2-16224 15</inkml:trace>
  <inkml:trace contextRef="#ctx0" brushRef="#br0" timeOffset="24438.28">9598 5128 10127 0,'4'0'896'0,"-1"-3"-704"15,3 3-192-15,0-2 0 0,1-1 3280 0,-1 1 624 16,3 0 128-16,5-5 32 0,11-2-928 0,10-3-176 15,5-3-32-15,3-2-16 0,-1 1-1792 0,-3-3-352 16,-4 5-80-16,-3 2-16 0,-4 0-544 0,-1 0-128 0,-1 1 0 0,-2 2-11152 31,-3 1-2224-31</inkml:trace>
  <inkml:trace contextRef="#ctx0" brushRef="#br0" timeOffset="33575.93">10360 4759 7359 0,'-1'-1'656'0,"0"1"-528"15,1 0-128-15,0 0 0 0,-1 0 1216 0,0 0 192 0,0-2 64 16,-1 1 0-16,-1-1 352 0,-2 2 80 0,1-2 16 0,-2 1 0 16,1 1 80-16,0 0 32 15,-1 1 0-15,0 1 0 0,-1 1-480 0,0 0-80 0,0 1-32 16,-2 3 0-16,0-1-736 0,1 4-128 15,-1 0-48-15,1 2 0 0,0 0-240 0,2 2-48 16,1 2-16-16,2 3 0 0,1-1 112 0,2-18 32 16,1 32 0-16,-1-32 0 0,7 38-208 0,-7-38-32 15,17 45-128-15,-17-45 192 0,23 38-192 0,-23-38 0 0,0 0 128 0,42 36-128 16,-42-36 0-16,0 0 0 0,44 16 0 0,-44-16-10880 16,0 0-2112-16</inkml:trace>
  <inkml:trace contextRef="#ctx0" brushRef="#br0" timeOffset="33807.51">10432 4793 10127 0,'0'-2'448'16,"0"2"96"-16,0-2-544 0,0 1 0 0,1 2 0 0,-1 1 0 0,1 0 1104 15,-1-2 112-15,0 0 32 0,0 0 0 0,0 0 608 0,23 39 112 16,-23-39 16-16,0 0 16 0,24 42-736 0,-24-42-160 15,0 0-16-15,28 40-16 0,-28-40 96 0,0 0 32 16,36 38 0-16,-36-38 0 0,0 0-880 0,33 28-160 0,-33-28-32 0,0 0-128 31,0 0-1152-31,33 22-320 0,-33-22-80 0,0 0-10400 0</inkml:trace>
  <inkml:trace contextRef="#ctx0" brushRef="#br0" timeOffset="33990.32">10603 4791 10127 0,'0'-3'896'0,"0"3"-704"0,0 0-192 16,-1 0 0-16,0 1 1712 0,0 1 304 15,-1 0 64-15,-1 3 16 0,-2 2 464 0,-2 0 80 0,-2 5 32 0,-1 0 0 16,-1 0-1168-16,-1 2-224 16,0 0-64-16,-2 0 0 0,0 3-608 0,0 0-128 0,0-1-32 0,1 1 0 15,0-3-48-15,2 1-16 0,2-3 0 0,1-1 0 16,2-1-384-16,0-1-224 0,3-1 32 0,0-2-9984 15,2-1-1984-15</inkml:trace>
  <inkml:trace contextRef="#ctx0" brushRef="#br0" timeOffset="34245.04">10741 4910 2751 0,'3'-2'256'0,"-2"1"-256"16,0 1 0-16,0 0 0 0,-1 0 2144 0,0 0 384 15,0 0 80-15,1 0 16 0,-1 3 384 0,0-1 64 16,-1 2 32-16,0 1 0 0,0 2-1184 0,0 3-256 16,-2-1-32-16,1 3-16 0,-1 0-736 0,0 0-160 15,0 2-16-15,-1 0-16 0,3 1-368 0,-1-1-64 16,0-2 0-16,2-12-16 15,0 0-1040-15,1 26-208 0</inkml:trace>
  <inkml:trace contextRef="#ctx0" brushRef="#br0" timeOffset="34540.71">10915 4753 17503 0,'2'-5'768'0,"-1"3"176"0,-1 2-752 0,0 0-192 15,0 0 0-15,0 0 0 16,15-7 2160-16,-15 7 400 0,0 0 64 0,0 0 32 16,42 3-688-16,-42-3-144 0,0 0-32 0,43 18 0 0,-43-18-1120 0,0 0-224 15,33 38-64-15,-33-38 0 0,18 36-144 0,-18-36-48 0,10 40 0 0,-10-40 0 31,3 40-16-31,-6-18-16 0,-2 2 0 0,-2-1 0 16,-2 0-160-16,-2-3 0 0,-1-1 0 0,-2 0 0 16,-1-3-496-16,-2 1-128 0,-1-1-16 0,0-4-16 15,1 0-1712-15,1-3-320 0</inkml:trace>
  <inkml:trace contextRef="#ctx0" brushRef="#br0" timeOffset="35159.3">11391 4850 12895 0,'-2'5'1152'15,"-1"-3"-928"1,3-2-224-16,0 0 0 0,0 0 1152 0,1 0 192 0,-1 3 48 0,1-1 0 16,-1-2 720-16,0 0 128 15,0 0 48-15,0 0 0 0,34-7-512 0,-34 7-112 16,28-9 0-16,-28 9-16 0,31-10-624 0,-31 10-112 0,35-12-16 0,-35 12-16 15,31-10-368-15,-31 10-80 0,30-6-16 0,-30 6 0 16,23-5-416-16,-23 5 0 0,0 0 0 0,25-7-10832 16,-25 7-2224-16</inkml:trace>
  <inkml:trace contextRef="#ctx0" brushRef="#br0" timeOffset="35346.46">11561 4677 19343 0,'-3'5'848'16,"2"-1"192"-16,0-1-832 0,1 2-208 16,0-1 0-16,0-1 0 0,0-3 1792 0,0 0 304 0,-3 29 64 15,1-9 16-15,0 2-544 0,-1 4-96 16,0 0-32-16,0-2 0 0,1-3-1120 0,0 0-208 16,1 1-48-16,0-3-128 15,1-19-784-15,2 33-272 0</inkml:trace>
  <inkml:trace contextRef="#ctx0" brushRef="#br0" timeOffset="35556.9">11841 4729 23951 0,'0'0'1056'0,"0"0"224"0,0 0-1024 0,0 0-256 0,0 0 0 0,0 0 0 15,31 3 1312-15,-31-3 208 0,0 0 32 0,43-8 16 16,-18 4-1056-16,-1-3-224 0,1 2-32 0,-3-2-16 31,-1 0-560-31,-21 7-96 0,36-12-32 0,-36 12 0 16,28-9-896-16,-28 9-176 0,0 0-32 0,24-7-9712 0</inkml:trace>
  <inkml:trace contextRef="#ctx0" brushRef="#br0" timeOffset="35811.86">11983 4682 8287 0,'-3'2'368'0,"1"0"80"0,0 1-448 0,1 0 0 16,0 0 0-16,0-2 0 0,0 2 2064 0,-1 4 336 15,-1-1 64-15,-1 6 16 16,-1 3-528-16,0-1-96 0,-1 3-32 0,0-1 0 0,1-1-992 0,-2 3-192 0,1 1-32 0,-1 0-16 16,2 0-16-16,0-2 0 0,2 0 0 0,1-2 0 15,2-15 320-15,0 29 64 16,0-29 16-16,0 0 0 0,0 0-560 0,21 36-112 15,-21-36-32-15,0 0 0 0,0 0 80 0,43 10 16 0,-43-10 0 0,0 0 0 16,37-3-96-16,-37 3-16 0,26-7 0 0,-26 7 0 16,27-10-528-16,-13 4-112 0,-1-2-32 15,-2 1 0-15,0 0-768 0,-3 1-160 0,-1 0-16 0,-1-1-7664 16,-1 0-1520-16</inkml:trace>
  <inkml:trace contextRef="#ctx0" brushRef="#br0" timeOffset="35995.75">11909 4869 14735 0,'-2'3'1312'0,"2"-1"-1056"0,1-2-256 0,0 1 0 15,1-1 2480-15,1 1 432 0,-1-1 96 0,-2 0 0 16,0 0-384-16,0 0-64 0,39 5-32 0,-39-5 0 16,36-5-1280-16,-36 5-256 0,41-7-48 0,-41 7-16 15,43-12-544-15,-43 12-128 0,42-13 0 0,-22 5-16 16,0 1-944-16,-4-2-176 0,1 1-32 0,-2-1-15472 15</inkml:trace>
  <inkml:trace contextRef="#ctx0" brushRef="#br0" timeOffset="36208.75">12392 4623 23039 0,'-3'2'1024'0,"1"0"192"0,1 1-960 0,-1-2-256 16,0 0 0-16,0 1 0 0,-1 3 1712 0,0 0 288 15,-3 2 64-15,-2 5 16 0,-3 3-368 0,1 3-80 0,0 1-16 16,3 0 0-16,-1-2-832 0,3 4-160 16,-1-2-48-16,2 1 0 0,3 0-192 0,1-20-32 15,0 36-16-15,0-36 0 0,5 29-336 0,-5-29 144 16,0 0-144-16,19 37 0 16,-19-37-224-16,0 0-160 0,27 27-16 0,-27-27-16 15,0 0-2208-15,0 0-448 0</inkml:trace>
  <inkml:trace contextRef="#ctx0" brushRef="#br0" timeOffset="36412.18">12551 4715 10127 0,'-2'-3'896'0,"1"1"-704"0,0 2-192 0,1 0 0 16,0 0 2544-16,0 0 464 0,0 0 112 0,0 0 16 16,0 0-80-16,0 0-16 0,1 24 0 0,-1-24 0 15,0 0-1440-15,16 33-304 0,-16-33-48 0,0 0-16 16,30 41-736-16,-30-41-160 0,0 0-16 0,36 42-16 15,-36-42 16-15,28 28 16 0,-28-28 0 0,0 0 0 16,37 36-336-16,-37-36 128 0,0 0-128 0,36 26 0 16,-36-26-1408-16,0 0-336 0</inkml:trace>
  <inkml:trace contextRef="#ctx0" brushRef="#br0" timeOffset="36612.11">12732 4689 15663 0,'-5'9'688'0,"1"-4"144"0,0 2-656 0,1-2-176 0,0 0 0 16,0-1 0-16,-1 1 1920 0,-1 3 368 0,-5 8 64 0,-5 3 16 15,-2 5-832-15,-2 2-144 16,-1 0-48-16,1-2 0 0,0-1-64 0,2-1 0 16,0-1-16-16,0-2 0 0,1 0-560 0,2-3-128 0,0 2 0 0,2-2-16 31,1-2-1088-31,2-1-224 0,2 0-32 0,0-3-14240 0</inkml:trace>
  <inkml:trace contextRef="#ctx0" brushRef="#br0" timeOffset="37032.21">12804 4947 21183 0,'0'-2'944'0,"0"0"192"0,0 1-912 0,-1-1-224 16,1 1 0-16,0 0 0 0,0 1 1264 0,1-2 208 16,-1 0 32-16,1 1 16 0,1-3-512 0,0 3-112 15,-2 1 0-15,0 0-16 0,0 0-112 0,0 0 0 0,0 0-16 0,34-2 0 16,-34 2 176-16,0 0 32 0,0 0 16 0,41 10 0 15,-41-10-400-15,0 0-64 16,0 0-32-16,36 12 0 0,-36-12-224 0,0 0-32 16,0 0-16-16,0 0 0 0,0 0-208 0,0 0 0 15,16 37 0-15,-21-30 0 0,-2 1 0 0,-2 1 0 0,-2 0 0 16,0 1-160 0,-1 0-208-16,0-1-32 0,0 0-16 0,2-1 0 0,1 1 112 0,3-2 32 0,0 1 0 0,6-8 0 15,0 0 272-15,0 0-128 0,0 0 128 0,0 0 0 16,0 0-160-16,0 0 160 0,0 0-128 0,30 21 128 15,-30-21 0-15,27-7 0 0,-27 7 0 0,28-12 0 16,-13 4-144-16,-2 2 144 0,2-3-160 0,-2 1 160 31,-1 1-1248-31,2-3-160 0</inkml:trace>
  <inkml:trace contextRef="#ctx0" brushRef="#br0" timeOffset="37456.64">13090 4694 15663 0,'-1'-2'688'0,"1"1"144"0,0 1-656 0,0 0-176 0,1 0 0 0,-1 0 0 16,1 0 1760-16,1 0 320 15,-2 0 64-15,0 0 16 0,0 0 80 0,0 0 32 16,0 0 0-16,44 21 0 0,-44-21-672 0,0 0-144 15,38 25-32-15,-38-25 0 0,0 0-784 0,39 33-144 16,-39-33-48-16,0 0 0 0,28 35-240 0,-28-35-48 16,0 0-16-16,7 38 0 0,-7-38-144 0,-7 27 128 15,0-14-128-15,-2 0 128 0,-1-1-128 0,-2 1 0 0,-3 2 0 0,0-1 128 16,0 0-128-16,-1-2 0 0,-1 2 0 0,-2-2 0 16,2 0-1264-1,2-3-224-15,2-2-48 0,3-2-14336 0</inkml:trace>
  <inkml:trace contextRef="#ctx0" brushRef="#br0" timeOffset="37742.64">13469 4824 911 0,'1'0'0'0,"0"0"0"16,-1 0 0-16,0 0 0 0,0 0 1280 0,0 0 160 0,0 0 32 0,0 0 16 15,27-9 272-15,-27 9 48 16,27-7 16-16,-27 7 0 0,32-10-560 0,-32 10-112 16,36-7-32-16,-36 7 0 0,35-7 80 0,-35 7 16 15,33-5 0-15,-33 5 0 0,0 0-432 0,38-6-80 16,-38 6 0-16,0 0-16 15,0 0-1328-15,0 0-256 0</inkml:trace>
  <inkml:trace contextRef="#ctx0" brushRef="#br0" timeOffset="37945.15">13562 4635 14735 0,'1'0'640'0,"0"0"160"0,-1 0-640 0,0 0-160 0,0 0 0 0,0 0 0 0,0 0 2560 0,0 0 496 15,0 0 80-15,0 0 32 0,13 47-784 0,-13-47-144 16,2 38-48-16,-2-38 0 0,-1 40-1424 0,-2-18-272 16,2-1-64-16,-3 0-16 15,0 1-416-15,0-4 0 0,0 1 128 0,0-2-128 16,4-17-176-16,-4 24-64 0,4-24-16 0,0 0-15296 16</inkml:trace>
  <inkml:trace contextRef="#ctx0" brushRef="#br0" timeOffset="38907.68">13923 4765 15663 0,'0'0'1392'0,"0"0"-1120"15,0 0-272-15,0 0 0 0,0 0 2080 0,0 0 352 0,0 0 80 0,0 0 16 16,37 11-112-16,-37-11-32 15,0 0 0-15,37 12 0 0,-37-12-1168 0,0 0-256 16,0 0-32-16,38 12-16 0,-38-12-912 0,0 0-144 16,0 0-48-16,0 0-10544 15,0 0-2096-15</inkml:trace>
  <inkml:trace contextRef="#ctx0" brushRef="#br0" timeOffset="39070.25">14251 4709 16575 0,'0'0'736'0,"0"0"160"0,0 0-720 0,0 0-176 0,0 0 0 0,0 0 0 16,0 0 1728-16,0 0 320 0,24 35 64 0,-24-35 16 0,0 0-288 0,27 28-64 15,-27-28-16-15,0 0 0 0,33 21-1168 0,-33-21-224 0,0 0-48 0,35 5-9568 32,-35-5-1904-32</inkml:trace>
  <inkml:trace contextRef="#ctx0" brushRef="#br0" timeOffset="39257.46">14650 4744 16575 0,'0'0'736'0,"0"0"160"16,0 0-720-16,0 0-176 16,0 0 0-16,0 0 0 0,26 28 2048 0,-26-28 368 15,0 0 80-15,0 0 0 0,41 24-1248 0,-41-24-256 16,0 0-48-16,43 15-16 0,-43-15-784 0,0 0-144 15,34 4 0-15,-34-4-8592 16,0 0-1680-16</inkml:trace>
  <inkml:trace contextRef="#ctx0" brushRef="#br0" timeOffset="39669.53">14947 4822 11967 0,'-2'0'1072'0,"1"-2"-864"0,1 2-208 0,2-1 0 16,-2 1 1216-16,0 0 192 0,0 0 32 16,11-5 16-16,-3 1 768 0,2-3 144 15,4 2 48-15,3-4 0 0,1 4-608 16,2-3-112-16,0 2-32 0,3-1 0 0,0 3-384 0,1 0-96 0,-2-1-16 15,-22 5 0-15,39-6-656 0,-39 6-144 0,29-3-32 0,-29 3 0 16,0 0-336-16,0 0 0 0,34 0 0 0,-34 0-128 31,0 0-1248-31,0 0-240 0,0 0-48 0,0 0-13152 0</inkml:trace>
  <inkml:trace contextRef="#ctx0" brushRef="#br0" timeOffset="39847.86">15139 4651 11055 0,'2'-2'976'0,"-1"1"-784"0,1 1-192 0,-2 0 0 0,0 0 1840 0,0 0 320 0,0 0 64 0,0 0 16 16,0 0 928-16,0 0 192 15,0 0 32-15,15 43 16 0,-15-43-1552 0,-2 36-320 16,2-36-64-16,-5 41-16 0,0-18-960 0,1-3-192 16,-1 0-48-16,5-20 0 0,-6 33-432 0,6-33-80 15,-2 26-32-15,2-26-16112 0</inkml:trace>
  <inkml:trace contextRef="#ctx0" brushRef="#br0" timeOffset="40345.98">15581 4601 11055 0,'5'-4'976'0,"-1"1"-784"0,1 1-192 0,0-2 0 0,-1 3 1664 0,-1-1 272 16,1 1 64-16,4-2 16 0,4-2 512 0,3-1 96 16,5-1 32-16,1 0 0 0,1 3-1184 0,-1-1-256 15,-1 2-32-15,-20 3-16 0,36-2-912 0,-36 2-256 16,30 0 0-16,-30 0 128 16,0 0-832-16,33 5-192 0,-33-5-16 0,0 0-16 15,0 0-1024-15,0 0-208 0,0 0-32 0,0 0-5040 16,0 0-992-16</inkml:trace>
  <inkml:trace contextRef="#ctx0" brushRef="#br0" timeOffset="40574.96">15779 4552 2751 0,'-2'0'256'0,"1"0"-256"16,1 2 0-16,0-2 0 0,-1 0 1728 0,-2 0 320 15,-2 2 48-15,-2 1 16 0,1 2 368 0,-2 1 80 0,0 0 0 0,1 2 16 16,0 0-192-16,0 2-32 16,-1 2-16-16,0 2 0 0,-1 3-704 0,0 1-144 15,-1-1-16-15,1 1-16 0,-1 2-784 0,0-1-160 16,1 0-16-16,2-1-16 0,1-3-96 0,6-15-32 0,-5 30 0 0,5-30 0 15,0 0 80-15,0 33 16 0,0-33 0 0,0 0 0 16,0 0-144-16,23 31-32 0,-23-31 0 0,0 0 0 16,0 0-80-16,37 12-32 0,-37-12 0 0,24 0 0 15,-24 0-160-15,26-7 0 0,-14 1 0 0,-1 0 0 32,0 0-768-32,1 0-128 0,-1-1-16 0,-2 0-16 0,1 0-1952 15,-1 0-384-15</inkml:trace>
  <inkml:trace contextRef="#ctx0" brushRef="#br0" timeOffset="40779.61">15627 4739 24879 0,'0'0'1088'0,"0"0"256"0,0 0-1088 0,0 0-256 16,0 0 0-16,0 0 0 0,0 0 2240 0,0 0 400 16,0 0 80-16,35 12 16 0,-35-12-1136 0,35-1-240 15,-35 1-32-15,39-4-16 0,-39 4-864 0,40-10-192 16,-19 4-16-16,-1-2-16 0,0 1-224 0,0 0 0 15,-1-2 0-15,-1 1 0 16,1-1-912-16,-2-1-176 0,0 1-48 0,-1-2-15600 0</inkml:trace>
  <inkml:trace contextRef="#ctx0" brushRef="#br0" timeOffset="40989.44">16124 4469 911 0,'-2'0'0'0,"1"0"0"15,0 0 0-15,0 0 0 0,0 2 2576 0,1-2 432 0,-1 0 96 0,-1 2 16 16,-1 1 240-16,-1 0 48 0,-1 3 16 0,-3 1 0 16,0 1-1280-16,0 3-256 0,-1 1-48 0,2 2-16 15,-1 3-896-15,-1 0-176 0,1 6-48 0,0 1 0 16,1 2-144-16,0 0-48 0,3 2 0 0,0-2 0 16,4-26 48-16,-2 48 0 0,2-48 0 0,6 36 0 0,-6-36-192 0,0 0-48 0,20 32 0 0,-20-32 0 31,0 0-464-31,0 0-112 0,41 20 0 0,-41-20-16640 15</inkml:trace>
  <inkml:trace contextRef="#ctx0" brushRef="#br0" timeOffset="41228.75">16173 4599 18431 0,'0'0'816'0,"0"0"160"0,0 0-784 0,0 0-192 0,0 0 0 0,0 0 0 15,0 0 2240-15,0 0 416 0,16 40 80 0,-16-40 16 16,0 0-912-16,30 45-176 0,-30-45-48 0,27 31 0 16,-27-31-464-16,29 26-112 15,-29-26-16-15,29 21 0 0,-29-21-592 0,0 0-128 16,39 17-32-16,-39-17 0 0,0 0-656 0,0 0-144 0,31 12-32 0,-31-12-10608 16,0 0-2128-1</inkml:trace>
  <inkml:trace contextRef="#ctx0" brushRef="#br0" timeOffset="41411.31">16345 4556 11967 0,'0'0'1072'0,"0"0"-864"0,0 0-208 0,0 0 0 0,0 0 2080 16,0 0 368-16,-8 26 80 0,8-26 16 0,-12 27 16 15,2-5 0-15,-2 3 0 0,-2-1 0 0,-2 2-608 0,1-3-112 16,-2-1-32-16,0-1 0 0,0-2-704 0,2 0-144 0,1-5-16 15,0 2-16-15,0-1-672 0,2-1-256 16,2-2 176-16,0 0-176 16,2-4 0-16,3-2-160 0,-1-1 0 0,3-3-17680 15</inkml:trace>
  <inkml:trace contextRef="#ctx0" brushRef="#br0" timeOffset="41857.49">16515 4709 23039 0,'0'0'1024'0,"0"0"192"0,0 0-960 0,-1 1-256 16,1-1 0-16,0 0 0 0,0 0 2272 0,0 0 416 15,0 0 64-15,0 0 32 0,-7 19-1088 0,7-19-224 0,-6 17-32 0,6-17-16 16,-8 24-720-16,8-24-160 16,-7 26-32-16,1-12 0 0,6-14-336 0,-11 33-176 0,5-19 160 0,1-1-160 15,-1 1 0-15,6-14 128 0,-8 20-128 0,8-20 0 16,0 0 0-16,0 0 0 0,0 0 0 0,0 0 0 16,0 0 0-16,0 0-192 0,0 0 192 0,7-6-208 31,-1-5-752-31,0-1-128 0,-1-1-48 0,2-1 0 15,-1-3-128-15,1 3-16 0,1-3-16 0,-1 2 0 0,2 2 848 0,-1-1 160 0,-1 2 32 0,2 0 16 0,-1 3 240 0,0 2 240 16,-8 7-48-16,14-8-16 16,-14 8 560-16,0 0 112 0,0 0 32 0,0 0 0 0,0 0 304 15,0 0 64-15,32 29 16 0,-32-29 0 16,0 0-624-16,7 37-112 0,-7-37-16 0,0 0-16 16,3 41-496-16,-3-41 128 0,0 29-128 0,0-29 0 0,0 0 0 15,0 35 0-15,0-35 0 0,0 0 0 16,0 0-832-16,0 0-176 0,0 0-16 0,0 0-15920 0</inkml:trace>
  <inkml:trace contextRef="#ctx0" brushRef="#br0" timeOffset="42095.87">16892 4485 22111 0,'0'0'1968'0,"0"0"-1584"15,0 0-384-15,0 0 0 0,0 0 1648 0,0 0 240 0,0 0 48 0,18 38 16 16,-18-38-96-16,17 35 0 0,-17-35-16 0,24 46 0 0,-24-46-944 16,23 45-176-16,-23-45-32 0,23 49-16 15,-23-49-144-15,16 50-16 0,-16-50-16 0,8 48 0 16,-8-48-320-16,-4 44-176 0,-2-24 192 0,-3-2-192 16,0-3 0-16,-4 0 0 0,-6 2 0 0,-3 0 0 31,-4 0-656-31,-2-2-48 0</inkml:trace>
  <inkml:trace contextRef="#ctx0" brushRef="#br0" timeOffset="43459.25">9474 5417 5519 0,'1'2'496'0,"1"-1"-496"15,1 1 0-15,-1-2 0 0,0 2 2144 0,0-2 336 0,-1 2 64 0,-1-2 16 16,0 0 320-16,0 0 64 16,0 0 0-16,43 15 16 0,-43-15-1312 0,0 0-272 0,35 4-48 0,-35-4-16 15,26-2-352-15,-26 2-64 0,31-5 0 0,-15 3-16 16,-16 2 80-16,34-5 32 0,-34 5 0 0,35-5 0 16,-35 5-416-16,36-4-96 0,-36 4-16 0,41-3 0 15,-41 3-208-15,44 0-64 16,-44 0 0-16,50 0 0 0,-50 0-64 0,50 1-128 0,-50-1 176 15,48 2-176-15,-48-2 176 0,48 2-176 0,-48-2 160 0,54 0-160 16,-24 0 176-16,1-2-176 0,1 2 192 16,0-2-192-16,3 1 192 0,-2 1-192 0,0-2 192 0,1 0-192 0,-1 1 192 15,-1-1-192-15,-2 1 192 0,1 0-192 0,1-2 144 0,1 1-144 16,0 0 0-16,2 1 144 16,0-1-144-16,-1 2 0 0,0-1 0 0,1 1 0 0,-4 0 0 0,-1-1 0 15,0 1 128-15,0-2-128 16,3-3 0-16,0 0 0 0,1 3 0 0,1-3 0 0,-1 0 0 0,0 1 0 15,0-2 0-15,-1 2 128 0,0-1-128 16,0 0 0-16,1 1 0 0,2-3 128 0,-3 2-128 0,1 0 0 16,3 0 0-16,0 3 0 0,-2-3 0 0,-1 0 0 15,-1 3 0-15,-1-2 0 0,-3 2 0 0,1 1 0 16,2-2 0-16,1 1 0 0,1 2 0 0,0-1 0 16,2 0 0-16,0-1 0 0,1 2 0 0,-2-3 0 15,1 3 0-15,-1 0 0 0,-1 0 0 0,0 0 0 16,3 1 0-16,1 1 0 0,2 1 0 0,0-2 0 15,-3 1 0-15,-1 1 0 0,1-1 0 0,0 1 0 16,2-1 0-16,1 1 0 0,0 1 0 0,1-1 0 16,1-1 0-16,1 0 0 0,-1-1 0 0,-3 0 0 15,-2 0 0-15,-1-1 0 0,1 0 0 0,2-1 0 0,3 0 0 0,0 0 0 16,0-1 0-16,0 2 0 16,1-2 0-16,-4-1 0 0,-2 3 0 0,0-2 0 0,4-1 0 0,1 1 0 15,4 0 0-15,-4-1 0 16,0 1 0-16,-3-1 0 0,-2 1 0 0,1 0 0 0,4 0 128 0,0-1-128 15,-3 1 0-15,3 2 0 0,2-3 0 0,-3 1 0 16,-4 0 0-16,1-1 0 0,2-2 0 16,0 2 0-16,1 0 0 0,2 0 0 0,2 0 0 0,0-1 0 15,-7 2 0-15,0-3 0 0,2-1 0 0,1 0 0 16,-1 3 0-16,1-1 0 0,0 2 0 0,0 2 0 16,1-2 0-16,0 1 0 0,-2-1 0 0,0-1 0 15,-2 1 0-15,0 2 0 0,1-1 0 0,1 1 0 16,1 1 0-16,-1-1 0 0,-1 0 0 0,-1 0 0 0,2-1 0 0,0 0 0 15,-1-2 0-15,2 1 0 0,2 2 0 0,0-2 0 16,1 2 0-16,0 0 0 16,1-1 0-16,0-1 0 0,0 0 0 0,-4-2 0 15,-3 3 0-15,4-2 0 0,5 2 0 0,3 0 0 16,-2 0 0-16,-1 0 0 0,1-4 0 0,-2 3 0 0,-3 0 0 0,2 1 0 16,-1 2 0-16,3-1 0 15,1 0 0-15,-3-1 0 0,0-2 0 0,-3 0 0 0,-2 0 0 0,3 0 0 16,5 1 0-16,0 1 0 0,2-2 0 0,-2 0 0 15,-5-2 0-15,0 1 0 0,4-3 0 0,0 3 0 16,1 1 0-16,1 0 0 0,1-2 0 0,-1 3 0 0,-1-3 0 16,-1 1 0-16,-2 1 0 0,-2 1 0 15,1-1 0-15,0 1 0 0,2 2 0 0,-2 0 0 0,0-2 0 0,-4 1 0 16,-1-1 0-16,-5 2 0 16,-1 0 0-16,-6 0 0 0,-27 0-128 0,43 0-16 15</inkml:trace>
  <inkml:trace contextRef="#ctx0" brushRef="#br0" timeOffset="50792.24">12694 5645 4351 0,'0'0'0'31,"0"0"0"-15,0 0 0-16,0 0 0 0,0 0 0 0,0 0 0 0,0 2 0 0,-1-2 0 0,1 0 0 0</inkml:trace>
  <inkml:trace contextRef="#ctx0" brushRef="#br0" timeOffset="59330.52">12886 5701 4831 0,'-1'-2'432'15,"-1"-1"-432"-15,1 3 0 0,1-2 0 16,0 2 1072-16,-1-1 128 0,0 0 16 0,-1-4 16 16,-1 0 112-16,0 1 32 0,2-3 0 0,-2 2 0 15,2 0 256-15,-1 0 48 0,1 1 16 0,1 1 0 16,-1 1 80-16,1-1 16 0,-1 1 0 0,1 2 0 0,-1 0-240 0,1 2-32 15,-1 1-16-15,0 2 0 16,-1 1-736-16,-1 3-160 0,3-9-32 0,-7 26 0 0,2-8-368 0,-1 3-80 16,0 5 0-16,-1 0-128 0,1 0 0 0,-1 0 0 15,2-6 0-15,-1-2 0 0,3 0 0 16,-1-4 0-16,4-14 0 0,-5 20 0 16,5-20 0-16,0 0 0 0,0 0-160 0,0 0 160 15,0 0 0-15,0 0-176 0,0 0 176 0,10-6-128 16,-5-4-480-16,0 0-96 0,1-4 0 0,1-1-16 15,0-2-1984-15,0 0-400 0,0 0-80 0,-1-2-16 16,1 2 1056-16,-1 1 208 0,-1 2 32 0,0-1 16 0,-1-1 1440 0,1 1 304 0,-1 3 144 0,-1-1-160 16,1 3 368-16,-1 3 80 0,1-1 16 15,-2 0 0-15,3 0 896 0,0 1 176 0,-1 0 32 16,1 0 16-16,1 2 32 0,0 0 0 0,0-2 0 0,2 1 0 16,0 0-176-16,1 2-16 0,0-1-16 0,0 0 0 15,2 1-576-15,0 1-112 0,1 1-32 16,-3 1 0-16,0 1 528 0,-9 0 96 0,0 0 32 0,0 0 0 0,0 0-896 0,39 27-288 15,-39-27 160-15,0 0-160 0,9 40 0 0,-9-40 128 16,0 35-128-16,0-35 0 16,-4 43-624-1,-1-19-208-15,1-3-32 0,-1 3-16 0,-1-5 880 0,1-2 0 0,-1-1 256 0,2-1-64 0,1-2-192 0,3-13 0 16,-4 17 144-16,4-17-144 0,0 0 0 0,0 0 0 16</inkml:trace>
  <inkml:trace contextRef="#ctx0" brushRef="#br0" timeOffset="60852.33">6535 7105 1839 0,'0'-2'160'0,"-1"1"-160"15,1 1 0-15,0-2 0 0,0 2 1152 0,0 0 208 16,0 0 48-16,-1 0 0 0,1 0 64 0,-1 0 0 0,1 2 16 0,0-2 0 0,0 0 624 0,0 0 112 31,0 0 16-31,0 0 16 0,0 1-48 0,0 1-16 0,1 0 0 16,0 1 0-16,0 1-704 0,-1-4-144 0,0 0-16 0,0 0-16 16,0 0-928-16,0 0-192 0,0 0-48 0,19 36 0 15,-19-36-144-15,0 0 0 0,0 0-192 0,0 0-14640 16</inkml:trace>
  <inkml:trace contextRef="#ctx0" brushRef="#br0" timeOffset="61039.37">6888 7068 7359 0,'0'0'320'0,"0"0"80"0,0 0-400 0,-2 21 0 15,2-19 0-15,1 0 0 16,0 1-736-16,-1-3-224 0,0 0-64 0,0 0 0 0,0 0 800 0,0 0 224 16,31 33 0-16,-31-33 0 0</inkml:trace>
  <inkml:trace contextRef="#ctx0" brushRef="#br0" timeOffset="61267.53">6694 7416 20271 0,'0'0'896'0,"0"0"192"0,1 2-880 0,0-2-208 0,-1 1 0 0,0 0 0 16,0-1 2064-16,0 0 368 0,0 0 80 0,0 0 16 15,5 29-704-15,-5-29-144 0,0 0-16 0,0 33-16 0,0-33-1312 16,0 0-336-16,2 24 0 0,-2-24-15616 16</inkml:trace>
  <inkml:trace contextRef="#ctx0" brushRef="#br0" timeOffset="62892.57">6602 7111 7359 0,'-3'-1'656'0,"0"-2"-528"0,1 3-128 0,1-2 0 16,0 2 960-16,0 0 176 0,-2-3 16 0,-1 1 16 16,-1 0 528-16,0-3 96 15,1 2 32-15,-1 1 0 0,2 0-144 0,2 2-16 0,-1 0-16 16,0 2 0-16,0 0-448 0,1 1-96 16,0 2-16-16,0-3 0 0,0 3-256 0,0 1-64 15,1 0-16-15,-1-1 0 0,1-1-320 0,0 1-64 16,2 0-16-16,1-3 0 0,0 1 32 0,2 1 0 0,3-4 0 0,1-2 0 15,-1-1 384-15,3 1 64 0,3-3 32 0,3 0 0 16,3 1-288-16,2-1-48 0,1 0-16 0,0 3 0 0,1 0-304 16,0 2-64-16,-24 0-16 0,45 0 0 15,-45 0-128-15,44 4 0 0,-44-4 0 0,37 3 0 16,-37-3 0-16,32 2 0 0,-32-2 0 0,0 0 0 16,37 0 0-16,-27 0 0 0,1-2 0 0,-3 2 0 0,-1-3-128 0,1 3 128 15,-2-3 0-15,1 2 0 0,-3-2 0 0,1 1 0 0,-1-1-144 16,-2 1 144-16,-1 1 0 15,0 0 0-15,-2 1 0 0,-2 1 0 16,1-1-512-16,-1 1 0 0,-2 2 0 0,-3 2-16032 16</inkml:trace>
  <inkml:trace contextRef="#ctx0" brushRef="#br0" timeOffset="63386.75">6752 7174 7423 0,'-4'-5'160'0,"2"3"32"0,0 1 16 0,1 1 0 0,0-2-208 0,0 2 0 16,0 0 0 0,0-1 0-16,-2 1 2240 0,0-1 384 15,-2 1 96-15,1 0 16 0,0 0-784 0,-2 0-160 16,2 1-16-16,-1 0-16 0,1 1-768 0,0-1-160 0,0 3-16 0,0-1-16 16,2 1-96-16,-1-1 0 15,1 2-16-15,0-1 0 0,0 1 16 0,1 1 0 0,1 2 0 0,-1 0 0 16,1-8-336-16,0 0-64 0,0 35-16 0,0-35 0 15,0 31-288-15,0-31 0 0,-2 34 128 0,2-34-128 16,-2 35 0-16,2-35 0 0,-3 30 0 0,2-16 0 16,0 1 0-16,0-1 0 0,-1 0 0 0,2-14 0 15,-1 26 0-15,1-16 0 0,0 1 0 0,0-3 0 16,1-1 0-16,-1 0 0 0,2-4 0 0,0 2 0 16,0-1 0-16,1-2 0 0,0 0-128 0,-1-1 128 15,3-1 0-15,0 2 0 0,0-2 0 0,1-2 0 16,0 2 0-16,1 0 0 0,0-1 0 0,1-1 0 0,2 2 0 15,-1-1 0-15,-9 1 0 0,0 0 0 0,31-1 544 0,-31 1 96 16,23 0 32-16,-23 0 0 16,27-2-384-16,-27 2-80 0,27 0-16 0,-27 0 0 15,25-2-64-15,-25 2-128 0,23-1 176 0,-13-1-176 0,-2-1 288 16,1 1-48-16,-1 2-16 0,-1-2 0 0,0-1-32 0,-1-2-16 16,0 2 0-16,-1 0 0 0,-1-3-176 0,-1 2 0 15,0-1 0-15,-2-2 0 16,0 3-1104-16,-1-2-160 0,-1 2-16 0,-2-1-14000 0</inkml:trace>
  <inkml:trace contextRef="#ctx0" brushRef="#br0" timeOffset="63610.28">6735 7373 11967 0,'-4'-3'528'0,"0"3"112"0,2-2-512 0,0 2-128 0,1 0 0 0,0 0 0 16,-1 0 1680-16,0 0 304 0,-1 0 64 0,-1 0 16 15,1 2 32-15,-1-4 0 0,3 2 0 0,1 0 0 16,2-1-544-16,1 0-96 0,3 1-32 0,0-3 0 16,3 2-224-16,-9 1-48 0,26-1-16 0,-26 1 0 0,34-3-512 0,-34 3-112 15,39-2 0-15,-39 2-16 0,39-2-320 16,-39 2-176-16,39-5 192 0,-21 0-192 0,2 3 0 0,-2-2 0 16,1 1 0-16,-2-2 0 0,0 1 0 15,0-1 0-15,-2 0 0 0,-1 0 0 0,-2-2 0 0,1 3 0 16,-2-1 0-16,-2 1-16992 15</inkml:trace>
  <inkml:trace contextRef="#ctx0" brushRef="#br0" timeOffset="63866.25">7329 7114 14735 0,'1'-4'640'0,"-1"1"160"0,1 1-640 0,-2 2-160 0,1-2 0 0,-1 2 0 15,0 2 1360-15,0-2 240 0,-2 2 64 0,-1 1 0 16,-1 1-400-16,-1 2-80 16,-1 2-16-16,0 1 0 0,0 2-208 0,-1 1-64 15,1 2 0-15,-1 0 0 0,3 2 0 0,-2 2 0 16,2 0 0-16,1 4 0 0,1-3-128 0,3-19-48 0,-1 42 0 0,1-42 0 0,4 35 48 0,-4-35 16 16,0 0 0-16,16 39 0 15,-16-39-512-15,0 0-96 16,0 0-32-16,34 37 0 0,-34-37-144 0,0 0-144 0,0 0 144 15,46 20-16576-15</inkml:trace>
  <inkml:trace contextRef="#ctx0" brushRef="#br0" timeOffset="64083.63">7487 7181 13823 0,'1'3'1216'0,"0"2"-960"0,0-2-256 0,0 1 0 15,-1 2 1792-15,0-6 304 0,0 0 64 0,5 33 16 16,-5-33-208-16,11 55-48 0,-11-55 0 0,16 57 0 0,-16-57-768 0,18 47-176 16,-18-47-16-16,19 37-16 0,-19-37-688 0,0 0-128 15,35 41-128-15,-35-41 192 0,0 0-368 0,0 0-64 16</inkml:trace>
  <inkml:trace contextRef="#ctx0" brushRef="#br0" timeOffset="64247.24">7648 7201 9215 0,'-7'11'816'0,"1"-2"-656"0,1 1-160 0,-1-1 0 0,3-2 1792 0,-2 0 320 16,-1 3 64-16,-4 4 0 0,-7 10 624 0,-3 4 112 0,-2 3 32 0,0-2 0 15,2-6-1280-15,4-2-240 16,2-1-48-16,3-4-16 0,1-2-1104 0,4-4-256 0,1-1 0 0,2-2-14448 15</inkml:trace>
  <inkml:trace contextRef="#ctx0" brushRef="#br0" timeOffset="64466.75">7813 7363 22111 0,'2'1'976'0,"-2"1"208"0,1 0-944 0,-1 0-240 0,0 1 0 0,-1 0 0 0,0 1 832 0,0 3 112 16,1-7 16-16,-1 24 16 0,1-24-544 0,-2 35-112 15,2-35-32-15,-1 40 0 0,1-40 112 0,0 32 32 16,0-32 0-16,0 0 0 0,4 36-272 16,-4-36-160-16,0 0 192 0,0 0-12816 0</inkml:trace>
  <inkml:trace contextRef="#ctx0" brushRef="#br0" timeOffset="64746.93">8047 7086 13823 0,'1'0'1216'0,"0"0"-960"0,1 0-256 0,-1 0 0 0,1 0 1600 0,0 2 256 32,0 0 64-32,-2-2 16 0,0 0 128 0,0 0 32 0,34 27 0 0,-34-27 0 15,0 0-1072-15,37 40-224 0,-37-40-32 0,28 35-16 16,-28-35-176-16,25 38-16 0,-25-38-16 0,20 43 0 16,-20-43-272-16,14 41-48 0,-14-41-16 0,4 35 0 15,-4-35-208-15,-7 29 0 0,1-13 0 0,-4-2 0 0,0 0 0 0,-1-2 0 16,-2 3 0-16,-3-1-9952 15,0 0-2032-15</inkml:trace>
  <inkml:trace contextRef="#ctx0" brushRef="#br0" timeOffset="65120.21">8423 7189 13823 0,'-1'1'1216'0,"1"-1"-960"0,0 0-256 0,0 0 0 16,1 0 1312-16,0 0 224 0,-1 2 32 15,2-2 16-15,0 1 608 0,2 1 128 0,2-2 32 0,-6 0 0 16,0 0-800-16,25-2-144 0,-15 1-48 0,1-1 0 16,-11 2-336-16,23-2-80 0,-11-2-16 0,0 3 0 15,-1-1-624-15,1-1-128 0,-3 1-32 0,-1 2 0 16,1-1-144-16,-3 0-176 0,0 1 48 0,-3 0-16080 15</inkml:trace>
  <inkml:trace contextRef="#ctx0" brushRef="#br0" timeOffset="65301.66">8393 7358 17503 0,'2'1'1552'0,"0"-1"-1232"16,0 0-320-16,0-1 0 0,-1 1 3168 0,3 0 576 15,2-2 112-15,3 0 32 0,6-2-1280 0,1 1-256 16,3-3-48-16,-1 0-16 0,-1 1-1616 0,-1 1-320 16,1 1-64-16,-2-2-16 0,-2 1-272 0,-13 4 0 15</inkml:trace>
  <inkml:trace contextRef="#ctx0" brushRef="#br0" timeOffset="69785.2">9017 7041 16575 0,'-3'0'1472'0,"1"0"-1168"16,1 2-304-16,1-2 0 0,0 0 1680 0,-1 0 288 16,0 0 48-16,-2 1 16 0,0 1-240 0,1-2-64 0,0 2 0 0,1-2 0 15,3 2-656-15,0-2-144 16,3-2-32-16,2 1 0 0,1 0 0 0,3-1 0 16,1 1 0-16,2-1 0 0,1-1-336 0,1 0-80 0,-2 2-16 0,1-3 0 15,2 1-288-15,-2 0-176 0,-1 1 192 0,-1 0-192 16,-1-1 144-16,-2 1-144 0,-1 2 0 0,0-2 144 15,-3 2-144-15,-1 0 0 0,-2 0 0 0,0 2 0 32,-1-2-624-32,-1 2 0 0,-1-2 0 0,-1 0-10432 0,-1 1-2080 0</inkml:trace>
  <inkml:trace contextRef="#ctx0" brushRef="#br0" timeOffset="70133">9129 7038 4607 0,'-7'3'192'0,"1"-1"64"0,1 1-256 0,1-1 0 0,1-2 0 0,2 2 0 0,-1-1 1424 0,-3 3 240 15,-2 1 64-15,-3 0 0 16,0 3 512-16,0 0 96 0,3-3 32 0,-1 2 0 16,3 0-304-16,0 3-48 15,0-3-16-15,2 2 0 0,0 2-464 0,0 2-112 16,0 0-16-16,1 2 0 0,0 3-832 0,0 2-160 16,-1 3-32-16,1 0-16 0,-1 3-368 0,1-3 0 15,-1 1 0-15,-1-3 128 0,1-1-128 0,0-3 0 16,1-2 0-16,-1-1 0 0,1-2 0 0,1 0 0 15,1-4 0-15,1-2 128 0,2-3-128 0,0-1 0 16,0-1 0-16,2-2 0 0,1-3 128 0,2-1 48 16,2-2 16-16,1-2 0 0,1 0 192 0,2 0 32 15,2 0 16-15,0-2 0 0,1 2-144 0,0 0-32 0,0 0 0 0,-2 1 0 16,-1 2-256-16,-2-1 160 0,1 2-160 16,-4 0 128-16,1 1-128 0,-3 1 0 0,0 1 0 15,-2 0 0 1,-1 1-480-16,-1 1 32 0,-2-2 0 0,-1 2 0 0,0 0-1776 15,-2-1-336-15,0 0-80 0,-2-3-10112 0</inkml:trace>
  <inkml:trace contextRef="#ctx0" brushRef="#br0" timeOffset="70322.27">9042 7235 8927 0,'-3'0'192'0,"0"0"32"15,1 1 16-15,1-1 16 0,1 2-256 0,0-2 0 0,0 0 0 0,1 0 0 0,-1 1 3440 0,2 0 624 16,0 1 128-16,-1-2 32 0,3 1-1552 0,2-1-304 15,-1-1-64-15,3-1-16 0,0 1-848 0,1 0-160 16,2-2-48-16,0-2 0 0,0 2-672 0,1 0-144 16,1-2-32-16,1 0 0 0,1 1-256 0,-1 1-128 15,1-2 0-15,-1 3 128 0,0-3-256 0,2 2-64 16,0-1-16-16,1-1 0 16,0-2-1776-16,0 3-368 0,-2-1-64 0,1 2-11856 0</inkml:trace>
  <inkml:trace contextRef="#ctx0" brushRef="#br0" timeOffset="70558.38">9543 7010 3679 0,'-4'-1'320'0,"2"0"-320"0,-1 1 0 0,1 0 0 16,0 1 2448-16,1-1 432 0,-1 1 64 0,-2-1 32 16,-2 3 256-16,0 1 48 0,-3 2 16 0,1 0 0 15,0 3-1504-15,-1 0-320 0,0 2-48 0,1 0-16 16,0 2-832-16,2 1-192 0,-1 0-16 0,2 1-16 15,0 1-64-15,0 1-16 0,3 3 0 0,-1 0 0 0,3-20 80 0,-1 41 16 16,1-41 0-16,5 39 0 0,-5-39 160 0,10 40 48 16,-10-40 0-16,13 36 0 0,-13-36-288 0,0 0-48 15,28 40-16-15,-28-40 0 0,0 0-224 0,37 22 0 16,-37-22-192-16,0 0-10960 16,39 2-2208-16</inkml:trace>
  <inkml:trace contextRef="#ctx0" brushRef="#br0" timeOffset="70777.89">9662 7062 12895 0,'-2'0'1152'0,"0"2"-928"0,2 1-224 0,0-2 0 16,1 1 2448-16,-1 1 448 0,0 3 96 0,0 1 16 16,0-7-64-16,0 0 0 0,7 46 0 0,-7-46 0 15,12 37-1488-15,-12-37-304 0,16 38-64 0,-16-38-16 16,21 40-672-16,-21-40-128 0,23 39-16 0,-23-39-16 15,25 37-240-15,-25-37 0 0,0 0 128 0,33 43-128 16,-33-43-336-16,0 0-112 0,0 0-32 0,40 24-10848 16,-40-24-2160-16</inkml:trace>
  <inkml:trace contextRef="#ctx0" brushRef="#br0" timeOffset="70977.37">9835 7081 9215 0,'-3'5'816'0,"-1"-2"-656"16,1 1-160-16,0 1 0 0,1-3 2352 0,-1 3 432 16,-5 4 96-16,-3 8 0 0,-4 4-208 0,-3 5-48 15,-3 5-16-15,1-4 0 0,0 2-1440 0,3-4-272 16,0-3-64-16,3-4-16 16,3-1-352-16,3-5-64 0,1-3-16 0,3-2 0 15,1-4-1024-15,2-1-192 0,2-2-64 0,1-5-13024 16</inkml:trace>
  <inkml:trace contextRef="#ctx0" brushRef="#br0" timeOffset="71191.55">9978 7022 21183 0,'8'-2'944'0,"-2"2"192"0,0 0-912 0,-2 0-224 15,-1 2 0-15,-1-2 0 0,1 2 1680 0,1 1 304 0,-4-3 48 0,0 0 16 16,0 0-432-16,44 38-80 15,-44-38 0-15,0 0-16 0,38 52-672 0,-38-52-128 16,21 38-16-16,-21-38-16 0,20 43-288 0,-20-43-48 16,13 44-16-16,-13-44 0 0,5 44-208 0,-5-44-128 15,-8 42 160-15,-2-25-160 0,-4 2 0 0,-3-1 0 16,-2-1 0-16,-5 2-16832 0</inkml:trace>
  <inkml:trace contextRef="#ctx0" brushRef="#br0" timeOffset="73971.25">12724 6984 9215 0,'0'0'816'0,"0"-2"-656"16,0 2-160-16,0 0 0 0,0 0 1792 0,0 0 320 0,0 0 64 0,-1-2 0 15,1 1 448-15,0-1 64 16,-1 2 32-16,1-2 0 0,0 1-480 0,-1 1-80 16,2 0-32-16,-1 0 0 0,0 1-1056 0,2 1-224 15,0-2-32-15,0 2-16 0,2-2-544 0,0 0-128 0,3-2 0 0,1 2-128 16,-8 0 304-16,24-5-48 0,-11 3-16 0,1-2 0 15,1 1 48-15,0 0 16 0,0 1 0 0,0-3 0 16,0 3-160-16,-1-1-16 0,-14 3-128 0,25-4 192 0,-25 4-192 0,23-5 144 16,-23 5-144-16,21-5 128 15,-12 3-128-15,-1 0 0 0,-8 2 0 0,0 0 128 0,0 0-128 0,25 0 0 16,-21 0 0-16,-1 0 0 16,0 0 0-16,-2 0-224 0,-2 2 48 0,0-1 16 15,-1 0-2272-15,-1 1-448 0</inkml:trace>
  <inkml:trace contextRef="#ctx0" brushRef="#br0" timeOffset="74308.85">12821 6966 3679 0,'-1'-1'320'0,"1"-2"-320"16,0 3 0-16,0 0 0 0,0 0 2112 0,0-2 368 0,-1 2 64 15,0-1 16-15,1 0 240 0,-1 1 48 0,-1 2 16 16,0 1 0-16,0 4-1200 0,0 0-256 15,-1 2-32-15,-1 2-16 0,-1 2-688 0,1 1-144 0,-1 1-16 0,0 1-16 16,0 1-352-16,-1-1-144 16,1-1 128-16,-1 1-128 0,1-2 0 0,-1 1 0 15,1 1 0-15,-1-1 0 0,1-1 0 0,2-2 0 0,0-1 0 0,2-1 0 16,1-10 128-16,0 0-128 0,0 0 192 0,0 0-64 0,0 0 80 0,0 0 16 16,22 36 0-16,-22-36 0 15,0 0 304-15,0 0 64 0,37 6 16 0,-37-6 0 16,0 0-224-16,38 0-32 0,-38 0-16 0,28 0 0 15,-28 0-208-15,32 0-128 16,-32 0 128-16,28-2-128 0,-28 2 0 0,25-2 0 0,-25 2 0 16,22-8 0-16,-13 5 0 0,-2-3 0 0,0 1 0 0,-2-2 0 0,-1 0 0 15,-2 0 176-15,-1 0-16 0,-2 0 0 32,-2 0-3392-32,-1-1-672 0</inkml:trace>
  <inkml:trace contextRef="#ctx0" brushRef="#br0" timeOffset="74470.33">12818 7126 911 0,'-2'0'0'0,"0"-1"0"15,2 0 0-15,0 1 0 0,1 0 2704 0,-1-2 464 0,1-1 96 0,2-2 0 32,1 1 1024-32,3-3 192 0,2 2 32 0,3-3 16 15,2 4-1840-15,1-3-384 0,0 4-64 0,1-1 0 0,0 1-1296 0,0 1-256 16,2-1-48-16,-1 1-16 0,-17 2-464 0,31 0-160 16,-31 0 0-16,26-1 144 15,-26 1-1184-15,0 0-240 0</inkml:trace>
  <inkml:trace contextRef="#ctx0" brushRef="#br0" timeOffset="74900.56">10949 7137 15663 0,'2'-1'1392'0,"0"1"-1120"0,1 1-272 0,-2-1 0 0,1 1 1824 0,0-1 304 0,1 2 64 0,2-1 16 16,-5-1 432-16,0 0 96 0,0 0 16 0,41 16 0 15,-41-16-1792-15,0 0-336 0,37 12-80 0,-37-12-16 16,0 0-1456-16,0 0-288 16</inkml:trace>
  <inkml:trace contextRef="#ctx0" brushRef="#br0" timeOffset="75052.37">11452 7143 8287 0,'7'2'736'0,"0"-2"-592"16,-3 0-144-16,-1 1 0 0,-1 1 1840 0,2-2 336 0,2 2 64 0,-6-2 0 16,0 0-1632-16,45 12-336 0,-45-12-64 0,36 9-16 0,-36-9-64 0,34 10 0 0,-34-10-128 15,0 0 192-15</inkml:trace>
  <inkml:trace contextRef="#ctx0" brushRef="#br0" timeOffset="75200.16">11844 7126 13823 0,'10'-4'608'0,"-3"1"128"16,-1-1-592-16,-1 3-144 0,-1 1 0 0,-3 0 0 16,3 0 2352-16,1 1 432 0,-5-1 96 0,0 0 0 15,0 0-400-15,43 13-96 0,-43-13-16 0,0 0 0 0,36 18-1360 0,-36-18-288 16,0 0-48-16,0 0-16 0,47 20-848 0,-47-20-160 16,0 0-32-16,40 10-14848 15</inkml:trace>
  <inkml:trace contextRef="#ctx0" brushRef="#br0" timeOffset="75800.62">13373 6928 15663 0,'-2'2'1392'0,"-1"0"-1120"16,1 0-272-16,0 0 0 0,1 1 1600 0,-2-1 272 0,0 3 48 0,-5 3 16 15,0 4 496-15,-1 4 112 16,-2 2 16-16,3 0 0 0,0 2-1072 0,1 0-208 0,2 1-32 0,0 2-16 0,2 1-576 0,1 0-112 31,2-24-32-31,0 40 0 0,0-40-192 0,8 37-64 0,-8-37 0 0,0 0 0 16,20 44-256-16,-20-44 0 15,0 0 0-15,0 0 0 16,38 33-1520-16,-38-33-304 0</inkml:trace>
  <inkml:trace contextRef="#ctx0" brushRef="#br0" timeOffset="75990.59">13494 7001 12895 0,'1'-1'576'0,"0"1"112"0,1 1-560 0,-1 1-128 0,0 1 0 0,0-1 0 31,-1-2 2448-31,0 0 464 0,0 0 96 0,0 0 0 0,20 48-128 0,-20-48-16 0,16 38-16 0,-16-38 0 16,18 37-1312-16,-18-37-272 0,0 0-48 0,28 43-16 16,-28-43-832-16,0 0-176 0,30 33-16 0,-30-33-16 31,0 0-736-31,0 0-160 0</inkml:trace>
  <inkml:trace contextRef="#ctx0" brushRef="#br0" timeOffset="76145.09">13693 7022 10127 0,'-6'2'896'0,"-1"3"-704"16,4 0-192-16,0-3 0 0,0 0 1664 0,-3 3 288 15,-4 3 64-15,-6 6 16 0,-5 5 640 16,-2 0 128-16,-2 4 16 0,1 1 16 0,0-2-1056 0,1-1-224 15,4 0-32-15,2-2-16 0,3-2-944 16,4-3-192-16,2-2-48 0,3-3-10304 16,3-2-2048-16</inkml:trace>
  <inkml:trace contextRef="#ctx0" brushRef="#br0" timeOffset="76517.02">13821 7137 20271 0,'0'0'896'0,"0"0"192"0,-2 23-880 0,1-17-208 0,0-1 0 0,-1 0 0 15,-1 2 1504-15,-1 3 256 0,-2 9 48 0,-3 4 16 16,0 4-288-16,1-3-48 0,0-3-16 0,3-2 0 16,5-19-960-16,-5 21-192 0,5-21-32 0,0 0-16 15,0 0 272-15,0 0 48 0,0 0 16 0,18-7 0 16,-11-5-2336-16,1-2-480 0,0-2-96 0,-1 1 0 15,0-2 320-15,0 3 80 0,0-3 16 0,0-1 0 16,0 2 720-16,-1 1 144 0,1-2 16 0,-2 3 16 0,1 4 1504 16,-2-1 288-16,0 3 64 0,0 4 16 0,-1 1 784 0,-1 1 144 15,2 2 48-15,-1 2 0 0,-3-2 240 0,0 0 48 16,0 0 16-16,0 0 0 0,0 0-752 0,0 0-128 16,25 44-48-16,-25-44 0 0,0 0-816 0,11 37-160 15,-11-37-48-15,0 0 0 0,11 48-208 0,-11-48 176 16,5 35-176-16,-5-35 160 0,3 34-160 0,-3-34 0 15,1 27 144-15,-1-27-144 0,0 0 0 0,0 0-256 0,0 0 32 0,1 29 16 32,-1-31-2000-32,0-2-400 0</inkml:trace>
  <inkml:trace contextRef="#ctx0" brushRef="#br0" timeOffset="76740.95">14178 6948 17503 0,'0'0'1552'0,"0"0"-1232"0,0 0-320 0,0 0 0 0,0 0 2048 0,0 0 336 16,0 0 80-16,0 0 16 15,23 39-160-15,-23-39-16 0,0 0-16 0,26 35 0 16,-26-35-1024-16,0 0-208 0,32 34-32 0,-32-34-16 16,0 0-464-16,29 34-96 0,-29-34 0 0,0 0-16 15,22 38-272-15,-22-38-160 0,0 0 192 0,6 41-192 16,-6-41 0-16,-11 32 0 0,2-16 0 0,-3 2 0 15,-1-1 0-15,-2-1-272 0,-1 1 16 0,-1-3-17376 16</inkml:trace>
  <inkml:trace contextRef="#ctx0" brushRef="#br0" timeOffset="77124.6">14558 7029 13823 0,'-2'3'1216'0,"0"-1"-960"0,2 0-256 0,0-2 0 0,1 0 2160 0,0 0 384 16,0 2 80-16,0-1 0 0,-1-1 128 0,0 0 0 15,0 0 16-15,0 0 0 0,35 2-1168 16,-35-2-224-16,26-6-48 0,-11 3-16 0,-1-2-656 0,-14 5-128 16,31-5-16-16,-31 5-16 0,27-2-496 15,-27 2 128-15,0 0-128 0,33 0 0 16,-33 0-688-16,0 0-176 0,0 0-32 0,0 0-15920 15</inkml:trace>
  <inkml:trace contextRef="#ctx0" brushRef="#br0" timeOffset="77264.25">14509 7212 14735 0,'0'0'1312'0,"0"0"-1056"0,0 0-256 0,0 0 0 0,0 0 2416 0,28-3 416 0,-22 1 96 0,-6 2 16 16,26-7-176-16,-5 0-16 15,4 0-16-15,1-3 0 0,0 1-1824 0,-3 2-352 16,-1-3-80-16,-1 3-16592 0</inkml:trace>
  <inkml:trace contextRef="#ctx0" brushRef="#br0" timeOffset="77488.89">14980 6932 3679 0,'0'0'320'0,"0"0"-320"15,0 0 0-15,0 0 0 16,0 0 5248-16,0 0 960 0,0 0 208 0,0 0 48 0,36 4-2816 0,-36-4-576 16,41-6-96-16,-17-1-32 15,3 0-1920-15,-1-1-400 0,0-2-80 0,-1 1-16 0,-1 0-400 16,-1-1-128-16,-1 1 0 0,-2 0 0 16,-3 1 0-16,-2 1-176 0,-2 2 32 0,-4 1 0 15,-3-1-1120-15,-3 2-208 0,-3 3-64 0,-3 0 0 16,-3 0-1920-16,-3 1-400 0,-2 3-80 0,-3 1-6992 0</inkml:trace>
  <inkml:trace contextRef="#ctx0" brushRef="#br0" timeOffset="77679">15212 6856 3679 0,'-66'26'160'0,"62"-24"32"0,4-2-192 0,-1 0 0 16,-1 0 0-16,-2 3 0 0,-2 0 1728 0,-3 3 288 15,-3 2 64-15,0 1 16 0,1 1 1072 0,3 1 224 0,1 1 32 0,1 2 16 16,6-14-704-16,-7 31-144 16,7-31-32-16,-6 33 0 0,6-33-1264 0,-7 36-256 15,7-36-48-15,-8 40-16 0,8-40-576 0,-7 40-112 16,2-17-32-16,5-23 0 0,-5 42-16 0,5-42-16 15,0 35 0-15,0-35 0 0,0 0 32 0,14 33 0 16,-14-33 0-16,0 0 0 0,0 0-256 0,41 5 0 0,-27-10 0 0,1-2 0 31,2-3-512-31,0-1 0 0,1 1 0 0,-1-4 0 16,0 2-1216-16,-1 1-256 0,-1-3-32 0,-2 2-12384 0</inkml:trace>
  <inkml:trace contextRef="#ctx0" brushRef="#br0" timeOffset="77858.53">15039 7126 21183 0,'0'0'944'15,"0"0"192"-15,0 0-912 0,0 0-224 0,0 0 0 0,0 0 0 16,0 0 2448-16,0 0 448 0,47 10 96 0,-47-10 16 0,47-5-1104 0,-19-1-224 16,3-2-32-16,-3-2-16 15,-1-1-976-15,-2 1-192 0,-1-3-32 0,-1 0-16 16,-1-1-928-16,1 2-176 0</inkml:trace>
  <inkml:trace contextRef="#ctx0" brushRef="#br0" timeOffset="78071.17">15579 6859 8287 0,'-7'4'736'0,"3"-1"-592"15,-1-1-144-15,2 0 0 0,3-2 2048 0,-4 3 384 0,2-1 80 0,-2 3 16 16,-3 0 128-16,-1 5 32 15,-2 1 0-15,0 3 0 0,-1 0-1024 0,3 0-208 16,1 3-48-16,7-17 0 0,-10 33 0 0,10-33 0 16,-8 38 0-16,8-38 0 0,-3 40-480 0,3-40-96 15,4 38-32-15,-4-38 0 0,0 0-480 0,17 38-112 0,-17-38-16 0,0 0 0 16,31 22-192-16,-31-22-256 16,28 2 48-16,-28-2-17728 0</inkml:trace>
  <inkml:trace contextRef="#ctx0" brushRef="#br0" timeOffset="78271.42">15707 6894 12895 0,'0'0'1152'0,"0"0"-928"0,0 0-224 0,0 0 0 16,0 0 2672-16,0 0 480 0,0 0 112 0,0 0 0 0,15 40-544 0,-15-40-112 15,0 0-32-15,35 43 0 16,-35-43-1280-16,28 28-256 0,-28-28-48 0,28 25-16 15,-28-25-688-15,0 0-144 0,43 30-16 0,-43-30-128 16,0 0-576-16,38 14-208 0,-38-14-48 0,0 0-15168 16</inkml:trace>
  <inkml:trace contextRef="#ctx0" brushRef="#br0" timeOffset="78458.11">15908 6852 21183 0,'0'0'944'0,"0"0"192"0,0 0-912 0,-7 30-224 16,7-30 0-16,0 0 0 0,-7 16 1728 0,7-16 288 16,-14 34 64-16,2-10 16 0,-3 4-688 0,-1 0-128 0,1-2-16 0,-2 0-16 15,0-2-432-15,3-2-96 16,3-6-16-16,2-2 0 0,2-4-464 0,3-3-112 16,4-7 0-16,0 0-16144 0</inkml:trace>
  <inkml:trace contextRef="#ctx0" brushRef="#br0" timeOffset="78636.14">16127 6818 23951 0,'0'0'2128'0,"0"0"-1696"16,0 0-432-16,0 0 0 16,0 0 2240-16,23 31 384 0,-23-31 64 0,0 0 0 0,30 53-912 0,-30-53-192 15,27 61-48-15,-17-28 0 16,-10-33-1120-16,15 62-224 0,-15-62-64 0,8 61 0 15,-8-61-128-15,-5 55 0 0,-2-31 0 0,-6-1 128 16,-4 1-496-16,-3-4-96 0,-3-2-32 0,-4 1-16704 16</inkml:trace>
  <inkml:trace contextRef="#ctx0" brushRef="#br0" timeOffset="80665.77">6959 9045 3679 0,'-2'-1'320'0,"0"1"-320"0,1 0 0 0,0 0 0 0,0 0 1152 0,-1 0 144 0,-1 0 48 0,-2 0 0 15,-2 1 1184-15,0 1 240 16,0-2 48-16,3 2 16 16,1-2 160-16,1 0 16 0,2-2 16 0,1 2 0 15,3-2-1232-15,0 1-240 0,5-1-48 0,1 0-16 16,1-3-832-16,1 2-160 0,1 0-48 0,2 0 0 0,-15 3-256 0,34-9-48 15,-34 9-16-15,38-8 0 0,-38 8-128 0,36-6 0 16,-36 6 0-16,33-4 0 0,-33 4-208 0,0 0-80 16,36-5-16-16,-27 3 0 15,-2 2-1216-15,-4 0-240 0,-1 0-48 0,-2 2-7744 16,-1-1-1552-16</inkml:trace>
  <inkml:trace contextRef="#ctx0" brushRef="#br0" timeOffset="80976.5">7020 9032 1839 0,'-2'0'160'0,"0"1"-160"16,1 1 0-16,0-2 0 0,1 2 1648 0,-2-2 288 0,0 3 64 0,-1-1 16 16,-2 3 400-16,0 0 80 0,0-1 0 0,0 3 16 15,1-2-400-15,0 0-64 0,-1 4-32 0,1-1 0 16,-1 1-704-16,-1 3-144 0,1 0-16 0,-2 4-16 16,1 1-672-16,-2 2-128 0,3 1-16 0,-3 1-16 15,2 0-128-15,-1 0-32 0,2-2 0 0,-1 0 0 16,2-3 16-16,0-1 0 0,1-1 0 0,2-3 0 15,1-1-16-15,1 0 0 0,0-4 0 0,2 0 0 16,0-2-144-16,1 1 192 0,1-2-192 0,0 1 192 0,-1-4-192 16,2 2 0-16,1-1 0 0,-7-1 0 15,0 0 224-15,36-1-32 0,-36 1-16 0,30-6 0 0,-30 6 32 0,32-8 16 16,-19 4 0-16,-13 4 0 0,30-9-224 0,-30 9 0 16,30-10 128-16,-18 6-128 15,0-2-352-15,-2 1-112 0,-1-1-32 0,-1 0 0 16,-2 0-1424-16,-1 0-304 0</inkml:trace>
  <inkml:trace contextRef="#ctx0" brushRef="#br0" timeOffset="81206.17">6829 9317 20271 0,'-3'0'896'0,"2"0"192"0,1 0-880 0,0-2-208 0,1 1 0 16,1 1 0-16,1-2 1856 0,4 0 320 0,3-5 64 0,7-2 0 15,4-3-368-15,3-2-80 0,2-1 0 16,1 1-16-16,0 0-928 0,-1 1-176 16,0 2-32-16,-1 0-16 0,1 3-288 0,-2 1-48 0,-24 7-16 0,46-10 0 15,-46 10-272-15,44-4 0 0,-44 4 128 0,0 0-128 16,53 2-176-16,-53-2-80 0,0 0-32 0,42 3-16368 31</inkml:trace>
  <inkml:trace contextRef="#ctx0" brushRef="#br0" timeOffset="81569.09">7619 8983 7183 0,'0'0'144'0,"0"-2"48"0,0 1 0 0,0 1 16 0,0-2-208 0,0 2 0 16,1 0 0-16,0-2 0 0,-1-1 2304 0,1-1 432 0,0 0 80 0,0-1 0 15,1 1-256-15,-1 0-64 0,0 0-16 0,0 1 0 16,0 1-48-16,-2 1-16 16,1 1 0-16,-2 0 0 0,-1 1-928 0,0 1-176 15,0 3-32-15,-2-1-16 0,0 2-720 0,-2 2-144 16,0 2-16-16,-2-2-16 0,2 3-368 0,-1 1 0 15,-2 3 0-15,1 3 128 0,1-1-128 0,0 4 0 16,4 3 0-16,-1 0 0 0,1 4 0 0,2-2 0 16,2 0 0-16,3-5 0 0,-3-21-128 0,13 39 128 0,-13-39 0 15,0 0 0-15,36 40 0 0,-36-40 0 0,0 0-144 16,50 18 144 0,-50-18-560-16,38 5-48 0,-38-5-16 0,38-5-11024 0,-38 5-2224 0</inkml:trace>
  <inkml:trace contextRef="#ctx0" brushRef="#br0" timeOffset="82013.53">7902 9002 11055 0,'1'-5'480'0,"-1"2"112"16,1-1-464-16,-1 2-128 0,0 2 0 0,0 0 0 0,1 0 2496 0,-1 0 464 15,1 2 112-15,-1 0 0 16,1 1-816-16,-2 2-160 0,0 2-48 0,0 3 0 15,-1 2-880-15,0 1-176 0,-2 1-32 0,0 5-16 0,0 0-128 0,-1 3-32 16,-1 1 0-16,2 1 0 0,-2 2-208 0,2 0-64 16,-1-2 0-16,1 0 0 0,1-1-176 0,3-4-32 15,-1-2-16-15,1-17 0 0,2 26-144 0,-2-26-16 16,0 0-128-16,0 0 192 0,0 0-192 0,0 0-256 16,38 21 48-16,-27-28 16 15,0-2-848-15,2-1-176 0,1-4-16 0,0-1-16 16,2-1-656-16,-1-3-128 0,0 0-16 0,-1 0-16 15,-1-2 320-15,-1-3 64 0,-2 1 16 0,0 4 0 0,0-3 1088 0,-3 6 208 16,-1 1 48-16,-1 4 16 0,-1 3 688 0,-2 2 128 0,-1 3 16 0,-2 0 16 16,0 4 752-16,-3 1 160 0,0 1 16 0,0 3 16 15,-2 0-224-15,0 2-48 0,-1 2-16 16,1 0 0-16,-1-1-128 0,2 3-32 0,-1-2 0 0,1 3 0 16,2-1-208-16,0 2-32 0,1 1-16 15,2-1 0-15,1 0-304 0,-1-14-64 0,0 0-16 0,10 33 0 16,-10-33-160-16,0 0-48 0,0 0 0 0,0 0 0 0,39 29-192 0,-39-29 0 15,0 0 0-15,0 0 0 32,41 0-288-32,-32-3-160 0,-9 3-16 0,20-9-11024 0,-13 2-2208 0</inkml:trace>
  <inkml:trace contextRef="#ctx0" brushRef="#br0" timeOffset="82511.62">7808 8956 18431 0,'-4'3'1632'0,"2"-2"-1312"16,1 1-320-16,1-2 0 0,0-2 1792 0,-1 2 272 15,1 0 64-15,-3 2 16 0,0-2-1072 0,0 0-224 16,1 0-32-16,0 0-16 0,2-2 48 0,1 1 16 15,0-1 0-15,2 1 0 0,0 1 256 0,2-2 48 16,-1 0 16-16,2 0 0 0,0-1-416 0,1-1-64 0,0 0-32 16,1-2 0-16,1-1-480 0,1-3-192 0,-1-2 176 0,2 0-176 15,1-2 160-15,-1-2-160 0,2-1 160 16,0-2-160-16,0 0 128 0,-2-1-128 0,-1 2 0 0,-2 2 0 16,-1 4 0-16,-3 0 0 0,0 3 0 0,-1 1 0 15,0 4 0-15,-1 1 0 0,-1 1 0 0,-1-1 0 0,0 3 0 0,0 0 0 16,-2 1 0-16,1 1 0 15,0-2 0-15,0 2 0 0,0-1 0 0,0 1 0 0,1-2 0 16,-1 1 0-16,0 0 0 0,0-1 0 16,0 0 0-16,1 2 0 0,-1-1 0 0,0 1 0 0,1 3 0 15,-1-1 128-15,0 1-128 0,1 1 0 0,0 2 128 16,1 2-128-16,-1-10 176 0,0 0-176 16,6 35 160-16,-6-35-160 0,8 32 128 0,-8-32-128 0,0 0 0 0,17 42 0 0,-17-42 128 0,0 0-128 31,28 30 0-31,-28-30 0 0,0 0 0 0,0 0 0 15,48 22 0-15,-48-22 0 0,0 0 0 0,39 7 0 16,-39-7-432-16,0 0-160 0</inkml:trace>
  <inkml:trace contextRef="#ctx0" brushRef="#br0" timeOffset="82873.07">7635 9587 15663 0,'-1'-2'688'0,"1"0"144"0,1-1-656 0,0 1-176 0,0 2 0 0,0-2 0 31,1-3 1344-31,2 0 256 0,1-5 32 0,4-2 16 16,0-4-304-16,0 3-48 0,0 0-16 0,0 0 0 0,-2 0-96 0,2-1-32 16,0-2 0-16,1-2 0 15,0 0 208-15,3-5 48 0,1-2 0 0,2-3 0 16,0-3-656-16,0 0-128 0,0-2-32 0,0 0 0 0,-1-1-400 0,-1 1-192 15,-1 2 160-15,-3 7-11312 16,-2 3-2272-16</inkml:trace>
  <inkml:trace contextRef="#ctx0" brushRef="#br0" timeOffset="83545.02">8319 8916 8287 0,'-1'-2'736'0,"1"-2"-592"0,0 3-144 0,1-1 0 16,0 0 1664-16,0 1 320 0,0-2 48 16,1-3 16-16,2 0 800 0,1 0 160 0,1 2 48 0,-6 4 0 15,0 0-816-15,0 0-144 0,0 0-48 0,49 22 0 16,-49-22-1040-16,0 0-224 0,37 44-32 15,-37-44-16-15,18 38-432 0,-18-38-96 0,14 43-16 0,-10-17 0 0,-3-2-192 0,-3 2 0 16,-4 2 0-16,-2-2 0 16,-3 0 0-16,-3-2 0 0,-2 2 0 0,-1-5 0 15,-1 0-992 1,-1-2-240-16</inkml:trace>
  <inkml:trace contextRef="#ctx0" brushRef="#br0" timeOffset="83944.8">8771 9030 19343 0,'-4'0'848'0,"2"0"192"0,1 0-832 0,0 0-208 0,1-1 0 0,1 0 0 0,1 1 2048 0,1-2 352 15,1 0 80-15,4-1 16 16,2 0-272-16,1-1-48 0,2-1-16 0,1 0 0 16,-14 5-1072-16,29-5-224 0,-29 5-32 0,0 0-16 15,41-4-592-15,-41 4-224 0,0 0 176 0,0 0-176 16,43 5-144-16,-43-5-128 0,0 0-32 0,0 0-16880 16</inkml:trace>
  <inkml:trace contextRef="#ctx0" brushRef="#br0" timeOffset="84103.55">8827 9198 23039 0,'2'0'1024'0,"0"-2"192"0,2 2-960 0,-1-2-256 16,0 0 0-16,1-1 0 0,2 0 2080 0,4-3 368 16,4-2 80-16,6-4 16 0,-1 1-912 0,1 2-176 15,-20 9-48-15,40-14-11776 16,-40 14-2368-16</inkml:trace>
  <inkml:trace contextRef="#ctx0" brushRef="#br0" timeOffset="85713.96">10149 8630 6447 0,'0'0'576'0,"-1"0"-576"0,1 0 0 0,0 0 0 16,0 0 1008-16,0 0 80 15,0 0 32-15,-1 0 0 0,1 0 816 0,0 0 176 16,-1 0 16-16,1 0 16 0,0 2 208 0,1-2 32 0,-1 2 16 0,0 0 0 15,0 1-416-15,0 2-64 0,-1 0-32 16,0 4 0-16,0-1-608 0,-1 3-128 0,-1 1-32 0,1 2 0 16,-2 0-688-16,-1 3-144 0,1-1-32 0,-1 1 0 15,1 2-256-15,-1-3 160 0,1-1-160 0,0 0 128 16,2-2-128-16,-1-3 0 0,2-1 0 16,0-2 128-16,0-2-128 0,1 0 0 0,0-3 0 0,0 1 0 15,1-1 0-15,0-2 0 0,0 0 0 0,1 0 0 0,-1-2 0 16,-1 0 0-16,1-1 0 0,1 0 0 15,0-1-128-15,0-1 128 0,0-2-160 0,1-3 160 0,0-1-224 0,1-1 48 16,0 0 16-16,-1-3 0 0,3-1 160 0,0-3 0 16,0 2 0-16,1 2 0 0,0 2 0 0,0-3 176 15,2 2-48-15,-1 1 0 16,1 2 240-16,2-1 32 0,-2 1 16 0,0 2 0 0,-1 3-96 0,-1 0 0 16,0 2-16-16,1 2 0 0,-2 2-112 0,-6 0-32 15,0 0 0-15,0 0 0 0,0 0-160 0,0 0 160 16,0 0-160-16,0 0 160 0,0 0-160 0,39 27 0 15,-39-27 0-15,0 0 0 0,0 0 0 0,0 0 0 16,18 39 0-16,-18-39 0 0,0 0 0 0,6 38 0 0,-6-38 128 16,0 29-128-16,-1-11 0 0,-1-1 0 0,-1-3 0 0,0 1 0 15,-1 2 0-15,1-3 0 16,1-2 0-16,0-4 0 0,1 0 0 0,1-4 0 16,1-3 0-16,0-1 0 0,1-1-320 0,1-1 0 15,2-3 0-15,2-4-17984 0</inkml:trace>
  <inkml:trace contextRef="#ctx0" brushRef="#br0" timeOffset="86084.95">10719 8566 23951 0,'-3'0'1056'0,"1"2"224"0,1-2-1024 0,0 1-256 0,0 0 0 15,1-1 0-15,0 0 1920 0,0 2 320 0,0-1 64 0,1 1 0 16,0 0-768-16,3-2-144 15,2 0-48-15,0-2 0 0,2-1-752 0,1 0-144 0,1 0-48 16,2-2 0-16,1 1-160 0,0-2-48 16,1 1 0-16,-2 1 0 0,-12 4-192 0,22-7 0 15,-22 7 0-15,20-5 0 0,-20 5 0 0,0 0 0 16,0 0 0-16,23-5 0 0,-21 6-240 0,-3 1-32 16,0 0-16-16,-3 0 0 15,0 3-2416-15,-3-2-496 0</inkml:trace>
  <inkml:trace contextRef="#ctx0" brushRef="#br0" timeOffset="86364.14">10754 8578 7359 0,'-2'0'320'0,"1"0"80"0,-1 2-400 0,1-2 0 0,0 1 0 0,1-1 0 15,-1 1 2048-15,-1 1 336 0,-1 3 64 0,0 1 16 16,-2 2 320-16,-1 2 64 0,1 1 16 0,-2 1 0 16,1 3-1200-16,-1-1-256 0,1 1-32 0,-2 1-16 15,1 1-768-15,-1 2-144 0,0-3-48 0,2 3 0 0,-1-2-144 16,2-1-48-16,0 1 0 0,2-3 0 15,3-14 48-15,-1 21 0 0,1-21 0 0,0 0 0 0,0 0-112 0,0 0-16 0,14 36 0 16,-14-36 0-16,0 0-128 0,0 0 0 16,0 0 0-16,0 0 0 0,41 9 0 0,-41-9 192 0,21-7-192 0,-21 7 192 15,28-9 96-15,-12 2 32 16,1-1 0-16,-1-1 0 0,1 2-112 0,-1-2-16 0,0 1 0 0,-2 0 0 16,-1 0-192-16,0 2 0 15,-1 0 0-15,-1 1-160 16,-2 1-672-16,-1-2-144 0,-1 3-32 0,-3 2 0 0,0-1-656 0,-3 0-144 0</inkml:trace>
  <inkml:trace contextRef="#ctx0" brushRef="#br0" timeOffset="86550.95">10694 8753 18431 0,'0'2'816'0,"0"-2"160"0,1 0-784 0,0 0-192 16,1 1 0-16,0-1 0 0,0 0 2720 0,4-1 496 15,-6 1 112-15,0 0 0 0,38-7-1024 0,-22 0-224 16,-1 1-32-16,2 0-16 0,-2-1-1136 0,0-3-240 16,1 3-32-16,-2-2-16 0,0 0-416 0,-1 1-64 15,0 0-128-15,-1 2-11824 0,0-1-2448 0</inkml:trace>
  <inkml:trace contextRef="#ctx0" brushRef="#br0" timeOffset="86821.31">11135 8523 12895 0,'-3'2'1152'15,"1"1"-928"-15,1-1-224 0,0 0 0 0,-1 0 2256 0,0 1 416 16,-2 2 80-16,-3 4 0 16,-2 1-192-16,-1 4-64 0,-1 0 0 0,-1 1 0 15,3-1-1024-15,0-2-224 0,1 2-32 0,0-2-16 0,3 2-256 0,-1 0-48 16,1 0-16-16,3 1 0 0,0 1-432 0,1-2-64 15,1-14-32-15,3 29 0 0,-3-29-352 0,0 0 144 0,12 40-144 0,-12-40 0 16,0 0 0-16,17 31 0 16,-17-31 0-16,0 0 0 15,0 0-432-15,0 0-144 0,32 28-16 0,-32-28-16896 0</inkml:trace>
  <inkml:trace contextRef="#ctx0" brushRef="#br0" timeOffset="86990.79">11221 8592 11055 0,'1'-2'976'0,"0"2"-784"16,0 0-192-16,-1 2 0 0,0-2 3088 0,1 2 576 0,1-1 112 0,-2-1 32 15,0 0-816-15,0 0-176 0,0 0-16 0,31 42-16 16,-31-42-1424-16,0 0-272 0,32 47-64 0,-32-47-16 16,29 31-432-16,-29-31-64 0,32 31-32 0,-32-31 0 15,30 27-480-15,-30-27 128 0,0 0-128 0,37 32 0 31,-37-32-960-31,0 0-224 0,0 0-48 0,0 0-15392 0</inkml:trace>
  <inkml:trace contextRef="#ctx0" brushRef="#br0" timeOffset="87165.61">11425 8604 19343 0,'-5'6'848'0,"2"-3"192"0,1 2-832 0,-1-3-208 16,0 2 0-16,0-1 0 0,0 2 1808 0,-5 4 320 15,-3 6 64-15,-6 3 16 0,-2 6-480 0,-2 0-80 16,3-2-32-16,1-2 0 0,3 0-928 0,1-5-192 16,3-2-48-16,1-3 0 0,2-3-448 0,3 0 0 15,0-3-128-15,1-3-15232 0</inkml:trace>
  <inkml:trace contextRef="#ctx0" brushRef="#br0" timeOffset="87387.07">11556 8508 23951 0,'0'0'1056'0,"0"0"224"0,0 0-1024 0,0 0-256 0,0 0 0 0,0 0 0 16,0 0 1872-16,29 36 320 0,-29-36 64 0,13 34 16 16,-13-34-960-16,19 52-192 0,-19-52-32 0,16 54-16 15,-16-54-624-15,14 51-112 0,-14-51-16 0,12 46-16 16,-12-46-304-16,6 39 128 0,-6-39-128 0,-3 35 0 15,0-21 0-15,-4 0 0 0,-1-1 0 0,-3-2-11072 16,0 1-2112-16</inkml:trace>
  <inkml:trace contextRef="#ctx0" brushRef="#br0" timeOffset="87969.6">9994 9126 3679 0,'-4'4'320'0,"2"-4"-320"0,0 1 0 0,1 0 0 0,0 1 1200 15,1-2 160-15,0 3 48 0,-1-1 0 0,0 4 1024 0,1 0 192 16,0 1 64-16,1 1 0 15,-1-8-736-15,0 0-144 0,0 0-16 0,0 0-16 16,0 0-368-16,23 32-80 0,-23-32-16 0,0 0 0 0,0 0-176 0,0 0-48 16,47 6 0-16,-47-6 0 0,35-1-256 0,-35 1-64 0,46-2-16 0,-46 2 0 15,59-2-32-15,-25 1 0 0,1 1 0 0,0-3 0 16,1 0-272-16,0 0-48 16,2 0-16-16,-1-1 0 0,0 2-192 0,3-3-64 15,2 0 0-15,4 3 0 0,-1-1-128 0,1-1 0 16,-2 3 0-16,2-1 128 0,2 1-128 0,2 0 128 15,3-1-128-15,0-1 128 0,1 3 0 0,-1-2-128 16,-3 1 192-16,0-1-64 0,1 0-128 0,0-3 0 0,2 1 0 0,-2 1 0 16,-2 1 0-16,-2 0 0 15,-4-1 0-15,0 0 0 0,-2 0 0 0,0 0 0 16,0 1 0-16,-2 1 0 0,-3-1 0 0,-2 2-176 16,-3-2 48-16,-31 2 0 15,51-3-656-15,-51 3-128 0,42-2-32 0,-42 2-10608 16,0 0-2128-16</inkml:trace>
  <inkml:trace contextRef="#ctx0" brushRef="#br0" timeOffset="89866.9">10690 9400 20271 0,'1'-2'1792'0,"0"-1"-1424"0,0 1-368 16,0 2 0-16,0-2 1904 0,0-1 304 0,1 1 64 0,0-6 16 0,1 2-224 0,1-2-32 16,-1 4-16-16,-1-1 0 0,-1 3-944 0,-1 4-192 31,0 0-48-31,0 2 0 0,0 2-384 0,-2 3-64 0,0 5-32 0,0 3 0 15,0 1-192-15,0 2-32 0,-1 1-128 0,1 2 192 16,-1 0-192-16,-1-2 0 0,1 2 0 0,-1-3 0 16,1-4 0-16,0-3 0 0,2-4 0 0,0-2 0 0,1-7 0 0,0 0 0 0,0 0 0 15,0 0 0 1,7-5-400-16,-4-3-128 0,1-3-32 0,0-3 0 31,2-1-1648-31,-1-1-336 0,1-1-64 0,-1-2-16 0,1 1 160 16,-1 1 32-16,0 2 0 0,-2 1 0 0,1 1 1344 0,1-1 288 0,0 1 48 0,0 1 16 15,1 2 1072-15,-2 1 224 0,1 3 32 0,1 0 16 16,-1 2 1232-16,1 1 240 0,-1 3 48 0,-5 0 16 16,0 0 288-16,0 0 48 0,0 0 16 0,0 0 0 0,38 24-1152 15,-38-24-240-15,0 0-32 0,23 30-16 16,-23-30-656-16,0 0-128 0,23 43-16 0,-23-43-16 0,14 36-80 0,-14-36-16 16,14 41 0-16,-14-41 0 0,9 40-16 0,-9-40 0 15,6 29 0-15,-6-29 0 0,0 0-128 0,0 0 0 16,12 30 0-16,-12-30 0 0,0 0-192 0</inkml:trace>
  <inkml:trace contextRef="#ctx0" brushRef="#br0" timeOffset="90296.62">12454 9007 22111 0,'-2'-1'1968'0,"1"-1"-1584"0,2 0-384 15,0 2 0-15,1-2 1024 0,2 1 128 0,-1-1 32 0,2-1 0 16,-5 3 928-16,22-6 176 0,-22 6 32 0,32-8 16 15,-32 8-1056-15,32-4-192 0,-32 4-64 0,31-3 0 16,-31 3-512-16,0 0-96 0,42 3-32 0,-42-3 0 16,0 0-384-16,34 4 0 0,-34-4 0 15,0 0-11776 1,0 0-2368-16</inkml:trace>
  <inkml:trace contextRef="#ctx0" brushRef="#br0" timeOffset="90459.29">12455 9163 18431 0,'-3'5'816'0,"2"-4"160"0,1 0-784 0,0 1-192 0,1-1 0 0,1 1 0 0,-2-2 2384 0,0 0 432 15,0 0 96-15,0 0 16 16,51 7-896-16,-51-7-176 0,37-2-48 0,-37 2 0 0,37-5-928 16,-37 5-192-16,34-3-48 0,-34 3 0 31,30-3-1024-31,-30 3-192 0</inkml:trace>
  <inkml:trace contextRef="#ctx0" brushRef="#br0" timeOffset="90719.07">13179 8819 24879 0,'0'0'2208'0,"0"0"-1760"16,0 0-448-16,0 0 0 15,0 0 2048-15,0 0 336 16,0 0 64-16,0 0 16 0,0 0-800 0,42 9-176 16,-42-9-16-16,34 4-16 0,-34-4-976 0,35 0-192 15,-35 0-32-15,36-3-16 0,-36 3-112 0,34-5-128 16,-34 5 176-16,34-7-176 0,-34 7 160 0,29-6-160 16,-29 6 128-16,22-6-128 0,-22 6-128 0,0 0-128 15,0 0 0-15,0 0-17456 0</inkml:trace>
  <inkml:trace contextRef="#ctx0" brushRef="#br0" timeOffset="90980.84">13215 8914 23039 0,'-3'7'1024'0,"1"-4"192"0,1 1-960 0,-1 1-256 0,1-3 0 0,0 1 0 15,1 1 1456-15,-3 6 240 0,0 2 48 0,-3 5 16 16,0 5-80-16,-1 1-16 0,0 0 0 0,0 1 0 0,0-1-704 15,0 1-128-15,1-2-48 0,1-3 0 0,3 2-208 0,2-21-32 16,1 28-16-16,-1-28 0 0,0 0-272 0,0 0-48 16,24 27-16-16,-24-27 0 0,0 0-192 0,36 7 0 15,-36-7 0-15,30 2 0 0,-30-2 0 0,35-5 0 16,-35 5 0-16,31-8-160 0,-31 8-96 0,28-9 0 16,-28 9-16-16,21-13 0 15,-14 8-592-15,-1-2-112 0,-1 2-32 0,-2 0-10112 16,0-1-2016-16</inkml:trace>
  <inkml:trace contextRef="#ctx0" brushRef="#br0" timeOffset="91153.56">13201 9032 20271 0,'-1'3'896'0,"0"-1"192"0,1-1-880 0,0 1-208 0,1 0 0 0,0-2 0 15,-1 0 2800-15,0 0 512 0,0 0 96 0,0 0 32 16,0 0-1072-16,48 7-224 0,-48-7-32 0,34-9-16 0,-15 2-1408 0,0 0-288 15,-1-1-48-15,1-1-16 16,-1 0-208-16,2-1-128 0,1-2 128 0,0 0-12432 16,1 0-2480-16</inkml:trace>
  <inkml:trace contextRef="#ctx0" brushRef="#br0" timeOffset="91380.52">13770 8710 21183 0,'-5'7'944'0,"1"-4"192"0,2 1-912 0,-1-1-224 0,1 0 0 0,0 1 0 16,-2 0 2016-16,-2 4 352 15,-2 6 80-15,-4 7 16 16,-2 5-800-16,1 1-176 0,0 1-16 0,3-2-16 0,1 0-496 16,1 2-80-16,2-2-32 0,2 0 0 0,1 0-96 0,2-2-32 15,1-24 0-15,6 48 0 0,-6-48-448 0,14 40-80 16,-14-40-32-16,0 0 0 0,27 40-160 0,-27-40 0 15,0 0 0-15,35 17-12352 16,-35-17-2368-16</inkml:trace>
  <inkml:trace contextRef="#ctx0" brushRef="#br0" timeOffset="91586.12">13920 8829 12895 0,'-4'-1'1152'0,"2"1"-928"16,1 1-224-16,0 1 0 0,0-2 3056 0,1 0 560 15,0 0 112-15,0 0 32 0,0 0-272 0,4 27-48 0,-4-27-16 0,11 32 0 16,-11-32-2288-16,22 38-464 16,-22-38-96-16,29 43 0 0,-29-43-336 0,36 40-64 15,-36-40-16-15,37 36 0 0,-37-36-160 0,35 33 0 0,-35-33 0 0,29 28 0 16,-29-28 0-16,0 0 0 0,36 36 0 0,-36-36 0 31,0 0-960-31,0 0-128 0,0 0-32 0,0 0-16096 0</inkml:trace>
  <inkml:trace contextRef="#ctx0" brushRef="#br0" timeOffset="91746.21">14162 8855 19343 0,'-6'8'848'0,"1"-4"192"0,1 1-832 0,-1-1-208 16,5-4 0-16,-7 10 0 16,1-4 1648-16,-4 6 272 0,-6 5 64 0,-5 7 16 0,-5 2-256 0,0 2-48 15,-1 1-16-15,1-3 0 0,2-4-464 0,2-1-112 16,2 0-16-16,4-7 0 0,2-2-768 0,2-4-144 15,3 0-48-15,3-5-11008 16,0-3-2224-16</inkml:trace>
  <inkml:trace contextRef="#ctx0" brushRef="#br0" timeOffset="91962.78">14247 8781 27647 0,'0'0'1216'0,"16"-9"256"16,-16 9-1168-16,12-7-304 15,-12 7 0-15,0 0 0 0,0 0 2384 0,0 0 432 0,29-7 64 0,-29 7 32 16,0 0-1696-16,44 9-352 0,-44-9-64 0,0 0-16 0,39 41-576 0,-39-41-208 16,23 44 144-16,-23-44-144 15,20 50 128-15,-14-22-128 0,0 1 0 0,-2 2 128 0,-3-1-128 0,-3 0 0 16,-2 2 0-16,-4-1 128 16,-1 0-128-16,-4-5 0 0,-2-1 0 0,-3-5 0 15,-3-1-256-15</inkml:trace>
  <inkml:trace contextRef="#ctx0" brushRef="#br0" timeOffset="111579.22">14846 8978 15663 0,'-2'0'1392'0,"1"-2"-1120"15,0 2-272-15,1 0 0 0,0 0 1168 0,0 0 176 0,0 0 48 0,0 0 0 16,0 0 720-16,0 0 160 0,15-10 32 0,-15 10 0 0,0 0-912 0,0 0-176 15,32-4-48-15,-32 4 0 0,0 0-544 0,31 0-112 16,-31 0-32-16,0 0 0 0,37 6-160 16,-37-6-16-16,0 0-16 0,36 10 0 0,-36-10-288 0,0 0 128 15,0 0-128-15,34 8 0 32,-34-8-768-32,0 0-256 0,0 0-48 0,25-6-13888 0</inkml:trace>
  <inkml:trace contextRef="#ctx0" brushRef="#br0" timeOffset="111763.39">14857 9180 17503 0,'0'0'768'0,"-6"10"176"0,6-10-752 0,0 0-192 16,0 0 0-16,0 0 0 0,0 0 2000 0,0 0 368 0,0 0 80 0,0 0 16 16,0 0-624-16,0 0-128 15,32 18-32-15,-32-18 0 0,0 0-480 0,34-5-112 0,-34 5 0 0,24-5-16 16,-24 5-576-16,0 0-112 15,27-4-32-15,-27 4 0 16,0 0-1136-16,25-7-240 0</inkml:trace>
  <inkml:trace contextRef="#ctx0" brushRef="#br0" timeOffset="113231.62">15362 9324 8287 0,'0'0'736'0,"0"0"-592"16,0 0-144-16,0 0 0 0,0 0 1376 0,0 0 240 0,-3 8 48 0,2-4 16 15,0-2 432-15,-1 1 64 0,1-1 32 0,0-1 0 16,0 1-288-16,1-2-48 15,0 0-16-15,0 0 0 0,4-3-544 0,-2 1-112 0,0 0-32 0,1-1 0 16,-3 3-352-16,9-5-80 0,-4 0-16 0,1 1 0 0,0-1-224 0,0-2-48 16,3-2-16-16,2 1 0 0,0-1-224 0,0-3-32 15,1-1-16-15,0 0 0 16,2-1-160-16,-1 0 0 0,2-3 0 0,-1-1 0 0,1-2 0 0,0-3 0 16,-1 1 0-16,0 0 0 0,-1 1 0 0,-1 2 0 15,-1-2 0-15,0 0 0 16,1-1 0-16,0 1 0 0,-1 0 0 0,-1 1 0 15,-3 4 0-15,1 0 0 0,-2 4 0 0,-1 0 0 0,-1 2 0 0,1 1 0 16,-1 4 0-16,-1-2 0 0,-2 2 0 0,1 1 0 16,-1 1 128-16,-1 0-128 0,0 0 1120 0,0 2 144 15,-1-3 16-15,1 3 16 0,-1-1-912 0,0-1-176 0,0 1-32 0,0 0-16 32,0 2-928-32,-1-3-176 0,1 1-32 0,0 2-16 0,0-2 800 0,0 1 192 0,0 1 0 0,0 0 0 15,0 1 0-15,1-1 160 0,0 0-160 0,-3 8 192 16,3-8-192-16,-4 8 128 15,4-8-128-15,0 0 128 0,-5 19-128 0,5-19 160 16,0 0-160-16,-3 25 160 0,3-25-160 0,-4 20 0 0,4-20 144 0,-3 24-144 0,3-24 0 0,-4 23 128 16,4-23-128-16,-1 24 0 15,1-24 0-15,-1 26 0 16,1-26 0-16,0 0 128 0,0 31-128 0,0-31 0 0,0 0 0 16,3 29 0-16,-3-29 0 0,0 0 0 0,0 0 0 0,0 0 0 15,14 30 0-15,-14-30 0 0,0 0 0 0,0 0 0 16,0 0 0-16,0 0 0 0,0 0 0 15,0 0 0-15,29-9 0 0,-24 0-208 16,0-1 80-16,1 0 128 16,-1-2-896-16,2-1-48 0,-2 0-16 0,0-1 0 15,1 0-48-15,-1 0-16 0,1 0 0 0,-2-3 0 16,0 1 320-16,1 1 64 0,-2-1 16 0,0-3 0 0,1 2 368 0,-1 1 64 0,-1-3 0 0,1 4 16 16,1 3 176-16,-1 1 0 0,0 4 160 0,-1 2-160 15,1 0 608-15,-2 3 32 0,-1 2 0 0,2-3 0 16,-2 3 208-16,0 0 48 0,0 0 16 0,0 0 0 15,-4 17-272-15,4-17-48 0,-4 12-16 0,4-12 0 16,-3 16-144-16,3-16-48 0,-3 20 0 0,3-20 0 0,-4 23-112 0,4-23-16 16,-3 22-16-16,3-22 0 0,-2 23-112 0,2-23 0 15,-2 25-128-15,2-25 192 0,0 29-64 0,0-29-128 16,1 32 176-16,-1-32-176 0,2 28 160 0,-2-28-160 16,0 0 128-16,10 31-128 0,-10-31 0 15,0 0 0-15,0 0 128 0,0 0-128 16,31 28-384-16,-31-28-128 0</inkml:trace>
</inkml:ink>
</file>

<file path=ppt/ink/ink3.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9T09:16:16.613"/>
    </inkml:context>
    <inkml:brush xml:id="br0">
      <inkml:brushProperty name="width" value="0.05292" units="cm"/>
      <inkml:brushProperty name="height" value="0.05292" units="cm"/>
      <inkml:brushProperty name="color" value="#0070C0"/>
    </inkml:brush>
  </inkml:definitions>
  <inkml:trace contextRef="#ctx0" brushRef="#br0">6434 4594 11967 0,'-1'-2'1072'0,"1"0"-864"0,0 1-208 0,0 0 0 16,0 0 832-16,0 1 128 0,0-2 32 0,0 1 0 16,2-2 720-16,0 0 144 0,0-2 16 0,1 2 16 15,0-1-480-15,0 1-80 0,1-1-32 0,0 1 0 16,-1 1-192-16,2-2-32 0,-1 3-16 0,0-2 0 0,0 1-256 15,0 0-48-15,0 0-16 0,-1 0 0 0,1 1-96 0,-1 1-32 16,0 0 0-16,0 0 0 16,0 3-208-16,1-1-32 0,-4-2-16 0,0 0 0 0,0 0-176 0,0 0-48 15,0 0 0-15,30 42 0 0,-30-42-128 0,0 0 0 16,18 43 0-16,-18-43 0 16,10 36 0-16,-10-36 0 0,8 38 0 0,-8-38 0 0,3 35 0 0,-3-35 0 15,-1 36 0-15,1-36 0 0,-4 26 0 16,0-13 0-16,-1 0 0 0,2-3 0 0,-1-1 0 0,-1-2 0 15,0 1 0-15,-1-1 0 0,1 0 0 0,-1-1 0 0,1-1 0 0,0-1 0 16,1-1 0-16,0 0 0 0,-1-3 0 0,0 0 0 16,1-2 0-16,-1 1 0 0,0-2 0 0,2-1 0 15,-1-1 0-15,0-1 0 16,1-2 0-16,0 1 0 0,0-2 0 0,-1-1 0 0,1-4 0 16,2 0 0-16,0-2-128 0,0-2 128 15,0 0 0-15,1-4 0 0,1 1 0 0,0 0 0 16,1-1 0-16,0 2 0 0,2 3-256 0,0 2 64 0,0 3 0 0,1 0 16 15,1 1 176-15,0 2 0 0,1 1 0 0,2-2-128 16,-1 2 128-16,0 1 0 16,3-1 160-16,-1-1-160 0,-1 1 224 0,0 2-48 0,1-2-16 15,0 1 0-15,-1 2-160 0,0 1 128 0,-1-1-128 16,0 2 128-16,2 1-128 0,-2 0 0 0,0 0 0 0,0 1 0 0,-1 1 0 0,0 0 0 16,0-2 0-16,0 2 0 15,1 2-192-15,-3-2 192 0,1 0-192 0,-1 1-10816 16,-1 1-2176-16</inkml:trace>
  <inkml:trace contextRef="#ctx0" brushRef="#br0" timeOffset="675.82">6376 4334 11055 0,'-2'-1'976'0,"1"1"-784"0,0 0-192 0,1 0 0 16,0 0 1072-16,-1 0 160 0,1 0 48 0,0-2 0 15,0 2 752-15,0 0 144 0,1-2 48 0,-1 1 0 16,0 1-848-16,1 0-160 0,1-2-48 0,-1 4 0 15,0-2-432-15,0 0-96 0,1 3 0 0,-1-1-16 16,0 1-208-16,-1-1-32 0,1 3-16 0,-1-2 0 0,0 1-144 16,0-2-32-16,0 0 0 0,-1 1 0 0,1-2 128 15,0 0 32-15,0 0 0 0,0 1 0 0,0-2 80 0,0 1 16 16,0-1 0-16,0 0 0 16,0 1-112-16,0-1-16 0,0 0 0 0,0 0 0 0,0 0-64 0,1-2-32 15,0 2 0-15,0-4 0 0,1 1-16 0,0-1 0 16,1-1 0-16,0-1 0 15,1-1-64-15,1-2-16 0,-1-1 0 0,3-1 0 0,-1 1-128 0,3-2 160 16,1-2-160-16,-1 2 160 16,1-2-160-16,2-1 0 0,-1 2 0 0,0 0 128 0,1 1-128 0,-3 1 0 15,0 1 144-15,1 2-144 0,-3 0 0 0,1 3 144 16,-1-2-144-16,-1 4 0 0,1 0 128 0,-2 2-128 16,-1 1 0-16,1 2 0 0,-1 1 0 0,-4-3 0 0,0 0 128 15,0 0-128-15,0 0 128 0,19 40-128 16,-19-40 192-16,0 0-192 0,14 45 160 0,-14-45-160 15,0 0 128-15,17 47-128 0,-17-47 0 0,0 0 0 0,17 43 0 0,-17-43 0 16,0 0-160-16,0 0-112 0,25 36-32 16,-25-36-17040-16</inkml:trace>
  <inkml:trace contextRef="#ctx0" brushRef="#br0" timeOffset="1052.41">6970 4511 14735 0,'-4'0'640'0,"0"0"160"0,1 1-640 0,1-1-160 15,2 0 0-15,0 0 0 0,0 0 1664 0,0 0 320 0,-1 0 48 0,1 0 16 16,1-1 80-16,0 1 32 0,4-2 0 0,0-1 0 16,1 1-576-16,2-2-112 0,0 1-32 0,1 0 0 15,0 1-800-15,0 0-144 0,1 0-48 0,-1 2 0 16,1-2-320-16,0 2-128 15,-2 0 0-15,-8 0 144 0,0 0-480 16,0 0-112-16,0 0 0 0,36 6-15488 0</inkml:trace>
  <inkml:trace contextRef="#ctx0" brushRef="#br0" timeOffset="1213.77">6983 4631 16575 0,'-2'3'736'0,"1"0"160"0,1-1-720 0,0-1-176 0,0 1 0 0,1-2 0 16,0 0 2656-16,2 2 496 0,2-2 112 0,1 1 0 0,4-2-672 16,-10 1-144-16,0 0-16 0,32-5-16 0,-21 3-1648 15,0-3-336-15,1 3-64 0,-12 2-16 16,24-5-528-16,-24 5-96 0,24-5-32 0,-24 5-16448 16</inkml:trace>
  <inkml:trace contextRef="#ctx0" brushRef="#br0" timeOffset="5245.67">7680 4056 14735 0,'0'0'1312'0,"-2"0"-1056"16,2 0-256-16,0 0 0 15,0 0 720-15,0 0 96 0,0 0 16 0,0 0 0 0,0 0 1392 0,0 0 272 16,0 0 64-16,0 0 16 0,0 0-688 0,0 0-144 15,34-2-16-15,-34 2-16 0,22-5-432 0,-22 5-96 16,28-7-16-16,-28 7 0 0,35-10-432 0,-35 10-96 16,37-9 0-16,-37 9-16 0,37-5-336 0,-37 5-64 0,36-5-16 0,-36 5 0 15,34-5-208-15,-34 5 0 16,25-3 0-16,-25 3 0 0,0 0 0 0,22-6-128 16,-22 6-16-16,0 0 0 15,0 0-1520-15,0 0-320 0,-7 1-48 0,-2 3-8560 0,-1-2-1712 16</inkml:trace>
  <inkml:trace contextRef="#ctx0" brushRef="#br0" timeOffset="5627.22">7775 4064 8351 0,'-5'-1'176'0,"1"-2"32"0,0 3 16 0,2-2 32 0,0 2-256 0,1 0 0 0,-1 0 0 0,-1 0 0 16,-1 0 2528-16,-2 0 464 0,0 0 80 0,1 2 32 16,0-1-352-16,2 2-64 0,3-3 0 0,0 0-16 0,-5 11-848 0,5-11-160 15,0 0-48-15,0 0 0 16,0 0-784-16,0 0-176 0,0 0-16 0,31 31-16 0,-31-31-272 0,0 0-48 15,0 0-16-15,43 12 0 16,-43-12-48-16,0 0-16 0,38 6 0 0,-38-6 0 16,0 0-224-16,0 0 144 0,0 0-144 0,34 17 128 15,-34-17-128-15,0 0 0 0,0 0 0 0,-3 19 0 16,-4-12 0-16,-1 3 0 0,-2-1 0 0,-2 2 0 16,0 0-368-16,-2 1 0 0,0-1 0 0,-1 1 0 15,-1 0-512-15,0 0-96 0,0 0-32 0,0 0 0 16,2-1-336-16,2-1-80 0,3-2-16 0,1 0 0 15,8-8 976-15,-9 12 192 0,9-12 32 0,0 0 16 0,0 0 224 0,0 0 0 16,0 0 192-16,0 0-192 0,0 0 704 0,0 0 16 16,36 22 16-16,-36-22 0 0,24-4 96 0,-24 4 0 0,26-6 16 15,-26 6 0-15,21-6-208 0,-21 6-32 16,24-8-16-16,-24 8 0 0,29-10-208 0,-29 10-32 16,26-8-16-16,-26 8 0 0,25-6-160 0,-25 6-48 15,0 0 0-15,27-2 0 0,-27 2-304 0,0 0-64 16,25-5-16-16,-25 5-16400 0</inkml:trace>
  <inkml:trace contextRef="#ctx0" brushRef="#br0" timeOffset="5916.75">8318 3903 17503 0,'-1'-1'1552'0,"-1"1"-1232"0,1 0-320 0,-1 0 0 15,1 2 1808-15,-2 0 304 0,-3 1 64 0,-3 4 16 16,-5 3 112-16,-2 5 32 0,0 2 0 0,-1 3 0 0,3-1-1488 0,1 4-288 16,1 1-64-16,2 2-16 0,0 2-16 0,3 1 0 15,1 4 0-15,1 1 0 16,2 1 240-16,1-3 32 0,3-2 16 0,2-1 0 0,-3-29-464 0,13 46-96 15,-13-46 0-15,18 32-16 16,-18-32-528-16,0 0-96 0,33 26-32 0,-33-26-17056 0</inkml:trace>
  <inkml:trace contextRef="#ctx0" brushRef="#br0" timeOffset="6199.46">8427 4094 22111 0,'-3'-4'976'0,"2"3"208"0,0-2-944 0,1 1-240 0,0 2 0 0,0 0 0 16,0 0 896-16,0 0 128 0,0 0 16 0,15-9 16 15,-15 9 432-15,0 0 96 0,0 0 16 0,39 12 0 0,-39-12-176 0,0 0-16 16,36 37-16-16,-36-37 0 0,24 36-656 15,-24-36-128-15,24 43-32 0,-24-43 0 0,24 49-416 0,-24-49-160 16,22 42 0-16,-22-42 144 16,19 31-576-16,-19-31-112 0,0 0-32 0,0 0-16144 15</inkml:trace>
  <inkml:trace contextRef="#ctx0" brushRef="#br0" timeOffset="6369.55">8628 4068 15663 0,'-6'7'1392'0,"1"0"-1120"0,0-3-272 0,1 2 0 15,1-2 1616-15,-3 4 272 0,-6 6 48 0,-7 10 16 16,-6 8 736-16,-2 4 128 16,1-3 48-16,6-4 0 0,4-8-2112 0,5-4-432 0,6-5-64 0,5-12-15152 15</inkml:trace>
  <inkml:trace contextRef="#ctx0" brushRef="#br0" timeOffset="6608">8779 4188 19343 0,'0'0'1728'0,"0"0"-1392"0,0 0-336 0,0 0 0 32,0 0-320-32,0 0-128 0,0 0-16 0,0 0-16 0,0 0 1440 0,30 0 304 0,-30 0 48 0,27-6 16 0,-27 6 592 0,28-8 128 15,-28 8 32-15,32-7 0 16,-32 7-496-16,29-7-112 0,-29 7 0 0,29-4-16 0,-29 4-1024 16,25-5-208-16,-25 5-32 0,0 0-10704 0,0 0-2144 0</inkml:trace>
</inkml:ink>
</file>

<file path=ppt/ink/ink4.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09T09:16:45.419"/>
    </inkml:context>
    <inkml:brush xml:id="br0">
      <inkml:brushProperty name="width" value="0.05292" units="cm"/>
      <inkml:brushProperty name="height" value="0.05292" units="cm"/>
      <inkml:brushProperty name="color" value="#0070C0"/>
    </inkml:brush>
    <inkml:context xml:id="ctx1">
      <inkml:inkSource xml:id="inkSrc33">
        <inkml:traceFormat>
          <inkml:channel name="X" type="integer" max="27388" units="cm"/>
          <inkml:channel name="Y" type="integer" max="18258" units="cm"/>
          <inkml:channel name="T" type="integer" max="2.14748E9" units="dev"/>
        </inkml:traceFormat>
        <inkml:channelProperties>
          <inkml:channelProperty channel="X" name="resolution" value="1000.29218" units="1/cm"/>
          <inkml:channelProperty channel="Y" name="resolution" value="1000.43835" units="1/cm"/>
          <inkml:channelProperty channel="T" name="resolution" value="1" units="1/dev"/>
        </inkml:channelProperties>
      </inkml:inkSource>
      <inkml:timestamp xml:id="ts1" timeString="2023-10-09T09:18:28.338"/>
    </inkml:context>
  </inkml:definitions>
  <inkml:trace contextRef="#ctx0" brushRef="#br0">9103 4506 12895 0,'0'0'1152'0,"0"0"-928"15,1-2-224-15,-1 2 0 0,1 0 816 0,0 0 112 0,1-2 32 0,1-3 0 16,1 0 368-16,0-2 80 0,2 0 0 0,0-5 16 16,1 2-16-16,-1-1-16 0,2 1 0 0,0-4 0 15,0 0-432-15,0-1-96 0,0-1-16 0,0 0 0 16,-1 1-448-16,0-2-80 0,1 1-32 0,-2-1 0 16,0 1-288-16,0-3 0 0,3 0 0 0,-2 0 0 0,0 0 128 0,0 0-128 15,1-2 0-15,0 2 0 0,-1 0 208 0,1 2-16 16,-2 3 0-1,0-2 0-15,-2 4-192 0,1 0 176 0,-1 2-176 0,-2 1 160 16,0 2-32-16,-1-1 0 0,0 2 0 0,-1 1 0 0,0 1-128 0,-1 1 0 0,1 0 0 16,-1 3 128-1,1-2 80-15,-1 2 16 0,1 0 0 0,0 0 0 0,0 0 160 0,0 2 16 0,-1-1 16 16,0 1 0 0,0 1-208-16,0 0-32 0,-1 2-16 0,1 0 0 15,0 2-160-15,0 2 192 0,0 0-192 0,0 2 192 16,0 1-192-16,0 2 128 0,1 2-128 0,0-1 128 15,0 1-128-15,0 1 0 0,0 1 0 0,1-1 0 16,0 0 0-16,0-3 0 0,-1-14 0 0,4 26 0 0,-4-26 0 0,0 0 0 16,8 31 0-16,-8-31 0 0,0 0 0 0,0 0 0 15,0 0 0-15,0 0 0 0,0 0-240 0,0 0 80 16,38 15 16-16,-30-23 0 16,-2 1-496-16,3-5-80 0,0-2-32 0,0-1 0 15,1-1-448-15,1-3-80 0,-1 2-32 0,0 1 0 16,-1-6 352-16,1 2 80 0,0-1 16 0,-2 1 0 0,0 1 672 0,-1 2 192 0,-2 1 0 0,-1 6 0 15,-1-1 0-15,-2 5 160 16,0 0-16-16,-2 3 0 0,1 1 496 0,-1 2 112 0,0 2 16 0,0-1 0 16,-1 3 112-16,0 0 16 15,0 1 16-15,0 0 0 0,0 0-304 0,0 2-64 0,0 0-16 0,-1 0 0 16,2 1-80-16,-1 1 0 16,0 2-16-16,0 1 0 0,1-2-128 0,0 3-32 15,0 0 0-15,0 1 0 0,1 0 64 0,1 1 16 0,-1-15 0 0,6 29 0 0,-6-29-96 16,0 0-32-16,16 37 0 0,-16-37 0 15,0 0-224-15,0 0 176 0,0 0-176 0,47 26 160 32,-47-26-864-32,0 0-192 0,34-7-16 0,-23 2-14960 0</inkml:trace>
  <inkml:trace contextRef="#ctx0" brushRef="#br0" timeOffset="430.63">9336 3924 3615 0,'-3'-1'0'0,"2"-1"144"0,-1-1-144 0,0 3 208 0,1 0-208 0,1-2 0 0,-1 2 0 15,0 0 0-15,-1 0 2256 0,0-2 416 0,-1-1 80 16,-1 3 0-16,2-2-320 0,0 2-80 0,0 0-16 0,2-2 0 16,-1 1-320-16,1-1-64 15,0 0-16-15,1-2 0 0,1 0-576 0,0 0-112 16,1-5-32-16,1 1 0 0,1 0-560 0,1-3-112 0,0-1-32 0,2 0 0 16,0-2-288-16,-1-2-64 0,1 0-16 0,-2-1 0 15,0 2-144-15,-1 0 0 0,0 2 0 16,-1 0 0-16,-1 4 0 0,-2 1 0 15,1 2 0-15,-1 4 0 0,-1 0 0 0,0 2 0 0,1 2 0 0,-1 3 0 16,0 2 160-16,0 3-160 0,0 2 192 0,1 4-192 0,0 0 240 16,-1-16-64-16,4 36-16 0,-4-36 0 0,5 36-160 0,-5-36 0 15,11 33 144-15,-11-33-144 16,0 0 0-16,0 0 0 0,31 37 0 0,-31-37 0 16,0 0-1120-16,0 0-144 0,40 10-16 0,-40-10-13744 15</inkml:trace>
  <inkml:trace contextRef="#ctx0" brushRef="#br0" timeOffset="801.33">9738 3816 11967 0,'0'-2'1072'0,"0"0"-864"0,1 2-208 15,0-2 0-15,1 1 1632 0,-2 1 288 0,2 0 48 0,1 0 16 16,1 0 752-16,2 0 144 0,-6 0 48 0,0 0 0 15,0 0-1152-15,46 7-240 0,-46-7-32 0,0 0-16 0,46 32-528 0,-46-32-128 16,29 38 0-16,-29-38-16 0,26 54-352 0,-26-54-64 16,18 61-16-16,-12-30 0 0,-4-3-384 0,-5 4 128 15,-3 0-128-15,-7 0 0 16,0-3 0-16,-9 1 0 0,-5 3 0 0,-5 1-176 16,-3 3-176-16,-2-2-32 0,2-3-16 0,0-2-16624 15</inkml:trace>
  <inkml:trace contextRef="#ctx0" brushRef="#br0" timeOffset="1865.56">7585 4601 4607 0,'-2'3'400'0,"-1"-3"-400"0,2 0 0 16,0 0 0-16,1 2 976 0,0-2 112 0,-2 0 32 0,-1 1 0 15,0 0 464-15,1 1 80 0,-1 1 32 0,2-2 0 16,1 1-304-16,1 0-64 0,1-2-16 0,0 2 0 16,1-2-416-16,1 2-64 0,2-1-32 0,-1 1 0 15,2 0-160-15,0-1-48 0,-7-1 0 0,0 0 0 16,0 0 48-16,39 6 16 16,-39-6 0-16,0 0 0 0,38 3 112 0,-38-3 0 15,0 0 16-15,45 2 0 0,-45-2-64 0,0 0-16 16,44 3 0-16,-44-3 0 0,0 0-192 0,46 4-32 0,-46-4-16 0,0 0 0 0,44 10-80 15,-44-10-32-15,0 0 0 0,45 9 0 0,-45-9-16 16,0 0 0-16,47 9 0 0,-47-9 0 16,0 0-16-16,52 9 0 0,-52-9 0 0,35 3 0 15,-35-3-64-15,35 0 0 0,-35 0-16 0,36 0 0 16,-36 0-80-16,38 0-16 0,-38 0 0 0,37 0 0 0,-37 0-144 0,34 0 0 16,-34 0 144-16,38 0-144 0,-38 0 160 0,39 1-32 15,-39-1-128-15,40 2 192 16,-40-2-64-16,39 0-128 0,-39 0 176 0,39 2-176 15,-39-2 144-15,40 0-144 0,-40 0 0 0,38 0 144 0,-38 0-144 0,39 0 192 16,-39 0-192-16,39-2 192 16,-39 2-192-16,40-3 128 0,-40 3-128 0,45-3 128 15,-45 3-128-15,45-3 0 0,-45 3 0 0,49-5 0 16,-49 5 128-16,43-3-128 0,-43 3 0 0,45-2 128 0,-45 2-128 0,40-2 0 16,-40 2 144-16,42-2-144 0,-42 2 128 0,42-1-128 15,-42 1 128-15,45-2-128 0,-45 2 0 0,48-5 144 16,-22 3-144-16,0-1 0 0,2 1 128 0,-1-3-128 0,-2 3 0 15,-1-2 0-15,-24 4 0 0,47-6 0 0,-47 6 0 0,48-4 0 16,-48 4 160-16,48-7-160 16,-48 7 128-16,53-4-128 0,-53 4 160 0,55-3-160 0,-55 3 192 0,51-3-192 15,-51 3 160-15,52 0-160 0,-52 0 128 16,53-4-128-16,-53 4 0 0,55-2 0 16,-27 1 0-16,1-3 0 0,2 1 0 0,2 0 0 15,0 1 0-15,0 1 0 0,0 0 0 0,-1-2 0 0,-3 1 0 16,0 0 0-16,0 1 0 0,-1-1 0 0,-28 2 0 0,54-4 0 0,-54 4 0 0,53-5 0 31,-53 5 0-31,50-5 0 0,-50 5 0 0,46-4 0 0,-46 4 0 0,40-6-18768 16</inkml:trace>
  <inkml:trace contextRef="#ctx0" brushRef="#br0" timeOffset="3351.47">9986 3729 23951 0,'-1'-1'2128'0,"1"-1"-1696"0,-1 2-432 0,1-1 0 16,0 1 1488-16,-1-1 224 0,0-1 32 0,-1-1 16 0,1-2 160 0,-2 1 16 15,1-1 16-15,1 0 0 0,1 3-1008 0,0-2-208 0,1 3-32 0,0-1-16 16,2 0-496-16,2 1-192 0,-1 1 176 0,2 0-176 16,1 0 192-16,-7 0-64 15,0 0-128-15,0 0 192 16,39 8-192-16,-39-8 144 0,0 0-144 0,0 0 128 15,39 18-128-15,-39-18 0 0,0 0 0 0,0 0 0 0,0 0 0 0,22 38 0 16,-23-28 0-16,-3-1 0 0,0-1 0 0,-1 1 0 16,-4 1 0-16,0 1 0 0,-2-1 0 0,-2-1 0 0,0 1 0 0,1-3 0 15,1 0 0-15,1 0 0 16,2-4 0-16,2 0 0 0,2-2 0 0,1 1 0 16,3-1 0-16,1 1 0 0,2-2 0 0,2 0 0 0,2 0 0 0,1 0 0 15,-8 0 288-15,24-5-32 16,-11 4 0-16,-1-2 0 0,2 0-128 0,1 1-128 0,1-1 192 0,1 1-192 0,-17 2 0 15,35-4 0 1,-35 4 0-16,37 0 0 0,-37 0-240 0</inkml:trace>
  <inkml:trace contextRef="#ctx0" brushRef="#br0" timeOffset="59256.35">8682 4872 16575 0,'0'0'1472'0,"-1"0"-1168"16,1 0-304-16,0 0 0 0,0 0 608 0,-1 0 64 16,0 0 16-16,-1 0 0 0,1 0 304 0,-1 0 64 0,0 0 16 0,1 0 0 15,0 0 48-15,1 0 16 16,0 2 0-16,0-2 0 0,0 2-384 0,0 0-80 16,0 1-16-16,0 2 0 0,0-3 144 0,-1 5 32 15,1-4 0-15,-2 2 0 0,0 4-176 0,-1 0-16 16,0 3-16-16,0 0 0 0,-2 3-256 0,0 1-48 0,1 0-16 0,-1 2 0 15,0 2-32-15,2-3 0 0,-2 0 0 16,2-2 0-16,0-2 0 0,3-3 0 0,-1-3 0 16,1-2 0-16,1-2-272 0,-1-2 0 15,1-1 0-15,1 0 0 0,-1-2 0 0,1-3 0 0,1-2 0 16,0-3-144-16,-1 1 144 0,1-3-128 16,0 0 128-16,0-2-128 0,-1 0 128 0,1-1 0 0,0 1 160 0,0 0-160 15,0 1 160-15,-1 0-160 0,2-1 160 0,0 0-160 16,0 2 128-16,1 0-128 0,0 0 0 0,0 0 144 0,1 3-144 0,0 2 160 15,1-1-160-15,-1 2 160 16,1 1-16-16,-1 2 0 0,1 1 0 0,-1 0 0 0,2-1 48 16,-2 3 16-16,1 0 0 0,-2 0 0 0,2 0-48 0,-2 1-16 15,-5-1 0-15,0 0 0 0,0 0-144 0,0 0 0 16,0 0 0-16,0 0 128 0,35 26-128 0,-32-22 0 16,-3-4 0-16,0 0 0 0,0 0 0 0,0 0 128 15,0 0-128-15,0 0 0 0,27 40 128 0,-27-40-128 0,0 0 128 0,0 0-128 16,10 41 144-16,-10-41-144 15,0 30 160-15,0-13-160 0,-1 2 128 16,-1 1-128-16,1-2 0 0,-2 1 0 0,2-3 0 0,0-2 0 16,1-14 0-16,0 0-18112 15</inkml:trace>
  <inkml:trace contextRef="#ctx0" brushRef="#br0" timeOffset="62565.77">11065 4398 3679 0,'0'-1'320'0,"0"1"-320"16,0 0 0-16,1 0 0 0,-1 0 912 0,0 0 112 0,1-2 32 0,-1 2 0 15,1-2 704-15,0 1 144 16,0 1 16-16,0 0 16 0,0-2 272 0,1 2 48 15,0 0 16-15,1-1 0 0,0 1-400 0,-1-1-80 0,3 1 0 0,0-2-16 0,0 2-544 0,-5 0-96 16,0 0-32-16,0 0 0 0,29-3-528 0,-29 3-96 31,0 0-32-31,30 0 0 0,-30 0-256 0,0 0-64 0,35 3-128 0,-35-3 192 16,0 0-192-16,0 0 0 0,43 9 0 0,-43-9 0 16,0 0 0-16,0 0 0 0,39 5 0 0,-39-5-160 0,0 0-160 15,0 0-48-15,0 0 0 0,0 0-9712 16,0 0-1952-16</inkml:trace>
  <inkml:trace contextRef="#ctx0" brushRef="#br0" timeOffset="62801.38">11106 4556 7359 0,'-2'2'656'0,"0"-2"-528"16,1 0-128-16,1 0 0 0,0 1 1248 0,0-1 224 15,-1 2 32-15,0-2 16 0,1 2 896 0,1-2 176 0,2 0 32 0,2-2 16 16,0 0-1040-16,3 1-224 16,1-2-32-16,2 2-16 0,-11 1-608 0,24-5-112 15,-24 5-32-15,0 0 0 0,42 0-352 0,-42 0-80 16,0 0-16-16,41 5 0 0,-41-5-352 0,0 0-80 16,41 9-16-16,-41-9 0 0,0 0-1808 15,43 5-368-15</inkml:trace>
  <inkml:trace contextRef="#ctx0" brushRef="#br0" timeOffset="63271.37">12216 3999 14735 0,'5'-2'1312'0,"-1"1"-1056"0,-1-1-256 0,0 2 0 16,-1 0 1072-16,2 0 144 16,4-2 48-16,-8 2 0 0,30-5-16 0,-10 3 0 0,-20 2 0 0,42-3 0 15,-42 3-224-15,41 0-32 0,-41 0-16 0,40 3 0 16,-40-3-592-16,38 5-128 15,-38-5-32-15,35 2 0 0,-35-2-224 0,31-2 0 16,-31 2 0-16,21-5 0 0,-12 2 0 0,-5 0 0 16,0 2 0-16,-3 1 0 15,-2-2-1136-15,-3 1-112 0,-1 2-32 0,-5 1-6224 0,0-1-1264 16</inkml:trace>
  <inkml:trace contextRef="#ctx0" brushRef="#br0" timeOffset="63687.63">12291 4051 1839 0,'-5'1'160'0,"2"1"-160"0,2-2 0 0,0 0 0 0,1 0 1584 0,-1 0 272 15,-1 2 64-15,-2-2 16 16,1 0 704-16,-3 2 144 0,2 0 32 0,2-1 0 0,1 1-128 0,0 0 0 16,2 1-16-16,0-1 0 0,1 0-1072 0,1 3-192 15,0-2-64-15,0-1 0 0,-3-2-640 0,0 0-128 16,0 0-16-16,0 0-16 0,0 0-256 0,36 26-48 16,-36-26-16-16,0 0 0 0,0 0-32 0,0 0 0 15,40 19 0-15,-40-19 0 0,0 0-192 0,0 0 0 16,35 14 128-16,-35-14-128 0,0 0 0 0,0 0 0 15,0 0 0-15,0 0 0 0,0 0 0 0,0 0 0 16,25 33 0-16,-27-28 0 0,0 0-128 0,-2 2 128 16,-3 0-192-16,-2 3 192 0,0-1-928 15,-2 0-80-15,1 1-16 0,-1 0 0 16,0-1-16-16,-2 1-16 0,-2 1 0 0,1 0 0 0,0 0-272 0,1-4-48 16,3 1-16-16,0-2 0 0,3-1 1072 0,0-3 320 15,1 3-176-15,1-3 176 0,1-2 304 0,1 0 144 16,2 0 16-16,1-2 16 0,2-1 416 0,1 1 64 0,3 0 32 15,0-3 0-15,3 1-96 0,0 1-32 0,2-2 0 0,0 0 0 16,1 2 16-16,1 0 0 0,1 0 0 0,1 0 0 16,1 0-448-16,-16 3-96 15,35-3-16-15,-35 3 0 0,40-3-80 0,-40 3-32 0,42-2 0 0,-42 2 0 16,42-3-208-16,-42 3 144 0,44-4-144 0,-44 4 128 16,41-5-384-16,-41 5-96 0,36-6-16 0,-21 1-10512 0,0-1-2112 0</inkml:trace>
  <inkml:trace contextRef="#ctx0" brushRef="#br0" timeOffset="63983.62">12924 3952 12895 0,'-1'0'576'0,"0"-2"112"0,0 1-560 0,-1 1-128 15,1-2 0-15,0 2 0 0,0 0 2016 0,-1-2 368 16,-1 1 80-16,0-1 16 0,-2 2-640 0,0 0-128 16,1 0-32-16,-1 3 0 0,1 2-832 0,-1 1-160 15,1 2-48-15,0 1 0 0,-1 3-96 0,5-12-32 16,-7 26 0-16,7-26 0 0,-6 32 208 0,6-32 48 0,-3 35 0 0,3-35 0 16,-1 35-144-16,1-35-32 0,-1 35 0 0,1-35 0 15,3 34-352-15,-3-34-80 0,0 0-16 0,15 42 0 16,-15-42-144-16,0 0 0 15,34 28 0-15,-34-28 0 0,0 0-1088 16,46 10-80-16,-46-10-32 0,33-1-14160 0</inkml:trace>
  <inkml:trace contextRef="#ctx0" brushRef="#br0" timeOffset="64227.51">13185 3955 17503 0,'-2'4'768'0,"0"1"176"0,2-5-752 0,0 0-192 0,0 0 0 0,0 0 0 0,0 0 1408 0,0 0 256 16,0 0 64-16,8 38 0 15,-8-38 256-15,0 0 64 0,15 35 16 0,-15-35 0 16,0 0-448-16,24 32-80 0,-24-32-32 0,0 0 0 16,29 32-560-16,-29-32-112 0,0 0-32 0,34 33 0 15,-34-33-448-15,0 0-96 0,29 26 0 0,-29-26-16 0,0 0-240 0,0 0 0 16,34 34 0-16,-34-34 0 15,0 0-192-15,0 0-64 0,0 0-32 0,34 28 0 16,-34-28-1408-16,0 0-288 0,0 0-48 0,0 0-13376 16</inkml:trace>
  <inkml:trace contextRef="#ctx0" brushRef="#br0" timeOffset="64402.13">13395 4058 13823 0,'-4'-4'608'0,"2"1"128"0,0 1-592 0,0 0-144 16,1 4 0-16,1-2 0 0,-2 2 1920 0,-1 1 368 15,-1 0 64-15,-1 1 16 0,-2 3-208 0,-1 0-48 0,-2 2 0 0,0 2 0 16,-1 1-320-16,-2-1-80 16,0 3-16-16,0-4 0 0,1 1-736 0,-1-2-128 0,0 1-48 0,0 0 0 15,0-3-480-15,1 1-112 0,2-2 0 0,0-1-17664 16</inkml:trace>
  <inkml:trace contextRef="#ctx0" brushRef="#br0" timeOffset="64783.13">13547 4070 1839 0,'-3'5'160'0,"1"-3"-160"15,0 1 0-15,2-1 0 0,0-2 3712 0,1 0 720 16,0 2 144-16,1-2 32 0,-2 0-2032 0,0 0-400 0,0 0-64 0,0 0-32 15,34 10-976-15,-34-10-192 0,28-2-32 0,-28 2-16 16,33-5-368-16,-15 2-80 0,1-1-16 16,-2 1 0-16,0-2-400 0,-2 2 128 15,-1 0-128-15,-2 0 0 16,-12 3-288-16,0 0-144 0,29-3-16 0,-29 3-8336 16,0 0-1664-16</inkml:trace>
  <inkml:trace contextRef="#ctx0" brushRef="#br0" timeOffset="65160.33">14048 3999 21183 0,'0'-5'944'0,"0"1"192"15,1 1-912-15,0 1-224 0,-1 2 0 0,1 0 0 0,0-2 1088 0,1 1 192 0,2-1 16 0,0 0 16 16,2-1-240 0,-6 3-48-16,15-4-16 0,-15 4 0 0,0 0 16 0,26-1 16 15,-26 1 0-15,0 0 0 0,31 3-272 0,-31-3-64 16,0 0-16-16,36 2 0 0,-36-2-336 0,0 0-64 16,36 0-16-16,-36 0 0 0,21-4-272 0,-21 4 128 15,0 0-128-15,30-3 0 0,-30 3 272 0,0 0-48 16,0 0-16-16,0 0 0 0,38 17-48 0,-38-17-16 15,0 0 0-15,0 0 0 0,22 40 64 0,-22-40 16 16,0 0 0-16,16 45 0 0,-16-45-96 0,13 33 0 16,-13-33-128-16,0 0 192 0,25 43-192 0,-25-43 0 0,0 0 128 0,29 34-128 31,-29-34-544-31,0 0-160 0,31 21-16 0,-31-21-16 16,0 0-2240-16,0 0-448 0</inkml:trace>
  <inkml:trace contextRef="#ctx0" brushRef="#br0" timeOffset="65333.07">14411 3992 12895 0,'-9'8'576'0,"1"-2"112"0,0 1-560 0,2-1-128 0,1-3 0 0,1 0 0 0,-1 2 2128 0,-4 4 400 16,-6 3 80-16,-3 5 16 0,-3 1 480 0,-3 3 96 15,3-1 32-15,2-1 0 0,3-5-1616 0,1-2-320 16,3 0-64-16,3-5-12032 15,-1 0-2400-15</inkml:trace>
  <inkml:trace contextRef="#ctx0" brushRef="#br0" timeOffset="65808.95">14148 3850 21183 0,'-2'0'1888'0,"0"0"-1504"16,1 2-384-16,0-2 0 15,1 0 1680-15,-1-2 272 0,0 2 48 0,-1 0 16 0,1 0-256 0,1-2-48 0,0 1-16 0,1-1 0 16,2-1-784 0,3 1-144-16,1 0-48 0,2 0 0 15,-9 2-128-15,24-5-16 0,-10 2-16 0,-14 3 0 0,36-4-288 0,-36 4-48 16,40-3-16-16,-40 3 0 0,39-2-208 0,-39 2 0 16,38-3 0-16,-38 3 0 0,34-2-208 0,-34 2-144 15,32 0-32-15,-32 0-16992 16</inkml:trace>
  <inkml:trace contextRef="#ctx0" brushRef="#br0" timeOffset="66202.5">14757 3822 11967 0,'2'0'1072'0,"0"0"-864"0,0 0-208 15,-2 0 0 1,1 2 1920-16,1-2 320 0,1 2 80 0,-3-2 16 0,0 0 688 15,0 0 144-15,0 0 32 0,40 24 0 16,-40-24-1472-16,0 0-304 0,29 27-48 0,-29-27-16 16,0 0-624-16,27 39-128 0,-27-39-32 0,0 0 0 0,21 48-128 0,-21-48-48 15,0 0 0-15,9 45 0 0,-9-45-208 0,0 0-64 16,-3 40 0-16,3-40 0 0,-9 24-128 0,2-12 0 16,-2 2 0-16,0-2 128 0,2-1-128 0,-4 1 0 0,0 0 0 0,-2-2 0 15,0 1 0-15,1-1-304 0,1-3 48 0,1-2-17712 31</inkml:trace>
  <inkml:trace contextRef="#ctx0" brushRef="#br0" timeOffset="66608.59">15003 3634 3679 0,'1'-2'320'0,"0"-1"-320"16,0 3 0-16,0-2 0 16,1 2 1440-16,-1 0 224 0,2-3 32 0,2 1 16 0,1-3 832 0,2 0 160 0,0 2 48 0,0 0 0 15,1 0-320-15,-9 3-64 16,0 0-16-16,27-3 0 0,-27 3-688 0,0 0-144 16,0 0-32-16,38 8 0 15,-38-8-464-15,0 0-80 0,0 0-32 0,0 0 0 16,37 24-544-16,-37-24-112 0,0 0-32 0,0 0 0 15,0 0-224-15,0 0 0 0,5 36 128 0,-9-28-128 16,0 0 0-16,-2-1 144 0,0 0-144 0,-1-3 128 0,1 2-128 0,-1 0 0 16,-1-1 144-16,0 1-144 0,-1-2 0 15,4 1 0-15,0-1 0 0,2-2 0 16,1 1 0-16,1-1 0 0,3-1 0 0,0 1 0 0,-2-2 0 16,0 0 128-16,0 0-128 0,28 2 0 0,-28-2 256 0,24-1-32 15,-24 1 0-15,29-1 0 0,-29 1-32 0,29-2 0 16,-29 2 0-16,33-3 0 0,-33 3-192 0,29-5 0 15,-29 5 0-15,26-1 0 16,-26 1-448-16,0 0-128 0,0 0-16 0,32 4-10832 16,-32-4-2160-16</inkml:trace>
  <inkml:trace contextRef="#ctx0" brushRef="#br0" timeOffset="67405.31">12195 4561 11967 0,'-2'0'1072'0,"-1"0"-864"0,2 2-208 0,0-2 0 15,0 0 448-15,0 0 64 16,-1 1 0-16,-1 1 0 0,-2-2 400 0,-1 2 96 0,2-2 16 0,0 0 0 0,1 0-16 0,1 2 0 16,1-2 0-1,1 0 0-15,0 0 368 0,1 0 80 0,0 1 16 0,3-1 0 16,0 0-32-16,0 0 0 0,2 0 0 0,-6 0 0 15,0 0-288-15,0 0-64 0,38 0-16 0,-38 0 0 16,30 0-224-16,-30 0-32 0,36-1-16 0,-36 1 0 16,42 0-288-16,-42 0-64 0,46 0-16 0,-46 0 0 0,56-2-176 0,-25 2-48 15,3 0 0-15,0 0 0 16,0 0-80-16,0-2 0 0,1 0-128 0,0 1 192 0,0 1-64 16,1-2-128-16,-3 2 176 0,3-2-176 0,2 1 160 0,2-1-160 0,0 2 128 0,-3-2-128 15,-5 2 128 1,4-2-128-16,3 0 0 0,2 1 128 15,3 1-128-15,1-2 0 0,1 2 0 0,-1 0 0 0,-2-1 0 0,0 1 0 0,0-2 0 0,1 2 0 16,1-1 128-16,0 0-128 16,-1-1 0-16,0 0 128 0,-3 1-128 0,1-3 0 15,2 1 0-15,0 1 0 0,-1-1 0 0,0 1 128 0,1-1-128 0,1 3 0 32,1 0 0-32,-1-2 128 0,-6 1-128 0,1 0 0 0,4 1 0 0,1 0 0 15,-1 2 0-15,0 1 0 0,-3 1 0 0,2-1 0 16,2-1 128-16,2 0-128 0,0 1 0 0,1 0 0 15,1 1 0-15,-1-2 128 0,-7 0-128 0,3 1 0 16,3 0 0-16,3-3 0 0,-3 2 0 0,0-2 0 16,0 1 128-16,-1-1-128 0,-2 0 0 0,-3-1 0 15,-2 1 0-15,-6 0 0 0,-6-2 0 0,0 0-176 16,-27 2 176-16,46-1-18912 0</inkml:trace>
  <inkml:trace contextRef="#ctx0" brushRef="#br0" timeOffset="68201.78">13531 4823 11967 0,'0'-3'1072'0,"0"2"-864"0,0-1-208 0,0 2 0 0,0 0 1792 0,0 0 304 15,0-2 64-15,-1 1 16 16,1-2 432-16,0 2 80 0,-1-1 32 0,0 0 0 16,1 1-928-16,-1 2-192 0,0 1-48 0,-1 2 0 15,1 1-800-15,-1 2-176 0,0 0-16 0,0 2-16 16,-2 4-352-16,2 3-192 0,-2 1 192 0,0-2-192 15,0 3 0-15,1 1 0 0,-2 2 0 0,0 1 0 16,1 0 0-16,0-4 0 0,4-18 0 0,-4 32 0 16,4-32 0-16,0 0 0 0,-1 23 0 0,1-21 0 0,0-1 0 15,1-2 0-15,1-3 0 0,0-2 0 0,1-3 0 0,1-1 0 16,0-4 0-16,2-2 0 16,-2 0 0-16,2 1-192 0,0-2 48 0,-2 1 16 0,1 1 128 0,0-1 0 15,1-1 0-15,0-2-128 0,0 3 128 16,1-1 0-16,-1 2 128 0,0 1-128 0,1 2 320 0,1 3-16 15,1 2 0-15,0 2 0 0,1-2 112 0,-10 7 32 16,22-4 0-16,-22 4 0 0,0 0-80 0,36 6-16 16,-36-6 0-16,0 0 0 0,0 0-192 0,41 29-32 0,-41-29-128 0,0 0 192 15,25 40-192-15,-25-40 0 16,12 33 0-16,-12-33 0 0,9 36 0 0,-9-36 128 16,7 33-128-16,-7-33 0 0,0 0 0 0,5 43 0 15,-5-43 128-15,0 0-128 0,1 36 0 0,-1-36 0 0,0 0 0 16,-1 23-12272-1,1-23-2528-15</inkml:trace>
  <inkml:trace contextRef="#ctx0" brushRef="#br0" timeOffset="97548.28">16026 4409 6447 0,'-1'-2'576'0,"0"-1"-576"0,0 1 0 0,0 2 0 16,0-1 928-16,0 1 80 16,0-1 16-16,0 1 0 0,-1-2 768 0,-1-1 176 0,0-2 16 0,0 3 16 15,0-3 48-15,2 0 16 0,1 1 0 0,-1-1 0 16,2 2-48-16,-1 0-16 0,2 0 0 0,1 1 0 15,1 1-544-15,0 1-112 0,2 1-32 0,-6-1 0 16,0 0-672-16,0 0-144 0,0 0-32 0,44 13 0 16,-44-13-336-16,0 0-128 0,42 8 0 0,-42-8 144 15,37 5-144-15,-37-5 0 0,43 4 0 0,-43-4 0 0,42 4 0 0,-42-4 0 16,37 3 0-16,-37-3 0 16,30 0-384-16,-30 0-64 0,24-3-16 0,-16 0-10672 15,-2 2-2112-15</inkml:trace>
  <inkml:trace contextRef="#ctx0" brushRef="#br0" timeOffset="97797.88">16061 4546 16575 0,'-3'0'736'0,"1"0"160"0,1 1-720 0,0-1-176 0,1 0 0 0,0 0 0 15,0 0 2048-15,0 0 368 0,1 0 80 16,0 0 0-16,1-1 32 0,1 1 0 0,0-2 0 0,1 2 0 15,2-1-1216-15,0 1-240 0,2-1-48 0,2 1-16 16,-10 0-432-16,24-2-96 16,-24 2-16-16,32 2 0 0,-32-2-240 0,32 1-48 0,-32-1-16 0,36 1 0 15,-36-1-160-15,32 0 0 16,-32 0 0-16,35 0 0 0,-35 0-528 0,38-2-96 0,-18-2-16 0,0 1-16736 16</inkml:trace>
  <inkml:trace contextRef="#ctx0" brushRef="#br0" timeOffset="98091.33">16938 4031 16575 0,'-1'-3'1472'0,"1"1"-1168"15,0 1-304-15,1 1 0 0,0 0 1456 0,0-2 224 16,1 1 48-16,2-1 16 0,0-2-160 0,4-3-48 16,2 3 0-16,1-2 0 0,4 1-96 0,0 3-32 15,3-2 0-15,1 1 0 0,-19 3-432 0,40-5-80 0,-19 3-32 0,1 0 0 16,1 1-528-16,-23 1-96 16,39-2-32-16,-23 0 0 0,-16 2-208 0,30-3 0 15,-16 2 0-15,-1-2 0 0,-2 1 0 0,-3-1-160 16,1 0 160-16,-4 1-192 15,0 0-1088-15,-3-1-208 0,-1-1-48 0,-2 1-13328 0</inkml:trace>
  <inkml:trace contextRef="#ctx0" brushRef="#br0" timeOffset="98505.04">17034 4046 9215 0,'-4'-2'400'0,"2"2"96"0,1-1-496 0,0 0 0 0,2 1 0 0,0-2 0 0,0 1 2176 0,1 1 320 16,2-2 80-16,1-1 16 0,2 0 672 0,0 2 144 15,1-1 32-15,-8 2 0 0,15-2-1472 0,-7 2-304 16,-8 0-48-16,0 0-16 0,0 0-1120 0,0 0-224 16,33 16-64-16,-33-16 0 0,0 0-192 0,0 0 0 15,0 0 0-15,32 26 0 16,-32-26 0-16,0 0 0 0,0 0 0 0,0 0 0 16,0 0 0-16,28 30 0 0,-28-30 0 0,0 0 0 0,0 0 0 15,0 0 0-15,0 0 0 0,0 0 0 16,0 36 0-16,-4-29-192 0,-1-2 192 0,-1 2-160 0,-2 2-160 15,-1-1-48-15,-1 1 0 0,0 0 0 16,-2 1-304-16,1 2-64 0,-1-4-16 0,1 0 0 16,1 1 48-16,0-1 0 0,1-2 0 0,2 0 0 0,1 0 464 0,1-2 112 0,0 1 128 0,2-1-208 15,2-1 208-15,1-1 0 0,1 0 0 0,3-1 0 16,2-1 0-16,-6 0 0 16,15-1 176-16,-15 1-48 0,20-4 608 0,-8 1 128 0,2 3 32 0,1-4 0 15,-2 1-112-15,2 1-16 0,0-1 0 0,1 1 0 0,2 0-176 0,-1-3-32 16,2 2-16-16,-1-1 0 0,-1 1-288 0,0 1-48 15,0-3-16-15,-3 3 0 0,0-1-192 16,0-1 0-16,-1 1 0 0,-1-1 0 16,-1 1-1168-16,0-1-128 0</inkml:trace>
  <inkml:trace contextRef="#ctx0" brushRef="#br0" timeOffset="98769.12">17474 3921 14735 0,'0'-3'640'0,"0"1"160"0,0 2-640 0,0 0-160 0,1 0 0 0,0 0 0 16,0 2 2192-16,1-1 416 0,-2-1 80 0,0 0 0 16,0 0-16-16,0 0-16 0,0 0 0 0,37 35 0 15,-37-35-1280-15,0 0-256 0,34 26-48 0,-34-26-16 16,0 0-576-16,42 31-112 0,-42-31-32 0,0 0 0 15,44 31-80-15,-44-31-32 0,0 0 0 0,45 27 0 16,-45-27-96-16,0 0 0 0,42 23-128 0,-42-23 192 16,0 0-192-16,33 14 0 0,-33-14 0 0,0 0 0 15,0 0-704-15,0 0-144 0,31 7-32 0,-28-7-16112 16</inkml:trace>
  <inkml:trace contextRef="#ctx0" brushRef="#br0" timeOffset="98948.2">17753 3894 11967 0,'-2'1'528'0,"-1"1"112"0,1 3-512 0,-1-3-128 16,1 1 0-16,0 1 0 0,-1 1 1920 0,-3 5 368 0,-1 1 64 15,-4 7 16-15,-3 3 400 0,-1 2 96 0,0-3 16 0,0 0 0 16,1-1-1088-16,1-2-224 16,1 0-32-16,1-1-16 0,1-3-928 0,3-1-176 0,1-4-32 0,2-1-16 31,2-1-976-31,-1-2-192 0,2-2-32 0,1 0-15072 0</inkml:trace>
  <inkml:trace contextRef="#ctx0" brushRef="#br0" timeOffset="99325.82">17798 3639 8287 0,'6'-4'368'0,"-3"1"80"0,1 1-448 0,-1 1 0 0,-1 1 0 0,-1 0 0 0,2 0 1968 0,2 1 304 16,-5-1 64-16,0 0 16 0,30 6 288 0,-30-6 64 15,0 0 16-15,36 11 0 0,-36-11-1072 0,0 0-224 16,32 8-32-16,-32-8-16 0,0 0-656 0,0 0-128 0,33 9-16 16,-28-9-16-16,1 3-112 0,-3-3 0 15,1 1-16-15,-2 1 0 0,-1 0-48 0,-3-1 0 16,0 2 0-16,-2 0 0 0,-3 2-256 0,0 0-128 15,-3 2 128-15,1 0-128 0,-1 0 0 0,1 0-224 16,-2 2 32-16,2 1 0 0,1-3-80 0,2 0-16 16,2-2 0-16,1 2 0 0,3-7 288 0,0 0-128 0,0 0 128 15,0 0 0-15,0 0 0 0,0 0 0 0,34 14 0 0,-23-14 0 16,2 0 352-16,1-2-32 0,-1 2 0 0,0-2 0 16,1 2-320-16,-14 0 128 0,25 3-128 0,-25-3 0 15,0 0-176-15,0 0-96 0,0 0-32 0,32 23-15520 16</inkml:trace>
  <inkml:trace contextRef="#ctx0" brushRef="#br0" timeOffset="99764.93">16970 4454 8287 0,'1'-1'736'0,"0"0"-592"0,0 1-144 0,0-2 0 0,-1 2 1008 0,0 0 160 0,1 2 48 0,1-2 0 16,1 1 1072-16,-3-1 208 16,0 0 64-16,0 0 0 0,0 0-896 0,40 8-160 15,-40-8-32-15,30 3-16 0,-30-3-144 0,35-2-32 0,-15 1 0 0,1-1 0 16,0-1-400-16,0 0-96 0,2 0-16 0,2 0 0 16,4 1-16-16,3-1-16 0,-1 1 0 0,5 2 0 15,3-2-336-15,3-1-64 0,1-1-16 0,0 1 0 0,1-1-320 0,-3 1 0 16,-6 0 0-16,1 1 128 0,2 0-128 15,-1 0 0-15,0 2 0 0,-4-2 0 0,-4 1-128 16,-5 1 0-16,-24 0 0 0,36 0 0 16,-36 0-656-16,0 0-128 0,0 0-32 0,33 13-9696 15,-33-13-1952-15</inkml:trace>
  <inkml:trace contextRef="#ctx0" brushRef="#br0" timeOffset="100327.56">17361 4712 4607 0,'-3'3'192'0,"2"-2"64"0,-1 3-256 0,1-4 0 16,0 1 0-16,0 0 0 0,1 1 2224 0,-2 1 400 16,0 2 64-16,2-5 32 0,-4 16 384 0,4-16 80 15,-5 22 16-15,5-22 0 0,-5 24-1392 0,5-24-272 16,-4 28-48-16,1-12-16 0,-1-1-432 0,0 1-80 16,2-2-32-16,-1 1 0 0,0-3-320 0,0-1-64 15,3-11-16-15,-4 21 0 0,3-15-400 0,0 0-128 0,0-1 0 0,0 0 0 16,1-5 0-16,0 2 0 0,0-2 0 0,1-2 0 31,0 0-848-31,1-1-80 0,-1-4-16 0,0 2 0 0,2-2-432 16,-1 0-96-16,0-1 0 0,1-1-16 15,-1-3 688-15,-1 1 144 0,2-3 16 0,-2-1 16 0,1 0 976 0,1 0 192 0,0-2 32 0,0 1 16 16,2 3 768-16,0-1 160 0,2 2 16 0,0 1 16 0,3 2-320 16,-1 1-64-16,0 1-16 0,1 2 0 15,1-1-496-15,-11 6-96 0,21-7-32 0,-21 7 0 0,20-3-144 16,-20 3-48-16,0 0 0 0,0 0 0 0,35 3-336 15,-35-3 128-15,0 0-128 0,0 0 0 0,0 0 0 0,35 23 0 16,-35-23 0-16,0 0 0 16,0 0 0-16,0 0 0 0,25 38 0 0,-25-38 128 0,0 0-128 0,0 0 0 15,11 42 0-15,-11-42 128 0,0 0-128 0,3 40 128 16,-3-40-128-16,0 26 128 0,0-26-128 0,0 0 0 16,2 29 0-16,-2-29 0 0,0 0 0 0,3 36 0 0,-3-36 0 15,0 0-128 1,0 0-1120-16,0 0-224 0</inkml:trace>
  <inkml:trace contextRef="#ctx0" brushRef="#br0" timeOffset="101029.25">18926 4286 19343 0,'0'-5'848'0,"1"3"192"0,1 0-832 0,-2 1-208 0,1 1 0 0,0 0 0 16,0 0 1392-16,-1 0 224 0,0 0 48 0,0 0 16 15,0 0 448-15,31 8 96 0,-31-8 16 0,0 0 0 16,34 24-704-16,-34-24-144 0,29 26-32 0,-29-26 0 15,35 28-592-15,-35-28-128 0,38 28-32 0,-38-28 0 0,40 31-352 16,-40-31-64-16,40 26 0 0,-40-26-16 0,41 27-176 16,-41-27 0-16,36 23 0 0,-36-23 0 0,30 14 0 15,-30-14 0-15,0 0 0 0,0 0 0 16,37 12-1216-16,-37-12-112 0,0 0-16 0,5-3-15536 16</inkml:trace>
  <inkml:trace contextRef="#ctx0" brushRef="#br0" timeOffset="101214.98">19262 4246 11967 0,'-1'0'528'0,"1"0"112"0,-1 2-512 0,0 0-128 0,-1 1 0 15,-1 2 0-15,-2-1 2176 0,-1 6 384 16,-3 4 96-16,-6 5 16 0,-3 4 16 0,-2 3 16 0,-2 1 0 0,-2 1 0 16,0-2-912-16,-1 0-192 0,1 1-48 0,0-4 0 15,4-4-592-15,-1-3-112 0,3 1-16 0,-1-2-16 16,3-5-816-16,2-2 0 0,1 2-224 0,2-6-17344 15</inkml:trace>
  <inkml:trace contextRef="#ctx0" brushRef="#br0" timeOffset="101482.88">18895 4127 17967 0,'1'-2'384'0,"0"1"96"0,1-1 16 0,1 1 16 0,1 0-512 0,-1 1 0 0,2-2 0 0,3-1 0 0,5-2 2304 0,5 1 352 16,4-4 80-16,5 0 16 0,2 0-784 0,1 1-160 15,1 1-16-15,0 0-16 0,0 1-816 0,-1 1-176 16,-1 1-16-16,-1 1-16 0,-2-1-752 0,-3 1 0 15,-1 2 0-15,-2-2-16400 0</inkml:trace>
  <inkml:trace contextRef="#ctx1" brushRef="#br0">11684 14272 0,'0'0'0</inkml:trace>
  <inkml:trace contextRef="#ctx0" brushRef="#br0" timeOffset="113184.02">6760 5976 5519 0,'0'-2'496'0,"1"0"-496"0,1-1 0 0,-1 3 0 15,0 0 1648-15,1 0 224 0,1 0 48 0,2 0 16 16,-5 0-208-16,0 0-32 0,0 0-16 15,45 3 0-15,-45-3-16 0,0 0-16 0,47 7 0 0,-47-7 0 16,0 0-608-16,49 7-112 0,-49-7-32 16,0 0 0-16,46 4-16 0,-46-4-16 15,0 0 0-15,38 0 0 0,-38 0-288 0,0 0-64 0,39-4-16 16,-39 4 0-16,24-9-240 0,-24 9-32 0,22-10-16 16,-12 5 0-1,-1-2-592-15,-2 2-112 0,0 1-16 0,-2 1-13792 0</inkml:trace>
  <inkml:trace contextRef="#ctx0" brushRef="#br0" timeOffset="113409.65">6804 6153 13823 0,'-7'0'608'0,"3"0"128"0,2 0-592 0,0 0-144 15,0 0 0-15,2 0 0 0,-1 0 2400 0,1 0 448 0,0 0 96 0,1-1 0 16,1 1-320-16,1 0-64 0,3-2 0 0,-6 2-16 15,0 0-1344-15,0 0-272 16,41-7-48-16,-41 7-16 0,32-2-432 0,-32 2-96 0,38-1-16 0,-38 1 0 16,40 0-320-16,-40 0 144 15,43-2-144-15,-43 2 0 0,45 0 0 0,-45 0 0 16,45 0 0-16,-45 0-11200 0,40-5-2304 0</inkml:trace>
  <inkml:trace contextRef="#ctx0" brushRef="#br0" timeOffset="126879.14">4075 6199 15663 0,'4'1'1392'0,"-1"1"-1120"0,0 0-272 0,-1 0 0 16,1-1 1296-16,1 3 208 15,-4-4 32-15,0 0 16 0,0 0 416 0,48 35 80 16,-48-35 0-16,0 0 16 0,0 0-1248 0,42 32-256 0,-42-32-48 0,0 0-16 16,0 0-1152-16,0 0-240 0</inkml:trace>
  <inkml:trace contextRef="#ctx0" brushRef="#br0" timeOffset="127041.04">4508 6154 13823 0,'4'2'1216'16,"0"-1"-960"-16,-2 1-256 0,0 0 0 16,0-2 1264-16,2 3 208 0,-4-3 32 0,0 0 16 0,0 0-368 0,0 0-64 15,35 38 0-15,-35-38-16 16,0 0-1424-16,0 0-288 0,0 0-48 0,0 0-16 0</inkml:trace>
  <inkml:trace contextRef="#ctx0" brushRef="#br0" timeOffset="127223.34">4225 5658 25791 0,'-4'-6'1152'0,"2"3"224"0,1 1-1104 0,2 2-272 16,0 0 0-16,0 2 0 0,1 1 1280 0,0-1 192 0,-2-2 32 15,0 0 16-15,0 0-672 0,32 33-128 16,-32-33-16-16,0 0-16 15,37 35-1696-15,-37-35-336 0,0 0-64 0,42 34 0 0</inkml:trace>
  <inkml:trace contextRef="#ctx0" brushRef="#br0" timeOffset="127717.74">5042 5766 14735 0,'-1'-1'1312'0,"0"-1"-1056"15,1 0-256-15,0 1 0 0,1 1 1440 0,0-2 224 0,0 1 64 0,1-2 0 16,1-2 304-16,2 0 64 0,-1 0 16 0,3 1 0 16,0 1-752-16,2 1-144 15,2 2-16-15,-11 0-16 0,0 0-624 0,40 5-128 16,-40-5-32-16,0 0 0 0,48 14-400 0,-48-14 0 0,0 0 0 0,47 16 0 31,-47-16-624-31,0 0-144 0,44 4-48 0,-31-5 0 16,0 1-2016-16,-2-2-416 0</inkml:trace>
  <inkml:trace contextRef="#ctx0" brushRef="#br0" timeOffset="128297.14">5095 5803 911 0,'-4'-5'0'0,"1"1"0"16,2 0 0-16,0 3 0 0,1-1 2448 0,0 1 416 15,1 1 80-15,-1-2 0 0,1 1 672 0,0-2 128 16,0 1 32-16,0 1 0 15,0-1-1264-15,1 2-240 0,0 0-48 0,0 2-16 0,0 1-1392 16,0-1-288-16,0 0-48 0,1 3-16 0,0-2-176 0,1 1-32 16,-1-2-16-16,2 1 0 0,0-1 96 0,-1 1 32 0,2-1 0 0,0 0 0 15,0-1 128-15,0 1 16 16,1 0 16-16,-1 1 0 16,2-1-256-16,-8-2-48 0,0 0-16 0,0 0 0 15,0 0-208-15,0 0 128 0,0 0-128 0,40 26 0 0,-37-23 0 0,-1 1 0 16,1-1 0-16,-2 0 0 0,0 0 0 0,0-2 0 15,-1 1 0-15,-1 0 0 0,0-1 0 0,0 1 0 16,-1-2 0-16,1 1 0 0,0 0 0 0,0-1 0 16,-1 2 0-16,-1-1 0 0,1 1 0 0,-1 0 0 15,1-1 0-15,1 1 0 0,-1 0 0 0,1 0 0 0,0 0 0 0,0-2 0 16,0 1 0-16,0 1 0 0,0-2 0 0,1 0 0 16,-1 1 0-16,1-1 0 0,0 0 0 15,-1 0 0-15,1 0 0 0,0 0 0 0,-1-1 0 0,1 1 0 16,-1 0 0-16,1-2 0 0,0 2 0 15,0-1 0-15,0 1 0 0,0 0 0 0,0 0 0 0,0 0 0 16,-1-2 0-16,1 2 0 0,0-1 0 0,0 0 0 16,0 1 0-16,0 0 0 0,0-2 0 0,0 2 0 15,0-2 0-15,1 1 0 0,-1-1 0 0,0 0 0 16,0 1 0-16,0-2 0 0,0 2 0 0,1-1 0 0,-1 1 0 16,1 1 0-16,0-2 0 0,0 0 0 15,0 1 0-15,0 1 0 0,1-2 0 0,-2 2 0 16,1-1 0-16,0 1 0 0,-1 0 0 0,0 0 0 0,1 0 0 0,-1 0 0 15,-1 0 0-15,1 0 0 0,-1 1 0 0,1-1 0 16,-1 0 0-16,0 2 0 0,0-2 0 0,0 3-128 16,0-3 128-16,0 0 0 0,0 2 0 0,0-2-160 15,0 1 160-15,0 1-128 16,0-2-544-16,0 1-96 0,0-1-32 0,1 0 0 16,0 0-736-16,0-1-160 0,0 1-32 0,2-3-12720 15</inkml:trace>
  <inkml:trace contextRef="#ctx0" brushRef="#br0" timeOffset="128771.51">5154 5739 1839 0,'-8'-2'160'0,"3"2"-160"0,0-2 0 0,0 1 0 0,3 1 992 0,0 0 160 16,0-2 48-16,-2 2 0 0,-1-2 912 0,-3-2 176 15,1 1 32-15,-1 0 16 16,1 1 80-16,2 0 16 0,1 0 0 0,0 1 0 16,2 1-512-16,0 0-112 0,1 3-16 0,0-1 0 15,1 0-800-15,0 3-160 0,2 0-48 0,0-1 0 0,2 2-528 0,0-2-96 16,-4-4-32-16,0 0 0 0,0 0 64 0,0 0 0 16,45 12 0-16,-31-14 0 0,2-1 416 0,0-2 96 15,3-1 0-15,0-2 16 0,2 1-192 16,0-2-32-16,1 1-16 0,1-1 0 0,-2 2-224 0,-1-2-32 15,-2 4-16-15,-1 0 0 0,-3 2-208 0,-1 0 128 16,-1 2-128-16,-3-1 0 0,-2 2 0 0,-1 0 0 16,-2 0 0-16,-2 2 0 0,-1 0-256 0,-2 1-32 0,-1 2-16 0,-2-1 0 31,-1 3-2800-31,-1-2-560 0</inkml:trace>
  <inkml:trace contextRef="#ctx0" brushRef="#br0" timeOffset="129167.22">5235 5728 1839 0,'-3'-2'160'0,"2"2"-160"0,0 0 0 0,1 0 0 16,-1 0 2496-16,0-1 480 0,0 1 96 0,-2 0 0 15,0 0 240-15,0-2 32 0,0 2 16 0,-1 0 0 16,2 0-992-16,-1 2-208 0,2 1-48 0,-1 1 0 0,0 1-1056 16,0 2-224-16,0 1-32 0,0 1-16 15,0 2-432-15,-1 3-96 0,-1-1 0 0,0 3-16 16,0-1-240-16,-1 1 0 0,0-2 0 0,0 0 0 15,1 0 0-15,0-1 0 0,-1 1 0 0,0 0 0 16,1 0 128-16,0-1-128 0,0 0 0 0,1-1 0 0,1-2 128 16,-1 1-128-16,2 0 0 0,-1 0 0 15,2-2 0-15,-1 1 128 0,2-1-128 0,0 1 0 0,0-1 0 0,0-2 0 16,1 1 0-16,1-1 0 16,0 0 0-16,0-3 0 0,1-1 0 0,0 0 0 15,1 1 0-15,1-4 0 0,0 1 0 0,1-1 0 0,2-1 0 16,1-1 0-16,1-1 128 0,1-2-128 0,1 1 224 15,1-1 0-15,1 0 0 0,-1 1 0 0,1 1-48 16,0 0-16-16,0 0 0 0,0 2 0 0,-2-1-160 0,-1 2 0 16,-1-2 0-16,0 1 128 0,-2 1-128 0,-2 0 0 15,1-2 0-15,-2 0 0 0,-1 1 0 0,-2-1 0 16,0 1 0-16,-2 0 0 16,0-1-1600-16,-2-1-192 0</inkml:trace>
  <inkml:trace contextRef="#ctx0" brushRef="#br0" timeOffset="129429.88">5189 5898 12895 0,'-8'0'576'0,"3"0"112"0,1 0-560 0,0 2-128 0,3-2 0 0,-1 0 0 16,-1 1 1952-16,-1 1 352 0,-1 0 80 0,-3 1 16 15,1 1-320-15,0-3-64 0,3 1-16 0,1 0 0 16,2-1-640-16,1 1-128 0,3-2-16 0,2 2-16 15,3-4-48-15,2 2 0 0,2-2 0 0,3 1 0 16,2-2-400-16,1 1-96 0,2 0-16 0,2 0 0 16,1 0-400-16,1 1-96 0,1-3-16 0,-2 1 0 15,1-2-128-15,-4 0 0 0,-1 1 0 0,-1-3 0 16,-2 0 0-16,0-1 0 0,-2 2 0 0,-2-2 0 16,-1 1 0-16,-4 2 0 0,-1 1-176 0,-3-1-11632 15,0 0-2336-15</inkml:trace>
  <inkml:trace contextRef="#ctx0" brushRef="#br0" timeOffset="129993.8">5194 5734 11967 0,'-3'0'1072'15,"0"0"-864"-15,1 0-208 0,0 0 0 0,2 0 1344 0,-2 0 240 16,1 0 32-16,-3 0 16 0,-2-2 528 0,2 2 96 15,-1-1 32-15,1 0 0 0,2-1-640 0,1 2-128 0,1-3-32 0,1 0 0 16,1 1-416-16,1 1-96 0,1-2-16 0,1 1 0 16,2-1-320-16,2 1-64 15,2 1 0-15,3-1-16 0,1 0-256 0,3 0-48 16,1 1-16-16,2 1 0 0,-2-2-240 0,1 2 128 16,2-2-128-16,-3 1 0 0,1-1 0 0,-3 1 128 15,0 0-128-15,-2-1 0 0,-3-1 0 0,-1 1 0 16,-2-1 0-16,-1 1 0 0,-3 2 0 0,0-2 0 15,-2-1 0-15,-2 3 0 0,-1-2 0 0,-3 2 0 16,-1 0 0-16,-2 0-160 16,-4 2-1504-16,0-1-288 0,-1 3-64 0,-2-2-12752 0</inkml:trace>
  <inkml:trace contextRef="#ctx0" brushRef="#br0" timeOffset="130135.58">5270 5720 8351 0,'-9'-4'176'0,"6"1"32"0,1 1 16 0,2 2 32 0,0 0-256 0,0-2 0 0,0 1 0 0,1-1 0 16,1 0 2768-16,2-1 512 0,2-2 112 0,2 2 0 15,1 2-1344-15,2-3-288 0,3 3-48 0,1-1-16 16,1-1-1056-16,2 1-224 0,0 2-32 0,-2-2-16 16</inkml:trace>
  <inkml:trace contextRef="#ctx0" brushRef="#br0" timeOffset="130720.06">5824 5694 15663 0,'3'-4'1392'0,"-2"1"-1120"0,0-1-272 0,-1 3 0 0,1 1 784 0,-1 0 112 16,1-2 0-16,1-3 16 0,-1-2 144 0,2 3 32 15,-1-2 0-15,-1 2 0 0,0 0-144 0,-1 3-32 16,0-1 0-16,0 0 0 15,-1 2-48-15,0 2-16 0,-1-2 0 0,-2 3 0 16,1 1-160-16,-3 0-48 0,1 4 0 0,-3-1 0 0,1 2-176 0,-2 1-32 0,0 3-16 0,0 2 0 16,1 4 96-16,-3 2 0 0,3 5 16 0,0 1 0 15,1 6-80-15,2-5 0 0,3-2-16 16,1 0 0-16,1-2 0 0,0-24 0 16,7 45 0-16,-7-45 0 0,0 0-256 0,20 45-48 0,-20-45-128 0,0 0 192 15,32 31-192-15,-32-31-192 16,0 0 48-16,40 10 0 0,-40-10-1472 15,0 0-304-15,37-1-48 0,-24-3-12880 0</inkml:trace>
  <inkml:trace contextRef="#ctx0" brushRef="#br0" timeOffset="131374.04">6040 5870 2751 0,'-1'0'128'0,"1"-2"16"0,0 1-144 0,0 1 0 0,0-2 0 0,0 2 0 0,1-2 1584 0,0-1 272 16,0 1 64-16,1-3 16 15,0-1 768-15,-1 0 160 0,1 1 16 0,-1 1 16 16,0 1-320-16,1 1-64 0,-1-1-16 0,-1 1 0 15,0 2-864-15,0 0-176 0,1 0-48 0,-1 2 0 0,-1-2-768 0,0 3-176 16,0-1-16-16,1 1-16 0,0-1-128 16,0-2-32-16,0 2 0 0,0-2 0 0,0 1 48 0,0 1 0 0,0-2 0 0,1 0 0 15,-1 0-96-15,0 0-16 16,0 0 0-16,0 0 0 0,0 2-16 0,0-2-16 16,-1 0 0-16,1 0 0 15,0 1 0-15,1 1 0 0,-1 0 0 0,0 0 0 0,1 3-48 0,0-2-128 16,1 3 192-16,-1-1-64 0,1 0-128 0,0 2 0 0,0-1 0 15,0 0 128-15,0 1-128 0,-2-7 0 16,0 0 0-16,0 0 0 0,14 40 0 0,-14-40 0 16,0 0 0-16,13 43 0 0,-13-43 0 0,0 0 0 0,15 47 0 0,-15-47 0 15,0 0 0-15,15 46 0 0,-15-46 0 16,0 0 0-16,13 45 0 0,-13-45 0 16,0 0 0-16,6 35 0 0,-6-24 0 0,-1-3 0 15,-1-1 0-15,0-1 0 0,-1-1 0 0,-1-2 0 0,-1-3 0 16,1 0 0-16,-1-2 0 0,1-2 0 0,-2-2 128 0,0 0-128 15,0-4 0-15,-2 1 0 0,1-1 0 16,0 1 0-16,0-1 0 0,0-2 0 0,-1-2 0 0,0 0 0 16,1-2 0-16,-1 1 0 0,2 1 0 0,-2-4 0 15,2 0 0-15,0 1 0 0,2 1 0 0,1 0 0 16,-1 4 0-16,2 0 0 0,1 1-144 0,1 2 144 16,1 3 0-16,1-1 0 0,1 3 0 0,1 1 0 15,3 0 0-15,-1 1 0 0,4 1 0 0,1-1 0 0,3 0 0 16,0 0 0-16,2-3 0 0,2 0 0 15,0 1 0-15,0-2 0 0,-1 0 0 0,0-1 0 16,-3 2 0-16,-1-3-192 0,0 2 192 0,-2 0-160 16,1 2-800-16,-3-1-176 0,-2 1-16 0,2 1-10016 15,-2-2-2000-15</inkml:trace>
  <inkml:trace contextRef="#ctx0" brushRef="#br0" timeOffset="131782.34">5986 5716 5519 0,'-3'0'496'0,"0"0"-496"0,2 0 0 0,0-2 0 15,1 2 1728-15,-1-1 256 0,-2 1 64 0,0-4 0 16,-2 1 80-16,1-1 32 15,0-2 0-15,1 0 0 0,2 1-496 0,1-2-80 0,1-1-32 0,2 2 0 16,-1 0-320-16,3-2-64 0,1 0-16 0,1-2 0 16,1 1-224-16,2-3-48 0,1-2-16 0,2 0 0 15,1-1-416-15,0-1-64 0,1 0-32 0,-1-1 0 16,0-2-352-16,-3 0 0 0,0 1 0 0,-3 1 0 16,-2 2 0-16,0 1 0 0,-1 2 0 0,-2 3 0 0,0 1 0 0,-1 4 0 15,0-1 0-15,-1 3 0 0,0 1 0 16,-1 1 0-16,0 3 0 0,1 0 0 0,0 3 0 15,-1 2 0-15,2 3 0 0,-2-11 0 16,7 33 0-16,-7-33 0 0,11 38 0 0,-11-38 176 16,0 0-176-16,22 50 160 0,-22-50-160 0,0 0 160 15,23 36-160-15,-23-36 0 0,0 0 144 0,0 0-144 0,34 33 0 0,-34-33 0 16,0 0 0-16,0 0-10384 0,0 0-2192 16</inkml:trace>
  <inkml:trace contextRef="#ctx0" brushRef="#br0" timeOffset="132253.44">6398 5626 19343 0,'-2'-3'1728'0,"1"0"-1392"0,1 2-336 0,0 1 0 16,0 0 1856-16,0-1 288 0,0 1 64 0,0-2 16 16,0 0-304-16,2 0-48 0,1 1-16 0,2 1 0 0,1 0-768 0,-6 0-144 15,0 0-48-15,0 0 0 16,48 22-272-16,-48-22-64 0,0 0-16 0,54 35 0 0,-54-35-240 0,37 34-48 16,-37-34-16-16,34 40 0 0,-34-40-240 0,25 47 0 15,-25-47 128-15,15 47-128 0,-15-47 0 0,-1 43 0 16,-4-22 0-16,-2-1 0 0,-3 1 0 0,-2 0 0 15,-3 4 0-15,-1 0 0 0,-2 1 0 0,0-2 0 16,-1 0 0-16,1-3 0 16,1 0-1024-16,1-5-208 0</inkml:trace>
  <inkml:trace contextRef="#ctx0" brushRef="#br0" timeOffset="139284.18">8811 5407 2751 0,'0'0'256'0,"0"-2"-256"16,1 2 0-16,-1 0 0 0,0 0 736 0,0 0 96 16,0 0 32-16,0 0 0 0,0-2 448 0,1 1 96 15,-1 1 0-15,0 0 16 0,-1-2-384 0,1 2-80 0,0-1 0 0,0 1-16 16,0-1-144-16,0 1-32 0,-1 0 0 0,1-2 0 16,0 2-208-16,0 0-48 15,-1 0-16-15,1-2 0 0,0 2-48 0,-1 0 0 16,0 0 0-16,1 2 0 0,-1-2-48 0,0 0-16 15,1 0 0-15,0 0 0 0,0 0-32 0,0 0-16 0,-1 0 0 0,1 0 0 16,-1 0-64-16,1 0-16 0,-1 0 0 0,1 0 0 16,0 0-112-16,-1 0-16 0,0 0-128 0,0-2 192 15,1 4-192-15,-1-2 0 0,0 0 128 0,0 0-128 16,1 0 0-16,0 0 128 0,-1 0-128 0,1 0 0 16,-1 0 208-16,1 0-48 0,-1 0-16 0,1 0 0 15,-1 0 32-15,1 0 0 0,0 0 0 0,0 0 0 0,-1 0-32 16,1 0 0-16,0 0 0 0,0 0 0 0,-1 0-144 0,1 0 192 15,-1 2-192-15,1-2 192 0,-1 0-192 0,1 0 160 16,-1 0-160-16,1 1 160 0,0-1-160 0,0 0 0 16,-1 0 144-16,1 1-144 0,-1-1 0 15,1 0 0-15,0 2 0 0,-1-2 0 0,1 0 0 0,-1 1 0 16,0 1 0-16,-1 0 128 16,0 1-128-16,0-2 144 0,0 2-144 0,-1 0 160 0,2 0-32 0,-2 1 0 15,0 0 0-15,0-1 0 0,1 2 96 0,0-1 16 0,-1 1 0 0,0 0 0 16,0 0-48-16,1 0-16 15,0 1 0-15,0 0 0 0,-1 0-32 0,0 2 0 16,0-1 0-16,1 2 0 0,-1 1 144 0,0 0 32 16,0-2 0-16,0 2 0 0,0 2-48 0,0-2 0 15,0 1 0-15,0 1 0 0,2-2-48 0,-1 1-16 0,0 1 0 0,1-2 0 16,0-3-208-16,1 2 0 0,0-1 0 0,0 1 0 16,0-9 128-16,0 0-128 15,6 31 0-15,-6-31 0 0,0 0 0 0,8 30 0 0,-8-30 0 0,0 0 0 16,10 35 0-16,-10-35 0 0,0 0 0 0,9 37 0 15,-9-37 0-15,0 0 0 0,11 33 0 0,-11-33 0 16,0 0 0-16,0 0 0 0,0 0 0 0,20 35 0 0,-16-30 0 0,-1-2 0 16,1-1-128-1,-1 1 128-15,1-1 0 0,-1-2 0 0,1 0-128 0,0-2 128 16,-1-1-352-16,1 1-16 0</inkml:trace>
  <inkml:trace contextRef="#ctx0" brushRef="#br0" timeOffset="140629.37">9026 5526 5519 0,'-1'-5'496'0,"0"1"-496"0,0 3 0 0,0-1 0 0,1 2 944 0,-1 0 80 15,0-2 32-15,-2-1 0 0,0-2 608 16,1 2 112-16,-2 2 16 0,0-1 16 0,1 2-272 0,0 0-64 16,0 0-16-16,1 2 0 0,1-1 256 0,1 0 48 15,1 1 16-15,1-2 0 0,1 1-272 0,1 1-48 16,3-2-16-16,1 0 0 0,2-2-576 0,3 1-112 16,2-2-32-16,1 0 0 0,1-2-272 0,0 2-64 15,2-1-16-15,-1 1 0 0,1-2-112 0,0 2 0 0,-3 0-16 16,0 2 0-16,-16 1-240 0,30-2 0 0,-17 2 128 0,-3 0-128 15,-1-2 0-15,0 2 0 16,-1 2 0-16,-2-2 0 16,-1 0 0-16,-2 0-192 0,-3 2 192 0,-1-2-11136 0,-3 3-2112 0</inkml:trace>
  <inkml:trace contextRef="#ctx0" brushRef="#br0" timeOffset="141047.07">9082 5498 12895 0,'-7'2'576'0,"2"-2"112"0,2 1-560 0,1 0-128 0,2-1 0 0,0 0 0 16,0 0 1632-16,-1 2 288 0,1-1 64 0,-1 1 16 16,1 0 208-16,1 1 32 0,0-1 16 15,1 0 0-15,2 1-848 0,1-1-192 0,-1-1-16 0,3 3-16 0,-7-4-288 0,0 0-48 16,0 0-16-16,0 0 0 16,41 16-304-16,-41-16-64 0,0 0-16 0,0 0 0 0,0 0-272 0,47 24-176 15,-47-24 192-15,0 0-192 0,0 0 0 16,0 0 0-16,37 26 0 0,-34-21 0 0,-1 2 0 0,-2 0 0 15,-3 2 0 1,-3 1 0-16,2 0 0 0,-4-1 0 0,-1 1 0 0,-4 2 0 16,0 2-128-16,-2-3 128 0,-2 1-208 0,0 0 80 15,0-1-384 1,2 0-64-16,1-2 0 0,1-3-16 0,3 0 208 0,2-1 64 0,2-3 0 0,1 1 0 0,1-1 320 16,2 0 0-16,1-1 0 0,2-1 0 0,1 0 0 15,2-1 0-15,1 1 0 0,3-2 128 0,2-1 96 0,2 1 16 0,-12 2 0 0,28-2 0 16,-16-1 208-16,-12 3 64 15,31-2 0-15,-31 2 0 0,37 0-272 0,-17-3-48 16,-20 3-16-16,42-3 0 0,-42 3 112 0,41-1 32 16,-41 1 0-16,41-5 0 0,-20 3-160 0,-2-1-32 15,-19 3 0-15,32-4 0 0,-32 4-128 0,25-5 0 16,-15 0 0-16,-3 4 0 16,0 0-560-16,-3-1-80 0</inkml:trace>
  <inkml:trace contextRef="#ctx0" brushRef="#br0" timeOffset="141297.41">9526 5493 11967 0,'1'-3'1072'0,"0"-1"-864"0,1 1-208 0,0 1 0 16,-1 2 2496-16,0-2 448 0,0 1 80 0,1-1 32 15,1 0 128-15,2-1 16 0,1 1 16 0,-1-1 0 16,1 1-1744-16,-1 4-336 0,1-1-80 0,-6-1-16 15,0 0-560-15,0 0-112 0,0 0-32 0,35 47 0 16,-35-47-336-16,0 0 144 0,30 43-144 0,-30-43 0 16,0 0 0-16,32 46 0 0,-32-46 0 0,0 0 0 0,33 41 0 0,-33-41 0 15,0 0 0-15,35 36 0 16,-35-36-320-16,0 0-32 0,0 0 0 0,0 0-11152 16,0 0-2224-16</inkml:trace>
  <inkml:trace contextRef="#ctx0" brushRef="#br0" timeOffset="141486.1">9763 5410 13823 0,'-5'4'1216'0,"2"2"-960"16,0-1-256-16,0-2 0 0,0 1 1456 0,-1 2 240 16,-5 4 48-16,-4 6 16 0,-5 8 688 0,-6 2 144 0,-1 3 32 15,0 1 0-15,-1-1-1488 0,1-2-304 0,1-2-48 0,1 1-16 16,1-4-544-16,1-1-224 0,1 0 176 0,3-2-176 15,3-5 0-15,3-4 0 16,3-1 0-16,1-4-14480 0</inkml:trace>
  <inkml:trace contextRef="#ctx0" brushRef="#br0" timeOffset="142097.73">9799 5204 12895 0,'-4'-2'576'0,"2"1"112"0,0 1-560 0,1-2-128 0,0 2 0 0,1 0 0 16,-1-1 1632-16,0 0 288 0,0 1 64 0,0-1 16 15,0 0 320-15,0 0 64 0,1-1 16 0,1 0 0 0,0 1-1408 0,1-1-288 32,0 2-48-32,2-3-16 0,-2 3-224 0,3-2-48 15,0 1-16-15,1 1 0 0,1 0 64 0,0 0 16 0,1 0 0 0,0 1 0 16,0-1-304-16,0 2-128 0,-8-2 128 0,0 0-128 16,0 0 128-16,0 0-128 15,0 0 0-15,39 12 128 0,-35-9-128 0,-2 0 0 16,-1 1 0-16,0-2 0 0,-1 3 0 0,-2-3 0 0,0 2 0 0,-1-1 0 15,0 2 0-15,-2 0 0 0,0-1 0 0,0 1 0 16,-2 2 0-16,1-2 0 0,-2 2 0 0,2-2 0 0,-2 2 0 0,0 0 0 16,0 1 0-16,-1 1 0 0,3-2 0 0,0 0 0 15,2 0 0-15,1-2 0 16,2-1 0-16,0 0 0 0,3 0 0 0,1-3 0 0,2 0 0 0,2-1 0 16,1-1 0-16,1 0 0 0,2-1 544 0,-1-1 80 15,2-2 16-15,1 1 0 0,1-1-448 0,0 0-192 0,-1 0 160 0,-1 0-160 31,-2 2-256-15,0 0-128-16,0 0-48 0,0-1-10224 0,-2 3-2048 0</inkml:trace>
  <inkml:trace contextRef="#ctx0" brushRef="#br0" timeOffset="142463.43">10224 5291 23039 0,'2'0'1024'0,"-1"0"192"0,0 3-960 0,0-1-256 0,0-1 0 0,0 0 0 16,1 4 1424-16,0-2 240 0,-2-3 64 0,0 0 0 16,0 0-208-16,24 52-48 0,-24-52 0 0,15 41 0 0,-15-41-528 0,14 49-112 15,-14-49-32-15,11 48 0 16,-11-48-400-16,7 49-80 0,-7-49 0 0,4 49-16 16,-4-49-304-16,-5 46 160 0,0-20-160 0,-4 1 128 15,-3-1-128-15,-1-1 0 0,-4-3 0 0,-3 1 0 16,-3-2-256-16,-2 1-48 0,-1-5 0 0,-3 2-16592 15</inkml:trace>
  <inkml:trace contextRef="#ctx0" brushRef="#br0" timeOffset="143128.57">8021 6124 14735 0,'-2'-3'640'0,"1"0"160"15,0 0-640-15,1 2-160 0,0-1 0 0,0 2 0 16,0-2 1648-16,1 1 288 0,0-1 64 0,1-3 16 16,0 3-608-16,2-3-112 0,0 2-16 0,1-1-16 15,2 2-528-15,-1-1-96 0,1 0-32 0,2 1 0 16,1 1 32-16,0-2 0 0,2 1 0 0,1-1 0 15,1 1 0-15,2-1 0 0,2-1 0 0,2 1 0 0,-1-2-256 0,4 3-32 16,1-3-16-16,2 3 0 16,-1-1-80-16,4 1-32 0,3-2 0 0,1 3 0 0,-1-1-96 0,-1 0 0 15,1 1-128-15,1 1 192 16,3 0-48-16,-1 0-16 0,1 0 0 0,1 0 0 0,-1-2 256 0,0 1 64 16,0 0 0-16,1-4 0 0,1 2-192 0,2-3-16 15,-2 1-16-15,2 0 0 0,1 0 32 0,3-2 0 16,0 3 0-16,-3-1 0 0,-1 0-64 0,-1-2 0 15,-1 1 0-15,-3 0 0 0,0 1-192 0,1 1 144 16,4-1-144-16,1 0 128 0,-2 1-128 0,1-2 0 0,-3 0 144 0,0-1-144 16,0 2 0-16,0-2 144 15,1 2-144-15,-1 0 0 0,-1 2 0 0,0-1 0 16,0 2 0-16,-1-1 0 0,-1 1 0 0,-2-3 0 16,2 3 0-16,-3-1 0 0,0-1 0 0,0 1 0 0,1 3 0 0,0-1 0 15,-2 0 0-15,1 1 0 0,-31 0 0 0,54 0 0 16,-54 0 0-16,45 0 0 0,-45 0 0 0,38 1 0 15,-38-1 0-15,36 1 0 0,-36-1 0 16,0 0 0-16,42 7 0 0,-42-7 0 0,0 0 0 0,0 0 0 16,39 15-736-1,-39-15-160-15,0 0-16 0,0 0-16256 0</inkml:trace>
  <inkml:trace contextRef="#ctx0" brushRef="#br0" timeOffset="144093.31">8934 6320 15663 0,'0'-2'1392'0,"0"-2"-1120"32,1 3-272-32,-1-1 0 0,0 1 1184 0,0 1 176 0,0-2 48 0,0-2 0 15,0 1 768-15,0-2 144 0,0 2 48 0,-1 2 0 16,0 3-960-16,-1 1-192 16,1 4-48-16,-1-1 0 0,0 4-752 0,0 2-160 15,0 2-16-15,-1 1-16 0,2-1-96 0,-1 2-128 16,0 3 176-16,0 0-176 0,-1 2 0 0,0 1 0 15,-1-3 0-15,1 1 0 0,0-2 0 0,-1-1 0 0,1-3 0 16,0-2 0-16,3-3 0 0,-1-2 0 16,0-2 0-16,1-3 0 0,1-1 0 0,-1-2 0 15,1 1 0-15,-1-5 0 0,1 1 0 0,1-4 0 0,1-3 0 0,0 1 0 16,0-4 0-16,-1 0 0 0,1-3 0 0,0 1 0 0,1-4 0 16,-2 3 0-16,1-1-128 0,1 1 128 0,0-1 0 0,0-2 0 15,2 4 0-15,0 2 0 16,0 2 0-16,-1 0 0 0,3 0 0 0,-1 3 0 0,2 2 512 15,0-3 0-15,1 1 0 0,2 2 0 0,0-3 192 16,1 3 16-16,0-2 16 0,1 1 0 0,0 1-304 0,0 0-64 16,1 2-16-16,-2-2 0 15,-1 5-352-15,-2 0 144 0,1 2-144 0,-11 0 0 0,0 0 0 0,0 0 0 16,0 0 0-16,40 30 0 0,-40-30 0 0,0 0 0 16,17 48 0-16,-17-48 0 0,6 40 0 0,-4-16 0 15,-1 2 0-15,0 0 0 0,0 2 0 0,0-1 0 16,1-1 0-16,-2-26 0 0,6 38 0 0,-6-38 0 0,0 0 0 15,0 0-17920 1</inkml:trace>
  <inkml:trace contextRef="#ctx0" brushRef="#br0" timeOffset="145416.09">10864 5924 11967 0,'0'-1'1072'0,"0"0"-864"16,0 1-208 0,0 0 0-16,0 0 976 0,1 0 160 0,0-2 16 0,0 0 16 15,2-1 704-15,1 0 144 0,1 1 32 16,0-3 0-16,2 1-224 0,0 1-32 15,1 1-16-15,2-1 0 0,0 1-368 0,0 0-64 16,2 1 0-16,1 1-16 0,-13 0-560 0,0 0-96 0,40 3-32 0,-40-3 0 16,0 0-416-16,37 7-96 0,-37-7 0 0,0 0-128 15,0 0 0-15,44 14 0 0,-44-14 0 0,0 0 0 16,0 0 0-16,34 6 0 0,-28-6 0 0,1 0-16592 16</inkml:trace>
  <inkml:trace contextRef="#ctx0" brushRef="#br0" timeOffset="149475.71">8105 5460 12895 0,'0'-2'1152'0,"0"1"-928"0,1 1-224 0,-1 0 0 16,0 1 1088-16,1-1 160 0,-1 2 32 0,2-2 16 16,1 0 400-16,1 2 80 0,1-1 16 0,3 0 0 0,-1 1-416 0,2-2-80 15,-9 0-16-15,0 0 0 0,37 0-64 16,-23-2 0-16,3 0-16 0,0-3 0 16,0 0-496-16,1 1-80 0,1-1-32 0,-1-1 0 0,0 0-400 0,-1 1-64 15,-3 3-128-15,-2-3 176 0,0 3-176 0,-3 2 0 16,-2-2 0-16,-1 1 0 15,-2 2-496-15,-4 1 32 0,0 0 0 0,-3 3-14752 16</inkml:trace>
  <inkml:trace contextRef="#ctx0" brushRef="#br0" timeOffset="149853.26">8158 5495 11967 0,'-1'0'1072'0,"-1"0"-864"15,2 0-208-15,0 0 0 0,0 1 1152 0,0-1 192 16,0 0 48-16,-1 0 0 0,0 2 480 0,1 0 112 0,0-1 0 0,0 0 16 0,0 1-480 0,1 1-112 16,-1 2 0-16,-1-1-16 15,1 2-992-15,0 2-192 0,-1 0-32 0,0 2-16 16,0 1-160-16,-1 1 0 0,-1 3 0 0,-1 2 0 16,1-4-128-16,-2 4 128 0,0 2 0 0,-1 2 0 15,1-2 0-15,0 0 0 0,0 0 0 0,1-2 0 16,0-1 0-16,1-2 0 0,1-1 0 0,2-2 0 15,0 1 0-15,0-3 0 0,2-2-128 0,0 0 128 0,2-2 0 16,0 0 0-16,1-3 0 0,1 0 0 16,2-1-160-16,1-3 160 0,2 1 0 0,0-1-144 0,1-3 144 0,1 0 0 15,0 1-144-15,1-1 144 0,0 0 0 16,0 1 0-16,1-3 0 0,-1 2 0 0,-1 2 432 0,-1 1 48 16,-12 2 16-16,0 0 0 0,30-3-144 0,-22 3-32 15,-1 0 0-15,-1 1 0 0,-1 1-320 16,-1-2 0-16,1 0 0 0,-1-2 128 0,-1 1-128 0,-1-1 0 15,0 0 0-15,0 0 0 16,0-3-1280-16,-2 2-192 0</inkml:trace>
  <inkml:trace contextRef="#ctx0" brushRef="#br0" timeOffset="150055.54">8076 5680 21183 0,'-3'0'944'0,"2"-2"192"0,0 2-912 0,1-2-224 16,0 1 0-16,1 1 0 0,0 0 1840 0,2-2 320 16,1 0 64-16,2-1 16 0,2 1-512 0,5-3-80 0,2 0-32 0,4 1 0 15,2-1-1088-15,3-1-208 0,4 0-64 0,2 0 0 16,1 1-416-16,1-1-96 0,1 2 0 0,1-3-16 31,-1 0-2512-31,0-1-496 0</inkml:trace>
  <inkml:trace contextRef="#ctx0" brushRef="#br0" timeOffset="151033.84">11543 5697 7359 0,'-1'-1'656'0,"1"-1"-528"0,0 1-128 0,0 0 0 0,0 1 1376 0,0 0 240 16,0 0 48-16,1-2 16 0,0 2 496 0,0 0 112 16,2-2 16-16,1 1 0 0,0-1-912 0,1 0-176 15,1 1-48-15,0-1 0 16,2 0-80-16,-1-1-32 0,1 1 0 0,2-1 0 15,0 1 80-15,1 0 16 0,0-2 0 0,0 3 0 0,0-2-320 16,0 1-48-16,1 2-16 0,-1 0 0 0,-1-1-464 0,0 1-112 0,-1 0 0 0,1 0-16 16,-1 1-176-16,-2-1 0 0,0 2 0 0,-2-2 0 0,-1 1-128 0,-1 1-16 31,-2 1 0-31,-2 0-16256 16</inkml:trace>
  <inkml:trace contextRef="#ctx0" brushRef="#br0" timeOffset="151418.24">11616 5730 11055 0,'-1'-2'480'0,"0"0"112"0,0 1-464 0,0 1-128 0,1 0 0 0,-1 0 0 16,2 0 1600-16,-2 0 320 0,0 0 48 0,0 1 16 15,0 1 32-15,-1-2 16 0,-1 3 0 0,0 0 0 16,0 2-1152-16,1-2-240 0,-1 2-32 0,-2 2-16 15,1 2-304-15,-1-2-64 0,1 3-16 0,-1 0 0 16,0 3-32-16,-2-1-16 0,1 0 0 0,-1 2 0 16,-1 1-160-16,1 0 0 0,-1 0 0 0,1 0 128 15,1 1-128-15,-1-2 0 0,1 3 0 0,1-1 0 16,0 1 0-16,1-3 0 0,2-2 0 0,0-3 128 0,0 3-128 0,2-2 0 16,1 0 0-16,0-4 0 0,2 2-128 15,0-3 128-15,2 0 0 0,-5-5 0 0,0 0 0 16,0 0 0-16,0 0-144 0,43 6 144 15,-30-8 528-15,2-2 176 0,0 1 16 0,-1-2 16 0,-1 1 224 0,0 1 32 16,2-2 16-16,-1 1 0 0,-1-1-400 0,-1 0-80 16,-2 3-16-16,-1-3 0 0,-1 2-320 0,-1 1-192 15,-1 0 192-15,-1-2-192 0,1 1 0 0,-3 2 0 16,-1-2 0-16,-1 2 0 16,-1-1-1600-16,-1-1-320 0,-1 3-64 0,-2-2-12544 0</inkml:trace>
  <inkml:trace contextRef="#ctx0" brushRef="#br0" timeOffset="151635.51">11537 5931 11055 0,'-4'-4'480'0,"2"3"112"0,2-1-464 0,-1 1-128 0,1 0 0 0,0 1 0 16,0-2 2240-16,1 2 416 0,0-3 96 0,1-1 0 16,3 1 112-16,0-1 16 0,3 1 0 0,1 0 0 0,1-1-1232 0,2 1-240 15,2 1-64-15,1-1 0 16,2 0-624-16,1 0-128 0,1 0-16 0,-1-1-16 0,3 3-368 0,-2-3-64 15,1 1 0-15,-3-2-128 0,0 1 0 0,-1-3 0 16,-1 3 0-16,-1-2 0 16,-1 1-368-16,0 1-16 0,-1-1-16 0,-1 0-10768 15,-2 3-2144-15</inkml:trace>
  <inkml:trace contextRef="#ctx0" brushRef="#br0" timeOffset="153270.22">12566 5701 8287 0,'0'-2'736'0,"0"0"-592"0,0 1-144 0,0 1 0 16,0 0 1504-16,-1 0 272 0,1-2 48 0,-1 0 16 0,0 0 720 0,-1-1 128 15,1 1 48-15,0-1 0 0,1 1-736 0,-1 2-144 16,1 0-16-16,0 0-16 16,1 0-304-16,0 0-64 0,1 2-16 0,0 1 0 15,0 2-608-15,2-1-112 0,-4-4-16 0,0 0-16 0,0 0-384 0,29 34-80 16,-29-34-16-16,0 0 0 0,34 37 0 0,-34-37 0 16,0 0 0-16,42 38 0 15,-42-38-64-15,0 0-16 0,44 36 0 0,-44-36 0 16,0 0-128-16,39 31 0 0,-39-31 0 0,0 0 128 0,0 0-128 15,40 33 0-15,-40-33 0 0,0 0 0 0,0 0 0 0,0 0 0 16,0 0 0-16,39 23 0 16,-34-20 0-16,-1-1 0 0,-2-1 0 0,1 1 0 15,-1-1-512-15,-2 0-64 0,0-1-32 0,-2 2-17008 0</inkml:trace>
  <inkml:trace contextRef="#ctx0" brushRef="#br0" timeOffset="153475.51">12806 5732 11967 0,'-1'-1'528'0,"0"0"112"0,0-1-512 0,1 2-128 0,-1 0 0 0,0 2 0 16,0-2 2288-16,-1 1 416 0,0 0 96 0,-2 2 16 15,-3 1-448-15,0 1-96 0,-1 2-16 0,-1-1 0 16,-1 2-432-16,0-1-96 16,-2 3 0-16,0 0-16 0,-1 1-608 0,-2 1-112 0,1 0-32 0,0 0 0 15,0 0-528-15,1 2-112 0,2 0-32 0,0-2 0 0,1 0-288 0,-1-1 0 16,4 1 0-16,1-3 0 15,0 0 0-15,1-1 0 16,3-2 0-16,0-2-18128 0</inkml:trace>
  <inkml:trace contextRef="#ctx0" brushRef="#br0" timeOffset="153836.37">12594 5592 5519 0,'-3'0'496'0,"2"0"-496"15,0 0 0-15,0 0 0 0,0 0 2416 0,0 2 384 0,-1-2 80 0,-1 1 0 16,0 1 384-16,-1 0 64 0,2-1 0 0,1 1 16 16,3-1-1232-16,1 0-256 15,0-1-64-15,4-2 0 0,0 0-560 0,3-1-112 16,2 0-32-16,0 0 0 0,2 0-608 0,0 0-128 0,2-1-32 0,1 1 0 16,0 1-320-16,-1 0 0 15,1 1 0-15,-1-1 0 0,-16 2 0 0,27 0 0 16,-27 0 0-16,0 0 0 15,33 2-1152-15,-25-1-128 0</inkml:trace>
  <inkml:trace contextRef="#ctx0" brushRef="#br0" timeOffset="184183.02">14457 5946 2751 0,'-7'3'128'0,"3"-2"16"0,1 1-144 0,0 1 0 15,1-3 0-15,1 0 0 0,1 1 1776 0,-2 1 320 16,0-2 64-16,0 2 16 0,-1-1 576 0,1 0 112 16,1-1 16-16,1 0 16 0,1 0-880 0,1-2-176 15,1 0-48-15,0 0 0 0,1-1-656 0,0 0-144 16,0 2-32-16,1-2 0 0,1 0-144 0,0 1-48 15,1-1 0-15,-1 1 0 0,-6 2-64 0,0 0 0 16,0 0-16-16,35-7 0 0,-35 7-304 0,0 0-48 16,35-3-16-16,-35 3 0 0,0 0-160 0,39-2-32 15,-39 2-128-15,0 0 192 0,36-2-192 0,-36 2 0 0,0 0 0 16,0 0 0-16,42-5-128 0,-42 5-80 0,0 0-16 0,0 0 0 31,0 0-2016-31,34-5-384 0</inkml:trace>
  <inkml:trace contextRef="#ctx0" brushRef="#br0" timeOffset="184694.94">14457 5723 16575 0,'-1'-1'1472'0,"0"1"-1168"0,1 0-304 0,0 0 0 0,0 0 1696 0,0-2 288 15,0 2 48-15,0 0 16 16,0-2 64-16,1 2 32 0,0-2 0 0,1-1 0 0,2 1-800 15,0 2-144-15,0 0-48 0,3-2 0 16,-1 4-480-16,2-4-96 0,-8 2-32 0,0 0 0 16,0 0-272-16,41-3-48 0,-41 3-16 0,0 0 0 15,42-7-208-15,-42 7 176 0,27-7-176 0,-27 7 160 16,0 0-160-16,35-10 0 0,-35 10 0 0,24-7 0 16,-24 7 0-16,24-8 0 0,-24 8 0 0,0 0-176 15,33-8-992-15,-33 8-208 0,0 0-32 0,0 0-14336 16</inkml:trace>
  <inkml:trace contextRef="#ctx0" brushRef="#br0" timeOffset="184979.56">15042 5606 12895 0,'3'0'576'0,"-3"-2"112"0,2 2-560 0,-1 0-128 0,0-1 0 0,0 1 0 16,1 1 1776-16,1-2 320 0,1 0 64 0,2-1 16 0,-6 2-592 16,0 0-112-1,0 0-32-15,43-6 0 0,-43 6-736 0,0 0-160 16,46-2-32-16,-46 2 0 0,0 0-64 0,52 0-32 0,-52 0 0 0,35-2 0 16,-35 2-192-16,35-2-32 0,-35 2-16 0,0 0 0 0,47-3 688 0,-47 3 144 0,0 0 16 0,38-5 16 31,-38 5-1936-31,0 0-400 0,26-9-80 15,-22 6-12192-15</inkml:trace>
  <inkml:trace contextRef="#ctx0" brushRef="#br0" timeOffset="185357.45">15065 5692 14799 0,'2'0'320'0,"0"-2"64"0,0 0 0 0,1-1 64 0,0 1-448 15,-1 1 0-15,2-1 0 0,0 0 0 0,5-3 2128 0,2 0 352 16,1-2 64-16,-12 7 16 16,23-7-1456-16,-23 7-272 0,0 0-64 0,0 0-16 0,0 0-208 15,0 0-32-15,0 0-16 0,0 0 0 0,0 0 64 0,0 0 16 16,0 0 0-16,20 34 0 0,-23-26-208 0,-2 2-48 16,-2 2 0-16,0 0 0 0,0 2-192 0,-3 0-128 15,0 3 160-15,-1 0-160 0,0 1 832 0,-1 0 80 16,2 0 16-16,-1-2 0 15,1-1-2016-15,0-1-384 0,3 0-96 0,-1-4-16 16,2-1 672-16,0 1 128 0,2-1 16 0,2-4 16 0,0 0 368 0,1-2 64 0,2 1 0 0,1-4 16 16,0 1 304-16,-2-1 128 0,0 0-128 0,0 0 192 15,28-9 336-15,-28 9 64 0,0 0 16 0,35-9 0 16,-35 9-80-16,28-7-16 0,-28 7 0 0,36-5 0 16,-36 5 144-16,33-5 32 0,-33 5 0 0,38-4 0 15,-38 4-80-15,36-4-16 0,-36 4 0 0,33-4 0 16,-33 4-272-16,0 0-48 0,39-2-16 0,-39 2 0 15,0 0-256-15,0 0 0 0,38-7 0 0,-38 7 0 32,0 0-752-32,14-11-96 0,-12 9-32 0,-3-2-14112 0</inkml:trace>
  <inkml:trace contextRef="#ctx0" brushRef="#br0" timeOffset="185566.24">15047 5796 20271 0,'0'0'896'0,"2"0"192"0,1 0-880 0,0-1-208 0,-1 1 0 16,2-1 0-16,1-1 1664 0,-5 2 272 0,22-8 64 0,-22 8 16 15,41-14-176-15,-17 7-48 0,1-2 0 0,-1 1 0 16,0 1-1024-16,-24 7-192 16,42-11-64-16,-42 11 0 0,35-8-512 0,-35 8-224 15,0 0 16-15,46-2-10288 16,-46 2-2048-16</inkml:trace>
  <inkml:trace contextRef="#ctx0" brushRef="#br0" timeOffset="186128.61">15668 5571 15663 0,'1'0'1392'0,"0"0"-1120"15,0 0-272-15,-1 0 0 0,1 0 1280 0,1 0 192 0,1 2 32 0,-3-2 16 16,0 0 448-16,0 0 80 0,0 0 32 0,45 26 0 16,-45-26-464-16,0 0-80 15,44 43-32-15,-44-43 0 0,33 38-608 0,-33-38-112 0,35 38-16 0,-35-38-16 16,38 39-400-16,-38-39-80 0,40 39-16 15,-40-39 0-15,34 36-256 0,-34-36 0 0,27 28 0 16,-27-28-144 0,0 0-1184-16,0 0-224 0,34 29-48 0,-34-29-13440 0</inkml:trace>
  <inkml:trace contextRef="#ctx0" brushRef="#br0" timeOffset="186324.08">15979 5597 11967 0,'-2'-2'1072'0,"1"1"-864"0,0 1-208 0,0-2 0 0,0 2 2544 16,0 0 464-16,-1 2 80 0,-1-2 32 15,0 1-240-15,-4 2-64 0,0 3 0 0,-3 1 0 0,0 0-1344 0,-2 4-288 0,-1 0-48 0,-1 3-16 16,-1 2-640-16,-2 1-128 16,-2 4-32-16,0 2 0 0,-1 2-320 0,2-1 0 15,0-3 0-15,3-1 128 0,2-4-128 0,2 0 0 16,3-4 0-16,2-3-11456 15,2-3-2240-15</inkml:trace>
  <inkml:trace contextRef="#ctx0" brushRef="#br0" timeOffset="186588.65">16116 5533 10127 0,'0'0'448'0,"10"-5"96"0,-5 3-544 0,-3 2 0 0,0 0 0 0,0 0 0 16,0 0 1952-16,-2 0 288 0,0 0 48 0,0 0 16 15,0 0 544-15,34 19 112 0,-34-19 32 0,0 0 0 16,24 38-768-16,-24-38-160 0,13 35-16 0,-13-35-16 16,10 41-1136-16,-10-41-240 0,8 47-32 0,-6-23-16 15,-1 0-448-15,-2-1-160 0,-1-2 0 0,-3 1 144 16,1-5-144-16,-3 0 0 0,0-1-192 0,-2-2 192 15,1-5-1760 1,0 1-224-16</inkml:trace>
  <inkml:trace contextRef="#ctx0" brushRef="#br0" timeOffset="187543.5">15980 5346 18431 0,'-3'0'1632'15,"2"-2"-1312"-15,-1 2-320 0,1-1 0 0,1 1 1792 0,-1 0 304 0,-1 0 48 0,0-2 16 16,-1 2-112-16,1-3-32 0,0 3 0 0,0-2 0 15,2 0-960-15,1 0-192 0,2 0-32 0,-2 1-16 16,3-3-320-16,1 3-64 0,-1-1-16 0,1 2 0 0,2 0-144 0,-1 0-16 16,-6 0-16-16,0 0 0 0,0 0-240 15,0 0 176-15,0 0-176 0,36 25 160 16,-36-25-160-16,0 0 0 0,0 0 0 0,6 34 0 0,-8-24 0 0,-2 1-176 16,-1-1 176-16,-2 2-128 15,0-2-256-15,-1-1-64 0,1 0 0 0,0-1 0 0,1-2 80 0,-1 0 16 16,4 0 0-16,-1-3 0 0,2-1 96 0,2-1 32 15,1 1 0-15,1-2 0 0,1 0 0 0,1 0 0 16,2 0 0-16,0-2 0 0,-6 2 32 0,0 0 0 16,0 0 0-16,37-6 0 0,-37 6 384 0,0 0 64 0,34-2 32 0,-34 2 0 15,0 0-96-15,31-2 0 0,-31 2-16 0,0 0 0 32,0 0-496-32,0 0-112 0,35-3-16 0,-35 3-9712 0,0 0-1936 0</inkml:trace>
  <inkml:trace contextRef="#ctx0" brushRef="#br0" timeOffset="188013.77">15670 5489 8287 0,'-1'-3'736'0,"0"0"-592"0,1 1-144 0,0 2 0 16,-1-2 1408-16,1 1 240 15,-1-1 48-15,-1-3 16 0,-1 0 1296 0,0-1 256 0,1 1 48 0,-2 2 16 16,0 1-560-16,0 0-96 0,-1 2-32 0,-1 2 0 16,1 0-1472-16,-1 1-288 0,0 4-64 0,-2 0-16 15,1 0-480-15,-1 5-80 0,-2 0-32 16,1 0 0-16,0 2-64 0,-1 2-16 0,0 4 0 0,-1 1 0 16,0 0-128-16,1 3 0 0,0-3 144 0,1 3-144 0,1 2 0 0,1 3 0 15,3-1 0-15,2-2 128 0,3-2-128 16,-1-24 0-1,13 40 128-15,-13-40-128 0,25 28 0 0,-25-28 0 16,0 0 0-16,52 24 128 0,-52-24-272 0,38 7-48 16,-38-7-16-16,38-2-17584 0</inkml:trace>
  <inkml:trace contextRef="#ctx0" brushRef="#br0" timeOffset="190411.34">16626 5662 5519 0,'-2'-1'496'0,"0"1"-496"15,1 0 0-15,0 0 0 0,1 0 1216 0,-1 0 160 0,0-2 32 0,-1 1 0 16,-1 1 832-16,0-2 160 0,-1 0 32 0,2 2 16 16,1-2-32-16,-1 0-16 0,1 1 0 0,2-1 0 15,0 2-848-15,0-2-160 0,2 1-48 0,2-1 0 0,0 2-752 0,1-2-144 16,2-1-48-16,2 1 0 15,1-1-16-15,-11 3 0 0,27-4 0 0,-27 4 0 16,29-5-48-16,-29 5-16 0,33-5 0 0,-33 5 0 0,34-4-128 0,-34 4-16 16,34-5-16-16,-34 5 0 15,31-3-160-15,-31 3 0 0,27-2 0 0,-27 2 0 0,0 0-192 0,0 0 0 16,31 0-16-16,-28 2-16208 16</inkml:trace>
  <inkml:trace contextRef="#ctx0" brushRef="#br0" timeOffset="190739.73">17336 5486 14735 0,'1'0'640'0,"-1"0"160"0,0 0-640 0,0 0-160 0,0 0 0 0,0 0 0 16,0 0 2144-16,0 0 400 15,0 0 80-15,1 0 0 0,1 2-96 0,1-2-32 0,-3 0 0 0,0 0 0 16,0 0-1104-16,28-2-240 0,-28 2-32 0,0 0-16 16,39-2-688-16,-39 2-144 15,0 0-16-15,46-1-16 0,-46 1-240 0,30 0 0 0,-30 0 0 0,31 0 0 16,-31 0 0-16,30 0 0 0,-30 0 0 0,27-2 0 0,-27 2-240 0,0 0 64 15,32-5 16-15,-32 5 0 32,0 0-976-32,21-5-192 0,-17 5-32 0,-2-2-13856 0</inkml:trace>
  <inkml:trace contextRef="#ctx0" brushRef="#br0" timeOffset="191041.24">17473 5512 8799 0,'-3'0'192'0,"1"0"32"0,0 0 16 0,1 0 16 16,0 0-256-1,1 0 0-15,-1 0 0 0,0 1 0 16,0 0 2624-16,-1 2 480 0,-1 2 96 0,-2 1 0 0,1 2-1136 0,-2 1-224 16,-1 1-48-16,0 3-16 0,0 2-1088 0,-3 0-224 15,2 3-32-15,-1-2-16 0,-1 1-112 0,1 2-32 16,0 0 0-16,0 0 0 0,-1 3-32 0,3-4-16 16,0 2 0-16,0-2 0 0,1 1 16 0,4-4 0 15,0 0 0-15,1-1 0 0,1-14-240 0,0 0 144 16,8 33-144-16,-8-33 128 0,0 0-128 0,0 0-176 15,27 30 48-15,-27-30 0 0,0 0-128 0,0 0-32 16,47 10 0-16,-47-10 0 0,0 0 288 0,44-3 0 0,-44 3 0 0,28-9 144 16,-15 2-16-16,-2 0 0 15,-1 1 0-15,-1-2 0 0,0 2-128 0,-2-1-144 0,-1 0 144 16,-1 1-208 0,-1 0-912-16,-1 2-176 0,-1-3-48 0,-1 2-10624 0</inkml:trace>
  <inkml:trace contextRef="#ctx0" brushRef="#br0" timeOffset="191241.34">17353 5720 11967 0,'-2'-1'528'0,"2"0"112"0,1 1-512 0,0 0-128 16,0 0 0-16,1 0 0 16,0 0 1760-16,-2 0 320 0,0 0 64 0,0 0 16 15,35 0 256-15,-35 0 48 0,32 0 16 0,-32 0 0 0,37-2-1264 0,-37 2-240 16,39-5-48-16,-39 5-16 15,38-5-672-15,-38 5-240 0,37-7 144 0,-19 2-144 16,0 1-912-16,-1-3-272 0,1 2-48 0,-1-3-11824 16</inkml:trace>
  <inkml:trace contextRef="#ctx0" brushRef="#br0" timeOffset="197833.23">6700 7205 10127 0,'0'-3'896'0,"0"2"-704"16,1 0-192-16,-1-1 0 16,1 0 1856-16,0 1 320 0,1 1 80 0,0 0 16 0,2-3 576 0,2-1 112 15,2 0 32-15,2 1 0 0,1-2-1088 0,2 1-224 16,2 1-32-16,2-2-16 0,-17 5-896 0,38-4-176 0,-38 4-48 0,45-3 0 16,-45 3-384-16,48-2-128 0,-48 2 0 0,43 0 0 15,-43 0-480-15,0 0-160 0,49 3-16 0,-49-3-16 16,0 0-1360-16,0 0-272 0</inkml:trace>
  <inkml:trace contextRef="#ctx0" brushRef="#br0" timeOffset="198001.04">6804 7349 25791 0,'-3'3'1152'0,"2"-1"224"15,1-2-1104-15,1 1-272 16,0 0 0-16,1-1 0 0,1 2 1888 0,-3-2 320 0,0 0 64 0,0 0 16 15,59 8-768-15,-59-8-160 16,47-2-16-16,-47 2-16 0,48-1-880 0,-48 1-160 0,46 1-32 16,-46-1-17760-16</inkml:trace>
  <inkml:trace contextRef="#ctx0" brushRef="#br0" timeOffset="-151716.15">6791 7192 8287 0,'1'-2'736'0,"-1"1"-592"0,0 0-144 0,0 1 0 0,1 0 1040 0,-1-2 176 15,1 0 48-15,1-1 0 0,0 0 96 16,1-1 32-16,-1-1 0 0,-1 2 0 16,1 0 16-16,-1 0 16 0,1 0 0 0,-1 1 0 15,0 0-48-15,-1 1-16 0,1-1 0 0,-1 2 0 0,-1 0-208 0,0 0-64 16,0 0 0-16,0 0 0 16,-1 2-240-16,0 1-48 0,-1 4-16 0,0-2 0 0,0 2-400 0,-1 3-96 15,0 4-16-15,-1 2 0 0,0 5-272 0,0 0 160 16,-1 6-160-16,2 1 128 15,-1 1-128-15,1-3 0 0,2-2 0 0,0-1 0 16,0-4 0-16,1 3 0 0,-1-1 0 0,0-1 0 0,1-4-176 16,0 0 48-16,0 1 0 0,-1-2 0 0,1-2 128 0,1 1-192 15,0-3 192-15,0 0-192 0,1-1 192 0,0-1 0 16,-1-9 0-16,0 0 0 0,0 0 0 0,0 0 0 0,0 0 0 0,18 37 128 16,-18-37-128-16,0 0 0 0,0 0 0 15,0 0 128-15,37 10-128 0,-26-10 176 0,0-2-176 0,0 2 192 16,0-2 64-16,-1 1 0 0,0-1 16 0,0 0 0 0,-2 1-144 0,0-1-128 15,1 1 192-15,-2 0-192 0,0-2 0 0,0 1 0 16,0-1 0-16,0 1 0 16,-1 0 0-16,0 0-176 0,0-1 176 15,0 1-208-15,0-1-1568 16,0 1-304-16,1 0-64 0,-1 0-11856 0</inkml:trace>
  <inkml:trace contextRef="#ctx0" brushRef="#br0" timeOffset="-151333.89">7315 7228 3679 0,'0'-7'320'0,"0"2"-320"0,0 3 0 16,0-2 0-16,0 3 1856 0,0-1 320 0,0 0 48 0,0-1 16 15,0 1-112-15,0-3-16 0,-1 0 0 0,-1 3 0 16,0-2-720-16,0 3-160 0,0 1-16 0,-2 1-16 16,2 3-144-16,-2 0-32 15,-1 2 0-15,1 1 0 0,0 2 64 0,-2 3 0 0,2 2 0 16,-2 3 0-16,1 4-160 0,-1 0-32 15,1 3 0-15,0 0 0 0,2-1-304 0,0-1-64 16,2 2-16-16,0-5 0 0,1-19-272 0,5 35-64 0,-5-35-16 0,11 36 0 0,-11-36-160 0,0 0 0 16,24 38 0-16,-24-38 0 15,0 0 0-15,0 0 0 16,39 40 0-16,-39-40-176 16,0 0-1024-16,0 0-208 0,41 14-32 0,-32-14-13408 0</inkml:trace>
  <inkml:trace contextRef="#ctx0" brushRef="#br0" timeOffset="-151058.54">7510 7273 12895 0,'-2'0'576'0,"1"0"112"16,0 0-560-16,1 1-128 0,0 1 0 0,0-2 0 0,0 2 1600 0,0 0 272 0,0 1 64 0,2 2 16 15,1 1 32-15,-3-6 0 16,0 0 0-16,0 0 0 15,0 0-1088-15,32 34-192 0,-32-34-64 0,0 0 0 0,0 0-128 16,40 30-48-16,-40-30 0 0,0 0 0 16,34 27 16-16,-34-27 0 0,0 0 0 0,30 33 0 15,-30-33-128-15,0 0-32 0,25 34 0 0,-25-34 0 16,0 0-128-16,0 0-16 0,26 42-16 0,-26-42 0 16,0 0-160-16,0 0 0 0,0 0 0 0,22 40 0 15,-22-40-1424-15,0 0-224 0,0 0-32 0,0 0-11904 16</inkml:trace>
  <inkml:trace contextRef="#ctx0" brushRef="#br0" timeOffset="-150858.9">7762 7233 11055 0,'-2'-5'480'0,"1"4"112"0,0 0-464 0,0 1-128 0,0 0 0 15,0 0 0-15,0 2 1808 0,-1 0 352 0,-1 3 64 0,-1 2 16 16,-3 4 416-16,-2 1 96 0,-1 3 0 0,-2 2 16 15,-1 0-1008-15,-2 1-208 0,0 0-32 0,-2 0-16 16,1 2-736-16,-3-2-160 0,2 1-32 16,-1-4 0-16,1 1-576 0,1-3 0 0,0 0 0 0,2-1 0 15,2 0-1504 1,0 0-272-16</inkml:trace>
  <inkml:trace contextRef="#ctx0" brushRef="#br0" timeOffset="-150383.25">7971 7252 11055 0,'-5'-2'976'0,"4"0"-784"0,-1 1-192 0,1 1 0 16,0-2 1536-16,1 2 256 0,0 0 48 0,0-2 16 0,0 1-192 15,1-1-16-15,1 2-16 0,0-1 0 0,2 0-688 0,1 1-144 16,0 0-32-16,2 1 0 0,-7-1 16 0,0 0 0 16,0 0 0-16,0 0 0 15,40 23-64-15,-40-23-16 0,0 0 0 0,0 0 0 0,38 42-320 16,-38-42-64-16,0 0 0 0,21 43-16 0,-21-43-160 0,0 0-16 16,10 41-128-16,-10-41 192 0,1 26-192 15,-3-13 144-15,-1 0-144 0,-1 1 128 0,-2-2 80 0,1 2 16 16,-2-2 0-16,1-1 0 15,-2-1-32-15,2-1-16 0,-1 1 0 0,-1-1 0 16,1-2-560-16,-1 1-96 0,1-2-32 16,-1-1-14480-16</inkml:trace>
  <inkml:trace contextRef="#ctx0" brushRef="#br0" timeOffset="-149874.22">8375 7292 6447 0,'0'0'576'16,"-1"0"-576"-16,0 0 0 0,1 0 0 0,0 0 1328 0,0 0 144 16,-1 0 48-16,-1 0 0 0,0 0 528 15,1 0 128-15,1 0 0 0,0 2 16 16,1-2-144-16,1 0-16 0,1 0-16 0,1 0 0 16,1 1-336-16,1-2-64 0,2 1-16 0,0-2 0 0,1 1-688 0,3 0-144 15,-2-1-16-15,2-1-16 0,0 1-448 0,0-1-96 16,0 1 0-16,-1-2-16 0,1 3-176 0,-1-3 0 15,0 1 0-15,-2 2-176 16,0-2-400-16,-1 1-64 0,1 1-32 0,-3-1 0 16,0 1-976-16,-2 1-192 0,-2 0-32 0,0 0-11120 15</inkml:trace>
  <inkml:trace contextRef="#ctx0" brushRef="#br0" timeOffset="-149636.79">8427 7409 10127 0,'-1'2'448'0,"0"0"96"0,0-2-544 0,0 0 0 0,1 0 0 0,0 1 0 15,0 1 1920-15,0-2 288 0,1 2 48 0,0 0 16 0,0 0 0 0,1 1 0 16,1-3 0-16,2 1 0 16,-1 0-832-16,3-1-160 0,0-1-48 0,2 0 0 0,0 1-400 0,0-3-96 15,2 1-16-15,0 0 0 16,1 0-240-16,0 0-48 0,-12 2-16 0,23-3 0 0,-13 0-224 0,-10 3-64 15,20-3 0-15,-9 0 0 32,-11 3-704-32,0 0-128 0,26-5-48 0,-19 4-14272 0</inkml:trace>
  <inkml:trace contextRef="#ctx0" brushRef="#br0" timeOffset="-149206.28">7461 7140 14735 0,'-2'-6'640'0,"0"3"160"0,0-2-640 0,2 4-160 0,0 0 0 0,-1-1 0 16,1 2 1600-16,-1-2 272 0,0-1 64 0,-1 0 16 15,1-1-272-15,-1 1-48 0,2-2-16 0,1 3 0 16,1 0-816-16,2 0-160 0,0-1-48 0,4 1 0 16,0 0 112-16,2 2 32 0,-10 0 0 0,0 0 0 15,46 2-32-15,-46-2 0 0,34 5 0 0,-34-5 0 16,44 3-480-16,-44-3-96 0,54 1-128 0,-54-1 176 16,52-1-1552-16,-26-2-304 0</inkml:trace>
  <inkml:trace contextRef="#ctx0" brushRef="#br0" timeOffset="-148782.95">9116 7027 12895 0,'-6'3'576'0,"1"1"112"0,1-2-560 0,1 0-128 16,2-1 0-16,0 1 0 15,-1 0 736-15,-1 2 112 0,0 0 32 0,-1 3 0 0,0 2-1008 0,2-3-208 16,1 0-48-16,1-3 0 16,1 1-352-16,0-2-80 0,2 0-16 0,3-1 0 0,-1-1 1472 15,4 0 304-15,0 0 48 0,1-2 16 16,-1 1 784-16,3-1 144 0,2-2 48 0,0 1 0 0,-2-2-208 0,1 1-48 16,1 1 0-16,-1-2 0 15,0 1-848-15,-2 1-176 0,0 1-48 0,-2-1 0 0,-2 1-656 0,-1 1 0 0,-2 1-208 0,-1-1 48 31,0 1-1872-31,-3 0-368 0</inkml:trace>
  <inkml:trace contextRef="#ctx0" brushRef="#br0" timeOffset="-148479.52">9117 7088 3679 0,'-1'0'320'0,"1"0"-320"15,0 0 0-15,0 0 0 0,0 1 2288 0,0 0 384 16,0 2 80-16,0-2 0 0,-1 4 128 0,0 1 0 15,-1 1 16-15,0 1 0 0,0 1-1264 0,-1 2-256 16,0 1-48-16,-1 2-16 0,-1 3-608 0,0-2-112 0,-2 1-16 0,1 3-16 0,0 1-240 16,1-2-64-1,0 1 0-15,1-3 0 0,1 1 32 0,1-2 0 0,0-1 0 16,2-14 0-16,0 0-288 0,4 33 0 0,-4-33 0 0,0 0 0 16,0 0 0-16,0 0 0 0,20 35 0 0,-20-35 0 15,0 0 0-15,0 0 0 0,0 0 0 0,39 15 0 0,-39-15 128 16,0 0-128-16,31 0 0 0,-19-1 0 15,-12 1 0-15,21-3 0 0,-11 2 0 0,0-2 0 0,1 1-144 16,0 0-48-16,-2 1 0 0,1-2 0 16,-1 2-368-16,1-1-80 0,-2-1 0 0,-1 1-16 15,1-1-512-15,-2-1-112 0,2 1 0 0,-3-2-10672 0</inkml:trace>
  <inkml:trace contextRef="#ctx0" brushRef="#br0" timeOffset="-148246.55">9139 7318 8287 0,'-4'-2'736'0,"2"0"-592"15,0 2-144-15,1-2 0 0,1 1 2016 0,0 1 368 16,0 0 80-16,0-2 16 0,1-1 192 0,1 1 32 16,2-2 16-16,1-1 0 0,0 1-1280 0,2 1-256 15,0-2-48-15,1 2-16 0,3 1 0 0,0-2 0 0,-11 4 0 16,26-6 0-16,-26 6-304 0,28-4-64 15,-28 4-16-15,27-4 0 0,-27 4-448 0,27-4-96 16,-27 4 0-16,26-4-16 16,-26 4-528-16,26-7-96 0,-26 7-32 0,29-9-16096 0</inkml:trace>
  <inkml:trace contextRef="#ctx0" brushRef="#br0" timeOffset="-147983.18">9645 7064 3679 0,'-1'1'320'0,"0"1"-320"16,1-2 0-16,-1 0 0 0,0 0 2112 0,0 1 336 16,0 0 80-16,-3 2 16 0,-1 1-256 15,0 1-48-15,-2 0-16 0,1-1 0 0,-2 2-1392 16,2-2-256-16,-2 3-64 0,2 0-16 0,-2 1-144 0,2-1-32 16,0 2 0-16,1 1 0 0,-1 0 640 0,0 3 112 15,1 2 16-15,1 0 16 0,0 1 64 0,1 3 16 16,1 1 0-16,0 2 0 0,2-2-592 0,0 2-112 15,0-22-32-15,4 42 0 0,-4-42-448 0,7 37 128 16,-7-37-128-16,0 0 0 16,20 40-192-16,-20-40-96 0,0 0-16 0,0 0-9488 15,0 0-1920-15</inkml:trace>
  <inkml:trace contextRef="#ctx0" brushRef="#br0" timeOffset="-147775.52">9771 7179 12895 0,'2'4'1152'0,"-1"-4"-928"0,1 3-224 15,-1-1 0-15,1-1 2608 0,-1 0 464 0,0 2 112 0,-1-3 16 16,0 0-640-16,0 0-112 0,29 40-16 0,-29-40-16 16,23 35-1632-16,-23-35-320 0,24 41-64 0,-24-41-16 15,26 41-192-15,-26-41-32 0,22 37-16 0,-22-37 0 0,0 0 176 0,31 45 48 16,-31-45 0-16,0 0 0 15,29 31-528-15,-29-31-96 0,0 0-32 0,0 0-15584 0</inkml:trace>
  <inkml:trace contextRef="#ctx0" brushRef="#br0" timeOffset="-147601.37">10051 7164 14735 0,'-3'5'1312'0,"-2"0"-1056"0,1-1-256 0,1 1 0 15,0 0 2432-15,-5 5 448 0,-6 6 64 0,-10 13 32 16,-8 11-688-16,-3 1-144 16,0-4-32-16,5-6 0 0,5-5-960 0,4-7-208 15,5-2-48-15,3-5-11216 0,4-3-2256 0</inkml:trace>
  <inkml:trace contextRef="#ctx0" brushRef="#br0" timeOffset="-144587.45">10172 7047 22111 0,'1'0'1968'0,"-1"0"-1584"0,1 0-384 0,0 0 0 0,1 1 1184 0,-1 1 160 16,-1-2 16-16,0 0 16 0,0 0 96 15,0 0 32-15,28 31 0 0,-28-31 0 16,0 0-480-16,21 36-80 0,-21-36-32 0,0 0 0 0,17 47-352 0,-17-47-80 15,8 34-16-15,-8-34 0 0,1 37-48 0,-5-16-16 16,-2 1 0-16,-2 2 0 16,-3 0-176-16,-2 0-32 0,0-1-16 0,-1 0 0 0,2-3-176 0,-2-2-144 0,1 2 144 0,0-1-208 31,1 0-560-31,0-1-128 0,0 1 0 0,1-2-15584 0</inkml:trace>
  <inkml:trace contextRef="#ctx0" brushRef="#br0" timeOffset="-137105.56">11767 7079 14735 0,'-2'-6'1312'0,"1"2"-1056"0,1 0-256 0,0 1 0 0,-1 1 896 0,1-2 128 16,0 1 32-16,0-3 0 0,0-3 1168 15,-1-3 224-15,1 1 48 0,-1 1 16 0,3 3-656 0,-2 3-128 16,0-1-16-16,1 3-16 0,0 2-704 0,0 2-144 0,1 0-16 0,-2-2-16 31,0 0-416-31,0 0-80 0,0 0 0 0,0 0-16 16,16 36-112-16,-16-36-32 0,0 0 0 0,9 34 0 15,-9-34-160-15,7 29 0 0,-7-29 0 0,10 39 128 16,-5-13-128-16,2 2 0 0,-2-1 0 0,2 1 0 0,0 2 0 0,1 0 0 16,-2 0 0-16,2-4 0 0,-8-26 0 0,13 42 0 15,-13-42 0-15,13 32 0 0,-13-32 0 0,0 0 0 16,0 0 0-16,24 33 0 0,-24-33 0 0,0 0 0 16,0 0 0-16,0 0 0 0,0 0 0 0,0 0 0 15,0 0 0-15,0 0 128 0,27-14 192 0,-25 6 16 0,2-1 16 0,0-5 0 0,1-1-160 0,2-4-16 16,0-1-16-16,2-2 0 0,1-2-160 0,1-2 0 31,1 0 0-31,0 2 128 0,1 0-128 0,-1 3 0 0,1 1 0 0,-1 3 0 16,-2 4 0-16,0 2 0 0,-1 3 0 0,-2 6 0 31,-1-2-1632-31,-2 3-208 0</inkml:trace>
  <inkml:trace contextRef="#ctx0" brushRef="#br0" timeOffset="-136791.33">12359 7013 6447 0,'0'-1'576'0,"0"1"-576"0,0-2 0 0,0 2 0 16,2-1 1216-16,-2 1 128 0,-1 0 16 0,1 0 16 0,-1 0 480 0,-1 0 112 15,0 1 16-15,-1 1 0 0,1 1-768 0,-1-1-128 16,-1 3-48-16,1-1 0 15,0 2-240-15,1 0-48 0,-1-1-16 0,0 2 0 0,1 3 256 0,-1-2 48 16,2 3 16-16,-3 3 0 0,0 1-352 0,1 2-80 16,1 3-16-16,-1-1 0 0,1 5-224 0,-1 0-64 15,2 0 0-15,0 2 0 0,2-2-16 0,1-1-16 16,-2-23 0-16,8 35 0 0,-8-35-112 0,0 0-32 0,23 34 0 0,-23-34 0 16,0 0-144-16,0 0 0 0,47 19 0 0,-47-19 0 31,0 0-608-31,36 0-48 0,-36 0-16 0,25-5-13552 0</inkml:trace>
  <inkml:trace contextRef="#ctx0" brushRef="#br0" timeOffset="-136529.52">12533 7128 18431 0,'0'0'816'0,"0"1"160"0,1 1-784 0,0-2-192 16,0 0 0-16,0 1 0 15,0 1 1392-15,1 1 224 0,-2-3 48 0,0 0 16 16,0 0-16-16,0 0 0 0,44 37 0 0,-44-37 0 0,0 0-1088 0,42 35-240 16,-42-35-32-16,29 31-16 0,-29-31 128 0,32 36 32 15,-32-36 0-15,30 40 0 16,-30-40-80-16,25 33-16 0,-25-33 0 0,0 0 0 16,32 34-352-16,-32-34 0 0,0 0 0 0,0 0 0 15,0 0-704-15,0 0-176 16</inkml:trace>
  <inkml:trace contextRef="#ctx0" brushRef="#br0" timeOffset="-136368.45">12801 7117 15663 0,'-4'0'688'0,"2"2"144"0,0-2-656 0,-1 3-176 0,1-1 0 0,1-2 0 16,-2 2 1600-16,-1 3 272 0,-3 4 64 0,-4 3 16 15,-1 5 176-15,-2 2 48 16,-1 0 0-16,0 2 0 0,0-1-576 0,1 0-96 15,0-3-32-15,1 0 0 0,3-3-768 0,1-4-176 16,1-1-16-16,2-2-16 0,-1 3-1424 16,2-6-288-16,1 1-48 0,0-4-14160 0</inkml:trace>
  <inkml:trace contextRef="#ctx0" brushRef="#br0" timeOffset="-135539.5">12578 6928 8287 0,'-3'4'736'0,"0"-2"-592"15,1 0-144-15,0-2 0 0,1 1 1440 0,0 1 256 0,-3 3 48 16,-3 2 16-16,2 0-16 0,-1 0 0 0,3-2 0 0,4-3 0 16,2-2-16-16,3-1 0 15,1-2 0-15,2-3 0 0,3 2-48 0,0-5-16 0,2 2 0 0,1-1 0 16,1 2-752-16,-16 6-144 16,32-10-48-16,-32 10 0 0,36-10-400 0,-36 10-96 15,31-4-16-15,-31 4 0 0,0 0-208 0,42 0 0 0,-42 0 0 0,0 0-160 31,0 0-1232-31,45 4-240 0</inkml:trace>
  <inkml:trace contextRef="#ctx0" brushRef="#br0" timeOffset="-135296.15">13012 6907 13823 0,'0'0'608'0,"0"0"128"0,0 0-592 0,0 0-144 0,0 0 0 0,0 0 0 0,0 0 1040 0,20 32 176 16,-20-32 48-16,0 0 0 0,24 50-704 0,-24-50-144 0,19 45-32 0,-19-45 0 16,17 45-384-16,-17-45 0 15,16 49 0-15,-16-49 0 0,13 51 656 0,-8-25 48 16,-1 2 16-16,-1-4 0 0,-3 0 208 0,-1-1 32 16,-3-3 16-16,0 0 0 0,-3-3-288 0,-1 0-64 0,0-2-16 0,-2 0 0 15,-1-1-800-15,0-1-176 16,-1 1-16-16,-1-3-11696 0</inkml:trace>
  <inkml:trace contextRef="#ctx0" brushRef="#br0" timeOffset="-135009.65">13408 7148 13823 0,'0'2'1216'0,"0"0"-960"0,0-2-256 0,0 1 0 0,0-1 752 0,0 0 96 16,-1 0 32-16,1 2 0 0,-1-2-752 15,1 0-128-15,0 0 0 0,0-2-128 32,1 1-1296-32,0 1-256 0,0-2-48 0,2 2-16 0,1-2 1344 0,0 2 272 0,0-3 128 0,2 1-128 15,-6 2 1440-15,0 0 288 0,0 0 64 0,0 0 16 16,35-5-512-16,-35 5-96 0,0 0-32 0,0 0 0 0,36-1-320 0,-36 1-64 15,0 0-16-15,35-1 0 16,-35 1-224-16,0 0-48 0,32-4-16 0,-32 4-7184 16,0 0-1424-16</inkml:trace>
  <inkml:trace contextRef="#ctx0" brushRef="#br0" timeOffset="-134810.18">13446 7216 21183 0,'0'3'944'0,"0"-3"192"0,1 2-912 0,0-1-224 16,0 1 0-16,0-2 0 0,1 0 1536 0,-2 0 256 0,0 0 48 0,0 0 16 15,0 0-96-15,40 14-16 16,-40-14 0-16,0 0 0 0,39 4-1104 0,-39-4-208 16,0 0-48-16,36 0-16 15,-36 0-688-15,0 0-144 0,33-2-32 0,-33 2-14784 0</inkml:trace>
  <inkml:trace contextRef="#ctx0" brushRef="#br0" timeOffset="-128790.55">14297 6638 18431 0,'-2'-2'1632'0,"0"-1"-1312"0,2 3-320 0,0 0 0 0,0 0 960 0,0 0 128 16,-2-2 32-16,1 0 0 15,-2 1 160-15,0-1 16 0,1 2 16 0,-1-2 0 0,2 4-208 0,0-2-32 16,0 2-16-16,0 1 0 16,0 2-400-16,1-5-80 0,0 0 0 0,1 15-16 15,-1-15-176-15,0 0-48 0,4 25 0 0,-4-25 0 16,6 24-336-16,-6-24 144 0,6 33-144 0,-6-33 0 16,9 45 0-16,-5-21 0 0,1 2 0 0,0 2 0 15,0 0 0-15,1 3 0 0,0-2 0 0,1-5 0 16,-7-24-192-16,16 40 16 0,-16-40 0 0,0 0 0 15,26 27 176-15,-26-27-208 0,0 0 80 0,0 0 128 16,35-9-240-16,-28 0 80 0,1-5 16 0,-1-5 0 0,0 1 592 0,0-4 112 16,1-2 16-16,-1 0 16 15,0 5-80-15,1-6-32 0,1-2 0 0,-1-1 0 0,2 1-224 0,-2 2-32 16,0 3-16-16,0 1 0 0,-2 4-208 0,0 3 0 16,-3 2 0-16,2 3 0 0,-1 1 0 0,-1 4 0 15,-3 4 0-15,0 0 0 16,0 0-656-16,0 0-80 0,0 0-16 0,0 0-9808 15,0 0-1952-15</inkml:trace>
  <inkml:trace contextRef="#ctx0" brushRef="#br0" timeOffset="-128535.3">14701 6602 17503 0,'0'0'768'0,"10"-9"176"0,-10 9-752 0,0 0-192 16,0 0 0-16,0 0 0 0,0 0 1648 0,0 0 288 0,0 0 64 0,0 0 16 15,0 0-224-15,0 0-64 0,0 0 0 0,0 0 0 16,-3 11-688-16,-5-1-144 0,0 4-16 0,0 0-16 16,-1 4-480-16,1 0-80 0,1 4-32 0,0 1 0 15,2-4 16-15,2 3 0 0,1-3 0 0,1 0 0 16,1-1-80-16,0-18-16 0,6 31 0 0,-6-31 0 16,10 26-192-16,-10-26 0 0,0 0 0 0,25 27 0 31,-25-27-528-31,0 0-112 0,0 0 0 0,43 16-16 15,-43-16-960-15,0 0-192 0,37-4-48 0,-37 4-11568 0</inkml:trace>
  <inkml:trace contextRef="#ctx0" brushRef="#br0" timeOffset="-128332.61">14843 6671 17503 0,'-2'-5'768'0,"1"4"176"0,1 1-752 0,0 0-192 0,0 0 0 0,0 0 0 15,0 0 1776-15,0 0 320 0,0 0 64 16,2 23 16-16,-2-23-112 0,5 21-16 15,-5-21 0-15,7 26 0 0,-7-26-1280 0,0 0-256 16,18 35-48-16,-18-35-16 0,0 0-448 0,27 38 0 0,-27-38 0 0,0 0 0 16,34 36 0-16,-34-36-128 15,23 26-16-15,-23-26 0 16,0 0-944-16,28 32-192 0,-28-32-48 0,0 0 0 16,0 0-800-16,0 0-176 0</inkml:trace>
  <inkml:trace contextRef="#ctx0" brushRef="#br0" timeOffset="-128173.93">15030 6657 7359 0,'-2'-3'320'0,"0"3"80"0,2 0-400 0,-3 0 0 0,1 3 0 0,0-1 0 0,1 1 1792 15,-4 1 288-15,-2 6 48 0,-3 2 16 16,-3 6-176-16,-2 0-48 0,0 2 0 0,0 0 0 16,0-1-336-16,0 0-80 0,1-3-16 0,0 0 0 15,2-3-656-15,1-2-144 0,2-1-32 0,1-6-9152 16,2 1-1824-16</inkml:trace>
  <inkml:trace contextRef="#ctx0" brushRef="#br0" timeOffset="-127940.02">15093 6616 20271 0,'0'0'896'0,"0"0"192"0,0 0-880 0,0 0-208 15,0 0 0-15,0 0 0 0,0 0 1040 0,23 27 176 16,-23-27 16-16,0 0 16 0,35 26-816 0,-35-26-176 16,30 21-16-16,-30-21-16 15,27 21-784-15,-27-21-144 0,0 0-48 0,27 34 0 16,-27-34 192-16,0 0 48 0,11 38 0 0,-11-38 0 0,-3 33 192 0,-3-18 64 16,-1 0 0-16,-4 2-8832 0</inkml:trace>
  <inkml:trace contextRef="#ctx0" brushRef="#br0" timeOffset="-127587.93">14134 7162 3679 0,'-3'0'320'0,"1"0"-320"0,0 0 0 0,1 0 0 0,0-2 1216 0,1 2 160 16,0 0 32-16,-1 0 16 0,0 0 480 0,-1 0 80 16,-1-2 32-16,1 2 0 0,1-1-1088 0,0 1-224 15,0 0-32-15,0 0-16 16,1 0-1552-16,-2-2-304 0,-7-1-64 0</inkml:trace>
  <inkml:trace contextRef="#ctx0" brushRef="#br0" timeOffset="-126958.9">14135 7169 10127 0,'-1'0'896'0,"0"-2"-704"16,1 1-192-16,0 1 0 0,0 0 1040 0,-1 0 176 0,1 0 48 15,-2-2 0-15,1 2 112 0,-1-1 32 16,0 0 0-16,2 1 0 0,-1 0-592 0,0 0-112 16,1 0-32-16,0 1 0 0,0-1 80 0,0 0 16 15,0 0 0-15,0 0 0 0,0 0 144 0,0 0 48 16,0 0 0-16,0 0 0 0,0 0-16 0,37 8 0 16,-37-8 0-16,0 0 0 0,0 0 0 0,31-9 0 0,-31 9 0 0,0 0 0 15,34-12-224-15,-34 12-32 0,0 0-16 16,43-12 0-16,-43 12-288 0,0 0-48 0,49-5-16 0,-49 5 0 15,37 0-128-15,-37 0-16 0,39 1-16 0,-39-1 0 16,41 2 32-16,-41-2 16 16,43 2 0-16,-43-2 0 0,45 2-48 0,-45-2-16 0,47 0 0 0,-47 0 0 15,53-2-144-15,-53 2 0 0,57-4 0 0,-57 4 128 16,66-3-128-16,-32 0 0 0,1-1 0 0,-2-1 0 16,-33 5 0-16,57-7 0 0,-57 7 0 15,61-10 0-15,-61 10 0 0,60-6 0 0,-60 6 0 0,58-6 0 16,-58 6 0-16,60-4 0 0,-60 4 0 0,52-5 0 0,-52 5 0 0,36-4 0 15,-36 4 0-15,41-4 0 16,-41 4 0-16,35-4 0 0,-35 4 0 0,0 0 0 16,39-1 0-16,-39 1 0 0,0 0 0 0,0 0 0 15,0 0-448-15,0 0-64 0,0 0 0 0,0 0-16 16,34-3-1424-16,-34 3-288 0,0 0-48 0,0 0-12624 0</inkml:trace>
  <inkml:trace contextRef="#ctx0" brushRef="#br0" timeOffset="-126298.2">14750 7290 13823 0,'-6'-2'608'0,"3"2"128"0,0-2-592 0,2 1-144 0,-1 1 0 0,1 0 0 0,0 0 1360 0,-1 0 240 16,-1 1 64-16,0 1 0 15,-1 0 672-15,1 0 144 0,-1 3 16 0,2 0 16 16,0 2-736-16,0 0-160 0,0 1-16 0,2-8-16 0,-3 23-704 0,3-23-144 16,-2 26-32-16,0-11 0 0,-1 1-448 0,-1 0-80 15,0 3-32-15,0-2 0 0,-1-1-144 0,0-2 0 16,1-1 0-16,-2 1 0 0,1 2 0 0,-2-3 0 0,2-1 0 0,-1-1 0 31,2-2 0-31,1-3 0 0,0 0 0 0,0-1 0 0,0-3 0 0,1 1 0 0,1-3 0 0,0 0 0 16,1-3-304-16,-1-1 64 15,2 1 16-15,-1-3 0 0,1 0-192 0,0-1-32 0,0-2-16 0,0-2 0 0,2 0 464 0,-1 0 0 16,2-3 0-16,-2-1 0 0,3 1 0 0,-1-3 160 16,1 3 0-16,1 0 0 15,-1 2 128-15,2 0 32 16,-1 3 0-16,2-3 0 0,-8 12 96 0,18-21 32 0,-18 21 0 16,22-17 0-16,-22 17-96 0,23-19-16 0,-23 19 0 0,25-12 0 0,-25 12-64 0,0 0-16 15,34-11 0 1,-34 11 0-16,0 0-128 0,0 0-128 15,0 0 192-15,40 6-192 0,-40-6 128 0,0 0-128 16,0 0 0-16,26 27 0 0,-26-27 0 0,0 0 0 16,16 28 0-16,-16-28 0 0,0 0 128 0,13 33-128 15,-13-33 0-15,6 26 0 0,-6-26 0 0,5 26 160 0,-5-26-160 16,3 28 128-16,-3-28-128 0,1 24 0 0,-1-24 0 16,0 19 0-16,0-19 0 0,-2 17 0 0,0-10 0 15,2-7 0-15,-2 9-288 0,2-9-96 0,0 0 0 0,0 0-17536 16</inkml:trace>
  <inkml:trace contextRef="#ctx0" brushRef="#br0" timeOffset="-125490.08">15156 6716 3679 0,'-3'-5'160'0,"0"1"32"0,1 1-192 0,1-1 0 0,1 1 0 0,-1 1 0 0,1-1 752 15,-1-1 96-15,-1-3 32 0,-1 0 0 0,1-2 80 0,-1 3 32 16,2 1 0-16,-1 1 0 0,1 2 32 0,-1 1 0 16,0 2 0-16,2-1 0 15,-3 2 448-15,2-1 80 0,-1 0 32 0,2-1 0 16,-1 0 160-16,1 0 48 0,0 0 0 0,0 0 0 16,-1 0-192-16,1 0-16 0,0-1-16 0,0 1 0 15,2-3-608-15,-2 2-112 0,1-1-16 0,0-1-16 0,-1 3-304 0,0 0-64 16,0 0-16-16,0 0 0 15,0 0-48-15,0 0 0 0,18-11 0 0,-18 11 0 16,0 0 0-16,0 0 0 0,0 0 0 0,0 0 0 0,0 0-128 0,0 0-16 0,34 14-16 0,-34-14 0 16,0 0-224-16,0 0 176 15,0 0-176-15,0 0 160 0,30 29-160 0,-30-29 192 16,0 0-192-16,0 0 192 0,0 0-192 0,0 0 0 0,28 26 144 0,-28-26-144 16,0 0 0-16,0 0 0 0,0 0 0 0,0 0 0 15,0 0 0-15,23 28 0 0,-23-28 0 0,0 0 0 16,0 0 0-16,5 24 0 0,-5-24 0 0,0 0 0 15,-1 21 0-15,1-21 0 0,-1 17 0 16,1-17 0-16,-2 18 0 0,2-18 0 0,-2 17 0 0,2-17 0 0,-2 17 0 0,2-17 0 16,-3 16 0-16,3-16 0 15,0 0 0-15,-3 19 0 0,3-19 0 0,-4 12 0 16,4-12 0-16,-5 10 0 0,2-3 0 0,-1-3 0 16,0 1 0-16,0 0 0 0,-2 2 0 0,0 0 0 15,1 0 0-15,-3 0 0 16,1 1 0-16,-1-2 0 0,-2 3 0 0,0-1 0 0,0-1 0 0,-1 1 0 15,1-1 0-15,-1 0 0 0,2-3 0 0,0 1 0 0,1 0 0 16,0-3 0-16,2 0 0 0,0 1 0 0,1 0 0 0,2-3 0 16,0 0 0-16,1 0 0 15,0-2-704-15,2-1-128 0</inkml:trace>
  <inkml:trace contextRef="#ctx0" brushRef="#br0" timeOffset="28619.48">6884 8826 10127 0,'-1'-4'896'0,"1"1"-704"0,0 1-192 0,0 0 0 16,0 1 0-16,1 1 0 0,0-2-160 0,0 1 160 0,1 0 336 0,1-2 176 15,-1 1 16-15,0 2 16 0,2 2 96 0,-2 1 32 16,0-1 0-16,1 3 0 0,-2 0 704 0,2-1 144 0,1 1 16 0,1-2 16 16,-1 0-64-16,2 0-16 15,0-2 0-15,2 1 0 0,0-2-576 0,0 0-128 16,3 0-32-16,-1-3 0 0,2 0-272 0,1 0-48 16,1 0-16-16,-1-2 0 0,1 1-112 0,-1-1-32 15,2 2 0-15,-2-1 0 0,1-1-256 0,-1 0 0 0,-1 1 0 16,-1-1 0-16,0 2 0 0,-3-1 0 0,-1 1 0 0,-1-1 0 15,-1 1-448-15,-1 1-32 0,-1 0-16 0,-3 1 0 32,0 1-1136-32,-2 0-224 0,-2 3-64 0,0-1-8704 0</inkml:trace>
  <inkml:trace contextRef="#ctx0" brushRef="#br0" timeOffset="29004.24">6995 8834 3215 0,'-3'-2'0'0,"0"1"128"0,1-1-128 0,0 1 192 0,1 1-192 0,1 0 0 0,-1-2 0 0,0 2 0 16,-2 0 1792-16,-1-1 320 0,0 2 64 0,0 1 0 15,0 1-80-15,0 0-32 0,1 1 0 0,0 1 0 16,-1 3-496-16,1 1-96 0,1 0-32 0,-2 0 0 16,0 3-512-16,0 2-96 0,0 1-32 0,-2 1 0 15,2 1-400-15,-2-3-80 0,0 3 0 0,0 0-16 0,-1 1-304 0,-2 1 128 16,2-1-128-16,-1 0 0 0,1 1 144 0,0-2-144 15,2 0 0-15,-1 1 144 0,3-2 48 0,-1-1 16 16,2 0 0-16,1-2 0 0,1 0-208 16,1-2 176-16,-1-11-176 0,0 0 160 0,0 0-160 0,14 35 0 15,-14-35 0-15,0 0 0 0,0 0 0 0,0 0 0 16,40 24 0-16,-40-24 0 0,0 0 0 0,40 3 0 16,-40-3 0-16,0 0 0 0,46-1 0 0,-46 1 0 15,33 0 0-15,-33 0 0 0,33-2 0 0,-33 2 0 0,0 0 144 16,43-2-144-16,-43 2 144 0,0 0-144 0,30-4 192 0,-23 3-192 15,-2-1 0-15,0-1 0 0,-1 1 0 0,-3-2 0 32,1 1-320-32,-1 0-160 0,-1-3-32 0,-1 0-7936 0,-1 2-1600 0</inkml:trace>
  <inkml:trace contextRef="#ctx0" brushRef="#br0" timeOffset="29242.23">6914 9085 1839 0,'-12'-3'160'0,"5"2"-160"0,1 0 0 0,1 1 0 16,2 0 2000-16,2 0 368 0,-1 0 80 0,-2 0 16 0,-2-2 32 0,0 2 16 16,-1 0 0-16,3 0 0 15,0 0-704-15,3 0-144 0,1-2-16 0,2 2-16 0,2 2-688 16,1-2-144-16,3 0-32 0,1 0 0 0,-9 0-320 0,0 0-64 16,38 3 0-16,-38-3-16 0,0 0-160 0,53 1-16 15,-53-1-16-15,38 0 0 16,-38 0-176-16,37-2 0 0,-37 2 0 0,38-7 0 15,-38 7-128-15,39-7-16 0,-39 7 0 0,35-8 0 16,-18 5-1120-16,-2-2-208 0,0 0-64 0,-1 0-10160 0</inkml:trace>
  <inkml:trace contextRef="#ctx0" brushRef="#br0" timeOffset="29573.62">7599 8815 14735 0,'0'0'1312'0,"0"-1"-1056"0,0 1-256 0,0 0 0 16,0 0 1760-16,-1 0 288 0,0 0 64 0,-1 0 16 0,-1 0-208 0,-2 0-64 16,1 0 0-16,-3 3 0 0,1 2-992 0,-1-2-208 15,0 3-32-15,-1 0-16 0,1 2-304 0,-2 2-64 16,1 4-16-16,1-2 0 0,0 3-224 0,0 3 144 15,-1 1-144-15,2 2 128 0,1-1-128 0,2 3 0 16,0 3 0-16,2 3 0 0,2-1 0 0,2 1 0 16,4 1 0-16,-7-30 0 0,17 53 0 15,-17-53 0-15,23 42 0 0,-23-42 0 16,29 31 208-16,-29-31-32 0,0 0-16 0,50 33 0 0,-50-33-160 0,0 0 0 0,44 22 0 0,-44-22 0 31,0 0-1104-15,41 11-304-16</inkml:trace>
  <inkml:trace contextRef="#ctx0" brushRef="#br0" timeOffset="30671.98">7952 8938 10127 0,'0'0'896'0,"0"-2"-704"0,0 1-192 0,0 1 0 15,0 0 1168-15,0 0 208 0,0 0 32 0,1-2 16 0,-1 0 176 0,1 1 48 16,0 1 0-16,1 0 0 0,1 0-384 0,0 0-80 16,0 1-16-16,0 1 0 0,1 1-272 0,0-1-48 15,0 2-16-15,0-1 0 16,1 2-208-16,-2-1-48 0,2 1-16 0,-1 2 0 0,-1 0-240 0,2-2-32 0,-1 3-16 15,-1 0 0-15,1 0-48 0,-1-1-16 16,0 2 0-16,0 3 0 0,-1 0-48 0,1 0-16 16,-3-12 0-16,5 30 0 0,-4-15-16 0,0 2-128 15,-2 1 192-15,0 2-64 0,-1-2-128 0,-1-1 160 0,0 0-160 0,0-5 160 16,0 0-160-16,-1-3 0 16,0 0 0-16,2-4 128 0,-1 0-128 0,0-1 128 0,0-1-128 0,2-3 128 15,0 0 48-15,-1-3 0 16,0-1 0-16,-1-1 0 0,0 0 176 0,0-1 32 15,0-2 16-15,0 1 0 0,0-4-224 0,0 1-48 16,1-2-128-16,-1-2 192 0,-1 2-192 0,1-2 0 16,0-1 0-16,-1-1-160 0,1 2-48 0,-1-2-16 0,0-2 0 15,-1 1 0-15,2 4 80 0,2 0 16 0,-1 1 0 0,1 1 0 16,0 2 128-16,1 1 0 16,1 4 0-16,1-3 0 0,0 4 0 0,2-1 0 0,1 1 0 0,0 1-128 15,2 1 128-15,1-1 0 0,0 2 0 0,2-2 0 16,-1 0 0-16,2 0 0 0,0-1 128 0,0 0-128 15,1 1 0-15,1-3 144 0,-2 3-144 0,-1-3 0 16,-1 3 0-16,-1-3 0 0,3 2 0 0,-3-1 0 0,0 2 0 0,1-1 0 0,-2-1 0 0,0 1 0 31,-2 3-240-31,0-2-48 0,-1-1-16 0,-1 3 0 16,0-2-992 0,-1 0-208-16,-1 1-32 0,-1 1-11920 0</inkml:trace>
  <inkml:trace contextRef="#ctx0" brushRef="#br0" timeOffset="31089.75">7823 8831 11055 0,'-2'3'480'0,"1"-1"112"0,1 0-464 0,0-2-128 16,0 2 0-16,0-2 0 0,0 0 1680 0,1 0 320 0,0 0 64 0,1-2 16 15,1-2-240-15,0-1-48 16,2 0-16-16,-1-4 0 0,2 1-1024 0,0-3-208 0,0-1-32 0,1 0-16 16,1-2-272-16,-1 0-48 15,3-1-16-15,-2 1 0 0,1-3-160 0,0 3 0 0,-1 0 0 16,0 0 128-16,1 0-128 0,0-1 0 0,-1 1 0 0,1 0 128 15,0 2 0-15,-2 2-128 0,1 2 192 0,-2 2-64 16,1 2 112-16,-2 2 16 16,1 1 0-16,0 1 0 0,0 2 128 0,-1 1 16 0,0 4 16 0,0-2 0 0,-5-5-128 0,0 0-32 15,0 0 0-15,20 40 0 0,-20-40-128 0,0 0-128 16,15 41 192-16,-15-41-192 0,0 0 0 0,20 46 0 16,-20-46 0-16,0 0 0 0,22 39 0 0,-22-39 0 15,0 0 0-15,0 0 0 16,30 37-304-16,-30-37-160 0,0 0-48 0,0 0-13024 15</inkml:trace>
  <inkml:trace contextRef="#ctx0" brushRef="#br0" timeOffset="31404.93">8412 8662 19343 0,'0'1'848'0,"0"-1"192"15,0 2-832-15,0-2-208 16,1 0 0-16,-1 0 0 0,1 3 1168 0,1-3 192 0,1 2 48 0,1 0 0 16,1 3-80-16,-5-5-16 0,0 0 0 0,0 0 0 15,0 0-432-15,36 33-96 16,-36-33-16-16,0 0 0 0,32 43 128 0,-32-43 0 16,26 40 16-16,-26-40 0 0,28 45-272 0,-28-45-64 15,27 48-16-15,-27-48 0 0,26 45-240 0,-26-45-64 0,22 45 0 16,-22-45 0-16,14 38-256 0,-14-38 128 0,8 36-128 15,-8-18 0-15,-2 1 0 0,-3 0 0 0,-3 0 0 0,-1 0 0 16,-2 0 0-16,-2 0 0 0,-3 0 0 0,0 0 0 31,-2-2-560-31,-2 0-160 0,0 1-48 0,0-4-15456 0</inkml:trace>
  <inkml:trace contextRef="#ctx0" brushRef="#br0" timeOffset="31689.8">8916 8895 2751 0,'-1'0'256'0,"0"0"-256"16,0 0 0-16,1 0 0 0,-1 0 1216 0,1 1 208 15,-1 1 48-15,-2 0 0 0,0 0 1056 0,0 3 224 16,1-2 32-16,1 1 16 0,2-4-368 0,3 2-64 16,2 0 0-16,1-2-16 0,2-2-736 0,-9 2-144 15,27-4-16-15,-27 4-16 0,35-8-704 0,-15 4-144 0,-20 4-16 0,41-10-16 16,-41 10-432-16,40-6-128 0,-40 6 0 0,36-8 0 31,-36 8-384-31,28-5-192 0,-28 5-48 0,0 0-9040 16,0 0-1824-16</inkml:trace>
  <inkml:trace contextRef="#ctx0" brushRef="#br0" timeOffset="31837.94">8945 9049 16575 0,'-5'7'736'0,"3"-4"160"0,1 1-720 0,1-1-176 0,0-1 0 0,0 0 0 0,2-2 2240 0,2 3 432 16,-4-3 80-16,0 0 0 0,0 0-256 0,44 17-64 15,-44-17-16-15,38 2 0 0,-38-2-1280 0,46-5-256 16,-20 2-48-16,1-1-16 15,0-1-816-15</inkml:trace>
  <inkml:trace contextRef="#ctx0" brushRef="#br0" timeOffset="72064.33">8105 8264 19343 0,'0'0'1728'0,"-1"0"-1392"15,1 0-336-15,0 0 0 0,-1 0 1600 0,1 0 256 16,-2-1 64-16,1 0 0 0,0 1 112 0,0-2 16 16,2-1 16-16,0 1 0 0,2-3-848 0,1 1-192 15,2 1-16-15,1-3-16 0,3 0-368 0,0 1-80 16,2 1-16-16,-1 1 0 0,-11 3-240 0,26-5-48 0,-26 5-16 0,0 0 0 16,38 8-224-16,-38-8 0 15,0 0 0-15,0 0 0 0,0 0 0 0,27 35 0 16,-29-25 0-16,-3 2 0 0,-2 2 0 0,-3 0 0 15,-3 0 0-15,-1 1 0 0,-1-1 0 0,0 0 0 0,0-2 0 0,1 0 0 16,2 0 0-16,0-1 0 16,5-3 0-16,2 2 0 0,3-1 0 0,2-2 128 0,0-7-128 0,0 0 0 15,0 0 0-15,0 0 0 16,36 30 128-16,-36-30-128 0,0 0 160 0,42 8-16 0,-42-8 0 0,36 2 0 0,-36-2-144 16,38-3 0-16,-38 3 144 0,39-4-18272 15</inkml:trace>
  <inkml:trace contextRef="#ctx0" brushRef="#br0" timeOffset="73055.05">6285 5351 14735 0,'-2'-1'1312'0,"0"1"-1056"0,1-2-256 0,1 2 0 15,0 0 1536-15,-1 0 256 0,-1 0 64 0,-1-1 0 16,0 0 64-16,-1 1 0 0,3-2 16 0,-1 2 0 0,1-1-656 0,0 1-144 15,1 1-32-15,2-1 0 16,-1 0-432-16,1 0-96 0,1 2 0 0,1-4-16 16,-1 2-112-16,0 0-32 0,2 0 0 0,-1 2 0 15,0-2-256-15,-1 0-160 0,2 1 192 0,0 0-192 16,1 1 128-16,0 1-128 0,-6-3 0 0,0 0 0 16,0 0 128-16,0 0-128 0,0 0 0 0,29 35 0 15,-28-27 0-15,-3 1 0 0,0-2 0 0,-3 3 0 16,-2 0 0-16,-1 1 0 0,0-2-128 0,-3 1 128 15,3-1 0-15,-1-2 0 0,1 1 0 0,2-4 0 0,0-2 0 0,2 1 0 16,0-3 0-16,2 0 0 0,1 0 0 0,2-4 0 16,3 1 192-16,1-4-192 0,4 1 512 0,1 0-16 15,2-1 0-15,2-2 0 0,1 4-112 0,1-2 0 16,2 2-16-16,1 1 0 0,-19 4-224 0,41 2-144 16,-41-2 192-16,45 9-11968 15,-45-9-2400-15</inkml:trace>
  <inkml:trace contextRef="#ctx0" brushRef="#br0" timeOffset="74819.34">6724 4068 11967 0,'1'-5'1072'0,"1"0"-864"16,0 1-208-16,1-1 0 0,-1 3 800 0,0 1 112 0,1-1 32 0,1 0 0 15,5-5 656-15,1 2 144 0,3-3 32 0,0 2 0 0,0 1-352 0,1 0-64 16,-1 4-16-16,-13 1 0 16,0 0-416-16,0 0-96 15,46 14 0-15,-46-14-16 0,0 0-304 0,0 0-48 16,29 35-16-16,-26-26 0 0,-3 1-160 0,0 1-32 0,-3-1-16 0,-2-1 0 15,0 1-48-15,-4-1 0 0,-1 2 0 0,0-2 0 0,1-2 32 0,-3 2 0 16,-2 0 0-16,1 1 0 0,1-2-48 0,1-2-16 16,3 1 0-1,1-2 0-15,4 0 48 0,1-3 16 0,2 1 0 0,4-1 0 0,1 0 32 16,4-2 0-16,4-2 0 0,2-3 0 0,4 0 208 0,2-2 48 16,2-3 16-16,-2 2 0 15,-5 2-112-15,4-1-32 0,1-2 0 0,2-1-11776 16,1 3-2368-16</inkml:trace>
</inkml:ink>
</file>

<file path=ppt/ink/ink5.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0T08:36:48.554"/>
    </inkml:context>
    <inkml:brush xml:id="br0">
      <inkml:brushProperty name="width" value="0.05292" units="cm"/>
      <inkml:brushProperty name="height" value="0.05292" units="cm"/>
      <inkml:brushProperty name="color" value="#0070C0"/>
    </inkml:brush>
  </inkml:definitions>
  <inkml:trace contextRef="#ctx0" brushRef="#br0">9806 8656 1839 0,'-8'-3'160'0,"3"-1"-160"15,0 3 0-15,2-1 0 0,2 2 2656 0,1 0 496 16,0 0 112-16,-1-1 0 0,0 0-2000 0,0-1-416 16,1 1-80-16,0-1 0 0,1-1-224 0,3 3-32 15,0-2-16-15,1 2 0 0,2 0 272 0,0 0 48 16,3 2 16-16,-10-2 0 0,0 0-192 0,37 5-48 15,-37-5 0-15,36 3 0 0,-12-3 368 0,2 0 64 16,0-2 0-16,-1 1 16 0,1-1-192 0,-1-1-32 16,-2 1-16-16,1 0 0 0,2-2-560 0,-2 0-112 0,1 0-128 0,-2-1 176 15,-1 0-176-15,-4-1 0 0,-2 1-192 0,-3 1 192 16,-3 1-448-16,-5 0 16 0</inkml:trace>
  <inkml:trace contextRef="#ctx0" brushRef="#br0" timeOffset="370.04">9996 8662 8287 0,'-3'-2'736'0,"1"0"-592"16,1 0-144-16,0 2 0 0,1 0 960 0,-1 0 176 16,1 0 16-16,-2 2 16 0,1-2 336 0,-1 2 64 15,-2 1 16-15,-1 4 0 0,1-2-624 0,-1 4-112 16,0-2-16-16,1 3-16 0,1 1-304 0,-2 1-48 15,1 2-16-15,-1 1 0 0,0 1-64 0,1 1 0 16,-2 0-16-16,1 4 0 0,-1-2 144 0,0 0 48 16,-1 0 0-16,1 0 0 0,-1-1-336 0,1 0-64 15,1-1-16-15,0-2 0 0,3 0-144 0,0-1 0 0,2-14 0 0,0 0 0 16,4 35 0-16,-4-35 0 0,0 0 0 0,0 0 0 16,0 0 0-16,35 35 0 0,-35-35-144 0,0 0 144 15,0 0 608-15,48 15 176 0,-48-15 48 0,36 5 0 16,-36-5-80-16,39 3-16 0,-39-3 0 0,42 2 0 15,-42-2-32-15,43-2-16 0,-43 2 0 0,40-3 0 16,-40 3-288-16,33-2-48 0,-19-1-16 0,-3 1 0 16,-3 0-336-16,-2-3 0 0,-2 2 0 0,-2-1 128 15,-2-1-128-15,-4 0-208 0,0-1 48 0,-3 1-15600 16</inkml:trace>
  <inkml:trace contextRef="#ctx0" brushRef="#br0" timeOffset="581.08">9934 8924 16575 0,'-6'-2'736'0,"2"2"160"0,2 0-720 0,2-1-176 15,1 1 0-15,0 0 0 0,1-2 1088 0,2 0 192 16,1 1 48-16,5-1 0 0,3-5 688 0,1 0 144 0,5-1 16 0,1-1 16 16,4 2-656-16,-1 0-144 15,1 0-32-15,-1 2 0 0,1 1-784 0,-24 4-144 0,45-1-48 0,-45 1 0 16,41 5-384-16,-41-5 0 0,37 3 0 0,-37-3 0 15,31 4 0-15,-31-4 0 0,0 0-192 0,41 5-15504 16</inkml:trace>
  <inkml:trace contextRef="#ctx0" brushRef="#br0" timeOffset="1650.21">10622 8662 4607 0,'0'-2'400'0,"0"0"-400"16,0 0 0-16,0 2 0 0,0-2 1280 0,0 1 192 16,0-1 16-16,0-3 16 15,0 1 480-15,-1-2 80 0,1 0 32 0,-2-2 0 0,1 4-624 0,0-1-112 32,-1 2-16-32,0 1-16 0,0 1-272 0,1 0-48 0,-2 1-16 0,0 1 0 15,-1 0-352-15,1 2-80 0,-2 2-16 0,0-1 0 0,2 3-288 0,-2 0-48 0,-1 3-16 0,1 4 0 16,-2 2 48-16,0 2 0 0,0 5 0 0,-1 0 0 15,1 4 16-15,0 1 16 0,1 1 0 16,0-3 0-16,1-2 192 0,1-1 48 0,1 0 0 0,2 1 0 16,1-24-192-16,1 41-48 0,-1-41 0 0,4 35 0 15,-4-35-272-15,6 34 0 16,-6-34 0-16,0 0 0 0,18 42 0 0,-18-42 0 0,0 0 0 0,0 0-144 16,33 32 144-16,-33-32-208 0,0 0 80 0,0 0-9600 15,0 0-1904-15</inkml:trace>
  <inkml:trace contextRef="#ctx0" brushRef="#br0" timeOffset="1929.51">10698 8815 12895 0,'-2'-5'576'0,"1"2"112"0,1 1-560 0,-1 0-128 16,1 2 0-16,0 2 0 0,1-2 1232 0,-1 3 224 31,0 1 32-31,1 4 16 0,-1-8 272 0,0 0 48 15,0 0 16-15,9 42 0 0,-9-42-496 0,0 0-80 16,0 0-32-16,24 45 0 0,-24-45-208 0,0 0-64 16,27 35 0-16,-27-35 0 0,0 0-208 0,32 41-48 15,-32-41-16-15,0 0 0 0,35 43-240 0,-35-43-64 16,26 32 0-16,-26-32 0 0,25 34-240 0,-25-34-144 16,0 0 160-16,30 40-160 0,-30-40 0 0,0 0 0 0,0 0 0 0,0 0 0 15,20 33-336-15,-19-29-16 0,0-3 0 0,-1-2-10336 16,1 0-2080-1</inkml:trace>
  <inkml:trace contextRef="#ctx0" brushRef="#br0" timeOffset="2123.44">10915 8879 3679 0,'0'-7'320'0,"0"2"-320"0,0 2 0 0,-1 2 0 0,1 0 2240 0,-1 1 368 16,0 0 80-16,-1 1 0 0,0 2 112 0,-1 0 16 15,-3 3 0-15,-1 2 0 0,-2 2-944 0,-1 2-176 16,0 1-32-16,-1 2-16 0,-1 0-368 0,-2 2-80 15,-1 1-16-15,0-1 0 0,1 1-576 0,0-1-112 16,1-2-32-16,2-1 0 0,2-2-336 0,1-1-128 16,2-2 0-16,1-4 0 0,2 0-144 0,1-3-128 15,1-2-32-15,0 0-15184 0</inkml:trace>
  <inkml:trace contextRef="#ctx0" brushRef="#br0" timeOffset="2517.06">10973 8558 8287 0,'-2'-2'736'0,"1"0"-592"0,0 0-144 0,1 1 0 16,0 1 1264-16,0 0 208 0,-1-2 64 0,1 2 0 15,0-2 672-15,1-1 144 0,1 1 16 0,2-3 16 16,3 0-704-16,0-1-144 0,2 0-16 0,0 0-16 15,4 0-608-15,-2 2-128 0,1-1-32 0,0 0 0 16,0 3-160-16,0 0-48 0,-12 2 0 0,0 0 0 0,0 0-256 0,37 12-48 16,-37-12-16-16,0 0 0 0,0 0-208 0,0 0 0 15,8 40 0-15,-12-31 0 0,-3 1-128 0,-2 2 128 16,-3 2 0-16,-2 0 0 0,-1 0-224 0,-1-1 64 16,2 0 16-16,1-3 0 0,-1-1-32 0,0 2 0 15,0-3 0-15,2 0 0 0,1 1-64 0,2-5-16 16,3 1 0-16,2-1 0 15,2-1 256-15,3 0 0 0,2 0 0 0,2-1 0 0,3 0 0 0,-8-2 0 16,0 0-128-16,37 0 128 0,-21-2 0 0,0 0 128 0,1 1 0 0,0-1-128 16,1-1 256-16,1 0-48 0,-1 2-16 0,0-2 0 15,-2 1 656-15,-2-1 128 0,-14 3 32 0,25 0 0 32,-25 0-1136-32,0 0-240 0,27 1-32 0,-27-1-14896 0</inkml:trace>
  <inkml:trace contextRef="#ctx0" brushRef="#br0" timeOffset="2799.93">11365 8606 13823 0,'0'-8'608'0,"0"4"128"15,0 0-592-15,0 1-144 0,1 3 0 0,-1-2 0 0,0 1 1408 0,1 1 256 16,1-2 64-16,0 0 0 0,1-1-336 0,1 3-64 15,-1 0-16-15,2 1 0 0,0 2 256 0,0 0 48 16,-5-3 16-16,0 0 0 0,0 0-400 0,28 34-80 16,-28-34 0-16,0 0-16 0,22 42-464 0,-22-42-96 15,17 40 0-15,-17-40-16 0,17 43-272 0,-17-43-48 16,12 45-16-16,-12-45 0 0,6 43-224 0,-6-43 144 16,-2 38-144-16,-3-19 128 0,-4-3-128 0,-1 2 0 15,-1-1 144-15,-3 0-144 0,0-2 0 0,-1 0 0 16,0-1 0-16,-2 0 128 0,-1-4-272 0,-1 1-48 0</inkml:trace>
  <inkml:trace contextRef="#ctx0" brushRef="#br0" timeOffset="3538.44">11685 8800 6111 0,'-3'2'544'0,"0"-1"-544"16,2-1 0-16,1 0 0 0,-1 0 0 0,0 0 0 0,-1 2 528 0,-1-2 80 16,-1 2 16-16,-1-1 0 0,1 1 304 0,0-1 64 15,2 0 16-15,-1 1 0 0,1-2-112 0,1 0 0 32,1 1-16-32,0 1 0 0,0-2 336 0,-1 0 80 0,2 0 16 0,-1 0 16 0,0 0-48 0,0 0 0 15,0 0 0-15,2-2 0 0,0 1-176 0,0 1-32 16,2-2-16-16,-1 1 0 0,3 0-336 0,0-1-64 15,2-1-16-15,2 0 0 16,0 1-48-16,3 0-16 0,0-3 0 0,1 2 0 0,0 0-304 0,-2 0-64 16,0 1-16-16,-1-1 16 0,0 0-208 0,-2 1 0 0,0 1-192 0,-1 0 192 15,-2-1-192-15,-1 2 64 0,-2-1 128 0,-1 2-208 16,-1 1 48-16,-1-1 16 0,-1 2 0 0,-1-2 0 31,-1 3-672-31,0-1-128 0,-1 0-16 0,1 0-12288 0</inkml:trace>
</inkml:ink>
</file>

<file path=ppt/ink/ink6.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0T08:45:28.656"/>
    </inkml:context>
    <inkml:brush xml:id="br0">
      <inkml:brushProperty name="width" value="0.05292" units="cm"/>
      <inkml:brushProperty name="height" value="0.05292" units="cm"/>
      <inkml:brushProperty name="color" value="#0070C0"/>
    </inkml:brush>
  </inkml:definitions>
  <inkml:trace contextRef="#ctx0" brushRef="#br0">18275 4428 3679 0,'-2'0'320'0,"1"-1"-320"0,1 1 0 0,0 0 0 16,0 0 576-16,0-1 64 0,-1 1 0 0,0 0 0 16,0-2 192-16,1 2 64 0,-1 0 0 0,0 0 0 15,1 0-224-15,0 0-32 0,1 0-16 0,-1 2 0 16,1-1-32-16,0 0 0 0,1-1 0 0,1 0 0 16,-1 2 48-16,1-4 16 0,3 2 0 0,0-1 0 15,2 0 320-15,2-3 64 0,1 0 16 0,1 2 0 16,1-2-224-16,2 1-64 0,1-2 0 0,0 2 0 15,1-1-192-15,0 0-32 0,-1 1-16 0,-1 1 0 16,0 0-144-16,-2-1-16 0,-1 0-16 0,-2 2 0 0,-1 0-224 0,-4 1-128 16,-1 0 128-16,-2 0-128 15,-2 2 0-15,-2 1 0 0,-3-2 0 0,0 3 0 0,-4-2 0 16,-2 3 0-16,-1-2 0 0,-1 1 0 0,0-2 0 0,-1 1 0 16,0 2-160-16,0-3 160 0,1 2-176 0,-1-1 176 15,1 0-160-15,0 0 160 0,0 0-320 0,0 0 48 16,2 2 0-16,0-3 0 0,2 0 80 0,1-1 0 15,1 1 16-15,2 0 0 0,0 1 176 0,2-3 0 16,2 0 0-16,0 2 0 0,0-2 0 0,1-2 128 16,2 2-128-16,-1-2 0 0,3 1 128 0,0-1-128 0,2-1 160 15,1-1-160-15,1 1 176 0,1-2-176 0,2 1 192 16,1-1-192-16,-1 0 240 0,2 1-64 0,1-1-16 0,1 0 0 16,-1 1 352-16,0 1 80 0,1 0 16 0,-1 1 0 15,-1 0-144-15,-1 2-16 0,-2 0-16 0,0 0 0 16,-2 0-304-16,-3 0-128 0,0 1 0 0,-1-1 128 15,-2 1-128-15,0-1 0 0,-2 0 0 0,-1 0 0 16,0 2 0-16,-2-1 0 0,0 1 0 0,-1-2 0 16,1 2 0-16,-1-2 0 0,-1 0 0 0,2 0 0 15,-1 0 0-15,1 0 0 0,-2 0 0 0,2 0 0 16,-2 1 0-16,0 1 0 0,-1-2 0 0,-1 1 0 16,0 0 0-16,-1 1 0 0,-1-1 0 0,0 1 0 15,1 0 0-15,-1 1 0 0,-1-1 0 0,1-1 0 0,-1 2 0 0,0-2 0 16,0 1 0-16,2 1 0 0,0-3 0 0,0 2 0 15,3-1 0-15,0-1 0 16,2 0 0-16,1 0 0 0,1-1 0 0,0 1 0 0,2 0 0 0,0-2 0 16,2 0 0-16,0-1 0 0,1 2 0 0,1-2 0 15,1 0 0-15,-1 0 0 0,2 1 0 0,0-1 0 16,2 0 0-16,0 0 0 0,-2 0 0 0,2 1 0 16,0 1 0-16,0-1 0 0,1 0 0 0,1 2 0 15,1-2 0-15,-1 2 0 0,1 0 0 0,1 0 0 16,0 0 0-16,0-2 0 0,0 2 0 0,-2-1 0 15,-1 1 0-15,-1-2 128 0,-1 1 64 0,-3 1 0 0,0-1 0 16,-2 1 0-16,-1 0 32 0,-2 0 16 0,-2 0 0 16,-1 1 0-1,-2 2-240-15,-1-3 144 0,-3 3-144 0,-1 0 128 0,-2 0-128 0,-1 2 0 0,-1-2 0 0,0-1 0 16,2 0 0-16,0 1 0 0,1-1 0 0,2-1 0 16,1 1 0-16,2-2 0 0,1 0 0 15,4 2 0-15,-1-2 0 0,2-2 0 0,1 2 0 0,1-2 0 16,2 1-128-16,2-1 128 0,1-1 0 0,1 1 0 15,3 0 0-15,-1-1 0 0,0 1-144 0,0 0 144 16,1 1 0 0,0 1 0-16,-2-2-128 0,-1 2-13456 0</inkml:trace>
  <inkml:trace contextRef="#ctx0" brushRef="#br0" timeOffset="1060.72">19367 3767 3679 0,'-1'0'320'15,"0"-1"-320"-15,0 1 0 0,1 0 0 16,0 0 544-16,0 0 32 0,-1-2 16 0,1 2 0 16,-2-2 352-16,1 0 64 0,0 0 16 0,0 1 0 0,1-1 48 0,1 0 16 15,-1 1 0-15,1-1 0 0,1 2-48 0,-1-1 0 16,1 1 0-16,0-1 0 0,1 1-48 0,0 0-16 15,0 0 0-15,1 0 0 0,0 0-224 0,1 0-48 16,0 0-16-16,2 0 0 0,0 0-48 0,1 0-16 16,2-2 0-16,-2 2 0 0,1 0-80 0,0 0-16 15,-1 2 0-15,0-2 0 0,0 1-128 16,-3 0-16-16,2 1-16 0,-4 1 0 0,1-1-192 0,-2 1-48 16,-1 1 0-16,-1 1 0 0,-2-2-128 0,0 1 0 0,-1 1 0 0,0 0 0 15,-2-1 0-15,0-1 0 0,0 2 0 0,-1-1 0 16,1 1 0-16,-1 0 0 0,1-3 0 0,-2 3 0 15,1 0 0-15,-1-2 0 0,1 0 0 0,-2 1 0 16,2 0 0-16,-1 0 0 0,1-1 0 0,-1 2 0 16,1-1 0-16,0 1 0 0,1 0 0 0,0-1 0 15,1-1 0-15,1 0 0 0,0 1 0 0,0-2 0 16,1 1-128-16,0-1 128 0,2 1 0 0,-1-3 0 16,1 0 0-16,0 0 0 0,1 0 0 0,1 0 0 15,0 0 0-15,0-3 0 0,2 3 0 0,-2-2 0 16,3-1 0-16,0 1 0 0,-2 2 0 0,2-1 0 15,1 0 448-15,-1-1 0 0,2 1 0 0,-2 1 0 16,2-2 128-16,0 2 16 0,1 0 16 0,2-2 0 0,0 2-272 0,1 0-48 16,1 0-16-16,-1-1 0 0,1 1 272 0,0 0 48 15,1-2 16-15,-1 2 0 0,0-2-352 0,-2 2-80 16,1-2-16-16,-2 0 0 0,-1 1-160 0,-1-1 0 16,-1 2 0-16,-4 0 0 0,1 0 0 0,-3 0 0 15,-2 2 0-15,-1 3-16288 16</inkml:trace>
</inkml:ink>
</file>

<file path=ppt/ink/ink7.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0T08:46:03.420"/>
    </inkml:context>
    <inkml:brush xml:id="br0">
      <inkml:brushProperty name="width" value="0.05292" units="cm"/>
      <inkml:brushProperty name="height" value="0.05292" units="cm"/>
      <inkml:brushProperty name="color" value="#0070C0"/>
    </inkml:brush>
  </inkml:definitions>
  <inkml:trace contextRef="#ctx0" brushRef="#br0">12291 5534 2751 0,'3'-4'256'0,"-2"1"-256"16,0 0 0-16,-1 1 0 0,1 1 752 0,-1 1 96 0,1-4 32 0,0-1 0 16,0-2 624-16,2 2 128 0,-2-2 32 0,0 3 0 15,-1 1 224-15,-1 1 48 0,0 1 16 0,-1 1 0 16,-1 0-720-16,1 3-144 0,-2-1-16 0,0 0-16 15,0 0-416-15,-1 2-64 0,-1 1-32 0,1 1 0 0,-1 1-112 0,0 1-32 16,-1 0 0-16,1 2 0 16,-1 2-160-16,2 0-48 0,-1 1 0 0,0 2 0 0,0 2 0 0,1 2 0 15,-1 5 0-15,0 2 0 0,3 2 224 0,-1 1 32 16,0 4 16-16,2-3 0 0,2 1 112 0,0-2 32 16,0-29 0-16,3 43 0 0,-3-43-176 0,10 40-48 15,-10-40 0-15,0 0 0 0,25 47-192 0,-25-47-32 16,0 0-16-16,29 36 0 0,-29-36-144 15,0 0 0-15,40 28 0 0,-40-28 0 16,0 0 0-16,42 17 0 0,-42-17 0 0,0 0 0 16,37 8-864-16,-37-8-48 0,0 0-16 0,35 1-12864 0</inkml:trace>
  <inkml:trace contextRef="#ctx0" brushRef="#br0" timeOffset="886.37">12885 5361 11055 0,'0'0'976'0,"0"0"-784"0,0 0-192 0,0 0 0 16,0 0 896-16,0-1 144 0,0 1 32 0,0 0 0 15,2-2 400-15,1 0 96 0,1 1 16 0,0-1 0 16,0-1-16-16,1 1 0 0,-1 2 0 0,2-2 0 16,0 2-288-16,-1 0-64 0,2 0-16 0,-2 0 0 15,2 1-432-15,-2 0-64 16,1 1-32-16,-1 1 0 0,0 0-224 0,0 1-64 0,-2 0 0 0,1-1 0 15,0 0-192-15,-1 1-32 0,0-2-16 0,0 3 0 16,-1-2-144-16,0-1 128 0,-1 0-128 0,-1 1 128 16,-1 2-128-16,-1-3 0 0,-1 2 0 0,-1-1 0 15,-1 3 0-15,-2 0 0 0,-1 2 0 0,0-1 0 16,-3 2 0-16,2 0 0 0,0 1 0 0,2-3 0 0,1 0-144 16,0-2 144-16,4 0-192 0,0-1 192 0,2-2 0 15,2 0 0-15,0-2 0 0,2-1 0 0,2 0 0 0,1-1 0 16,3-2 0-16,1-1 0 0,1 0 512 0,1 0 144 15,-1 0 48-15,0 1 0 0,0-1-160 0,-1 2-32 16,0 1 0-16,-1-2 0 0,0 3-304 0,1 1-64 16,-1-2-16-16,-1 2 0 0,-1 0-128 0,0 0 0 15,-1 0 0-15,-1-2 0 0,-1 2-256 0,0-1-48 0,-1 1 0 16,-1-2-11216 0,0 2-2256-16</inkml:trace>
  <inkml:trace contextRef="#ctx0" brushRef="#br0" timeOffset="1171.03">13220 5322 3679 0,'3'-4'320'0,"-2"1"-320"0,1 0 0 0,-1 1 0 16,0 1 2240-16,0 0 384 0,-1 1 80 0,1 0 16 15,0 0 1040-15,1-3 208 0,0 3 32 0,1-1 16 16,0 2-1520-16,-1 2-288 15,2-1-64-15,-4-2-16 0,0 0-992 0,0 0-208 0,16 38-32 0,-16-38-16 16,11 36-432-16,-11-36-96 0,13 50-16 0,-13-50 0 0,9 58-80 0,-6-26-32 16,0-1 0-16,-1 0 0 0,-1-3-64 15,-1 2-16-15,-1 6 0 0,-3 0 0 0,-2 0-144 0,-3-2 0 16,-1 0 144-16,-4-3-144 0,-3-3 0 0,0-2 0 16,-3-5 0-16,1-1 0 0,-1-2 0 0,-1 2 0 15,-3-1 0-15,-2 3-18384 16</inkml:trace>
</inkml:ink>
</file>

<file path=ppt/ink/ink8.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0T08:46:41.406"/>
    </inkml:context>
    <inkml:brush xml:id="br0">
      <inkml:brushProperty name="width" value="0.05292" units="cm"/>
      <inkml:brushProperty name="height" value="0.05292" units="cm"/>
      <inkml:brushProperty name="color" value="#0070C0"/>
    </inkml:brush>
  </inkml:definitions>
  <inkml:trace contextRef="#ctx0" brushRef="#br0">17836 5530 911 0,'-2'-2'0'0,"0"2"0"0,1 0 0 0,0 0 0 16,1 0 512-16,0-1 0 0,0 1 16 0,0-1 0 15,-1 1 128-15,-1-2 32 0,1 0 0 0,0 1 0 16,2-1-240-16,-1-1-32 0,1 1-16 0,1 2 0 31,-1-2-720-31,0 2-128 0,2 0-48 0,-2-2 0 0,2 2 496 0,-1 0-144 16,0 0 144-16,-1 0 0 0,1 2 0 0,0-2-144 0,1 0 144 0,-1 0 0 15,1 0-128-15,-1-2 128 0,1 1 0 0,0-1-128 0,0-1 128 0,-1 0 0 16,1 0-144-16,0 0 144 16,1-2 0-16,-1 1 0 15,0-1-160-15,1 0 160 0,0 0 0 0,-2-2-128 0,1 3 128 0,0-3 0 0,-1 4 640 0,0-2 192 16,-1 0 32-16,0 3 32 0,-1 0 192 0,0 0 16 15,0-1 16-15,0 3 16 0,0-2-112 0,-1 1-32 16,1 1 0-16,-1 0 32 0,1 0-240 0,-1 1-32 16,1-1-16-16,0 0 16 15,-1 2-128-15,1-2-32 0,0 0 0 0,0 0 32 0,0 0-64 0,0 1-16 16,-1 1 0-16,0-2 32 0,1 2 128 0,-2-1 16 16,0 0 16-16,0 1 16 0,1 1-112 0,-2-1 0 15,0 1-16-15,0-1 16 0,0 0-112 0,1 1-16 0,-2 2-16 0,0-1 16 16,0-1-112-16,0 2-16 0,-1-1 0 0,2 1 32 15,-2 0-160-15,1 0-16 0,1 2-16 0,-1-1 32 16,0-1 0-16,0 2 0 0,1 1 0 0,-1-2 0 16,-1 3 64-16,2 0 0 0,-1-1 0 0,-1 2 0 15,2 1 0-15,-2 0 16 0,1-2 0 0,1 3 0 16,-1-1-112-16,0 1-32 0,1-2 0 0,0 0 0 16,0 2 16-16,0-1 0 0,1 1 0 0,0-2 0 15,2-10 32-15,0 0 0 0,-2 34 0 0,1-25 0 16,1-9 16-16,0 0 16 0,-1 32 0 0,1-32 0 0,0 0-48 0,0 31-16 15,0-31 0-15,0 0 0 16,0 0-80-16,3 36 0 0,-3-36-128 0,0 0 192 0,0 0-64 0,0 0-128 16,12 36 176-16,-12-36-176 0,0 0 272 0,0 0-48 15,0 0-16-15,0 0 0 0,0 0 16 0,24 40 0 16,-24-40 0-16,0 0 0 0,0 0-96 0,0 0-128 16,0 0 176-16,0 0-176 0,0 0 128 0,36 28-128 15,-32-25 0-15,-1-1 0 0,0-2 0 0,-1 0 0 16,0 0 0-16,0 0 0 0,-2-2 0 0,1 2 0 15,1-3 0-15,-1 1 0 0,0 0 0 0,1 1 0 0,0-2 0 16,0 0 0-16,0 2-144 0,1-3-96 0,0 1-16 0,1 1-17600 16</inkml:trace>
  <inkml:trace contextRef="#ctx0" brushRef="#br0" timeOffset="1538.35">18089 5521 911 0,'1'-2'0'0,"0"-1"0"0,0 1 0 0,-1 2 0 15,1 0 768-15,-1-1 80 0,1 0 16 0,0 1 0 16,0-2 560-16,1 1 112 0,-2-1 32 0,2-1 0 16,-1 1 144-16,-1 2 16 0,0 0 16 0,0 0 0 15,-1 0-544-15,1 0-112 0,-1 0-32 0,1 0 0 16,-1 0-512-16,1 0-96 0,0 0-32 0,0 0 0 16,0-1-48-16,0 0-16 0,1 1 0 0,-1-2 0 15,1 2 144-15,0-2 16 0,0 1 16 0,-1-1 0 0,1 1-32 0,-1 0-16 16,1 0 0-16,0 1 0 0,0 0-160 0,-1-1-16 15,0 1-16-15,0 0 0 0,0-1-64 16,-1 1-16-16,1 0 0 0,0 0 0 0,-1 0-80 0,1 1 0 16,-1-1-128-16,1 1 192 15,-1-1-192-15,1 0 0 0,0 0 128 0,0 0-128 0,1 1 0 0,-1-1 0 16,0 1 0-16,0-1 0 0,0 0 0 0,1 0 128 16,-1 0-128-16,0 1 0 0,0-1 0 0,0 0 128 15,0 0-128-15,1 0 0 0,-1 0 192 0,0 0-48 16,-1 0-16-16,1-1 0 0,1 2 192 0,-1-1 16 15,0 0 16-15,0 0 0 0,1 0-48 0,-1 0-16 16,0 0 0-16,1 2 0 0,-1-2-64 0,1 0-16 0,0 0 0 16,0 0 0-16,0 1 32 0,-1 1 0 0,1-2 0 0,0 2 0 15,1 0 0-15,0 3 0 0,0-3 0 0,1 3 0 16,0-2 0-16,1 4 0 0,-4-7 0 0,0 0 0 16,0 0 48-16,0 0 16 0,33 41 0 0,-33-41 0 15,0 0-144-15,29 39-32 16,-29-39 0-16,0 0 0 0,29 45-128 0,-29-45 128 0,22 38-128 0,-22-38 128 15,22 36 64-15,-22-36 16 0,0 0 0 0,36 50 0 16,-36-50-32-16,0 0-16 0,31 40 0 0,-31-40 0 0,0 0-160 0,0 0 0 16,33 33 0-16,-33-33 0 0,0 0 0 15,0 0 0-15,0 0 0 0,0 0 0 0,0 0-128 16,0 0 128-16,0 0-160 0,0 0-16608 16</inkml:trace>
  <inkml:trace contextRef="#ctx0" brushRef="#br0" timeOffset="1776.34">18367 5577 11967 0,'-3'-3'528'0,"1"0"112"0,0 1-512 0,1 1-128 0,0 1 0 16,1 0 0-16,0 0 784 0,-1 0 128 0,-1 0 32 0,-1 0 0 15,-1 0 192-15,-2 1 32 0,0 3 16 0,-2 0 0 16,0 4-496-16,-1-1-112 0,0 4 0 0,-2 2-16 15,0 0 144-15,0 2 16 0,0 2 16 0,0 0 0 16,0-1-64-16,0 1-16 0,0 0 0 0,2-3 0 16,0 1-368-16,1-2-80 15,0-1-16-15,0 0 0 0,0 0-192 0,2-3 0 0,0 0 0 0,2-3 0 16,-2 0 0-16,1 0-240 0,1 0 80 0,1-3-11840 16</inkml:trace>
  <inkml:trace contextRef="#ctx0" brushRef="#br0" timeOffset="2169.66">18172 5384 4831 0,'-1'-3'0'0,"0"-1"192"0,0 3-48 0,0-1 16 0,1 2-160 0,0 0 0 0,0-1 0 16,-1 0 0-16,0 1 1536 0,-1-2 256 0,0 0 64 16,2 1 16-16,-1 1-272 0,0-2-48 0,0 1-16 0,0 1 0 15,1 0-112-15,-1 0-16 0,0-2-16 0,1 2 0 16,0 0-176-16,0 0-16 0,0 0-16 0,1 0 0 16,2 2-384-16,-1-2-80 15,1 1-16-15,1 1 0 0,2-2 192 0,0 0 16 0,3 0 16 0,1 0 0 16,0 0-48-16,2-2-16 0,2 1 0 0,1 1 0 15,-1-2-288-15,1 2-48 0,0 0-16 0,0-1 0 16,-1 1-304-16,-1 0-64 0,-1 0-16 0,-1 0 0 16,-1 0-128-16,-2 0 0 0,-1 0 0 0,-2 1 0 15,-2-1 0-15,0 2 0 0,-1-2 0 0,-1 0 0 16,-1 1-128-16,0-1-16 0,0 0 0 0,-1 0-10928 16,0 0-2176-16</inkml:trace>
  <inkml:trace contextRef="#ctx0" brushRef="#br0" timeOffset="2815.06">18603 5291 11055 0,'0'-2'480'0,"0"2"112"0,0-2-464 0,-1 1-128 16,1 1 0-16,-1 0 0 0,1 0 1360 0,-1 0 256 0,0 0 48 0,-2-2 16 0,2 2 128 0,-2 0 32 16,1 2 0-16,-1-2 0 0,2 0-544 0,-1 1-96 15,2-1-32-15,0 2 0 0,0 0-496 0,0-2-96 16,0 3-32-16,1-3 0 0,-1 2-48 0,2-1-16 16,0 0 0-16,1 1 0 15,0 1-32-15,0-2-16 0,2 1 0 0,0 0 0 0,-1 0-112 0,2 0-32 16,0 1 0-16,0 2 0 0,-6-5-64 0,0 0-16 15,0 0 0-15,0 0 0 0,0 0-208 0,0 0 0 16,23 38 0-16,-23-38 0 0,0 0 0 0,0 0 0 16,-3 31 0-16,1-22 0 0,-1 0 0 15,0-2 0-15,0 1 0 0,-1-2 0 0,0 2 0 0,0-3 0 16,-1 2 0-16,0-3 0 0,1 1 0 0,0 0 0 0,-1-1 0 0,0-1 0 16,1-1 0-16,-1 1 0 0,1-2 0 0,0 0 0 15,1 1 0-15,0-1-128 0,1 1 128 0,0-2 0 16,1 2 0-16,1-2 0 0,0 0 0 0,0 1 0 15,0-1 0-15,1 2 0 0,1-2 0 0,1 0 0 16,1 0 0-16,0-2 0 0,2 1 0 0,1-1 0 16,2 0 0-16,-1-1 0 15,1 1 0-15,2-1 0 0,-1 1 128 0,1-3 48 0,1 3 0 0,-2-2 0 16,0 1-48-16,0 1 0 0,0 1 0 0,-1-1 0 0,0 2-128 0,-1-2 0 16,-2 2 0-16,1 0 0 0,-2 0 0 15,1 0-256-15,-1 0 64 0,1 2-15584 16</inkml:trace>
  <inkml:trace contextRef="#ctx0" brushRef="#br0" timeOffset="3146.86">18946 5341 6447 0,'1'0'272'0,"0"0"80"0,0 0-352 0,0-2 0 0,-1 2 0 0,1 0 0 15,-1 2 1888-15,2-2 304 0,-1 2 64 0,3-1 16 16,1 2-32-16,-1 0 0 0,-4-3 0 0,0 0 0 16,0 0-736-16,0 0-160 0,34 34-16 0,-34-34-16 15,0 0-368-15,24 35-80 0,-24-35-16 0,0 0 0 16,31 47 112-16,-31-47 0 0,0 0 16 0,27 58 0 15,-27-58-144-15,17 42-48 0,-17-42 0 0,12 46 0 16,-12-46-336-16,5 49-64 0,-5-49 0 0,0 57-16 16,-4-29-192-16,-3 3-48 0,-2-2 0 0,-2-2 0 0,-2 0-128 15,-2-2 0-15,-3-2 0 0,-3 0 128 0,-1 1-128 0,-3-3 0 16,-1 1 0-16,-3-4-17200 16</inkml:trace>
</inkml:ink>
</file>

<file path=ppt/ink/ink9.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0T08:47:52.524"/>
    </inkml:context>
    <inkml:brush xml:id="br0">
      <inkml:brushProperty name="width" value="0.05292" units="cm"/>
      <inkml:brushProperty name="height" value="0.05292" units="cm"/>
      <inkml:brushProperty name="color" value="#0070C0"/>
    </inkml:brush>
  </inkml:definitions>
  <inkml:trace contextRef="#ctx0" brushRef="#br0">12053 8559 11967 0,'0'0'1072'0,"-1"0"-864"0,1 1-208 0,-1-1 0 16,1 0 880-16,-1 1 128 0,0 1 16 0,0-2 16 16,0 3 192-16,0-1 48 0,1 0 0 0,1 0 0 0,1 1-112 0,2-3-16 15,0 2 0-15,3-2 0 0,0 0-48 0,3 0-16 16,2 0 0-16,1-2 0 0,4 0-320 0,0-1-64 16,0 2 0-16,1-2-16 0,0 0-160 0,-1 0-16 15,0 1-16-15,-1 0 0 0,-1 0-240 0,-2-1-32 16,-2 1-16-16,0-1 0 0,-1 1-208 0,-2 1 0 15,0 0 0-15,-3-1 0 0,1 1 0 0,-3 0 0 16,-1 1 0-16,-2 0 0 16,-1 0-944-16,-1 0-80 0,-2 0 0 0,0 1-8192 15,-1 0-1648-15</inkml:trace>
  <inkml:trace contextRef="#ctx0" brushRef="#br0" timeOffset="377.3">12154 8580 4031 0,'-4'0'0'0,"1"0"176"0,1 0-48 0,1-2-128 0,0 2 0 0,0 0 0 0,1 0 0 0,-2 0 0 16,1 2 1936-16,-2-2 288 0,1 0 48 0,0 0 16 16,1 2-288-16,0 0-48 0,-1 3-16 0,0 0 0 15,1-1-528-15,-1 4-128 0,1 1 0 0,-2 0-16 16,2 3-544-16,-3 0-96 0,0 2-32 0,-1 1 0 16,0 2-384-16,-2 1-80 0,1 2 0 0,-1-2-128 15,0 4 208-15,1-1-64 0,-1 0-16 0,2-3 0 16,0 0 160-16,0-2 32 0,2-1 0 0,-1 0 0 15,1-1-160-15,0 0-32 0,1-2 0 0,1-1 0 0,1-2-128 0,0 1 0 16,0-2 0-16,1 1 0 0,0-2 0 0,1 0 0 16,0 0 0-16,1 0 0 0,0-1 0 0,-3-6 0 15,0 0 144-15,0 0-144 0,0 0 208 0,0 0-16 16,33 33-16-16,-33-33 0 0,0 0 128 0,0 0 16 16,40 11 16-16,-28-11 0 0,0 0 48 0,1-2 16 15,-1-1 0-15,0 1 0 0,0-2-64 0,-1-1-16 16,0 2 0-16,0-4 0 0,-2 2-320 0,0 1 144 15,-1-2-144-15,-1 2 0 0,-1-1 0 0,-1 1 0 16,0 1 0-16,-2-1 0 16,-3 1-848-16,0 0-240 0,0 1-32 0,-3 1-12464 0</inkml:trace>
  <inkml:trace contextRef="#ctx0" brushRef="#br0" timeOffset="597.79">12087 8852 3679 0,'-2'-1'320'0,"1"0"-320"0,1 1 0 0,2-2 0 16,0 2 2432-16,0-2 400 0,0 1 96 0,2-1 16 15,3-1-208-15,3-1-48 0,1-3 0 0,2 2 0 16,0-4-464-16,1 4-112 0,0-2 0 16,-1 2-16-16,2 0-704 0,-2 2-144 0,1 0-32 0,-1 0 0 15,-1 3-560-15,-1-2-112 0,0 1-32 0,-1 1 0 0,0 1-384 0,0-1-128 16,2 2 0-16,-2-2 0 15,-1 0-576-15,1 0-160 0</inkml:trace>
  <inkml:trace contextRef="#ctx0" brushRef="#br0" timeOffset="7154.77">12598 8595 911 0,'1'-1'0'16,"-1"1"0"-16,0 0 0 0,0 0 0 0,1 0 384 0,0 0 0 0,0-2 0 0,-1 2 0 31,2-2-64-31,-2 1 0 0,1 1-16 0,0 0 0 16,0-2 80-16,-1 2 0 0,1 0 16 0,-1 0 0 0,0 2 112 15,0-2 32-15,0 0 0 0,-1 0 0 0,1-2-48 0,0 2-16 16,-1 0 0-16,0 2 0 0,1-2 64 0,-1 0 16 15,1-2 0-15,0 2 0 0,-1 0-176 0,1 0-16 16,-1 0-16-16,1 0 0 0,-1 0-64 0,1 2-16 16,-1-2 0-16,1 0 0 0,-1 0-112 0,0 1-32 15,1 1 0-15,-1-2 0 0,0 2-128 0,0-1 0 16,1 0 0-16,-1-1 0 0,0 2 0 0,1-2 0 16,-1 1 0-16,1 1 128 0,-1-1-128 0,1-1 192 15,0 1-192-15,0 0 192 0,0-1-192 0,0 2 128 0,0-2-128 0,0 0 128 16,-1 0 0-16,1 1-128 0,-1 0 192 0,0-1-64 15,1 0-128-15,-1 0 128 0,0 2-128 0,0-2 128 16,0 1 64-16,0 1 0 0,0-2 0 0,0 2 0 16,0-2 96-16,0 0 32 0,1 0 0 0,-1 0 0 15,0 0-16-15,1 0 0 0,0 0 0 0,-1 0 0 16,1 0-32-16,0-2 0 0,0 2 0 0,0 0 0 16,-1 0 16-16,1 0 0 0,0 0 0 0,1 0 0 15,-1 0-160-15,0 0-128 0,0 0 192 0,0 0-192 16,0 0 192-16,1 0-192 0,-1 0 192 0,0 0-192 0,0 0 144 0,1 0-144 15,-1 0 0-15,0 0 144 0,0 0-144 0,0 0 128 16,0 2-128-16,-1-2 128 16,1 0 48-16,0 1 0 0,-1 1 0 0,1-2 0 0,0 2-16 0,-1-2 0 15,0 2 0-15,0-2 0 16,-1 2 32-16,1 1 0 0,-1 0 0 0,0-1 0 0,1 0-48 0,-1 0 0 16,0 1 0-16,0-1 0 0,0 1-144 0,0-1 160 15,0 3-160-15,1-3 160 0,-1 3-32 0,-1-1 0 16,0 2 0-16,-1-2 0 0,2 3 128 0,-1-2 0 0,-1 3 16 15,1 0 0-15,-1 0 48 0,0 1 16 0,0 0 0 0,0 1 0 16,0 0 16-16,1 0 0 0,0 1 0 0,1-2 0 16,-1 3-32-16,1-2-16 0,1 0 0 0,-1 1 0 15,2-2-80-15,-1 1-16 0,2 0 0 0,-1-10 0 16,0 0-16-16,0 0 0 0,0 0 0 0,12 40 0 16,-12-40-48-16,0 0-16 0,0 0 0 15,0 0 0-15,0 0 96 0,27 43 16 0,-27-43 0 0,0 0 0 16,0 0-48-16,0 0 0 0,35 37 0 0,-35-37 0 15,0 0 160-15,0 0 32 0,0 0 0 0,37 35 0 0,-37-35-80 16,0 0-16-16,0 0 0 0,0 0 0 0,35 26-288 0,-29-23 0 16,0 0 0-16,-2-1 0 0,0-1-128 0,-1-1-96 15,0 2-16-15,-1-4-14736 16</inkml:trace>
  <inkml:trace contextRef="#ctx0" brushRef="#br0" timeOffset="8226.07">12716 8722 5519 0,'-1'-2'496'0,"1"-1"-496"15,0 1 0-15,0 2 0 0,0 0 1024 0,0-2 128 16,-1 1 0-16,1-1 16 0,0-2 672 0,0 1 128 15,0 0 16-15,0 1 16 0,1 1-304 0,1 1-64 16,0 1-16-16,0 4 0 0,1 0-480 0,-3-5-112 16,0 0 0-16,0 0-16 0,0 0-432 0,28 43-96 15,-28-43-16-15,0 0 0 0,27 36-144 0,-27-36-48 16,0 0 0-16,31 38 0 0,-31-38-16 0,0 0 0 16,31 33 0-16,-31-33 0 0,0 0-256 0,0 0 0 15,29 34 0-15,-29-34 0 0,0 0 0 0,0 0 0 16,0 0 0-16,0 0-192 15,0 0-704-15,0 0-144 0,0 0-32 0,33 24 0 16,-30-24-880-16,0-2-176 0</inkml:trace>
  <inkml:trace contextRef="#ctx0" brushRef="#br0" timeOffset="8473.29">12938 8723 911 0,'-2'-3'0'0,"2"0"0"0,-1 1 0 0,0 0 0 16,0 1 1312-16,1 1 176 0,-1 0 48 0,0 0 0 15,-1 0 944-15,-2 0 192 0,1 0 32 0,-2 1 16 16,-1 3-544-16,1-1-128 0,-2 1 0 0,1-1-16 16,-1 4-688-16,-1-2-144 0,-1 2-32 0,0 2 0 15,-2 0-528-15,1 1-96 0,-1 4-32 0,-1-2 0 16,1 0-192-16,1 1-32 0,-1-1-16 0,2-1 0 16,0-2-128-16,1 0-16 0,1 0-128 0,1-1 192 15,1-2-192-15,0 0 0 0,3-1 0 0,1-3 0 16,1 0-352-16,-1-2-64 0,2 0-16 0,-1-2 0 15,2 1-1600-15,2-4-320 0</inkml:trace>
  <inkml:trace contextRef="#ctx0" brushRef="#br0" timeOffset="8807.62">12735 8581 4143 0,'-2'-1'0'0,"1"1"176"0,1 0-48 0,0 0 0 0,0 0-128 0,-1-2 0 0,0 2 0 0,-1-1 0 16,0-1 1408-16,-1 0 256 0,1 1 48 0,0-1 16 15,1 0 32-15,-1 2 16 0,1-2 0 0,0 0 0 16,0 2-288-16,1-1-48 0,0 1-16 0,0 0 0 15,0 0-224-15,2 0-48 0,0 1-16 0,0-2 0 16,3 1-32-16,1 0 0 0,1-2 0 0,2 1 0 16,3-1-144-16,0 1-16 0,2 0-16 0,2-1 0 15,0 0-320-15,1-1-64 0,-1 1-16 0,2 1 0 16,0-2-208-16,-1-1-32 0,-2 2-16 0,-1-1 0 16,-2 0-272-16,-3 2 0 0,0-1 0 0,-4 2 0 0,-1 0 0 0,-1 0 0 15,-1 0 0-15,-2 2-16096 16</inkml:trace>
  <inkml:trace contextRef="#ctx0" brushRef="#br0" timeOffset="9831.34">13113 8467 3679 0,'0'-1'320'0,"-1"1"-320"16,1 0 0-16,0 0 0 0,0-2 944 0,0 2 112 15,-1-2 32-15,0 1 0 0,0-1 464 0,-1 0 112 16,2 1 0-16,-1 1 16 0,0 0-128 0,1 0-16 16,0 0-16-16,1 0 0 0,0 3-432 0,0-3-96 15,0 2-16-15,1-1 0 16,2 1-224-16,-1 0-48 0,2 0-16 0,0 0 0 0,2-2-176 0,-1 3-16 15,1-3-16-15,0 2 0 0,1-2 32 0,-2 0 16 0,2 3 0 0,-2-3 0 16,2 1-16-16,-3 0 0 0,0 1 0 0,-1 1 0 16,-2-1-192-16,-1 1-64 0,1 0 0 0,-2 0 0 15,-1 0-256-15,0 0 0 0,-1 1 0 16,-1 1 0-16,0 0 0 0,-2-3 0 0,1 3 0 0,-2 0 0 16,0 1 0-16,-1-1 0 0,1 0 0 0,-2 2 0 15,3-2 0-15,-1-2 0 0,0 2-176 0,1-1 176 16,1 0-208-16,0-1 64 0,3-1 16 0,0 1 0 15,0-2 128-15,1 0-128 0,1-1 128 0,1 0-128 0,-1 0 128 16,2 0 0-16,1 0 0 0,0 0 0 0,0 0 0 0,1 0 128 16,0 0-128-16,-2 0 0 0,3 2 240 15,-2-2-32-15,2 0 0 0,0 1 0 16,0 3-16-16,0-4-16 0,0 1 0 0,1 1 0 0,-1 0-176 0,1-2 0 16,0 0 0-16,0 0 0 15,2 0-576-15,-1 0-160 0,0-2-32 0,0 0 0 16,1 1-1968-16,-1-4-400 0,2 3-64 0,-1-2-6592 0</inkml:trace>
  <inkml:trace contextRef="#ctx0" brushRef="#br0" timeOffset="10099.29">13388 8531 911 0,'1'-1'0'0,"0"1"0"0,0-2 0 0,-1 2 0 16,1 0 1392-16,0-2 192 0,0 1 32 0,1-1 16 15,2 0 288-15,0-1 48 0,-1 1 16 16,0 0 0-16,0 1 128 0,0 1 16 15,1 0 16-15,-2 0 0 0,1 3-48 0,0-2-16 0,1 2 0 0,-1 0 0 16,-1 2-608-16,1-1-128 16,0 2-32-16,-1 0 0 0,-2-6-480 0,0 0-112 0,0 0-16 0,0 0 0 15,19 51-208-15,-19-51-48 0,0 0-16 0,10 44 0 16,-10-44-144-16,0 0-32 0,11 57 0 0,-11-57 0 16,3 45-96-16,-3-45-32 0,2 45 0 0,-2-45 0 0,1 43-128 0,-1-43 0 15,-3 40 0 1,3-40 128-16,-5 33-128 0,5-33 0 0,-10 31 0 0,3-17 0 0,-1-1 0 0,-3 0 0 15,2-1 0-15,-3-2-11712 16,-1 4-2304-16</inkml:trace>
  <inkml:trace contextRef="#ctx0" brushRef="#br0" timeOffset="28483.69">13842 8774 1839 0,'0'0'160'0,"0"0"-160"0,0 0 0 0,0 0 0 15,0 0 960-15,0 0 144 0,0 0 48 0,0 0 0 16,0 0 512-16,0-1 128 0,1 0 0 0,-1 1 16 16,1 0-144-16,-1-2-48 0,0 2 0 0,1-1 0 15,0 1-528-15,1 0-128 0,0 0 0 0,0 0-16 16,1 0-384-16,-1 0-80 0,3-2-16 0,2 2 0 15,0-3 128-15,2 1 32 0,3-2 0 0,0 1 0 16,1-2 304-16,1-1 64 0,2 0 16 0,-1 0 0 0,1 1-240 16,-2 1-64-16,2-1 0 0,0 2 0 0,-2 0-176 0,0 1-32 15,-1 2-16-15,-2-2 0 0,1 2-192 0,-1-2-32 16,1 1-16-16,-1-1 0 0,-1 0-48 0,0 1-16 16,-2 1 0-16,0-2 0 0,1 0-176 0,-2 0 0 15,1 2 0-15,-3-3 128 0,0 3-128 0,-1-2 0 16,-1 2 0-16,0-3 0 15,-1 3-448-15,-1-2-32 0,0 2 0 0,-2 0 0 16,-1-2-1760-16,0 2-336 0,-1 0-80 0,1 0-9472 0</inkml:trace>
  <inkml:trace contextRef="#ctx0" brushRef="#br0" timeOffset="28819.65">14043 8594 911 0,'0'-2'0'0,"0"2"0"0,0 0 0 0,0 0 0 0,0 0 1232 0,0 0 176 15,0 0 16-15,0 0 16 0,0 0 448 0,0 2 96 16,1-2 0-16,0 1 16 0,0 0-160 0,0 1-48 15,0 2 0-15,0 0 0 0,1 0-320 0,0 1-80 16,-1 0-16-16,1 2 0 0,0 0-416 0,-2-7-96 16,0 0-16-16,0 0 0 0,4 46-208 0,-4-46-32 15,0 38-16-15,0-38 0 0,-1 54-48 0,-3-24-16 16,0 2 0-16,-1-2 0 16,1-2-240-16,-2-1-48 0,6-27-16 0,-7 46 0 0,7-46-224 0,-4 34 0 15,4-34 0-15,0 0-14528 16</inkml:trace>
  <inkml:trace contextRef="#ctx0" brushRef="#br0" timeOffset="37452.89">14550 8532 8287 0,'-4'0'736'0,"1"0"-592"0,1 0-144 0,1 0 0 16,1 0 1024-16,-2 0 160 0,-1 0 32 0,-1 0 16 16,-2 0 560-16,1 0 96 15,1 0 32-15,0-1 0 0,2 1-720 0,2-1-144 16,0 1-32-16,2-2 0 0,0 2-80 0,3-2-32 0,1 1 0 0,2-1 0 15,-1-1 112-15,1 1 0 0,3-2 16 0,0 1 0 16,0-2-80-16,0 3 0 0,2-3-16 0,2 2 0 16,0-1-192-16,2 0-48 0,1 1 0 0,1-2 0 15,1 3-96-15,-1-1-32 0,0 3 0 0,-3-2 0 16,0 2-336-16,-3-2-80 0,-2 2-16 0,-2 0 0 16,-2 2-144-16,-1-2 0 0,-2 2 0 0,-1-2 0 15,0 3 0-15,-2-1 0 0,-1 0 0 0,-3 1 0 16,0 2-448-16,-2-2 0 15,-2 1-16-15,1 1-16304 0</inkml:trace>
  <inkml:trace contextRef="#ctx0" brushRef="#br0" timeOffset="37832.25">14647 8513 10127 0,'-5'0'448'0,"1"-2"96"0,2 2-544 0,0 0 0 15,1-2 0-15,0 2 0 16,1-1 1680-16,-2 1 240 0,-1 0 32 0,0-2 16 0,1 1 448 0,-1 0 80 15,0 1 32-15,1 0 0 0,-1 0-832 0,2 2-160 16,-2 1-48-16,0 4 0 0,-1 0-688 0,0 2-144 16,-1 5-16-16,-1 0-16 0,1 4-224 0,-1 0-32 0,-1 1-16 0,0-1 0 15,2 0-224-15,-3 5-128 0,-1 3 128 0,-1 1-128 16,1 2 0-16,-2-1 0 0,3-4 0 0,0-1 128 16,1-4-128-16,3-2 0 0,-1-3 0 0,2-2 0 15,2-1 0-15,0-1 0 0,1-2 0 0,0 0 0 16,1-2 0-16,1 0 0 0,2-1 0 0,0 0 0 15,0-3 0-15,3 0 0 0,1-1 0 0,0-1 128 16,4-1-128-16,-1-1 192 0,1-2-64 0,2-1 0 0,0-2 256 0,0 0 48 16,1 0 16-16,-1-1 0 0,1 1-112 0,-1 0-16 15,-1 1 0-15,-1 0 0 0,-2 4-320 0,0-3 128 16,0 3-128-16,-1-1 0 16,-2 1 0-16,0 2 0 0,-1-1 0 0,-1 1 0 0,0 1 0 0,-4-1-208 15,-1 2 48-15,-1-2 16 16,-1 3-2048-16,-2-1-416 0,-1-2-80 0,0 0-11632 15</inkml:trace>
  <inkml:trace contextRef="#ctx0" brushRef="#br0" timeOffset="38038.99">14596 8750 6447 0,'-9'-2'272'0,"3"0"80"0,0 0-352 0,2 1 0 16,1 1 0-16,1 1 0 0,-1 1 2176 0,-1-2 384 0,-3 2 64 0,-2-2 0 15,0 2 128-15,3-1 32 0,0 1 0 0,4-2 0 16,0 0-592-16,3 0-112 15,1-3-32-15,1 3 0 0,4-2-864 0,1 0-176 0,3-1-48 0,1-2 0 32,2 2-368-32,2-2-80 0,2 1 0 0,0 0-16 0,2 0-320 0,0-1-176 0,1 2 192 0,-1 1-192 15,0-1 0 1,-1 1 0-16,-1 0-160 0,1 1-11312 0,-1-1-2272 0</inkml:trace>
  <inkml:trace contextRef="#ctx0" brushRef="#br0" timeOffset="53222.14">15110 8568 5359 0,'0'-2'0'0,"0"-1"224"0,0 3-64 0,0-3 16 0,0 1-176 0,0 2 0 0,0-1 0 0,1 0 0 15,-1-1 1072-15,0-3 176 0,0 2 32 0,0-1 16 16,0 0 176-16,0 0 16 0,0 2 16 0,0 0 16 16,0-2-240-16,0 1-64 0,-1 0 0 0,1 1 0 15,0 2-240-15,-1-1-48 0,0 0-16 0,1 1 16 16,-2 1-336-16,0 0-64 16,0 1-16-16,-2 1 0 0,2 2-32 0,-2-1-16 0,0 1 0 0,0 0 16 15,0 2-32-15,-1 1-16 0,0 1 0 0,0 0 16 16,0 0-208-16,1 1-48 0,-1-2 0 0,-1 3 0 15,0 1-48-15,-1 4-16 16,0 1 0-16,-1 0 16 0,2 2 1008 0,0 0 208 0,-1 2 48 0,2 0 0 16,2-2-1600-1,1 0-320-15,2-19-64 0,-1 33 0 0,1-33 576 0,0 0 0 0,5 38 0 0,-5-38 0 0,0 0 0 0,0 0 0 16,0 0 0-16,14 41 0 0,-10-36 0 0,-1-1 0 16,0 0 0-16,0-1 0 0,-1 0 0 0,0-1 0 15,1-2 0-15,0 0 0 0,-1 0-400 0,0-2 16 16,0 2 16-16,1-2 0 15,0 1-1328-15,1-1-272 0</inkml:trace>
  <inkml:trace contextRef="#ctx0" brushRef="#br0" timeOffset="53569.93">15186 8691 3679 0,'0'-2'160'0,"1"2"32"0,0-2-192 0,0 1 0 0,0 1 0 0,-1 0 0 0,1 0 1520 0,1 0 256 16,1-2 48-16,0 2 16 0,2 0 320 0,0-2 64 16,-1 2 16-16,0 0 0 0,0 0-352 0,0 2-64 15,0 0-16-15,1 3 0 0,-5-5-400 0,0 0-96 16,0 0-16-16,0 0 0 0,18 47-416 0,-18-47-96 15,0 0-16-15,15 38 0 0,-15-38-336 0,0 0-80 32,18 39-16-32,-18-39 0 0,0 0-176 0,0 0-32 0,27 38-128 0,-27-38 192 15,0 0-192-15,0 0 0 0,0 0 0 0,0 0 0 0,38 23 0 0,-33-23-128 16,0 0 128-16,0-1-208 16,0 0-720-16,-1-2-144 0,-1 1-16 0,1-1-16 15,1-1-1024-15,-2-1-208 0,0 1-32 0,0 1-8384 0</inkml:trace>
  <inkml:trace contextRef="#ctx0" brushRef="#br0" timeOffset="53776.13">15415 8686 1839 0,'0'-4'0'0,"0"1"160"0,0-1-160 0,0 3 0 0,0 1 0 0,0 0 0 16,-1 0 1232-16,0 0 224 0,-1-2 32 0,-1 2 16 0,-1 0 960 0,0 2 192 0,-1-1 32 0,0 1 16 31,1 0-720-31,-2 1-160 0,1-1-32 0,-1 1 0 15,1 1-576-15,-2 1-112 0,1-1-16 0,-2 2-16 16,1 0-320-16,-1 2-64 0,0-1-16 0,-1 1 0 16,0 1-320-16,1 0-64 0,0 0-16 0,-1 1 0 0,2-1-272 0,0 0 0 15,2 0 0-15,0-1 0 16,1-1-416-16,1-1-96 0,1 0 0 0,0-1-16 16,0 0-1808-16,1-3-352 0</inkml:trace>
  <inkml:trace contextRef="#ctx0" brushRef="#br0" timeOffset="54105.88">15518 8525 5231 0,'4'-5'0'0,"-2"1"224"0,0 1-64 0,0 1 0 0,0 2-160 0,-2-2 0 0,1 2 0 0,1-1 0 16,2-1 2048-16,0 2 384 0,0 0 80 0,1 2 16 15,0 1-144-15,-2 3-16 0,-3-6-16 0,0 0 0 16,0 0-752-16,17 51-128 0,-17-51-48 0,0 0 0 16,11 48-592-16,-11-48-112 0,0 0-16 0,8 52-16 0,-8-52-224 0,4 37-32 15,-4-37-16-15,3 36 0 0,-3-36-272 0,0 35-144 16,0-35 160-16,-3 32-160 15,3-32 0-15,-7 28 0 0,2-14 0 0,0-4 0 0,-2-1 0 16,-1-2 0-16,-1 3 0 0,0-4 0 16,-1 2-576-16,-2-1-192 0</inkml:trace>
  <inkml:trace contextRef="#ctx0" brushRef="#br0" timeOffset="56039.54">15797 8456 5519 0,'-5'-2'496'0,"1"-2"-496"0,2 3 0 0,0-1 0 16,0 2 432-16,1 0-16 0,0 0 0 0,-2-2 0 15,0 1 304-15,-1-2 64 0,-2 2 16 0,2-1 0 16,1 0 224-16,0 1 64 0,1 1 0 0,1 0 0 16,0 0 64-16,2 0 32 0,-1 0 0 0,2 0 0 15,0 1-80-15,1 1-16 0,0-2 0 0,1 0 0 16,2 2 64-16,0-2 0 0,2-2 0 0,-1 2 0 15,2 0-352-15,1-3-64 16,1 1-16-16,-1 1 0 0,2-2-320 0,-1 0-64 16,1 1-16-16,0-1 0 0,-1-2-128 0,-1 3-16 0,-2-3-16 0,-2 2 0 0,1 1-160 0,-2 0 128 15,-2 2-128-15,0 0 128 0,0-2-128 0,-2 2 0 16,-1 0 144-16,-1 2-144 0,1-2 192 0,-1 1-48 16,0 0 0-16,-1 1 0 0,1 1 64 0,-1 0 16 15,0 1 0-15,1-1 0 0,-1 4-16 0,1-3 0 16,-1 2 0-16,2 0 0 0,-1 1-80 0,0-2 0 15,1 2-128-15,-1 0 192 0,1 0-192 0,0-2 128 16,0 2-128-16,0 2 0 0,0-9 256 0,0 0-64 0,0 0 0 0,3 41 0 16,-3-41-16-16,0 0-16 0,1 45 0 0,-1-45 0 15,1 34-32-15,-1-34-128 0,1 37 192 16,-1-37-64-16,3 36-128 0,-3-36 192 0,4 35-192 0,-4-35 192 16,0 0 64-16,6 46 32 0,-6-46 0 0,0 0 0 31,6 41 80-31,-6-41 16 0,0 0 0 0,4 34 0 0,-4-34-128 0,0 0-32 0,0 0 0 0,0 0 0 15,3 36-32-15,-3-31-16 0,-2-2 0 0,-1 0 0 16,0 2 0-16,-1-2 0 0,-2 1 0 0,-1-1 0 16,-2 0-176-16,-2 1 192 0,-1-2-192 0,-3 1 192 15,-1 0-192-15,-1-1 0 0,-2 0 0 0,0 0 0 32,-1 0-432-32,-1-2-160 0</inkml:trace>
  <inkml:trace contextRef="#ctx0" brushRef="#br0" timeOffset="56843.24">14481 8423 1839 0,'4'-7'160'0,"-1"3"-160"0,0 1 0 0,-1 0 0 0,-1 1 1200 0,-1 2 208 16,1-2 32-16,-1 0 16 0,2-1 848 0,-1-2 192 16,1 1 16-16,-2 1 16 0,0-1-320 0,-2 3-64 15,-1-1-16-15,1 2 0 0,-1-1-720 0,-1 0-160 16,0 1-32-16,1 0 0 0,-2 0-448 0,1 0-80 15,1 0-32-15,-1 0 0 0,1 0-240 0,0-2-48 16,-1 2-16-16,0-2 0 0,-1 1-80 0,1 1-16 16,-1 0 0-16,0 0 0 0,-1 0-128 0,0 0-128 15,0 3 192-15,-1-1-192 0,1-1 144 0,0 0-144 16,0 2 0-16,1-1 144 0,2 1-144 0,0-1 0 16,0 0 0-16,1 0 128 0,1-2-128 0,1 1 0 15,0 1 0-15,1-2 128 0,0 0 0 0,0 0 0 0,2 0 0 0,-1 0 0 16,0 0 288-16,0 0 48 0,1 0 16 0,-1 0 0 15,0 0-208-15,0 2-32 0,-1-1-16 0,0 3 0 16,-1-2-224-16,-1 3 128 0,1 1-128 0,-2 0 0 16,0 1 0-16,0 1 0 0,0 0 0 0,0 2 0 15,0 2 0-15,-1-3 0 16,0 1 0-16,0 1 0 0,0 2 0 0,0 1 0 0,0 1 0 0,-1 1 0 16,1-1 0-16,1 3 0 0,-2 2 0 0,0 0 0 0,1-1 0 15,1 0 0-15,-1 2 0 0,0 2 0 16,0 0 0-16,3-23 0 0,-4 44-128 0,4-44 128 0,-4 41 0 0,1-20-128 15,3-21 128-15,-4 36 0 0,4-36-144 16,-5 31 144-16,5-31 0 0,-5 31-144 0,5-31 144 0,-4 30 0 16,4-30 0-16,-4 31-128 0,4-31 128 0,-2 31-128 15,2-31 128-15,0 30-128 0,0-30 128 0,0 0 0 16,6 36 0-16,-6-36-128 0,0 0 128 0,0 0 0 16,0 0 0-16,29 43 0 0,-29-43 0 0,0 0 0 15,36 9 0-15,-21-9 0 0,1-2 160 0,0-2-32 16,1-1-128-16,-2 0 192 0,1-2 16 0,0 0 0 0,1-1 0 15,-3 1 0 1,1 0-608-16,-1 1-128 0</inkml:trace>
  <inkml:trace contextRef="#ctx0" brushRef="#br0" timeOffset="57554.54">16091 8194 5519 0,'-2'-1'496'0,"0"-1"-496"0,1 2 0 0,1 0 0 16,-1 0 976-16,0-2 112 0,0 1 0 0,-2-1 16 16,1 0 560-16,-1-1 128 0,0 1 0 0,1-1 16 15,2 1-176-15,0 0-32 0,2 0-16 0,1 0 0 16,1 1-336-16,2-1-64 0,1-1-16 15,0 1 0-15,2 0-304 0,1 0-64 0,0 1-16 0,0-1 0 0,1 2-208 0,0 2-64 16,0-2 0-16,0 3 0 0,0-1-304 0,-11-2-64 16,0 0-16-16,0 0 0 0,0 0-128 0,37 25 0 15,-37-25 0-15,0 0 0 0,0 0 0 0,0 0 0 16,0 0-128-16,1 35 128 0,-5-31-240 0,-1 3 32 16,-1-2 0-16,-2-1 0 0,2 1 16 0,-2-1 16 15,0-1 0-15,1 2 0 16,-1-2 176-16,1 1 0 0,0-2-144 0,2 1 144 0,1 0 0 0,0-1 0 0,1-1 0 0,1 0 0 15,0 1 0-15,1-1 0 16,2 1 144-16,0-2-144 0,1 2 272 0,1-2-16 0,3 0 0 0,1-2 0 16,0 2 288-1,2-2 48-15,2 1 16 0,1-2 0 0,2 0-288 0,1 0-64 0,2-2-16 0,0 1 0 16,1-1-240-16,0 2 0 0,-1-1 0 0,0 1-160 31,-2 1-1568-31,0 2-320 0</inkml:trace>
  <inkml:trace contextRef="#ctx0" brushRef="#br0" timeOffset="58167.56">16350 8578 4607 0,'-1'0'400'0,"0"0"-400"0,1 0 0 0,0 0 0 15,0 0 1200-15,0-1 144 0,-1 2 48 0,0-1 0 0,0 0 272 0,-1 0 64 32,1 0 16-32,0 0 0 0,0 0-208 0,1 0-32 15,-1 2-16-15,1-2 0 0,0 0-208 0,0 0-64 16,1 1 0-16,-1-1 0 0,0 1-208 0,1-1-48 16,0 0-16-16,0 0 0 0,1 0-176 0,0 0-16 15,-1-1-16-15,3 1 0 0,-1-1-192 0,2 1-32 16,1 0-16-16,1-3 0 0,1 1-144 0,2 0-32 15,0-1 0-15,2 1 0 0,2-2 48 0,-1 0 0 16,0 2 0-16,1 0 0 0,1-2 32 0,-1 1 16 16,-1 1 0-16,0-1 0 0,-1 2-224 0,-2 0-32 0,1-2-16 0,-1 3 0 15,-3 0-144-15,-1 0 0 0,0 1 0 0,-1 1 0 16,-2-2-176-16,-1 1-16 0,-1 0 0 0,-1 1-16448 16</inkml:trace>
  <inkml:trace contextRef="#ctx0" brushRef="#br0" timeOffset="59458.18">16966 8312 911 0,'0'0'0'0,"0"0"0"0,0 0 0 0,0 0 0 0,0 0 1040 0,0 0 128 15,0 0 32-15,1-2 0 0,1 2 528 0,0-1 96 16,0 0 32-16,1 0 0 0,2-1 0 0,0 1 0 15,1 1 0-15,1-2 0 16,2 2-128-16,0-1 0 0,1 0-16 0,2 1 0 0,1-2-448 0,1 2-96 16,0-3-16-16,0 1 0 0,0 0-368 0,-1 1-80 15,1-2 0-15,0 0-16 0,0 0-432 0,-1 0-64 16,-2 0-32-16,0 0 0 0,0 0-160 0,-2-1 0 16,0 2 0-16,-3-1 0 0,1 0-192 0,-4 1-32 0,1 2 0 0,-2-2 0 31,-1 2-960-31,-2 0-192 0,-2 2-32 0,-1 0-6960 0,0 1-1376 0</inkml:trace>
  <inkml:trace contextRef="#ctx0" brushRef="#br0" timeOffset="59820.23">17084 8317 4607 0,'-1'0'192'0,"0"-1"64"16,1 1-256-16,0 0 0 0,0 0 0 0,0 0 0 16,1 0 1152-16,-1 0 192 0,2 0 48 0,-1 0 0 15,1 1 688-15,-1 3 144 0,1-1 16 0,-1 2 16 16,-1 4-400-16,0-9-64 0,0 0-32 0,-2 33 0 15,2-33-752-15,-2 33-160 16,2-33-16-16,-4 37-16 0,4-37-528 0,-5 37-96 0,5-37-32 0,-5 30 0 0,5-30-160 0,-7 29 0 16,4-15 0-16,-1-2 0 0,-2 0 0 0,1 0 0 31,0 0 0-31,-1-1 0 0,2-1-368 0,-1 0 0 0,0-1 0 0,0 0 0 16,0-1-80-16,2-1 0 0,-2 1-16 0,1-2 0 0,1 1 464 0,2 0 0 15,0-1 0-15,0 0 0 0,1-6 0 0,0 0 0 16,0 0 0-16,0 0 0 0,0 0 0 0,0 0 0 15,0 0 144-15,40 31-144 0,-27-31 720 0,1-4 48 0,0 3 16 0,1-4 0 16,1 1 80-16,1-1 16 16,-1 0 0-16,-1 0 0 0,-2-2-336 15,0 3-64-15,0-1-16 0,0 0 0 0,-2 0-304 0,-1 0-160 0,0 2 160 0,-1-2-160 16,-2 1 0-16,0 1 0 0,-1 0 0 0,0-2 0 31,-2 2-480-31,-2 0-32 0,-2 0-16 0,0 0-13440 0</inkml:trace>
  <inkml:trace contextRef="#ctx0" brushRef="#br0" timeOffset="60009.5">17089 8530 6447 0,'-3'-7'272'0,"2"4"80"0,0 0-352 0,0 0 0 16,1 2 0-16,1 1 0 0,0 0 1792 0,0-2 272 31,1-1 64-31,1 1 16 0,2 0 176 0,1-3 48 0,3 2 0 0,0-1 0 0,2 2-448 0,0-3-96 15,0 2-16-15,0 1 0 0,-1 0-1248 0,0-1-256 16,0 1-48-16,0 0-9056 16,1 1-1808-16</inkml:trace>
  <inkml:trace contextRef="#ctx0" brushRef="#br0" timeOffset="64134.71">17005 8202 2751 0,'1'-2'256'0,"-1"0"-256"16,0 0 0-16,0 2 0 0,1-2 880 0,-1 2 128 15,1-1 16-15,0 1 16 0,1-2 624 0,-1-3 128 16,1 3 32-16,1-1 0 0,-1 1-32 0,-1-1-16 16,0 1 0-16,-1 2 0 0,0-1-368 0,-1 0-64 15,0 1 0-15,-1 0-16 0,-1 0-576 0,1 0-112 0,-2 1-32 0,-1 0 0 32,0-1-224-32,-2 2-64 0,1-2 0 0,-1 1 0 0,1 1-160 0,-2-2-32 0,0-2-128 0,0 2 192 15,0 0 32-15,1-1 0 0,0 1 0 0,1 0 0 16,0-2 96-16,2 2 32 0,1 0 0 0,0-1 0 15,1 0-160-15,1 1-48 0,0 0 0 0,0 0 0 16,1-2 16-16,0 2 0 0,0 0 0 0,0 0 0 16,1 0 32-16,-1 0 0 15,0 0 0-15,1 2 0 0,-1-1 0 0,0 0 16 0,1 1 0 0,-1 1 0 16,1-1 48-16,-1 1 0 0,1 1 0 0,-1 1 0 16,0 0-128-16,0 0 0 0,-1 2-128 0,1-2 192 15,-1 2-192-15,0 0 0 0,0 2 128 0,0-2-128 16,0 1 0-1,0 1 0-15,0-1 0 0,-1 3 0 0,0-1 0 0,-1 3 0 0,1 0 0 0,-1 3 0 16,3-16 0-16,-3 35 0 0,0-15 0 16,3-20 0-16,-4 36 0 0,2-16 0 0,2-20 0 0,-5 38-160 0,5-38 160 0,-4 36 0 15,4-36 0-15,-3 33 0 0,3-33 0 0,0 0-160 16,-1 41 160-16,1-41-160 0,0 0 160 0,0 38-160 16,0-38 160-16,0 0-160 0,2 38 160 0,-2-38 0 15,0 0 0-15,3 40 0 0,-3-40 0 0,0 0 0 0,1 40 0 0,-1-40 0 16,0 0 0-16,-3 38 0 0,3-38 0 0,-5 26 0 15,2-14 0-15,0 0 0 0,0-3 0 0,1 0-128 16,0 0 128-16,-1-3 0 0,1 0 0 0,0-2 0 16,0 1 0-16,0-1 0 0,2 0 0 0,-1-1 0 15,1 2 0-15,0-3 0 0,0 0 0 0,0 1 128 16,1-1-128-16,1-1 176 0,2 1-176 0,0-2 192 16,-1 0 208-16,2-2 48 15,2 1 16-15,0 1 0 0,1-2 80 0,1-1 16 0,0 0 0 0,0 0 0 16,1 0-240-16,0 1-64 0,0-1 0 0,-1 1 0 15,0 0-256-15,1 0 160 0,-2 1-160 0,0 1 128 16,0 0-128-16,1-2-192 16,0-1 32-16,1 1-16800 0</inkml:trace>
  <inkml:trace contextRef="#ctx0" brushRef="#br0" timeOffset="65155.51">17471 8316 5519 0,'1'0'496'0,"-1"-2"-496"0,0 2 0 0,0 0 0 16,0 0 896-16,0-1 96 0,0 1 16 0,0-1 0 15,0-2 544-15,0 1 112 0,0 0 32 0,0-1 0 16,-1 3-64-16,1-2-16 16,0 2 0-16,-1 0 0 0,0-2-352 0,1 2-80 0,-1 0-16 15,-1 2 0-15,1-2-464 0,-1 1-80 16,-1 2-32-16,1 0 0 0,-1 0-208 0,-1 1-64 0,0 3 0 0,0 0 0 16,-1 3 128-16,0 0 32 0,-1 2 0 0,0 2 0 15,0 2-32-15,0 1 0 0,2 2 0 0,4-19 0 16,-4 38 48-16,4-38 0 0,0 0 0 0,6 45 0 15,-6-45-256-15,0 0-48 0,0 0-16 0,22 47 0 16,-22-47-176-16,0 0 0 0,0 0 0 0,0 0 0 0,34 31 0 16,-34-31 0-16,0 0 0 0,0 0 0 0,0 0 0 0,35 19 0 15,-35-19-224-15,0 0 80 16,0 0-752-16,0 0-128 0,0 0-48 0,0 0-8336 16,0 0-1664-16</inkml:trace>
  <inkml:trace contextRef="#ctx0" brushRef="#br0" timeOffset="65407.25">17612 8388 7359 0,'0'-8'320'0,"0"5"80"0,0 0-400 0,0 0 0 0,0 1 0 16,0 2 0-16,0 0 1520 0,0 0 208 0,-1 2 64 16,1-1 0-16,-1 4 448 0,1 1 112 0,-1 3 16 15,1-9 0-15,0 0-368 0,4 38-64 16,-4-38-16-16,0 0 0 0,9 45-832 0,-9-45-192 0,0 0-16 0,13 45-16 15,-13-45-480-15,0 0-80 0,16 43-32 0,-16-43 0 16,0 0-272-16,0 0 160 0,18 43-160 0,-18-43 128 16,0 0-304-16,0 0-64 0,0 0-16 0,0 0 0 15,0 0-1472-15,0 0-288 0</inkml:trace>
  <inkml:trace contextRef="#ctx0" brushRef="#br0" timeOffset="65613.62">17761 8385 10127 0,'-1'1'448'0,"0"-1"96"0,0 0-544 0,0 2 0 15,1-2 0-15,-1 2 0 16,-1-2 1744-16,1 2 240 0,-4 3 64 0,-1 1 0 0,-1 2-464 0,-1-1-96 16,-2 1-16-16,0-1 0 0,-1 2-192 0,-1 1-64 15,0 0 0-15,-1 1 0 0,1-1-336 0,-1 3-80 0,-1 0-16 16,1 1 0-16,2-3-448 0,1 1-80 15,2-2-32-15,3 0 0 0,0-1-464 0,1-2-80 16,2-2-32-16,2 0-8560 0,1-2-1712 0</inkml:trace>
  <inkml:trace contextRef="#ctx0" brushRef="#br0" timeOffset="66076.48">17865 8319 11967 0,'4'-3'528'0,"-1"1"112"0,1 2-512 0,-1-2-128 0,-1 2 0 0,-1 0 0 0,1-2 1536 0,2 2 288 0,2-1 48 0,2 1 16 31,1 1 416-31,-9-1 64 0,0 0 32 0,0 0 0 0,0 0-672 0,36 32-144 0,-36-32-32 0,0 0 0 16,14 43-624-16,-14-43-128 0,0 0-32 0,10 50 0 16,-10-50-320-16,0 0-80 0,9 47-16 0,-9-47 0 31,0 0-160-31,5 41-16 0,-5-41-16 0,0 0 0 0,4 35-160 0,-4-35 128 0,0 0-128 0,0 0 128 16,0 40-128-16,0-40 0 0,0 0 0 15,-6 30 0 1,3-22-384-16,-1 1-48 0,-1-1-16 0,0-1-15888 0</inkml:trace>
  <inkml:trace contextRef="#ctx0" brushRef="#br0" timeOffset="68050.97">18130 8146 911 0,'-2'0'0'0,"1"0"0"0,0 0 0 0,0 0 0 0,0 0 912 0,1 0 112 0,-1 0 0 0,0-2 16 16,-1 2 368-16,-1 0 64 0,1-2 0 0,-1 1 16 16,2 1 160-16,0-2 16 0,1 2 16 0,0-1 0 15,1 1-448-15,-1 0-80 0,2 0-32 0,0 0 0 16,2 0-16-16,0 0 0 0,1 0 0 0,1-2 0 15,0 2 32-15,2-1 0 0,1 0 0 0,0 1 0 16,2 0-368-16,0-2-80 0,-1 2-16 0,0-2 0 16,0 1-176-16,0 1-48 0,0-2 0 0,-2-1 0 0,-1 3-96 0,-1-2-32 15,-1 1 0-15,1 0 0 16,-1 1-96-16,-2-2-32 16,0 1 0-16,-1 1 0 0,0 0 64 0,-1 0 0 0,0 0 0 0,-1 0 0 0,0 1-112 0,-1 1-16 15,0-1 0-15,0 0 0 0,-1 1-128 0,1-1 160 16,0 1-160-16,0 1 160 0,0-1-160 0,1 0 160 15,0 0-160-15,-1 0 160 0,1 1-160 0,0 0 0 16,0 1 0-16,0-1 0 0,0 1 0 0,0 1 0 16,-1 0 0-16,1-5 0 15,0 0 0-15,0 0 0 0,0 35 0 0,0-35 0 0,0 0 0 0,-1 34 0 0,1-34 0 0,0 0 0 16,-1 44 0-16,1-44 128 0,0 0-128 0,3 51 0 16,-3-51 176-16,0 0-48 0,9 56-128 0,-9-56 192 15,0 0-16-15,9 50-16 0,-9-50 0 0,0 0 0 16,10 45-32-16,-10-45-128 0,0 0 192 0,0 0-64 15,15 50-128-15,-15-50 160 0,0 0-160 0,0 0 160 16,10 43 16-16,-10-43 0 0,0 0 0 0,0 0 0 16,6 42-48-16,-6-42 0 0,0 0 0 0,0 0 0 31,3 36-128-31,-3-36 128 0,0 0-128 0,0 0 128 16,1 35-128-16,-1-35 0 0,0 0 0 0,0 0 128 0,0 0-128 0,2 36 0 15,-2-36 144-15,0 0-144 0,0 0 0 0,0 0 128 16,0 33-128-16,0-33 0 0,0 0 0 0,0 0 144 15,0 0-144-15,0 0 0 0,-6 29 208 0,4-27-64 16,-1 2-16-16,0-1 0 0,1 0-128 0,-3 0 192 16,1 0-192-16,0 2 192 0,-1-2-192 0,0 1 0 15,-1 1 0-15,-1 0 128 0,1-1-128 0,-2 4 0 16,-2-3 0-16,-1 4 128 0,-1-2-128 0,-3 0 0 16,0 0 0-16,0 0 0 0,-3-2 0 0,0-2-272 15</inkml:trace>
  <inkml:trace contextRef="#ctx0" brushRef="#br0" timeOffset="69003.89">18416 8022 4607 0,'0'-2'400'0,"0"1"-400"0,0 0 0 0,0 1 0 16,0 0 912-16,0 0 112 16,0-3 0-16,0 1 16 0,0-1 688 0,-1-1 128 15,1 2 16-15,-1-1 16 0,1 3 112 0,0-2 32 0,0 2 0 0,0 0 0 16,1 0-240-16,0 0-64 0,1 0 0 0,1 0 0 16,2-2-768-16,-1 1-176 0,3 1-16 0,-1-2-16 15,3 2-48-15,-1-1 0 0,2 0 0 0,1 1 0 16,1 0-112-16,-1 0-16 0,0-2-16 0,1 2 0 15,-1 2-160-15,-1-2-16 0,0 1-16 0,-2 0 0 16,-2 2-176-16,-6-3-48 0,0 0 0 0,0 0 0 16,0 0-144-16,0 0 0 0,0 0 0 0,6 40 0 15,-11-32 0-15,0 0 0 0,-4-1 0 0,0-1 0 0,0 0 0 16,0 2 0-16,-2-4 0 0,2 1 0 0,2 0 0 0,-1-1 0 16,1-1 0-16,1 0 0 0,3 1 0 0,0-2 0 15,2 0 0-15,2 1 0 0,2-3 0 0,1 2 0 16,3-1 0-16,0-1 0 0,3 2 0 15,2-4 0-15,1 1 144 0,2-1-144 0,-1 0 336 0,0 1 0 16,-1-1 0-16,1 0 0 0,1 0-208 0,-1-1-128 16,0 3 160-16,-1-2-160 0,-2 2 0 0,-1 0-320 15</inkml:trace>
</inkml:ink>
</file>

<file path=ppt/ink/ink10.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0T08:51:00.194"/>
    </inkml:context>
    <inkml:brush xml:id="br0">
      <inkml:brushProperty name="width" value="0.05292" units="cm"/>
      <inkml:brushProperty name="height" value="0.05292" units="cm"/>
      <inkml:brushProperty name="color" value="#0070C0"/>
    </inkml:brush>
    <inkml:brush xml:id="br1">
      <inkml:brushProperty name="width" value="0.05292" units="cm"/>
      <inkml:brushProperty name="height" value="0.05292" units="cm"/>
      <inkml:brushProperty name="color" value="#FF0000"/>
    </inkml:brush>
  </inkml:definitions>
  <inkml:trace contextRef="#ctx0" brushRef="#br0">9073 10057 3679 0,'-3'0'320'0,"0"0"-320"0,1 0 0 0,2 0 0 16,0 0 1088-16,0 0 128 0,-1 0 48 0,0 0 0 15,0 0 784-15,0 0 144 0,0 2 48 0,1-2 0 16,1 0-592-16,0 0-112 0,1 1-32 0,0-1 0 16,1 0-336-16,2 0-64 0,-1 2-16 0,1-2 0 15,1 0-192-15,0 0-64 0,2 0 0 0,-1 2 0 16,2-2-96-16,-9 0-32 0,0 0 0 0,28 0 0 15,-28 0-128-15,0 0-48 0,32 0 0 0,-21-2 0 16,-1 2-144-16,-1-2-16 0,0 1-16 0,1-1 0 16,-3 0-208-16,2 1-144 0,-3-2 192 0,1 2-192 0,-2-2 128 0,0 3-128 15,-2-2 0-15,1-1 0 0,-1 3 0 0,-2 0 0 16,0-2-176-16,-2 2 176 16,0 2-2016-16,-2-1-288 0,0 1-64 0,0 1-10544 15</inkml:trace>
  <inkml:trace contextRef="#ctx0" brushRef="#br0" timeOffset="329.67">9101 10179 6447 0,'-5'1'272'0,"1"-1"80"0,2 2-352 0,0-2 0 0,1 0 0 0,0 0 0 15,0 1 1648-15,-2 1 256 0,-1 0 48 0,0 1 16 16,0-1 304-16,-1 0 64 0,1 0 16 0,1 1 0 15,0-2-704-15,2 1-144 0,0 0-32 0,1-2 0 16,1 1-336-16,1 0-80 0,1-1-16 0,1 0 0 16,0 0-16-16,2 0 0 0,-1 0 0 0,3 0 0 15,-8 0-208-15,0 0-48 0,26-1-16 0,-26 1 0 16,0 0-240-16,29 0-32 0,-29 0-16 0,0 0 0 16,30 1-192-16,-30-1-32 0,0 0-16 0,32 0 0 15,-32 0-224-15,0 0 144 0,30 0-144 0,-30 0 128 16,0 0-128-16,32-2 0 0,-22 0 0 0,0-1 0 15,0 0 0-15,0 0 0 0,-2 2 0 0,0-3 0 0,-1 1-144 0,0 1-64 16,0-1-16-16,0 2-17392 16</inkml:trace>
  <inkml:trace contextRef="#ctx0" brushRef="#br0" timeOffset="707.6">9678 9958 10127 0,'-3'0'448'0,"1"0"96"0,0 0-544 0,0-1 0 0,1 1 0 0,1 1 0 0,-1 1 1264 15,0-2 144-15,0 2 16 0,-1 0 16 0,1 0 432 0,0 1 96 16,2 0 16-16,1 0 0 0,2-2-800 0,1 1-160 16,1-2-16-16,2 1-16 0,-8-1-208 0,0 0-32 15,29-1-16-15,-18-1 0 0,-11 2-160 0,28-4-48 16,-28 4 0-16,29-3 0 15,-29 3-336-15,29-5-192 0,-29 5 192 0,26-2-192 0,-26 2 0 0,23-5 0 16,-23 5 0-16,18-2 0 16,-13 0-640-16,0 2-176 0,-2 0-32 0,-3 2-7792 15,0 0-1536-15</inkml:trace>
  <inkml:trace contextRef="#ctx0" brushRef="#br0" timeOffset="1037.21">9769 9969 2751 0,'-1'1'256'0,"0"1"-256"0,0-2 0 0,0 2 0 16,0-2 1616-16,1 1 288 0,-1 0 48 0,-1 2 16 16,-1 2 464-16,0 1 80 0,-2 2 32 0,-1 1 0 15,2 1-736-15,-3 1-144 0,2 1-16 0,-2 0-16 16,1 2-640-16,0 1-128 0,0 1-32 0,-1 1 0 16,2-1-432-16,-2 1-80 0,1 2-32 0,1 0 0 15,-1 1-96-15,2 0-32 0,0-1 0 0,0 1 0 16,2 0-160-16,0-1 0 0,0-2 0 0,2-17 0 0,2 25 0 15,-2-25 0-15,0 0 0 0,0 0 0 0,0 0 0 0,17 35 0 16,-17-35 0-16,0 0 0 0,0 0 240 0,32 2 16 16,-32-2 0-16,22-3 0 0,-11 1 144 0,1-1 48 15,1 0 0-15,0 0 0 0,1 0-80 0,-2 0-16 16,-12 3 0-16,23-4 0 0,-23 4-224 0,0 0-128 16,0 0 160-16,33 0-160 0,-28 0 0 0,-1 0 0 15,-4 0-208-15,0 0 64 16,0 0-1456-16,0 0-304 0,0 0-48 0,0 0-10800 0</inkml:trace>
  <inkml:trace contextRef="#ctx0" brushRef="#br0" timeOffset="1258">9733 10164 12431 0,'-5'0'256'0,"1"0"64"0,2 0 16 0,0-2 48 0,2 2-384 0,0 0 0 0,0 0 0 0,0 0 0 16,1 0 3008-16,0 0 512 0,3 0 128 0,0-1 0 15,3 1-1360-15,0-3-288 0,3 1-48 0,0 0-16 16,1 2-848-16,0-2-192 16,-11 2-16-16,29-3-16 0,-29 3-480 0,0 0-80 0,41 0-32 0,-41 0 0 15,0 0-272-15,40 0 0 16,-40 0 0-16,0 0 0 0,34 0 0 0,-24-2-272 0,-1 2 16 0,0-3-15840 16</inkml:trace>
  <inkml:trace contextRef="#ctx0" brushRef="#br0" timeOffset="1605.75">10224 9990 9215 0,'1'-4'400'0,"-1"1"96"0,1-1-496 0,-1 1 0 0,0 2 0 0,0 0 0 31,-1 1 1920-31,0-2 272 0,-1-1 64 0,-1-2 16 0,-1 5-160 0,-2 0-16 16,0 2-16-16,-1 1 0 15,0 3-800-15,-1 2-144 0,1-1-48 0,-2 5 0 16,1 0-304-16,1 3-64 0,-1 1-16 0,2 1 0 0,0 1-304 0,1-1-64 0,0 2-16 0,1 0 0 15,1 2-96-15,0 1-32 0,3-22 0 0,-2 42 0 0,2-42 16 0,5 37 0 32,-5-37 0-32,0 0 0 0,20 47-208 0,-20-47 0 15,0 0 0-15,33 32 0 16,-33-32-496-16,0 0-144 0,47 12-16 0,-47-12-8992 16,35 0-1792-16</inkml:trace>
  <inkml:trace contextRef="#ctx0" brushRef="#br0" timeOffset="1865.44">10356 10055 11055 0,'-1'-3'480'0,"0"1"112"0,0-1-464 0,0 1-128 0,1 2 0 0,0 0 0 16,0 0 1664-16,0 0 304 0,1 0 64 0,0 2 16 16,0 1-128-16,1-1 0 0,-2-2-16 0,0 0 0 15,0 0-224-15,0 0-32 0,24 41-16 0,-24-41 0 16,0 0-544-16,0 0-128 0,28 42 0 0,-28-42-16 15,0 0-464-15,30 35-96 0,-30-35 0 0,0 0-16 16,32 41-368-16,-32-41 144 0,0 0-144 0,30 38 0 16,-30-38 0-16,0 0 0 0,0 0 0 0,34 35 0 15,-34-35-384-15,0 0-16 0,0 0-16 0,0 0 0 16,0 0-1568 0,0 0-304-16,0 0-64 0,35 5-10560 0</inkml:trace>
  <inkml:trace contextRef="#ctx0" brushRef="#br0" timeOffset="2078.21">10558 10076 8287 0,'-2'-4'368'0,"1"1"80"0,0 2-448 0,0-1 0 16,0 2 0-16,1 0 0 0,-1 0 1840 0,-1 2 272 15,0-1 64-15,-3 2 16 0,-1 3 240 0,-1 1 64 16,0 0 0-16,-4 3 0 0,2 0-576 0,-2 1-128 16,-2 1 0-16,0 2-16 0,-1 1-432 0,0-1-64 15,0 1-32-15,0 0 0 0,1-2-688 0,2 0-144 16,1-1-32-16,2-2 0 0,1-2-384 0,2 0 0 15,0 0 0-15,2-3 0 16,0 2-448-16,2-3-128 0,1 1-32 0,1-3-10096 0,0 1-2032 0</inkml:trace>
  <inkml:trace contextRef="#ctx0" brushRef="#br0" timeOffset="2503">10576 9879 3791 0,'1'-3'160'0,"0"0"48"0,0 2-208 0,-1-1 0 16,1 2 0-16,-1-2 0 0,0 2 1008 0,0-1 144 16,1-1 48-16,1 0 0 0,0 1 1120 0,-1-1 240 15,1 0 32-15,1 2 16 0,-1 0-64 0,1 0-16 16,1-2 0-16,1 1 0 0,0 1-816 0,1 0-176 15,2-2-16-15,-1 2-16 0,-7 0-736 0,0 0-160 16,26 2-32-16,-26-2 0 0,0 0-256 0,0 0-48 16,36 10-16-16,-36-10 0 0,0 0-112 0,0 0-16 15,0 0-128-15,32 33 192 0,-32-33-192 0,0 0 0 16,0 0 0-16,7 36 0 0,-9-27 0 0,-1 0 0 16,0-1 0-16,-1-1 0 0,-1 0 0 0,0-2 0 0,0 2 0 0,0-3 0 15,0-1 0-15,-2 2 0 0,2-3 0 0,-1 0 0 16,1 0 0-16,0-2-128 0,1 0 128 0,2 0 0 15,0 0 0-15,2-2 0 0,0 2 0 0,1-1 0 16,1 0 0-16,1-1 0 0,2-1 0 0,0 1 0 16,0 0 0-16,2 1 0 0,0-1 0 0,1 2 0 15,0-2 0-15,1 0 0 0,-1 1 0 16,2 1 0-16,-2 0 0 0,-8 0 0 0,0 0 0 0,28 0 0 16,-28 0-1168-1,0 0-240-15</inkml:trace>
  <inkml:trace contextRef="#ctx0" brushRef="#br0" timeOffset="3164.17">11012 9893 5519 0,'0'0'496'0,"-1"-2"-496"16,1 0 0-16,0 2 0 0,0 0 1600 0,0-1 240 15,-1-1 32-15,1 1 16 0,-1-2 320 0,1 0 64 16,0 1 16-16,0 1 0 0,1-1-1072 0,-1 1-192 16,1 2-64-16,-1-1 0 0,1 0-432 0,1 2-80 15,-1-1-32-15,0 1 0 16,1 0 160-16,-1-2 48 0,0 1 0 0,1 1 0 16,0-1 64-16,0 0 16 0,0-1 0 0,1 0 0 0,-1 2 112 0,1 1 16 15,-3-3 16-15,0 0 0 0,0 0-256 0,0 0-48 0,22 35-16 0,-22-35 0 16,0 0-192-16,14 37-32 0,-14-37-16 0,0 0 0 15,14 46-160-15,-14-46-128 0,8 33 144 16,-8-33-144-16,4 38 0 0,-4-38 0 0,2 36 0 0,-2-36 0 16,-2 38 0-16,2-38 0 0,-4 33 0 0,0-16 0 15,0-3 0-15,-2 2 0 0,-1-1 0 0,0 0 0 16,-1 1 0-16,-3 0 0 0,1-1 0 0,0-1 0 16,-1 0-304-16,0-2-48 0,0-3-16 0,-1 1 0 15,1-5-976-15,1-1-208 16,2-1-48-16,0-3-12416 0</inkml:trace>
  <inkml:trace contextRef="#ctx0" brushRef="#br0" timeOffset="3558.68">11374 10060 8287 0,'-4'2'736'15,"0"-2"-592"-15,3 0-144 0,0 0 0 16,1 0 1008-16,-1 0 160 0,-2 0 48 0,-1 0 0 16,0 2 576-16,0-2 112 0,3 0 16 0,2 0 16 15,2-2-640-15,1 2-128 16,3-2-16-16,2 1-16 0,1-1-240 0,2-1-64 0,-12 3 0 0,26-2 0 16,-12 0-368-16,1 0-80 15,0 1 0-15,-1-1-16 0,0 2-176 0,-1-2-16 0,-1 1-16 0,0 1 0 16,0-2-160-16,-2 1 0 15,0 1 0-15,-1-1 0 0,0-1 0 0,-2 0 0 16,2 1-192-16,-3-2-12464 0</inkml:trace>
  <inkml:trace contextRef="#ctx0" brushRef="#br0" timeOffset="3795.71">11825 9937 13823 0,'0'-1'608'0,"0"1"128"0,0 0-592 0,0 0-144 0,0 0 0 0,1-2 0 16,0 2 1984-16,1 0 384 0,2-2 64 0,2 1 0 15,2-1-544-15,1-1-112 0,1 1-32 0,0 0 0 16,3-1-912-16,-1 1-176 0,2-1-32 0,-1 1-16 16,0 1-96-16,0 0-32 0,1-1 0 0,-2-1 0 15,1 1-480-15,-1 1 0 0,-12 1 0 0,24-2 0 16,-24 2-352-16,19-2-160 0,-12 2-48 0,0-2 0 15,-1 2-1744-15,-4 0-368 0</inkml:trace>
  <inkml:trace contextRef="#ctx0" brushRef="#br0" timeOffset="4094.61">11948 9912 12895 0,'0'0'576'0,"0"-1"112"0,0 1-560 0,-1 0-128 16,1 0 0-16,-1 0 0 0,0 1 1584 0,0-1 272 15,-1 3 64-15,0 2 16 0,-1 1 160 0,-1 4 16 0,-2-1 16 0,2 4 0 16,-2 1-720-16,1 2-160 16,0 3-32-16,-1 1 0 0,0 1-736 0,0 0-160 0,1 2-16 15,-1 1-16-15,2-3-160 0,-1 0-128 16,1 1 192-16,2-3-192 0,2-19 128 0,-2 35-128 0,2-35 0 0,2 32 0 16,-2-32 0-16,0 0 0 0,12 35 0 0,-12-35 0 15,0 0 0-15,0 0 0 0,0 0 0 0,29 33 0 16,-29-33 0-16,0 0-192 0,0 0 16 0,33 3 16 31,-24-4-416-31,0-1-96 0,1-2-16 0,-2 1 0 0,0-2-304 0,-1 1-64 0,-1-1-16 0,0 2 0 16,-2-1-496-16,0-3-96 0,-1 2-32 0,-2 0-8352 15</inkml:trace>
  <inkml:trace contextRef="#ctx0" brushRef="#br0" timeOffset="4286.33">11883 10145 5519 0,'-1'2'496'0,"1"-2"-496"0,0 0 0 0,0 0 0 0,1 0 1984 0,0 0 320 16,0 0 48-16,2 0 16 0,0-2 576 15,3 1 112-15,1-1 16 0,3 0 16 0,0-2-1216 0,1 0-240 16,1 1-48-16,2-2-16 0,0 2-672 0,1-2-128 16,1 3-16-16,1-1-16 0,-1 1-544 0,0-1-192 15,-16 3 144-15,29-2-144 0,-29 2-208 0,27 0-128 16,-27 0-32-16,0 0 0 15,31 2-1744-15,-24-2-336 0</inkml:trace>
  <inkml:trace contextRef="#ctx0" brushRef="#br0" timeOffset="7215.94">11954 10346 5519 0,'-1'0'496'0,"-1"-1"-496"15,2 0 0-15,-1 1 0 16,1 0 768-16,-1 0 48 0,0-2 16 0,-1 1 0 0,-1-1-160 0,1-1-32 31,0 1 0-31,0 0 0 0,1 2 32 0,1-2 0 0,-1 2 0 0,0 0 0 0,1 3 208 0,-1-2 32 16,1 1 16-16,0-1 0 0,-1 1-32 0,1 0-16 16,0 1 0-16,1-2 0 0,-1 0-64 0,1 1-16 15,1-1 0-15,0 1 0 0,0 0 112 0,3-2 32 16,0 0 0-16,0 0 0 0,2-2-112 15,0 0 0-15,2 1-16 0,0-2 0 0,1-1-192 0,1 0-48 0,1 1 0 0,0-1 0 16,0 1-144-16,0-2-48 0,-12 5 0 16,24-4 0-16,-24 4-224 0,0 0-160 0,29-3 192 0,-29 3-192 15,0 0 0-15,0 0 0 0,0 0 0 0,0 0 0 16,0 0 0-16,0 0-192 0,0 0 48 0,0 0 16 31,0 0-320-31,3 36-64 0,-10-34-16 0,-1 1 0 0,1-1-304 16,-2-2-48-16,1 1-16 0,-1-1 0 0,0-1 64 15,0 1 16-15,2 0 0 0,-2-2 0 0,1 2 496 0,0-3 80 0,0 3 32 0,2-2 0 16,0-1 208-16,2 3 0 0,0-2 192 0,0 2-192 16,2-1 592-16,0 0 16 0,1 1 0 0,1 0 0 0,0 0 192 15,1-2 32-15,0 1 16 0,1 1 0 16,1-2-32-16,0 2-16 0,1-3 0 0,1 1 0 0,1 1-144 0,0-2-16 16,2 0-16-16,-1 1 0 15,0-1-128-15,1 2-32 0,-1 0 0 16,1 1 0-16,-1-2-192 0,1 2-32 0,-2 0-16 0,0 0 0 0,-1 0-224 0,0 0 0 15,-2 0 0-15,-2 2 0 0,0-2 0 0,-2 2 0 16,0-2 0-16,-2 2 0 0,-1 1 0 16,-2 0-128-16,2-1 128 15,-3-1 0-15,1 0-384 0,-1 1 48 16,2-1 0-16,-2 1 0 0,1-2-48 0,-1 2 0 0,1-2 0 0,0 0 0 16,1 0 208-16,0 0 48 0,1 0 0 0,2-2 0 15,-1 2 128-15,1-2 0 0,1 1 0 0,0 1 0 16,1-2 0-16,0 1 144 0,2 0-144 0,-1-1 0 15,1 2 208-15,1-2-64 0,-1 1-16 0,2-1 0 16,1 1 80-16,-2-1 16 0,2 2 0 0,1-1 0 16,-2 1-224-16,3-1 128 0,-2 1-128 0,2 0 0 15,-7 0-592-15,0 0-224 16</inkml:trace>
  <inkml:trace contextRef="#ctx0" brushRef="#br0" timeOffset="76487.8">12482 9848 7359 0,'0'-2'656'0,"0"0"-528"16,0 1-128-16,0 0 0 0,-1 1 704 0,1-1 128 15,-1-1 0-15,-1-1 16 0,0 1 656 0,-1-3 128 16,-1 3 32-16,0 0 0 0,1 1 160 0,-2 2 32 16,0 1 16-16,0 1 0 0,-1 1-272 0,0 1-64 15,-3 3-16-15,1 1 0 0,-1 3-448 0,-1 4-96 16,-2 2-16-16,2 2 0 0,0 1-368 0,0 3-80 15,1 2 0-15,-1 2-16 0,2-1-80 0,1-1-16 16,3-3 0-16,1 1 0 0,2-1-48 0,1-23-16 0,7 44 0 0,-7-44 0 16,13 35-176-16,-13-35-32 0,0 0-128 0,26 43 192 15,-26-43-192-15,0 0 0 0,34 30 0 0,-34-30 0 32,0 0-736-32,38 15-144 0,-38-15-16 0,0 0-14592 0</inkml:trace>
  <inkml:trace contextRef="#ctx0" brushRef="#br0" timeOffset="76739.36">12551 9978 7359 0,'-2'0'656'0,"0"0"-528"16,2 1-128-16,0 1 0 0,1-2 1168 0,-1 2 208 16,1 1 32-16,0 1 16 0,-1-4 432 0,0 0 64 15,0 0 32-15,17 40 0 0,-17-40 32 0,0 0 0 16,24 36 0-16,-24-36 0 0,0 0-496 0,29 37-80 15,-29-37-32-15,0 0 0 0,28 35-800 0,-28-35-176 16,0 0-16-16,26 37-16 0,-26-37-368 0,0 0 0 16,0 0 0-16,27 36 0 0,-27-36-352 0,0 0 16 15,0 0 0-15,0 0 0 16,0 0-1680-16,0 0-336 0,0 0-64 0,0 0-9168 0</inkml:trace>
  <inkml:trace contextRef="#ctx0" brushRef="#br0" timeOffset="76944.78">12691 9998 4607 0,'-3'-5'192'0,"0"2"64"0,1 1-256 0,0 2 0 0,2 0 0 0,-1 2 0 16,0-2 1920-16,-1 3 352 0,-2 0 64 0,-1 3 16 15,-1 1 336-15,-1 3 80 0,-1-1 16 0,1 3 0 16,-1 0-800-16,1 1-176 0,-1 0-16 0,-1-1-16 16,2 0-560-16,-2 1-128 0,0 0 0 0,0 0-16 15,0 0-464-15,-1-1-96 0,4-2 0 0,-2-1-16 16,2 0-496-16,1-1 128 0,2-4-128 0,0 1 0 15,1 0-1104-15,2-3-272 0,2-2-48 0,1 0-12784 16</inkml:trace>
  <inkml:trace contextRef="#ctx0" brushRef="#br0" timeOffset="77228.69">12790 9860 11055 0,'4'-7'480'0,"-2"4"112"0,1-1-464 0,-1 2-128 0,-1 1 0 0,0 0 0 16,1 0 2128-16,0 1 416 0,2-3 80 0,1 1 0 31,1 2 128-31,-6 0 32 0,0 0 0 0,0 0 0 0,0 0-944 0,40 27-192 0,-40-27-48 0,0 0 0 16,25 47-832-16,-25-47-192 0,13 40-16 0,-13-40-16 15,11 40-288-15,-11-40-64 0,7 43-16 0,-7-43 0 16,2 39-176-16,-2-39 0 0,-4 39 0 0,-1-22 128 16,-1-1-128-16,-3 1 0 0,-2-3 0 0,-2 1 0 15,2-1-608-15,-1-2-48 0,-2-3-16 0,0 0-15968 16</inkml:trace>
  <inkml:trace contextRef="#ctx0" brushRef="#br0" timeOffset="77951.34">13102 9556 11055 0,'1'-2'976'0,"0"0"-784"0,1 0-192 0,-1 1 0 0,0 0 1040 0,-1 0 176 15,1 1 16-15,1-2 16 0,2 1 1040 0,1-1 208 16,2 1 32-16,-1 0 16 0,1-1-1136 0,-1 0-208 15,1 2-48-15,-1 2-16 0,1-2-496 0,-1 2-80 16,1-4-32-16,-1 2 0 0,1 0-80 0,-1 0 0 16,0 0-16-16,-2-2 0 0,1 1 32 0,-1 1 16 15,0 0 0-15,0 0 0 0,-1 0-240 0,-1 0-48 16,0 0-16-16,0 3 0 0,-1-1-48 0,-1 0 0 0,1 0 0 16,-1 2 0-16,0 1 0 0,-1 1-128 0,1-6 192 0,0 0-64 15,-1 28 96-15,1-28 16 0,0 0 0 0,2 38 0 16,-2-38-112-16,2 29 0 0,-2-29-128 0,3 35 192 15,-3-35-192-15,2 38 176 0,-2-38-176 0,3 39 160 16,-3-39-160-16,4 51 0 0,-4-51 0 0,4 55 128 16,-2-25-128-16,1 2 0 0,-3-32 0 0,5 54 0 15,-5-54 160-15,4 48-160 0,-4-48 192 0,2 44-192 16,-2-44 448-16,3 41 0 0,-3-41-16 0,1 41 0 0,-1-41-144 0,0 38-32 16,0-38 0-16,-5 39 0 0,5-39-128 0,-7 30-128 15,2-15 144-15,0-3-144 0,0 0 144 0,-2-2-144 16,-3-1 128-16,0-3-128 0,0 0 176 15,-2-4-48-15,-1 1-128 0,-3-3 192 0,-1 1-192 0,-4-2 0 16,-1 1 0-16,-4 0 0 0,-2 1-240 0,-4 2-80 16,-4 5-32-16,-3 1-17504 15</inkml:trace>
  <inkml:trace contextRef="#ctx0" brushRef="#br0" timeOffset="78657.89">11843 9727 9215 0,'-2'-7'816'0,"1"5"-656"0,0-1-160 0,0 1 0 0,1 0 1056 0,-1 1 176 15,0 1 48-15,0-2 0 0,-2 0 1040 0,-1-3 224 16,1 1 32-16,-2 1 16 0,-1-1-640 0,1 1-128 16,0 1-32-16,0-1 0 0,-1 2-640 0,0 0-144 15,1-3-32-15,-2 1 0 0,1 2-96 0,-1-1-32 16,1 0 0-16,-1 0 0 0,2 0-464 0,-2-1-112 16,2 1-16-16,-1 1 0 0,2-1-128 0,-1 1-128 15,0 0 192-15,2 1-192 0,-1 0 160 0,0 1-160 16,2 0 128-16,-1 1-128 0,0 3 128 0,0 0-128 15,0 0 128-15,0 2-128 0,0 2 128 0,-1 1-128 0,1 1 128 16,0 1-128-16,1 1 0 0,0 3 0 16,0 1 128-16,0-2-128 0,0 2 0 0,0 1 0 0,2 2 0 0,0 2 0 15,0-22 0-15,1 42 0 0,-1-42 0 0,2 43 0 16,-2-43 0-16,3 38 0 0,-3-38 0 0,4 38 0 16,-4-38 0-16,2 36 0 0,-2-36 0 0,1 38 0 15,-1-38 0-15,1 38-176 0,-1-17 176 0,-1 3-128 16,0 2-192-16,-1 1-16 0,1 0-16 0,-1 0 0 15,0 1-352-15,0-5-80 16,1 1-16-16,0-5 0 0,1-19 224 0,1 31 32 0,-1-31 16 0,0 0 0 16,7 36 32-16,-7-36 16 0,0 0 0 0,0 0 0 0,0 0 480 0,29 33 0 15,-29-33-128-15,0 0 128 0,0 0 0 0,42 11 192 16,-42-11-48-16,0 0 0 0,44 6 240 0,-44-6 64 16,30 0 0-16,-30 0 0 0,34-2-208 0,-34 2-48 15,34-1 0-15,-17-2 0 0,-1 1-192 0,-1 1 0 16,-3 0-192-16,3-4-14320 15</inkml:trace>
  <inkml:trace contextRef="#ctx0" brushRef="#br0" timeOffset="79333.37">13253 9462 6447 0,'1'0'576'0,"0"-2"-576"0,0 2 0 0,-1 0 0 16,1 0 1184-16,1 0 128 0,0-1 32 0,3 1 0 16,0 0 272-16,2-2 64 0,2 2 16 0,-1 0 0 15,-8 0-288-15,0 0-64 0,30 0-16 0,-19 0 0 16,-1-2-272-16,2 2-48 0,-2 2-16 0,0-2 0 15,-2 2-272-15,0-2-48 0,-3 3-16 0,1-1 0 16,-2 0-160-16,-3 1-48 0,2 2 0 0,-2-1 0 16,-1 1-256-16,-1 0-48 0,-2 2-16 0,-1 0 0 15,-3 0-128-15,0 0 0 0,-1 3 144 0,-2-3-144 16,1 2 0-16,1-2-288 0,0-2 48 0,2 0 16 16,0 0 16-16,2-3 0 0,3 0 0 0,1-2 0 0,2 0 208 0,2 0 0 15,3-2 0-15,0 2 0 0,1-4 336 0,2 1 64 16,1 0 16-16,1 1 0 0,1 0 464 0,-2 0 80 15,-1 0 32-15,2 1 0 0,-12 1-496 0,27 0-112 16,-27 0 0-16,0 0-16 0,36 3-576 0,-36-3-112 16</inkml:trace>
  <inkml:trace contextRef="#ctx0" brushRef="#br0" timeOffset="83303.28">13792 10016 3679 0,'-1'-2'320'0,"0"2"-320"0,0-1 0 0,0 0 0 15,0 1 448-15,1 0 0 0,-1 0 16 0,0 0 0 16,-1 0 480-16,0 0 80 0,0 0 32 0,0 0 0 15,0 2-48-15,0-2-16 0,1 0 0 0,0 2 0 16,-1-1-32-16,2 1 0 0,-1 0 0 0,1-2 0 16,0 3-128-16,-1-3-16 0,1 2-16 0,0-2 0 15,1 0-48-15,-1 1-16 0,0-1 0 0,1 0 0 0,0 0 128 0,0 0 32 16,0-1 0-16,0 1 0 0,0 0 0 0,0-2 16 16,0 2 0-16,1-2 0 15,0 1 752-15,-1 1 128 0,1-2 48 0,0 2 0 0,1-2-1712 0,-1 1-352 16,0 1-64-16,0 0-16 0,2-2 624 0,-1 2 128 15,1 0 32-15,0-1 0 0,1 0-128 0,-1 1-32 16,3-2 0-16,-1 1 0 0,2-1 64 0,-2-1 16 16,3 3 0-16,-2-2 0 15,1 0-80-15,2 0-32 0,-2 0 0 0,1 1 0 0,1-1-64 0,-2 2-16 16,-1-2 0-16,0 2 0 0,-1 0-80 0,1 0 0 0,-1 0-128 0,1 2 192 16,-2-2-192-16,1-2 0 0,0 2 0 0,-1 0 0 15,0-1 0-15,-1 1 0 0,1 0 0 0,0-2 0 16,-1 2 0-16,-1-2 0 0,1 2-144 0,0-3-11760 15,0 3-2336-15</inkml:trace>
  <inkml:trace contextRef="#ctx0" brushRef="#br0" timeOffset="84200.23">14541 9786 3679 0,'0'0'320'0,"-1"0"-320"0,1 0 0 0,0 0 0 0,0 0 1104 0,-1 0 160 0,1 0 16 0,-1 0 16 31,1 0 352-31,-1 0 64 0,0 0 16 0,0 0 0 16,0 0-256-16,0 0-64 0,1 1 0 0,0-1 0 15,-1 2-256-15,1-2-64 0,0 2-16 0,0-2 0 16,0 0-176-16,1 1-16 0,-1-1-16 0,2 0 0 0,0 0-80 16,2-1-16-16,0 1 0 0,1 0 0 0,3 0 768 15,-1-2 128-15,2 0 48 0,2 1 0 16,-1-1-1904-16,2 0-368 0,2-1-80 0,1 1 0 16,1-1 864-16,-1 0 176 0,1 0 48 0,-1 1 0 0,-1 1-192 15,-1-3-16-15,-1 3-16 0,-2-1 0 0,1 0-224 0,-3-1 0 16,-1 1 0-16,-1 0 0 0,-1 1 0 0,0-1 0 15,-3 2 0-15,1-1 0 16,-2 1-912-16,-1 0-128 0,-2 1-32 0,-1-1-13632 0</inkml:trace>
  <inkml:trace contextRef="#ctx0" brushRef="#br0" timeOffset="84561.57">14648 9784 3967 0,'0'0'0'0,"0"-1"176"0,0 0-48 0,0 1-128 0,1 0 0 0,-1 0 0 0,0-2 0 0,0 2 0 16,1 0 2176-16,-1 0 320 0,1 2 64 0,-2-2 0 16,0 4-688-16,0 1-144 0,-2 0-16 0,0 2-16 15,0 2-480-15,0 1-80 0,-1 3-32 0,-1 0 0 16,1 2-560-16,0 1-112 0,-1 1-32 0,0-1 0 16,0-1-240-16,0 3-160 0,0-1 192 0,-1-1-192 15,0 2 128-15,-1-1-128 0,1 0 0 0,-2 0 0 16,2 1 128-16,-1-3-128 0,3-3 0 0,0 2 0 0,-1 1 0 0,2 0 0 15,3-15 0-15,-2 30 0 0,2-30 0 16,0 0 0-16,3 31 0 0,-3-31 0 0,0 0 0 0,0 0 0 16,0 0 0-16,0 0 0 0,35 34 0 0,-35-34 0 15,0 0 0-15,27 1 160 0,-18-1 16 0,0 0 0 16,1-2 0-16,2 0 0 0,-2-1 80 0,1-1 32 16,3 1 0-16,0-2 0 0,0 1 80 0,0 1 16 15,-1-1 0-15,-2-1 0 0,1 2-64 0,-3 1 0 16,0-2 0-16,-1 1 0 0,-2 0-128 0,0 0-48 15,-2-1 0-15,-1 2 0 16,0 0-464-16,-3 1-80 0,-1-1-32 0,-1 1-12528 0</inkml:trace>
  <inkml:trace contextRef="#ctx0" brushRef="#br0" timeOffset="84789.84">14593 10040 9215 0,'0'-2'400'0,"0"-2"96"15,1 3-496-15,0-2 0 0,0 2 0 0,0 0 0 16,1 1 2176-16,1-2 352 0,3 0 64 0,1-3 16 16,4 0 656-16,1 1 128 0,2 1 16 0,1-2 16 15,1 3-1504-15,1-3-288 0,-1 3-64 0,2-1-16 16,-2 1-896-16,-1 0-176 0,-1 2-32 0,0-2-16 0,-14 2-304 16,25-1-128-16,-25 1 0 0,22-2 128 0,-10-1-128 0,-1 0 0 15,0 0 0-15,1 0-176 16,-1-2-1296-16,0 1-256 0,0-1-48 0,0 0-13328 15</inkml:trace>
  <inkml:trace contextRef="#ctx0" brushRef="#br0" timeOffset="85098.02">15192 9774 6447 0,'-2'0'272'0,"0"0"80"0,1 0-352 0,-1 0 0 0,1 0 0 0,-1 0 0 15,0 1 1472-15,-1 1 208 0,-2 0 48 0,-2 2 16 16,-1 2 320-16,-2 1 64 0,3 0 16 0,0 0 0 16,-1 3-192-16,2 2-32 0,-2 0-16 0,2 4 0 15,-1 3-432-15,1 2-96 0,0 3-16 0,1 0 0 16,-1 0-528-16,1-1-128 0,1 3 0 0,0-2-16 15,4-24-208-15,-4 47-32 0,4-47-16 0,3 40 0 0,-3-40-176 0,0 0-48 16,22 46 0-16,-22-46 0 0,0 0-208 0,41 24 0 16,-41-24 0-16,36 2 0 15,-16-4-1248-15,1-4-144 0,0 0-16 0,0-2-13536 16</inkml:trace>
  <inkml:trace contextRef="#ctx0" brushRef="#br0" timeOffset="87532.06">15354 9931 7359 0,'1'-4'656'0,"-1"3"-528"0,0-1-128 0,1 2 0 16,-1-2 1152-16,1 0 192 0,-1 1 32 0,1-4 16 16,1-1 496-16,0 0 96 0,-1 2 32 0,0 0 0 15,-1 3-144-15,1-1-16 0,1 0-16 0,-1 1 0 16,0 1-496-16,0 1-80 0,1 3-32 0,0-1 0 0,-2-3-304 0,0 0-64 15,0 0-16-15,0 0 0 0,18 40-144 16,-18-40-16-16,0 0-16 0,20 38 0 0,-20-38-224 0,0 0-64 16,29 47 0-16,-29-47 0 15,0 0 64-15,34 45 16 0,-34-45 0 0,0 0 0 0,36 37-288 0,-36-37-176 16,0 0 192-16,34 27-192 0,-34-27 0 0,0 0 0 16,0 0 0-16,40 24 0 0,-40-24 0 0,0 0 0 15,0 0-208-15,0 0 80 16,32 0-1376-16,-29 0-272 0</inkml:trace>
  <inkml:trace contextRef="#ctx0" brushRef="#br0" timeOffset="87754.93">15643 9900 7359 0,'-1'-2'656'0,"0"0"-528"0,0 2-128 0,0 0 0 15,0 0 1568-15,0 2 288 0,0 0 48 0,-2 1 16 16,0 4 720-16,-3 2 160 0,-1 3 16 0,-3 2 16 15,-1-1-928-15,0 3-192 16,-2 0-48-16,-2-1 0 0,0 2-384 0,-2-1-96 0,0-2-16 0,1-1 0 16,2-2-400-16,1-1-96 0,1-1-16 0,2-1 0 0,2-2-656 15,0 0 0-15,-1 0 0 0,2-1 0 32,-1-2-1728-32,2 0-320 0,-1-2-64 0,2 1-12144 0</inkml:trace>
  <inkml:trace contextRef="#ctx0" brushRef="#br0" timeOffset="88053.4">15423 9763 6623 0,'-5'-3'128'0,"2"1"48"0,1 0 0 0,0 0 16 0,1 1-192 0,0 1 0 0,0-2 0 0,0 2 0 16,-2-3 2048-16,1 0 352 0,-1 0 80 0,-1 0 16 15,2 1-384-15,0 0-64 0,1 1 0 0,0 1-16 16,1 0-192-16,1 0-48 16,0 0 0-16,2 0 0 0,1 0-416 0,0 0-96 0,3 1 0 0,0 0-16 15,1 0-352-15,1 1-64 0,-9-2-16 0,0 0 0 16,36 3-400-16,-23-3-96 0,-13 0-16 0,26 2 0 16,-26-2-160-16,25 0-32 0,-13 0-128 0,0 0 192 15,-12 0-192-15,23 0 0 0,-14-2 0 0,-1 2 0 16,0 0-1184-1,-2 0-176-15,0 0-48 0,-1 2-14224 0</inkml:trace>
  <inkml:trace contextRef="#ctx0" brushRef="#br0" timeOffset="88461.9">15734 9694 7359 0,'0'0'656'0,"1"-2"-528"0,0 2-128 0,-1 0 0 16,0 0 2224-16,1 0 400 0,1-2 96 0,1 1 16 16,1-1-192-16,1-1-48 0,1 1 0 0,0 0 0 15,2 0 32-15,-1 0 0 0,0 1 0 0,0-1 0 32,1 2-2112-32,1 0-416 0,0 2 0 0,-1-2-192 0,-8 0 512 0,0 0 112 0,0 0 16 0,33 12 0 15,-33-12-256-15,0 0-64 0,0 0 0 0,0 0 0 16,0 0-128-16,32 24 0 0,-29-20 0 0,-2 1 128 15,-1 0-128-15,-1 0 0 0,0-1 0 0,-2 1 128 16,0 0-128-16,-2 0 0 0,-2 2 0 0,-1-2 128 16,0 2-128-16,-1-1 0 0,1 2 0 0,0-4 128 15,1 1-128-15,1 0 0 0,-1-2 0 0,3 1 0 0,-1 1 0 0,2-3 0 16,2 1 0-16,0 1 0 0,2-3 0 16,1 1 0-16,2-1 0 0,0-1 0 0,2 1 0 0,1-2 0 15,1 1 0-15,2-1 0 0,0-1 0 0,1 1 128 16,0-1-128-16,1-1 128 0,1 1-128 0,-1 0 0 15,0-2 144-15,0 1-144 0,0 0 0 0,-1 1 0 16,-1 0 0-16,0 0 0 16,1 1-1344-16,-3-1-176 0</inkml:trace>
  <inkml:trace contextRef="#ctx0" brushRef="#br0" timeOffset="89061.01">16158 9668 1839 0,'-1'-2'160'0,"0"2"-160"0,1-2 0 0,0 1 0 16,0 1 928-16,0 0 160 0,0 0 16 0,-1-2 16 15,1 2 640-15,0-3 128 0,1 1 32 0,-1 2 0 16,2-2 48-16,0 0 16 0,1 1 0 0,-1-1 0 15,1 2 64-15,-1 0 32 0,2 2 0 0,-1-2 0 16,1 0-432-16,-1 3-96 0,2-1-16 0,-5-2 0 16,0 0-384-16,0 0-96 0,0 0-16 0,33 34 0 15,-33-34-464-15,0 0-80 0,0 0-32 0,30 49 0 16,-30-49-144-16,0 0-48 0,21 50 0 0,-21-50 0 0,13 40-112 0,-13-40-32 16,11 44 0-16,-11-44 0 0,7 46-128 0,-7-46 0 15,2 44 0-15,-2-44 128 0,-5 39-128 0,5-39 0 16,-12 37 0-16,2-19 0 0,-1-2 0 0,-2 1 0 15,-2-3 0-15,-1 3 0 0,-1-2 0 0,-2 1 0 16,0-1 0-16,-1 0-11872 16,2-1-2288-16</inkml:trace>
  <inkml:trace contextRef="#ctx0" brushRef="#br0" timeOffset="90998.37">16606 9903 9215 0,'0'2'816'0,"-1"-2"-656"0,1 0-160 0,0-2 0 32,0 2 1088-32,0 0 176 0,0 0 32 0,-1 0 16 15,2 0 560-15,-1 0 112 0,1-1 32 0,0 1 0 16,1 0-464-16,1 0-80 0,0-2-32 0,-1 2 0 16,3-1-224-16,0 0-32 0,-1-1-16 0,2-1 0 15,0 1-96-15,1 0-32 0,-1 1 0 0,2 1 0 16,-2 0-176-16,2-2-32 0,-1 1-16 0,1 0 0 15,-2-2-272-15,0 3-48 0,0-2-16 0,1 2 0 0,-2-2-144 0,1 1-16 16,-1-1-16-16,1 2 0 0,-1-1-304 0,1 0 128 16,-1 1-128-16,-1 0 0 0,0 0 0 0,0 0 0 15,-1 0 0-15,2-2 0 0,-1 2 0 0,-1-2 0 16,0 1 0-16,0-1 0 16,1 2-512-16,-1-2-176 0</inkml:trace>
  <inkml:trace contextRef="#ctx0" brushRef="#br0" timeOffset="92461.9">17214 9692 3679 0,'0'0'320'16,"-1"0"-320"-16,1 0 0 0,0 0 0 0,0 0 608 0,0 0 48 15,0 0 16-15,-1 0 0 0,0 0 416 0,0 2 96 16,0-2 16-16,1 2 0 0,-1-2 16 15,1 0 16-15,-1 1 0 0,1-1 0 0,0 2-80 0,0-2 0 16,0 0-16-16,0 0 0 0,0 2-304 0,1-2-64 16,0 0-16-16,0 0 0 15,1 0 16-15,0 0 0 0,0 0 0 0,0 0 0 16,1-2-48-16,1 0 0 0,1 1 0 0,2-1 0 0,-1 0-16 0,2-1-16 16,1-1 0-16,1 1 0 0,1-1-48 0,1-1 0 15,2 2 0-15,0-3 0 0,1 3-128 0,0-2-48 0,-1 1 0 0,-1-1 0 16,-1 2-176-1,-1 1-32-15,-1 0-16 0,-1-1 0 0,0 3-240 0,-2-2 0 0,0-1 0 0,-3 3 0 16,-1-2 0-16,-1 2 0 16,-1 0-144-16,-2 2 144 15,-1 1-1792-15,-1 2-256 0</inkml:trace>
  <inkml:trace contextRef="#ctx0" brushRef="#br0" timeOffset="92807.84">17313 9675 6447 0,'0'0'272'0,"1"-2"80"0,0 2-352 0,0 0 0 0,-1 0 0 0,0 0 0 0,0 2 1600 0,1-2 256 16,0 0 64-16,0 3 0 15,-1 1 64-15,0 1 0 0,-1 2 16 0,0 1 0 0,-2 1-976 0,-1 2-192 16,0 1-32-16,0 2-16 0,-1 1-528 0,0 0-128 16,-1 3 0-16,0-2-128 0,0 4 192 0,0-2-64 15,-2 4 0-15,2-1-128 16,-1 0 160-16,0 1-160 0,-1-3 128 0,3 0-128 0,-1-3 128 0,2 1-128 15,4-17 128-15,-4 29-128 0,4-29 0 0,0 0 128 0,2 33-128 16,-2-33 0-16,0 0 0 0,0 0 0 0,0 0 0 16,18 37 0-16,-18-37 128 0,0 0 0 0,0 0 0 0,39 20 0 15,-39-20 320-15,0 0 48 0,38 6 16 0,-38-6 0 16,27 1 64-16,-27-1 0 16,26-1 16-16,-14 1 0 0,0-2-64 0,-2 0-16 0,1-3 0 0,-3 1 0 15,0 0-240-15,0 0-48 0,-2-1-16 0,-1 1 0 16,-1-1-208-16,-1 0 0 0,-1-1-192 0,-2 1 192 31,-1 0-1584-31,-2 0-208 0,0 0-32 0,-2 1-10288 0</inkml:trace>
  <inkml:trace contextRef="#ctx0" brushRef="#br0" timeOffset="93012.86">17276 9969 4607 0,'-2'-3'192'0,"1"0"64"0,1 2-256 0,0-1 0 16,1 2 0-16,-1 0 0 0,1-2 1920 0,2 1 320 15,1-1 80-15,1-1 16 0,2-1 816 0,1-1 176 16,1 0 16-16,1 1 16 0,1-1-896 0,1 0-176 16,-1 3-48-16,2-3 0 0,-1 0-1040 0,1 1-224 15,0-1-32-15,-2 2-16 0,0 1-592 0,-2 0-112 16,-9 2-32-16,0 0 0 0,25-2-192 0,-18 2 0 16,-7 0-144-16,0 0-16336 0</inkml:trace>
  <inkml:trace contextRef="#ctx0" brushRef="#br0" timeOffset="93375.22">17885 9678 7359 0,'-4'-2'160'0,"2"1"32"0,0 1 16 0,0-2 0 16,2 1-208-16,-1 1 0 0,0 0 0 0,0-2 0 0,0 0 1248 0,-2-2 208 15,2 1 32-15,-2 0 16 0,0 1 512 0,0 2 96 16,0-1 32-16,1 1 0 0,-1 0-400 0,-1 1-80 16,1 1 0-16,-1 1-16 0,0 0-560 0,-1 2-96 15,1 1-32-15,-1 1 0 0,1 0-336 0,-2 3-80 16,1 1-16-16,0 1 0 0,5-12 0 0,-9 29 0 15,9-29 0-15,-7 35 0 0,7-35-48 0,-2 38-16 16,2-38 0-16,5 36 0 0,-5-36-192 0,0 0-32 16,17 46-16-16,-17-46 0 0,0 0-224 0,25 39 128 15,-25-39-128-15,0 0 0 0,27 31-192 0,-27-31-144 0,0 0-32 16,0 0 0 0,39 19-1248-16,-39-19-256 0,23 0-48 0,-12-4-11712 0</inkml:trace>
  <inkml:trace contextRef="#ctx0" brushRef="#br0" timeOffset="93611.68">18059 9701 8287 0,'-1'1'368'0,"1"-1"80"0,0 2-448 0,0-2 0 0,0 2 0 0,0-2 0 16,2 2 1984-16,-2 1 304 0,0-3 64 0,0 0 16 15,0 0 0-15,0 0 16 0,12 47 0 0,-12-47 0 0,0 0-592 0,14 40-128 16,-14-40-32-16,0 0 0 0,23 40-464 0,-23-40-80 15,0 0-32-15,27 36 0 16,-27-36-576-16,0 0-112 0,26 41-32 0,-26-41 0 0,0 0-336 0,22 34-256 16,-22-34 32-16,0 0 16 15,0 0-1536-15,0 0-304 0,0 0-64 0,0 0-11568 16</inkml:trace>
  <inkml:trace contextRef="#ctx0" brushRef="#br0" timeOffset="93817.25">18234 9715 11055 0,'-4'0'480'0,"0"1"112"0,2 1-464 0,-1-2-128 16,0 2 0-16,0 0 0 0,1 1 1344 0,-4 0 240 0,-3 3 48 0,-4 4 16 15,-2 2 784-15,0 0 144 0,-1 2 48 16,1 0 0-16,0-1-576 0,0 0-96 0,1 3-32 0,-1-1 0 16,0-1-656-16,1 1-144 0,1 1-32 0,0-2 0 15,2-2-592-15,2 1-128 0,0-2-32 0,1-2 0 16,2-2-336-16,1-2 0 15,2 0 0-15,2-3-11408 0,1 0-2240 0</inkml:trace>
  <inkml:trace contextRef="#ctx0" brushRef="#br0" timeOffset="94902.67">18328 9611 4607 0,'0'-2'400'0,"0"1"-400"0,1 1 0 0,-1 0 0 16,0 0 1056-16,0 0 128 0,1-2 32 0,0 2 0 15,2 0 560-15,-1-2 112 16,2 2 32-16,-2-2 0 0,2 2 80 0,0 0 32 0,0 0 0 0,-1 0 0 31,1 0-512-31,0 2-112 0,0 0 0 0,-4-2-16 0,0 0-208 0,0 0-32 0,0 0-16 0,0 0 0 31,37 38-320-31,-37-38-64 0,0 0-16 0,0 0 0 0,33 45-144 0,-33-45-16 0,0 0-16 0,24 41 0 16,-24-41-272-16,0 0-48 0,21 42-16 0,-21-42 0 16,0 0-224-16,11 40 0 0,-11-40 0 0,0 0 0 0,0 34 0 0,0-34 0 31,-10 22 0-31,2-9 0 0,-1-1 0 0,-3 0 128 16,-1 0-128-16,-3 0 0 0,0 2 0 0,0-4 0 15,1 1 0-15,1-1-160 16,-1-1-416-16,1-2-64 0,1 1-32 0,3-2-10080 15,0-3-2032-15</inkml:trace>
  <inkml:trace contextRef="#ctx0" brushRef="#br0" timeOffset="95454.11">18567 9481 9215 0,'0'-1'816'0,"1"-1"-656"0,0 1-160 0,0 0 0 16,0 1 1328-16,0 0 224 0,1-2 48 0,2 2 16 16,2-3 112-16,4 1 0 0,0-1 16 0,1 1 0 15,0 2-576-15,0-1-112 0,1 0-32 0,-1 1 0 16,-11 0-192-16,21 1-32 0,-12-1-16 0,0 0 0 15,-9 0-176-15,16 0-32 0,-8 0-16 0,-2-1 0 0,0 1-256 0,-2-2-48 16,0 1-16-16,0-1 0 0,-1 0 112 0,-1 1 32 16,0 1 0-16,0 0 0 0,-1 0 96 0,0 0 32 15,-1 0 0-15,0 0 0 0,0 1-144 0,-1 1-32 16,1 1 0-16,-1 0 0 0,1 0 0 0,0-3 0 16,0 0 0-16,0 0 0 0,0 0-128 15,-2 32-16-15,2-32-16 0,0 0 0 0,0 0-16 0,2 44 0 16,-2-44 0-16,0 0 0 0,0 43 48 0,0-43 16 15,0 0 0-15,2 47 0 0,-2-47-48 0,0 0-16 16,5 52 0-16,-5-52 0 0,6 41-160 0,-6-41 128 0,6 45-128 0,-6-45 128 16,8 47 48-16,-8-47 0 0,6 45 0 0,-6-45 0 15,6 44-32-15,-6-44 0 0,3 39 0 0,-3-39 0 16,1 33-16-16,-1-33 0 0,0 0 0 0,-4 39 0 16,4-39-128-16,-7 23 128 0,7-23-128 0,-8 20 128 15,8-20-128-15,-9 18 160 0,3-8-160 0,-1-1 160 16,-1 0-160-16,0 1 0 0,-1-2 0 0,0 0 128 15,1 0-128-15,-1-3 0 0,0 2 0 0,-1-3 0 16,1 1 0-16,-1 0 0 0,-1-3 0 0,-2 0-12320 16,-1-2-2384-16</inkml:trace>
  <inkml:trace contextRef="#ctx0" brushRef="#br0" timeOffset="96226.42">17203 9580 12895 0,'5'-6'576'16,"-1"1"112"-16,0 2-560 0,-2 1-128 0,0-1 0 0,0 1 0 0,0-1 1536 0,1 0 256 15,1-3 64-15,3-1 16 0,-1-3 304 0,0 3 48 16,-1 2 16-16,-3 1 0 16,0 0-672-16,-2 1-128 0,0 1-32 0,-2 1 0 0,0 1-592 0,-1 0-128 15,-2 0-32-15,-1 0 0 16,-2 1-320-16,-1 1-64 0,-2 0-16 0,0 1 0 16,-1-1-96-16,0-1-32 0,1 0 0 0,1-1 0 0,0 2-128 0,2-2 0 15,0 1 0-15,2-1 128 0,0 0-128 0,1 0 0 16,2 2 0-16,-1-4 128 0,1 1-128 0,1 1 192 15,2 0-192-15,0-2 192 0,0 4-64 0,0-4 0 16,0 2 0-16,0 0 0 0,0-1 64 0,0 1 0 0,0 1 0 16,0 1 0-16,1 1-192 0,-2 0 0 0,1 1 144 0,0 1-144 15,0 0 0-15,-1-1 0 0,0 3 0 0,0 0 128 16,0 1-128-16,1-8 0 0,0 0 0 0,-4 26 0 16,3-17 0-16,0 0 0 0,1-9 0 0,0 0 0 15,-3 34 0-15,3-34 0 0,-3 28 0 0,3-28 0 16,-4 31 0-16,4-31 0 0,-5 33 0 0,5-33 0 15,-3 38 0-15,3-38 0 0,-4 40 0 0,4-40 0 16,-4 43 0-16,4-43 0 0,-1 41 0 16,1-41-128-16,1 41 128 0,-1-41 0 0,1 37 0 0,-1-37 0 0,0 0 0 0,5 45 0 15,-5-45 0-15,0 0 0 0,4 40 0 0,-4-40 0 16,0 0 0-16,7 41 0 0,-7-41 0 0,0 0 0 16,10 40 0-16,-10-40 0 0,0 0 0 0,18 38 0 15,-18-38 0-15,0 0 128 0,24 36-128 0,-24-36 0 16,0 0 0-16,27 35 0 15,-27-35 0-15,0 0 128 0,0 0-128 0,35 35 0 0,-35-35 0 0,0 0 128 16,0 0-128-16,40 10 0 0,-28-15 272 0,1 0-16 16,2-2 0-16,1-2 0 0,0-1-80 0,2-1-32 15,0 1 0-15,2 1-11984 16,1-1-2416-16</inkml:trace>
  <inkml:trace contextRef="#ctx0" brushRef="#br0" timeOffset="96824.49">18894 9332 9215 0,'-1'-5'400'16,"1"1"96"-16,0 1-496 0,-1 0 0 0,1 0 0 0,-1 1 0 0,1 0 1600 0,-1 0 208 0,0-5 48 0,-1 2 16 16,0-3 432-16,-1 4 64 15,1-3 32-15,0 4 0 0,1 1-144 0,0 2-16 0,1-2-16 0,1 2 0 16,1 0-816-16,1 0-176 0,3-2-16 0,-1 2-16 16,3 0-736-16,0-1-144 0,1 1-16 0,2 0-16 15,1 0-160-15,-1 0-128 0,0 0 192 0,-1 1-192 16,-10-1 0-16,0 0 0 0,0 0 0 0,29 11 0 15,-29-11 0-15,0 0 0 0,0 0 0 0,0 0 0 16,0 0 0-16,0 0 0 0,5 38 0 0,-9-31 0 16,-2 0 0-16,-1 0 0 0,-2 1 0 0,0 1 0 15,-1 0 0-15,1-1 0 0,-1-2 0 0,2 2-144 0,0-3 144 16,2 2 0-16,1-3 0 0,3 1 0 0,2-2 0 0,0-3 0 31,0 0 0-31,0 0 128 0,0 0-128 0,39 6 144 0,-25-8-144 0,4 2 160 0,0-2 96 0,1 0 0 16,3-3 16-16,1 2 0 0,0 1-272 0,-1-2 0 31,-1 3 128-31,0-3-128 0,-3 3-192 0,0 1-80 16,-1-2-32-16,-3 2-16976 15</inkml:trace>
  <inkml:trace contextRef="#ctx0" brushRef="#br0" timeOffset="98317.5">14412 9480 1839 0,'1'-2'160'0,"0"1"-160"0,-1 0 0 0,0 1 0 16,0 0 784-16,0 0 128 0,0-4 32 0,0 3 0 16,1-3-96-16,-1 1-16 0,0 2 0 0,-1 0 0 15,1-1-128-15,-2 1-48 0,1 1 0 0,0 0 0 16,0 0 176-16,0 1 16 0,0-1 16 0,0 2 0 0,1-1 32 16,-3 0 0-16,1 1 0 0,-1-1 0 0,-1 3-208 15,1-1-48-15,-1-1 0 0,-2 2 0 0,2 1 128 0,-3 0 0 16,1 2 16-16,-2-2 0 0,1 5-208 0,0-1-32 15,-1 5-16-15,1-1 0 16,-1 3-80-16,0 0-32 0,0 3 0 0,-1 2 0 0,0 2 32 0,1 2 16 16,0 1 0-16,1 2 0 0,0 1 368 0,1 4 80 15,1 4 16-15,1 2 0 0,2-1-144 0,1-2-16 16,3-1-16-16,-2-35 0 0,10 58-528 0,-10-58-96 16,17 46-128-16,-17-46 176 0,22 41-176 0,-22-41 0 15,27 36 0-15,-27-36 0 0,34 32 128 0,-34-32 0 0,40 29 0 0,-40-29 0 16,42 26 0-16,-42-26 0 0,45 19 0 0,-45-19 0 31,45 16-512-31,-45-16-128 0,44 15 0 0,-44-15-14272 0</inkml:trace>
  <inkml:trace contextRef="#ctx0" brushRef="#br0" timeOffset="100206.54">19429 9191 3679 0,'1'-1'320'0,"-1"0"-320"0,0 1 0 0,0-2 0 15,0 1 832-15,1 1 80 0,-1 0 32 0,0-3 0 16,0 0 576-16,1-2 112 0,-1 2 32 0,0 0 0 0,0 0 112 0,1 2 16 15,-1-1 16-15,1 0 0 0,1 1-64 0,0 1-16 16,0 0 0-16,-1 0 0 0,2 1 0 0,0 1-16 16,-3-2 0-16,0 0 0 15,0 0-528-15,0 0-96 0,21 36-32 0,-21-36 0 0,0 0-400 0,23 52-80 16,-23-52 0-16,14 42-16 0,-14-42-96 0,19 53-16 16,-19-53 0-16,18 66 0 0,-18-66-96 0,18 71-32 15,-10-31 0-15,-1-1 0 0,-2 1-192 16,-2 1-128-16,-1 0 160 0,-4 0-160 0,-1 4 0 0,-5 0 0 15,-1 2 0-15,-3 1 0 0,-1-3 0 0,-5 1 0 0,-3 0 0 0,-4 1 0 16,-1 0 0-16,-4-1 0 0,-1-1 0 0,-5 0 0 16,-1 0-144-16,0-5-80 0,3-6-16 0</inkml:trace>
  <inkml:trace contextRef="#ctx0" brushRef="#br0" timeOffset="102297.48">14352 9450 5519 0,'1'-2'496'0,"-1"-1"-496"0,0 3 0 0,0 0 0 16,0 0 688-16,0 0 32 0,0-2 16 0,0 0 0 31,1 0 256-31,-1-1 48 0,0 0 16 0,0 1 0 0,1-1-112 0,-1 1-32 0,2 0 0 0,-1 2 0 16,0-3-320-16,0 2-64 0,1 1-16 0,-1 0 0 15,1 0-352-15,-1 0-160 16,0 1 128-16,0 0-128 0,1 1 0 0,0-1 0 16,1 2 0-16,-1-2 0 0,1 3-224 0,-2-1 80 0,1-1 16 0,1 0 0 15,0 3-464-15,0-4-96 0,-2 1-16 0,2 0 0 16,1 0-64-16,-2 0 0 0,0-2-16 0,0 1 0 0,-1-1 464 0,1-1 112 15,0 1 16-15,0-2 0 0,0 2 192 0,1-2 0 16,-2 0 0-16,1 0 160 16,0-1 96-16,-1 0 0 0,0 2 16 0,0 0 0 15,0 1 240-15,-1-2 64 0,0 2 0 0,0 0 0 0,0-2 224 0,-1 2 48 32,0 0 16-32,0 2 0 0,0 0-16 0,-2 0 0 0,1-1 0 0,0 3 0 15,-2-1-80-15,0 1 0 16,1-1-16-16,-2 2 0 0,1-1 64 0,0 3 16 15,-1-1 0-15,0 0 0 0,0 1-160 0,-1 3-32 0,1-1 0 16,-1 1 0-16,1 2-256 0,-2 1-48 0,1-3-16 16,1 2 0-16,-1 0-64 0,0-2-32 0,0 1 0 0,1 1 0 15,-2 0 16-15,2 0 0 0,-1-1 0 0,1-1 0 16,0 2-16-16,-1 0 0 0,3-3 0 0,-2 1 0 16,2-1 96-16,-1 2 32 0,2-2 0 0,-1 0 0 15,1 0 32-15,0 1 16 0,0-1 0 0,1 1 0 16,0 1-80-16,1-1-32 0,0 0 0 0,0-1 0 15,0-9-48-15,0 0-16 0,0 0 0 0,6 33 0 0,-6-33-48 16,0 0-16-16,0 0 0 0,9 36 0 16,-9-36-32-16,0 0-128 0,0 0 192 0,7 40-64 0,-7-40-128 0,0 0 0 15,3 33 144-15,-3-21-144 0,0 0 0 0,0-2 0 16,0-10 0-16,0 0 128 0,1 35-128 0,-1-35 0 16,0 0 0-16,0 0 0 0,0 0 0 0,12 39 0 15,-12-39 0-15,0 0 0 0,0 0 192 0,0 0 0 16,0 0 16-16,0 0 0 0,27 39 48 0,-27-39 0 15,0 0 0-15,0 0 0 0,0 0-96 0,0 0-16 16,0 0 0-16,38 38 0 0,-38-38-16 0,0 0 0 16,0 0 0-16,0 0 0 0,31 28 0 0,-31-28 0 15,0 0 0-15,0 0 0 0,0 0 0 0,38 29-128 0,-38-29 192 16,0 0-64-16,0 0-128 0,0 0 192 16,37 27-192-16,-37-27 192 0,0 0-192 0,0 0 160 0,0 0-160 0,0 0 160 15,34 30-160-15,-34-30 128 0,0 0-128 0,0 0 128 16,0 0-128-16,0 0 128 0,0 0-128 0,38 24 128 15,-33-20-128-15,-5-4 0 0,0 0 144 0,0 0-144 16,0 0 0-16,0 0 0 0,0 0 0 0,32 31 128 16,-30-28-128-16,0 0 0 0,1 0 0 0,0 0 0 15,0 0 0-15,-1-1 0 0,1-1 0 0,0 0 128 16,0-1-128-16,0 0 0 0,-2 0 0 0,2 0 128 16,0-2-128-16,0 0 144 0,-1 0-144 0,-1-1 160 15,1 0-160-15,-1 2 0 0,-2 0 0 0,0-3 128 0,0 3-128 0,-2-1 0 16,0-1 0-16,-2 3 0 0,0 0 0 0,-1 0 0 15,0-2 0-15,-2 2 0 0,0 0 0 0,0 0 0 16,-2 0 0-16,1-1 0 0,0 0 0 0,-2-1 0 16,0 1 0-16,0-3 0 0,0 3 0 0,2-3 0 15,0 2 0-15,-2-3 0 0,-1 0 0 0,-1 1 0 16,0-2 0-16,0-2 0 0,0 2 0 0,0-3 0 16,1 2 0-16,1-3 0 0,0 3 0 0,2 0 0 15,1-2 0-15,1 4 0 0,1 0 0 0,2 2 0 16,0 0 0-16,1 2 0 0,2-1 0 0,0 2 0 15,1-2 0-15,-1 2 0 0,2 2 0 0,-1 0 0 16,0 0 0-16,2 1 0 0,0 2-128 0,1 1 128 0,0 0 0 16,-3-6 0-16,0 0 0 0,0 0 0 0,0 0 0 0,29 33 0 15,-29-33 0-15,0 0 0 0,0 0 0 0,38 25 0 16,-38-25 0-16,0 0 0 0,0 0 0 0,42 20 0 16,-42-20 0-16,0 0 0 0,0 0 0 0,0 0 0 15,43 15 0-15,-43-15 0 0,0 0 0 0,0 0 0 16,0 0 0-16,0 0 0 0,0 0 0 0,0 0-19072 15</inkml:trace>
  <inkml:trace contextRef="#ctx0" brushRef="#br0" timeOffset="103634.42">17480 10232 911 0,'0'0'0'0,"0"0"0"0,0 0 0 0,0 0 0 0,0 0 320 0,0 0-32 0,0 0 0 0,0 2 0 15,1-2 144-15,-1 0 16 0,0 0 16 0,0 1 0 16,1-1-272-16,-1 2-64 0</inkml:trace>
  <inkml:trace contextRef="#ctx0" brushRef="#br1" timeOffset="108257.77">17523 10275 1839 0,'0'-5'160'0,"0"1"-160"16,0 1 0-16,-1 0 0 15,1 1 1200-15,0 2 208 0,0-2 32 0,0-2 16 0,0-1 384 0,-1 0 80 16,1-2 0-16,-1 2 16 0,1 0-272 0,-1 1-64 16,0 1-16-16,0 3 0 0,-1-2-272 0,1 2-48 15,-1 2-16-15,1-2 0 0,0 3-528 0,0 2-96 16,0 0-32-16,0 1 0 0,1 0-192 0,0 0-32 15,0-6-16-15,0 0 0 0,0 0-128 0,0 0-32 16,0 0 0-16,11 41 0 0,-11-41-64 0,0 0 0 16,0 0-128-16,0 0 192 0,0 0 160 0,0 0 32 0,38 21 0 0,-32-21 0 15,2 0 64-15,0-1 32 0,3-1 0 0,0 0 0 16,-1-1-32-16,0-2 0 0,0 1 0 0,1-3 0 16,0 2-160-16,1-5-32 0,0 4-16 0,1-3 0 15,-1 1-112-15,-1 1-128 0,1-1 176 0,-2 2-176 16,-1 1 0-16,1 0 0 0,-1 0 0 0,-1 0 0 15,0 3 0-15,-2 1 0 0,1 1 0 0,-2 1 0 16,0 1 0-16,-1 1 0 0,1 0 0 0,-5-3 0 16,0 0 0-16,0 0 0 0,0 0 0 0,0 0 0 0,28 35 128 15,-28-35-128-15,0 0 0 0,0 0 0 16,0 0 0-16,0 0 160 0,37 26-160 0,-37-26 128 0,0 0 128 0,26 2 0 16,-16-4 16-16,0-1 0 0,1 0-16 0,2-3-16 15,0 1 0-15,-1-1 0 0,1 0-240 16,0-1 176-16,1-1-176 0,0 0 160 0,2 1-160 0,-2-1 0 15,1 2 0-15,0 0 0 0,-1 2 0 0,-1 0 0 16,0 1 0-16,-1 0 0 0,1 1 0 0,-2 2 0 16,-1 2 0-16,-10-2 0 0,0 0 0 0,0 0 0 15,35 11 0-15,-35-11 0 0,0 0 0 0,0 0 0 16,34 21 0-16,-34-21 0 0,0 0 0 0,0 0 0 16,38 23 0-16,-38-23 0 0,0 0 0 0,33 9 0 15,-33-9 0-15,25 3 0 0,-12-5 0 0,1 1 0 0,2-2 0 16,1-1 0-16,1 0 0 0,0-1 0 0,2 0 128 0,-1-2-128 31,1 2 0-31,-1 0 0 0,2 2 0 0,-4 0 0 0,0 3 0 0,-2-2 0 0,-15 2 0 0,24 2 0 16,-24-2 0-16,0 0 0 0,0 0 0 15,0 0 0-15,0 0 0 16,0 0 0-16,32 28 0 0,-32-28 0 0,0 0-160 0,0 0 160 0,0 0 0 0,0 0-144 31,0 0-752-31,-5 27-160 0</inkml:trace>
  <inkml:trace contextRef="#ctx0" brushRef="#br1" timeOffset="109484.36">18544 10007 1839 0,'1'0'160'0</inkml:trace>
  <inkml:trace contextRef="#ctx0" brushRef="#br1" timeOffset="110412.4">18178 10330 1839 0,'1'-2'160'0,"0"1"-160"0,-1-2 0 0,0 3 0 15,0 0 672-15,0-2 96 0,0 1 32 0,0-2 0 16,1 0 528-16,-2 1 96 0,1 0 32 0,-1 1 0 15,0 1 96-15,-1 0 32 16,1 1 0-16,1 3 0 0,-1-1-272 0,0 1-48 0,1 1-16 0,0 1 0 16,0 0-400-16,0 1-80 0,0-7 0 0,0 0-16 15,0 0-384-15,0 0-80 0,8 40-16 0,-8-40 0 16,0 0-16-16,0 0 0 0,12 38 0 0,-12-38 0 16,0 0 112-16,0 0 16 0,20 41 0 0,-20-41 0 15,0 0 0-15,0 0 16 0,29 37 0 0,-29-37 0 16,0 0-80-16,36 24-32 0,-36-24 0 0,32 11 0 15,-32-11 112-15,37 8 32 0,-15-5 0 0,4-1 0 0,1 0-16 16,4-2 0-16,2 0 0 0,2 0 0 0,2 0 16 0,1 0 0 16,1-2 0-16,-1 0 0 0,0-1-112 0,3-1 0 15,2 1-16-15,3-2 0 0,3 0-48 0,1-1-16 16,-2-2 0-16,-1 1 0 0,3-2-240 0,-2-1 0 16,-1 3 128-16,-1-1-128 15,-1 2 0-15,-4 0 0 0,-3 1 0 0,-4 0 0 31,-4 2-768-31,-5-2-160 0,-3 3-32 0,-5-1-8896 0,-2 1-1792 0</inkml:trace>
  <inkml:trace contextRef="#ctx0" brushRef="#br1" timeOffset="110915.2">19874 10360 9215 0,'0'0'816'0,"0"0"-656"0,0 0-160 15,0 0 0-15,0 0 1472 0,0-1 256 16,1 1 48-16,0-1 16 0,2-1 192 0,1-1 32 0,1 1 16 16,3-1 0-16,-1 1-528 0,2 0-96 15,1-1-32-15,1-1 0 0,2 1-656 0,1 2-128 0,1 0-16 0,-1-1-16 16,2-1-384-16,0 1-176 0,0 2 160 0,-1-1-160 16,-1 1 0-16,-2-2 0 15,0 2 0-15,-2-1 0 16,-1 0-1136-16,-1-1-208 0,0 2-64 0,-3 0-10560 0</inkml:trace>
  <inkml:trace contextRef="#ctx0" brushRef="#br1" timeOffset="111246.37">19962 10351 4367 0,'-4'0'0'0,"1"0"176"0,1 0-48 0,1-2 16 0,0 2-144 0,1 0 0 16,0 0 0-16,0 2 0 0,0-2 1792 0,-1 0 336 15,1 2 64-15,-1 1 16 0,0 1-80 0,0-1-16 16,-1 4 0-16,0-2 0 0,-1 4-400 0,1 1-96 15,2-10-16-15,-8 21 0 0,4-9-720 0,0 2-160 16,4-14-16-16,-9 26-16 0,9-26-256 0,-7 31-48 31,7-31-16-31,-6 27 0 0,6-27-80 0,0 0-16 0,-4 37 0 0,4-37 0 0,0 0-272 0,-1 33 128 16,1-33-128-16,0 0 0 0,0 0 0 0,0 0 0 31,10 43 0-31,-10-43 0 0,0 0 0 0,0 0 0 0,0 0 0 0,0 0 0 0,0 0 0 0,0 0 160 0,32 23-160 0,-27-24 128 16,2 0 192-16,0-1 16 0,1-1 16 0,0-1 0 15,1 1-128-15,-1-2-32 16,2 1 0-16,-1-1 0 0,-1 0-192 0,1 1 0 0,-2-1 0 0,1 2 0 31,-2-1-768-15,0 1-80-16,-2-1-32 0,0 1 0 0,-1 1-448 0,-1-1-80 16,-1-1-32-16,-1 1-10224 0</inkml:trace>
  <inkml:trace contextRef="#ctx0" brushRef="#br1" timeOffset="111451.33">19886 10500 1839 0,'-6'0'160'0,"3"0"-160"15,0 2 0-15,3-2 0 0,0 0 1920 0,0 0 336 16,1 0 80-16,1-2 16 0,1 2 944 0,3 0 192 16,1-2 32-16,3 0 16 0,2-1-880 0,1 0-176 15,2 1-48-15,0 0 0 0,2-2-1056 0,-2 1-224 16,1 1-32-16,0 1-16 0,0-1-640 0,-2 0-128 15,0 2-16-15,-2-2-16 0,-1 1-304 0,-1 1 0 16,0-2-176-16,-2 2 176 16,1 0-1984-16,-2 0-304 0</inkml:trace>
  <inkml:trace contextRef="#ctx0" brushRef="#br1" timeOffset="111750.78">20317 10372 9951 0,'0'-2'208'0,"0"-1"48"0,0 1 16 0,0 2 32 0,1-2-304 0,-1 1 0 0,0 1 0 0,0-2 0 15,0 1 2432-15,0-2 416 0,-1 0 96 0,1 1 0 0,0-1-1168 0,-1 3-240 16,1-2-64-16,-1 2 0 0,-1 2-512 0,0-1-96 16,0 3-32-16,0 1 0 0,-1-1-208 0,-1 4-48 15,0-1-16-15,1 1 0 16,-1 1 16-16,-1 2 0 0,1-1 0 0,0 2 0 0,4-12-96 15,-6 25-16-15,6-25 0 0,0 0 0 0,-1 44 16 16,1-44 0-16,0 0 0 0,0 0 0 0,13 42-288 0,-13-42-48 16,0 0-16-16,0 0 0 0,32 36-128 0,-32-36 0 15,0 0 0-15,0 0 0 0,40 23 0 0,-40-23-192 16,0 0 32-16,32 7 16 16,-32-7-1504-16,24 0-288 0</inkml:trace>
  <inkml:trace contextRef="#ctx0" brushRef="#br1" timeOffset="111976.6">20501 10354 17503 0,'-1'-1'768'0,"-1"-1"176"0,1 2-752 0,0 0-192 0,0 2 0 0,1-2 0 16,-1 1 1600-16,1 3 304 0,0-2 48 0,0 4 16 16,0-6 144-16,0 0 16 0,0 0 16 0,0 0 0 15,16 49-864-15,-16-49-160 0,0 0-32 0,0 0-16 16,28 45-528-16,-28-45-96 0,0 0-32 0,28 36 0 15,-28-36-224-15,0 0-32 0,28 35-16 0,-28-35 0 16,0 0-144-16,0 0 0 0,30 38 0 0,-30-38 0 16,0 0 0-16,0 0 0 0,0 0-160 0,29 28 160 15,-29-28-1216-15,0 0-160 0,0 0-32 0,21 1-14016 16</inkml:trace>
  <inkml:trace contextRef="#ctx0" brushRef="#br1" timeOffset="112177.06">20695 10418 3679 0,'-3'-5'320'0,"3"2"-320"16,-1 2 0-16,0 0 0 0,0-1 1696 0,0 2 272 16,0 0 48-16,-1 0 16 0,0 2 576 0,-2-1 112 15,-2 2 32-15,-1 3 0 0,0 0-432 0,-2 4-80 0,0 2 0 0,-3 2-16 16,0 0-448-16,-2 0-96 0,1 3-16 0,-3 0 0 16,0-1-704-16,0 0-128 0,0 1-48 0,1-4 0 15,2 0-528-15,2-3-128 16,1-1 0-16,3 1-128 15,0-6-416-15,3 2-192 0,0-3-32 0,3-2-15664 0</inkml:trace>
  <inkml:trace contextRef="#ctx0" brushRef="#br1" timeOffset="112837.61">20546 10254 2751 0,'-2'-2'256'0,"0"1"-256"16,1 1 0-16,1-2 0 0,-1 2 1088 0,0 0 192 0,0-2 16 0,-1 1 16 15,-1-2 304-15,-1 0 64 0,1 0 16 0,-1 1 0 16,2 1 240-16,0-1 48 0,1 2 16 0,0-1 0 16,0 1-64-16,2 0-16 0,1 0 0 0,0 0 0 15,3 1-256-15,0-1-64 0,3 2-16 0,1-2 0 31,1 0-480-31,2 1-80 0,2-1-32 0,0 0 0 0,-1-1-528 0,1 1-96 0,1 0-32 0,-1-2 0 16,0 2-336-16,0-2 128 0,0 2-128 0,1-2 0 31,-1 0-704-31,-1 1-224 0</inkml:trace>
  <inkml:trace contextRef="#ctx0" brushRef="#br1" timeOffset="113185.67">20897 10261 6447 0,'0'-1'272'0,"0"1"80"16,1-2-352-16,0 2 0 0,-1 0 0 0,1 0 0 0,0 0 2432 0,0 0 432 0,2 0 80 0,1 0 0 15,-4 0 704-15,0 0 144 0,0 0 32 0,0 0 0 16,34 29-1712-16,-34-29-320 0,0 0-80 0,20 38-16 16,-20-38-896-16,0 0-176 0,18 52-48 0,-18-52 0 15,7 41-320-15,-7-41-64 0,3 44 0 0,-3-44-16 16,-5 45-176-16,5-45 0 0,-13 43 144 0,3-24-144 15,-2 0 0-15,-4 0 0 0,-3 2 0 0,-3 1 128 16,-2-1-448-16,-4-1-64 0</inkml:trace>
  <inkml:trace contextRef="#ctx0" brushRef="#br1" timeOffset="117572.68">17581 10231 2175 0,'-1'1'0'0,"0"1"0"0,-1-2 144 0,1 0-144 0,0 0 0 0,1 0 0 16,-1 0 0-16,1 0 0 0,-2 0 928 0,-1-2 96 15,-1 1 32-15,1 0 0 0,0-1 160 0,0-1 48 16,-1 1 0-16,0-3 0 0,0 5-80 0,-2-4-16 16,2 1 0-16,-2 1 0 0,1 1-208 0,-2-1-64 15,1 1 0-15,-1 0 0 0,1 1-144 0,-2-2-48 16,2 2 0-16,-1 0 0 0,1 0-256 0,-2 0-48 15,1-2-16-15,-1 2 0 0,-1-1 0 0,1 1-16 0,-1-2 0 16,1 1 0-16,0-1-16 0,-1 0 0 0,1-2 0 16,0 1 0-16,-1 0-80 0,2 0-16 0,-1 0 0 0,-1 0 0 15,3-2-96-15,-2 3-32 0,0-3 0 0,1 1 0 16,0 1 80-16,1 1 16 0,-1-1 0 0,1 1 0 16,-1 2-32-16,1-2-16 0,-1 2 0 0,1 0 0 15,-1 2 0-15,2-2 0 0,-1 0 0 0,0 2 0 16,1-2-176-16,0 0 0 0,2 0 0 0,-1 0 128 15,1 0-128-15,-1-2 0 0,2 0 0 0,-1-1 0 0,1 2 160 16,1-3 0-16,-1 2 0 0,1-3 0 16,0 1 224-16,0-1 32 0,0-1 16 0,1-2 0 0,-1 1-160 0,1-3-16 15,-1 3-16-15,1-4 0 0,-1 3-96 0,1-4-16 16,-1 2 0-16,0 1 0 0,0-2-128 0,-1 2 128 16,0-2-128-16,0 2 128 0,0 2-128 0,-1-3 0 15,0 0 144-15,-1 1-144 0,2-3 176 0,-2 1-48 16,2-1 0-16,0 0 0 0,0 1 128 0,1 0 32 15,0-1 0-15,1 1 0 0,1 1-80 0,-1 1-16 16,2-1 0-16,0 1 0 0,0-1-192 0,1 1 128 16,0-1-128-16,1 1 0 0,-1 0 0 0,1 0 0 0,-1-1 0 15,1 2 0-15,1-3 0 0,-1-1 0 16,1 1 0-16,0-1 0 0,-2 1 0 0,2-1 0 0,-1 0 0 0,0-1 0 16,1 3 0-16,-1-2 0 0,0 1 0 0,1 1 0 15,-1 0 0-15,-1 1 0 16,2 2 0-16,-1-3 0 0,0 4 0 0,0-2 0 0,0 1 0 0,-1 0 0 15,2-1 0-15,-1 2 0 0,0-2 0 0,1 1 0 16,1 0 0-16,-2 0 0 0,2 0 0 0,-1 0 0 16,2 1 0-16,-1 0 0 0,1-1 0 0,1 0 0 15,1 2 0-15,0 0 0 0,-1 0 0 0,2 2 0 16,1-3 0-16,-1 1 0 0,1 1 0 0,-1-1 0 16,0 2 0-16,0-1 0 0,-1 0 0 0,-1 1 0 15,1 0 0-15,-1 1 0 0,0-2 0 0,1 1 0 16,-2 0 0-16,1 1 0 0,1-2 128 0,-1 1-128 0,-1 1 0 0,2-1 144 15,-1 2-144-15,2 0 128 0,1-1-128 0,-1-1 160 16,-1 3-160-16,0-2 160 0,2 1-160 0,-2 1 0 16,0 0 144-16,0-2-144 0,1 2 0 0,-1 0 0 15,1-1 0-15,1 0 128 0,-1 1-128 0,1-2 0 16,-2 0 0-16,1 1 128 0,1-1 16 0,1-1 16 16,1 1 0-16,-1 1 0 0,2 0 32 0,-1-1 0 15,0 1 0-15,0-1 0 0,1 2-192 0,-1-2 192 16,0 1-192-16,-1 1 192 0,-2-2-192 0,2 2 0 0,0 0 0 15,0 0 128-15,1 0-128 0,0 0 0 0,0 2 0 0,-1-2 0 16,-1 3 0-16,0-1 0 16,1-1 0-16,0 1 0 0,-1 0 0 0,1 0 0 0,-1 1 0 0,1-1 0 15,-1-1 0-15,1 1 0 0,1 0 0 0,0-2 0 16,1 2 0-16,-1 0 0 0,-13-2 0 0,27 4 0 16,-27-4 0-16,25 5 128 0,-14-4-128 0,-11-1 0 15,0 0 0-15,33 10 128 0,-33-10-128 0,0 0 0 16,0 0 0-16,39 14 128 0,-39-14-128 0,0 0 0 15,0 0 0-15,36 19 0 0,-36-19 0 0,0 0 0 16,0 0 0-16,33 19 0 0,-33-19 0 0,0 0 0 16,0 0 0-16,34 17 0 0,-26-13 0 0,0 1 0 0,-8-5 0 15,0 0 0-15,0 0 0 0,0 0 0 0,39 21 0 0,-39-21 0 16,0 0 0-16,0 0 0 0,0 0 0 0,34 26 0 16,-34-26 0-16,0 0 0 0,0 0 0 0,0 0 0 15,0 0 0-15,0 0 0 16,32 38 0-16,-29-33 0 0,0 0 0 0,0 0 0 0,-2 1 0 0,1-1 0 15,1-1 0-15,-1 0 0 0,1 1 0 0,0 0 0 16,-1-2 0-16,1 3 0 0,0-2 0 0,0 1 0 16,0-2 0-16,0 1 0 0,1-1 0 0,-1 1 0 15,-1 1 0-15,1-1 0 0,-1 1 0 0,1 0 0 16,1 0 0-16,-3 0 0 0,2-2 0 0,-1 1 0 16,1 3 0-16,-1-3 0 0,-1 2 0 0,0-2 0 0,0 1 0 0,-1 0 0 15,1-1 0-15,-1 3 0 0,0-3 0 0,0 0 0 16,-1 1 0-16,0 1 0 0,1-1 128 0,0 1-128 15,-1 0 0-15,-1 1 0 0,1 0 0 0,0-1 0 16,1 0 0-16,-2 1 0 0,1 1 0 0,0 0 0 16,0 1 0-16,0 0 0 0,-1 0 0 0,1 0 0 15,1-9 0-15,0 0 0 0,-5 32 0 0,3-21 0 16,2-11 0-16,0 0 0 0,-5 33 0 0,5-33 0 16,0 0 0-16,-3 29 0 0,3-29 0 0,0 0 0 15,0 0 0-15,-5 35 0 0,3-28 0 0,0-2 0 16,1 2 0-16,-1 0 0 0,-1-2 0 0,0 1 0 0,0 0 0 0,0-1 0 15,0-1 0-15,-1 1 0 0,1 0 0 16,-1-1 0-16,0 1 0 0,0 0 0 16,1 0 0-16,-1-2 0 0,0 1 0 0,0 0 0 15,2-1 0-15,-2 0 0 0,0 1 0 0,1-2 0 0,-1 1 0 0,1-1 0 16,-1 1 0-16,1-1 0 0,-1 0 0 0,0-1 0 16,0 1 0-16,0 0 0 0,0 1 0 0,0-3 0 15,1 2 0-15,-3-1 0 0,2 0 0 0,-1 1 0 16,-1-1 0-16,1 1 0 0,0 0-128 0,0 1 128 15,-1-2 0-15,0 0 0 0,0 1 0 0,-1-1 0 16,0 1 0-16,1 0 0 0,-1-1 0 0,0 1 0 16,0 0-144-16,-1-1 144 0,0 0 0 0,1 1 0 0,0-2-128 0,-2 1 128 15,2 1 0-15,-1-2 0 0,0 1-128 0,1 0 128 32,-1 2 0-32,2-3 0 0,-1 1 0 0,-1 0 0 0,0-1 0 0,-2 2 0 0,0-1 0 0,1 1 0 15,0-2 0 1,-1 2-128-16,0-2 128 0,0 0 0 0,1 0 0 15,-2 0-128-15,2 0 128 0,-1 0 0 0,-1 0 0 0,0 0-128 0,-1 0 128 0,0-2 0 16,-1 2 0-16,0 0 0 0,0-2 0 0,1 1 0 16,0 1 0-16,0 0 0 0,-1-2 0 0,0 2 0 15,0 0 0-15,0 0 0 0,0 0 0 0,0 0 0 16,-1 2 0-16,0-2 0 0,-1 3 0 0,-1-3 0 16,1 3 0-16,-1-1 0 0,-2 2 0 0,-1-1 0 0,2 2 0 15,-2-1 0-15,1 1 0 0,-2 0 0 0,1-1 0 0,0 1-160 16,4 0 160-16,0-1-192 0,0-1-112 0,2-2-16 15,1 1-16-15,1-4 0 16,2 1-608-16,3-4-112 0</inkml:trace>
  <inkml:trace contextRef="#ctx0" brushRef="#br1" timeOffset="131365.03">9712 10578 2751 0,'0'0'256'0,"0"0"-256"0,1 0 0 0,-1 0 0 16,0 0 432-16,0 0 32 0,0 0 16 0,0 0 0 16,1 0-96-16,-1 0 0 0,1 1-16 0,0-1 0 15,0 2 272-15,-1-2 48 0,1 0 16 0,0 2 0 16,0-2 208-16,0 0 48 0,1 1 16 0,0-1 0 15,1 0-80-15,-1 2 0 0,1-2-16 0,1 0 0 0,1 0-176 0,-1 0-16 16,2 0-16-16,1-2 0 0,1 1-80 0,0-1-16 16,1 0 0-16,1-1 0 0,1 3-128 0,-1-2-48 15,1-1 0-15,1 1 0 0,-1 0-144 0,1 1-16 16,0-1-16-16,0 2 0 0,0 0-32 0,0 0 0 16,1 0 0-16,-1 0 0 0,0 0 128 0,0 0 0 15,0 2 16-15,0-2 0 0,-12 0 16 0,0 0 0 16,38 5 0-16,-25-5 0 0,-1 0-112 0,1 1-32 15,-1-1 0-15,1-1 0 0,0 1-80 0,0-2-128 16,2 0 176-16,-1 1-176 0,0-1 192 0,0 1-64 16,0 0 0-16,0-1-128 0,0 0 256 0,-1 1-48 15,0 1-16-15,-1 0 0 0,0 0 96 0,-1 0 16 0,-1 0 0 16,1 0 0-16,-1 0 16 0,0 0 0 0,0 0 0 0,0 0 0 16,0 0-48-16,0-2 0 0,-1 2 0 0,0-1 0 15,3 1 784-15,0-2 160 0,0 0 16 0,1 0 16 31,-2 2-1648-31,1-3-336 0,0 1-64 0,0 2-16 0,1-2 816 0,0 1 0 0,0-1 224 0,0 2-48 16,1-1-176-16,-1 0 160 0,0 1-160 0,1 0 160 16,0 0-160-16,0 0 0 0,-1 1 0 0,0 0 0 15,-13-1 0-15,24 2 0 0,-24-2 0 0,27 5 128 16,-27-5-128-16,29 5 0 0,-29-5 0 0,0 0 0 0,42 10 0 0,-42-10 0 16,0 0 0-16,41 9 0 0,-41-9 0 0,0 0 0 15,42 9 0-15,-42-9 0 0,31 6 0 0,-14-4 0 16,-1-2 0-16,1 0 128 0,1 0-128 0,-1-3 0 15,0 3 0-15,0-2 128 0,2 0 48 0,-1 1 0 16,0-1 0-16,-1 2 0 0,1 0-48 0,-1-2 0 16,0 2 0-16,1-2 0 0,-2 1-128 0,0 1 192 15,1 0-192-15,-1-2 192 0,-1 2-192 16,1 0 0-16,0 0 0 0,0-2 128 0,-1 1-128 0,1 1 0 16,-1 0 0-16,1-2 0 0,0 2 0 0,0 0 0 15,0-1 0-15,0 0 0 0,-1-1 0 0,0 0 128 16,0 1-128-16,-1-1 0 0,0 1 0 0,1-1 0 15,0 1 0-15,0 0 0 0,-2 1 0 0,1-2 0 0,2 2 0 16,0 0 0-16,0 0 0 0,-1 0 0 0,1 0 0 16,0 0 0-16,2 0 0 0,-1 2 0 15,1-2 0-15,-1 1 0 0,2 0 0 0,-2-1 0 0,0 2 0 0,1-2 0 16,-18 0 0-16,34 3 0 0,-17-2 0 0,-1-1 0 16,-1-1 0-16,1 1 0 0,1 0 0 0,0-2 128 15,-1 1-128-15,0-1 0 0,-2 1 0 0,0 0 128 16,0-1-128-16,0-1 0 0,1 1 0 0,-1 0 0 15,2 1 0-15,-2-1 128 0,2 0-128 16,-2 0 0-16,0 1 128 0,0 1-128 0,0 0 0 0,0 0 128 0,0 0-128 0,0 0 0 16,-1 0 144-16,0 1-144 0,-2 1 0 0,1-2 144 15,-1 1-144-15,1 0 0 0,0-1 128 0,-12 0-128 16,0 0 0-16,30 5 0 0,-30-5 0 0,23 2 0 16,-11-2 0-16,0 0 0 0,0 0 0 0,-1-2 0 15,1 0 0-15,0 1 0 0,1-2 0 0,1 0 0 16,0 0 0-16,0 1 0 0,0 1 0 0,1-1 0 15,0 0 0-15,1 0 0 0,-1 2 144 0,0-2-144 16,2 2 0-16,0-1 144 0,-2 1-144 0,0 0 0 16,2 0 144-16,1 0-144 0,0 0 0 0,1 0 128 0,-1-2-128 15,2 2 0-15,0 0 0 16,1-3 0-16,0 1 0 0,1 2 128 0,-1-4-128 0,1 1 0 0,1 0 128 0,1-1-128 16,0 0 272-16,1 0-16 0,0 0 0 0,1-1 0 15,-1 0 0-15,-2 1-16 0,-1 1 0 0,-1-1 0 16,2 1-240-16,-2 2 128 0,1-2-128 0,-1 3 0 15,0 0 0-15,-1 0 0 0,0 2 0 0,-2-2 0 16,-18 0 0-16,34 2 0 0,-19 0 0 0,0-2 0 16,-15 0 0-16,26 3 0 0,-15-3 0 0,-1 0 0 15,-2-3-208-15,0 1 64 0,-1 1 16 0,-3 0 0 16,1-3-848 0,-1 1-176-16</inkml:trace>
  <inkml:trace contextRef="#ctx0" brushRef="#br1" timeOffset="132733.67">10854 10860 5519 0,'1'-2'496'0,"0"0"-496"16,-1 0 0-16,0 2 0 0,1-2 1008 0,-1 1 96 15,1-2 32-15,1-1 0 16,0-1 192-16,0-2 32 0,1 3 16 0,-2 1 0 0,1 0-96 0,-1 1 0 16,0 1-16-16,1 1 0 0,0 1-176 0,0-1-48 15,-1 3 0-15,1-1 0 0,1 3-224 0,-1-1-48 16,1 1-16-16,0 0 0 0,-1-1-192 0,0 2-48 16,-2-6 0-16,0 0 0 0,0 0-224 0,0 0-48 15,23 42-16-15,-23-42 0 0,0 0-224 0,0 0 128 16,23 50-128-16,-23-50 0 0,0 0 128 0,17 52-128 0,-17-52 0 15,11 43 0-15,-11-43 0 0,13 41 0 0,-13-41 0 0,0 0 0 16,17 47 0-16,-17-47 128 0,0 0-128 0,0 0 0 16,24 40 0-16,-24-40 0 0,0 0 128 0,0 0-128 15,0 0 0-15,0 0 144 0,0 0-144 0,0 0 128 16,36 21 64-16,-33-22 0 0,1-3 0 0,0-1 0 16,-1 1 560-16,1-3 112 0,0 0 32 0,-1-3 0 15,2 1-192-15,0-1-48 0,0 1 0 0,2-5 0 16,-2 2-320-16,2-2-64 0,0-1-16 0,0-2 0 15,0 1-256-15,0 0 160 0,0 1-160 0,0-2 128 16,2 2-128-16,-2 0 0 0,-1 1 0 0,-1 2 0 16,-1 1-384-16,1 2 64 0,-2 0 0 0,0 1 0 15,-1 2-1216-15,0 1-256 16,0 3-32-16,-1 0-7456 0,-1 0-1472 0</inkml:trace>
  <inkml:trace contextRef="#ctx0" brushRef="#br1" timeOffset="136382.76">11461 10832 3679 0,'1'-2'320'15,"-1"0"-320"-15,0 1 0 0,1-1 0 0,-1 2 816 0,0 0 80 16,1-3 32-16,-1 1 0 0,1-2 384 0,0-1 80 15,-1 0 16-15,0 3 0 0,0 0-128 0,0 1 0 0,0-1-16 16,-1 2 0-16,0 0-96 0,0 0-16 16,0 0 0-16,-1 0 0 0,0 2-192 0,0 1-32 0,0-1-16 15,-1 0 0-15,-1 1-224 0,0 2-48 0,0 1-16 16,0-1 0 0,-1 2-176-16,0-1-16 0,-1 2-16 0,1 1 0 0,-2 2-64 0,0 1-16 0,-1 3 0 0,1 0 0 15,-1 2-80-15,1 2 0 0,0 0-16 0,1 0 0 16,1 2 80-16,2-3 32 0,3-18 0 0,0 32 0 15,0-32 96-15,0 0 32 0,0 0 0 0,18 45 0 16,-18-45-176-16,0 0-48 0,0 0 0 0,34 24 0 16,-34-24 0-16,0 0-16 15,30 7 0-15,-30-7 0 0,0 0-240 0,0 0 0 0,36 8 0 0,-30-7 0 16,1-1-704-16,-2 0-224 0,2 0-48 16,-2 2-8720-16,2-4-1744 0</inkml:trace>
  <inkml:trace contextRef="#ctx0" brushRef="#br1" timeOffset="136673.41">11593 10898 5519 0,'-1'-3'240'0,"1"2"64"0,0-2-304 0,0 3 0 0,0-2 0 0,0 2 0 31,0-2 1632-31,1 1 272 0,0-1 48 0,0 0 16 0,1-2 208 16,0 3 32-16,1-1 16 0,0 0 0 0,0 2-304 0,0 2-48 0,2 0-16 0,-1 1 0 16,-4-3-544-16,0 0-112 0,0 0-32 0,0 0 0 15,26 42-656-15,-26-42-128 16,0 0-16-16,0 0-16 0,25 50-224 0,-25-50-128 0,0 0 128 0,0 0-128 16,25 42 0-16,-25-42 0 15,0 0 0-15,0 0 0 0,26 34 0 0,-26-34-128 0,0 0 0 0,0 0 0 31,0 0-1248-31,0 0-240 0,33 28-48 0,-33-28-6976 0,0 0-1376 16</inkml:trace>
  <inkml:trace contextRef="#ctx0" brushRef="#br1" timeOffset="136919.31">11785 10889 4607 0,'0'-3'400'0,"0"0"-400"15,0 2 0-15,0 1 0 0,-1 0 1856 0,1 0 304 16,-1-2 48-16,-1-1 16 0,-1 1 432 0,-1 2 96 16,-2 2 0-16,0 3 16 0,-1-1-992 0,0 4-208 15,-2 1-32-15,0 0-16 0,-1 3-512 0,0 0-112 0,-1 2 0 0,0 1-16 16,1-1-496-16,0-2-112 0,1 2-16 0,0-1 0 16,1 0-256-16,-1-1 0 0,3-3 128 0,-1-1-128 15,4-1 0-15,-1-2-144 0,2-2 16 0,1-2 0 31,0-1-1216-31,1 0-224 0,1-1-48 0,0 0-6832 0,2-4-1344 0</inkml:trace>
  <inkml:trace contextRef="#ctx0" brushRef="#br1" timeOffset="137202.87">11826 10828 8287 0,'4'-6'368'0,"-2"3"80"0,1 0-448 0,-1 0 0 16,-1 1 0-16,0 2 0 0,1-3 1568 0,1 1 224 16,2-3 64-16,0 0 0 0,2 2 80 0,-3 2 32 15,2-1 0-15,-1 2 0 0,0 3-368 0,-1 0-80 16,-4-3-16-16,0 0 0 0,0 0-416 0,0 0-96 16,25 41-16-16,-25-41 0 0,0 0-384 0,16 45-80 15,-16-45 0-15,0 0-16 0,14 54-240 0,-14-54-64 16,0 0 0-16,12 53 0 0,-12-53-192 0,0 0 0 0,6 49 128 15,-6-49-128-15,-1 29 0 0,1-29 0 0,-5 28 128 0,0-15-128 16,-2 0 0-16,-1-1 0 0,-2 1 0 0,-2 0 0 31,-1 2-896-31,-2-3-240 0</inkml:trace>
  <inkml:trace contextRef="#ctx0" brushRef="#br0" timeOffset="141291.87">9245 11670 3679 0,'-2'0'320'0,"-1"0"-320"0,1 1 0 0,1-1 0 15,0 0 560-15,-1 0 32 0,-1 0 16 0,-2 0 0 16,-2 0 336-16,0 1 64 0,1-1 16 0,0 0 0 16,1 2 320-16,2-2 64 15,1 0 0-15,0 1 16 0,2 0 160 0,-1-1 16 0,1 2 16 0,1-1 0 16,1 1-400-16,0 0-96 0,0 1-16 0,2-1 0 15,1-2-112-15,0 2-32 0,3-2 0 0,0 0 0 32,0-2 32-32,3 2 0 0,2-4 0 0,0 1 0 0,0 0-32 0,0-1 0 0,-1 1 0 0,2-1 0 15,-1 1-320-15,1-1-64 0,-3 1 0 0,1 1-16 16,-1 0-304-16,-2 1-64 16,-1 1-16-16,-1 0 0 0,-2 0-176 0,-1 0 0 0,-1 0 0 0,-1 1 0 0,-1 1 0 0,-1 1 0 15,-2 2 0-15,-2-2 0 16,2 2-1856-16,-2 0-240 0</inkml:trace>
  <inkml:trace contextRef="#ctx0" brushRef="#br0" timeOffset="141560.57">9242 11818 7359 0,'-3'0'320'0,"1"-2"80"0,1 2-400 0,0 0 0 0,1 0 0 0,0 0 0 15,-1 0 2000-15,1 0 320 32,-1 0 64-32,0 0 16 0,1-2 384 0,0 2 80 0,1 0 16 15,1 0 0-15,1-2-1152 0,1 2-208 0,1-1-48 0,3 1-16 16,1 0-400-16,0 0-80 0,3-2-16 0,0 0 0 16,2 1-176-16,0-1-32 0,1 2-16 0,-1-1 0 15,2 0-352-15,-2 1-64 0,0 0 0 0,0 1-16 16,0 0-304-16,-1-1 0 0,-13 0 128 0,25 2-128 15,-25-2 0-15,0 0 0 0,36 5-208 0,-36-5-17008 16</inkml:trace>
  <inkml:trace contextRef="#ctx0" brushRef="#br0" timeOffset="143880.79">10184 11539 3679 0,'-4'-7'320'0,"2"0"-320"0,1 2 0 0,0 2 0 0,1-1 2336 0,0 3 400 16,0-2 80-16,-1-2 0 0,1-1-640 16,-1-3-128-16,0 2-16 0,1-1-16 0,-1 4-544 0,1 0-96 31,0 3-32-31,1 1 0 0,-1 0-192 0,2 1-64 0,0 3 0 0,1 0 0 0,-3-4-320 0,0 0-80 15,0 0-16-15,19 36 0 0,-19-36-256 0,0 0-48 16,21 48-16-16,-21-48 0 0,14 38-352 0,-14-38 128 16,14 47-128-16,-14-47 0 0,15 53 0 0,-15-53 0 15,13 54 0-15,-13-54 0 0,12 47 0 0,-12-47 0 16,13 35 0-16,-13-35-128 0,0 0 128 0,0 0 0 16,0 0 0-16,0 0 0 0,0 0 0 0,33 32 0 0,-29-35 0 15,0-2 0-15,0-1 384 0,1-2 16 0,-1-2 0 0,-1 1 0 16,1-3 240-16,-1-1 64 0,0 0 0 0,-1-1 0 15,2 0-304-15,0-1-48 0,0-1-16 0,2-1 0 16,0-2-144-16,2-2-16 0,1-2-16 0,1-1 0 16,1 0-160-16,1 2 0 0,-1 2 0 0,-2 2 0 31,1 4 0-31,-1 2 0 0,0 1 0 0,-1 4 0 0,0 2-480 16,-3 0 32-16,0 5 0 0,-1 0-10896 15,-2 3-2176-15</inkml:trace>
  <inkml:trace contextRef="#ctx0" brushRef="#br0" timeOffset="144184.24">10670 11466 8287 0,'2'-5'736'0,"0"2"-592"0,-1-1-144 0,1 1 0 0,-1 0 1312 0,0 1 224 15,0 1 64-15,0-2 0 0,2-3 656 0,-1 2 144 16,0-1 32-16,-2 3 0 0,0 0-816 0,-1 4-144 31,-1 3-48-31,-3 2 0 0,0 4-704 0,-1 1-144 16,-1 2-16-16,-1 3-16 0,1 2-256 0,-1 0-48 15,2-2-16-15,0 0 0 0,1 5-224 0,0-2 144 16,5-20-144-16,-4 40 128 0,4-40 0 0,2 36-128 16,-2-36 192-16,0 0-64 0,13 49 224 0,-13-49 32 0,0 0 16 15,22 41 0-15,-22-41-272 0,0 0-128 0,25 32 128 16,-25-32-128-16,0 0 0 0,0 0 0 0,0 0 0 0,35 29 0 31,-35-29-1712-31,0 0-272 0</inkml:trace>
  <inkml:trace contextRef="#ctx0" brushRef="#br0" timeOffset="144389.24">10810 11477 9215 0,'0'0'816'0,"0"2"-656"0,1-1-160 0,-1 1 0 0,1 0 1824 0,-1 0 336 15,1 3 64-15,0 2 16 0,-1-7 576 0,0 0 112 16,9 48 16-16,-9-48 16 0,8 42-1360 0,-8-42-256 16,12 39-64-16,-12-39-16 0,15 37-864 0,-15-37-160 15,0 0-48-15,24 46 0 0,-24-46-192 0,0 0 0 16,20 40 0-16,-20-40 0 0,0 0-192 0,0 0-96 16,18 35-16-16,-18-35 0 15,0 0-800-15,0 0-176 0,0 0-16 0,0 0-7424 16,0 0-1488-16</inkml:trace>
  <inkml:trace contextRef="#ctx0" brushRef="#br0" timeOffset="144601.4">10991 11574 8287 0,'-6'5'736'0,"1"0"-592"0,2-1-144 0,0-1 0 15,0-1 1632-15,-1 4 288 0,-6 3 64 0,-4 7 16 16,-6 3 512-16,-2 4 112 0,-1 1 0 0,1-2 16 15,4-1-128-15,0-4-16 0,3 1-16 0,1-3 0 32,3-1-2480-32,1-2-272 0,2 0-176 0,0-3-16 15,3-1-112-15,0-2-32 0,3 0 0 0,2-2-13088 0</inkml:trace>
  <inkml:trace contextRef="#ctx0" brushRef="#br0" timeOffset="144831.43">11031 11560 19343 0,'5'-4'848'0,"-1"1"192"0,1 1-832 0,-2 1-208 0,0-1 0 0,-1 2 0 15,1 0 1536-15,2 0 272 0,-5 0 48 0,0 0 16 16,32 10-848-16,-32-10-160 0,0 0-32 0,34 26-16 16,-34-26 592-16,0 0 112 0,28 40 16 15,-28-40 16-15,19 45-1552 0,-19-45 0 0,15 50-304 0,-15-50 48 16,10 50 576-16,-10-50 128 0,2 45 32 0,-2-45 0 15,-4 35-192-15,-1-17-32 0,-2-3-16 0,-2 2 0 16,-1-2 176-16,-2 1 32 0,0-2 16 0,-2 0 0 16,2-2-464-16</inkml:trace>
  <inkml:trace contextRef="#ctx0" brushRef="#br1" timeOffset="154068.06">14550 10656 1839 0,'2'3'160'15,"-2"-1"-160"-15,0 1 0 0,1-3 0 0,-1 1 368 0,1 0 32 16,0 2 16-16,1 2 0 0,0 1 48 0,1-1 16 15,2 1 0-15,-2-3 0 0,0 0 320 0,1-1 64 16,0 1 16-16,0-2 0 0,1 0 64 0,0 1 16 16,0-1 0-16,0 1 0 0,0 1-112 0,0 1-16 15,0-2 0-15,0 0 0 0,1 3-160 0,-1 0-32 16,0 0-16-16,0 0 0 0,0 1-384 0,0 0-80 16,0 0-16-16,1 2 0 0,-6-8-144 0,0 0 160 15,0 0-160-15,0 0 160 0,0 0 0 0,36 33 0 16,-29-30 0-16,0 1 0 0,1-4-16 0,-1 2 0 15,1-2 0-15,1 1 0 0,0-1 112 0,-1 0 32 0,2 0 0 16,0 0 0-16,-2 0-48 0,1 0-16 0,1 2 0 0,-1-2 0 16,0 0-96-16,0 2 0 0,0-2-128 0,0 1 192 15,1 1-192-15,0 0 0 0,2-1 0 16,-1 0 0-16,1 1 0 0,-1-1 128 0,2-1-128 0,-1 2 0 16,1-2 0-16,0 0 0 0,1 2 0 0,-1-2 0 15,2 0 0-15,0 0 0 0,0 0 128 0,1-2-128 16,1 2 128-16,-1 0 0 0,2-2-128 0,0 1 192 15,-2 1-192-15,1 0 144 0,0-2-144 0,-1 2 128 16,-1-1-128-16,-1 1 0 0,0 0 0 0,-1 1 0 16,0-1 0-16,-1 2 0 0,-1 1 0 0,-1-1 0 15,1 2 0-15,-1-1 128 0,-2 2-128 0,1-2 128 16,-1 1 192-16,-1-2 16 0,1 2 16 0,-1 0 0 16,1-3 256-16,0 0 48 0,2 1 16 0,2 1 0 0,0-3-176 0,-1 2-48 15,2-2 0-15,0 0 0 0,2 0-288 0,0 0-160 16,-1 0 160-16,0 0-160 0,-2 0 0 0,1-2 0 15,0 4 0-15,2-2 0 0,-1 0 0 0,-1 0 0 16,1 1 0-16,-2-1 0 0,1 2 0 0,-1 0 0 16,-1-2 0-16,1 2 0 0,-1-1 0 0,1 1 0 15,1 0 0-15,1-1 0 0,0 1 0 0,-1-2 0 16,-2 0 0-16,2 2 0 0,1-4 0 0,2 2 0 16,-1 0 0-16,1-3 0 0,0 3 0 0,1-2 0 15,0 0 0-15,0 1 0 0,-4 1 0 0,1 0 0 16,0-2 0-16,1 2 0 0,-2 0 0 0,2-2 0 15,-2 2 0-15,0-2 0 0,0 1 0 0,-1 1 0 0,-1-2 0 16,1 2 0-16,0 0 0 0,0 0 0 0,0 0 0 16,-1 2 0-16,1-1 128 0,-1 1-128 0,0 0 176 0,0 0-176 15,0 1 304-15,1 0-48 0,-1 1-16 0,1-3 0 16,0 2-64-16,1-2-16 0,-1 1 0 0,1-2 0 16,-1 0-160-16,1 0 128 0,1-3-128 0,1 1 128 15,-1 0-128-15,1-2 192 0,1-1-192 0,0 2 192 16,-1-2-64-16,0 0 0 0,3-1 0 0,-1 0 0 15,-1 2-128-15,0-1 160 0,1 1-160 0,-1 1 160 16,-2 1 0-16,0 0 0 0,0 1 0 0,1 1 0 16,0 0-32-16,1 0-128 0,0 3 192 0,1-2-64 15,0 2 80-15,0-2 16 0,0 3 0 0,2-1 0 0,-1-1-64 0,2-1-16 16,0 0 0-16,1-1 0 0,3 0 16 0,-2 2 0 16,0-2 0-16,1 0 0 0,3 1-160 15,1 1 0-15,0-1 0 0,-1 1 128 0,1 0-128 0,3 0 0 16,4 0 0-16,0-2 0 0,-4 1 0 0,1-1 0 15,0 0 0-15,1 0 0 0,-4 0 0 0,1 0 0 16,1 2 0-16,0 0 128 0,0 1-128 0,0-1 0 16,-1-2 0-16,0 0 128 0,1 2-128 0,0-2 0 15,2 0 0-15,0 0 0 0,-3 0 0 0,0-2 0 16,0 2 0-16,-1 0 0 0,2 2 0 0,-1-2 0 16,-1 0 0-16,0 0 0 0,2 1 0 0,0-1 0 15,0-1 0-15,-2 1 0 0,-2 0 0 0,1-2 0 0,2 2 0 16,0 0 0-16,0 0 0 0,1 0 0 0,1 0 0 0,0 0 0 15,1 2 0-15,-2-2 0 0,1 0 0 16,0 0 0-16,2 0 0 0,-2 0 0 0,0 3 0 0,0-3 0 16,-2 2 0-16,2 1 0 0,1 1 0 0,0-1 128 15,-2 2-128-15,1-1 0 0,-2 3 0 0,-1-2 0 16,-1 0 0-16,1 2 0 0,0-3 0 0,-2 2 128 16,-2-2-128-16,0 1 0 0,2 0 0 0,0-2 0 15,1 0 0-15,1 0 0 0,2-1 0 0,-2-1 0 16,1 1 0-16,0-2 0 0,1 0 0 0,-2-2 0 15,-2 2 0-15,1-2 0 0,1 1 128 0,2-2-128 0,0 1 0 16,1-2 0-16,1 2 0 0,0-1 0 0,-2 0 0 0,1-1 0 16,-1 1 0-16,-1-2 0 0,-1 1 0 15,-1 0 0-15,1 1 0 0,-1 0 0 0,-2 1 0 0,0 2 0 16,1 0 0-16,0 0 0 0,-1 1 0 0,-1 0 0 16,1 1 0-16,-2 2 0 0,-1 0 0 0,1 0 0 15,-2 1 0-15,1 0 0 0,0 2 0 0,-1 0 0 16,-21-7 0-16,39 10 0 0,-19-5 0 0,2 2 0 15,0-3 0-15,0 1 0 0,1 0 0 0,1-1 0 16,1-1 144-16,-1 0-144 0,-2 0 0 0,3-2 0 16,1-1 0-16,2-1 0 0,0 0 0 0,0-2 0 15,2-2 0-15,1-1 0 0,-1 0 0 0,4 0 0 16,1-2 0-16,0 2 128 0,-2 0-128 0,-1 2 0 0,0-1 0 0,1 0 0 16,-2 1 0-16,0 1 0 0,-1-2 0 0,-1 3 0 15,-2 2 0-15,0 0 0 16,-1 0 0-16,0 0 0 0,-2 2 0 0,-1 1 0 0,0-1 0 0,-3 1 0 15,1-1 0-15,-3 0 0 0,1 1 0 0,-2 2 0 16,2-3 0-16,-3 0 0 0,-2 0-144 0,-2 1-15200 16</inkml:trace>
  <inkml:trace contextRef="#ctx0" brushRef="#br1" timeOffset="154851.44">20798 11046 5519 0,'0'0'496'16,"0"0"-496"-16,0 0 0 0,0 0 0 0,0 0 1072 0,0 0 112 16,0 0 32-16,-1-2 0 0,0 2 192 0,0 0 32 15,1-1 16-15,-1 1 0 0,1 0-96 0,-1 0-16 16,0 0 0-16,0 0 0 0,1 0 256 0,-1 0 32 0,0 1 16 16,1 1 0-16,-1 0-464 0,1-1-96 0,0 0 0 0,0 1-16 31,-1 3-320-31,1-2-64 0,-1 1-16 0,0 2 0 0,0 0-80 0,0 0-16 15,1-6 0-15,0 0 0 0,0 0-64 0,0 0-32 16,0 0 0-16,4 43 0 0,-4-43-128 0,0 0-32 0,0 0 0 0,0 0 0 16,32 29-112-16,-22-26-16 0,2 0-16 0,2-1 0 15,2-2 144-15,2-3 48 0,3-2 0 0,4 1 0 16,4-3-128-16,2 0-32 0,-1-1 0 0,6-1 0 16,4 0-208-16,5-3 176 0,4 1-176 0,2-2 160 15,3-3-160-15,-2 1 0 0,-3-2 0 0,3 2 0 16,4-2 0-16,-2 2 0 0,0 1 0 0,-2-1 0 0,-2 4 0 0,-4-1 0 15,-2 0 0-15,-3 3 0 0,-4-1 0 0,-5 3 0 16,-3 4-176 0,-7-1 176-1,-3 2-656-15,-5-1-48 0,-4 3-16 0,-2 0 0 0,-3 0-944 0,-1 0-176 0,-1 0-32 0,-2 0-16 16,-1 1 352-16,0 1 64 0</inkml:trace>
  <inkml:trace contextRef="#ctx0" brushRef="#br1" timeOffset="155939.03">22460 10730 5519 0,'1'-5'496'0,"0"3"-496"0,0-1 0 0,0 1 0 16,0 0 912-16,0 0 96 0,0 0 16 0,0-1 0 15,1-2 720-15,1 0 160 0,1 0 16 0,-1-1 16 16,-2 3-448-16,1-2-80 0,0 4-32 0,-1 0 0 15,-1-1-96-15,1 2-32 0,-1 0 0 0,1 0 0 16,-1 0-480-16,1 2-80 0,-1-1-32 0,1 1 0 16,-1 0-288-16,0 1-64 0,1 1-16 0,-1 0 0 15,1 1-96-15,0 0 0 0,-1-5-16 0,0 0 0 16,0 0 80-16,0 0 32 0,8 45 0 0,-8-45 0 16,0 0-48-16,5 45-16 0,-5-45 0 0,0 0 0 0,5 57-96 15,-5-57-128-15,3 43 176 0,-3-43-176 0,3 40 128 0,-3-40-128 16,0 0 0-16,4 50 0 0,-4-50 0 0,0 0 0 15,0 0 128-15,0 0-128 0,11 47 0 0,-10-42 128 16,1-3-128-16,0-1 0 0,0 0 464 0,0-2-16 16,0 0 0-16,-1-3 0 0,2-1 512 0,0-1 112 15,0-3 16-15,1 0 0 0,0 0-448 0,1-2-96 16,1-2-16-16,1-1 0 0,1 0-160 0,1-3-48 16,3 0 0-16,-1-2 0 0,3-2-192 0,0 0-128 15,2 0 128-15,1-1-128 0,1 3 0 0,-1 0 0 0,0 3 0 0,-1 2 128 16,-3 2-128-16,-1 3 0 0,-2 1 0 15,-3 1 0-15,-1 0 0 0,-2 4 0 0,-3 1 0 0,0 2-12208 16,-2 0-2368 0</inkml:trace>
  <inkml:trace contextRef="#ctx0" brushRef="#br1" timeOffset="156285.07">23008 10682 5519 0,'4'-1'496'0,"-1"0"-496"15,-2 1 0-15,-1-1 0 0,1 0 1488 0,0 1 208 16,3-4 32-16,2 1 16 16,1-2 432-16,1-1 96 0,-2 2 16 0,0 0 0 0,-3 0-176 0,0 3-16 15,-1-1-16-15,-1 0 0 0,0 2-384 0,-2 0-80 16,-1 4-16-16,-1-1 0 15,-1 3-720-15,-1 0-160 0,-2 1-16 0,0 4-16 16,-1 0-368-16,-3 2-64 0,11-13 0 0,-19 33-16 0,19-33-240 0,-19 38 144 16,19-38-144-16,-17 39 128 0,17-39-128 0,-9 40 0 15,9-40 0-15,-3 41 128 0,3-41-128 0,0 0 0 0,15 55 0 0,-15-55 0 16,0 0 0-16,32 43 0 0,-32-43 0 0,30 24 0 16,-30-24 0-16,33 21 0 0,-33-21 0 0,34 17 0 31,-34-17-464-31,29 9-80 0,-15-6-16 0,0-1-10048 0,-1-1-2000 0</inkml:trace>
  <inkml:trace contextRef="#ctx0" brushRef="#br1" timeOffset="156505.04">23311 10704 18431 0,'0'-5'816'0,"0"3"160"0,0 2-784 0,0-2-192 0,0 1 0 0,0 1 0 0,0 1 1296 0,1 1 224 16,0 0 32-16,2 2 16 0,-3-4-512 0,0 0-96 15,0 0-32-15,13 39 0 0,-13-39-432 0,0 0-96 16,14 51-16-16,-14-51 0 0,13 39 192 0,-13-39 16 16,15 41 16-16,-15-41 0 0,17 42-240 0,-17-42-48 15,18 38-16-15,-18-38 0 0,19 33-304 0,-19-33 0 16,0 0 0-16,23 38 0 16,-23-38-1376-16,0 0-176 0,0 0-48 0,23 19-10976 0</inkml:trace>
  <inkml:trace contextRef="#ctx0" brushRef="#br1" timeOffset="156693.37">23536 10776 11055 0,'0'0'976'0,"-1"2"-784"0,1-2-192 0,0 2 0 16,-1-2 2000-16,-1 2 368 0,0 3 64 0,2-5 0 16,0 0-400-16,-24 29-96 0,24-29-16 0,-29 35 0 15,14-18-1120-15,-2-1-224 0,1 1-64 0,0 0 0 16,-1-2 0-16,1 0-16 0,-1-1 0 0,2 1 0 15,0-1-336-15,-1 0-160 0,0-2 160 0,1 0-160 16,3-3-576 0,2-1-224-16,2-4-32 0,1 1-11968 0</inkml:trace>
  <inkml:trace contextRef="#ctx0" brushRef="#br1" timeOffset="156973.54">23320 10661 1839 0,'-1'-1'160'0,"0"0"-160"15,1 1 0-15,0-2 0 0,0 1 560 0,0 1 80 16,-1-3 0-16,0 0 16 0,0-4-80 0,0 2 0 16,0-2-16-16,0 2 0 15,0-2 688-15,1 3 144 0,-1 1 16 0,1 0 16 0,1 1 880 0,-1 0 160 0,1 1 32 0,1 2 16 16,2 1-224-16,1 0-48 0,1-1-16 0,2 1 0 15,3 1-816-15,0 0-144 0,3 0-48 0,1 0 0 16,0 1-784-16,1-1-176 0,2 1-16 0,-1-1-16 47,0-1-1024-47,-2 1-208 0</inkml:trace>
  <inkml:trace contextRef="#ctx0" brushRef="#br1" timeOffset="157306.84">23723 10647 19343 0,'5'-4'848'0,"-2"3"192"16,0-1-832-16,0 1-208 0,-1 0 0 0,0 1 0 0,0 0 2048 0,1-2 352 0,4 1 80 0,2-1 16 15,2 2-320-15,1 0-64 16,0 5-16-16,-12-5 0 0,0 0-976 0,32 30-192 16,-32-30-32-16,0 0-16 0,20 58-624 0,-20-58-112 0,8 52-16 0,-8-52-128 15,1 53 0-15,-1-53 0 0,-4 58 0 0,4-58 0 16,-10 61 0-16,10-61 0 0,-17 58 0 0,17-58-11712 15,-23 49-2240-15</inkml:trace>
  <inkml:trace contextRef="#ctx0" brushRef="#br0" timeOffset="161582.94">11399 11693 8287 0,'-1'0'736'0,"1"-2"-592"16,0 2-144-16,0 0 0 0,1 0 944 0,-1 0 144 16,0-1 48-16,1 1 0 0,1 0 224 0,-1 0 48 15,2 0 16-15,1 0 0 0,1 0-208 0,-1 0-64 16,3 1 0-16,-1 1 0 16,2-2 0-16,0 0-16 0,1 2 0 0,1-2 0 0,2-2 16 0,0 0 0 15,-1 1 0-15,1-1 0 0,0 0-176 0,-2-1-16 16,0 1-16-16,-1-1 0 0,0 0-496 0,0 0-112 15,0 0-16-15,0-2 0 0,-2 3-320 0,1 0 0 16,-3-1 0-16,0 1 128 0,-1 2-352 0,-1-2-64 16,1 4-16-16,-2 0-14736 0</inkml:trace>
  <inkml:trace contextRef="#ctx0" brushRef="#br0" timeOffset="163863.34">11724 11586 2751 0,'1'-2'256'0,"0"0"-256"0,-1 1 0 0,0-1 0 16,0 2 1088-16,0 0 160 0,0-3 32 0,1 0 16 16,-1-2 480-16,0 1 80 0,1 0 32 15,-1 2 0-15,0-1-32 0,1 1 0 0,-1 2 0 0,1-2 0 16,0 1-192-16,1 1-32 0,0 0-16 0,0 0 0 16,1 0-560-16,1 1-112 0,0 1-32 0,-1 0 0 15,2 1-288-15,0 0-64 0,-1 0-16 0,2 1 0 16,-6-4-144-16,0 0-16 0,0 0-16 0,0 0 0 15,28 37-96-15,-28-37-16 0,0 0 0 0,16 38 0 16,-16-38-128-16,0 0-128 16,19 55 144-16,-19-55-144 0,9 44 0 0,-9-44 128 0,7 48-128 0,-7-48 0 0,7 40 0 0,-7-40 0 15,0 0 0-15,10 45 0 0,-10-45 0 0,0 0 0 16,0 0 0-16,0 0 0 0,19 38 128 0,-16-35-128 16,1-1 0-16,0-4 0 0,0 0 256 0,0-3-64 15,2 0 0-15,-1-3 0 0,3-3 576 0,-1-1 128 16,0 0 0-16,-1-2 16 0,1 0-432 0,-1-1-96 15,2-3 0-15,0-2-16 0,0-1-160 0,0 0-16 16,0-1-16-16,-1 1 0 0,1 4-176 0,-2 1 128 16,1 0-128-16,-2 2 128 0,1 1-128 0,-1 2 0 15,-1 2 0-15,0 1 0 0,-2 3-192 0,0 0-32 16,0 3 0-16,1-1-17696 0</inkml:trace>
  <inkml:trace contextRef="#ctx0" brushRef="#br0" timeOffset="164194.4">12243 11527 6447 0,'3'-7'128'0,"0"2"48"0,1 2 0 0,-2 0 16 0,0 2-192 0,-2-1 0 0,2-1 0 0,-1 0 0 0,2 0 1408 0,1-2 240 16,0 0 48-16,-2 2 16 0,-1 1 448 0,0 0 80 15,-1 1 32-15,-1 1 0 0,0 0-464 0,0 3-80 16,-2-2-32-16,0 2 0 0,-1 2-512 0,0 1-96 16,0 0-32-16,-1 1 0 15,2 3-416-15,-3-1-64 0,1 3-32 0,0 2 0 0,0 1-224 0,1 1-64 16,1 1 0-16,-1 4 0 0,1 0 16 0,3-21 0 16,-2 48 0-16,2-48 0 0,3 47 48 0,-3-47 0 15,9 45 0-15,-9-45 0 0,14 38-320 0,-14-38 128 16,0 0-128-16,24 41 0 0,-24-41 0 0,0 0 0 15,0 0 0-15,35 30 0 16,-35-30-528-16,0 0-176 16,0 0-16-16,0 0-14464 0</inkml:trace>
  <inkml:trace contextRef="#ctx0" brushRef="#br0" timeOffset="164414.59">12447 11612 5519 0,'0'-10'240'0,"0"6"64"0,0-1-304 0,1 3 0 0,-1-1 0 0,0 3 0 15,1 0 2048-15,-1 0 336 0,1 0 80 0,0 1 16 16,2 3 272-16,0 2 64 0,-3-6 16 0,0 0 0 16,0 0-752-16,23 38-160 0,-23-38-16 0,0 0-16 15,30 39-928-15,-30-39-176 0,0 0-32 0,34 43-16 16,-34-43-368-16,0 0-80 0,35 43-16 0,-35-43 0 16,0 0-272-16,30 44 0 0,-30-44 128 0,0 0-128 0,27 36 0 0,-27-36-256 15,0 0 64-15,0 0 0 16,0 0-1600-16,35 37-304 0,-35-37-64 0,0 0-6752 15,0 0-1360-15</inkml:trace>
  <inkml:trace contextRef="#ctx0" brushRef="#br0" timeOffset="164619.47">12740 11553 8287 0,'-3'-3'368'0,"1"1"80"0,1 2-448 0,-1 0 0 15,1 2 0-15,0-2 0 16,-2 3 2192-16,-2 5 368 0,0 1 64 0,-6 5 0 0,-2 4-80 0,-3 4-32 0,-1 4 0 0,-1-1 0 15,-1 1-880-15,0 1-176 0,0-1-48 0,0 0 0 16,3-2-352-16,0-4-80 0,2-3-16 0,3-3 0 16,1-3-512-16,1-2-128 0,2-2 0 15,1-1-16-15,3-1-464 0,1-4-96 0,1 1 0 0,2-5-10384 16,2 0-2080-16</inkml:trace>
  <inkml:trace contextRef="#ctx0" brushRef="#br0" timeOffset="164839.84">12525 11515 5519 0,'-6'-3'496'0,"2"0"-496"16,2 2 0-16,0-3 0 0,2 3 1712 0,0 1 240 16,0-3 48-16,0 1 16 0,0-2 448 0,0-3 96 15,3 2 0-15,0-2 16 0,3 3-592 0,0-1-112 16,4 2-16-16,1-2-16 15,1 5-240-15,1-2-64 16,2 2 0-16,-1-2 0 0,-14 2-784 0,32 2-176 16,-32-2-16-16,28 2-16 0,-28-2-544 0,0 0-144 15,41 8-16-15,-41-8-15760 0</inkml:trace>
  <inkml:trace contextRef="#ctx0" brushRef="#br0" timeOffset="165202.53">12994 11470 14559 0,'2'-4'320'0,"-1"3"64"0,1-1 0 0,-1-1 48 0,-1 3-432 0,1-2 0 15,0 2 0-15,2 0 0 0,0 0 3408 0,1 2 608 16,1 1 112-16,-5-3 32 0,0 0-1856 0,0 0-384 16,0 0-64-16,21 52 0 0,-21-52-1024 0,3 40-192 15,-3-40-32-15,-1 47-16 0,0-20-272 0,-1 1-64 16,-1 3-16-16,-2-3 0 0,1 3-240 0,-3-2 176 15,-1-2-176-15,-2-1 160 0,-1-1-160 0,-1-4 0 16,-1 0 0-16,-1-1 0 0,1-4 0 0,0-2 0 16,0-3 0-16,0-3-17584 0</inkml:trace>
  <inkml:trace contextRef="#ctx0" brushRef="#br0" timeOffset="165815.44">13294 11655 14735 0,'0'0'1312'0,"0"-2"-1056"15,1 2-256-15,0 0 0 0,0-1 1424 0,0 1 240 16,2-2 32-16,2 1 16 0,1 0-144 0,2-2-32 16,3 1 0-16,0 2 0 0,1-2-448 0,1 2-80 15,-13 0-32-15,0 0 0 0,36 7-336 0,-36-7-80 16,0 0-16-16,0 0 0 0,42 14 352 0,-42-14 80 15,0 0 16-15,0 0 0 16,0 0-2976-16,33 5-608 0</inkml:trace>
  <inkml:trace contextRef="#ctx0" brushRef="#br0" timeOffset="166007.34">13342 11747 11055 0,'-5'5'480'0,"2"-5"112"0,1 2-464 0,2 1-128 0,0-3 0 0,0 0 0 16,0 2 2320-16,1-2 448 0,1 3 96 0,2-1 16 16,1-1 0-16,1 0 0 0,3-1 0 0,2 0 0 15,-11 0-1328-15,24 0-256 0,-10-1-48 0,0 0-16 0,-14 1-656 0,25 0-128 16,-25 0-16-16,26 0-16 0,-26 0-560 0,23 0-112 16,-13 0-32-16,-10 0-16192 15</inkml:trace>
  <inkml:trace contextRef="#ctx0" brushRef="#br0" timeOffset="166883">13886 11570 9215 0,'-1'-3'816'0,"0"1"-656"16,1 1-160-16,0 0 0 0,0 1 1472 0,-1-1 272 15,1 0 48-15,-1-2 16 0,1-2 576 0,-1 2 112 16,1-1 32-16,-1 0 0 0,1 3-704 0,1-1-144 15,-1 1-16-15,0 1-16 0,1 0-656 0,-1 0-128 16,1 3-32-16,0 2 0 0,1 0-528 0,-1 6-112 16,-1-11-32-16,0 0 0 0,8 45-32 0,-8-45-128 15,9 45 192-15,-9-45-64 0,9 55-128 0,-9-55 0 0,14 57 0 0,-14-57 0 16,16 47 0-16,-16-47 0 16,0 0 0-16,26 43 0 0,-26-43 0 0,0 0 0 0,0 0 0 0,0 0 0 15,41 16 0-15,-34-16 160 0,-1-2-32 0,0 0-128 16,0 0 576-16,-2-4 0 0,0 2 0 0,1-3 0 15,-1 0 64-15,2 0 32 0,-2-2 0 0,1 1 0 16,1-4-288-16,-1 0-48 0,2 0-16 0,-2-2 0 16,2 2-176-16,-1-3-144 0,1 0 192 0,-1-2-192 15,3 0 128-15,-2 1-128 0,-1 0 0 0,2-4 0 16,0-4 0-16,3-4 0 0,1 2 0 0,-1 1 0 31,1 5-832-31,-2 3-128 0,-2 3-32 0,-1 7-10560 0,-2 4-2112 0</inkml:trace>
  <inkml:trace contextRef="#ctx0" brushRef="#br0" timeOffset="167138.31">14284 11536 1839 0,'6'-6'160'16,"-4"3"-160"-16,1 0 0 0,0 1 0 0,-2 0 1856 0,0-1 352 16,1 1 64-16,-1-3 16 0,3 1 608 0,0-4 128 15,0 2 32-15,-2 1 0 0,0 2-784 0,-2 1-160 16,-1 2-16-16,0 0-16 0,0 2-800 0,-3 0-144 15,0 4-48-15,-1 0 0 0,0 4-640 0,-2 0-128 16,1 2-16-16,-1 2-16 0,1 2-16 0,0 0 0 16,2-1 0-16,-1 4 0 0,0 0-96 0,2 2-32 15,0 1 0-15,3-22 0 0,-1 41-144 0,1-41 160 16,4 39-160-16,-4-39 160 0,7 38-160 0,-7-38 0 0,0 0 0 0,17 45 0 0,-17-45-256 0,0 0-96 31,0 0-16-31,28 38 0 16,-28-38-2240-16,0 0-448 0</inkml:trace>
  <inkml:trace contextRef="#ctx0" brushRef="#br0" timeOffset="167361.29">14448 11555 9215 0,'-1'-2'816'0,"1"2"-656"0,0 0-160 0,0 0 0 15,0 0 2128-15,1 2 400 0,-1-1 80 0,1 3 16 16,-1-4 336-16,0 0 80 0,0 0 16 0,0 0 0 15,25 45-1472-15,-25-45-304 0,0 0-48 0,35 41-16 16,-35-41-576-16,0 0-128 0,43 44-32 0,-43-44 0 0,0 0-352 0,37 46-128 16,-37-46 0-16,0 0 0 15,31 38-528-15,-31-38-208 0,0 0-32 0,0 0-16 16,34 30-1392-16,-34-30-256 0,0 0-64 0,0 0-9696 16</inkml:trace>
  <inkml:trace contextRef="#ctx0" brushRef="#br0" timeOffset="167546.84">14673 11512 5519 0,'-7'3'496'0,"2"0"-496"0,0 1 0 15,2-1 0-15,0 1 1744 0,-1 1 256 0,-1 2 48 0,-3 2 16 16,-5 8 544-16,-5 7 96 0,-4 5 32 16,-1 1 0-16,1-1-832 0,2-1-176 0,0-2-16 0,4-2-16 15,3-5-736-15,1-1-160 0,3-5-32 0,2-2 0 31,3-1-1120-31,1-5-224 0,3 0-64 0,0-3-12800 0</inkml:trace>
  <inkml:trace contextRef="#ctx0" brushRef="#br0" timeOffset="167767.81">14716 11522 11055 0,'9'-4'976'0,"-6"1"-784"16,2 0-192-16,1 1 0 0,-2 1 2000 0,-3 1 368 15,3 0 64-15,5-1 0 0,3 1 48 0,3 0 0 16,-15 0 0-16,32 7 0 0,-32-7-1520 0,0 0-288 16,40 26-64-16,-40-26-16 0,0 0-16 0,27 40 0 15,-27-40 0-15,0 0 0 0,17 51-128 0,-17-51-16 16,6 37-16-16,-6-37 0 0,2 43-128 0,-2-43-32 16,-6 35 0-16,-1-18 0 0,1-3-256 0,-3 0 160 15,0 0-160-15,-2-2-10464 16,-1 0-2176-16</inkml:trace>
  <inkml:trace contextRef="#ctx0" brushRef="#br0" timeOffset="168130.17">15085 11581 17503 0,'-1'0'768'0,"1"0"176"0,0 0-752 0,0 0-192 15,0 0 0-15,1 0 0 0,-1 0 1920 0,2 1 368 16,1 1 64-16,2-2 16 0,2 1-64 0,0 0-16 16,3-1 0-16,-1-1 0 0,2 0-1040 0,1-1-208 15,1 1-32-15,-1-1-16 0,0-1-480 0,-1 3-80 16,0 0-32-16,-1 0 0 0,-1 0-400 0,-1 0 0 0,1 1 0 0,-2 1-17408 16</inkml:trace>
  <inkml:trace contextRef="#ctx0" brushRef="#br0" timeOffset="168681.04">15543 11316 11967 0,'-1'-2'528'0,"0"1"112"0,1 1-512 0,-1-1-128 0,1 1 0 0,0 0 0 0,0 0 1856 0,-1 0 352 0,1 0 64 0,0 0 16 16,0 1 224-16,1-1 48 0,0 1 16 0,0 1 0 31,0-2-1056-31,2 2-224 0,0 0-32 0,0 1-16 0,-3-3-384 0,0 0-80 0,0 0-16 0,0 0 0 16,0 0-384-16,29 33-64 0,-29-33-32 0,0 0 0 16,0 0-144-16,26 48-16 0,-26-48-128 0,0 0 192 15,14 47-192-15,-14-47 128 0,0 0-128 0,11 47 0 16,-11-47 0-16,0 0 128 0,11 40-128 0,-11-40 0 0,0 0 0 15,0 0 0-15,0 0 0 0,0 0 0 16,25 36 0-16,-21-36 0 0,3-4 0 0,-1-2 0 16,3-2 400-16,0-2-16 0,0-2 0 0,1-2 0 0,-1 0-48 0,2-6-16 15,0 2 0-15,1-5 0 16,0 0-192-16,-2 0-128 0,1-1 160 0,-1 3-160 0,-1-3 128 0,-2 5-128 16,1 0 0-16,-3 3 0 0,0 4 0 0,-1 1 0 15,-1 3 0-15,-3 3 0 0,1 3 0 0,-2-1 0 16,1 3 0-16,-2 1 0 15,0 1-512-15,-1 2-128 0,1 1-48 0,-1 0-17008 0</inkml:trace>
  <inkml:trace contextRef="#ctx0" brushRef="#br0" timeOffset="168963.91">15954 11261 1839 0,'2'-2'160'0,"0"-1"-160"0,0 3 0 0,-1-2 0 0,-1 2 1344 0,1-2 256 0,1 0 32 0,1-1 16 16,2-2 720-16,-1 1 128 15,-2 1 48-15,0 1 0 0,-2 2-464 0,0 0-96 0,-2 3 0 0,-1 1-16 16,-1 3-368-16,-2 0-64 0,0 5 0 0,-1 0-16 16,0 2-240-16,0 3-32 0,0 4-16 0,2-2 0 15,5-19-672-15,-6 38-144 16,6-38-32-16,2 35 0 0,-2-35-192 0,0 0-64 0,12 44 0 0,-12-44 0 15,0 0-128-15,0 0 0 0,21 40 0 0,-21-40 128 0,0 0-128 16,0 0 0-16,0 0-192 0,38 23 192 16,-28-23-1888-16,-1-2-256 0</inkml:trace>
  <inkml:trace contextRef="#ctx0" brushRef="#br0" timeOffset="169184.15">16180 11238 6447 0,'-4'2'576'0,"1"0"-576"0,1 0 0 0,1 1 0 16,1-2 2256-16,0 1 352 0,-1 2 64 0,1 1 16 15,0-5 192-15,0 0 32 0,1 35 16 0,-1-35 0 16,0 0-960-16,12 44-192 0,-12-44-48 0,0 0 0 16,23 38-672-16,-23-38-144 0,0 0-16 0,29 37-16 15,-29-37-560-15,0 0-128 0,32 33 0 0,-32-33-16 16,0 0-176-16,0 0 0 0,32 40 0 0,-32-40 0 31,0 0-640-31,0 0-128 0,0 0 0 0,0 0-9616 0,34 26-1920 0</inkml:trace>
  <inkml:trace contextRef="#ctx0" brushRef="#br0" timeOffset="169357.56">16361 11244 5519 0,'-2'0'496'0,"0"0"-496"16,1 0 0-16,-1 1 0 0,0 1 2208 0,-1-1 352 15,1 3 64-15,-3 0 0 0,-2 2-128 0,-6 6-16 16,-4 4-16-16,-4 2 0 0,-3 4-1056 0,0 0-192 16,-1 1-64-16,1 1 0 0,2-3-208 0,1-1-48 15,4-2-16-15,2-4 0 0,4 0-464 0,2-3-96 16,2 0 0-16,2-4-9760 16,3 0-1952-16</inkml:trace>
  <inkml:trace contextRef="#ctx0" brushRef="#br0" timeOffset="169578.94">16447 11214 11055 0,'7'-2'976'0,"-3"-1"-784"0,-1 0-192 0,-1 3 0 16,0 0 2816-16,0 0 528 0,1 0 112 0,1 1 0 16,-4-1-720-16,0 0-160 0,0 0-16 0,33 24-16 15,-33-24-1904-15,0 0-384 0,19 40-80 0,-19-40-16 16,0 0-160-16,9 57 0 0,-9-57 0 0,2 40 0 15,-2-40 0-15,-2 42 0 0,2-42 0 0,-6 38 0 16,6-38-336-16,-9 31 0 0,3-18 0 0,-3-1 0 16,1-1-1184-16,-2-2-224 0</inkml:trace>
  <inkml:trace contextRef="#ctx0" brushRef="#br0" timeOffset="170019.12">15477 11688 6271 0,'-5'0'128'0,"0"0"48"0,2 2 0 0,1-2 0 0,1 0-176 0,-2 1 0 0,1 1 0 0,-1-2 0 15,0 2 1760-15,-2 1 320 0,0 1 64 0,0-2 16 16,1 1-192-16,2 0-48 0,2 0 0 0,1-2 0 16,2 1-496-16,2-2-96 0,1 0-32 0,3-2 0 15,-9 2-96-15,27-1-32 0,-9-2 0 0,1 0 0 16,3 0-160-16,4 0-48 0,3 0 0 0,6-2 0 0,2 0-240 0,4 1-48 15,2-2-16-15,5-1 0 0,6 0-384 16,3-2-80-16,2 0 0 0,-1 1-16 0,-2-2-176 0,3 1 192 16,4 0-192-16,-3-1 192 0,-2 3-192 0,-3-2 0 15,-4-2 0-15,-6 1 0 0,-6 5 0 16,-3-3 0-16,-5 5 0 0,-3-1 0 0,-5 2-160 0,-3 2 160 16,-20 0-208-16,29-2 80 15,-29 2-752-15,0 0-144 0,0 0-16 0,0 0-13952 0</inkml:trace>
  <inkml:trace contextRef="#ctx0" brushRef="#br0" timeOffset="170553.73">16001 11811 2751 0,'-7'-2'256'0,"3"2"-256"0,2 0 0 0,-1 0 0 0,1 2 1984 0,0-2 336 15,0 1 80-15,-1 3 16 16,-3-2 784-16,-1 6 176 0,-2-1 16 0,1 4 16 0,1 1-1104 0,-1 0-208 15,1 5-48-15,-2-1-16 16,2 3-864-16,0 3-160 0,-2 1-48 0,2 1 0 0,-2-2-256 0,1 1-64 16,1 1-16-16,1-5 0 0,1 0-432 0,5-19-64 15,-6 28-128-15,6-28 176 0,0 0-176 0,0 0-272 16,0 0 64-16,0 0 16 16,0 0-512-16,0 0-80 0,0 0-32 0,20-9 0 15,-13-6-160-15,0-1-48 0,1-3 0 0,-3 0 0 16,0 3-16-16,-1-1-16 0,-1 0 0 0,-1 3 0 0,1-3 1056 0,-2 1 384 0,1 1-16 0,0 1 0 15,-1 0 816-15,2 2 160 0,-1 1 48 0,1 3 0 16,1 1-288-16,-2 1-48 0,2 1-16 0,1 2 0 16,0 1-16-16,1-1-16 0,1 1 0 0,0 2 0 15,-7 0-480-15,0 0-80 0,26 0-32 0,-26 0 0 16,0 0-208-16,0 0-32 0,40 17-16 0,-40-17 0 16,0 0-160-16,0 0 0 0,32 42 0 0,-32-42 0 15,0 0 0-15,16 50 0 0,-16-50 0 0,5 36 0 0,-5-36 0 0,3 33 0 16,-3-33 0-16,0 31 0 0,0-31 0 0,0 0-176 15,4 32 48-15,-4-32-18304 16</inkml:trace>
  <inkml:trace contextRef="#ctx0" brushRef="#br0" timeOffset="171122.94">16937 11663 8287 0,'-1'-1'736'0,"0"-1"-592"0,1 0-144 0,-1 1 0 0,1-1 768 0,-1-1 112 0,0 1 16 0,0-2 16 31,-1-2 384-31,0 2 80 0,0-1 16 0,1 0 0 16,0 3 80-16,1 0 0 0,0 2 16 0,1 0 0 15,0 0-256-15,2 2-48 0,0-2-16 0,1 2 0 16,1 1 0-16,-5-3 0 0,0 0 0 0,0 0 0 16,38 11-272-16,-38-11-64 0,33 0-16 0,-15 0 0 15,3-2-272-15,-3 2-48 0,-2-1-16 0,1 0 0 16,-1-1-304-16,-1 2-176 0,-15 0 192 0,24-2-192 16,-15 2-1104-16,-4 0-336 15,-1 2-64-15,-2 0-12704 0</inkml:trace>
  <inkml:trace contextRef="#ctx0" brushRef="#br0" timeOffset="171327.47">16977 11752 8463 0,'-3'0'176'0,"2"0"32"0,-1 0 16 0,1 0 32 0,1 0-256 0,0 0 0 16,0 0 0-16,0 0 0 0,0 0 3216 0,0 2 592 15,1-2 112-15,0 0 32 0,1 1-960 0,1 1-192 16,1-2-48-16,2 2 0 0,-6-2-1360 0,0 0-288 15,0 0-48-15,33 3-16 0,-33-3-528 0,25-3-128 16,-25 3 0-16,27-4-16 0,-27 4-240 0,28-1-128 0,-28 1 128 0,25-2-11328 16,-25 2-2240-16</inkml:trace>
  <inkml:trace contextRef="#ctx0" brushRef="#br0" timeOffset="174019.44">17421 11638 5519 0,'-1'-2'496'0,"0"0"-496"16,1 2 0-16,0-3 0 0,-1 3 1344 0,1-3 192 15,-1 1 16-15,0-4 16 0,-1-2 560 0,1 1 112 16,1-2 32-16,0-1 0 0,1 3-160 0,1 1-16 16,0 0-16-16,0 1 0 0,1 1-384 0,0 1-80 15,1-1-16-15,0 1 0 0,-1 2-656 0,0 0-144 16,1-1-32-16,-1 2 0 0,1-1-256 0,-1 2-48 15,1 1-16-15,-1-1 0 0,2 2-144 0,0 2-48 0,-5-5 0 16,0 0 0-16,0 0-256 0,0 0 160 0,23 44-160 0,-23-44 128 16,0 0-128-16,13 44 0 15,-13-44 0-15,5 40 0 0,-5-40 0 0,4 43 0 0,-4-43 0 0,-1 43 0 16,1-43 0-16,-3 43 0 0,1-23 0 0,-1 0 0 16,0-4 0-16,-1-2 0 0,2-2 0 0,0-2 0 15,0-3 0-15,0 0 0 0,1-4 0 0,0 1 0 16,0-1 0-16,1-3 0 0,0 0 0 0,-1-2 0 15,0 1 0-15,-1-4 128 0,2 1-128 0,-2-1 0 16,0-2 0-16,-1-1 128 0,-1-1-128 0,0-2 0 16,-2 1 0-16,0-2 0 0,-2-1 128 0,0 0-128 0,-2-1 0 0,-1-3 0 15,-1-2 0-15,0 1 0 0,2 0 0 0,1 2 0 16,1 0 0-16,2 4 0 0,2 0-144 0,1 0 144 16,3 1 0-16,0 1 0 0,2 2 0 0,1 1 0 15,2 0 0-15,1 0 0 0,3 0 0 0,2 1 0 16,2-3 0-16,1 1 0 0,0-1 0 0,2 0 0 15,0 0 176-15,0 0-176 0,0-2 256 0,-2 2-48 16,1 0-16-16,-2 0 0 0,1-1-192 0,-1 3 0 16,0 0 128-16,-2-2-128 0,-2 5 0 0,-1 0 0 15,0 0 0-15,-1 1 0 0,-1 1 0 0,0 0 0 16,-1 0 0-16,0 1 0 0,0-1-256 0,-1 0-32 16,0 2-16-16,-1-1 0 15,0 2-1984-15,0 1-400 0</inkml:trace>
  <inkml:trace contextRef="#ctx0" brushRef="#br0" timeOffset="174456.97">17701 11242 7135 0,'-4'-2'144'0,"1"2"48"0,0-2 0 0,1 2 16 0,2 0-208 0,0 0 0 15,0 0 0-15,-2-2 0 0,0 2 2720 0,0-1 496 16,1 1 112-16,0 0 0 0,1 0-384 0,1 0-96 16,3 0-16-16,-1-2 0 0,4 2-1120 0,-1 0-240 15,3 0-32-15,0 2-16 0,0-1-848 0,-9-1-192 16,0 0-16-16,34 8-16 0,-34-8-160 0,0 0-16 15,0 0-16-15,39 29 0 0,-39-29-160 0,0 0 0 0,0 0 0 16,0 0 128-16,22 40-128 0,-22-33 0 0,-2 1 0 0,-1-2 0 16,-1 2 0-16,-2-1 0 0,0-1 0 0,-2 0 128 15,1-1-128-15,-2-1 0 0,2 1 0 0,1 0 0 16,-1-4 0-16,1 0 0 0,2-1 0 0,0 0 0 16,1 0 0-16,2-1 0 0,0 0 0 0,1-3 0 15,2 3 336-15,0-2-16 0,2 0 0 0,1 2 0 16,3-3 32-16,0 1 0 15,2 0 0-15,2 0 0 0,0 2-160 0,0-1-16 0,1 1-16 0,0 1 0 0,-13 0-160 0,27 3 0 16,-27-3 0-16,28 5 0 0,-28-5-224 0,0 0-128 16,44 14-32-16,-44-14-16864 15</inkml:trace>
  <inkml:trace contextRef="#ctx0" brushRef="#br0" timeOffset="179696.72">18725 11394 1839 0,'0'-4'160'0,"0"1"-160"0,0 1 0 0,0 1 0 0,1-1 688 0,-1 2 96 16,0-1 32-16,0 0 0 0,1-3 912 0,0 1 192 15,0 0 48-15,0 1 0 0,-1-2 16 0,1 3 0 16,0-1 0-16,-1 0 0 0,0 2-160 0,0-1-32 16,0 1 0-16,0 0 0 0,0 0-320 0,0 0-80 15,0 0-16-15,1 0 0 0,-1 0-384 0,1 0-80 0,0 0-16 0,0 0 0 16,0 0-320-16,1 0-64 0,1 0 0 0,-1 1-16 16,2 1-112-16,-2 0 0 0,2-1-16 0,0 1 0 15,0 1-96-15,-4-3-16 0,0 0 0 0,0 0 0 16,0 0-128-16,0 0-128 0,0 0 144 0,27 35-144 15,-27-35 128-15,0 0-128 0,0 0 0 0,0 0 0 16,16 42 128-16,-16-42-128 0,0 0 0 0,0 0 144 16,9 40-144-16,-9-40 0 0,0 0 0 0,0 0 0 0,4 36 0 0,-4-36 0 15,0 0 0-15,0 0 0 0,0 0 0 0,0 0 0 16,6 36 0-16,-6-32 0 0,-1-1 0 0,-1 0 0 16,1 1 0-16,-2-2 0 0,0 0 0 0,0 1 0 15,-1 0 128-15,-1 0-128 0,1 0 0 0,-2 0 0 16,2-1 0-16,-2 1 0 0,-1-1 0 0,2-1 0 15,-2 0 0-15,0-1 0 0,1 2 0 0,-2-4 0 16,1 2 0-16,-2-2 0 0,1-2 0 0,0 1 0 16,-1-2 0-16,1 1 0 0,0-2 0 0,-1 0 0 15,1-2 0-15,0-1 0 0,0 0 0 0,2-1 0 16,-1-2 0-16,2 2 0 0,0-2 0 0,1 1 128 16,1-1-128-16,2 0 128 0,1 3 48 0,-1-2 0 15,1 2 0-15,1 0 0 16,0 0-176-16,2-1 160 0,1-1-160 0,1 1 160 0,0-2-160 0,1 3 0 0,0-2 0 15,2 0 0-15,-1 0 128 0,2 1-128 0,0-1 0 0,0 1 128 16,1 0-128-16,0 3 0 0,1-2 0 0,1 1 0 16,1 1 128-16,0 0-128 0,0 2 0 15,1 0 128-15,0 1 64 0,1 0 0 0,1 3 0 0,-1-1 0 16,0 2-192-16,-15 0 192 0,26 3-192 0,-26-3 192 16,0 0-192-16,35 8 0 15,-35-8 144-15,0 0-144 0,0 0 0 0,0 0 0 0,34 17 0 0,-34-17 0 0,0 0 0 0,0 0 0 16,0 0 0-16,0 0 0 0,0 0 0 0,0 0 0 15,28 5-128-15,-25-7 128 16,-1-1-1504 0,1 1-224-16,0-1-32 0,1 1-14640 0</inkml:trace>
  <inkml:trace contextRef="#ctx0" brushRef="#br0" timeOffset="180123.22">19109 11119 4607 0,'-2'-2'400'0,"0"2"-400"0,2 0 0 0,0-1 0 15,0 1 2128-15,-1 0 352 0,0 0 64 0,-1-2 16 16,0 2 720-16,0-1 160 0,1 0 16 0,0 1 16 16,2 0-1104-16,0-2-240 0,2 4-32 0,1-2-16 15,0 0-992-15,1 1-192 0,0 0-32 0,0-1-16 16,1 2-528-16,-1 1-128 0,2-1 0 0,-7-2-16 15,0 0-176-15,0 0 0 0,0 0 0 0,0 0 0 32,0 0 0-32,29 33 0 0,-28-25 0 0,-1-4 0 0,-1 4 0 0,-1-4 0 0,-1 3 0 0,0-3 0 15,-1 2-144-15,-1-1 144 0,-2 1 0 0,1 0 0 16,-1-2-336-16,0 1 32 0,0 2 16 0,0-4 0 16,2 1 144-16,-1 1 144 15,1-3-208-15,1 3 80 0,0-2 128 0,0 1 0 16,2-2 0-16,1 3 0 0,0-2 0 0,0-1 0 15,1 0 0-15,2 3 0 0,0-2 0 0,3-1 0 16,2 0 0-16,0-2 128 0,0 0 144 0,4 0 48 16,0 0 0-16,2-2 0 0,-2 0-80 0,2-1-16 15,1 0 0-15,0 1 0 0,0 0-416 0,0 0-64 16,-1-1-32-16,-1 3 0 16,0 0-2080-16,-3 0-432 0</inkml:trace>
  <inkml:trace contextRef="#ctx0" brushRef="#br0" timeOffset="180582.8">18033 11678 20271 0,'-1'0'896'0,"1"-2"192"0,0 2-880 0,-1-1-208 16,1 1 0-16,0 0 0 0,1 0 1616 0,-1-1 288 15,1 1 48-15,0 0 16 0,2 0 64 0,0 0 16 16,3 1 0-16,-1 0 0 0,-5-1-960 0,0 0-192 16,27 2-48-16,-27-2 0 0,27 0-448 0,-11-2-80 15,0 2-32-15,2-2 0 0,2-1-128 0,-3 1-32 16,0-1 0-16,-1 1 0 0,-2 1-128 0,-14 1 0 15,23 0 144-15,-23 0-144 0,0 0 0 0,28 1 0 16,-28-1 0-16,0 0 0 16,0 0-1024-16,0 0-112 0,0 0-16 0,0 0-15152 0</inkml:trace>
  <inkml:trace contextRef="#ctx0" brushRef="#br0" timeOffset="180990.39">18611 11675 5519 0,'-6'3'0'0,"1"-3"224"0,1 1-64 15,1 1 32-15,1-2-192 0,0 0 0 0,-1 2 0 0,0-2 0 0,-3 1 1408 0,-1 1 240 16,-2 0 48-16,1-2 16 0,0 2 416 0,2-1 96 16,1 1 16-16,0 1 0 0,1-1-752 0,1 1-144 15,2 0-16-15,0 0-16 0,1-1-208 0,0-1-32 16,3 2-16-16,1-2 0 0,-4-1 16 0,0 0 0 16,0 0 0-16,36 3 0 0,-36-3-224 0,31-1-32 15,-13-1-16-15,4-2 0 0,2 1 16 0,1-2 0 16,0 3 0-16,1-3 0 0,2 0-384 0,-1 1-80 15,1-1-16-15,-3 0 0 0,-1 3-336 0,-1-2 144 0,0 1-144 16,-2 0 0-16,-1 3 0 0,-3-2 0 0,-17 2 0 0,29 0 0 16,-29 0 0-16,21 0 0 0,-21 0 0 0,0 0 0 31,23 0-1280-31,-19 1-144 0,0 0-48 0,-3 1-14432 0</inkml:trace>
  <inkml:trace contextRef="#ctx0" brushRef="#br0" timeOffset="181516.01">18698 11830 8975 0,'-2'0'192'0,"1"-1"32"0,1 1 16 0,-1 0 32 0,1 0-272 0,0 0 0 16,0 0 0-16,0 0 0 0,0 1 2416 0,0 1 416 16,0-2 96-16,-1 3 16 0,2 0-672 0,-1 1-128 15,0 1-32-15,0 2 0 0,1-2-608 0,-1-5-128 16,0 0-32-16,0 0 0 0,4 45-576 0,-4-45-128 16,0 0-32-16,1 43 0 0,-1-43-320 0,-1 33-64 15,1-33-16-15,-4 33 0 0,4-33-208 0,-4 28 0 16,4-28 0-16,-4 21 0 0,3-12 0 0,0-3 0 15,0 1 0-15,0-5 0 0,1 1 0 0,-1-1 0 16,1-2-144-16,-1-3 144 16,1 1-512-16,0-2-16 0,0-3 0 0,0 0 0 15,1-1 64-15,-1-1 16 0,1-1 0 0,0-3 0 0,0 0 448 0,0-1 0 0,0 0 0 0,2-3 0 16,0 3 512-16,0-3 128 0,0-1 48 0,2 1 0 16,1 1 336-16,-2 3 64 0,3-1 0 0,0 2 16 15,0 3-464-15,0-1-80 0,1 1-32 0,1 2 0 16,0-1-160-16,0 2-48 0,2-2 0 0,-1 4 0 15,0 1-176-15,0 3-144 0,-10 0 192 0,0 0-192 16,0 0 176-16,35 15-176 0,-35-15 160 0,0 0-160 16,0 0 0-16,26 52 128 0,-26-52-128 0,8 38 0 15,-8-38 0-15,4 40 0 0,-4-40 0 0,3 38 0 0,-3-38 0 0,0 0 0 16,9 43 0-16,-9-43 0 0,0 0 0 16,0 0 0-16,15 37 0 0,-15-37 0 15,0 0-512 1,0 0-64-16,0 0 0 0,0 0-17200 0</inkml:trace>
  <inkml:trace contextRef="#ctx0" brushRef="#br0" timeOffset="181891.52">19288 11678 7887 0,'-2'0'336'0,"2"0"96"0,-2 0-432 0,1 0 0 0,0 0 0 0,1 0 0 16,0 0 1696-16,-1 0 256 0,1 0 48 0,-1 0 16 15,1 0 592-15,1-2 112 0,1 2 32 0,1-1 0 16,2 1-832-16,3-1-144 0,2 1-48 0,2-2 0 0,1 1-368 0,1 0-80 16,-14 1 0-16,33 0-16 0,-33 0-816 0,34 0-144 15,-34 0-48-15,32 2 0 0,-32-2-256 0,30 4 0 16,-30-4 0-16,0 0 0 0,33 3 0 0,-33-3-256 16,0 0 64-16,0 0-10592 15,27 4-2112-15</inkml:trace>
  <inkml:trace contextRef="#ctx0" brushRef="#br0" timeOffset="182095.61">19265 11818 13823 0,'0'0'1216'0,"1"0"-960"0,1-2-256 0,0 2 0 15,0 0 2704-15,0 0 496 0,3 0 112 0,2-2 16 16,4-1-144-16,3 1-32 0,0-1 0 0,3-1 0 15,1 0-1856-15,-2 0-368 0,1 1-80 0,0 0-16 16,0-2-512-16,-1 2-128 0,1-1 0 0,-1 1-16 16,-1 1-176-16,-2-1 0 0,-1 1 0 0,0 2-12128 31,-12 0-2336-31</inkml:trace>
  <inkml:trace contextRef="#ctx0" brushRef="#br0" timeOffset="184943.1">20024 11390 6447 0,'0'-1'576'0,"0"1"-576"0,1 0 0 0,-1-2 0 0,0 2 1120 0,1 0 112 16,0-2 32-16,-1 1 0 0,1-1 464 0,0 1 112 15,0 0 16-15,0-1 0 0,0 0-304 0,0 1-48 16,0 1-16-16,-1 1 0 0,1 1-400 0,-1 0-64 15,0-1-32-15,-1 2 0 0,1 2-192 0,-1 0-32 16,0 3-16-16,1-8 0 0,0 0-176 0,-5 40-16 16,5-40-16-16,-2 35 0 0,2-35-352 0,-3 41-192 15,3-41 192-15,-3 42-192 0,3-42 0 0,-2 38 0 16,2-38 0-16,0 0 0 0,0 43 0 0,0-43 0 0,0 0 0 16,0 0 0-16,3 35 0 0,-3-35 0 15,0 0 0-15,0 0 0 0,0 0 0 0,0 0 0 0,0 0 0 0,0 0 0 16,0 0 0-16,0 5-144 0,-2-10 144 0,0 1-192 15,1-2 192-15,-1 0 0 0,1-1 0 16,-1-1-128-16,0 0 272 0,0-1 64 0,0 0 16 0,0 0 0 16,1-3 352-16,-1 0 64 0,0 0 0 0,0 0 16 15,1-2-80-15,0 0-32 0,1 0 0 0,0 0 0 16,1 2-96-16,0 0-32 0,2 1 0 0,0 1 0 16,0 2-176-16,2 1-48 0,1 1 0 0,-1 2 0 0,2 0-192 0,-2 2 128 15,2-1-128-15,-1 1 0 0,2-1 0 0,-2 3 0 16,1-2 0-16,-1 1 0 0,1 0 0 0,-1 1 0 15,0-2 0-15,0 1 0 0,1-1 0 0,-2-1 128 16,2 1-128-16,-1 1 0 0,0 0 128 0,-2 1 0 16,1-2-128-16,0 4 192 0,-2-1 0 0,-3-1-16 15,0 0 0-15,0 0 0 0,0 0-176 0,14 39 0 16,-14-39 0-16,0 0 0 0,3 41 0 0,-3-41 0 16,-1 35 0-16,1-35 0 0,-2 34 0 0,2-34 0 15,-1 32 0-15,1-32 0 0,0 0 0 0,1 36 0 16,-1-36 0-16,0 0 0 0,0 0 0 0,0 0 0 15,0 0-192-15,0 0 192 16,0 0-1216-16,0 0-112 0,0 0-16 0,33 13-9472 0,-29-16-1904 16</inkml:trace>
  <inkml:trace contextRef="#ctx0" brushRef="#br0" timeOffset="185164.69">20268 11518 9215 0,'-3'2'400'0,"1"-2"96"0,1 0-496 0,0-2 0 15,0 2 0-15,1 0 0 0,-1 0 2256 0,1 0 368 0,-1 0 64 0,0 0 0 16,1 0 288-16,0 0 48 16,0 0 16-16,1 0 0 0,3 0-1184 0,1-1-256 0,0 1-32 0,3 0-16 0,-1 0-864 0,2-2-176 15,2 2-48-15,0-2 0 16,0 1-464-16,0 1 128 0,0-2-128 0,-1 2 0 0,1 0 0 0,0-1 0 16,-2 0 0-16,0-1 0 15,1 0-512-15,-2 1 16 0,0-1 0 0,0 1 0 16,-1-1-1552-16,0 0-320 0</inkml:trace>
  <inkml:trace contextRef="#ctx0" brushRef="#br0" timeOffset="185431.2">20614 11408 9215 0,'2'-4'400'0,"0"1"96"0,1 1-496 0,-2-1 0 0,-1 3 0 0,1-2 0 15,0 2 1936-15,1-2 304 0,0-1 48 0,1 1 16 16,2-3-32-16,-2 3 0 0,-1 0 0 0,1 0 0 31,-1 4-240-31,0 0-48 0,0 0-16 0,-1 3 0 0,-1-5-608 0,0 0-112 0,0 0-32 0,0 0 0 16,4 43-544-16,-4-43-112 0,0 0-32 0,2 36 0 16,-2-36-224-16,0 0-48 0,3 43-16 0,-3-43 0 15,0 0-240-15,4 42 0 0,-4-42 128 0,0 0-128 16,5 42-304-16,-5-42-96 15,0 0-32-15,0 0-16928 0</inkml:trace>
  <inkml:trace contextRef="#ctx0" brushRef="#br0" timeOffset="185840.41">19764 11849 8287 0,'7'-5'736'0,"-2"2"-592"0,1-1-144 0,-2 2 0 0,0 0 1008 0,-1 1 160 0,1 1 48 0,4-2 0 16,5-2 672-16,5 1 144 0,4-2 16 0,3 1 16 15,1 1-80-15,3 1-32 0,1-1 0 0,4 1 0 32,3 1-192-32,2 0-32 0,2-1-16 0,2-1 0 15,2-2-608-15,4 3-112 0,3-2-32 0,1-1 0 16,4 2-512-16,-2-2-128 0,-2 0 0 0,-1-1-16 0,-2 1-304 0,-1 0 0 15,-2-2 0-15,-2 2 0 0,0 1 0 0,-4-1 0 16,-4 2 0-16,-3 1 0 0,-3 0 0 0,-3 0 0 16,-4 1 0-16,-4 1 0 15,-20 0-480-15,31 3-48 0,-31-3-16 0,0 0-15680 16</inkml:trace>
  <inkml:trace contextRef="#ctx0" brushRef="#br0" timeOffset="186736.91">20375 11920 10239 0,'-2'-2'224'0,"1"0"48"0,0 0 16 0,0 1 0 0,1 1-288 0,0-2 0 0,-1 2 0 0,0-2 0 16,0 1 2208-16,0-2 384 0,0 0 80 0,0 0 16 15,0 1-608-15,0 1-112 0,1 1-32 0,-1 0 0 16,1 0-592-16,0 0-128 0,1 1-32 0,-1 2 0 16,1 1-400-16,0 0-80 0,0 1 0 0,-1-5-16 15,0 0-112-15,0 0-32 0,0 0 0 0,1 44 0 16,-1-44-192-16,-3 27-32 0,3-27-16 0,-5 31 0 15,0-16-96-15,0 1-16 0,1 0 0 0,-3 1 0 16,2-2-192-16,-2 1 0 0,2-2 0 0,5-14 0 0,-8 24 0 0,5-16 0 16,2 0 0-16,-1-3 0 0,2-2 0 0,0-1 0 15,0-2 0-15,1-1 0 0,0-2 0 0,1-3 0 16,1 0 0-16,1-4 0 0,0-2-288 0,0 0 48 16,1 0 16-16,-2-2 0 0,-1 2 224 0,1-2 0 15,-2 0-160-15,-1 0 160 0,0 0 0 0,0 0 0 16,-1 1 0-16,1-1 0 0,0 5 256 0,-1-2 0 15,2 2 16-15,-1 1 0 0,0 2 64 0,1 2 16 16,1-1 0-16,0 2 0 0,1 1-80 0,-1 0-16 16,3 2 0-16,0-2 0 0,1 0-128 0,1 1-128 0,1-1 192 15,0 1-192-15,2-1 176 0,-1 2-176 0,2-2 160 0,0 2-160 16,0-2 128-16,1 0-128 0,-1 1 0 0,-11 1 0 16,22-2 128-16,-22 2-128 0,0 0 0 0,0 0 144 15,33 9-144-15,-33-9 0 0,0 0 0 0,0 0 0 16,0 0 0-16,22 41 0 0,-22-41 0 0,0 0 0 15,3 42 0-15,-3-42 0 0,-2 33 0 0,2-33 0 16,-2 31 0-16,2-31 0 0,0 0 0 0,1 39 0 16,-1-39 0-16,0 0 0 0,0 0 0 0,12 35 0 15,-12-35 0-15,0 0 0 0,0 0 0 0,0 0 0 16,0 0-992 0,0 0-224-16,31 9-64 0,-25-11-15408 0</inkml:trace>
  <inkml:trace contextRef="#ctx0" brushRef="#br0" timeOffset="187665.51">21314 11681 11055 0,'1'-2'976'0,"0"1"-784"0,-1-1-192 0,0 2 0 16,1 0 1472-16,-1 0 240 0,0-1 48 0,1-2 16 16,2 0 464-16,1 0 80 0,0-1 32 0,0 0 0 15,1 1-352-15,0 0-64 0,0 1-16 0,0 0 0 16,1-1-672-16,1 3-144 0,-1-2-16 0,2 2-16 0,-2 0-464 0,0 2-96 15,-6-2 0-15,0 0-16 0,0 0-240 0,0 0-64 16,35 17 0-16,-35-17 0 0,0 0-32 0,0 0-16 16,0 0 0-16,31 40 0 0,-31-40-144 0,0 0 0 15,0 0 0-15,19 48 128 0,-19-48-128 0,0 0 0 16,10 41 0-16,-10-41 0 0,0 0 0 16,5 41 0-16,-5-41 0 0,0 0 0 0,0 0 0 0,1 41 0 15,-1-41 0-15,0 0 0 0,0 0 0 0,-4 27 0 16,2-23 0-16,0 0 0 0,1-1 0 0,-1-3 0 15,-1 2 0-15,-1-2 0 0,1 0 0 0,-1-2 0 16,0 2 0-16,-1-3 0 0,1 0 0 0,-2-2 0 16,1 1 0-16,-2 0 0 0,2-3 0 0,-3 1 0 0,2 0 0 15,-2-3 0-15,1 1 0 0,-2-3 0 0,-2 1 0 0,1-2 0 16,-1-2 0-16,1-1 0 0,0 1 0 0,-1-1 0 16,2 0-208-16,0 1 16 0,1 2 16 0,1 0 0 15,2 1 176-15,2 0 0 0,0 2-144 0,2 2 144 16,2-1 0-16,0 2 0 0,3-2 0 0,-1 2 0 15,4 0 0-15,-1-2 0 0,4 2 0 0,-1-1 0 16,2-2 192-16,1 1-32 0,1-1-16 0,-2 1 0 16,1 2-16-16,0-1 0 0,0-2 0 0,2 2 0 15,0-1-128-15,2 2 0 0,0 0 0 0,-1 0 128 16,2 3-128-16,-1 0 0 0,1 1 0 0,-2 0 0 16,2 2 0-16,-3 0 0 0,-1 0 0 0,-13 0 0 15,0 0 0-15,28 2 0 0,-22 0 0 0,1-2 0 0,-7 0 0 16,0 0 0-16,0 0 0 0,0 0-11904 15,0 0-2352-15</inkml:trace>
  <inkml:trace contextRef="#ctx0" brushRef="#br0" timeOffset="188126.63">21712 11318 4607 0,'-3'-1'192'0,"1"0"64"0,1 1-256 0,0-2 0 0,1 2 0 0,0-1 0 16,-1 1 2112-16,1-1 384 0,-1 0 80 0,0-1 16 16,1 1 336-16,-1 1 64 15,1-2 16-15,1 2 0 0,0-1-544 0,0 0-96 16,1 1-32-16,1 0 0 0,0-2-800 0,1 2-144 0,2-2-48 15,1 1 0-15,2 1-704 0,0-2-160 0,1 2-32 16,1 0 0-16,0 2-304 0,1-2-144 0,-12 0 128 0,25 5-128 16,-25-5 0-16,0 0 0 0,36 10 128 0,-36-10-128 15,0 0 0-15,0 0 0 0,31 20 0 0,-31-20 0 16,0 0 0-16,0 0 0 0,0 0 0 0,0 0 0 16,4 41 0-16,-9-34 0 0,-1 1 0 0,-2-1 0 15,-1 2 0-15,0-4 0 0,0 3 0 0,-2-2 0 16,3 1 0-16,-1-3 0 0,1 2 0 0,2-2 0 0,0-1 0 0,3 1 0 15,0-1 0-15,1-1 0 0,2 0 0 0,2-1 0 16,2 1 0-16,1-2 128 0,2 0 96 0,3 0 16 16,2-2 0-16,2 1 0 0,1 1-80 0,0-2-16 15,1 2 0-15,1-2 0 0,0 2-144 0,2-2 0 16,-1 1 0-16,-1 1 0 0,2-2 0 0,1 0-144 16</inkml:trace>
</inkml:ink>
</file>

<file path=ppt/ink/ink11.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0T09:22:13.808"/>
    </inkml:context>
    <inkml:brush xml:id="br0">
      <inkml:brushProperty name="width" value="0.05292" units="cm"/>
      <inkml:brushProperty name="height" value="0.05292" units="cm"/>
      <inkml:brushProperty name="color" value="#0070C0"/>
    </inkml:brush>
    <inkml:context xml:id="ctx1">
      <inkml:inkSource xml:id="inkSrc136">
        <inkml:traceFormat>
          <inkml:channel name="X" type="integer" max="27388" units="cm"/>
          <inkml:channel name="Y" type="integer" max="18258" units="cm"/>
          <inkml:channel name="T" type="integer" max="2.14748E9" units="dev"/>
        </inkml:traceFormat>
        <inkml:channelProperties>
          <inkml:channelProperty channel="X" name="resolution" value="1000.29218" units="1/cm"/>
          <inkml:channelProperty channel="Y" name="resolution" value="1000.43835" units="1/cm"/>
          <inkml:channelProperty channel="T" name="resolution" value="1" units="1/dev"/>
        </inkml:channelProperties>
      </inkml:inkSource>
      <inkml:timestamp xml:id="ts1" timeString="2023-10-10T09:24:45.929"/>
    </inkml:context>
  </inkml:definitions>
  <inkml:trace contextRef="#ctx0" brushRef="#br0">4778 6460 6959 0,'0'0'624'0,"0"0"-496"16,0 0-128-16,0 0 0 0</inkml:trace>
  <inkml:trace contextRef="#ctx0" brushRef="#br0" timeOffset="1446.78">4781 6380 6447 0,'0'-2'576'0,"0"1"-576"0,0-1 0 0,0 2 0 15,0 0 864-15,0 0 64 0,-1 0 16 0,1-1 0 16,0-1 336-16,-1 2 64 0,0-1 0 0,0 0 16 16,0 1-320-16,0 0-64 0,0 0-16 0,1 0 0 0,-1 0 160 15,1 0 32-15,0-2 0 0,0 2 0 16,0 0-448-16,0 0-96 0,1 2-16 0,-1-2 0 16,0 1-144-16,1 0-48 0,-1 2 0 0,0 0 0 0,1 1 176 0,-1-2 48 15,1 3 0-15,-1 2 0 0,0-7 1440 0,0 0 304 16,4 36 48-16,-4-36 16 15,4 30-2736-15,-4-30-528 0,4 36-128 0,-4-36 0 16,6 36 768-16,-6-36 192 0,0 0 0 0,10 44 0 0,-10-44 768 0,0 0 192 16,0 0 32-16,0 0 16 15,21 36-2464-15,-15-34-480 0,-1-2-112 0,1-2 0 0,0 0 1648 0,0-3 400 16,1-2 0-16,-1-2 0 0,1 2 144 0,-1-3 80 16,0 0 16-16,-1-2 0 0,0 3-112 0,-1-3 0 0,-1 0-128 15,1 3 192-15,-1-3-192 0,-1 2 0 0,-1 1 0 16,0 0 0-16,0 1 0 0,0 1 0 0,-1 0 0 0,0 0 0 15,0 1 0-15,-1 0 128 0,0-1-128 0,0 0 0 16,0 2 0-16,1-1 144 0,0 0-144 0,-1 2 128 16,0 1 272-16,-1-2 48 0,2 2 16 0,-1 2 0 15,0-1-272-15,1 2-64 0,-1 2-128 0,1-2 192 16,-1 1-192-16,0 0 0 0,0 2 0 0,0 2 0 16,0-1 0-16,0 1 0 0,1 2 0 0,0-2 0 15,0 2 0-15,0 0 0 0,0 2 0 0,0 2 0 16,0-11 0-16,0 0 0 0,4 41 0 0,-4-41 0 15,3 34 0-15,-3-34 0 0,2 40 0 0,-2-40 0 16,1 43 0-16,-1-43 0 0,1 40 0 0,-1-20 0 16,0-2 0-16,0-1 0 0,0-17 0 0,0 31 0 0,0-31 0 0,-1 30 0 15,0-18 0-15,0 0 0 0,-1-2 0 0,0 1 0 16,-1-3 0-16,0-1 0 0,-1 0 640 16,-1-3 96-16,0 1 16 0,-2 0 0 0,0-3-240 0,-1 0-32 15,-3-2-16-15,1 0 0 0,0 0-48 0,-1-2-16 16,0 1 0-16,-1 0 0 0,-1-3 576 0,-1 1 112 15,1 0 32-15,1 1 0 16,1-2-1728-16,-1 1-352 0,2-2-64 0,0 0 0 16,3-2 800-16,-1 0 224 0,3 0 0 0,0-3 0 0,1-2-256 0,2-2 48 15,2 0 0-15,2-2-17104 0</inkml:trace>
  <inkml:trace contextRef="#ctx0" brushRef="#br0" timeOffset="1962.42">4747 6230 9215 0,'0'0'816'0,"-1"0"-656"15,0 0-160-15,0 0 0 0,1 0 816 0,0 0 128 0,-1-1 16 0,0 0 16 16,0 1 192-16,1-2 48 0,0 1 0 0,1-1 0 16,1-1-128-16,1 1-32 0,0 1 0 0,1 0 0 15,1-1 96-15,2 0 32 0,-1 1 0 0,3 1 0 16,0 0-144-16,0-2-16 0,2 1-16 0,-1 1 0 15,0-1-608-15,-1 1-112 0,1 0-32 0,-3 0 0 16,2 0-256-16,-2 0 0 0,-1 0 0 0,0 1 0 16,-1 0 0-16,1 1 0 0,-1-2 0 0,-1 0 0 15,1 1 0-15,-1-1-144 0,0 2 144 0,0 0-8800 16,0-2-1680-16</inkml:trace>
  <inkml:trace contextRef="#ctx0" brushRef="#br0" timeOffset="2545.01">5094 6476 7359 0,'1'0'656'0,"-1"0"-528"15,1 0-128-15,-1 0 0 0,1 0 1136 0,0 0 192 16,0-2 32-16,1 2 16 0,1-1 384 0,0 0 80 16,1-1 16-16,1 0 0 0,-1 1-272 0,1-1-48 15,0 2-16-15,2 0 0 0,-1 0-448 0,1 0-96 16,-1 0-16-16,1 0 0 0,0 0-384 0,1 2-64 16,-8-2-32-16,0 0 0 0,0 0-240 0,33 3-48 0,-25-3-16 0,1 0 0 15,-1 0-176-15,0-2 0 0,-1 2 0 0,0-1 0 16,0 1 0-16,-2 0 0 0,2-2 0 0,-2 2 0 15,0-2 0-15,-1 1 0 0,0-2 0 0,-1 2 0 32,0-2-1104-32,-1 1-112 0,-1 2 0 0,-1 0-10944 0</inkml:trace>
  <inkml:trace contextRef="#ctx0" brushRef="#br0" timeOffset="2813.54">5174 6558 6095 0,'-2'2'128'0,"1"-2"16"0,0 2 16 0,0-2 32 0,1 0-192 0,0 0 0 16,0 0 0-16,0 0 0 0,0 2 1856 0,0-1 336 15,1 1 64-15,0 0 16 0,0-1-272 16,2 1-48-16,-1-2-16 0,2 0 0 0,-2 0-272 0,2 0-48 16,1 0-16-16,0-2 0 0,0 1-400 0,0 1-96 15,2-2-16-15,0 0 0 16,0 1-288-16,0-1-64 0,2 2-16 0,-1-2 0 0,0 0-336 0,2 1-64 15,-1-1 0-15,0 2-16 0,-9 0-304 0,21-3 0 16,-21 3 0-16,0 0 0 0,31-3 0 0,-31 3 0 0,20-3 0 16,-20 3-15408-16</inkml:trace>
  <inkml:trace contextRef="#ctx0" brushRef="#br0" timeOffset="5534.72">5797 6296 2751 0,'2'0'256'0,"0"0"-256"0,1 0 0 0,-2-2 0 16,1 2 784-16,-1 0 112 0,4-1 32 0,2 0 0 15,3-2 224-15,1-1 64 16,1 1 0-16,1 1 0 0,-1 0-208 0,-1-1-48 0,1 1 0 16,0-1 0-16,-1 1 64 0,0 0 16 0,1-1 0 0,-3 1 0 31,1 0-208-31,-3 1-64 0,1-1 0 0,-3 1 0 0,0 1-448 0,0-1-112 0,-2 1-16 0,1 0 0 16,-1 0-192-16,-1 0 0 0,1 0 0 0,-3 0 0 31,2 1 0-31,0-1 0 0,-1 1 0 0,0-1-160 0,-1 2-128 0,0-2-32 0,0 3 0 0,-2-3-5680 15,1 2-1136-15</inkml:trace>
  <inkml:trace contextRef="#ctx0" brushRef="#br0" timeOffset="6100.31">5774 6339 5519 0,'-3'-4'240'0,"1"3"64"0,2-1-304 0,0 2 0 16,0 0 0-16,0-2 0 0,0 2 1136 0,0 0 160 15,0-3 48-15,0 1 0 0,1 2 384 0,0-3 64 16,1 3 32-16,0 0 0 0,1 3-304 0,0-1-64 16,0-1-16-16,1 3 0 0,0-2-480 0,1 3-112 15,1-2-16-15,0 0 0 0,0 0-480 0,-1 0-96 16,3-1-32-16,-1 1 0 0,2-1 96 0,-1 1 0 0,-8-3 16 0,0 0 0 15,0 0 48-15,0 0 0 0,42 14 0 0,-42-14 0 16,0 0-176-16,0 0-16 0,0 0-16 0,0 0 0 16,38 23-176-16,-35-18 0 0,-2 0 0 0,-1-1 0 15,-1 1 0-15,0 0 0 0,-3 0 0 16,-1 2 0-16,-1-2 0 0,-2 2 0 0,0-3 0 0,-1 4 0 16,-1-3 0-16,1 2 0 0,-1-1 0 0,-1 2 0 15,0-4 0-15,0 4 0 0,-1-3 0 0,1 2 0 16,2-3 0-16,-1 1 0 0,1 0 0 0,1 0 0 15,1-1 0-15,0 1 0 0,3-1 0 0,-1-1 0 16,1 0-128-16,2-1 128 0,1 0 0 0,1 0 0 16,0-2 0-16,0 1 0 0,1-1 0 0,1 0 0 0,0 0 0 15,2 0 0-15,0-1 0 0,-1 1 0 0,2 0 0 16,0-2 128-16,1 2-128 0,0 0 0 0,2-1 256 0,-1 1-16 16,2 0-16-16,0 0 0 0,0 0 288 0,1 0 48 15,-10 0 16-15,0 0 0 0,35 3-336 0,-35-3-64 16,0 0-16-16,36 0 0 0,-36 0-16 0,25 0 0 15,-25 0 0-15,23-2 0 0,-10 2 112 0,-1-2 0 16,0 0 16-16,0-1 0 0,-1 0 64 0,0 0 16 16,-2 0 0-16,-2 1 0 0,1 1-352 0,-3-1 144 0,0 0-144 0,-1 1 0 15,-2 1 0-15,0 0 0 0,-1 0 0 0,-2 1 0 32,1 1-464-32,-2-2-48 0,1 2-16 0,-2-1-14704 0</inkml:trace>
  <inkml:trace contextRef="#ctx0" brushRef="#br0" timeOffset="6668.27">5819 6310 1839 0,'-3'0'160'0,"1"-2"-160"0,0 2 0 0,1 0 0 16,0 0 800-16,0 0 128 0,-1 0 32 0,-3 0 0 16,0-1 192-16,0 0 64 15,-1 1 0-15,1-2 0 0,2 2 16 0,-1-3 16 16,2 3 0-16,0-2 0 0,1 0-192 0,1 1-32 0,1-1-16 0,-1 1 0 15,2 0-256-15,0-2-48 0,1 3-16 0,0-2 0 16,0-1-32-16,1 3 0 0,0 0 0 0,0-2 0 16,2 2 192-16,0-1 48 0,-1 2 0 0,2-1 0 15,-1 2 32-15,2-1 16 0,1 3 0 0,1-3 0 16,0 1-496-16,0 0-112 0,2-2-16 0,0 2 0 0,1-1-16 16,2-2-16-16,0 1 0 0,0-2 0 0,1 0 208 0,-2-1 32 15,0 1 16-15,-1-3 0 0,-1 3-288 0,-1-3-48 16,-1 0-16-16,-2 1 0 0,0 1-192 0,-3 1 0 15,-1 2 0-15,-3 0 0 0,-1 2-320 0,-3 1-48 16</inkml:trace>
  <inkml:trace contextRef="#ctx0" brushRef="#br0" timeOffset="7390.31">6229 6220 10127 0,'1'-2'448'0,"0"1"96"0,0 0-544 0,0 1 0 16,-1 0 0-16,0 1 0 0,1 0 1168 0,-1 1 128 15,2 3 32-15,0 0 0 0,0 5 80 0,0-1 32 16,-2-9 0-16,0 0 0 0,10 38-768 0,-10-38-160 15,0 0-16-15,14 40-16 0,-14-40 48 0,0 0 16 16,19 36 0-16,-19-36 0 0,0 0-112 0,0 0-32 16,0 0 0-16,30 35 0 0,-30-35-400 0,0 0 0 15,0 0 0-15,0 0 0 0,0 0 0 0,36 6 0 16,-31-9 0-16,1-2 0 0,-1-2-208 0,-1 0 80 0,1 0 128 16,-1 0-208-1,-1-1-1200-15,0-1-256 0,0 0-32 0,-1-1-16 16,0 1 176-16,-1 0 48 0,0 1 0 0,-2-2 0 0,0 1 1120 0,0 2 240 0,-1-3 128 0,1 3-160 15,-2-1 416-15,1 2 96 0,1 1 16 0,0 3 0 16,0 0 512-16,0-1 96 0,0 4 32 0,1 1 0 16,0 0 240-16,-1 0 48 0,1 3 16 0,0 1 0 15,0 2-224-15,1-1-64 0,-1-7 0 0,0 0 0 16,3 37-128-16,-3-37-16 0,0 0-16 16,5 44 0-16,-5-44-512 0,3 31-96 0,-3-31-32 0,2 33 0 0,-2-33-32 0,1 31 0 15,-1-31 0-15,-1 30 0 0,1-30 112 0,-4 27 16 16,1-13 0-16,0-2 0 0,-2 0 128 0,0-1 48 15,0-1 0-15,-1-2 0 0,1 0-16 0,-3 0 0 16,3-4 0-16,-1 1 0 0,0 0-224 0,-1-3-64 16,1 3 0-16,0-5 0 0,-1 1-192 0,1-1 0 15,0 0 0-15,0-1 0 0,-1-1 0 0,0 1 128 16,0-1-128-16,-2 0 0 0,2 0 0 0,-2-1 0 16,2 1 0-16,0-1 0 15,0 1 0-15,1 2 0 0,0 0 0 0,1 2 0 16,3-2-608-16,0 0-16 0,2 0 0 0,1 1-14784 0</inkml:trace>
  <inkml:trace contextRef="#ctx0" brushRef="#br0" timeOffset="7755.14">6467 6552 8287 0,'3'-3'368'0,"-1"0"80"0,1 0-448 0,-1 1 0 15,-1 1 0-15,0 1 0 0,0-2 1824 0,2 0 288 16,0-3 48-16,3 0 16 0,-1-2-240 0,1 0-32 16,0 1-16-16,-1 0 0 0,2 2-400 0,-2-1-80 15,2 0 0-15,-2 0-16 0,2 0-416 0,-2 2-80 16,2 0 0-16,-2-2-16 0,1 2-336 0,0-1-64 16,-1 1-16-16,1-1 0 0,-2 1-288 0,1 1-176 15,-1 0 192-15,-2 2-192 0,1-2 128 0,-2 2-128 16,1 2 0-16,-2 1 0 0,0 0 0 0,-1 5 0 15,-1-1 0-15,0 2 0 0,0 2 0 0,-1 2 0 16,1-1 0-16,-1 2 0 0,1 0 0 0,2-14 0 16,0 26 0-16,0-26 0 0,0 0 0 0,0 0 0 0,11 36 0 0,-11-36 0 15,0 0 0-15,0 0 0 0,0 0 0 16,36 13 0-16,-28-14 0 0,-1-1 0 0,3-1 0 0,-2-2 0 16,1 3 0-16,0-5 0 0,-2 2-128 0,0-2 128 15,-1 1 0-15,0 0-176 0,-3-1 176 0,-1-2-9792 16,-1 4-1872-16</inkml:trace>
  <inkml:trace contextRef="#ctx0" brushRef="#br0" timeOffset="7939.51">6598 6290 10127 0,'0'0'448'0,"0"0"96"0,0 0-544 0,0 2 0 15,1-2 0-15,-1 1 0 0,0 0 1792 0,2 2 256 16,0 1 64-16,1 2 0 0,1 0-448 0,-4-6-64 15,0 0-32-15,0 0 0 0,0 0-1088 0,0 0-224 16,40 35-32-16,-40-35-16 0,0 0-208 0,0 0 0 16,0 0 0-16,37 15-10752 0</inkml:trace>
  <inkml:trace contextRef="#ctx0" brushRef="#br0" timeOffset="8535.54">5696 6790 6447 0,'1'-2'272'0,"0"1"80"0,0-1-352 0,-1 2 0 16,0 0 0-16,0 0 0 0,0 0 944 0,0-2 112 15,1 1 32-15,-1 1 0 0,1-2-16 16,0 1 0-16,0 0 0 0,0-1 0 0,0 1-336 0,0 1-64 16,1-1-16-16,1 1 0 0,0 0 176 0,0 0 16 15,0 1 16-15,2-1 0 0,0 1 112 0,2-1 32 16,0 2 0-16,1-1 0 0,-2 0-112 0,3 1-32 16,0-2 0-16,-9 0 0 0,0 0-336 0,36 3-64 15,-36-3-16-15,30 0 0 0,-13 0 192 0,2-3 16 16,0 3 16-16,2-2 0 0,1 0 32 0,3-2 0 15,3 1 0-15,2 0 0 0,0-1-192 0,3-1-16 0,3 0-16 16,-1-2 0-16,-3 0-48 0,0-1-16 16,4 2 0-16,2-4 0 0,3 4-192 0,2 0-32 0,-2 4-16 15,-2-3 0-15,-1 0-176 0,-1 1 192 0,-1-1-192 16,-1-1 192-16,-2 3-192 0,0-3 128 0,0 3-128 0,-2 0 128 16,-2 0-128-16,-3 1 192 0,-1 0-192 0,-4 1 192 15,-2-1-192-15,-5 0 0 0,-2 0 0 0,-3 1 0 16,-2-1 0-16,-3 2 0 0,-2 0 0 0,-3-2 0 15,-1 1-512 1,-3 1-128-16,-1 0-16 0,-3 0-15472 0</inkml:trace>
  <inkml:trace contextRef="#ctx0" brushRef="#br0" timeOffset="9173.58">6170 6884 5519 0,'-4'0'496'0,"2"-2"-496"0,-1 2 0 0,1-1 0 16,1 1 1856-16,0 0 256 0,1 1 64 0,-2-1 16 15,0 2-288-15,-1 1-64 0,-1 0-16 0,0 2 0 16,1 1-928-16,1 3-176 0,0 1-32 0,1 3-16 16,-1 0-32-16,1 1 0 0,0 0 0 0,0-1 0 15,0 0-256-15,-1-1-64 0,2 0-16 0,-2 0 0 16,1-2-48-16,-1-1 0 0,1 0 0 0,0-1 0 15,0-3-32-15,-1 0-16 0,1-1 0 0,0-2 0 16,1-2-208-16,0 0 176 0,0 0-176 0,-1-2 160 16,0 0-160-16,1-3 160 0,-1 2-160 0,1-1 160 0,0-1-160 15,-1 0 0-15,1-1 0 0,0-2 0 16,-1 3 0-16,1-3 0 0,0 0 0 0,1 1 0 0,-1-1 0 0,0 0 0 16,1 0 0-16,0-2 0 15,0 3 0-15,0-2 0 0,0-1 128 0,2 1-128 16,1-1 640-16,0-1 64 0,1 1 0 0,1 0 0 0,-1 1-144 0,2 2-32 15,0-2 0-15,1 4 0 0,-2 0 16 0,2 0 0 16,-1 3 0-16,0 0 0 0,0-1 16 0,-1 3 0 16,2 0 0-16,-2 0 0 0,-6 0-224 0,0 0-32 15,0 0-16-15,0 0 0 0,0 0-288 0,38 29 0 0,-38-29 0 16,0 0 0-16,0 0 0 0,0 0 0 0,31 42 0 0,-31-42 0 16,0 0 0-16,0 0 0 0,17 45 0 0,-17-45 0 15,0 0 0-15,0 0 0 0,7 39 0 0,-6-32 0 16,0 2 0-16,-1-4 0 0,0 2 0 0,0-3 0 15,-1-1 0-15,0 0 0 0,0 1 0 0,0-3 0 16,-1 0 0-16,1-1 0 0,0-1 0 0,0 0-16720 16</inkml:trace>
  <inkml:trace contextRef="#ctx0" brushRef="#br0" timeOffset="11116.59">7184 6524 2751 0,'0'0'256'0,"-1"0"-256"16,1 0 0-16,0-1 0 0,0 0 1104 0,-1 1 176 15,1 0 48-15,-1-2 0 0,0 1 160 0,0-1 48 16,-1 2 0-16,1-3 0 0,0 3-256 0,1-2-64 16,0 2 0-16,0 0 0 0,1-1 224 0,0 1 32 15,1 1 16-15,1-1 0 0,0-1-400 0,0 1-96 16,3 0-16-16,0-1 0 0,1 1-176 0,1 0-32 15,2-2-16-15,1 2 0 0,0-2 96 0,0 1 32 16,2-2 0-16,-1 1 0 0,0 0-160 0,-1 2-16 16,-1-2-16-16,1 0 0 0,-1 1-336 0,-1-1-64 0,1 2-16 0,0-2 0 15,-2 1-272-15,-1 1 0 0,0 0 0 0,-1 0 0 16,-1 0 0-16,0 0 0 0,-2 0 0 0,0 0 0 31,-1 0-624-31,-1 1-16 0,-1 1-16 0,-1 0-9456 0,0 1-1904 0</inkml:trace>
  <inkml:trace contextRef="#ctx0" brushRef="#br0" timeOffset="11384.33">7242 6617 6447 0,'-2'2'272'0,"0"0"80"16,2-2-352-16,-1 0 0 0,1 0 0 0,0 0 0 0,0 1 1408 0,0-1 224 15,1 2 32-15,-1-2 16 0,3 0 544 0,0 0 96 16,1-2 32-16,0 1 0 0,2 1-352 0,0 0-64 16,0-2-16-16,1 0 0 0,2 1-656 0,-2-1-144 15,1 1-32-15,-1 0 0 0,1-1-256 0,2-1-64 16,-2 1-16-16,0 1 0 0,1-1-416 0,-1 0-80 16,0 0 0-16,2-1-16 0,-1-1-240 0,0 3 0 15,0-2 0-15,0 0 0 0,-1 0 0 0,1 0 0 16,-1 1-144-16,0 0 144 15,-1 2-1488-15,0-2-208 0</inkml:trace>
  <inkml:trace contextRef="#ctx0" brushRef="#br0" timeOffset="11858.31">8043 6173 3679 0,'0'-2'320'0,"0"0"-320"16,0 2 0-16,0 0 0 0,0 2 1472 0,0-2 208 15,-1 0 48-15,0 2 16 0,-1 1-96 0,-2 0-32 16,0 1 0-16,0 3 0 16,-1 0-464-16,0 0-112 0,-1 1-16 0,0 3 0 0,0-2-64 0,-1 1 0 15,0 2-16-15,1-2 0 0,0-1-192 0,-1 2-48 0,2-1 0 0,-1 2 0 16,1-2 144-16,1 1 32 16,1-4 0-16,1 3 0 0,2-3-224 0,0 0-32 15,0-7-16-15,0 0 0 0,0 0-464 0,0 0-144 0,0 0 0 0,0 0 0 16,40 31 0-16,-40-31 0 15,0 0 0-15,36 2 0 0,-23-4 176 0,2-1 80 0,1-1 0 0,-1 0 16 16,-2 0 208-16,0 1 32 0,1-2 16 0,-1 0 0 16,1 0-368-16,-2 0-160 0,0 0 128 0,-2 1-128 15,-1-1 0-15,0 0 0 0,-2 0 0 0,0 1 0 16,-1 1-384-16,-1-1-128 0,-2 1 0 16,-1 0-9168-16,0 1-1840 0</inkml:trace>
  <inkml:trace contextRef="#ctx0" brushRef="#br0" timeOffset="12094.23">8148 6230 6095 0,'-3'-2'128'0,"2"-1"16"0,0 1 16 0,0 0 32 0,0 2-192 0,0 0 0 16,0 0 0-16,0 2 0 16,-2-2 1696-16,0 2 288 0,1 1 64 0,-2 1 16 0,0 2-96 0,2 0-32 15,-1 4 0-15,0-1 0 0,0 1-400 0,0 1-96 0,0 2-16 0,0 1 0 16,-1 2-448-16,0-3-80 15,1 1-32-15,-1 0 0 16,1 0-448-16,0-2-96 0,-1-2 0 0,1 1-16 0,0-1-304 0,0 1 0 16,1-1 0-16,0-3 0 0,1 0 0 0,-1 0 0 15,2-2 0-15,-2-1 0 0,1 1 0 0,1-2 0 0,0-1-192 0,0 0 192 32,0-2-768-32,1 0-64 0</inkml:trace>
  <inkml:trace contextRef="#ctx0" brushRef="#br0" timeOffset="12692.21">8324 6259 11967 0,'4'-1'528'0,"-1"-1"112"0,1 0-512 0,-2 0-128 15,-1 2 0-15,1-2 0 0,1 1 1744 16,1-1 320-16,1-1 64 0,4-1 16 15,-1-3-544-15,0 2-96 0,2-2-32 0,-3 2 0 16,0-3-256-16,1 2-48 0,-2-2-16 0,1 0 0 0,-2 1-224 0,0-1-48 16,0 1-16-16,-2-1 0 0,0 2-256 0,-1-2-48 15,-1 2-16-15,-1-2 0 0,0 2-304 0,-1 0-64 16,-2 0-16-16,0 0 0 0,-2 0-160 0,-2 1 128 0,0 2-128 16,-1 2 128-16,-1 0-128 0,-1 2 0 15,0 2 0-15,-2 0 0 0,0 2 0 0,0 0-144 0,0 2 144 0,1 2 0 16,1-2-160-16,0 0 160 0,1 2-128 0,0 1 128 31,0 0 0-31,3-3 0 0,0 2 0 0,1 1-128 0,3-1 128 0,0-2 0 0,1 1 0 0,3-4 0 16,-2-4 0-16,0 0 0 0,0 0 0 0,0 0 0 15,0 0 0-15,36 15 0 0,-27-16 0 0,1 1 0 16,2-2 0-16,-2 1 0 16,1 0 0-16,-2-2 0 0,0 1 0 0,1 0 0 0,-1 1 0 0,-1-1 0 15,1 1 0-15,-3 0 0 16,0-1 0-16,-1 2 0 0,-1-2 0 0,0 2 0 15,-2 0 0-15,0 0 0 0,-1 0 0 16,-1 2 0-16,0-2 0 0,0 2 0 0,-1 0 0 0,-1 0 0 0,1 1 0 0,-1-1 128 0,-1 3-128 0,-1 0 0 16,1 0 0-16,0 1 0 15,0 0 0-15,0 0 0 16,0 4 0-16,-1-3 0 0,0 2 0 0,-1 0 128 16,1 2-128-16,-2-2 0 0,1 5 160 0,-2-2-32 15,2-2-128-15,-2 1 192 0,0 1 80 0,0 0 16 0,1-1 0 0,0-2 0 16,2 0-112-16,-1 0-32 0,0-1 0 0,2-2 0 15,1 0-144-15,0-1 0 0,1-1 0 0,1 0 128 16,0-3-128-16,1 1 0 0,0-2 0 0,1-2 0 16,-1 2 0-16,2-3-144 0,1 0 144 0,1-1 0 31,0-3-1280-31,1 2-160 0,0-2-32 0,2 0-13312 0</inkml:trace>
  <inkml:trace contextRef="#ctx0" brushRef="#br0" timeOffset="13259.82">8603 6142 4607 0,'0'-1'400'0,"-1"0"-400"16,1 1 0-16,0 0 0 0,0 0 1600 0,0 0 224 15,-1 1 48-15,0-1 16 0,1-1-224 0,-1 1-32 16,1 1-16-16,1-1 0 0,1 0 48 0,0 0 0 0,0 0 0 16,3-1 0-16,0 1-144 0,1-2-32 15,2 0 0-15,-1-1 0 0,0 0-592 0,2 1-112 0,-1 0-16 0,0-3-16 16,2 2-192-16,-2 0-48 0,0 0 0 0,0 0 0 15,0-2-48-15,1 3-16 0,-2 0 0 0,0-3 0 16,1 2-32-16,-2 0-16 0,2 0 0 0,-3 0 0 16,0 3-128-16,0-3-16 0,-2 3-16 0,2-2 0 15,-1 2-80-15,-1 0-16 0,0 0 0 0,0 0 0 16,0 2-144-16,-1-1 0 0,0 1 0 0,-1-1 128 16,0 3-128-16,0 0 0 0,-1 1 0 0,0 2 0 15,0-1 0-15,-1 2 0 0,-1 2 0 0,2-10 0 16,-3 22 0-16,0-10 0 0,-1 4 0 0,-1-2 0 0,1 3 0 15,-2 0 0-15,0 0 0 0,-2 1 0 0,2-1 0 0,-2 1 0 16,-3 4 0-16,0 0 0 16,1-1 0-16,0 0 0 0,0-2 0 0,0 0 0 0,1 2 0 0,1-4 0 15,0-1 0-15,2-2 0 0,1 0 0 0,0-2 0 16,2-3-144-16,0-1 144 0,0-2-224 0,1-2 16 16,1-1 0-16,1-1 0 15,-1-2-1216-15,1-3-240 0,1 1-64 0,-1-1-12848 16</inkml:trace>
  <inkml:trace contextRef="#ctx0" brushRef="#br0" timeOffset="13493.83">8591 6332 911 0,'-3'3'0'0,"1"-1"0"0,0 0 0 0,1-2 0 15,1 1 1520-15,0-1 208 0,1 0 64 0,0 2 0 16,0-2 656-16,1 2 144 0,2-2 32 0,2-2 0 15,1 0-256-15,3-1-64 0,0 0 0 0,1-1 0 16,2-1-192-16,0 0-64 0,2-2 0 0,1 1 0 16,-2 0-928-16,-1 1-192 0,0-2-32 0,0 2-16 15,-1 1-560-15,-1-1-128 0,0 0 0 0,-2 3-16 16,0-2-176-16,-1 1 0 0,-1 1 0 0,0 1 0 16,-1-1 0-16,0 0 0 0,-1 2 0 0,0 0-176 15,-1-2-1344-15,-1 4-272 0</inkml:trace>
  <inkml:trace contextRef="#ctx0" brushRef="#br0" timeOffset="13749.72">8886 6391 11055 0,'1'0'976'0,"0"-2"-784"0,0 2-192 0,-1 0 0 15,0 0 2320-15,1 0 432 0,0 0 64 0,0 2 32 16,2-2-96-16,-1 1 0 16,0 2-16-16,0 0 0 0,1 2-1440 0,-1 0-272 0,-2-5-64 0,0 0-16 15,0 0-496-15,0 0-80 0,0 0-32 0,0 0 0 16,13 38-208-16,-11-34-128 0,-1 1 128 0,0-2-128 16,0-1 0-16,-1-2 0 0,1 0-160 0,1 0-15760 15</inkml:trace>
  <inkml:trace contextRef="#ctx0" brushRef="#br0" timeOffset="14261.75">9087 6182 18431 0,'0'-2'816'0,"1"2"160"0,0-1-784 15,0 0-192-15,0 1 0 0,-1 0 0 0,0 0 1904 0,3-2 336 0,0 0 64 0,3 1 0 16,-1-3-448-16,2 3-112 16,-1-2-16-16,1 2 0 0,-1-2-640 0,2 3-144 0,-2 0-32 0,0 0 0 15,-6 0-368-15,0 0-80 0,0 0-16 0,0 0 0 16,0 0-256-16,38 19-48 0,-38-19-16 0,0 0 0 15,0 0-128-15,0 0 0 0,0 0 0 0,0 0 0 16,0 0 0-16,20 40 0 0,-21-34 0 0,-2 0 0 16,1-1 0-16,-4 2 0 0,1-1 0 0,-2 2 0 15,0 0 0-15,-1-1 0 0,-1 1 0 0,-1 0 0 16,3-1 0-16,0 1 0 0,-2-2 0 0,3 2 0 16,-2-1 0-16,3-2 0 0,0 0 0 0,1 0 0 0,2-1 0 0,1 0 0 15,1-1 0-15,0-3 0 0,2 2 0 0,0-2 0 16,3 0 0-16,2 0 0 0,2-2 0 0,2-1 0 15,2 1 0-15,1 0 128 0,1-3 320 0,0 1 48 16,1 1 16-16,1 1 0 16,0-1-272-16,0-1-48 0,2 3-16 0,-1-1 0 0,-1 2-176 0,0 0 0 15,-2 0 144-15,-1 0-144 0,2 2 0 0,-2-2 0 16,-1 0 0-16,-2 1 0 0,-11-1 0 0,0 0 0 16,25 4 0-16,-20-3 0 0,-1 1 0 0,-3-2 0 15,-1 2 0-15,-1-2 0 16,-2 2-1120-16,-2 1-240 0</inkml:trace>
  <inkml:trace contextRef="#ctx0" brushRef="#br0" timeOffset="14962.94">7761 6703 911 0,'-4'-1'0'0,"1"1"0"16,1-2 0-16,1 2 0 0,0 0 1024 0,0 0 112 15,1 0 16-15,-1 0 16 0,0 0 592 0,-1-2 112 16,0 2 32-16,1-1 0 0,1 1-48 0,0 0-16 0,1-2 0 0,0 2 0 15,2-2-288-15,-1 1-48 0,0 1-16 0,2 0 0 32,0 0-448-32,0 0-80 0,1 0-32 0,1 0 0 0,0 0-32 0,1 1-16 0,2-1 0 0,0 2 0 15,1-2-240-15,2 0-32 0,2 0-16 0,1 0 0 16,-1 0 80-16,3 0 16 0,-17 0 0 0,41 2 0 16,-21-2-304-16,0 0-48 0,2-2-16 0,0 0 0 15,2 1-64-15,0-3 0 0,-2 1-16 0,3-1 0 16,0 1-48-16,3 1 0 0,3 0 0 0,0-1 0 15,0 3 64-15,0-2 0 0,0 1 0 0,0 1 0 0,1-2-64 0,1-2 0 16,0-1 0-16,1-1 0 0,1 0-16 0,0 0-16 16,2-2 0-16,2 3 0 0,3-2-160 0,-1 1 192 15,0 0-192-15,0-3 192 0,-1-1-192 0,1 1 0 16,1 0 0-16,-1 1 128 0,1-4-128 0,-1 3 0 16,0 2 0-16,-3-3 0 0,-3 3 0 0,-2 0 0 31,0-1 0-31,0 2 0 0,1-2 0 0,1 2 0 15,0-2 0-15,-2 2 0 0,-2 0 0 0,-1 2 0 16,-2 1 0-16,-1-2 0 0,-3 3 0 0,0 0 0 16,-3-2 0-16,-2 3 0 0,-2-1 0 0,-2 0 0 0,-2 1 0 0,-4 1 0 15,-1 0 0-15,-3-1-192 0,-1 1 32 0,-3 1-17680 16</inkml:trace>
  <inkml:trace contextRef="#ctx0" brushRef="#br0" timeOffset="19147.14">8460 6821 4607 0,'0'-1'400'0,"0"-1"-400"16,0 1 0-16,-1 0 0 0,1 1 768 0,0 0 80 15,0 0 16-15,0 0 0 0,0-2 672 0,-1 1 128 16,1 1 16-16,-1 0 16 0,0 0 48 0,1 0 16 15,-1 0 0-15,0 1 0 0,0 1-256 0,0-1-48 16,1 0-16-16,-2 2 0 0,1 1-160 0,-1-1-48 16,0 1 0-16,-1 1 0 0,0 0-304 0,1-1-64 0,-2 4-16 0,0 1 0 15,1 0-320-15,-1-1-64 0,-1 2-16 16,0-1 0-16,0 2-160 0,-1 1-32 0,1-1-16 0,-1 0 0 16,2-1 16-16,0-1 0 0,1-1 0 15,0-2 0-15,1-1-16 0,1-1 0 0,0 1 0 0,1 0 0 16,0-3-240-16,1 0 128 0,0 1-128 0,0-2 0 15,0 1 0-15,1 0 0 0,1-1 0 0,1-1 0 16,-1 0 0-16,1 0 0 0,2 0 0 0,-1 1 0 16,0-1 160-16,0 0-160 0,1 2 160 0,0-2-160 15,1 3 192-15,0-1-64 0,0-1-128 0,0 3 192 16,1-2-192-16,-1 0 0 0,0 1 128 0,-1 2-128 0,1-3 0 16,-1 3 0-16,0-3 0 0,-2 2 0 0,0-1 0 0,1 2 0 15,-2 0 0-15,0-1 0 0,-1 0 0 0,0 1 0 16,0-2 0-16,-2 2 0 0,0 0 0 0,0-3 0 15,-1 3 0-15,-1-2 0 0,0 1 0 0,-2 1 0 16,0 0 0-16,-2-1 0 0,2 1 0 0,-1-2 0 16,0 1 128-16,0-1-128 0,-2 2 0 0,1-1 0 15,-2-1 0-15,0 2 0 0,0-1 0 0,0-2 0 16,1 1 0-16,-2-1 0 0,2-2 0 0,-1 1 0 16,0 1 0-16,1-2 0 0,0-2 0 0,1 1 0 15,0-1 0-15,1 0 0 0,0-1 0 0,0 3 0 16,1-2 0-16,-1-3 0 15,2 0-576-15,0 1 0 0,1-1 0 0,1 1-15744 0</inkml:trace>
  <inkml:trace contextRef="#ctx0" brushRef="#br0" timeOffset="19456.87">8424 6904 2751 0,'1'-3'256'0,"-1"0"-256"0,1 1 0 0,-1 0 0 16,1 2 1264-16,0-2 208 0,1 2 32 0,0-3 16 16,3-1 864-16,0 0 176 0,2 0 48 0,-1-1 0 15,3 1-288-15,-2-1-48 0,1 0-16 0,2 3 0 16,-1-3-400-16,1 0-96 0,0 3-16 0,0-2 0 16,1 1-496-16,-1 0-96 0,0 1-32 0,0 1 0 15,0 0-512-15,-2-1-96 0,0 0-32 0,0 1 0 16,-2 1-288-16,0-2-48 0,-1 2-16 0,0 0 0 15,-1-2-128-15,-1 2 0 0,1 0 0 0,-1 0 0 0,0 0 0 16,-2 0 0-16,2 0 0 0,-1 2 0 0,0-2-256 0,0 0 32 16,0 2 0-16,0-1-10944 15,-1 1-2192-15</inkml:trace>
  <inkml:trace contextRef="#ctx0" brushRef="#br0" timeOffset="19896.09">8881 6894 10127 0,'3'-5'448'0,"-1"1"96"0,-1 1-544 0,0 1 0 0,0 0 0 0,-1 2 0 15,0-1 1984-15,0 1 304 0,0-2 48 0,-1-1 16 16,1 0-368-16,-2 2-64 0,1-1 0 0,-1 2-16 15,-1 2-640-15,-1-1-128 0,1 2-32 0,0 0 0 16,-1 2-384-16,-1 0-80 0,1 2 0 0,-1 0-16 16,0 1-176-16,-2 1-16 0,2 0-16 0,-2 2 0 15,1-1-192-15,0 2-32 0,1 0-16 0,0 0 0 16,0 0-176-16,1-2 160 0,1 1-160 0,0-2 160 16,1 1 48-16,1-3 16 0,1 0 0 0,0-7 0 0,0 0 160 0,0 0 48 15,0 0 0-15,0 0 0 0,0 0-432 0,39 25 0 16,-30-26 128-16,1-2-128 0,0 1 144 0,0-3 0 15,1 1 0-15,1-1 0 0,2-2 272 0,-1-1 48 16,-1 2 16-16,-1-2 0 0,0 2-256 0,-1 0-48 16,0-2-16-16,-1 1 0 0,0-1-160 0,-2 1 160 15,-1-3-160-15,-2 3 160 0,-2 0-160 0,-2-3 0 16,-1 3 0-16,-2-2 128 0,0 2-128 0,-4-2 0 16,-1 1 0-16,-1 1 128 0,-1 1-128 0,0 0 0 15,0 2 0-15,-2 1 0 0,1 2 0 0,0 1 0 16,0 0 0-16,2 1 0 0,2 1 0 0,-1 1 0 0,2 2 0 0,-1 1 0 31,2 0-1264-31,-2 3-128 0</inkml:trace>
  <inkml:trace contextRef="#ctx0" brushRef="#br0" timeOffset="23294.96">9900 6531 911 0,'-4'-2'0'0,"2"2"0"0,0-2 0 0,0 1 0 0,1 1 816 0,0-2 80 16,1 2 0-16,-2-1 16 0,-1 0 560 0,1-2 128 15,-1 1 0-15,0-1 16 16,0 1 96-16,1 2 16 0,1 0 0 0,0 0 0 15,0 0-16-15,0 0 0 0,0 2 0 0,1-2 0 0,1 1-288 16,1 1-48-16,0 0-16 0,0-1 0 0,2-1-480 0,1 2-112 16,-5-2 0-16,0 0-16 0,0 0-208 0,30 0-32 15,-30 0-16-15,22-5 0 0,-22 5-16 0,22-5 0 16,-10 3 0-16,0 0 0 0,-1-1-16 0,0-2 0 16,-1 3 0-16,0-2 0 0,-1 3-256 0,-1-3-48 15,-1 3-16-15,-2-1 0 0,1 1-144 0,-1 0 0 0,-3 1 0 0,1 0 0 16,-2-2-128-16,0 2 128 0,-1 2-160 0,-1-2 160 31,-1 1-1664-31,0 0-256 0,1 1-32 0,-3 1-11776 0</inkml:trace>
  <inkml:trace contextRef="#ctx0" brushRef="#br0" timeOffset="23579.52">9884 6624 4607 0,'-3'2'192'0,"0"-2"64"0,1 0-256 0,0 0 0 16,2 0 0-16,-1 0 0 0,1 0 1632 0,-1 0 288 15,0 0 48-15,0 0 16 0,1 0 128 0,1 0 16 16,1 0 16-16,1 0 0 0,1 0-512 0,1 0-96 16,-5 0-32-16,0 0 0 0,23-5-192 0,-23 5-32 15,20-5-16-15,-9 2 0 0,-11 3-48 0,22-6-16 16,-10 3 0-16,-1-1 0 0,-1 2-400 0,-1-3-80 15,-1 3-16-15,1 1 0 0,-9 1-416 0,15-3-96 16,-10 2 0-16,0 1-16 0,-1-2-176 0,0 1 0 16,0 1 0-16,-2 0 0 15,0-2 0-15,-1 2 0 0,1-2-128 0,-1 2-10784 16,1-1-2144-16</inkml:trace>
  <inkml:trace contextRef="#ctx0" brushRef="#br0" timeOffset="24882.57">10540 6425 8287 0,'-1'2'736'0,"1"0"-592"0,0-1-144 0,-1 1 0 0,1-2 720 0,0 0 112 0,0 2 32 0,-1-2 0 15,1 2 1424-15,0-2 272 16,1 2 64-16,-1-1 16 0,2 1-704 0,-1-2-144 15,1 0-16-15,1-2-16 0,0 1-336 0,1-1-64 0,1-2-16 0,-1 1 0 0,3-2-272 16,-2 1-64-16,2-3-16 0,-2 2 0 16,2-2-496-16,-1 0-112 0,1-1 0 0,-2 0-16 0,-1 0-208 0,0 1-32 31,0 0-128-31,-2-1 192 0,-1 0 64 0,0 0 0 16,-1 3 0-16,-2-3 0 0,1 2-256 0,-3-1 176 15,-1 0-176-15,0 0 160 0,-2 2-160 0,-1-1 0 16,-1 1 0-16,0 0 0 0,0 4 192 0,0-1 0 15,-1 2 0-15,1 0 0 0,1 0-64 0,-1 2-128 0,1 1 192 0,0 4-64 16,-2-2-128-16,2 3 0 0,1-2 0 0,-2 2 0 16,2 3 0-16,0 1 0 0,1 2 0 15,-1 0 0-15,2 0 0 0,0 0 0 0,2 3 0 0,1-3 0 16,-1 3 0-16,3-17 0 0,0 26 0 0,0-26 0 16,0 0 0-16,0 0 0 0,12 38 0 0,-12-38 0 15,0 0 0-15,0 0 0 0,0 0 0 0,0 0 0 16,37 13 0-16,-30-14 0 0,1-4 0 0,0 1 0 15,0-1 0-15,-1 0 0 0,0 0 0 0,0-1 0 16,1-1 0-16,-1-1 0 0,0 2 0 0,-1 0 0 16,0-1 0-16,-1 2 0 0,0-1 0 0,-1 0 0 0,0 1 0 0,0 2 0 15,-3-1 0-15,1 0 0 0,0 3 0 0,-1-1 0 16,0 0 0-16,-1 2 0 0,1 0 0 0,-1 0 0 16,0 0 0-16,0 0 0 0,-1 2 0 0,0 1 0 15,0 0 0-15,0 1 0 0,-1 1 0 0,0 2 0 16,-1 0 0-16,-1 2 0 0,4-9 0 0,-6 22 0 15,2-8 0-15,-1 0 0 0,1-1 0 0,-3 2 0 16,0 2 0-16,-2 2 0 0,1-2 0 0,-1 2 0 16,-1-3 0-16,1 1 0 0,2-3 0 0,-2-2 0 15,3-1 0-15,0-1 0 0,1 0 0 0,1-1 0 16,0-3 0-16,2 0 0 0,0-1 0 0,0-3 0 0,1 3 0 16,0-3 0-16,0 1 0 0,1-1 0 0,0 0 0 0,0 0 0 31,0 1-1536-31,1-2-192 0,-1 1-48 0,3-2-14016 0</inkml:trace>
  <inkml:trace contextRef="#ctx0" brushRef="#br0" timeOffset="25103.1">10642 6664 8287 0,'1'0'736'0,"-1"0"-592"16,1 1-144-16,-1-1 0 0,1 1 1984 0,0-1 384 15,0 2 64-15,-1-2 0 0,0 0 448 0,0 0 64 16,0 0 32-16,0 0 0 0,0 0-1440 0,0 0-272 16,0 0-64-16,22 34-16 0,-22-34-592 0,0 0-112 15,0 0-32-15,0 0 0 0,0 0-448 0,0 0 128 16,0 0-128-16,0 0 0 16,0 0-784-16,0 0-208 0</inkml:trace>
  <inkml:trace contextRef="#ctx0" brushRef="#br0" timeOffset="25667.19">10910 6484 9215 0,'1'-2'816'0,"0"2"-656"0,0 0-160 0,0-1 0 16,0 1 2080-16,0-1 384 0,1 0 80 0,1-1 16 15,3-1 80-15,1-1 32 0,2-1 0 0,-2 0 0 16,2 0-1392-16,0-2-288 0,0 1-48 0,-1 0-16 16,1 0-16-16,0 0 0 0,-1 0 0 0,1 0 0 15,-2 0-336-15,-1-2-64 0,2 1 0 0,-3-1-16 16,0 2-304-16,-1-1-48 0,-1-2-16 0,-3 2 0 0,2-1-128 16,-3 1 0-16,0 0 144 0,-1-3-144 0,-2 2 0 15,-1 0 0-15,1 1 0 0,-3 1 0 0,1 2 0 16,-2-1 0-16,0 3 0 0,0 2 0 15,-1 2 0-15,0 1 128 0,-2 4-128 0,0 0 176 0,-1 2-176 16,0 0 192-16,0 4-192 0,0-1 192 0,2 0-192 0,2 0 0 16,0 0 0-16,2 0 0 0,-1 2 0 0,3 0 0 15,0-2 0-15,4-12 0 0,0 0 0 0,0 28 0 16,0-28 0-16,0 0 0 16,0 0 0-16,0 0 0 0,0 0 0 0,38 24 0 15,-38-24 0-15,23-4 0 0,-10 1 128 0,1 0-128 16,0-1 0-16,0-1 0 0,1 0 0 0,-2 0 0 0,-3 1 0 15,1 1 0-15,-1 1-128 0,0-2 128 0,-2 3 0 0,-8 1 0 16,0 0 0-16,0 0 0 0,0 0 0 0,0 0 0 16,0 0 0-16,0 0 0 0,0 0 0 0,0 0 0 15,12 41 0-15,-17-29 0 0,0 2 0 0,-1 0 0 16,0 2 0-16,-2 1 0 0,0 2 0 0,1-3 0 16,-2 1 0-16,2-3 0 0,-1 1 0 0,2-4 0 15,0-1 0-15,2-1 0 0,0-1 0 0,0-2 0 16,3 2 128-16,-1-4-128 0,1-1 0 0,0-1 0 15,1-1 0-15,0-1 0 16,2 0-544-16,0-1 16 0,-1-1 0 0,3-1-10304 16,1-1-2064-16</inkml:trace>
  <inkml:trace contextRef="#ctx0" brushRef="#br0" timeOffset="26033.66">11318 6356 11807 0,'1'-3'256'0,"-1"1"48"0,0-1 16 0,0 1 16 0,0 2-336 0,0 0 0 0,0 0 0 0,0-1 0 16,-1 1 2672-16,-1 0 464 0,0 1 80 0,-2 2 32 16,0 1-1472-16,-1 1-304 0,1 0-48 0,-2 3-16 15,0 1 352-15,-1 0 64 0,1 0 16 0,-2 3 0 16,2 0-1840-16,-2 1-224 0,1 0-112 0,0-1-32 15,0 2 624-15,2-3 128 0,1 2 32 0,4-13 0 16,0 0-80-16,-3 25-16 0,3-25 0 0,0 0 0 16,0 0-128-16,0 0-48 0,0 0 0 0,0 0 0 0,39 26 0 0,-39-26 0 15,0 0 0-15,33-1 0 0,-33 1 80 0,27-5 16 16,-12 2 0-16,0 0 0 0,0 0-240 16,-1-2 0-16,0 0 128 0,-1 0-128 0,-1 1 0 0,-2 1 0 15,0-1 0-15,-2 1 0 0,-1-1-288 0,-2 1 0 16,0 1 0-16,-1-1 0 15,0 1-1248-15,-3-1-240 0,0-1-48 0,-1 1-12960 0</inkml:trace>
  <inkml:trace contextRef="#ctx0" brushRef="#br0" timeOffset="26265.84">11417 6365 11055 0,'-1'0'480'0,"0"1"112"0,-1 1-464 0,1 0-128 0,-1-2 0 0,1 2 0 15,-1 0 1856-15,-1 2 336 0,-1 2 80 0,-3 6 16 16,-1 1-48-16,-1 3-16 0,-1 3 0 0,0-1 0 16,0 4-576-16,0-3-112 0,0 2-32 0,0 1 0 15,3-4-640-15,-1-1-128 0,3-2-32 0,0-3 0 16,5-12-368-16,-6 23-80 0,6-23 0 0,0 0-16 16,-4 21-240-16,4-21 0 0,0 0 0 0,0 0 0 15,0 0-896 1,0 0-192-16,0 0-16 0,0 0-13808 0</inkml:trace>
  <inkml:trace contextRef="#ctx0" brushRef="#br0" timeOffset="26597.52">11596 6386 6447 0,'2'-2'576'0,"0"1"-576"15,0 0 0-15,-1 1 0 0,-1-2 1744 0,1 2 240 16,1-3 64-16,1 0 0 0,1 1 128 0,-1 0 16 15,-1 0 16-15,-1 2 0 0,-1 0-736 0,-2 2-128 16,0 0-48-16,-1 1 0 0,-1 4-208 0,1-3-32 16,-2 4-16-16,0 1 0 0,0 1-240 0,-1 1-48 15,1 1-16-15,-2 0 0 0,3 2-448 0,-1-2-96 0,5-12 0 0,-6 24-16 0,6-24-176 0,0 0 128 16,-1 26-128 0,1-26 128-16,0 0-128 0,0 0 0 0,0 0 0 0,0 0 128 0,0 0 0 0,39 26-128 15,-39-26 192-15,0 0-64 16,33 0 240-16,-33 0 32 15,28-2 16-15,-13-2 0 0,-1 1-160 0,2 0-48 0,-1-1 0 0,0-1 0 16,-1 0-208-16,0 0 144 0,0 0-144 0,-1 1 128 16,0-3-128-16,-1 2 0 0,-1 0 0 0,-1 1 0 15,-1 0 0-15,0-1-224 0,-2 1 80 0,-1 0 16 16,1 0-1024 0,-3 1-192-16,-1 0-32 0,0-1-16 0,-1 1-1456 15,-1 1-288-15</inkml:trace>
  <inkml:trace contextRef="#ctx0" brushRef="#br0" timeOffset="26801.75">11853 6344 4607 0,'-3'1'192'0,"1"0"64"0,-1 1-256 0,1-1 0 15,0 3 0-15,0-3 0 0,1 2 2320 0,-3 3 432 16,-3 2 64-16,-1 4 32 0,-1 3-544 0,-2 2-96 16,-1 2-32-16,0 0 0 0,2 1-560 0,-1 0-112 15,2 1-32-15,-1-1 0 0,0-1-240 0,3 0-48 16,-1-1-16-16,3-4 0 0,-1-1-768 0,6-13-144 15,-6 21-48-15,6-21 0 16,0 0-912-16,-6 24-176 0,6-24-32 0,0 0-12800 0</inkml:trace>
  <inkml:trace contextRef="#ctx0" brushRef="#br0" timeOffset="28595.37">12167 6514 17503 0,'1'0'1552'0,"-1"0"-1232"0,0 0-320 0,1 0 0 16,-1 0 1536-16,1 0 240 0,0 0 48 0,1-2 16 16,2 2-528-16,1-2-96 15,0-3-32-15,0 1 0 0,1 1-112 0,0-2-32 0,0-2 0 0,2 1 0 16,-2 0-176-16,1 0-32 0,0 0-16 0,0-1 0 16,-2 0-352-16,1 0-64 0,-2 1-16 0,0-2 0 15,-1 3-128-15,-1-2-16 0,-1 2-16 0,-1-1 0 16,0 1-96-16,-1 1 0 0,-2 0-128 0,0 0 192 15,-1 1-192-15,-3 2 0 0,1 0 0 0,-3 1 0 16,3 0 0-16,-3 1 0 16,0 2 0-16,-1 0 0 0,0 0 0 0,0 1 0 0,-1 3 0 0,2-2 0 0,1 0 0 15,-1 2 0-15,2 0 0 0,-1 1 0 0,3-1 0 16,0 1 0-16,1 2 0 0,4-10 0 0,-5 19 0 0,5-19 0 16,0 0 0-16,0 0 0 0,2 35 0 0,-2-35 0 15,0 0 0-15,0 0 0 0,0 0 0 0,0 0 0 16,31 32 0-16,-31-32 0 15,0 0 0-15,0 0 0 0,0 0 0 0,34 16 0 0,-34-16 0 0,0 0 128 16,0 0-128-16,0 0 0 0,29 24 0 0,-29-24 128 16,0 0-128-16,0 0 0 0,0 0 192 0,17 40-64 0,-17-40-128 0,0 0 192 15,0 33-64-15,0-33 0 0,-6 26-128 0,1-14 192 16,0 0-192-16,-2 0 176 0,-1-1-176 0,-3 1 160 16,2-2 32-16,-1 2 0 0,-3-3 0 0,0 1 0 15,0-3 0-15,-1 1 16 0,0 0 0 0,-1-3 0 16,2-1-64-16,-1-1-16 0,1-3 0 0,1 0 0 15,2 0 32-15,2-3 0 0,0-1 0 0,-1-3 0 16,3 0-160-16,-1-5 192 0,2 1-192 0,2-1 192 16,0 2-192-16,2-2 0 0,2 1 0 0,2-1 0 15,0 2-192-15,2-1 16 0,2 3 16 0,1-2-18240 16</inkml:trace>
  <inkml:trace contextRef="#ctx0" brushRef="#br0" timeOffset="29386.07">12479 6462 2751 0,'0'-2'256'0,"0"0"-256"0,0 0 0 0,0 2 0 15,0 0 1792-15,0-1 304 0,0 1 64 0,0-2 16 16,-1-1 720-16,0 1 160 0,0 2 16 0,-1 2 16 16,0 1-464-16,-1 2-112 0,-1 2-16 0,2 1 0 15,-2 1-896-15,0 2-176 16,4-11-32-16,-8 29-16 0,8-29-864 0,-9 30-160 15,5-15-32-15,-1-1-16 16,5-14-304-16,-7 23 128 0,7-23-128 0,-8 20 0 16,8-20 128-16,-6 14-128 0,3-9 0 0,0-1 0 15,1 0 128-15,1-3-128 0,0 1 144 0,-1-1-144 16,1-1 224-16,0-1-48 0,0 1-16 0,1-2 0 16,0 0-160-16,1-3 0 0,1 0 0 0,0-1 0 0,0 0 0 0,1-1 0 15,2-2 128-15,0-1-128 0,2-1 0 0,1-2 0 16,1 0 0-16,0 0 0 0,2-2 0 0,0 1 0 15,0 2 0-15,0-1 128 0,1 3-128 16,-1 1 0-16,-2 2 0 0,1-2 0 0,-1 4 0 0,1 0 0 16,-1 0 0-16,-2 3 0 0,0 0 0 0,-1 2 0 15,-6 0 0-15,0 0 128 0,0 0 0 0,0 0-128 16,0 0 192-16,0 0-64 0,27 35 112 0,-27-35 16 16,0 0 0-16,-2 38 0 0,2-38-256 0,-6 32 176 0,6-32-176 0,-8 32 160 15,2-17-160-15,0-1 160 0,2-3-160 0,-1 1 160 16,1-5-160-16,1 1 160 0,0-2-160 0,1-1 160 15,0-2-160-15,1-1 0 0,0-2 0 0,0 0 128 16,1-2-128-16,1-1 0 0,0-1 0 0,1-1 0 16,1-2 0-16,0 0 128 0,0-1-128 0,2-3 0 15,1 1 0-15,-1-2 0 0,3 0 0 0,-2-2 0 16,1 2 0-16,-1 1 0 0,2-3 0 0,-1 2 0 16,0 2 0-16,0 0 0 0,-1 3 0 0,2 0 0 15,-3 2 0-15,2 0 0 0,-2 3 0 0,1 1 0 16,0 0 0-16,-3 1 0 0,1 1 0 0,0 0 0 0,-4-1 0 0,0 0 0 15,0 0 0-15,0 0 0 0,0 0 0 0,0 0 0 16,0 0 0-16,21 36 128 0,-21-36-128 0,0 0 0 16,0 0 0-16,6 36 0 0,-6-36 0 0,0 0 0 15,0 35 0-15,0-35 0 0,0 0 0 0,-4 35 0 16,4-35 0-16,-6 20 0 0,6-20 0 0,-6 19 0 16,0-9 0-16,3-3 0 0,0-1 0 0,0-1 0 15,0 0 0-15,0-1 0 0,2 1 0 0,-1-2 0 16,2-1 0-16,0-2-18080 0</inkml:trace>
  <inkml:trace contextRef="#ctx0" brushRef="#br0" timeOffset="38956.55">5414 7778 9215 0,'-3'0'816'16,"2"0"-656"-16,0 2-160 0,0-2 0 0,1 0 1536 0,-2 0 256 16,-1 0 64-16,-1 1 16 15,-1 1 736-15,-1-1 144 0,2 1 16 0,0 0 16 16,1-2-864-16,1 1-192 0,1-1-16 0,0 1-16 0,2-1-528 0,0 0-96 16,1 2-32-16,1-2 0 0,1 0-272 0,-4 0-64 15,0 0-16-15,0 0 0 16,0 0-240-16,32 0-32 0,-32 0-16 0,0 0 0 15,29-3-208-15,-29 3-64 0,0 0 0 0,31-3 0 0,-31 3-128 0,0 0 0 16,35-5 0-16,-35 5 0 0,0 0 0 0,31-3 0 16,-31 3 0-16,0 0 0 0,30-2 0 0,-30 2 0 15,0 0 0-15,25-5 0 0,-25 5-208 0,0 0-80 16,0 0-16-16,0 0-11424 16,0 0-2288-16</inkml:trace>
  <inkml:trace contextRef="#ctx0" brushRef="#br0" timeOffset="39209.9">5444 7928 9215 0,'-3'0'400'0,"1"0"96"0,1 0-496 0,1-2 0 0,0 2 0 0,0 0 0 16,0 0 2432-16,0-1 384 0,1 1 64 0,1-2 32 15,1-1 368-15,0 1 80 0,1 1 16 0,1 0 0 16,1-1-1408-16,0-1-288 0,1 0-48 0,0 1-16 15,1 1-832-15,0 0-160 0,0-1-48 0,-8 2 0 16,0 0-352-16,27-2-80 0,-27 2-16 0,0 0 0 0,0 0-128 0,37 2 0 16,-37-2 0-16,0 0 0 15,0 0-640-15,39 2-64 0,-39-2-16 0,0 0-16384 16</inkml:trace>
  <inkml:trace contextRef="#ctx0" brushRef="#br0" timeOffset="42182.5">6258 7624 2751 0,'-5'0'256'0,"1"0"-256"0,1 0 0 0,1 0 0 0,1 0 1088 0,0 0 192 16,0 0 16-16,0 0 16 0,-1 0 480 0,-1 0 112 15,-1 0 16-15,2 0 0 0,0-1-96 0,0 1-16 0,1 0 0 0,1-1 0 16,1 1 0-16,0 0 0 16,1 0 0-16,0-2 0 0,1 2-384 0,2 0-80 15,0 0 0-15,1 0-16 0,1 0-416 0,-7 0-80 16,0 0 0-16,27-2-16 0,-17 1-272 0,-10 1-48 16,0 0-16-16,35-5 0 0,-35 5-144 0,27-4-16 15,-27 4-16-15,27-5 0 0,-27 5-112 0,26-5-32 16,-26 5 0-16,23-2 0 0,-23 2-160 0,0 0 0 0,25-3 0 0,-25 3 128 15,0 0-128-15,0 0 0 0,0 0 0 0,0 0 0 16,0 0-256-16,0 0 0 16,0 0 16-16,0 0 0 0,0 0-2064 0,-2 22-400 0</inkml:trace>
  <inkml:trace contextRef="#ctx0" brushRef="#br0" timeOffset="42704.91">6212 7662 2751 0,'-6'0'256'0,"3"0"-256"0,0 0 0 0,0 0 0 16,2 0 1616-16,0 0 288 0,0 0 48 0,0 0 16 15,-1 0 896-15,1-1 176 0,0 0 32 0,2 1 16 0,0-2-480 0,3 0-112 0,1 1 0 0,0-2-16 16,2 1-816-16,-1 1-144 0,-6 1-48 0,0 0 0 16,26-3-496-16,-26 3-96 0,0 0-32 0,0 0 0 15,36 4-432-15,-36-4-96 0,0 0 0 0,0 0-16 31,0 0-304-31,42 19 128 0,-42-19-128 0,0 0 0 0,0 0 0 0,0 0 0 16,36 33 0-16,-36-33 0 0,0 0 0 0,0 0 0 0,0 0 0 0,19 36 0 16,-19-36 0-16,0 0 0 0,0 0 0 0,-2 28 0 15,-1-20 0-15,0-2 0 0,0 2 0 0,-3-3 0 0,1 2 0 0,-3 0 0 16,1 0 0-16,-2 0 0 0,-1-1-352 16,-1 0 32-16,0 2 0 0,-1-1 0 15,0-1-256-15,0 2-64 0,0-2 0 0,0 0 0 31,2-2 128-31,1 0 0 0,-1-1 16 0,1-1 0 0,1-1 288 0,1 1 48 0,0-2 16 0,2 0 0 0,0 0 144 0,1 0 0 16,1-2 0-16,0 2 0 0,1-1 0 0,1 1 128 16,0-2-128-16,1 2 128 0,0-2 96 0,1 2 32 15,1-1 0-15,1 1 0 0,0-2 0 0,1 2 16 16,1-1 0-16,0 0 0 0,2 1-16 0,1-2-16 0,2 0 0 0,-1 1 0 16,-9 1 80-16,0 0 0 15,35-4 16-15,-35 4 0 16,0 0-80-16,38-3 0 0,-38 3-16 0,32 0 0 15,-32 0-48-15,34-2 0 0,-34 2 0 0,33 0 0 16,-33 0-192-16,34 0 176 0,-34 0-176 0,30 2 160 16,-30-2-160-16,0 0 0 0,37 0 0 0,-37 0 0 15,0 0 0-15,26-2 0 0,-20 2 0 0,-1 0 0 16,-3-2-400 0,0 2-112-16,-2 2-32 0</inkml:trace>
  <inkml:trace contextRef="#ctx0" brushRef="#br0" timeOffset="43569.2">6940 7492 911 0,'0'0'0'15,"0"0"0"-15,1 0 0 0,-1 0 0 0,0 0 256 0,0-2-16 0,1 2-16 0,0-1 0 16,0 1 320-16,0 0 64 0,0-2 16 0,0 1 0 16,1 1 272-16,-1-2 64 15,-1 2 16-15,1 0 0 0,-1 0 224 0,0-1 32 0,0 1 16 0,-1-1 0 16,1 1 160-16,-1 0 16 0,0 0 16 0,0 0 0 16,0 0-256-16,-1 0-48 0,2 1-16 0,-1-1 0 15,-1 1-144-15,0-1-16 0,0 2-16 0,0-1 0 16,0 1-256-16,0 1-48 0,0-1-16 0,-1 0 0 15,0 0-208-15,0 1-32 0,1 0-16 0,-2 1 0 16,1-1 16-16,-2 2 0 0,2 0 0 0,-2-1 0 16,0 3 128-16,1 0 16 0,-2 0 16 0,2 1 0 15,-1 1 0-15,1 0 0 0,0 3 0 0,-1 1 0 16,0 2 80-16,0 2 16 0,-1 2 0 0,2 0 0 16,-1 2-160-16,1 1-32 0,1 1 0 0,3-23 0 0,-4 36-32 15,4-36-16-15,1 35 0 0,-1-35 0 0,0 0-208 0,9 43-64 16,-9-43 0-16,0 0 0 0,0 0-128 0,20 36 0 15,-20-36 0-15,0 0 0 0,0 0 0 0,0 0 0 16,37 21 0-16,-37-21 0 0,0 0 0 0,26 0 0 16,-18-2 144-16,-1-1-144 0,1 1-176 0,-1-1-96 15,0 1-32-15,-1 0 0 16,1-3-1632-16,-2 2-336 0</inkml:trace>
  <inkml:trace contextRef="#ctx0" brushRef="#br0" timeOffset="43838.41">7039 7622 10127 0,'-1'0'448'0,"0"0"96"0,1 1-544 0,-1-1 0 0,1 1 0 0,0-1 0 15,0 2 1984-15,0-1 272 0,1 3 64 0,-1-4 16 0,0 0 32 0,0 0 0 16,0 0 0-16,0 0 0 0,21 34-896 0,-21-34-160 15,0 0-32-15,0 0-16 0,0 0-432 0,32 33-96 16,-32-33-16-16,0 0 0 0,0 0-464 0,0 0-80 16,0 0-32-16,33 26 0 15,-33-26-272-15,0 0-64 0,0 0-16 0,0 0 0 16,0 0-1616-16,0 0-320 0,28-5-64 0,-24 0-10672 0</inkml:trace>
  <inkml:trace contextRef="#ctx0" brushRef="#br0" timeOffset="44121.61">7190 7574 2751 0,'0'-2'256'0,"-1"-2"-256"0,1 3 0 16,0 1 0-16,0 0 1296 0,0 0 224 0,0 0 32 0,0-2 16 16,-1 2 832-16,1 0 160 0,-1 2 48 0,1 1 0 15,-1 1-400-15,1-4-80 0,0 0-16 0,0 27 0 16,0-27-704-16,1 28-160 0,-1-28-32 0,0 32 0 16,0-32-640-16,3 37-128 0,-3-37-16 0,3 33-16 15,-3-33-96-15,2 29-32 0,-2-29 0 0,0 0 0 16,2 37-128-16,-2-37-32 0,0 0 0 0,-3 29 0 15,1-22-128-15,-1 0 192 0,1 0-192 0,-2-2 192 16,0 0 288-16,0 0 64 0,0 1 16 0,-2-1 0 0,1 0-160 16,-2-3-16-16,1 3-16 0,-2-3 0 0,3 2-192 0,-3-1-48 15,-1 0 0-15,-1-1 0 0,-1-1-128 0,0 1 0 16,1-2 0-16,1 0 0 0,2 0 0 0,-1-2 0 16,1-1 0-16,-1 0 0 15,1-1-656-15,0 1-16 0,2-2 0 0,0-1-14992 16</inkml:trace>
  <inkml:trace contextRef="#ctx0" brushRef="#br0" timeOffset="44546.11">7263 7908 6447 0,'1'1'272'0,"-1"-1"80"0,1 0-352 0,0 0 0 0,0 0 0 0,0-1 0 15,1 0 1152-15,1 0 144 0,1-1 48 0,3-2 0 16,1-2-176-16,1 2-16 0,0-3-16 0,0 2 0 15,0-2 144-15,0 0 48 0,-1 2 0 0,-1 0 0 0,-1 1-432 0,-1 1-96 32,-1 1-16-32,0 1 0 0,-1 2-544 0,-1 1-112 15,0-1-128-15,-2 1 176 0,0 2 208 0,-1 1 32 0,-1 2 16 0,0 0 0 0,-1 3 48 0,-1 2 16 16,4-12 0-16,-4 25 0 0,4-25-304 0,-3 26-48 16,3-26-16-16,-1 25 0 0,1-25-128 0,0 0 192 15,0 0-192-15,11 36 192 0,-11-36-192 0,0 0 192 16,0 0-192-16,0 0 192 15,0 0-192-15,40 7 128 0,-32-10-128 0,-1-1 128 16,-1-1-576-16,-1 0-112 0,1 0-16 0,-3-2-11312 0</inkml:trace>
  <inkml:trace contextRef="#ctx0" brushRef="#br0" timeOffset="44749.59">7316 7736 13823 0,'0'0'608'0,"0"2"128"0,0-2-592 0,0 2-144 0,0-1 0 0,1 0 0 16,0 2 1824-16,0-2 336 0,-1-1 64 0,0 0 16 15,0 0-384-15,0 0-80 0,0 0-16 0,28 30 0 16,-28-30-1120-16,0 0-240 16,0 0-32-16,0 0-8944 0,0 0-1776 0</inkml:trace>
  <inkml:trace contextRef="#ctx0" brushRef="#br0" timeOffset="44985.13">7526 7764 15663 0,'1'-1'688'0,"0"0"144"0,1 1-656 0,0-2-176 15,-1 2 0-15,1-1 0 0,1 1 1728 0,-3 0 320 0,0 0 64 0,31-8 16 32,-31 8-400-32,33-9-64 0,-33 9-32 0,33-8 0 0,-33 8-672 0,30-8-144 0,-30 8-32 0,28-2 0 15,-28 2-272-15,0 0-64 0,35-2-16 0,-35 2 0 16,0 0-240-16,0 0-64 0,31 3 0 0,-31-3 0 16,0 0-304-16,0 0-64 0,0 0-16 0,0 0-14608 15</inkml:trace>
  <inkml:trace contextRef="#ctx0" brushRef="#br0" timeOffset="46461.71">7988 7515 5519 0,'-1'-2'496'0,"0"0"-496"0,0 1 0 0,1 1 0 16,0-2 1120-16,0 2 128 0,0 0 32 0,-1 0 0 15,0 0 1040-15,0 0 224 0,0 0 32 0,0 0 16 16,0 0-624-16,1 2-128 0,-1 1-32 0,1 2 0 16,0-5-320-16,0 0-64 0,0 0-16 0,1 32 0 15,-1-32-480-15,0 0-96 0,7 34-32 0,-7-34 0 16,0 0-160-16,15 34-48 0,-15-34 0 0,0 0 0 16,0 0-208-16,25 38-64 0,-25-38 0 0,0 0 0 15,0 0-80-15,0 0-32 0,30 34 0 0,-30-34 0 16,0 0-208-16,0 0 0 0,0 0 0 0,0 0 0 0,0 0 0 0,33 1 0 15,-28-4 0-15,-2-3 0 16,1 1-736-16,1 0-32 0,-2-3-16 0,2-1 0 16,0 2-1056-16,-1-3-208 0,1 3-32 0,-1-2-16 15,0-1 304-15,0 1 64 0,1-1 16 0,-3-3 0 16,2 1 752-16,-2 0 128 0,1 2 48 0,-1-2 0 0,0 2 592 0,0 1 192 16,-1 0 0-16,0 1 0 0,-1 4 272 0,0-1 176 15,0 3 16-15,0 1 16 0,0 1 688 0,-2 3 144 0,1-2 32 16,-1 3 0-16,1-2-176 0,-1 3-16 0,-1 2-16 0,-1 3 0 15,1-1-160-15,0 3-16 0,-1 2-16 0,1 3 0 16,0-1-368-16,1 3-80 0,2-19-16 16,-4 38 0-16,4-38-160 0,-3 44-48 0,3-44 0 0,-1 41 0 15,1-41-32-15,1 34-16 0,-1-34 0 0,1 33 0 16,-1-33-224-16,2 28 144 0,-2-28-144 0,0 0 128 16,4 36-128-16,-4-36 128 0,0 0-128 0,0 26 128 15,0-26 48-15,0 0 0 0,-4 21 0 0,2-16 0 16,-1 1 64-16,0-3 16 0,-1 2 0 0,-1-2 0 15,-1-1-80-15,-1 0-16 0,0-2 0 0,-2 0 0 16,-2 0-160-16,1-2 0 0,-1 0 0 0,-1-3 0 16,0 2 0-16,-1-1 0 0,-1-3 0 0,1 2 0 15,0-2-784-15,0 0-48 0,1-1 0 16,1 2-10016 0,2-2-2016-16</inkml:trace>
  <inkml:trace contextRef="#ctx0" brushRef="#br0" timeOffset="46752.82">7869 7396 6447 0,'-2'3'272'0,"1"-3"80"0,1 2-352 0,0-2 0 15,0 1 0-15,0 1 0 0,1-2 2048 0,0 1 320 16,2 2 80-16,1-2 16 0,-4-1 96 0,0 0 32 16,0 0 0-16,0 0 0 0,46 11-736 15,-46-11-160-15,0 0-32 0,43 0 0 0,-43 0-592 0,30-1-128 16,-30 1-32-16,28-3 0 0,-28 3-496 0,26-2-96 16,-26 2-32-16,21-3 0 0,-21 3-288 0,19-3 0 15,-11 1 0-15,0 1 0 16,-2 0-1056-16,1 1-160 0</inkml:trace>
  <inkml:trace contextRef="#ctx0" brushRef="#br0" timeOffset="47184.71">8359 7416 3679 0,'-1'0'320'15,"1"0"-320"-15,0 0 0 0,-1 0 0 0,1 0 1904 0,0 0 304 16,0 0 64-16,-1 2 16 0,1-2 256 0,0 1 48 15,1 0 16-15,0 2 0 0,-1-3-432 0,0 0-96 16,0 0-16-16,0 0 0 0,0 0-592 0,25 33-128 16,-25-33-32-16,0 0 0 0,0 0-608 0,30 40-112 15,-30-40-16-15,0 0-16 0,21 37-64 0,-21-37-16 16,0 0 0-16,16 42 0 0,-16-42-272 0,0 0-48 16,12 49-16-16,-12-49 0 0,3 31-144 15,-3-31 0-15,-2 31 0 0,-3-17 0 0,0 0 0 0,-1-2 128 16,-2 2-128-16,0-3 0 0,0 1 192 0,-2-1-32 15,0-2-16-15,1-2 0 0,-1 3-144 0,0-5 0 16,0 2 0-16,0-3 0 16,0 1-864-16,0-2-208 0,0-1-32 0,1-2-16 15,2 0-1872-15,1-3-368 0</inkml:trace>
  <inkml:trace contextRef="#ctx0" brushRef="#br0" timeOffset="47627.45">8490 7416 7359 0,'0'-3'320'0,"0"1"80"16,0 0-400-16,0 1 0 0,0 1 0 0,0 0 0 15,0-2 1648-15,1 2 240 0,2-2 48 0,0 0 16 16,1-1-224-16,0 0-32 0,2 1-16 0,-1 0 0 0,1 0-400 0,0-1-96 15,1 0-16-15,-1 1 0 16,1 0 16-16,-1 2 0 0,1 0 0 0,-7 0 0 16,0 0-192-16,0 0-32 0,0 0-16 0,0 0 0 0,34 14-416 0,-34-14-80 15,0 0 0-15,0 0-16 0,0 0-288 0,0 0-144 0,16 37 160 0,-16-37-160 0,0 0 0 0,0 0 0 32,0 0 0-32,-1 30 0 0,-2-25 0 0,1 1 0 0,-2-3 0 0,0 2 0 0,-1-3 0 0,1 0-160 15,0 0 160-15,0 1-128 0,1-2 128 0,-1-1-160 31,1 2 160-31,0-2-160 0,2-2 160 0,0 2 0 16,0 0 0-16,0 0 0 0,1-1 0 0,1 1 0 16,0 0 0-16,1 1 0 0,0-1 0 0,3 0 144 15,1 0-144-15,0 0 0 0,2-1 448 0,-8 1 0 0,0 0-16 0,29 1 0 16,-29-1-64-16,23 0-16 0,-23 0 0 0,0 0 0 16,35 4-352-16,-35-4 0 0,0 0 0 0,33 4 0 31,-33-4-1088-31,0 0-272 0,0 0-64 0,32 8-13392 0</inkml:trace>
  <inkml:trace contextRef="#ctx0" brushRef="#br0" timeOffset="48603.28">5966 8146 5519 0,'-2'0'496'0,"0"1"-496"16,2 0 0-16,0-1 0 0,0 0 1472 0,0 0 192 16,0 2 32-16,0 1 16 0,2-1 384 0,0 3 80 15,-2-5 0-15,0 0 16 0,0 0-656 0,0 0-144 16,0 0-32-16,40 13 0 0,-40-13-384 0,0 0-80 15,36 6 0-15,-36-6-16 0,0 0-16 0,45 5 0 16,-45-5 0-16,32 2 0 0,-32-2-80 0,34 0-16 16,-34 0 0-16,33-2 0 0,-33 2-64 0,37-3-32 15,-37 3 0-15,36-2 0 0,-36 2-160 0,37-5-16 16,-37 5-16-16,37-2 0 0,-37 2-160 0,44-2-16 0,-44 2-16 0,44-3 0 16,-44 3-64-16,48 0-16 0,-48 0 0 0,46-2 0 15,-46 2-80-15,43-3-128 0,-43 3 176 0,41-2-176 16,-41 2 176-16,43 0-176 0,-43 0 160 0,45 0-160 15,-45 0 128-15,48 0-128 0,-48 0 0 0,52 2 0 16,-52-2 128-16,55 3-128 0,-55-3 0 0,53 2 144 16,-53-2-144-16,52 0 0 0,-52 0 144 0,51 0-144 15,-51 0 128-15,52 0-128 0,-52 0 128 0,53 0-128 16,-53 0 160-16,55 1-32 0,-55-1-128 0,56 2 192 16,-56-2-64-16,56-3-128 0,-29 1 176 0,-1-1-176 15,0 1 144-15,-1-2-144 0,-25 4 0 0,47-6 144 0,-47 6-144 16,47-2 0-16,-47 2 0 0,50-2 128 0,-50 2-128 0,51 0 0 15,-51 0 0-15,52-2 0 0,-52 2 0 0,49-3 0 16,-49 3 0-16,49-3 0 0,-49 3 0 0,47-2 0 16,-47 2 0-16,51-1 0 0,-51 1 0 0,54 0 0 15,-54 0 0-15,57 1 0 0,-57-1 0 0,59 0 0 16,-29 0 0-16,-30 0 0 0,58 0 0 0,-58 0 0 16,55-1 0-16,-27 1 0 15,1-1 0-15,1 1 0 0,1 2 0 0,3-2 0 0,0 2 0 0,0-2 0 16,0 0 0-16,0-2 0 0,0 1 0 0,-1-2 0 15,0 0 128-15,1-1-128 0,-1 1 0 0,0 1 0 0,1-1 0 0,1-2 0 16,-1 2 0-16,0-2 0 0,-3-1 0 0,-2 2 0 16,-1-3 0-16,-3 2 0 0,-2 0 0 0,-23 5 0 15,37-7 0-15,-37 7 0 0,29-5 0 0,-29 5 0 16,0 0 0-16,27-2-176 0,-27 2 176 0,0 0-12432 16,0 0-2384-16</inkml:trace>
  <inkml:trace contextRef="#ctx0" brushRef="#br0" timeOffset="49439.05">6844 8414 11055 0,'1'-3'976'0,"0"1"-784"15,-1 2-192-15,0-2 0 0,1 2 1328 0,0-1 208 16,0-1 64-16,0 0 0 0,1-3 656 0,0 3 144 16,-1-1 32-16,-1 1 0 0,0 2-480 0,0 2-96 15,0-1 0-15,-1 3-16 0,0 1-624 0,-1 2-128 16,0 2-32-16,0 1 0 0,0 2-448 0,0 2-96 16,1-1 0-16,-1 0-16 0,2-13-240 0,-2 29-64 15,2-29 0-15,0 33 0 16,0-33-192-16,2 26 144 0,-2-26-144 0,0 0 128 0,4 30-128 0,-4-30 128 15,0 0-128-15,0 0 128 0,0 0-128 0,0 0 0 16,12 34 0-16,-11-33 0 0,0 0 0 0,-1-1 0 16,-1-1 0-16,1 0 0 0,-1-1 0 0,0-3 128 0,1 0-128 15,-2 0 0 1,1-2 128-16,1 0-128 0,0 0 0 0,-1-5 128 0,1 3-128 0,0-1 0 16,1-2 0-16,-1-2 0 0,2 0 0 0,-2 0 0 0,1 1-144 0,0-1 144 15,0 0 0-15,1 0 0 0,1 1 0 0,0 1 0 16,-1 2 0-16,1 2 0 0,1 1 0 0,0 3 0 15,0-1 0-15,0 2 0 0,2 1 0 0,-2 2 0 16,3-2 0-16,-7 2 0 0,0 0 0 0,0 0 144 16,0 0 16-16,0 0 0 0,36 7 0 0,-36-7 0 15,0 0-32-15,0 0 0 16,0 0 0-16,32 26 0 0,-32-26-128 0,0 0 0 0,0 0 0 0,18 33 128 0,-18-33-128 16,0 0 0-16,7 31 0 0,-7-31 0 0,0 0 0 15,-1 31 0-15,1-31 0 0,-2 21 0 16,0-11 0-16,-1 0 0 0,1 1 0 0,-1-4 0 0,2 0 0 0,0 0 0 15,-1-2 0-15,1-1 0 0,1-3 0 0,-1 1 0 16,2-2 0-16,-1-2 0 31,2 1-448-31,0-3-64 0,0 0 0 0,2-2-16912 0</inkml:trace>
  <inkml:trace contextRef="#ctx0" brushRef="#br0" timeOffset="49715.62">7143 8478 4607 0,'0'1'400'0,"1"-1"-400"0,0 0 0 0,0 0 0 16,0 0 2128-16,0 0 352 0,-1 0 64 0,0 0 16 16,0 0 640-16,0 0 128 0,26-3 16 0,-26 3 16 15,0 0-1056-15,0 0-224 0,32-3-32 0,-32 3-16 16,0 0-736-16,0 0-144 0,0 0-16 0,36 5-16 15,-36-5-592-15,0 0-112 0,0 0-32 0,0 0 0 16,35 9-256-16,-35-9-128 0,0 0 128 0,0 0-128 0,0 0 0 0,38 6 0 16,-38-6 128-16,0 0-128 0,0 0 0 15,28-1 0-15,-28 1 0 0,0 0 0 16,0 0-592-16,25-7-48 0,-25 7-16 0,0 0-15952 16</inkml:trace>
  <inkml:trace contextRef="#ctx0" brushRef="#br0" timeOffset="50037.81">7738 8402 5983 0,'2'-4'128'0,"-1"1"16"0,0 0 16 0,0 1 32 0,0 2-192 0,0-2 0 0,-1 2 0 0,1-3 0 16,1 1 2960-16,-1-1 560 0,1 0 128 0,-1 0 0 16,1 1-864-16,-1 1-176 0,0 1-48 0,0 0 0 15,-1 3-576-15,0-1-112 0,0 0-16 0,0 0-16 16,0 3-640-16,-1 0-128 0,0 2-32 0,-1 0 0 16,2-7-416-16,-2 20-96 0,2-20-16 0,-2 26 0 15,2-26-256-15,-2 30-64 0,2-30-16 0,-1 33 0 16,1-33-176-16,0 30 192 0,0-30-192 0,1 29 192 0,-1-29-192 15,3 30 0-15,-3-30 0 0,0 0 0 0,8 39 0 0,-8-39 0 16,0 0 0-16,0 0 0 0,12 33-192 0</inkml:trace>
  <inkml:trace contextRef="#ctx0" brushRef="#br0" timeOffset="50917.78">9333 7833 4607 0,'-1'0'400'0,"0"0"-400"16,0 0 0-16,1 0 0 0,0 0 1200 0,-1 0 144 16,0 0 48-16,-1 0 0 0,0 0 784 0,0 0 176 15,1 0 16-15,0 0 16 0,0-2-96 0,0 1-32 16,1 1 0-16,0 0 0 0,0 0-624 0,0-2-128 15,1 2-32-15,0 0 0 0,0 0-384 0,0 2-96 16,2-2-16-16,0 0 0 0,1 1-336 0,-1 1-80 0,3-2-16 0,-1 2 0 16,-5-2-96-16,0 0 0 0,0 0-16 0,32 3 0 15,-32-3-128-15,0 0-32 16,33 3 0-16,-33-3 0 0,0 0-112 0,37 1-32 0,-37-1 0 16,26 0 0-16,-26 0-128 0,0 0 0 0,30 0 0 0,-30 0 0 15,0 0 0-15,27-2 0 0,-27 2 0 0,0 0 0 16,0 0 0-16,28 0 0 0,-24 0 0 0,0 0 0 15,0 0-432 1,-1 1-64-16,-1 0-16 0,-2-1-11040 0,1 2-2208 0</inkml:trace>
  <inkml:trace contextRef="#ctx0" brushRef="#br0" timeOffset="51294.83">9371 8006 5519 0,'-4'2'0'0,"1"-2"224"0,0 2-64 0,1-2 32 0,2 1-192 0,-1-1 0 15,0 2 0-15,-1-2 0 0,-1 1 1408 0,-1 1 256 16,1 1 64-16,-1-2 0 0,1 1 448 0,0 1 112 15,1-1 16-15,2-1 0 0,-2 1-544 0,1 0-96 0,1-2-32 0,0 0 0 16,0 2-464-16,0-2-80 0,1 1-32 0,1-1 0 16,-1 1-208-16,1-1-32 0,2-1-16 0,1 0 0 15,-5 1 64-15,0 0 16 0,0 0 0 0,30-2 0 16,-30 2-64-16,23-2-16 0,-23 2 0 0,29-5 0 31,-29 5-272-31,34-3-48 0,-34 3-16 0,34-3 0 0,-34 3-272 0,32-1-64 0,-32 1-128 0,30 0 192 16,-30 0-192-16,26 0 0 0,-26 0 0 0,0 0 0 15,36 0-176-15,-36 0-80 0,0 0 0 0,32 1-17584 16</inkml:trace>
  <inkml:trace contextRef="#ctx0" brushRef="#br0" timeOffset="56527.39">10496 7508 3679 0,'0'-4'320'0,"0"3"-320"16,0-1 0-16,0 2 0 0,0 0 768 0,0-2 96 15,0-1 16-15,0 1 0 0,0-3 752 0,1 0 160 16,0 1 16-16,1-1 16 0,0 2 32 0,1 1 16 15,-1 0 0-15,0-1 0 0,-1 3-224 0,1-2-48 16,-1 2-16-16,1 0 0 0,-1 2-304 0,0-2-48 16,0 3-16-16,-1 1 0 15,0 1-96-15,0 1-32 0,0 1 0 0,-1 4 0 0,1-11-336 0,-2 26-80 16,2-26-16-16,-3 35 0 16,3-35-224-16,-3 38-48 0,3-38-16 0,-1 39 0 0,1-39-192 0,0 35-48 15,0-35 0-15,0 0 0 0,5 42-128 0,-5-42 0 16,0 0 0-16,0 0 0 15,0 0-448-15,15 35-80 0,-15-35-16 0,0 0-15904 0</inkml:trace>
  <inkml:trace contextRef="#ctx0" brushRef="#br0" timeOffset="56953.15">10115 7894 4655 0,'-6'1'0'0,"1"1"192"0,2 0-48 0,2-2 0 0,0 1-144 0,-1-1 0 16,-2 2 0 0,-2 0 0-16,-4 0 1584 0,2 1 272 0,1-1 64 0,0 1 16 15,3-3-16-15,2 0 0 16,0 2 0-16,2-2 0 0,0 0-160 0,1-2-32 0,0 2-16 0,1-2 0 0,2 1-464 0,1-1-96 15,-1 1 0-15,2 0-16 0,0 0-192 0,2 0-48 16,1 0 0-16,2-1 0 0,1 0-128 0,3 1-16 16,-15 1-16-16,37-5 0 0,-16 2 80 0,4 0 16 15,1 0 0-15,1-2 0 0,4 3-320 0,1-2-48 0,0-1-16 0,0 2 0 16,-1 1-144-16,2-1-48 0,4 3 0 0,0 0 0 16,1 0-96-16,-1 1-32 0,-1-1 0 0,-1 0 0 15,-4-1-128-15,-1-1 0 0,3 0 0 0,-2-1 0 16,1 1 0-16,-1 0 0 0,-2-1 0 15,0 0 0-15,-2 0 0 0,-3 2 0 0,-4-3 0 0,-20 4 0 16,33-5 0-16,-33 5 0 0,22-3 0 0,-15 1 0 16,-2 2 0-16,-3 0 0 15,-2-2-160-15,-2 4 160 0,-2-2-1856 16,-3 2-256-16</inkml:trace>
  <inkml:trace contextRef="#ctx0" brushRef="#br0" timeOffset="57599.25">10263 8148 10127 0,'-2'0'448'0,"0"-1"96"0,1 0-544 0,0 1 0 0,1 0 0 0,0 0 0 16,-1 0 1856-16,0 0 272 0,0 1 48 0,0 0 16 15,0 1-16-15,-1 1 0 0,0-1 0 0,1 3 0 16,0-2-688-16,0 2-144 0,0 1-16 0,0 1-16 16,0 0-352-16,0 1-64 0,1-8 0 0,0 0-16 15,-1 24-272-15,1-24-48 0,0 0-16 0,-2 28 0 16,2-28-288-16,0 0-48 0,-2 27-16 0,2-27 0 15,-3 23-192-15,1-12 0 0,0 1 128 0,1-3-128 16,1-9 0-16,-2 20 128 0,2-20-128 0,0 0 0 16,-2 24 0-16,2-24 0 0,0 0 0 0,0 0 0 0,0 0-144 0,0 0-32 15,0 0 0-15,0 0 0 16,0 0-464-16,8-5-80 0,-7 1-32 0,0-2 0 16,0-1-32-16,-1-2-16 0,0 0 0 0,0-1 0 15,0 0-160-15,0 0-16 0,0-1-16 0,-1 1 0 0,1-4 624 0,-1-2 128 16,1 1 32-16,-1-1 0 0,2-1 208 0,0 1 240 15,0 3-48-15,0 0-16 0,2 3 272 0,-2 1 64 16,2 1 16-16,0 2 0 0,1 0 176 0,-1 2 48 16,1 1 0-16,1-1 0 0,-1 1-208 0,-1 2-32 15,3 0-16-15,-2-1 0 0,0 2-48 0,1-2-16 0,-5 2 0 0,0 0 0 16,0 0-64-16,0 0-16 0,0 0 0 0,0 0 0 16,35 9-160-16,-35-9-48 0,0 0 0 0,0 0 0 15,0 0-144-15,0 0 0 0,33 33 0 0,-33-33 0 16,0 0 0-16,0 0 0 0,0 0 0 0,18 40 0 15,-18-40 0-15,0 0 0 0,4 31 0 0,-4-31 0 16,0 0 0-16,1 28 128 0,-1-20-128 0,0 1 0 16,0-1 0-16,-1 0 0 0,0 1 0 0,1-1 0 15,-1-1 0-15,1-1 0 0,0 0 0 0,0-1 0 16,0 0-192-16,0-1-64 0,0-1 0 0,1-1-16 16,0 1-1760-16,0-3-336 15</inkml:trace>
  <inkml:trace contextRef="#ctx0" brushRef="#br0" timeOffset="57835.64">10438 8232 3679 0,'0'0'320'0,"0"0"-320"0,0 0 0 0,0-1 0 0,1 1 1776 0,1 0 272 15,0-2 64-15,0 2 16 0,3-3 1104 0,3-1 224 16,1 1 32-16,3-2 16 0,1 1-1056 0,0-1-208 15,0 0-32-15,-13 5-16 0,25-4-784 0,-25 4-176 16,0 0-16-16,30-3-16 0,-30 3-752 0,0 0-128 16,0 0-48-16,0 0 0 0,33 7-272 0,-33-7 0 0,0 0 128 15,0 0-128-15,0 0 0 0,0 0-192 0,0 0 16 0,0 0-10768 32,0 0-2176-32</inkml:trace>
  <inkml:trace contextRef="#ctx0" brushRef="#br0" timeOffset="58104.32">10857 8072 8287 0,'4'-4'368'0,"-2"1"80"0,2 1-448 0,-4-1 0 16,1 3 0-16,-1 0 0 0,1 0 2640 0,0-2 448 15,1 2 96-15,0-1 16 0,0 2-16 0,-1 1 0 16,0 1 0-16,-1 0 0 0,0-3-1088 0,0 0-224 15,-1 25-32-15,1-25-16 0,-1 24-992 0,1-24-192 16,0 29-32-16,0-29-16 0,1 29-368 0,-1-29-80 16,2 29-16-16,-2-29 0 0,1 30-128 0,-1-30 128 15,0 0-128-15,6 35 128 0,-6-35-128 0,0 0 0 16,0 0 0-16,8 34 0 0,-8-34-336 0,0 0-48 16,0 0-16-16,0 0-17264 0</inkml:trace>
  <inkml:trace contextRef="#ctx0" brushRef="#br0" timeOffset="59077.81">11770 7508 5519 0,'-1'0'240'0,"1"0"64"0,0 0-304 0,-1-2 0 16,1 2 0-16,0 0 0 0,0 0 1104 0,0 0 176 15,-1 0 16-15,0 0 16 0,1 0 112 0,-1 0 32 0,0 0 0 0,0 0 0 16,0 0-288-16,0-2-48 0,1 2-16 0,-1 0 0 16,0 0-80-16,-1-1 0 0,0 1-16 0,0 0 0 15,0 0-16-15,0 0 0 0,0 0 0 0,-1 0 0 16,0 0-160-16,0 0-48 0,0 0 0 0,-1 0 0 31,0 0-144-31,0 0-48 0,-1 0 0 0,-1 0 0 0,2 0 48 0,-2 0 0 0,1 0 0 0,0 0 0 16,-2 0-256-16,1 0-64 0,-2 0 0 0,0 0 0 15,1 0-128-15,-2-2-48 16,0 2 0-16,0-3 0 0,0 3 48 0,-1-2 16 0,-1 2 0 0,1-1 0 16,0 1 64-16,0-1 16 0,-1 1 0 0,2 0 0 0,0 1 16 0,0 0 0 15,0-1 0-15,1 2 0 0,1-1-80 0,1 1-16 16,0 0 0-16,1-2 0 15,0 1-80-15,0 1 0 0,2-2-128 0,-1 0 192 0,1 2-192 0,0-2 0 16,1 0 128-16,0 0-128 0,1 0 0 0,0 0 128 16,1-2-128-16,-1 2 0 0,1 0 192 0,0 0-48 15,0 0-16-15,0 0 0 0,0 0-128 0,1 0 192 16,-1 0-192-16,0 0 192 0,-1 0-192 0,1 0 0 16,0 2 0-16,0-2 128 0,0 0-128 0,-1 2 0 15,1 1 0-15,0-1 0 16,0 1 0-16,0-1 0 0,0 2 128 0,0-1-128 0,0-3 0 0,0 0 0 0,0 0 0 15,0 0 0-15,4 33 0 0,-4-33 0 0,0 0 0 0,3 33 0 16,-3-33 0-16,0 0 0 0,3 39 0 0,-3-39 0 16,1 30 0-16,-1-30 0 0,2 34 0 0,-2-34 0 15,0 32 0-15,0-32 0 0,-1 32 0 0,1-32 0 16,-1 32 0 0,1-32 0-16,-1 31 0 0,1-31 0 0,-2 29 0 0,2-29 0 15,-2 30 0-15,2-30 0 0,-4 29 0 0,4-29 0 0,-6 31 0 0,6-31 0 16,-6 31 0-1,6-31 0-15,-8 35 0 0,3-16 0 0,5-19 0 0,-8 31 0 0,8-31 0 0,-9 31 0 0,9-31 0 16,-4 23 0-16,4-23 0 0,0 0 0 16,-1 29 0-16,1-29 0 0,0 0 0 0,0 0 0 15,0 0 0-15,0 0 0 0,0 0 0 0,0 0 0 0,11 35 0 0,-11-35 0 16,0 0 0-16,0 0 0 0,0 0 0 0,0 0 0 16,0 0 0-16,0 0 0 0,0 0 0 0,33 8 0 15,-33-8 0-15,0 0 0 0,0 0 0 0,29 1 0 16,-29-1 128-16,0 0-128 0,0 0 0 0,35 1 0 15,-35-1 144-15,0 0-144 0,31 2 0 0,-31-2 0 16,0 0 0-16,29-2 128 0,-29 2-128 0,0 0 0 16,27-1 0-16,-27 1 0 15,0 0-480-15,24-1-16 0,-24 1 0 0,0 0-17312 0</inkml:trace>
  <inkml:trace contextRef="#ctx0" brushRef="#br0" timeOffset="60289.21">11876 7802 8287 0,'-3'0'736'0,"1"0"-592"0,1 0-144 0,1 0 0 15,0 0 1184-15,0 0 208 0,0 0 32 0,-1 0 16 16,0 0 976-16,0-2 192 0,3-1 32 0,1 1 16 16,1-1-608-16,1 1-128 15,2 0-32-15,0-2 0 0,1 1-544 0,2 0-96 0,0 1-32 0,-10 2 0 16,21-5-288-16,-21 5-64 0,22-2-16 0,-22 2 0 16,0 0-336-16,31 3-64 0,-31-3 0 0,0 0-16 15,0 0-304-15,36 11-128 0,-36-11 0 0,0 0 128 16,0 0-128-16,0 0 0 0,34 14 0 0,-34-14 0 15,0 0-448-15,0 0 0 0,0 0-16 0,0 0 0 16,0 0-1856-16,0 0-368 0</inkml:trace>
  <inkml:trace contextRef="#ctx0" brushRef="#br0" timeOffset="60788.93">11893 7819 3679 0,'-5'-1'160'0,"1"1"32"0,0-2-192 0,2 2 0 16,1 0 0-16,0 0 0 0,1 0 1824 0,-2 0 320 15,-1 0 64-15,-1 0 16 0,0 2 160 0,3-2 48 0,-1 1 0 0,1 1 0 16,0 1-640-16,1 0-112 0,1 0-16 0,-1-3-16 16,0 0-208-16,0 0-32 0,0 0-16 0,0 0 0 15,0 0-400-15,22 34-80 0,-22-34-16 0,0 0 0 16,0 0-320-16,0 0-64 16,0 0 0-16,36 33-16 0,-36-33-304 0,0 0-64 15,0 0-128-15,0 0 192 0,28 35-192 0,-28-35 0 16,0 0 0-16,0 0 0 0,8 34 0 0,-8-34 0 15,0 0 0-15,-6 27 0 0,2-16 0 0,0-2 0 16,-2 0 0-16,0 1 0 0,-2 2 0 0,1-3 0 16,-1-1 0-16,1 1 0 0,-1-2 0 0,1-1 0 15,1 0 0-15,0-1 0 0,-1-1 0 0,1-1 0 16,0 2 0-16,1-3 0 0,-1-1 0 0,1 0 0 16,-1 1 0-16,1 1 0 0,0-1 0 0,-1-2-128 15,2 3 128-15,0-3 0 0,0 1 0 0,1 0 0 0,0 1 0 0,0-1 0 16,1 1 0-16,0-2 0 0,1 2 0 0,1-1 0 15,0-1 0-15,0 0 0 0,0 0 0 0,0 0 0 16,0 0 0-16,0 0 0 0,0 0 128 0,0 0-128 16,31-5 384-16,-31 5 48 0,20-7 0 0,-8 2 0 15,2 0-128-15,1-2-32 0,1 2 0 0,2-2 0 16,0 1-80-16,1 0-32 0,-1 1 0 0,0 1 0 16,-18 4-160-16,34-7 160 0,-34 7-160 0,34-4 160 15,-34 4-160-15,31-4 0 0,-31 4 0 0,29-2 0 16,-29 2 0-16,24-3 0 0,-24 3 0 0,0 0 0 15,29-4 0-15,-29 4 0 0,0 0 0 0,16-8 0 16,-14 6-1376-16,-1 0-160 0</inkml:trace>
  <inkml:trace contextRef="#ctx0" brushRef="#br0" timeOffset="61361.31">12341 7736 4607 0,'1'-3'400'0,"-1"1"-400"15,1 2 0-15,-1 0 0 0,0 0 2048 0,0 0 336 16,1 2 64-16,0-2 16 0,0 3 960 0,0-1 192 16,-1-2 32-16,0 0 16 0,0 0-1424 0,0 0-272 15,10 40-64-15,-10-40-16 0,0 0-736 0,0 0-128 16,18 40-48-16,-18-40 0 0,0 0-496 0,0 0-96 15,29 32-32-15,-29-32 0 0,0 0-352 0,0 0 144 16,0 0-144-16,0 0 0 0,36 23 0 0,-36-23 0 0,0 0 0 16,0 0 0-1,0 0-272-15,24-5-112 0,-18 3-32 0,-1-3 0 16,-1 0-1696-16,1 1-352 0,0-3-64 0,0 2-16 16,-1-2-1136-16,0 1-224 0,-2 0-64 0,1-1 0 0,1-2 880 0,-3 1 160 15,0-1 48-15,-1-1 0 0,0-1 1728 16,0 1 368-16,-1 1 64 0,1-1 16 0,-2 0 1808 0,1 1 368 0,-1 2 80 0,1 0 16 15,-1 2 592-15,1 1 112 0,1 3 32 0,-1 1 0 16,1 0 96-16,-2 3 32 0,1-1 0 0,-1 3 0 16,2-5-384-16,0 0-80 0,-4 19-16 0,4-19 0 0,-4 18-528 15,4-18-96-15,-3 22-32 0,3-22 0 0,-3 25-576 16,3-25-112-16,-4 29-32 0,4-29 0 0,-2 32-224 0,2-32-48 16,0 32-16-16,0-32 0 0,-1 34 32 0,1-34 0 15,-2 33 0-15,2-33 0 0,-4 35-96 0,4-35-16 16,-4 34 0-16,4-34 0 0,-4 30-208 0,4-30 144 15,-5 26-144-15,5-26 128 0,-5 22-128 0,5-22 0 16,0 0 0-16,-4 19 0 0,1-16 0 0,1 0 128 16,-1-2-128-16,1-1 0 0,-2 2 0 0,0-4 0 15,-1 2 0-15,0-1 0 0,-2 0 0 0,0-1 0 16,-1 1 0-16,-3-1 0 0,0-1 0 0,0 1-272 16,-1 1 32-16,1 0 16 15,1-1-1920-15,1 2-384 0,1-2-80 0,2 1-12320 0</inkml:trace>
  <inkml:trace contextRef="#ctx0" brushRef="#br0" timeOffset="61754.1">12549 8068 5519 0,'0'0'240'0,"0"0"64"0,0 0-304 0,0 0 0 0,0 0 0 0,0 0 0 15,0 0 2320-15,0 0 416 0,0 0 80 0,0 0 0 16,30 3-32-16,-30-3-16 0,15-11 0 0,-8 7 0 16,1-4-1056-16,0 2-224 0,0-1-32 0,-1 2-16 0,1 0-736 0,-2 0-128 15,0 1-48-15,-2 1 0 0,-4 3-208 0,0 0-64 16,13-6 0-16,-11 5 0 0,0 1-256 0,-1 0 0 16,0 0 0-16,0 0 0 0,-1 0 0 0,-1 1 0 15,0 2 0-15,-1-2 0 0,-1 3 0 0,1 0 0 16,-2 0 0-16,1 3 0 0,-1-1 0 0,4-6 0 15,-5 18 192-15,5-18-192 0,-6 20 208 0,6-20-64 16,0 0-16-16,-3 29 0 0,3-29-128 0,0 0 0 16,3 29 0-16,-3-29 128 0,0 0-128 0,0 0 0 0,0 0 0 0,14 35 0 15,-14-35 0-15,0 0 0 16,0 0 0-16,0 0 0 0,0 0 0 0,0 0 0 16,0 0 0-16,34 12 0 0,-30-15 0 0,2-1-144 0,-3 0 0 0,1-2 0 31,1 2-1264-31,-1-3-256 0,-1 2-64 0,1-3-11664 0</inkml:trace>
  <inkml:trace contextRef="#ctx0" brushRef="#br0" timeOffset="61942.64">12653 7879 6447 0,'-1'1'576'15,"0"1"-576"-15,1-1 0 0,0-1 0 0,1 2 2288 16,-1-2 336-16,1 2 80 0,-1 1 16 0,0-3 336 0,0 0 64 15,0 0 16-15,0 0 0 0,0 0-1152 0,0 0-208 16,0 0-48-16,26 30-16 0,-26-30-992 0,0 0-192 16,0 0-32-16,0 0-16 15,0 0-752-15,0 0-160 0,0 0-16 0,0 0-14848 16</inkml:trace>
  <inkml:trace contextRef="#ctx0" brushRef="#br0" timeOffset="62367.8">12694 7529 8287 0,'0'-4'368'0,"0"1"80"0,0 2-448 0,1 0 0 0,0 1 0 0,0-2 0 16,0 2 1808-16,2-3 288 0,0 1 48 0,2-3 16 15,2 1-16-15,0-1 0 0,1 1 0 0,-1 1 0 16,1 0-16-16,1 0 0 0,-1 3 0 0,-8 0 0 16,0 0-624-16,0 0-128 0,0 0-32 0,0 0 0 15,36 12-816-15,-36-12-160 0,0 0-48 0,0 0 0 16,0 0-320-16,0 0 0 0,0 0 0 0,2 36 0 0,-5-31 0 0,-1 2 0 16,-1 0 0-16,-1-2 0 15,-1 0-208-15,1 0-16 0,-2-1 0 0,2 1 0 16,-2-2-32-16,2 1 0 0,-1-2 0 0,2 0 0 0,0 1 256 0,0-1 0 15,3-1-160-15,1 1 160 0,0-2 0 0,0 0 0 16,2 1 0-16,1-1 0 0,-1 1 368 0,3-1-16 16,1 0 0-16,-5 0 0 0,0 0 288 15,0 0 64-15,30 2 16 0,-30-2 0 0,0 0-384 16,33-2-80-16,-33 2 0 0,0 0-16 0,34 2-240 0,-34-2 0 16,0 0 0-16,32-2 0 0,-32 2 0 0,0 0 0 0,28 0 0 0,-28 0 0 31,0 0-1680-31,0 0-336 0</inkml:trace>
  <inkml:trace contextRef="#ctx0" brushRef="#br0" timeOffset="63518.62">13057 7831 3679 0,'0'-1'320'0,"0"1"-320"16,1 0 0-16,-1 0 0 0,0 0 704 0,0 0 80 16,1-2 16-16,0 2 0 0,0-1 288 0,0 0 48 15,0 1 16-15,0-2 0 0,0 1 192 0,-1 1 32 16,0 0 16-16,0 0 0 0,1 0-48 0,-1 0-16 16,0 0 0-16,0 0 0 0,0 0-208 0,0 0-32 15,0 0-16-15,-1 0 0 16,2 1-192-16,-1-1-48 0,0 2 0 0,0-2 0 0,0 0-176 0,0 0-32 0,-1 1-16 0,1-1 0 31,0 1-128-31,0-1-32 0,-1 0 0 0,1 0 0 16,0 0-96-16,1 0-32 0,-1 0 0 0,0 0 0 0,0 0-80 0,0 0-32 0,0 0 0 0,0 0 0 15,0 0-80-15,1 2 0 0,-1-2-128 0,0 0 192 16,0 0-192-16,0 0 0 0,0 0 128 0,0 1-128 16,-1 1 0-16,1-2 0 0,0 2 0 0,0-2 0 31,-1 0 0-31,1 1 0 0,0-1 0 0,0 2 0 0,-1-2 0 0,0 0 0 0,1 0 0 0,-1 2 0 31,0-2 0-31,0 0 0 0,1 0 0 0,-1 0 0 0,0 0 0 0,1 0 0 0,-1 0 0 0,1 0 0 0,0 0 0 0,0 0 0 16,0 0 0-16,0 0 0 0,1 0 0 0,-1 0 0 15,1-2 0-15,0 2 0 0,0 0 0 0,-1 0 0 16,1 0 0-16,0 0 0 0,0 0 128 0,-1-2-128 16,1 2 0-16,-1 0 0 15,0 0 0-15,0 0 128 16,0 0-128-16,0 0 0 0,0 0 0 0,0 0 128 15,0 0-128-15,-1 0 0 0,1 2 192 0,-1-2-64 16,1 0-128-16,0 0 192 0,0 0-192 0,0 2 176 16,0-2-176-16,0 0 160 0,0 0-16 0,0 0 0 15,0 0 0-15,0 0 0 0,0 0 80 0,0-2 16 0,0 2 0 0,0 0 0 16,0 0-48-16,1-2 0 0,-1 2 0 0,0 0 0 16,1-1-16-16,-1 1-16 0,0 0 0 0,0 0 0 15,1 0-32-15,-1 0 0 0,0-2 0 0,1 2 0 16,0 0-128-16,0 0 0 0,1 0 144 0,1 0-144 15,0 0 0-15,-1-2 144 0,3 1-144 0,0 1 0 16,-1 0 256-16,2-2-48 0,-1 2-16 0,-5 0 0 16,0 0-16-16,25-2-16 0,-25 2 0 0,0 0 0 15,27 0-16-15,-27 0 0 0,0 0 0 0,29-2 0 16,-29 2 48-16,0 0 16 0,25 0 0 0,-25 0 0 0,0 0-208 0,0 0 128 16,0 0-128-16,0 0 0 0,0 0 0 0,0 0 0 15,0 0 0-15,0 0 0 0,0 0 0 0,0 0 0 16,0 0 0-16,0 0 0 15,0 0-1056-15,0 0-208 0</inkml:trace>
  <inkml:trace contextRef="#ctx0" brushRef="#br0" timeOffset="63961.96">13695 7416 15663 0,'2'-5'688'0,"-1"2"144"0,0 3-656 0,0-2-176 16,0 0 0-16,0 2 0 0,0-2 1648 0,-1 1 288 15,2-1 64-15,1-1 16 0,-1 0 64 0,1 2 16 16,-1-1 0-16,-1 2 0 0,-1 0-672 0,0 0-128 15,0 0-16-15,0 0-16 0,0 0-368 0,0 36-80 16,0-36-16-16,0 0 0 0,-3 39-400 0,3-39-80 16,-4 31 0-16,4-31-16 0,-4 33-128 0,4-33-32 15,-1 33 0-15,1-33 0 0,0 0-144 0,3 41 0 0,-3-41 0 0,0 0 0 32,5 33-528-32,-5-33-192 0,0 0-48 0</inkml:trace>
  <inkml:trace contextRef="#ctx0" brushRef="#br0" timeOffset="64307.86">13530 7764 7359 0,'-6'2'160'0,"2"-1"32"0,0 1 16 0,1 0 0 16,2-2-208-16,0 0 0 0,1 1 0 0,-3-1 0 0,0 2 1152 0,-1 0 176 15,1-1 32-15,0 0 16 0,1-1 624 0,1 0 128 16,2 2 32-16,-1-2 0 0,2 0-32 0,-2 0 0 16,0 0 0-16,0 0 0 15,0 0-560-15,0 0-112 0,26-3-32 0,-26 3 0 0,0 0-448 0,27-5-80 16,-27 5-32-16,27-3 0 0,-27 3-288 0,33-3-48 16,-33 3-16-16,40-4 0 0,-17-1-96 0,0 0-32 15,2 1 0-15,0-2 0 0,0 0-160 0,0 1-32 16,0-1-16-16,0 1 0 0,-3-1-176 0,0 2 0 0,0-3 144 15,0 2-144-15,-22 5 0 0,38-8 0 0,-38 8 0 0,29-6 0 16,-29 6 0-16,22-3 0 0,-22 3 0 0,0 0 0 31,0 0-768-31,0 0-64 0,0 0 0 0,0 0-16048 0</inkml:trace>
  <inkml:trace contextRef="#ctx0" brushRef="#br0" timeOffset="64888.5">13600 7933 9215 0,'-1'0'816'0,"0"0"-656"0,1 0-160 16,0-1 0-16,0 1 2048 0,0 0 368 0,0-2 80 0,-1 2 0 15,1-1 512-15,0 0 112 0,0-2 16 0,0 3 0 16,1-2-960-16,-1 2-192 16,1 0-48-16,0 2 0 0,-1-2-848 0,0 0-192 15,0 0-16-15,0 0-16 0,0 0-448 16,1 31-96-16,-1-31 0 0,0 0-16 0,-2 31-304 0,2-31 160 16,-3 27-160-16,3-27 128 0,-2 30-128 0,2-30 0 15,-4 28 0-15,4-28 0 0,-2 26 0 0,2-26 0 0,-4 22 0 0,4-22 0 16,0 0 0-16,-5 24 0 0,5-24 0 0,0 0 0 15,0 0 0-15,0 0 0 0,0 0 0 0,0 0 0 0,0 0 0 0,0 0 0 16,0 0 0-16,2-5 0 0,0 0 0 0,0-2 0 16,1-2 0-16,-2 0 0 15,2-2 0-15,-1-1 0 16,0 0-128-16,0-1 128 0,0 0 0 0,-1-1 0 16,0 0 0-16,1 1 0 0,0 0 0 0,1 0 0 15,2 0 0-15,-1-3 0 0,2 4 0 0,-1 2 0 16,2 1 0-16,-1 4 0 0,3-3 0 0,-1 4 0 15,-8 4 0-15,18-7 0 0,-18 7 0 0,0 0 0 16,26-5 176-16,-26 5-176 0,0 0 208 0,0 0-48 16,0 0-16-16,36 13 0 0,-36-13-144 0,0 0 0 15,0 0 0-15,25 37 128 0,-25-37-128 0,0 0 0 16,13 40 0-16,-13-40 0 0,0 0 0 0,7 43 0 0,-7-43 0 0,0 0 0 16,2 36 0-16,-2-36 0 0,0 0 0 0,-2 25 0 15,2-25 0-15,0 0 0 0,0 0-192 0,0 0-18272 16</inkml:trace>
  <inkml:trace contextRef="#ctx0" brushRef="#br0" timeOffset="67375.55">14352 7463 3679 0,'2'-2'320'0,"-1"1"-320"0,0-1 0 0,0 2 0 16,-1 0 944-16,0-1 112 0,0 1 32 0,1-1 0 16,0 1 928-16,-1-2 192 0,0 0 32 0,0 1 16 15,0-1-576-15,-1 2-112 16,0-2-32-16,-1 1 0 0,2 1-64 0,-2-2 0 0,-1 2-16 15,0 0 0-15,0-2-304 0,-1 0-64 0,-1 1-16 0,-1 1 0 16,1-2-208-16,-2 0-32 0,1 1-16 0,-2-1 0 31,1 0-240-31,0 0-64 0,0 0 0 0,0-1 0 0,0 2-112 0,1-2-16 16,-1 0-16-16,2 0 0 0,-1-1-16 0,2 1 0 0,0 1 0 0,0-1 0 16,1 1-160-16,1-1-48 0,0 1 0 0,0 1 0 15,1 0-144-15,0 1 192 0,1-2-192 0,0 2 192 0,0-2-48 0,1 1 0 16,0 1 0-16,0-2 0 0,0 1-16 15,0 1 0 1,0 0 0-16,0 0 0 0,0 0-128 0,0 1 0 0,0 1 0 0,1-2 128 16,-1 1-128-16,0 1 0 0,1 0 0 0,-1 0 0 0,0 0 0 0,0 1 0 15,-1 2 0-15,0-1 0 0,0 1 0 0,0 2 0 16,0-7 0-16,0 0 0 0,0 0 0 0,1 38 0 16,-1-38 0-16,0 0 0 0,1 43 0 0,-1-43 128 15,0 36-128-15,0-36 0 0,1 49 0 0,-1-49 0 16,-1 52 0-16,1-52 0 0,-1 50 0 0,1-50 0 15,0 46 0-15,0-46 0 16,0 40 0-16,0-40 0 0,1 35 0 0,-1-35 0 0,0 35 0 0,0-35 0 0,0 30 0 16,0-30 0-16,-1 32 0 0,1-32 0 15,-1 36 0-15,1-36 0 0,-1 33 0 0,1-33 0 16,-3 35 128-16,3-35-128 0,-1 34 0 0,1-34 0 0,0 0 0 0,0 40 0 16,0-40 0-16,0 0 0 0,2 31 0 0,-2-31 0 15,0 0 0-15,0 0 0 16,0 0 128-16,0 0-128 15,0 0 0-15,0 0 0 0,0 0 0 0,0 0 0 16,0 0 128-16,0 0-128 0,0 0 192 0,0 0-64 16,0 0 0-16,34 14 0 0,-28-19 0 0,0 2 0 15,-6 3-128-15,13-6 0 0,-13 6 0 0,0 0 0 16,21-5 0-16,-21 5 0 0,0 0 0 0,0 0 0 0,32 0 0 0,-32 0 0 16,0 0 0-16,0 0 0 0,32 7 0 0,-32-7 0 15,0 0 0-15,0 0-12176 16,33 5-2336-16</inkml:trace>
  <inkml:trace contextRef="#ctx0" brushRef="#br0" timeOffset="68393.59">14619 7617 6447 0,'-3'0'576'0,"1"0"-576"15,2 0 0-15,0 0 0 0,-1 0 1056 0,1 0 96 16,-2 0 32-16,1-2 0 0,-2 1 864 0,1 0 192 16,0 1 16-16,1-1 16 0,1 1-224 0,0 0-32 15,1-1-16-15,0 1 0 0,1 0-448 0,1 0-80 16,0 1-32-16,1-1 0 0,-4 0-240 0,0 0-48 15,0 0-16-15,28 1 0 0,-28-1-352 0,0 0-64 16,33-1-16-16,-33 1 0 0,29-1-208 0,-29 1-48 16,33-3-16-16,-33 3 0 0,35-2-192 0,-35 2-48 0,31 0 0 0,-31 0 0 15,29 0-192-15,-29 0 0 0,27-1 128 0,-27 1-128 16,0 0 0-16,33 0 0 0,-33 0 0 0,0 0 0 16,28-4 0-16,-28 4 0 0,0 0 0 0,20-4 0 15,-14 3-272-15,-2-2 0 0,-1 1 0 0,-3 2 0 31,0-2-1456-31,-3 2-304 0,-1 0-48 0,-2 2-8272 0,-2 0-1648 0</inkml:trace>
  <inkml:trace contextRef="#ctx0" brushRef="#br0" timeOffset="68958.48">14685 7638 3679 0,'-2'0'160'0,"1"0"32"0,0 0-192 0,0-2 0 15,1 2 0-15,0 0 0 0,-1 0 1856 0,1 0 336 16,0-1 64-16,-1 0 16 0,0 1 96 0,-1-2 32 15,1 1 0-15,1 1 0 0,-1 1-464 0,-1 1-80 16,1-1-32-16,-1 0 0 0,1 1-384 16,0 3-80-16,0-2-16 0,1-3 0 0,0 0-384 0,0 0-96 15,0 0-16-15,0 0 0 0,0 0-256 0,7 35-48 16,-7-35-16-16,0 0 0 0,0 0-16 0,0 0-16 16,0 0 0-16,29 36 0 0,-29-36-176 0,0 0-48 15,0 0 0-15,29 25 0 0,-29-25-144 0,0 0-128 16,0 0 144-16,0 0-144 0,31 34 0 0,-31-34 0 0,0 0 0 0,0 0 0 15,0 0 0-15,13 33 0 0,-13-33 0 0,0 0 0 16,0 0 0-16,-6 24 0 0,1-17 0 0,0-3 0 16,-1 2 0-16,0 0 0 0,-1-1 0 0,0 0 0 15,0 0 0-15,0 0 0 0,0-2 0 0,-1 0 0 16,1 2 0-16,-2-1 0 0,2-1 0 0,-2 2 0 16,0-2 0-16,1 1 0 0,-1 1 0 0,0-2 0 15,0 1 0-15,1 1 0 0,-1 1 0 0,0-2 0 16,1 1-224-16,0-1 64 0,2 0 16 0,-1-1 0 15,3 2 0-15,-1-3 0 0,1 0 0 0,2-1 0 0,0 1 144 0,0 0 0 16,1-2 0-16,0 0 0 0,1 0 0 16,1 0 0-16,0 0 0 0,1 0 0 0,0 0 0 0,1-2 0 15,1 0 0-15,1 1 0 0,0-1 128 0,-5 2 16 16,13-4 0-16,-5 1 0 0,0 0 64 0,-8 3 16 16,18-4 0-16,-8 0 0 0,-10 4-64 0,23-3-16 15,-23 3 0-15,27-5 0 0,-27 5-144 0,29-2 160 16,-29 2-160-16,32-2 160 0,-32 2-32 0,34 0-128 15,-34 0 192-15,36 2-64 0,-36-2-128 0,33 1 160 16,-33-1-160-16,31 3 160 0,-31-3-160 0,0 0 0 16,34 3 0-16,-34-3 128 0,0 0-128 0,25 0 0 15,-25 0 0-15,0 0 0 0,0 0 0 0,0 0 0 0,0 0 0 0,0 0-12368 16,0 0-2416 0</inkml:trace>
  <inkml:trace contextRef="#ctx0" brushRef="#br0" timeOffset="70878.5">15121 7710 3679 0,'0'-2'320'0,"0"1"-320"0,0 1 0 0,0-2 0 15,0 2 1152 1,0 0 144-16,0-2 48 0,0-1 0 0,0 1 304 0,0-3 64 0,0 2 16 0,1 1 0 16,0 0 112-16,0 0 16 0,0-1 16 15,0 1 0-15,1 0-144 0,0 1-16 0,-1-1-16 0,1 2 0 16,-1-2-352-16,1 0-80 0,0 1-16 0,0 1 0 0,0 0-480 0,-1 0-80 31,-1 0-32-31,0 0 0 0,0 0-32 0,0 0-16 16,0 0 0-16,0 0 0 0,11 33 32 0,-11-33 16 15,0 0 0-15,6 36 0 0,-6-36-272 0,0 0-48 16,9 38-16-16,-9-38 0 0,0 0-176 0,14 36-144 16,-14-36 192-16,0 0-192 0,0 0 128 0,20 32-128 15,-20-32 0-15,0 0 0 0,0 0 0 0,0 0 0 0,0 0 0 16,32 15 0-16,-32-15 0 0,8-3-192 0,-4-1 48 0,-1-1 16 31,2-1-848-31,-1 0-176 0,-1-2-16 0,0 0-16 16,0 1-1360-16,-1-1-272 0,1-1-48 0,-2 0-16 15,0-1 448-15,0 0 96 0,-1 1 16 0,1-2 0 16,-1 1 1232-16,0-1 256 0,-1 0 64 0,1-1 0 0,0 0 768 0,0 1 176 0,-1-1 16 0,1 1 16 16,0 1 640-16,0 2 128 0,-1 1 32 0,1 0 0 15,0 5 400-15,0 0 64 0,0 4 32 0,0-2 0 16,0 0 64-16,0 0 16 0,0 0 0 0,-2 24 0 16,2-24-176-16,-2 26-48 0,2-26 0 0,-2 31 0 15,2-31-528-15,-1 37-96 0,1-37-32 0,0 40 0 0,0-40-208 0,0 41-48 16,0-41-16-16,2 41 0 0,-2-41-208 0,1 42-32 15,-1-42-16-15,0 42 0 0,0-42-176 0,-1 46 0 16,1-46 0-16,-6 43 128 0,2-21-128 0,4-22 0 16,-12 35 0-16,4-19 0 0,1-4 0 0,-2-3 0 15,1 0 0-15,-1-3 128 0,1 0 176 0,-2-1 16 16,2-2 16-16,-1-1 0 0,0-2-208 0,-1-4-128 16,-1-1 128-16,1 0-128 0,0 0 0 0,-2-2 0 15,1-3 0-15,1 1 0 0,-1 0 0 0,0-1 0 16,0 0 0-16,0 1-12160 15,1 0-2416-15</inkml:trace>
  <inkml:trace contextRef="#ctx0" brushRef="#br0" timeOffset="72609.03">15480 8027 5519 0,'-1'0'496'0,"1"1"-496"0,-1 1 0 0,1-2 0 16,0 0 1536-16,-1 0 192 0,1 0 64 0,-1 2 0 16,1-2 512-16,0 0 128 15,0 0 0-15,0 0 16 16,0 0-336-16,0 0-80 0,0 0-16 0,0 0 0 0,0 0-416 0,0 0-96 0,0 0-16 0,21-7 0 0,-15 4-496 15,-1-1-96-15,-5 4-32 0,13-7 0 16,-13 7-320-16,16-10-64 0,-16 10-16 0,17-9 0 0,-17 9-192 16,14-10-32-16,-14 10-16 0,13-9 0 0,-13 9-224 0,11-5 128 15,-7 3-128-15,-1-1 0 16,-3 3 0-16,0 0 0 0,0 0 0 16,0 0 0-16,0 0 0 0,0 0 0 0,0 0 0 0,0 0 0 15,0 0 0-15,0 0 0 16,0 0 0-16,0 0 0 0,0 0 0 0,-2 27 0 15,2-27 0-15,-8 17 0 0,8-17 0 0,-9 23 0 0,9-23 0 0,-10 26 0 16,10-26 0-16,-6 27 128 0,6-27-128 0,-4 29 144 0,4-29-144 0,0 0 128 0,0 32-128 16,0-32 128-1,0 0-128-15,0 0 0 0,0 0 0 0,0 0 0 0,25 30 0 0,-25-30 0 16,0 0 0-16,0 0 0 16,22-6 0-16,-22 6-192 0,12-10 0 0,-7 2 16 31,1 2-1696-31,-2-2-352 0</inkml:trace>
  <inkml:trace contextRef="#ctx0" brushRef="#br0" timeOffset="72849.67">15569 7812 7359 0,'-1'2'656'0,"1"-2"-528"15,0 0-128-15,0 0 0 0,0 0 2032 0,0 0 368 16,0 0 80-16,0 0 16 0,0 0 752 0,0 0 144 15,20 31 48-15,-20-31 0 0,0 0-1008 0,0 0-208 16,36 14-48-16,-36-14 0 0,0 0-1344 0,0 0-288 16,34 5-48-16,-34-5-16 0,0 0-480 0,0 0 0 15,0 0 0-15,28 0 0 16,-28 0-976-16,0 0-192 0,0 0-48 0,0 0-14528 0</inkml:trace>
  <inkml:trace contextRef="#ctx0" brushRef="#br0" timeOffset="74873.45">15901 7264 5519 0,'0'0'496'0,"0"0"-496"0,0 0 0 0,-1 0 0 15,1 0 1296-15,-1 0 176 0,0 1 16 0,0 0 16 0,1-1 784 0,-1 2 144 16,1-1 48-16,1 1 0 0,-1-2-496 0,0 0-80 16,0 0-32-16,0 0 0 0,0 0-336 0,0 0-80 15,29 5-16-15,-29-5 0 0,0 0-448 0,25-2-96 16,-25 2 0-16,0 0-16 0,26-3-304 0,-26 3-48 16,21-2-16-16,-21 2 0 0,21-3-112 0,-21 3-16 15,21-1-16-15,-21 1 0 0,0 0-112 0,27-1-32 16,-27 1 0-16,0 0 0 0,22-2-224 0,-22 2 176 0,0 0-176 0,0 0 160 15,22-2-160-15,-18 2 0 0,-1 0 0 0,-2 0 0 16,1 0 0-16,-1 0 0 0,-1 2 0 0,0-2 0 16,-1 2 0-16,0-1 0 15,0 0 0-15,-1 1 0 0,0 1 0 0,-1 0 0 0,-1 1 0 0,1 1 0 16,0 0 0-16,3-5 0 0,0 0 0 0,-8 18 0 16,8-18 0-16,0 0 0 15,-5 26 144-15,5-26-144 0,0 0 0 0,-4 30 0 0,4-30 0 0,0 0 128 16,-1 39-128-16,1-39 0 0,0 31 0 0,0-31 0 15,0 33 0-15,0-33 0 0,0 38 0 0,0-38 0 16,0 39 0-16,0-39 0 0,1 42 0 0,-1-42 0 16,2 40 0-16,-2-40 0 0,2 40 0 0,-2-40 128 0,3 38-128 15,-3-38 0-15,3 36 0 0,-3-36 0 0,0 0 0 0,6 45 0 16,-6-45 0-16,0 0 128 0,5 45-128 0,-5-45 0 16,0 0 0-16,5 45 128 0,-5-45 64 0,0 0 0 15,3 44 16-15,-3-44 0 0,0 0-80 0,-1 41-128 31,1-41 176-31,-5 26-176 0,5-26 128 0,-8 24-128 0,8-24 0 0,-11 20 0 0,3-9 0 0,0-4 128 16,0 3-128-16,-3-3 0 0,2 2 176 0,-1-3-176 16,-1 2 160-16,1-2-160 0,-1 0 0 0,0 0 128 15,0 0-128-15,0-1 0 0,1 0 0 0,0-3 0 16,-1 1 0-16,-2-1 0 0,2 0-176 0,-1-2-16 0,1 0-16 0,0-2 0 31,1 2-1520-31,1-3-288 0,0 0-64 0,2-1-13904 0</inkml:trace>
  <inkml:trace contextRef="#ctx0" brushRef="#br0" timeOffset="76244.45">16369 7278 911 0,'0'0'0'0,"1"0"0"0,-1 0 0 0,0 0 0 0,0 0 640 0,0 0 64 15,0 0 0-15,0 0 0 0,0 0 352 0,0 0 80 16,0-2 16-16,-1 2 0 0,1 0 384 0,-2 0 64 15,1 0 32-15,0 2 0 0,-1-2-96 0,0 0-32 16,2 0 0-16,-2 0 0 0,1 0-416 0,-1 0-64 16,0 0-32-16,0 2 0 0,1-2-304 0,0 0-64 15,0 1-16-15,1-1 0 0,-1 2 80 0,1-2 16 16,0 0 0-16,-1 0 0 0,1 0-48 0,0 0 0 16,0 0 0-16,0 0 0 0,0 0-144 0,0 0-16 15,0 0-16-15,0 0 0 0,0 0-80 0,0 0-16 16,0 0 0-16,0 0 0 0,0 0-96 0,0 0-32 15,0 0 0-15,0 0 0 0,0 0-96 0,0 0-32 16,0 0 0-16,0 0 0 0,10-3-128 0,-10 3 160 0,0 0-160 16,-1 0 160-16,1 0 0 0,0-2 0 0,-1 2 0 0,1 0 0 15,-1 0-32-15,1 0 0 0,0 2 0 0,0-2 0 16,-1 0-128-16,1 0 192 0,0 0-192 0,0 1 192 16,0-1-64-16,0 0 0 0,-1 0 0 0,1 0 0 15,-1 0 64-15,1 2 0 0,0-2 0 0,0 0 0 16,0 0 16-16,0 0 16 0,-1 0 0 0,1 0 0 15,0 0-16-15,0 0 0 0,0 0 0 0,0 0 0 16,0 0 0-16,0 0 0 0,0 0 0 0,0 0 0 16,0 0-208-16,1 0 176 0,-1 0-176 0,0 0 160 0,0 0-160 0,1 0 128 15,-1 0-128-15,1 0 128 0,-1 0 0 0,1 0-128 16,-1 0 192-16,1 0-64 0,0-2-128 0,-1 2 192 16,0 0-192-16,0 0 192 15,0 0-192-15,0 0 128 0,7-3-128 0,-6 3 128 0,1 0-128 0,0 0 0 16,-2 0 144-16,0 0-144 0,0 0 0 0,7-4 144 15,-4 3-144-15,-1 1 0 16,-2 0 192-16,0 0-192 0,9-4 192 0,-5 3-192 0,-4 1 160 0,0 0-160 16,0 0 128-16,19-3-128 0,-19 3 128 0,0 0-128 15,0 0 128-15,24-1-128 0,-24 1 0 0,0 0 0 0,0 0 128 16,0 0-128-16,31 7 0 0,-31-7 0 0,0 0 0 0,0 0 0 16,0 0 0-16,0 0 128 0,0 0-128 0,31 21 0 15,-31-21 0-15,0 0 0 0,0 0 0 0,0 0 0 16,0 0 0-16,0 0 0 0,0 0 0 0,2 34 0 15,-2-34 0-15,0 0 0 0,-9 12 0 16,5-8 0-16,-1 1 0 0,-1-2 0 0,2 2 0 0,-2-2 0 16,1 1 0-16,0 0 0 0,-1 0 0 0,1-1 0 0,-1 2 0 15,1-3 0-15,-1 1 0 0,1 1 0 0,-1-1 0 0,1-1 0 16,-1 0 0-16,-1 0 0 16,1 1 0-16,-1-1 0 0,1 1 0 0,0-1 0 0,1 0 0 0,-1-1 0 15,2 1 0-15,0 0 0 0,1-1 0 0,0 1 0 16,2 0 0-16,0-2 0 0,0 0 0 0,1 0 0 15,0 1 0-15,1-1 0 0,0 0 0 0,-1 0 0 16,0 0 0-16,0 0 0 0,0 0 0 0,0 0 0 16,19-1 0-16,-19 1 0 0,0 0 0 0,0 0 0 15,20-2 0-15,-20 2 0 0,0 0 0 0,0 0 0 16,0 0 0-16,26 0 0 0,-26 0 0 0,0 0 0 0,0 0 0 16,0 0 0-16,21 0 0 0,-18-2 0 0,-3 2 0 0,0 0 0 15,0 0 0-15,0 0 0 0,16-1 0 0,-12-1 0 16,-1 2 0-16,0-2 0 0,1 1 0 15,-1-1 0-15,-3 2 0 0,0 0 0 0,6-1 0 0,-6 1 0 16,1-1 0-16,-1 1 0 0,0 0 0 0,0 0 0 16,0 0 0-16,0 0 0 0,2 0 0 0,-3 0 0 15,1 0 0-15,0 0 0 0,0 0 0 0,0 0 0 16,0 0 0-16,-1-2 0 0,1 2 0 0,-1-1 0 16,1 1-416-1,0-2-64-15,1 2-16 0,0-2-17648 0</inkml:trace>
  <inkml:trace contextRef="#ctx0" brushRef="#br0" timeOffset="77379.63">16802 7303 5519 0,'0'0'496'0,"0"0"-496"0,0 0 0 0,0 0 0 31,0 0 1120-31,0 0 128 0,0 0 32 0,0 0 0 16,0 0 816-16,0 0 160 0,0 0 48 0,0 0 0 0,0 0-320 0,0 0-48 0,0 0-16 0,0 0 0 16,0 0-160-16,0 0-32 0,18-3-16 0,-18 3 0 31,0 0-416-31,14-3-80 0,-14 3 0 0,12-3-16 15,-12 3-512-15,13-3-112 0,-13 3 0 0,13-3-16 16,-6 1-128-16,-7 2-32 0,13-1 0 0,-13 1 0 16,0 0-144-16,0 0-16 0,21 0-16 0,-21 0 0 0,0 0-80 0,0 0-16 15,0 0 0-15,0 0 0 0,0 0-128 0,0 0 0 16,0 0 144-16,9 41-144 0,-9-41 0 0,0 0 0 16,-9 26 0-16,9-26 128 0,-9 18-128 0,9-18 0 15,-10 18 0-15,10-18 128 0,-10 18-128 0,10-18 0 16,-11 19 0-16,11-19 0 0,-11 19 0 0,11-19 0 15,-12 24 0-15,12-24 128 0,-11 24-128 0,11-24 0 16,-12 28 128-16,12-28-128 0,-11 33 128 0,11-33-128 16,-8 31 160-16,8-31-160 0,0 0 160 0,0 38-160 0,0-38 160 0,0 0-160 15,0 0 128-15,19 40-128 0,-19-40 0 16,0 0 144-16,0 0-144 0,32 22 0 0,-32-22 0 0,0 0 0 16,27 3 0-16,-27-3 0 0,17-3 128 0,-17 3-128 15,15-6 0-15,-8 2 0 0,0 2 0 0,-2-3 0 16,-5 5 0-16,11-7 0 0,-6 3 0 0,-2 1 0 15,1 0 0-15,-3 2 0 0,1 0 0 0,-1-1 0 16,-1 0 0-16,0 1 0 0,-2 1 0 0,2 0 0 16,-3 3 0-16,-1-3 0 0,4 0 0 0,-8 6 0 15,8-6-128-15,-9 8 128 0,4-4 0 0,-2 1 0 0,7-5 0 16,-11 12 0-16,11-12 0 0,-10 15 0 0,10-15 0 0,-8 17 0 16,8-17 0-16,0 0 0 0,-8 30 0 0,8-30 0 15,0 0 0-15,1 37 0 0,-1-37 0 0,0 0 0 16,7 39 0-16,-7-39 0 0,0 0 0 0,12 47 0 15,-12-47 0-15,6 39 0 0,-6-39 0 0,7 41 0 16,-7-41 0-16,5 41 0 0,-5-41 0 0,4 45 0 16,-4-45 0-16,0 43 0 0,0-43 0 0,-2 42 0 15,2-42 128-15,-8 38-128 0,8-38 0 0,-14 33 0 16,5-18 0-16,-1 1 0 0,-1-1 0 0,-3 0 128 16,-2 0-128-16,-2-1 128 0,-2 1 16 0,-1-1 0 15,-2-2 0-15,0 2 0 0,-2-2-144 0,-4 0 0 0,-2-3 0 0,-2 2-12672 31,-2-2-2544-31</inkml:trace>
  <inkml:trace contextRef="#ctx0" brushRef="#br0" timeOffset="107781.42">5498 9239 1839 0,'0'-2'160'16,"-1"2"-160"-16,1 0 0 0,0-1 0 0,0 1 656 0,0 0 112 15,-1 0 0-15,0-2 16 0,0 1 400 0,0 0 80 16,0-2 16-16,0 3 0 15,0 0 96-15,0 0 32 0,0 0 0 0,0 0 0 0,1 3 304 0,-1-3 64 16,0 2 16-16,1 0 0 0,0 1-128 0,0-1-32 16,1-1 0-16,1 1 0 0,-1-2 240 0,3 2 48 15,0-2 16-15,1 0 0 0,1 0-1936 0,0 0-176 16,4-2-144-16,-1 2-16 0,-9 0 864 0,0 0 176 16,33-3 48-16,-33 3 0 0,0 0-384 0,37 1-80 15,-37-1-16-15,0 0 0 0,35 6-272 0,-35-6 0 16,0 0 128-16,0 0-128 0,40 5 0 0,-40-5 0 0,0 0 0 0,0 0 0 15,25 0 0-15,-22 0-144 0,-1 0 144 0,-2 0-128 32,1 0-1312-32,-3 0-256 0</inkml:trace>
  <inkml:trace contextRef="#ctx0" brushRef="#br0" timeOffset="108081.12">5503 9390 3679 0,'0'0'320'0,"0"0"-320"15,0 0 0-15,0 0 0 0,0 0 1792 0,0 0 272 16,0 0 64-16,1 0 16 0,0 1 496 0,1 1 112 16,1 0 0-16,0 1 16 0,0-1-928 0,1 0-192 15,1-1-48-15,-1 3 0 0,-4-4-512 0,0 0-96 16,0 0-32-16,0 0 0 0,0 0-64 0,44 9-32 15,-44-9 0-15,0 0 0 0,31 0-224 0,-31 0-64 16,25-2 0-16,-25 2 0 0,25-2-320 0,-25 2-64 16,27-5 0-16,-27 5-16 0,28-5-176 0,-28 5-176 15,28-2 48 1,-28 2-10592 0,27-4-2112-16</inkml:trace>
  <inkml:trace contextRef="#ctx0" brushRef="#br0" timeOffset="108458.6">6754 8954 15663 0,'-1'0'1392'0,"0"2"-1120"16,1-2-272-16,0 1 0 0,0 1 992 0,0 1 144 15,0-1 16-15,0 0 16 0,0 3 528 0,0 4 96 16,0-9 32-16,-3 22 0 0,3-22-800 0,-2 28-144 15,2-28-48-15,-3 37 0 0,3-37-112 0,-4 42-16 16,4-42-16-16,-1 48 0 0,1-48 0 0,1 41 0 16,-1-41 0-16,4 35 0 0,-4-35-496 0,0 0-192 0,0 0 128 15,15 41-128 1,-15-41-1568-16,0 0-400 0</inkml:trace>
  <inkml:trace contextRef="#ctx0" brushRef="#br0" timeOffset="108948.97">6110 9492 911 0,'-3'0'0'0,"0"0"0"0,1 0 0 16,1 0 0-1,1 0 704-15,-1 0 48 0,1 0 16 0,-1 0 0 0,0 0 752 0,-1 1 144 0,1 1 48 0,1-2 0 31,1 2-112-31,1-1 0 0,0 1-16 0,1-2 0 0,1 2-80 0,2-2-16 0,-6 0 0 0,0 0 0 16,0 0-80-16,35 0 0 0,-35 0-16 0,0 0 0 16,42 0-352-16,-42 0-64 0,41 0-16 0,-41 0 0 15,48-2-64-15,-22-1-32 0,5 1 0 16,4-1 0-16,1 1-160 0,3 0-48 0,3-1 0 0,1 1 0 16,0 2-16-16,0-3-16 0,-3 1 0 0,3 1 0 15,3 0-208-15,2-1-32 0,0-1-16 0,-4 3 0 0,0-2-112 0,-2 2 0 16,1-3-16-16,-2 1 0 0,-1 1-112 15,-3 0-128-15,-3 1 176 0,1 0-176 0,1 0 128 0,-5 0-128 16,-3 0 0-16,-28 0 0 0,43 0 0 0,-43 0 0 16,30 0 0-16,-30 0 0 0,0 0-160 0,0 0-32 15,0 0-16-15,0 0-17200 16</inkml:trace>
  <inkml:trace contextRef="#ctx0" brushRef="#br0" timeOffset="109451.05">6583 9654 16575 0,'-1'0'736'0,"0"0"160"0,-1 0-720 0,1 0-176 16,0 0 0-16,0 0 0 0,0 1 976 0,-1 0 176 31,-1 1 16-31,-2 1 16 0,0 2-448 0,0-1-96 16,-1 1 0-16,2 1-16 0,-2 0-160 0,2-1-16 15,-1 2-16-15,1 1 0 0,0 0 112 0,0-1 32 16,-2 3 0-16,1-2 0 0,-1 3 0 0,0-1 16 16,-2 3 0-16,1 0 0 0,-3 3-176 0,-1 2-32 15,2-3-16-15,-1 2 0 0,1 0 64 0,-2-1 16 16,2-2 0-16,2 0 0 0,0-2-112 0,2 0-16 0,1 0 0 16,0-2 0-16,2-4-128 0,2 2-48 0,0-3 0 0,2-1 0 15,-2-4-144-15,0 0 192 0,0 0-192 0,0 0 192 16,0 0 160-16,46 5 32 0,-46-5 16 0,29-5 0 15,-29 5 128-15,31-7 32 0,-13 5 0 0,-4-3 0 16,1 2-272-16,0-1-48 0,-1 0-16 0,-14 4 0 16,27-6-96-16,-27 6 0 0,22-4-128 0,-12 1 192 15,-10 3-192-15,19-4 0 0,-12 3 0 0,0-1 0 32,-2 0-752-32,0-2-32 0,0 1-16 0,-2 0-10080 0,0 1-2000 0</inkml:trace>
  <inkml:trace contextRef="#ctx0" brushRef="#br0" timeOffset="109687.14">6612 9798 5519 0,'-1'-4'240'0,"-1"-1"64"0,1 2-304 0,0 1 0 16,1 2 0-16,0 0 0 0,-1 0 1904 0,0 2 320 16,-1-2 64-16,0 3 16 0,0 2 464 0,-2 2 112 15,0 4 0-15,0 1 16 0,2 3-1056 0,-3 2-224 16,0 0-32-16,0 3-16 0,-1 1-896 0,1-1-176 15,-2-2-48-15,2 0 0 0,-1 0-304 0,0-2-144 16,2-3 128-16,0 0-128 0,0-1 0 0,2-2 0 16,-1-2 0-16,1-2 0 0,1 0 0 0,0-1-176 15,1-2 176-15,0 0-192 16,1-1-1296-16,0 1-272 0,1-3-48 0</inkml:trace>
  <inkml:trace contextRef="#ctx0" brushRef="#br0" timeOffset="110238.54">6874 9815 8287 0,'3'0'736'16,"-1"-2"-592"-16,-1 2-144 0,0 0 0 15,0 0 2016-15,1 0 368 0,1-1 80 0,3 1 16 0,0-2 352 0,1 2 80 16,0-1 16-16,0 0 0 0,-1-1-1184 0,-1-1-224 15,1 1-48-15,-1 0-16 0,0 1-368 0,0-3-80 16,0 1-16-16,0-2 0 0,-1 2-448 0,0-3-96 16,1 1 0-16,-1-1-16 0,-1 0-272 0,0-1-160 15,0 0 192-15,-1-2-192 0,0 2 128 0,-2-1-128 16,0 1 0-16,-2-1 0 0,-1 0 0 0,-1 1 0 16,-1 0 0-16,-2 2 0 0,-1 0 0 0,-1 2 0 15,-1 1 0-15,-2 4-144 0,2 1-144 0,0 2-32 0,0 2 0 16,1 0 0-16,-1 3-32 0,2-3-16 15,0 2 0-15,2-1 0 0,1-1 368 0,1 2 0 0,-1 0 0 0,2 1 0 16,3-10 0-16,-2 20 0 0,2-20 0 16,0 0 0-16,0 0 0 0,0 0 0 0,13 34 0 0,-13-34 0 15,0 0 256-15,0 0-48 0,0 0 0 0,38 10 0 16,-38-10-48-16,0 0-16 0,27-2 0 0,-16 1 0 16,-2-1-144-16,-1 0 0 0,1-1 144 0,-2 1-144 15,-1 0 0-15,0 1 0 0,-1-1 0 0,-2 1 128 16,0 1-128-16,-1 0 0 0,-1 0 0 0,0 0 0 15,-1 1 0-15,0 1 0 0,-1 1 0 0,-1-1 0 16,-1 3 0-16,1 0 128 0,0 3-128 0,-2-1 0 0,0 2 224 16,1 2-32-16,-1 1 0 0,0 2 0 0,-1 6 128 0,1-2 32 15,-2 5 0-15,1 0 0 0,-2 0-176 0,1 1-48 16,-2 0 0-16,0-1 0 0,1 1-128 0,-1-5 128 16,3-2-128-16,0-3 128 0,2-2-128 0,3-12 0 15,0 0-160-15,0 0-17696 0</inkml:trace>
  <inkml:trace contextRef="#ctx0" brushRef="#br0" timeOffset="112817.06">7989 9071 7359 0,'0'-1'656'0,"-1"-1"-528"0,1 2-128 0,-1-1 0 0,1 1 496 0,0 0 64 15,-1 0 16-15,0 0 0 0,-1 1 624 0,-1-1 128 16,0 2 16-16,-1-1 16 0,0 1-160 0,0 0-48 15,0 3 0-15,-2-3 0 0,2 1-64 0,-2 2 0 16,1-1-16-16,-1 1 0 0,0 0-96 0,2-1-16 16,-2 4 0-16,0-4 0 0,1 4-192 0,0-1-32 15,-1 2-16-15,0 1 0 0,1 1 112 0,-1 2 0 16,2 1 16-16,0 0 0 0,0 1-32 0,1-2-16 0,1 1 0 16,-1 3 0-16,1-3-352 0,2-14-80 0,-1 29-16 0,1-29 0 15,0 0-192-15,3 40-32 0,-3-40-128 0,0 0 192 16,10 36-192-16,-10-36 128 0,0 0-128 0,0 0 0 15,18 37 128-15,-18-37-128 0,0 0 0 0,0 0 0 16,0 0 176-16,25 43-176 0,-25-43 192 0,0 0-192 16,0 0 144-16,0 0-144 0,15 40 0 0,-15-40 144 15,0 0-144-15,0 0 0 0,-1 29 0 0,1-29 0 16,-4 14 0-16,1-8 0 0,0 0 0 0,0-1 0 16,-2 0 0-16,-1-1 0 0,1-1 0 0,-1 0 0 15,1 0 0-15,-1-2 0 0,1 1 0 0,-2 0 0 0,3-2 0 16,-1 0 0-16,0 0 0 0,1 0 0 0,1-2 0 0,1 0 0 15,0 1 0-15,1-2 0 0,0 0 0 0,1 0 0 16,2 1 0-16,0-3 0 0,2 3 0 0,-1-1 0 16,1 1-176-16,1-1 176 0,-1 1 0 0,1 0 0 15,1-1 0-15,-2 1-128 0,1 3 128 0,0-1 0 16,-1 0 0-16,0 1 0 0,-1 0 0 0,-3-1 0 16,0 0 0-16,0 0 0 0,0 0 0 0,0 0 0 15,0 0 0-15,0 0 0 16,11 37 0-16,-13-30 0 0,0-1 0 0,-1 2 0 0,0-2 0 0,0 1 0 15,-1 2 0-15,-1-4 0 0,2 2 0 0,0-3 0 0,-1 2 0 0,1 0 0 16,1-1 0-16,0 1 0 0,-1-2 0 0,1 3 0 16,-1 0 0-16,2 0 0 0,-1 1 0 0,-1 1 0 15,1 2 0-15,-1 0 0 0,3-11 0 0,-3 24 0 16,3-24 0-16,0 27 0 0,0-27 0 16,0 29 0-16,0-29 0 0,0 33 0 0,0-33-144 0,2 30 144 15,-2-30 0-15,0 0 0 0,8 36 0 0,-8-36 0 16,0 0-128-16,0 0 128 0,0 0 0 0,18 37 0 15,-18-37 0-15,0 0 0 0,0 0 0 0,0 0 0 16,0 0 0-16,0 0 0 0,30-4-192 0,-25-1 192 16,0-1-1184-1,0-2-112-15,0-1-32 0,3 0-13328 0</inkml:trace>
  <inkml:trace contextRef="#ctx0" brushRef="#br0" timeOffset="114451.02">8330 9298 12895 0,'1'-2'1152'16,"0"0"-928"-16,0 1-224 0,0 1 0 0,-1 0 1232 0,1 0 208 15,0-2 32-15,0 0 16 16,0-1 624-16,1 2 128 0,0 0 32 0,-2 1 0 16,1 1-848-16,-3 0-160 0,0 2-48 0,0 1 0 0,-1 1-384 0,-1 2-64 15,0-1-32-15,0 1 0 0,-2 1-272 0,1 0-48 16,0-1-16-16,-1 0 0 0,2-2-80 0,-1 2-32 16,0-3 0-16,2 1 0 0,-1 0 64 0,1-1 16 15,2-1 0-15,0 0 0 0,1-1-64 0,0-2-16 16,3 2 0-16,0-2 0 0,1 0-128 0,1 0-32 15,-5 0 0-15,0 0 0 0,0 0 32 0,34 2 0 16,-34-2 0-16,0 0 0 0,32 5-32 0,-32-5 0 16,0 0 0-16,0 0 0 0,42 17-128 0,-42-17 0 15,0 0 0-15,0 0 0 0,37 28 0 0,-37-28 0 16,0 0 0-16,0 0 0 0,27 31 0 0,-27-31 0 16,0 0 0-16,0 0 0 0,0 0 0 0,0 0 0 0,17 36 128 0,-17-31-128 15,-1-1 0-15,1 1 0 0,-3 0 0 0,-1-1 0 16,-1 1 0-16,-1 0 128 0,-1-1-128 15,-2 0 0-15,1 0 160 0,-1 0-160 0,-1 2 192 0,-2-2-192 16,0 1 0-16,-2 0 0 0,0-1 0 0,0-1 0 16,0-1 0-16,0 0 0 0,0-2 0 0,2-4 0 31,2 0-704-31,2-2-192 0,2 1-32 0,3-2-16080 0</inkml:trace>
  <inkml:trace contextRef="#ctx0" brushRef="#br0" timeOffset="114640.06">8337 9312 18431 0,'3'-2'816'0,"0"2"160"0,0-2-784 0,0 2-192 15,-1-2 0-15,0 1 0 0,1 1 2048 0,3-2 384 16,3 0 64-16,2-1 0 0,3 1-432 0,1-3-80 16,0 2-32-16,0-1 0 0,0 2-928 0,-1-1-176 15,-1-1-32-15,0 3-16 0,-13 1-544 0,23-2-128 16,-23 2 0-16,0 0-128 0,0 0 0 0,37 5-256 15,-37-5 32-15,0 0-16352 0</inkml:trace>
  <inkml:trace contextRef="#ctx0" brushRef="#br0" timeOffset="114953.82">8747 9215 12895 0,'0'0'576'0,"0"-2"112"0,1 1-560 0,-1 0-128 0,0 0 0 0,0 1 0 16,1 0 2224-16,-1 1 400 0,1-1 96 0,0 2 16 16,-1 0-448-16,-1 3-96 0,1-5-16 0,0 0 0 15,-4 19-816-15,4-19-160 0,-7 23-48 0,2-11 0 16,1 2-592-16,-3 1-128 0,2 0-32 0,-2 3 0 16,2-2-256-16,-2 1-144 0,2 0 160 0,-2-1-160 15,2 1 0-15,1 0 0 0,4-17 0 0,-3 26 0 0,3-26 0 16,0 0 0-16,0 0 0 0,12 36 0 15,-12-36 0-15,0 0 0 0,0 0 0 0,33 16 0 0,-33-16 208 16,0 0-48-16,33 0-16 0,-33 0 0 0,24-5 128 0,-24 5 32 16,23-7 0-16,-12 2 0 0,0 0-304 0,-1 1 0 15,-1-1 128-15,-1 0-128 16,1 1-352-16,-2-1-128 0,-1 2-32 0,0-1-10496 16,-1 1-2096-16</inkml:trace>
  <inkml:trace contextRef="#ctx0" brushRef="#br0" timeOffset="115157.59">8856 9322 7711 0,'-1'0'160'0,"0"0"32"0,1 0 16 0,-1 1 32 0,1 0-240 0,-1 1 0 0,0 1 0 0,-1 4 0 16,1 0 2752-16,-4 5 512 0,1 5 112 0,-2 1 16 16,-2 2-1024-16,1-2-192 0,-1 4-32 0,0-3-16 15,-1 1-528-15,0 0-96 0,0-2-32 0,0 0 0 16,1 1-560-16,1-3-112 0,2-4-32 0,0 0 0 15,5-12-544-15,-7 19-224 0,7-19 176 0,0 0-176 16,0 0-992 0,0 0-288-16,0 0-64 0</inkml:trace>
  <inkml:trace contextRef="#ctx0" brushRef="#br0" timeOffset="115599.38">8976 9272 7359 0,'0'-4'656'15,"0"3"-528"-15,1-1-128 0,0 2 0 0,0 0 1216 0,1-2 224 16,1-1 32-16,1-1 16 0,4 1 144 0,1-2 32 16,1 1 0-16,1-1 0 0,0 2-608 0,-1 0-112 15,2 0-32-15,-12 3 0 0,23-3 176 0,-23 3 16 0,23-2 16 0,-23 2 0 16,22-1-192-16,-22 1-32 0,20-3-16 0,-20 3 0 15,19-3-16-15,-19 3 0 0,17-3 0 0,-8-1 0 16,-2 1-112-16,1 1-32 0,0-1 0 0,-2 1 0 16,1 0-224-16,-3 1-48 0,1 1-16 0,0 0 0 15,-2-2-48-15,0 4-16 0,1-2 0 0,-4 0 0 16,0 0-96-16,0 0-16 0,0 0 0 0,0 0 0 16,0 0-96-16,0 0-32 0,0 0 0 0,7 38 0 15,-8-32 0-15,-1 2-128 0,-1 2 192 0,3-10-64 16,-6 24-128-16,3-12 128 0,-1 4-128 0,-2 3 128 0,1 2-128 0,-1-1 0 15,1-2 0-15,-3 5 128 0,0 3-128 0,-1-1 0 16,-2 3 0-16,3-2 128 0,-1 0-128 0,0-2 0 16,2-2 0-16,0-3 0 0,1 0 0 0,0-4-144 15,2 0 144-15,-1-3-208 16,0-1-688-16,5-11-144 0,-6 18-32 0,6-18 0 16,0 0-1040-16,-5 14-224 0</inkml:trace>
  <inkml:trace contextRef="#ctx0" brushRef="#br0" timeOffset="115835.85">9064 9457 2751 0,'-5'0'256'0,"1"0"-256"0,1 2 0 0,2-2 0 16,0 0 2112-16,0 1 384 0,0 1 80 0,0-2 16 16,0 0 544-16,-1 2 128 0,1-2 0 0,2 2 16 15,2-2-608-15,2 0-128 0,2-2-32 0,1 0 0 16,3-1-848-16,2-2-160 0,2 2-32 0,1-3-16 15,1 2-848-15,-1 1-160 0,2-4-48 0,0 2 0 16,-1 0-224-16,1 0-48 0,-1 1-128 0,-2-1 192 16,-2 1-192-16,-1 1 0 0,0 1 0 0,1-1 0 15,-3-1-384 1,-2 1-128-16,-1 3-32 0,-1-1-16704 0</inkml:trace>
  <inkml:trace contextRef="#ctx0" brushRef="#br0" timeOffset="116451.64">9461 9300 7887 0,'-1'0'160'0,"0"-2"32"0,1 2 16 0,-1 0 48 0,1 0-256 0,1 0 0 0,-1 0 0 0,1 0 0 16,2 0 3296-16,0-1 608 0,1 0 128 0,0-1 32 16,3 1-992-16,-1-1-192 0,1 0-32 0,-1 1-16 15,1 1-1216-15,0-2-240 0,-7 2-48 0,0 0-16 16,0 0-704-16,30 2-144 0,-30-2-16 0,0 0-16 15,0 0-240-15,0 0-32 0,0 0-16 0,0 0 0 16,35 12-144-16,-31-9 0 0,-1-1 0 0,0-2 0 16,-2 3 0-16,0-1 0 15,-1-1 0-15,-1 2 0 0,0 0 0 0,-1 0 0 0,-3 1 0 0,-1-1 0 0,1 2 0 0,-3 1 0 16,-1 0 0-16,0 0 0 0,-1 1 0 0,-2 0 0 16,1 1 0-16,-1-2 0 0,-1 3 0 0,1-1 0 15,0-1-144-15,2-1 144 0,2 0 0 0,2-1 0 16,3 0 0-16,2-3 0 0,1 0 0 0,2-2 0 15,2 1 0-15,2-1 0 0,-6 0 0 0,0 0 0 16,24-3 0-16,-24 3 0 0,0 0 0 0,33-1 0 0,-33 1 0 16,24-1 0-16,-24 1 0 0,0 0 0 0,36 4 0 0,-36-4 0 15,0 0 0-15,0 0 0 0,38 12 0 0,-38-12 0 32,0 0 0-32,0 0 0 0,0 0 0 0,0 0 0 0,0 0 0 0,29 27 0 0,-29-27 0 0,0 0 0 15,-7 16 0-15,1-11 0 0,0-1 0 0,-3 1 0 16,0 0 0-16,-1 0 0 0,-1 0 0 0,0 1 0 15,-1-1 0-15,0-1 128 0,1 0-128 0,0 0 0 16,1 2 0-16,2-3 0 0,0 2 0 0,1-1 0 16,0-1 0-16,1 0 0 0,2-1 0 0,0 1-160 15,3-3-1088 1,0 2-224-16,2-2-32 0</inkml:trace>
  <inkml:trace contextRef="#ctx0" brushRef="#br0" timeOffset="116653.67">9721 9526 13823 0,'0'0'1216'16,"0"0"-960"-16,0 0-256 0,0 0 0 0,0 0 2800 0,0 0 512 15,0 0 96-15,0 0 32 0,0 0-560 0,34 12-96 0,-34-12-32 0,0 0 0 16,0 0-1888-16,0 0-384 15,32 6-80-15,-32-6-16 0,0 0-384 0,0 0 0 16,0 0 0-16,0 0-16656 0</inkml:trace>
  <inkml:trace contextRef="#ctx0" brushRef="#br0" timeOffset="117094.01">9970 9324 17727 0,'2'-2'384'0,"-1"-2"96"0,1 3 16 0,0-1 0 15,-1 1-496-15,0 1 0 0,0 0 0 0,0-2 0 0,2 2 2592 0,-2 0 416 16,2 0 96-16,-2 0 16 0,0 0-1584 0,-2 3-320 16,0 2-64-16,-1-2-16 0,0 3-144 0,-2 1-32 15,-1 0 0-15,1 0 0 0,-1 1-352 0,0 1-80 16,5-9-16-16,-5 15 0 0,5-15-160 0,0 0-32 15,0 0-16-15,0 0 0 0,0 0-160 0,0 0-16 16,13 35-128-16,-13-35 192 0,0 0-64 0,0 0-128 16,36 7 176-16,-36-7-176 0,0 0 192 0,35 4-192 15,-35-4 192-15,27 3-192 0,-27-3 160 0,0 0-160 16,40 5 128-16,-40-5-128 0,0 0 0 0,35 7 0 0,-35-7 128 16,0 0-128-16,32 9 0 0,-32-9 0 0,0 0 0 0,0 0 0 15,0 0 0-15,35 20 0 0,-35-20 0 0,0 0 0 16,0 0 0-16,0 0 0 0,0 0 0 0,0 0 0 15,0 0 0-15,-1 37 128 0,-5-32-128 0,-3-1 0 16,0 2 160-16,-1 0-160 0,-2 4 192 0,-3-3-192 16,0 2 0-16,-3-1 0 0,2 1 0 0,-4 0 0 15,1-1 0-15,-1-1 0 0,1 0 0 0,1-2 0 16,1 2 0-16,2-3 0 0,2-3-176 0,1-1 176 16,1-1-1376-1,3-2-160-15,2-2-48 0,1-3-15040 0</inkml:trace>
  <inkml:trace contextRef="#ctx0" brushRef="#br0" timeOffset="117314.58">10019 9297 7359 0,'1'0'656'0,"0"0"-528"16,0-1-128-16,0 1 0 0,-1 0 2272 0,1 0 416 16,2-2 96-16,2 1 16 0,1-1 1568 0,4-3 320 15,0 1 64-15,2-1 16 0,0 0-3456 0,1-2-688 16,1 1-144-16,0 0-32 15,1 1 192-15,-2-1 16 0,2 3 16 0,-1-2 0 0,-2 3-384 0,-1-1-80 16,-11 3-16-16,21-2 0 0,-21 2-192 0,0 0-288 16,25 0 64-16,-25 0-11312 15,0 0-2272-15</inkml:trace>
  <inkml:trace contextRef="#ctx0" brushRef="#br0" timeOffset="117870.31">10426 9218 11967 0,'-1'2'528'0,"0"-2"112"15,1 1-512-15,-1-1-128 0,1 0 0 0,-1 0 0 0,1 1 2480 0,-1-1 464 16,0 2 80-16,0 1 32 0,-2-1-560 0,-1 2-96 16,0-1-32-16,1 0 0 0,0 2-1200 15,-2-2-240-15,2 0-48 0,-2 3-16 0,1 0-208 16,0-1-32-16,0 0-16 0,1-2 0 15,-1 4-256-15,2-3-48 0,1 1-16 0,0 0 0 0,1-5-96 0,0 0 0 16,0 0-16-16,0 0 0 16,0 0-32-16,0 0 0 0,17 35 0 0,-17-35 0 15,0 0 48-15,0 0 0 0,0 0 0 0,37 24 0 16,-37-24-16-16,0 0 0 0,0 0 0 0,38 26 0 0,-38-26-176 0,0 0 128 16,0 0-128-16,38 33 128 0,-38-33-128 0,0 0 0 0,0 0 0 0,28 36 0 15,-28-36 0-15,0 0 0 0,0 0 0 0,12 39 0 16,-12-39 0-16,0 0 0 0,-7 23 0 0,2-17 0 15,-1 0 0-15,-1 0 0 0,-1-1 0 0,-1 1 0 16,-1 0 0-16,-1-1 0 0,0-1 0 0,-1 1 0 16,0 0 0-16,-1-3 0 0,1 1 0 0,0-1 0 15,1-2 0-15,1 0-144 0,2 0 144 0,2-4-160 16,1 3 160-16,1-3-192 0,2-1 192 0,-1-1-192 16,2 0 192-16,0-3 0 0,3-1 0 0,1 0 0 15,1-1 0-15,2 1 0 16,1-2 0-16,2-1 0 0,2 0 0 0,1-1-128 0,0-2 128 0,0 3 0 0,-2 2 0 0,3-4 0 15,4-1 0-15,0-1-128 0,1 1 128 0,-1 1 0 16,-1 1 0-16,-3 2 0 0,0 1 0 0,-3 1 0 16,-2 1 0-16,-3 1 0 0,-3-1 0 15,-3 2 0-15,-1 0 0 0,-5 0 128 0,-2 2-128 0,-3-2 144 16,-3 2-144-16,-2 1 160 16,-2 1 32-16,-1 1 16 0,2-1 0 0,0 1 0 0,1-1-208 0,3 3 0 15,0 0 0-15,2 1-12160 16,3 1-2304-16</inkml:trace>
  <inkml:trace contextRef="#ctx0" brushRef="#br0" timeOffset="119377.54">10890 9433 10127 0,'-3'0'896'0,"1"1"-704"15,1 1-192-15,0-2 0 0,1 0 1520 0,-1 0 272 16,-1 2 48-16,0-2 16 0,-2 2 112 0,1-1 16 0,1 1 16 0,0 0 0 15,2-2-224-15,0 0-48 0,0 1-16 0,2-1 0 16,0 0-336-16,1 0-64 0,1 0-16 0,-1 0 0 16,2 0-400-16,1-1-96 0,0 1-16 0,1 0 0 15,-7 0-288-15,0 0-64 0,27-2-16 0,-27 2 0 16,21-2-256-16,-21 2-160 0,0 0 192 0,32-2-192 16,-32 2 128-16,21-3-128 0,-21 3 0 0,20-5 0 15,-10 2 0-15,0 1 0 0,-1 0 0 0,0-2 0 16,-1 1-1296-16,0 2-224 0</inkml:trace>
  <inkml:trace contextRef="#ctx0" brushRef="#br0" timeOffset="119734.39">11771 9047 10127 0,'2'0'896'0,"-1"-2"-704"0,-1 2-192 0,1 0 0 16,-1 0 1952-16,1 2 352 0,1-2 80 0,0 0 16 15,1 2 544-15,-3-2 128 0,0 0 0 0,0 0 16 16,0 0-1280-16,6 35-256 0,-6-35-48 0,0 0-16 16,-3 46-816-16,3-46-160 0,-3 43-48 0,3-43 0 15,-2 45-128-15,2-45-16 0,0 36-16 0,0-36 0 16,0 0-304-16,3 44 0 0,-3-44 0 0,0 0 0 16,0 0-1168-16,4 40-304 15</inkml:trace>
  <inkml:trace contextRef="#ctx0" brushRef="#br0" timeOffset="120052.15">11455 9442 7359 0,'-4'1'656'0,"1"1"-528"0,2-2-128 0,1 0 0 16,0 0 1520-16,0 0 272 0,-1 0 48 0,-1 1 16 15,0-1 928-15,2 0 192 0,2-1 32 0,3 1 16 16,1-3-832-16,2 1-160 0,3 1-48 0,1-2 0 16,2 0-464-16,3-2-112 0,2 2 0 0,2-2-16 15,4 1-592-15,0 0-112 16,1 0-32-16,4 1 0 0,3-2-288 0,0 3-64 16,1-1-16-16,2 1 0 0,-1-1-144 0,0 0-16 0,1 0-128 0,-3 0 192 15,-4 0-192-15,5 0 0 0,2 0 128 0,1 0-128 16,0 1 0-16,-3-1 0 0,-2 1 0 0,-5 0 0 0,-3-1 0 0,-3 1 0 15,-3 0 0-15,-4 1 0 0,-14 1-160 0,0 0-32 16,26-2 0-16,-23 2-11824 16,-3 2-2368-16</inkml:trace>
  <inkml:trace contextRef="#ctx0" brushRef="#br0" timeOffset="120541.87">11752 9564 20271 0,'2'-5'896'0,"-1"2"192"0,1 1-880 0,-1 2-208 0,-1-1 0 0,0 1 0 15,0 1 2096-15,-1-1 368 16,0 0 80-16,-1 2 16 0,-1 1-704 0,0 2-128 0,-1-1-16 0,-1 4-16 15,1-2-736-15,-2 3-160 0,0 0-32 0,0 2 0 16,0-2-384-16,0 3-64 0,0-1-32 0,0 0 0 16,1 1-160-16,0-2-128 0,-1-1 192 0,1 2-192 15,0-1 192-15,1-1-192 0,0-1 192 0,1 1-192 16,3-9 192-16,0 0-64 0,0 0 0 0,0 0-128 16,0 0 144-16,0 0-144 0,0 0 0 0,0 0 144 15,30 25-144-15,-30-25 128 0,0 0-128 0,35 1 128 0,-35-1-128 16,0 0 0-16,40 5 0 0,-40-5 128 0,0 0-128 15,38 9 0-15,-38-9 0 0,0 0 0 0,32 15 0 0,-32-15 0 16,0 0 0-16,0 0 0 0,0 0 0 0,32 25 0 16,-32-25 0-16,0 0 0 0,0 0 0 0,0 0 0 15,-5 24 0 1,-2-19 0-16,-1 1 0 0,-2 0 0 16,-1-1 0-16,-2-1 0 0,-1 1 0 0,-2 0 0 0,-1-3 0 0,1 3 0 15,-2-3 0-15,1 1 0 0,1-2 0 0,-1 0 0 16,1-1 0-16,1 0 0 0,1-2 0 0,1 0 0 31,2 1-752-31,0-3-16 0,0 1-16 0,1-1 0 16,0-1-1856-16,2 0-368 0</inkml:trace>
  <inkml:trace contextRef="#ctx0" brushRef="#br0" timeOffset="120743.95">11654 9608 5519 0,'5'-3'240'0,"-3"0"64"0,1 1-304 0,0 1 0 0,-1 1 0 0,0 0 0 16,0 0 2608-16,3-2 464 0,-5 2 80 0,0 0 32 16,33-3-176-16,-33 3-48 0,31-3 0 0,-31 3 0 15,32-1-976-15,-32 1-192 0,32-7-32 0,-32 7-16 16,32-5-912-16,-18 1-176 0,1 1-32 0,-1-2-16 0,-1 3-608 0,-1-3 0 16,0 0 0-16,-1 1 0 15,0-1-1008-15,0 2-272 0,-2-1-48 0,-9 4-13344 16</inkml:trace>
  <inkml:trace contextRef="#ctx0" brushRef="#br0" timeOffset="121101.77">12052 9605 5519 0,'0'0'496'0,"0"1"-496"0,0-1 0 0,0 0 0 15,0 0 1968-15,-1 2 288 16,0 1 64-16,-1 0 16 0,-1 1 32 0,0 1 0 0,0 2 0 0,-2 1 0 16,1 0-448-16,1 1-96 0,-2 2-16 0,1-1 0 15,1 1-512-15,-1-1-96 0,4-10-32 0,-3 23 0 16,3-23-256-16,0 0-48 0,0 0-16 0,10 34 0 16,-10-34-352-16,0 0-80 0,0 0-16 0,0 0 0 15,36 20-64-15,-36-20-16 0,0 0 0 0,33-2 0 16,-33 2-80-16,23-7-32 0,-11 0 0 0,0 2 0 15,-1-2-64-15,0 0-16 0,-1-2 0 0,-2-1 0 16,1 1-128-16,-4 0 0 0,0-1 0 0,-3 0 0 16,-2 1 0-16,-2-1 0 0,-2 1 0 0,-3-3 0 15,-3 2 0-15,-3 1 0 0,-2 2 0 0,0 0 0 0,-3 2 0 0,2 1 0 16,1 3 0-16,0 1 0 16,2 0-960-16,2 3-80 15,0-1-16-15,4 2-15600 0</inkml:trace>
  <inkml:trace contextRef="#ctx0" brushRef="#br0" timeOffset="123115.61">12870 9182 12895 0,'2'-2'1152'0,"-2"-1"-928"15,1 3-224-15,-1 0 0 0,0 0 1248 0,0 0 208 16,1 0 32-16,-1 0 16 0,1 0 256 0,-2 1 48 16,-1 3 16-16,0 0 0 0,-3 1-608 0,0 2-112 15,-2 3-16-15,-1 0-16 0,-1 2-208 0,0 2-32 16,-1 1-16-16,-1 1 0 0,0 2-368 0,-2 0-64 16,0 2 0-16,0-1-16 15,0 0-48-15,2-1 0 0,2-3 0 0,1-1 0 16,2-2 160-16,1 0 32 0,3-2 0 0,0-1 0 0,2-9-352 0,0 0-160 0,0 0 160 0,0 0-160 15,0 0 144-15,31 26-144 0,-31-26 128 0,27-5-128 16,-12 2 432-16,1-3 0 0,2 1 0 0,-1-1 0 16,3 0-160-16,-1 2-16 0,1-3-16 0,-2 3 0 15,-1 1-96-15,0-2-16 0,-3 2 0 0,0 0 0 16,-2 2-128-16,-12 1 128 0,0 0-128 0,25-2 128 16,-18 1-128-16,-1 1 0 0,-2 0 0 0,0 1 0 15,-1 1-976-15,-2-1-128 0,-2 0-32 0,0-1-15296 16</inkml:trace>
  <inkml:trace contextRef="#ctx0" brushRef="#br0" timeOffset="123351.52">12918 9320 12895 0,'-5'-3'576'0,"3"3"112"0,0 0-560 0,0-2-128 16,1 2 0-16,0 2 0 0,1-1 1952 0,-1 1 352 15,-1 2 80-15,-1 3 16 0,0 1 144 0,-2 5 16 16,0-1 16-16,1 2 0 0,-1 1-1008 0,0 4-208 15,-1-2-32-15,0 4-16 0,-1-2-480 0,1 1-112 16,0-2-16-16,0 1 0 0,2-3-352 0,-1 1-80 16,5-17-16-16,-6 28 0 0,6-28-256 0,-5 19 0 15,5-19 0-15,0 0 0 0,0 0-176 0,-3 31-80 0,3-31-32 0,0 0 0 32,0 0-1792-32,0 0-352 0,0 0-80 0,0 0-11824 0</inkml:trace>
  <inkml:trace contextRef="#ctx0" brushRef="#br0" timeOffset="123871.42">13159 9360 18431 0,'7'-3'816'0,"-4"1"160"0,2-1-784 0,-2 3-192 0,-1-2 0 0,-2 2 0 0,2 0 2032 0,1-2 352 16,2 0 80-16,1-1 16 0,1 1-160 0,0-3-16 15,0 3-16-15,-1-3 0 0,2 2-1040 16,-2-1-208-16,1-1-32 0,0-1-16 0,0 0-560 15,1 1-112-15,-1-2-32 0,0 0 0 0,0 0-144 0,0-2-16 16,-2-2-128-16,-1 2 192 0,0 0-192 0,-3 0 0 16,1-1 0-16,-3 0 0 0,0 1 0 0,-2-2 0 15,-3 2 0-15,0 1 0 0,-2 3 0 0,0 3 0 32,-2 2 0-32,-2 1 0 0,0 2 0 0,-2 5 0 0,0-1 0 0,1 2 0 0,1 1 0 0,0-1-160 15,1 1 160-15,1 1-128 0,2 3 128 0,-1-1 0 0,2 1 0 0,1 0 0 16,1-2 0-16,1-1 0 0,4-11 0 0,0 0 0 31,1 32 0-31,-1-32 0 0,0 0 0 0,0 0 0 0,0 0 0 0,36 21 0 0,-36-21 0 0,26-2 0 16,-10-1 0-16,0 1 0 0,2-3 0 0,-2-1 128 15,0 0-128-15,0-1 0 0,-3 2 128 0,-1-2-128 16,0 3 0-16,-2-2 0 0,-2 2 0 0,0-1 0 16,-3 0 0-16,0 3 0 0,-2 0 0 0,-2 0 128 15,0 1-128-15,-2 1 0 0,0 1 0 0,-1 1 0 16,-1 0 0-16,0 1 0 0,0 2 0 0,-2 0 0 0,1 1 0 0,0 1 0 15,-2 1 0-15,2 1 128 0,-2 3-128 0,0 0 192 16,2 1-64-16,-2-1 0 16,6-12-128-16,-9 34 0 0,4-13 128 0,1 3-128 15,-1-1 0-15,-1 3 0 0,2 0 0 0,-2-2 128 0,3 0-128 0,3-24 0 16,-8 38 0-16,8-38 0 0,-5 28 0 0,5-28 0 31,-5 22 0-31,2-15-128 16,0 0-944-16,1 0-176 0</inkml:trace>
  <inkml:trace contextRef="#ctx0" brushRef="#br0" timeOffset="124423.56">12476 9314 10127 0,'-1'-3'896'0,"0"0"-704"0,1 1-192 0,0 1 0 16,0 1 1584-16,0 0 272 0,0-4 64 0,-1 1 16 15,1-1 704-15,1-1 144 0,1 4 32 0,-1-1 0 16,4 4-704-16,-1 1-128 0,-4-3-16 0,0 0-16 16,0 0-528-16,0 0-96 15,22 47-32-15,-22-47 0 0,0 0-816 0,17 43-160 0,-17-43-48 0,0 0 0 16,18 41-272-16,-18-41 0 0,0 0 0 0,0 0 0 15,25 41 0-15,-25-41 0 0,0 0 0 0,0 0 0 16,0 0-1248-16,35 27-208 0,-35-27-32 0,0 0-14704 16</inkml:trace>
  <inkml:trace contextRef="#ctx0" brushRef="#br0" timeOffset="124581.25">12629 9294 1839 0,'-4'0'160'0,"0"0"-160"15,1 2 0-15,1-2 0 0,-1 2 2032 0,0 0 368 16,0 1 80-16,-2 4 16 0,-5 1 784 0,-3 5 176 0,-2 5 16 0,-5 2 16 16,-1 4-1280-16,0 0-256 0,-2 0-48 0,4 1-16 15,1-2-1216-15,2-3-240 0,3-1-48 0,3-3-14176 16</inkml:trace>
  <inkml:trace contextRef="#ctx0" brushRef="#br0" timeOffset="127236.63">13581 9194 6447 0,'-1'0'576'0,"0"0"-576"0,1 1 0 0,0-1 0 15,0 0 1376-15,0 0 160 0,0 0 48 0,0 1 0 16,1-1 528-16,0 0 128 0,2 0 0 0,0 0 16 16,2 0-336-16,1-2-64 0,0 2 0 0,3-3-16 15,-9 3-384-15,19-2-80 0,-7-1-16 0,0 1 0 16,-12 2-464-16,26-2-80 0,-13 0-32 0,-1 0 0 15,0 1-112-15,-12 1-32 0,22-2 0 0,-22 2 0 16,0 0-224-16,26 0-48 0,-26 0-16 0,0 0 0 16,0 0-160-16,0 0-48 0,0 0 0 0,0 0 0 15,35 11-144-15,-35-11 192 0,0 0-192 0,0 0 192 16,0 0-64-16,0 0 0 0,0 0 0 0,0 0 0 16,0 0-128-16,3 36 192 0,-5-26-192 0,-2-1 192 0,0 3-192 0,0 0 192 15,-1 2-192-15,1 0 192 0,0 3-192 0,-2-1 160 16,1 4-160-16,0-1 160 0,0 0-160 0,2-1 0 15,-2 2 0-15,5-20 128 0,-6 37-128 0,6-37 0 16,-5 30 0-16,5-30 0 0,-4 27 0 0,4-27 0 16,0 0 0-16,-5 31 0 0,5-31 0 0,-5 15 0 15,5-15 0-15,-6 16 0 0,6-16-304 0,0 0 16 16,-6 12 0-16,4-10 0 16,2-2-624-16,0 0-128 0,-4 7-32 0,3-6 0 15,0 1-1264-15,2-2-256 0,-1 0-48 0,1 0-10528 0</inkml:trace>
  <inkml:trace contextRef="#ctx0" brushRef="#br0" timeOffset="127495.02">13628 9448 1839 0,'-2'0'160'0,"-1"0"-160"0,1 0 0 0,1 0 0 15,1 2 1824-15,-1-2 336 0,-1 0 64 0,-1 1 16 16,0 0 320-16,0-1 64 0,1 2 0 0,1-2 16 15,2-2 32-15,2 2 0 16,2 0 0-16,1-1 0 0,2-2-576 0,2 0-112 0,2 0-32 0,0-1 0 16,2 0-752-16,0-2-160 0,3 2-16 0,0-1-16 0,0 0-576 0,-2-1-112 15,-3 3-32-15,1-2 0 0,1 3-288 0,0-3 160 16,-1 2-160-16,-2 0 128 16,0 2-128-16,0-1 0 0,-11 2 0 15,18-3 0-15,-9 0-160 0,-2 3-16 0,0-2 0 0,0 2-11840 16,-1 0-2368-16</inkml:trace>
  <inkml:trace contextRef="#ctx0" brushRef="#br0" timeOffset="127860.26">14006 9542 9215 0,'1'-1'816'0,"-1"0"-656"15,1 1-160-15,-1 0 0 0,0 0 1920 0,1 0 336 16,0 0 80-16,0 0 16 0,1 0 656 0,0 0 144 0,-2 0 32 0,0 0 0 16,0 0-800-16,0 0-144 0,0 0-48 0,0 0 0 15,0 0-1152-15,11 36-224 0,-11-36-48 0,0 0-16 16,0 0-528-16,0 0-96 0,0 0-128 0,0 0 176 16,6 33-176-16,-6-33 0 0,0 0 0 0,0 0-11904 15,0 0-2320-15</inkml:trace>
  <inkml:trace contextRef="#ctx0" brushRef="#br0" timeOffset="128528.09">14255 9317 5519 0,'-1'0'496'0,"0"0"-496"15,1 0 0-15,-1-2 0 0,1 2 1616 0,0 0 240 16,0-1 32-16,-1 1 16 0,-1-2 512 0,1 2 96 0,-1 0 32 0,1-1 0 16,1 1-352-16,1 0-64 15,0-1-16-15,0 1 0 0,1 0-640 0,0 0-144 0,1 0-32 0,1-2 0 16,0 2-432-16,1 0-96 0,2-2 0 0,-1 2-16 16,2 0-176-16,-1 0-48 0,-7 0 0 15,0 0 0-15,27 2-192 0,-27-2-32 0,0 0-16 0,27 3 0 16,-27-3-96-16,0 0-32 0,0 0 0 0,33 13 0 15,-33-13-160-15,0 0 0 0,0 0 0 0,0 0 128 16,0 0-128-16,34 25 0 0,-34-25 0 0,0 0 0 16,0 0 0-16,0 0 128 0,0 0-128 0,0 0 0 15,0 0 128-15,0 0-128 0,16 37 0 0,-18-33 128 16,0 1-128-16,-2 0 0 0,-1 0 0 0,0 0 0 0,-2 1 0 16,0 0 0-16,-1 0 0 0,-3 2 0 0,1-1 0 15,-2 1 0-15,0 0 0 0,-2 0 0 0,0 2 0 0,1-2 0 16,-1 2 0-16,2-3 0 0,1 0 0 0,2-1 0 15,1 0 0-15,3 0 0 0,0 0 0 0,2-1 0 16,1-2 0-16,1 0 0 0,1-2 0 0,1 1 0 16,1 0 0-16,0-1 0 0,-2-1 0 0,0 0 0 15,0 0 0-15,28-1 0 0,-17-1 0 0,1-1 0 16,1 1 176-16,2 0-176 0,1-3 208 0,-16 5-48 16,34-4-16-16,-34 4 0 0,34-3-144 0,-34 3 0 15,29-2 144-15,-29 2-144 0,26-5 0 0,-26 5 0 16,24-5 0-16,-12 3 0 0,-12 2 0 0,21-5 0 15,-21 5 0-15,17-5 0 0,-9 1 0 0,-2 1-240 16,1-2 48-16,-2 1-18032 0</inkml:trace>
  <inkml:trace contextRef="#ctx0" brushRef="#br0" timeOffset="129093.77">14591 9054 10127 0,'-4'0'448'0,"2"0"96"0,0 0-544 0,1 0 0 15,0 0 0-15,0 0 0 0,0 1 1808 0,0-1 256 16,-1 1 48-16,1-1 16 0,-1 2 208 0,1-1 32 16,1 1 16-16,1-2 0 0,0 0-224 0,3 0-48 15,0 0-16-15,1 0 0 0,2 0-784 0,-1 0-160 16,2-2-16-16,0 1-16 0,0 1-544 0,1-2-96 0,-9 2-32 15,0 0 0-15,25 2-192 0,-25-2-32 0,0 0-16 0,0 0 0 16,0 0-208-16,0 0 144 0,0 0-144 0,30 24 128 16,-30-24-128-16,0 0 0 0,0 0 0 0,0 0 0 15,-6 26 0-15,1-21 0 0,1 1 0 0,-3-2 0 16,1 3 0-16,-2-3 0 0,1 1 0 16,-1 0 0-16,1-3 0 0,0 3 0 0,1 0 0 0,0-3 0 15,2 1 0-15,0-1 0 0,1 1 0 0,1-1 0 16,1-1-128-16,1 0 128 0,0-1 0 0,0 2 0 15,0-2 0-15,2 1 0 0,1 1 0 0,0 0 0 16,2-2 0-16,-1 1 0 0,2-1 0 0,-6 0 0 0,0 0 0 0,0 0 0 16,28 2 0-16,-28-2 0 0,0 0 0 15,27 0 0-15,-17-2 0 0,-1 1 0 0,-1-1 0 0,2 2 0 16,-1-3 0-16,-9 3 0 0,17-2-192 0,-10 0-112 16,0 0-16-16,0 1-17344 15</inkml:trace>
  <inkml:trace contextRef="#ctx0" brushRef="#br0" timeOffset="129851.39">14944 8897 8287 0,'3'-2'368'0,"-1"0"80"0,1 1-448 0,-2 1 0 0,0 0 0 0,0 0 0 16,0-2 1632-16,2 2 240 0,2 0 48 0,0 0 16 15,3 2 464-15,-2-1 96 0,-6-1 0 0,0 0 16 16,0 0-432-16,0 0-96 0,33 19 0 0,-33-19-16 16,0 0-848-16,0 0-160 0,0 0-48 0,0 0 0 0,35 23-368 15,-35-23-80-15,0 0-16 0,0 0 0 16,0 0-128-16,0 0-16 0,31 12-16 0,-28-12 0 0,2 0-32 0,0 0 0 15,-2 0 0-15,1-2 0 0,0 2-256 0,-2 0 160 16,0 0-160-16,0 0 128 0,0 0-128 0,-2 0 0 16,0 0 0-16,-2 2 0 15,0 1 0-15,0-1 0 0,-2 2 0 0,-2 0 0 16,0 2 0-16,-1 1 0 0,1 1 0 0,-1 1 0 16,1 0 0-16,-1 1 0 0,1 1 0 0,0-1 0 0,6-10 0 0,-9 26 0 0,9-26-144 0,0 0 144 15,-6 31 0-15,6-31 0 0,0 0 0 0,0 0 0 16,0 0 0-16,0 0 176 0,17 38-176 0,-17-38 160 15,0 0 160-15,0 0 16 0,0 0 16 0,35 10 0 16,-35-10-160-16,18-1-16 0,-10-1-16 0,1 2 0 16,-1-2-160-16,0-1 128 0,0 1-128 0,-2-3 128 15,2 3-128-15,-2 0 0 0,-1-1 0 0,-1-1 0 16,1 3 0-16,-2-1 0 0,0 0 0 0,-1-1 0 16,-1 1 0-16,-1-1 0 0,0 3 0 0,0 0 0 15,-1 0 0-15,-1 0 0 0,-1 1 0 0,0 3 0 16,-1-1 0-16,1-1 0 0,-1 3 0 0,-1 0 0 15,1 2 0-15,-2 1 0 0,6-8 0 0,-8 20 0 16,8-20 0-16,-8 24 0 0,8-24 0 0,-5 28 0 0,5-28 0 0,0 0 0 16,-2 45 0-16,2-45 0 0,0 0 0 0,6 48 0 15,-6-48 0-15,0 0 0 0,13 45 0 0,-13-45 0 16,0 0 0-16,18 40 0 0,-18-40 0 0,0 0 0 16,24 50 0-16,-24-50 0 0,0 0 0 0,23 50 0 15,-23-50 0-15,13 35 0 0,-13-35 0 0,0 0 128 16,15 45-128-16,-15-45 0 0,0 0 160 15,6 38-160-15,-6-38 192 0,0 0-192 0,-6 29 224 0,6-29-64 16,-11 18-16-16,2-8 0 0,-2 2 48 0,-2-2 0 16,-1 1 0-16,-2-1 0 0,-1 1-64 0,-1-1 0 15,-3 2 0-15,2-2 0 16,-1 1-128-16,-1-1 128 0,-2-1-128 0,0 2 128 0,0-3-128 0,0-1 0 0,1 1 0 0,0-5-19200 16</inkml:trace>
  <inkml:trace contextRef="#ctx0" brushRef="#br0" timeOffset="132521.26">15610 9286 11055 0,'-3'2'976'16,"0"-2"-784"-16,1 0-192 0,1 0 0 16,0 1 1344-16,-1-1 208 0,-2 2 48 0,0 0 16 15,-3 1 272-15,1-1 48 16,0 0 16-16,3-2 0 0,0 1-144 0,1 1-16 0,2-2-16 0,1 2 0 15,2-2-496-15,-1-2-80 0,3 2-32 0,2-3 0 16,2 1-272-16,0 0-48 0,2-1-16 0,1-2 0 0,3 1-432 0,-1-1-80 16,2 0-32-16,-1 1 0 0,0-1-288 0,1-1 160 15,-1 3-160-15,-1-2 128 16,-1 4-128-16,-1-1 0 0,-1 1 0 0,-2 1 0 16,1-1 0-16,-10 1 0 0,0 0 0 0,0 0 0 15,0 0-256-15,0 0-64 0,0 0-32 0,0 0-16528 16</inkml:trace>
  <inkml:trace contextRef="#ctx0" brushRef="#br0" timeOffset="132710.14">15590 9395 17503 0,'-2'1'768'0,"1"1"176"0,0-2-752 0,0 2-192 0,1-2 0 0,1 0 0 15,1 2 2176-15,-1-2 384 0,2 1 96 0,-3-1 16 16,0 0-112-16,0 0-32 0,30 2 0 0,-19-5 0 15,1 1-1168-15,1 2-224 16,1-4-48-16,0 1-16 0,1 0-688 0,-1 1-128 16,-1 0-16-16,0 0-16 0,-1-1-224 0,0 3 0 0,-1-2 0 0,0 1 0 15,0 1 0-15,-1-2 0 0,-1 2 0 0,0-1 0 16,1 0-1360-16,-10 1-176 0</inkml:trace>
  <inkml:trace contextRef="#ctx0" brushRef="#br0" timeOffset="133198.51">16269 9177 10127 0,'-1'-4'896'0,"0"1"-704"0,1 1-192 0,-1 0 0 0,1 1 1408 0,0 1 256 15,0 0 64-15,0 0 0 0,1-2 1280 0,-1 2 272 16,0 0 48-16,-1 0 16 0,0 3-1168 0,-2 3-256 31,3-6-32-31,-6 19-16 0,6-19-784 0,-11 33-176 0,3-13-16 0,0 3-16 0,-1 1-400 0,-1 0-80 16,0 2-16-16,0-2 0 15,1 1-208-15,-2-1-48 0,2 0-128 0,2-3 192 16,0-3-64-16,2-3-128 0,5-15 176 0,-6 27-176 16,6-27 0-16,0 0 0 15,0 0 0-15,0 0 0 16,0 0-512-16,0 0-192 0,0 0-64 0,0 0-16432 0</inkml:trace>
  <inkml:trace contextRef="#ctx0" brushRef="#br0" timeOffset="133562.26">16395 9232 11055 0,'-1'-2'480'0,"0"1"112"15,0 1-464-15,0 0-128 0,0 1 0 0,1-1 0 16,-1 2 1968-16,-1-1 368 0,0 2 80 0,-1 3 16 16,-2 2 320-16,1 0 80 0,-2 4 16 0,6-12 0 0,-9 21-1136 15,9-21-240-15,-10 26-32 0,10-26-16 0,-9 29-624 0,9-29-128 16,-6 24-32-16,6-24 0 0,0 0-320 0,-4 38-64 15,4-38 0-15,0 0-16 0,0 0-96 0,10 37-16 16,-10-37 0-16,0 0 0 0,0 0 0 0,0 0-128 16,36 10 192-16,-25-13-64 0,-1-1 64 0,1-3 0 15,0 0 0-15,0-1 0 0,1-2-192 0,-1 1 192 16,0 0-192-16,-1-2 192 0,1-1-192 0,-1-1 0 16,-1 1 0-16,-2 0 0 0,-2 0 0 0,0-2 0 0,-2 2 128 0,-2-2-128 15,-2 0 0-15,-2 2 0 0,-1 0 0 0,-1 1 0 16,-2 4 0-16,-2 1 0 0,0 2 0 0,-2 2 0 15,-1 4 0-15,0 0 0 0,1 5 0 0,0-2 0 16,2 2 0-16,1 0 0 0,0 1 0 16,2 1 0-16,1-2 0 0,1-2 0 0,4-5-144 0,0 0 144 31,0 0-720-31,0 0-96 0,0 0-16 0,0 0-16176 0</inkml:trace>
  <inkml:trace contextRef="#ctx0" brushRef="#br0" timeOffset="133766.87">16652 9463 23951 0,'0'0'1056'0,"0"0"224"0,0 0-1024 0,0 0-256 16,0 0 0-16,0 0 0 0,0 0 2080 0,0 0 352 16,0 0 80-16,0 0 16 0,0 0-1168 0,0 0-224 15,16 39-48-15,-16-39-16 0,0 0-816 0,0 0-256 16,0 0 160-16,0 0-11120 15,0 0-2224-15</inkml:trace>
  <inkml:trace contextRef="#ctx0" brushRef="#br0" timeOffset="134349.59">17000 9253 19343 0,'1'-3'848'0,"-1"1"192"0,0 2-832 0,0-1-208 0,-1 1 0 0,0 0 0 16,0 0 2448-16,-1 0 448 0,-1 0 96 0,-2 0 16 16,0 1-1008-16,-2-1-192 0,0 3-32 0,0 0-16 15,0 2-880-15,0 1-176 0,-1 1-48 0,1-2 0 16,1 3-224-16,1 0-48 0,0-1-16 0,2 1 0 16,3-8-208-16,0 0-32 0,0 0-128 0,0 0 192 0,9 36-192 0,-9-36 0 15,0 0 0-15,0 0 0 0,34 25 0 0,-34-25 128 16,0 0-128-16,34 18 0 0,-34-18 0 0,32 15 128 15,-32-15-128-15,0 0 0 0,43 27 0 16,-43-27 128-16,0 0-128 0,36 31 0 0,-36-31 0 0,0 0 0 16,21 35 0-16,-21-35 0 0,0 0 0 0,4 33 0 15,-4-33 0-15,0 0 0 16,-12 31 0-16,12-31 0 0,-12 17 0 0,6-11 0 16,-2-1 0-16,0-1 0 0,0-3 0 0,-2 1 0 0,-1-2 0 0,-1-2 0 0,0 0 0 15,-1-3 0-15,0 0 0 0,1-1 0 16,1-2 0-16,0 1 0 0,2-2 0 0,-1 0 0 0,1-1 0 15,2 2 0-15,-1 0 0 0,3 0 0 0,0 1 0 0,1-1 0 16,2 1 0-16,0 0 0 0,1 3 0 0,2-4 0 16,2 4 0-16,-1-1 0 0,4-1 0 0,0 0 0 15,3 0 0-15,0 0 0 0,1-1 0 0,-1 1 0 16,1 2 0-16,1-2 0 0,3-2 0 0,2-1 0 16,2-2 0-16,1 1 0 0,-1-2 0 0,1 0 0 15,-2 0 0-15,-1 0 0 0,-1 0 0 0,-3 0 0 0,-1 1 0 16,-3 1 0-16,-2 1 0 0,-2 1 0 0,-3 0 0 15,-2 2 0-15,-2 2 0 0,-4 1 0 0,0-1 0 0,-3 1 0 16,-1 3 0-16,-1-1 0 0,-2 1 0 0,-2-1 0 16,0 2 0-16,0 0 0 0,0-1 0 0,1 0 0 15,0 2-160-15,2-2 160 16,3 0-752-16,1 0-64 0,1 1-16 0,2 1 0 16,0-2-1152-16,2 2-256 0</inkml:trace>
  <inkml:trace contextRef="#ctx0" brushRef="#br0" timeOffset="134790.57">17483 9210 4607 0,'-4'-4'400'0,"1"1"-400"0,0-1 0 0,2 3 0 15,0-1 2624-15,0 1 448 0,0 0 96 0,-2-3 16 16,-1 0 144-16,-1 0 48 0,-2-1 0 0,1 3 0 16,-1-1-1936-16,1 3-384 0,-1 3-80 0,0 2-16 15,0 1-304-15,-1 2-64 16,1 1-16-16,-2 3 0 0,1 0-64 0,0 2-32 0,-1 3 0 0,1-1 0 16,0 1-112-16,1 2-32 0,7-19 0 0,-8 36 0 0,8-36 112 0,-3 32 0 15,3-32 16-15,0 0 0 0,0 0-144 0,17 44-16 16,-17-44-16-16,0 0 0 0,36 12-160 0,-36-12-128 15,32-1 192-15,-15-3-192 0,1-1 192 0,0-3-64 16,2 0 0-16,-2-2-128 0,1 0 176 16,-2-2-176-16,1-2 160 0,-2 1-160 0,-2 0 0 0,-3-1 0 15,-3 2 0-15,-1 0 0 0,-3 0 0 0,-2 1 0 16,-3 1 0-16,-3-2 0 0,-2 3 0 0,-4 1 0 16,-2-1 0-16,-3 2 0 0,-1 0 0 0,-2 2 0 15,2 3 0-15,0-1 0 0,0 4 0 0,1 1 0 16,1 2 0-16,3 1 0 0,1 0-256 0,3-3 0 0,0 5 0 15,3-3 0 1,4-4-1136-16,0 0-208 0,0 0-64 0,0 0-14144 0</inkml:trace>
  <inkml:trace contextRef="#ctx0" brushRef="#br0" timeOffset="135151.91">17841 9165 8287 0,'5'-9'368'0,"-1"0"80"0,0 4-448 0,-2 0 0 16,0 2 0-16,-1 1 0 0,0 0 2288 0,2-3 368 31,0-1 80-31,0-2 16 0,0 1-352 0,-1 2-64 0,-2 0-16 0,-1 5 0 16,-1 0-688-16,-1 2-144 15,-1 3-16-15,-2 2-16 0,0 3-320 0,-1-1-64 16,-1 4-16-16,0 1 0 0,-1 2-480 0,-1 1-80 15,0 2-32-15,0-1 0 0,-1-1-240 0,1 0-48 16,1 0-16-16,1-1 0 0,1-2 96 0,7-14 0 16,-8 26 16-16,8-26 0 0,0 0 112 0,0 0 0 15,2 39 16-15,-2-39 0 0,0 0-224 0,0 0-48 0,0 0-128 0,33 18 192 16,-33-18-192-16,23 2 0 0,-11-4 128 0,1 1-128 16,1-2 0-16,0-2 0 0,0 1 0 0,1-2 0 15,-1 1 0-15,-1-2 0 0,0 0 0 0,-1 1-160 31,0 0-608-31,-1 0-112 0,1 0-16 0,-3 0-16 16,1 1-1472-16,-4 1-304 0,0-1-48 0,-3 0-11072 0</inkml:trace>
  <inkml:trace contextRef="#ctx0" brushRef="#br0" timeOffset="135355.73">17922 9198 2751 0,'-1'-2'256'15,"0"1"-256"-15,1 1 0 0,0 0 0 16,-1 1 2448-16,1-1 448 0,0 0 96 0,0 0 16 0,0 0 928 0,-9 19 192 15,9-19 32-15,-8 21 16 16,8-21-1680-16,-11 29-352 0,11-29-64 0,-15 38-16 16,7-18-1168-16,-3 1-256 0,1 0-32 0,0 0-16 0,1 0-256 0,-2-2-48 15,2 0-16-15,9-19 0 0,-13 31-112 0,13-31-32 16,-10 24 0-16,10-24 0 0,0 0-368 0,0 0-80 16,-6 28 0-16,6-28-11216 15,0 0-2240-15</inkml:trace>
  <inkml:trace contextRef="#ctx0" brushRef="#br0" timeOffset="135764.26">18305 9078 2751 0,'3'-3'256'0,"-1"1"-256"0,0 2 0 0,-1-2 0 16,-1 2 1152-16,0 0 176 0,2-1 32 0,-1 1 16 16,1 0 784-16,-1 0 144 0,-1 0 48 0,0 0 0 15,0 0 80-15,-10 22 0 0,10-22 16 0,-13 21 0 16,13-21-592-16,-18 29-112 0,7-11-16 0,0 4-16 0,-2-1-688 0,-1 3-144 16,-2-1-32-16,1 1 0 0,-2 0-272 0,0 0-48 15,2 0-16-15,0-1 0 0,1-2-224 0,2 1-48 16,1-3-16-16,2 1 0 0,9-20-64 15,-11 34-16-15,11-34 0 0,0 0 0 0,0 0 48 0,8 39 0 16,-8-39 0-16,0 0 0 0,28 3-48 0,-15-6 0 16,3-3 0-16,1 0 0 0,1-4 16 0,1 1 0 15,-2-1 0-15,0-2 0 0,-1 1-160 0,-1-1 0 16,-1 2 144-16,-2-2-144 0,-2 2 0 0,-4 1 128 16,-1 2-128-16,-3 0 0 0,-4 2 0 0,-3 3 144 15,-1 0-144-15,-5 4 0 0,-4-1 144 0,-3 2-144 16,-4 0 0-16,-1 2 144 0,-1 0-144 0,0 2 0 0,1-3 0 15,1 1-176 1,2 0-720-16,1-1-160 0,3-1-32 0,3 0-15408 0</inkml:trace>
  <inkml:trace contextRef="#ctx0" brushRef="#br0" timeOffset="136819.19">18585 9298 7359 0,'-2'2'656'0,"0"-2"-528"15,1 0-128-15,-1 1 0 0,1 1 1376 0,0-2 240 16,1 0 48-16,-2 2 16 0,0 1 816 0,1-1 144 16,-2 2 48-16,1-1 0 0,2-3-464 0,0 0-96 15,0 0-16-15,0 0 0 0,0 0-512 0,0 0-96 16,0 0-32-16,0 0 0 0,0 0-592 0,0 0-128 16,0 0-32-16,19 35 0 0,-19-35-272 0,15 0-64 0,-6-2-16 0,-1 0 0 15,3-2-128-15,0-1-32 0,1 0 0 0,0-2 0 16,0 0-208-16,0-1 176 0,0 1-176 0,-2-2 160 15,0 1-160-15,-3 0 0 0,1 0 0 0,-3 1 0 16,0 0 0-16,-2-1 0 0,-1 2 0 0,-2-1 0 16,-2 2 0-16,-1 0 0 0,-2 0 0 0,-2 1 0 15,-1-1 0-15,-1 2 0 0,0 1-176 0,-1 2 176 16,0 0-208-16,0 0 32 0,0 3 16 0,0 1 0 0,1-1 160 0,0 3 0 16,2-1 0-1,-1 0-128-15,2 2 128 0,0-1 0 0,2 1 0 0,4-7-128 0,0 0 128 0,-7 28 0 16,7-28 0-16,0 0 0 0,0 0 0 0,0 0 0 15,10 44 0-15,-10-44 0 0,0 0 0 0,0 0 0 16,25 36 0-16,-25-36 128 0,0 0-128 0,0 0 0 16,27 46 0-16,-27-46 0 0,0 0 0 0,14 40 0 15,-14-40 0-15,0 0 0 0,6 42 0 0,-6-42 0 16,0 0 0-16,-6 38 128 0,6-38-128 0,-12 21 128 16,5-11-128-16,-2-3 128 0,-1 1 64 0,-1-2 0 0,-2 1 16 15,0-3 0-15,1-1-208 0,-2-2 128 16,-2-1-128-16,0-1 0 0,0-3 0 0,1-1 0 0,1-1 0 0,3 0 0 15,2-1 0-15,0-3 0 16,3-1 0-16,0 1 0 0,3-2-256 0,1-2-112 0,3 2-16 0,2-4 0 31,4 2-1984-31,2 1-416 0</inkml:trace>
  <inkml:trace contextRef="#ctx0" brushRef="#br0" timeOffset="137468.09">18861 9288 7359 0,'13'-3'320'0,"-7"2"80"0,1-1-400 0,-2-1 0 15,-1 1 0-15,-2 2 0 0,1-2 2560 0,2 1 448 32,3-1 64-32,1 0 32 0,-1-1-16 0,-1 1 0 0,-3 0 0 0,-4 2 0 0,0 0-1296 0,0 0-272 15,0 0-48-15,0 0-16 0,0 0-816 0,4 40-144 16,-4-40-48-16,0 0 0 0,-9 35-128 0,9-35-48 16,-8 26 0-16,8-26 0 0,-8 23-16 0,8-23-16 15,0 0 0-15,-9 27 0 0,9-27-16 0,0 0 0 16,0 0 0-16,0 0 0 0,0 0-224 0,0 0 144 15,0 0-144-15,0 0 128 0,0 0 32 0,0 0 0 16,0 0 0-16,0 0 0 0,0 0-160 0,0 0 128 16,-2-1-128-16,4-7 128 0,1 1-128 0,0-3 0 15,1 0 0-15,0-1 0 16,1-1 0-16,1 1 0 0,0-1 0 0,2 0 0 0,-1-2 0 0,1 1 0 0,1 2 0 0,-1-1 0 16,1 1 0-16,0 2 0 0,0 3 0 15,-1 1 0-15,0 2 0 0,-1 1 0 0,-7 2 0 0,0 0 0 16,0 0 0-16,0 0 0 0,29 7 0 0,-29-7 0 15,0 0 192-15,0 0-64 0,0 0 0 0,13 43 0 16,-13-43-128-16,0 0 128 0,3 39-128 0,-3-39 128 16,0 0-128-16,-1 42 0 0,1-42 0 0,0 0 0 15,-4 42 0-15,4-42 0 0,0 0 128 0,-4 31-128 16,4-31 0-16,0 0 0 0,0 0 0 0,0 0 0 0,0 0 128 16,-9 24-128-16,8-24 0 0,0 0 128 0,0-3-128 0,0 1 128 31,1-3-128-31,0 3 128 0,1-5-128 0,1 2 0 0,0-4 0 0,2 1 128 0,0-1-128 0,1-3 0 31,2 0 0-31,0 0 0 0,1-2 0 0,1 0 0 0,-2 2 0 0,2-4 0 0,1 1 0 0,0 1 0 16,1 0 0-16,-1 2 0 0,0 1 0 0,1 3 0 15,-2 1 0-15,0 1 0 0,0 2 0 0,-1 0 0 16,0 3 0-16,-1 1 0 0,-7 0 0 0,0 0 0 16,0 0 0-16,0 0 0 0,0 0 0 0,29 18 0 15,-29-18 0-15,0 0 0 0,0 0 128 0,0 0-128 16,18 42 128-16,-18-42-128 0,0 0 128 0,0 0-128 0,11 42 0 0,-11-42 128 15,0 0-128-15,2 34 0 0,-2-34 0 0,0 0 0 16,-3 38 0-16,3-38 0 16,0 0 0-16,-4 30 0 15,4-30 0-15,0 0 0 0,0 0 0 0,0 0 0 16,-5 29 0-16,4-27 0 0,1-1 0 0,-1-1 0 31,1-1-1152-31,0-1-128 0</inkml:trace>
  <inkml:trace contextRef="#ctx0" brushRef="#br0" timeOffset="137968.68">19430 8985 7359 0,'-1'0'656'0,"0"0"-528"15,1 0-128-15,0 0 0 0,0 0 2112 0,-1 0 400 0,1 1 80 0,-1 1 16 16,0-2 1088-16,1 2 208 16,1-1 64-16,0 0 0 0,2-1-1504 0,1 2-288 0,2-2-64 0,1 0-16 15,-1 0-1232-15,3 0-240 0,-1 0-48 0,0 0-16 16,1 1-352-16,0-1-64 0,-9 0-16 0,19 4 0 15,-19-4-128-15,0 0 0 0,24 7 144 0,-24-7-144 16,0 0 0-16,0 0 128 0,0 0-128 0,0 0 0 16,28 20 0-16,-28-20 0 0,0 0 0 0,0 0 0 15,0 0 0-15,0 0 0 0,0 0 0 0,-12 35 0 16,12-35 0-16,-11 12 0 0,4-5 0 0,-1 0 0 16,0-1 0-16,1 0 0 0,-2 1 0 0,2-2 0 15,0 0 0-15,2-2 0 0,5-3 0 0,-7 6 0 0,7-6 0 0,0 0 0 16,0 0 0-16,0 0 0 0,0 0 0 0,0 0 0 15,24 5 0-15,-24-5 128 0,16 0 32 16,-6-2 16-16,-1 1 0 0,1 0 0 0,-1 0-48 0,1 1-128 16,0 0 192-16,-1 0-64 0,0 0-128 0,-9 0 0 15,19 2 0-15,-19-2 128 0,0 0-128 0,24 3 0 16,-24-3 0-16,0 0 0 0,20 2-160 0,-20-2-16 16</inkml:trace>
  <inkml:trace contextRef="#ctx0" brushRef="#br0" timeOffset="142907.06">4253 10988 9215 0,'1'-2'816'0,"1"2"-656"15,0 0-160-15,-1 0 0 0,0 0 736 0,0 0 112 16,2 0 32-16,2 0 0 0,0 2 928 0,3-1 192 16,-2 1 48-16,0 0 0 0,-6-2-64 0,0 0-16 15,0 0 0-15,0 0 0 0,0 0-576 0,0 0-112 16,37 30-32-16,-37-30 0 0,0 0-672 15,0 0-128-15,0 0-16 0,0 0-16 16,0 0-688-16,34 27-144 0,-34-27-32 0,0 0-13696 16</inkml:trace>
  <inkml:trace contextRef="#ctx0" brushRef="#br0" timeOffset="143080.41">4596 10953 14735 0,'2'1'1312'0,"0"1"-1056"0,0 0-256 0,-1-1 0 15,-1 0 1680-15,1 4 288 0,1 0 48 0,-2-5 16 16,0 0 304-16,14 41 64 0,-14-41 16 0,0 0 0 16,10 37-1136-16,-10-37-240 0,0 0-32 0,0 0-16 15,0 0-720-15,0 0-144 0,0 0-128 0,0 0-10144 32,0 0-2144-32</inkml:trace>
  <inkml:trace contextRef="#ctx0" brushRef="#br0" timeOffset="143270.31">4473 10702 22111 0,'-5'-7'976'0,"2"4"208"0,2 2-944 0,0 0-240 16,1 1 0-16,-1 0 0 0,1 0 1920 0,0 0 352 16,0 2 64-16,0 1 16 0,1 1-544 0,0 1-96 15,1 0-32-15,1 0 0 0,-3-5-1376 0,0 0-304 16,0 0 0-16,0 0-16256 0</inkml:trace>
  <inkml:trace contextRef="#ctx0" brushRef="#br0" timeOffset="151116.69">4904 7634 9215 0,'1'-3'816'0,"0"-2"-656"31,0 3-160-31,0 1 0 0,0 0 800 0,0-1 128 0,2-1 32 0,-2-3 0 0,2 0 800 0,-1-1 160 15,1 2 48-15,-2-2 0 0,0 5-448 0,-1 0-96 16,-1 0-16-16,-2 1 0 0,-1 2-384 0,-1 1-64 16,-1 0-32-16,-1 2 0 0,-2 1 768 15,0-1 160-15,-3 2 16 0,0 2 16 0,-1-1-1728 0,-2 1-352 16,0 2-64-16,0 0 0 0,0 0 624 0,0 1 128 16,1-2 16-16,1 1 16 0,2-1-16 0,2-2-16 15,1 1 0-15,2-2 0 0,1 0-80 0,1 0-16 16,1 0 0-16,2 0 0 0,0 2-256 0,1-1-144 15,1 0 160-15,0 2-160 0,2-2 128 0,1 3-128 16,1-3 0-16,0 0 144 0,1 0-144 0,0-2 0 0,-6-5 0 0,0 0 128 16,0 0 784-16,40 24 160 0,-40-24 16 0,0 0 16 31,35 16-1616-31,-35-16-336 0,0 0-64 0,36 19-16 0,-36-19 928 0,0 0 0 0,40 24 0 0,-40-24 176 16,0 0-176-16,40 26 128 0,-40-26-128 0,0 0 128 15,0 0-128-15,31 35 0 0,-29-25 0 0,-2-2 0 16,-3 1 0-16,-3 2 0 0,-2 0 128 0,-3 1-128 15,-4 1 0-15,-2 0 128 0,0 0-128 0,-2-1 128 16,1-2 0-16,0-1-128 0,0 0 192 0,1-4-64 16,-1 1-128-16,2-3 128 0,0 0-128 0,1-3 128 15,2-2-128-15,0-1 0 0,1 1 0 0,1-3 128 0,2-2-128 16,1-3 0-16,2 1 0 0,1 0 0 16,2-2 0-16,1 0 0 0,2 1 0 15,2-1 0-15,1 1-432 0,2 1-16 0</inkml:trace>
  <inkml:trace contextRef="#ctx0" brushRef="#br0" timeOffset="151555.04">5024 7458 1839 0,'0'-2'160'0,"0"0"-160"0,1 0 0 0,-1 2 0 31,0 0 1680-31,0 0 304 0,0-1 64 0,0-1 16 0,0-1 928 0,0 1 176 0,0 2 32 0,1 0 16 16,0 0-704-16,0 0-144 0,2 0-16 0,1 0-16 16,1 2-576-16,0-2-112 0,2 0-32 0,-1 1 0 15,1-1-896-15,0 0-176 0,0 0-32 0,1 2-16 16,-1-2-320-16,2 0-176 0,0 0 192 0,-1 2-192 15,2-2 160-15,-2 3-160 16,-1-1 128-16,0-1-128 0,-2 2 0 0,0 0 128 0,-1 0-128 0,-2 1 0 16,-2 1 0-16,0 2 0 15,-1-3 0-15,-3 4 0 0,-2-1 0 0,0 2 0 0,-3 1 0 0,-2-1 0 0,0 1 0 16,0-1 0-16,0 1 0 0,1-3 0 0,0 0 0 0,1 0 0 16,2 0 0-16,1-2 0 0,3-3 0 0,1 1 0 15,2-1 128-15,2 1-128 0,-1-1 128 16,3 0-128-16,2-2 192 0,1 1-64 0,2-1 1040 0,2 0 208 15,2-1 32-15,0 1 16 16,-1-2-1776-16,2 2-352 0,1-3-80 0,2 1-16 0,1 2 672 16,0 0 128-16,2-1 0 0,-1 2-11936 15,1 1-2400-15</inkml:trace>
  <inkml:trace contextRef="#ctx1" brushRef="#br0">9477 13849 0,'0'0'0</inkml:trace>
  <inkml:trace contextRef="#ctx0" brushRef="#br0" timeOffset="152779.72">5530 10797 15663 0,'-1'0'1392'0,"0"0"-1120"15,0 0-272-15,0 2 0 0,0-2 1552 0,-1 2 256 16,-1-1 48-16,-3 3 16 16,-1 1 304-16,-2 2 64 0,-2 0 16 0,0 0 0 15,0 3-976-15,1-1-192 0,-1-2-32 0,-1 3-16 16,1-3-432-16,0 1-96 0,0 0 0 0,0-3-16 15,2 2-208-15,-1-2-32 0,1-1-16 0,-1 2 0 16,3-2-16-16,-1 1 0 0,2 0 0 0,1-1 0 16,2 1 80-16,0-2 16 0,1 1 0 0,2-2 0 15,0 2-96-15,2 0-16 0,1 0 0 0,2-1 0 0,-5-3-64 16,0 0-16-16,0 0 0 0,0 0 0 0,43 12 16 16,-43-12 0-16,0 0 0 0,33 8 0 0,-33-8-144 0,0 0 128 15,35 11-128-15,-35-11 128 0,0 0-128 16,0 0 0-16,40 19 0 0,-40-19 0 0,0 0 0 0,0 0 0 15,32 31 128-15,-32-31-128 0,0 0 0 0,0 0 0 16,0 0 0-16,9 42 0 0,-11-32 0 0,-1-3 0 16,-2 2 0-16,-2-1 0 0,-2 1 0 0,-1 0 128 15,0-1-128-15,-2-1 0 0,1 0 144 0,-2-2-144 16,0 2 160-16,0-3-160 0,0-1 144 0,1-1-144 0,2 0 128 16,0-2-128-16,0 0 0 0,0-2 128 0,1-1-128 0,1 1 0 15,1 0 0-15,1-3 0 0,1 0 128 0,2 1-128 16,1-1 0-16,2 0 0 0,1-1 0 0,2 0 0 15,2 0-144-15,3 0-16 0,4-1 0 0,1-1-12128 16,1 0-2416-16</inkml:trace>
  <inkml:trace contextRef="#ctx0" brushRef="#br0" timeOffset="153096.16">5764 10944 6159 0,'-2'-3'128'0,"1"1"16"0,0-1 16 15,0 3 32-15,0-2-192 0,1 2 0 0,-1 0 0 0,0-1 0 0,0 0 2752 0,-2 1 496 16,-1 0 96-16,1 0 32 0,0 2-480 0,-1 0-80 16,1 1-32-16,0-1 0 0,2 1-752 15,0 0-160-15,1 0-16 0,1 0-16 0,2-1-832 0,1 1-176 16,1-1-16-16,2 0-16 0,1-2-368 0,1 0-80 15,0 0-16-15,1 0 0 0,0 0-128 0,1-2-16 16,1 1-16-16,-2 0 0 0,0-1-176 0,0 1 0 16,0 0 0-16,0 1 128 0,-2-1-128 0,-1 1 0 15,1 0 0-15,-2-2 0 0,-1 2 0 0,-1 2 0 16,-3-2 0-16,0 0 0 16,-2 2-864-16,-1 1-96 0,-1-1-32 0,-1 0-15648 0</inkml:trace>
  <inkml:trace contextRef="#ctx0" brushRef="#br0" timeOffset="153313.79">5758 11102 11967 0,'-2'1'528'0,"1"-1"112"0,1 2-512 0,0-2-128 0,0 0 0 0,0 0 0 16,1 0 2352-16,0 0 432 0,1 0 96 0,2 0 0 15,1 0 224-15,1-3 32 0,1 3 16 0,0-2 0 16,1 2-1296-16,1-2-256 0,-1 0-48 0,0 1-16 15,1-1-928-15,-1 2-192 0,-1 0-32 0,-1 2-16 16,1-2-368-16,-1 3 144 0,1-1-144 0,-2 0 0 16,1-1 0-16,0 1 0 0,1 0 0 0,-1 1-18096 15</inkml:trace>
  <inkml:trace contextRef="#ctx0" brushRef="#br0" timeOffset="159822.1">6814 10563 10127 0,'2'-1'896'0,"-1"-1"-704"0,1 0-192 0,-1 1 0 0,0 1 896 0,-1-2 160 16,1 1 32-16,0-1 0 16,1 1 1536-16,-1-2 304 0,1 0 64 0,-1-2 16 0,-1 3-512 0,0 0-80 15,-1-1-32-15,0 1 0 0,0 0-864 0,-2 1-176 16,0 1-48-16,-1 0 0 0,-1 0-656 0,-2 0-128 15,0 3-16-15,-2-1-16 0,-1 1-256 0,-2-1-48 16,1 3-16-16,-3 0 0 0,0-1-160 0,-2 2 160 16,-1 2-160-16,-1 0 160 0,1 1-160 0,-2 0 128 15,3 0-128-15,0 0 128 0,2-1-128 0,1 1 0 16,2-3 0-16,2 1 0 0,1 0 0 0,3-2 192 16,1-1-192-16,1-1 192 0,1 2-192 0,2-3 160 15,0-2-160-15,0 0 160 0,0 0-160 0,0 0 0 16,0 0 144-16,0 0-144 0,40 19 128 0,-40-19-128 0,0 0 128 0,35 12-128 15,-35-12 0-15,0 0 0 0,39 14 0 0,-39-14 128 16,0 0-128-16,36 19 0 0,-36-19 0 0,0 0 0 16,34 22 0-16,-34-22 0 0,0 0 0 0,0 0 0 15,29 30 0-15,-29-30 0 0,0 0 0 0,0 0 0 16,0 0 0-16,0 0 0 0,14 40 0 0,-15-35 0 16,-2 2 0-16,-2-1 0 0,-1 2 0 0,-3 0 0 15,1-1 192-15,-2 0-48 0,-3 0 0 0,-2 0 0 16,2 0-144-16,-1-2 128 0,-3 2-128 0,1-2 128 15,-2-1-128-15,0-1 128 0,2 0-128 0,-2-1 128 16,2-2-128-16,0-2 0 0,1 0 0 0,-1-1 128 16,3-1-128-16,0-1 0 0,2-1 0 0,1-1 0 15,2 0 0-15,3 0 0 0,2-2 0 0,3-1-12832 16,3 3-2512-16</inkml:trace>
  <inkml:trace contextRef="#ctx0" brushRef="#br0" timeOffset="161912.26">6982 10514 3679 0,'-2'0'320'0,"0"1"-320"0,1-1 0 0,1 0 0 16,-1 2 1216-16,0-2 160 0,-1 0 32 0,-1 2 16 15,0 1 800-15,-2-1 144 0,2 0 48 0,1-2 0 16,0 2-400-16,1-2-80 0,1 0-16 0,0 1 0 16,1-1-304-16,0 0-64 0,0 0-16 0,1-1 0 15,1 1-336-15,0 0-80 0,1 0-16 0,-1-2 0 0,2 2-464 0,-1 0-112 16,0-1-16-16,2 1 0 0,-2 0-144 0,2 0-48 15,-6 0 0-15,0 0 0 0,0 0-64 0,0 0 0 16,31 1-16-16,-31-1 0 0,0 0-112 0,0 0 0 16,0 0-128-16,29 2 192 0,-24-1-192 0,0 1 128 15,-5-2-128-15,0 0 0 0,0 0 128 0,0 0-128 16,0 0 0-16,0 0 0 0,0 0 0 0,0 0 0 16,0 0 0-16,0 0 0 0,9 36 0 0,-15-27 0 15,1-2 0-15,-3 0 0 0,1 0 0 0,-1 0 0 0,0 1 0 0,-2-1 0 16,0 2 0-16,0-2-240 0,-1 0 48 15,2-1 16-15,1 0-176 0,0-1-32 0,2 0-16 16,1-3 0-16,2 1 256 0,1 1 144 0,0-4-160 0,2 1 160 16,0 1 0-16,1-2 0 0,1 0 0 0,1 0 0 15,1-2 176-15,1 1 80 0,0 1 0 0,1-2 16 16,-6 2 240-16,0 0 64 0,0 0 0 0,27 2 0 16,-27-2-272-16,0 0-48 0,0 0-16 0,0 0 0 15,38 12-240-15,-38-12 128 0,0 0-128 0,0 0 0 16,0 0 0-16,35 15 0 0,-35-15 0 0,0 0 0 15,0 0 0-15,0 0 0 0,0 0 0 0,34 12 0 16,-34-12-1264-16,0 0-144 0,0 0-16 0,0 0-14896 16</inkml:trace>
  <inkml:trace contextRef="#ctx0" brushRef="#br0" timeOffset="162380.66">6279 11157 10127 0,'-3'-2'448'0,"2"1"96"0,0 1-544 0,0 0 0 0,0 0 0 0,1 0 0 15,1 0 1344-15,0-2 144 0,2 2 48 0,0-2 0 16,1 2 416-16,3-2 96 0,0-1 0 0,2 0 16 16,-9 3-96-16,24-2-32 15,-24 2 0-15,36-4 0 0,-36 4-576 0,46 0-112 0,-19-2-32 0,1 1 0 16,1-1-240-16,2-3-48 0,2 3-16 0,1-1 0 0,-2-2-256 15,4 2-48-15,1 0-16 0,1-2 0 0,2 3-304 16,0-1-64-16,3-1-16 16,-1-1 0-16,-1 0-208 0,-2 0 128 0,0 0-128 0,-2-1 0 0,0 3 128 0,-3 0-128 15,1 0 0 1,-2 2 0-16,-3-2 0 0,-2 3 0 0,-28 0 0 0,46-2 0 0,-46 2 0 0,31 0 0 16,-31 0 0-16,0 0 0 0,31 2 0 0,-31-2 0 15,0 0 0-15,0 0 0 16,0 0-640-16,0 0-128 0,-5 18-32 0,-3-15-16528 0</inkml:trace>
  <inkml:trace contextRef="#ctx0" brushRef="#br0" timeOffset="162915.31">6692 11228 1839 0,'-5'0'160'0,"1"0"-160"0,1-2 0 0,0 2 0 16,2 0 2128-16,0 0 400 0,0 0 80 0,-2 0 16 15,-2 2 288-15,0-2 64 0,-1 2 16 0,1 1 0 16,1 0-592-16,1 2-112 0,1-1-32 0,0 3 0 16,0 0-480-16,2 2-112 0,0-9 0 0,-2 22-16 0,2-22-704 15,-2 28-144-15,2-28-32 0,-4 33 0 16,1-16-368-16,-1 2-80 0,-1 2 0 0,0-2-16 0,-1 0-160 0,-1 0-16 15,2-4-128-15,-1-1 192 0,2-2-64 0,0-3 0 16,2-2-128-16,2-7 192 0,0 0-192 0,0 0 0 16,0 0 0-16,0 0 0 0,0 0 0 0,0 0 0 15,13-5 0-15,-7-6 0 0,-1 1-160 0,1-4-80 16,0 2-16-16,1-4 0 31,0 1-384-31,-1-2-96 0,-1 2-16 0,0 0 0 0,1-2 240 0,-2 3 32 0,1-1 16 0,-1 1 0 0,1 2 464 0,-1 0-144 0,0 1 144 0,1 1 0 16,0 1 0-16,-1-1 0 0,2 3 0 0,-1 0 0 15,1 2 448-15,1 1 0 0,0 3 16 0,-7 1 0 16,0 0 304-16,0 0 48 0,0 0 16 0,0 0 0 16,40 15-512-16,-40-15-80 0,0 0-32 0,0 0 0 15,28 31-208-15,-28-31 0 16,0 0 128-16,0 0-128 0,20 38 0 0,-20-38 0 0,0 0 0 0,14 35 0 16,-14-35 0-16,0 0 0 0,8 45 0 0,-8-45 0 15,4 31 0-15,-4-31 128 0,0 0-128 0,1 35 0 16,-1-35 0-16,0 0 0 0,0 0 0 0,-2 26 0 31,2-26 0-31,0 0 0 0,0 0 0 0,0 0 0 0,0 0-192 0,0 0-96 0</inkml:trace>
  <inkml:trace contextRef="#ctx0" brushRef="#br0" timeOffset="163482.04">6123 10379 16575 0,'-4'-2'736'0,"2"0"160"15,1 1-720-15,0-1-176 0,1 2 0 0,0 0 0 0,1 0 1376 0,0-1 240 16,2 0 48-16,1-1 16 0,1 1 320 0,3-1 64 15,-8 2 16-15,0 0 0 0,31 2-608 0,-31-2-112 16,0 0-16-16,44 5-16 0,-44-5-544 0,36 5-96 16,-36-5-32-16,38 3 0 0,-38-3-272 0,44 4-48 15,-44-4-16-15,52 3 0 0,-22-1-176 0,1-3-144 16,0 0 192-16,1 0-192 0,1-1 192 0,2-3-64 16,1 0 0-16,0 1-128 0,-1-1 224 0,2 2-64 15,3 1-16-15,1 0 0 0,0 2-16 0,-1-2-128 16,-1 2 192-16,-1 0-64 0,0 0-128 0,-3 0 0 0,-2 0 0 0,1 0 128 15,2 0-128-15,-2 2 0 0,-1-2 0 0,-1-2 0 16,-2 0 0-16,-3-1 0 0,-2 0 0 0,-4-1 0 16,-2-1 0-16,0 2 0 0,-19 3 0 0,31-4 0 15,-31 4 0-15,0 0 0 0,27-2 0 0,-27 2 0 16,0 0-176-16,0 0-16 0,0 0 0 0,0 0 0 31,0 0-1600-31,0 0-336 0</inkml:trace>
  <inkml:trace contextRef="#ctx0" brushRef="#br0" timeOffset="164270.97">6173 10443 9215 0,'-6'0'400'0,"3"-2"96"0,-1 2-496 0,1 0 0 0,2-2 0 16,0 2 0-16,0-1 1376 0,-1 1 176 0,-1-2 48 0,-2 0 0 15,1-3 816-15,2 2 160 0,0-1 48 0,0 0 0 16,2 1-624-16,-1 0-112 0,2 0-32 0,0 0 0 16,0 2-560-16,0-1-112 0,0 2-32 0,-1 0 0 15,1 0-384-15,-1 2-96 0,0 1-16 0,1-1 0 0,-1-2-272 0,0 0-64 16,0 0-16-16,0 0 0 0,7 40-128 0,-7-40-32 15,0 0 0-15,5 40 0 0,-5-40-144 0,7 36 0 16,-7-36 0-16,9 41 0 0,-9-41 0 0,10 47 0 16,-10-47 0-1,12 50 0-15,-12-50 0 0,9 50 0 0,-9-50 0 0,8 44 0 0,-8-44 0 0,6 41 0 16,-6-41 0-16,4 49 0 0,-4-49 0 0,4 48 0 16,-4-48 0-16,3 52 0 0,-3-52-128 0,3 53 128 15,-1-23 0-15,-2-4 0 0,0 1 0 0,-1-4 0 16,1-23 0-16,1 44 0 0,-1-44-144 0,0 41 144 0,0-41 0 0,0 41 0 15,0-41-256-15,1 35 48 16,-1-35 16-16,1 38 0 0,-1-38 16 0,0 43 16 0,0-43 0 0,-1 45 0 16,0-20 160-16,1-2-160 0,-2-2 160 0,0 0-160 15,-1-1-160-15,3-20-16 0,-4 34-16 0,4-34 0 16,-2 30 64-16,2-30 16 0,-2 25 0 0,2-25 0 16,0 0 272-16,-2 26 0 0,2-26 0 0,0 0 0 15,0 0 0-15,0 0 0 0,-2 17 0 0,1-17 144 16,1 0 112-16,0-2 0 0,-1-1 16 0,0-2 0 15,0 1 336-15,0-4 64 0,-1 2 16 0,1 0 0 0,-1-3-288 16,0 1-48-16,0-1-16 0,0 0 0 0,-1 0-96 0,1-1-32 16,-2 3 0-16,0 0 0 0,-1-2-48 0,-1 2-16 31,1 1 0-31,-2 2 0 0,1-1 16 0,-3 0 0 0,1 3 0 0,-1 2 0 0,1 0-32 0,-1 0-128 16,-1 4 192-16,-1 2-64 15,0 1-128-15,-1 2 0 0,0 1 144 0,0-1-144 0,2 1 0 0,-1 1 0 16,2 1 0-16,-2 0 0 0,4 0 0 0,-1 0 0 15,0 0 0-15,2-3-12528 16,1 1-2496-16</inkml:trace>
  <inkml:trace contextRef="#ctx0" brushRef="#br0" timeOffset="165694.68">7914 10936 6447 0,'-1'0'576'0,"0"0"-576"0,1 0 0 0,0 0 0 16,-1 1 1280-16,0-1 160 0,0 0 32 0,-1 2 0 0,0-2 288 0,-1 0 64 15,2 2 16-15,-1-1 0 0,0 1-336 0,1-2-64 0,-1 0-16 0,1 2 0 16,0-2-112-16,0 1-32 0,0-1 0 0,1 1 0 15,0-1-80-15,-1 0-32 16,1 0 0-16,-1 0 0 0,1 2-208 0,0-2-32 0,0 0-16 0,0 0 0 16,1 1-240-16,0-1-48 0,0 2-16 0,2-2 0 15,0 0-240-15,0 0-48 0,1 0-16 0,2 0 0 16,0 0-32-16,-6 0 0 0,0 0 0 0,25-3 0 31,-25 3-80-31,0 0-32 0,33-2 0 0,-33 2 0 0,0 0-160 0,31-1 160 0,-31 1-160 0,0 0 160 16,34 0-160-16,-34 0 0 0,0 0 0 0,0 0 0 15,38 4 0-15,-38-4 0 0,0 0 0 0,0 0 0 0,33 3 0 0,-33-3 0 16,0 0 0-16,0 0 0 0,31 2 0 0,-31-2 0 16,0 0 0-16,0 0 0 0,0 0 0 0,26-2 0 15,-22 2-160-15,-1-1-11872 16,-1 1-2384-16</inkml:trace>
  <inkml:trace contextRef="#ctx0" brushRef="#br0" timeOffset="165993.93">7942 11131 7711 0,'-2'0'160'0,"1"0"32"0,0 0 16 0,0 0 32 0,1 0-240 0,0 0 0 0,0 0 0 0,0 0 0 16,1 2 1984-16,1-2 336 0,-2 0 80 0,0 0 16 16,0 0-96-16,0 0-16 0,0 0 0 0,37 3 0 15,-37-3-208-15,0 0-48 0,35-5-16 0,-35 5 0 16,28-6-656-16,-28 6-128 0,28-6-32 0,-28 6 0 16,26-7-624-16,-26 7-128 0,23-5-16 0,-23 5-16 15,0 0-432-15,28-4 0 0,-28 4 0 0,0 0 0 0,0 0 0 16,27-1-304-16,-27 1 48 0,0 0-16384 15</inkml:trace>
  <inkml:trace contextRef="#ctx0" brushRef="#br0" timeOffset="167108.12">8937 10448 5519 0,'0'0'496'0,"0"0"-496"16,0 0 0-16,0 0 0 0,0 0 1056 0,0-2 112 16,0 2 32-16,0 0 0 0,1-2 400 0,0 1 96 15,0 1 16-15,1-2 0 0,0 2 80 0,1-2 0 16,0 2 16-16,-1-1 0 0,2 1-368 0,0 0-80 15,-1-2-16-15,2 2 0 0,0 0-192 0,-1 0-64 16,1 0 0-16,1 0 0 0,-1 0-208 0,1 0-48 16,-1-1-16-16,1 0 0 0,1 1-128 0,-7 0-32 15,0 0 0-15,28-2 0 0,-28 2-112 0,23-1-32 0,-23 1 0 16,27-1 0-16,-27 1-96 0,29 1-32 16,-29-1 0-16,30 0 0 0,-30 0-160 0,31 0-32 0,-31 0-16 0,34 0 0 15,-34 0-176-15,35-1 128 0,-35 1-128 0,36-1 128 16,-36 1-128-16,45 0 0 0,-20 0 144 0,1 0-144 15,3 1 0-15,1-1 144 0,-1 1-144 0,0-1 0 16,6-1 144-16,-4 0-144 0,0-2 0 0,-1 0 144 16,0 0-144-16,-1 0 0 0,1 1 0 0,-1-1 0 15,0 1 0-15,-1 2 0 0,-1-2 0 0,-2-1 0 16,-3 1 0-16,-3-1 0 0,0 1 0 0,-4 0 0 16,-15 2-448-16,0 0-112 15,27-2-16-15,-27 2-17152 0</inkml:trace>
  <inkml:trace contextRef="#ctx0" brushRef="#br0" timeOffset="168119.49">8938 10458 11055 0,'0'-3'976'0,"-1"0"-784"16,1 2-192-16,0 1 0 0,-1-1 1568 0,0 1 272 15,0-2 48-15,-2 0 16 0,0-3 272 0,-1 2 64 16,1 0 16-16,-1 2 0 0,0-2-768 0,2 2-144 15,-1 1-48-15,1 0 0 0,0 0-480 0,0 1-112 0,0 2 0 16,1-3-16-16,-1 2-208 0,1 1-32 0,-1 2-16 0,1-1 0 16,0 0-96-16,-1 4-16 0,1-1 0 0,-1 2 0 15,1 3 48-15,-1 0 0 0,0 3 0 0,-1 3 0 16,3-18-112-16,-4 38 0 0,4-38-16 0,-3 45 0 16,2-19-96-16,0 0-16 0,0 3 0 0,0 2 0 15,0-3-128-15,1-2 128 0,-1 0-128 0,0 3 128 16,1 0-128-16,0 3 0 0,0 2 0 0,0-1 128 15,0 0-128-15,-1 1 0 0,1-1 0 0,0 2 0 16,-1-6 0-16,1 2 0 0,-1 1 0 0,0 0 0 0,1 0 0 16,-2-1 0-16,1-1 0 0,0-1 0 0,1 0 0 0,-1-2 0 15,1-27 0-15,0 46 0 0,0-46 0 16,1 34 0-16,-1-34 0 0,0 26 0 0,0-26 0 0,0 0 0 16,0 30 0-16,0-30 0 0,0 0 0 0,0 0 0 15,0 0 0-15,-2 24 0 0,1-24 160 0,0 1-160 16,0-1 192-16,0-1-192 0,-1 0 256 0,1-2-48 15,-1-2-16-15,-2-1 0 0,1-2 0 0,-1 1 0 16,-1-3 0-16,-2-2 0 0,1 2-192 0,-1-3 128 16,-2 3-128-16,-1-2 0 0,1 1 0 0,-2-1 0 15,-2 0 0-15,1 1 0 0,2 2 0 0,1 0 0 0,0 2 0 0,0 2 0 16,2 3 0-16,0-1 0 0,2 1 0 0,-1 0 0 16,3 0 0-16,-2-1 0 0,2 3 0 0,-1-3 0 15,2 1 0-15,-1 1 128 0,0 0-128 0,1-3 0 16,-1 3 192-16,2-4-64 0,-1 3-128 0,0-2 192 15,0 1-192-15,-1-2 0 0,1 3 128 16,1-3-128-16,-1 3 0 0,-1 0 0 0,1 1 0 0,-1 1 0 16,1 1 0-16,-2 3 0 0,-1 1 0 0,0 2 0 15,-2 0 0-15,1 5 0 0,-2 0 0 0,2 0 0 16,-1 3 0-16,1 0 0 0,1-1 0 0,1 1 0 16,2-3 0-16,2-12 0 0,-1 23 0 0,1-23 0 0,0 0 0 0,0 0-128 15,0 0 128-15,18 34-18416 16</inkml:trace>
  <inkml:trace contextRef="#ctx0" brushRef="#br0" timeOffset="168656.99">9158 10669 16575 0,'1'-1'1472'0,"-1"1"-1168"15,1-2-304-15,-1 2 0 0,0 0 1824 0,0 0 304 16,0 0 64-16,0 0 16 0,0 0-64 0,-1 0-16 16,0 5 0-16,-1 0 0 0,0 1-912 0,2-6-192 15,-4 22-48-15,1-9 0 0,-1 2-368 0,2 2-80 16,-2 0-16-16,0 1 0 16,1 2-256-16,0-1-64 0,-1 2-16 0,1-7 0 0,3-14-176 0,-4 28 0 15,4-28 0-15,-1 26 128 0,1-26-128 0,0 0 0 16,0 0-160-16,0 0 160 15,0 0-1648-15,0 0-224 0</inkml:trace>
  <inkml:trace contextRef="#ctx0" brushRef="#br0" timeOffset="168962.84">9285 10703 8287 0,'0'-1'736'0,"-1"1"-592"0,-1 2-144 0,2-2 0 0,-1 2 1184 0,0 1 208 0,-1 2 32 0,-1 1 16 0,-1 3 976 0,-1 4 192 15,-2 6 32-15,1 0 16 0,0-2-976 0,2 2-192 16,2-4-32-16,2-15-16 16,0 0-608-16,2 30-112 0,-2-30-16 0,0 0-16 0,0 0-368 0,0 0-64 15,0 0 0-15,40 12-16 0,-29-15 16 0,-1-4 0 16,0 0 0-16,1-3 0 0,-1 1 0 0,1-3 16 16,-2 1 0-16,-1-1 0 0,1 2-144 0,-3-2-128 15,0 0 192-15,-2 2-192 0,-1 1 144 0,-2-2-144 16,-1 3 0-16,-2-1 144 0,-1 2-144 0,-1-1 0 15,-3 1 0-15,0 0 128 0,-3 3 0 0,-1-4 0 0,1 4 0 16,0-1 0-16,-1 2 272 0,1 1 48 0,-1 0 16 0,3 2 0 16,1 0-80-16,0 2 0 15,2 1-16-15,0 2 0 0,3-1-368 0,0 0 128 0,1 2-128 16,1-6 0 0,0 0-672-1,0 0-208-15</inkml:trace>
  <inkml:trace contextRef="#ctx0" brushRef="#br0" timeOffset="169144.64">9476 10794 23951 0,'0'2'1056'0,"1"-2"224"0,0 3-1024 0,0-1-256 16,-1-1 0-16,0 1 0 0,0 0 2192 0,0-2 384 15,0 0 80-15,0 0 16 0,0 0-1312 0,6 31-256 16,-6-31-48-16,0 0-16 0,0 0-784 0,0 0-256 15,0 0 128-15,0 0-11200 0,0 0-2240 0</inkml:trace>
  <inkml:trace contextRef="#ctx0" brushRef="#br0" timeOffset="169664.5">9716 10607 12895 0,'-3'2'1152'0,"0"-1"-928"15,1 1-224-15,0 0 0 0,0 0 1920 0,2 0 352 16,-2-1 64-16,0 4 16 0,-1 1 656 0,-3 2 144 16,2 2 32-16,-2 1 0 0,3-1-2064 0,3-10-416 15,-4 19-64-15,4-19-32 0,0 0-288 0,0 0-64 16,0 0-16-16,0 0 0 16,23 37 176-16,-23-37 32 0,0 0 16 0,0 0 0 0,34 17-144 0,-34-17-48 15,0 0 0-15,0 0 0 0,43 21-144 0,-43-21-128 16,0 0 144-16,0 0-144 0,36 27 128 0,-36-27-128 15,0 0 0-15,0 0 0 16,0 0 0-16,0 0 0 0,21 38 0 0,-24-32 0 0,0 0 0 0,-3 0 0 0,0-1 0 0,-1 0 0 16,0-1 0-16,0-1 0 15,-2 0 0-15,-2 1 0 0,-1-2 0 0,-1 1 0 0,-1-1 0 0,1-2 0 16,-1 0 0-16,2 0 0 0,0-2 0 0,1-1-160 16,3 1 160-16,-1-3 0 0,2-2 0 0,0 1-128 15,3-1 128-15,2-1 0 0,1 1 0 0,1-1 0 16,3 0 0-16,1 0 0 0,1-2 0 0,2-1 0 15,1 2 0-15,2-1 0 0,1-2 0 0,1 0 128 16,1 0-128-16,0 0 176 0,1 0-176 0,0 0 192 16,0 0-192-16,0 1 0 0,0-3 0 0,-2 2 0 0,0 0 0 15,-3 0 0-15,1 3 0 0,-3-1 0 0,-2 3 0 0,-2 0 0 16,-2 0 0-16,-1 2 0 0,-2 3 0 0,-2-1 0 16,-2 3 0-16,-3 0 0 0,-1 3 0 0,-1-1 0 15,-2 3 0-15,1 2 0 0,-1-2 0 0,0 2 0 16,0 0 0-16,2 0-176 15,1-2-256-15,1 2-48 0,2-3-16 0,2 1 0 16,1-2-1360-16,2-2-256 0,2 0-64 0,2-2-12096 16</inkml:trace>
  <inkml:trace contextRef="#ctx0" brushRef="#br0" timeOffset="170068.86">10071 10566 7359 0,'0'-2'656'0,"0"1"-528"0,0 0-128 0,0 1 0 15,0 0 1888-15,-1 0 352 0,0 0 64 0,-1 0 0 16,-1 0-80-16,0 1-32 16,-2 2 0-16,-1 2 0 0,0 0-1008 0,-1 3-208 0,1 1-32 0,-1 2-16 15,0 4-80-15,0 1-16 0,1 3 0 0,-1 0 0 16,1 0-464-16,0 1-112 0,1-2 0 0,5-18-16 15,-7 33 80-15,7-33 32 0,0 0 0 0,2 31 0 16,-2-31 224-16,0 0 64 0,0 0 0 0,0 0 0 0,0 0-448 16,36 17-64-16,-27-19-128 0,0-1 176 15,1-2-176-15,0-2 192 16,0 0-192-16,-1 0 192 0,0-3-192 0,0 1 128 0,-1-2-128 0,-1 1 128 0,1-2-128 0,-2 1 0 16,-1-2 0-16,-1 1 128 0,-1 1-128 0,-2 1 0 15,0-1 0-15,-3 1 0 0,-1 0 0 0,-2 0 0 16,-1 4 0-16,-1-2 0 0,0 1 0 0,-3 2 0 15,0 2 0-15,-1 0 0 0,1 2 0 0,0 1 0 16,-1 0 0-16,3 0 0 0,0 0-208 0,0 0-32 16,3 1 0-16,0-1 0 15,2 2-912-15,2-2-192 0,1 1-48 0,2-1-12560 0</inkml:trace>
  <inkml:trace contextRef="#ctx0" brushRef="#br0" timeOffset="170368.37">10297 10519 6447 0,'-1'0'576'0,"0"0"-576"0,0 0 0 0,0 0 0 15,0 1 2496-15,0 1 400 0,-1 0 80 0,-1 0 16 16,-1 3-288-16,-3 1-48 16,-2 2-16-16,-1 1 0 0,1 3-1360 0,-1 0-288 0,0 0-48 0,-1 3-16 15,1 1-64-15,1 1-16 0,1-1 0 0,1 1 0 0,7-17-320 0,-6 28-64 16,6-28-16-16,0 0 0 0,0 0-80 0,7 33-32 15,-7-33 0-15,0 0 0 0,0 0-80 0,33 8-32 16,-33-8 0-16,25-2 0 0,-25 2 32 0,29-5 16 16,-29 5 0-16,30-5 0 0,-30 5-144 0,28-10-128 15,-15 6 192 1,-1 1-192-16,-2-2 0 0,0 2 0 16,-10 3 0-16,17-6 0 15,-10 1-224-15,0 3-160 0,-2-2-16 0,0 0-16 16,0 2-1664-16,-4 0-336 0,1-2-64 0,-1 3-11280 0</inkml:trace>
  <inkml:trace contextRef="#ctx0" brushRef="#br0" timeOffset="170557.58">10375 10567 9215 0,'-3'-5'192'0,"1"1"64"0,1 1 0 0,0 2 0 0,1 1-256 0,0 0 0 0,0 0 0 0,0 1 0 16,-2 1 2640-16,0 3 496 0,2-5 80 0,-5 16 32 15,5-16-752-15,-7 27-128 0,7-27-48 0,-9 37 0 16,2-14-752-16,1-2-160 0,-2 2-16 0,2-2-16 15,-2-2-480-15,3-2-112 0,5-17-16 0,-8 28 0 16,8-28-640-16,0 0-128 0,-3 26 0 0,3-26-10976 16,0 0-2144-16</inkml:trace>
  <inkml:trace contextRef="#ctx0" brushRef="#br0" timeOffset="170904.46">10678 10434 11055 0,'2'-2'480'0,"-1"1"112"0,0 1-464 0,-1 0-128 16,0 1 0-16,-2 1 0 0,0 0 2544 0,-1 3 480 0,-1 4 112 0,-4 2 0 15,-1 4-560-15,-3 5-112 0,-1 3-32 16,-2 3 0-16,0 0-1280 0,1 3-256 16,0 2-48-16,0 0-16 0,2-1-144 0,1-2-48 0,2-4 0 0,3-2 0 15,6-22-240-15,-5 33-48 0,5-33-16 0,0 0 0 16,0 0-208-16,16 40-128 0,-16-40 128 0,0 0-128 15,0 0 0-15,41 7 0 0,-41-7-160 0,27-7 160 16,-12 0-256-16,1 0 48 0,1-2 16 0,-1-1 0 16,-1 0 192-16,1-2 0 0,-2 1-160 0,-2 1 160 15,1-1 0-15,-3-1 0 0,0 1 0 0,-4 2 0 0,-1 0 0 16,-4 0 0-16,0-1 0 0,-3 3 0 16,-3-2 0-16,-2 1 0 0,-3 4 0 0,-2-1 128 0,-3 2 160 15,-2 3 32-15,-2 0 0 0,-1 3 0 0,-1 3-64 0,0 0-16 16,1 2 0-16,0-1 0 15,2 1-560-15,1 1-96 0,1-1-32 0,3 1-10816 16,1 0-2160-16</inkml:trace>
  <inkml:trace contextRef="#ctx0" brushRef="#br0" timeOffset="172627.73">9925 10430 1839 0,'-2'-1'160'0,"0"1"-160"16,2 0 0-16,0 0 0 15,0 0 560-15,-1 0 80 0,-1-2 0 0,-2 1 16 16,-1 1 240-16,1-2 32 0,-1 2 16 0,1 0 0 15,2 0 0-15,0 0 0 0,1 0 0 0,0 0 0 16,0 0 160-16,2 0 48 0,-1 0 0 0,1 0 0 16,0 0-96-16,0 0-16 0,0 0 0 0,1 0 0 15,0 0 112-15,1 0 32 0,1 0 0 0,0-1 0 16,2 0-48-16,0-1-16 0,1-1 0 0,1 1 0 16,1-1-112-16,1 0-32 0,0 0 0 0,1 0 0 15,0 0-240-15,1-1-48 0,2 2-16 0,0-1 0 0,-1 1-64 0,2 1-16 16,1 0 0-16,-16 1 0 0,36 1-224 0,-36-1-48 15,38 4-16-15,-38-4 0 0,45 6-80 0,-45-6-16 16,55 7 0-16,-26-7 0 0,1 0 32 0,-1-2 0 16,1 0 0-16,1 1 0 0,1-2-80 0,1 0-16 15,3 0 0-15,-1-1 0 0,1 3-144 0,2-1 160 16,1 0-160-16,-1-3 160 0,-2 0-160 0,0 0 0 16,-2 1 144-16,-3 1-144 0,-1 1 0 0,-3-2 0 15,-1 3 0-15,-3 1 0 0,-23 0 0 0,39 0 0 0,-39 0 0 16,26 3 0-1,-26-3-1136-15,0 0-144 0</inkml:trace>
  <inkml:trace contextRef="#ctx0" brushRef="#br0" timeOffset="178486.26">18554 9049 2751 0,'0'-2'256'0,"-1"2"-256"0,1 0 0 0,-1-2 0 15,1 2 800-15,0 0 112 0,-1-1 32 0,0 1 0 16,0-2 272-16,0 0 48 0,0 2 16 0,0-2 0 16,0 2-64-16,1 0-16 15,-1 2 0-15,-1-2 0 0,1 2-256 0,0 0-48 16,-1 3-16-16,0-2 0 0,0 3-80 0,0 2-16 15,-1-1 0-15,3-7 0 0,-8 20-128 0,8-20-16 0,-10 26-16 0,10-26 0 16,-12 35-96-16,5-12-16 16,-1 1 0-16,1 4 0 0,0-1-64 0,1 1 0 0,-1 5-16 0,2 0 0 15,2 1-272-15,1 1-160 0,3-2 192 0,-1-33-192 0,9 63 336 0,-9-63-32 16,17 51-16-16,-17-51 0 0,23 40-288 0,-23-40 160 16,24 31-160-16,-24-31 128 15,0 0-560-15,40 32-112 0,-40-32-32 0,0 0 0 16,41 13-752-16,-41-13-144 0,23 0-48 0</inkml:trace>
  <inkml:trace contextRef="#ctx0" brushRef="#br0" timeOffset="178990.11">19776 8912 7359 0,'7'-3'656'0,"-4"1"-528"0,1-1-128 0,0 1 0 0,-1 2 3216 0,0-1 624 0,2 0 112 0,2-2 16 0,5 1-464 0,3 2-112 0,2 0 0 15,0 3-16-15,-17-3-1504 16,29 16-288-16,-29-16-64 0,26 33-16 0,-26-33-848 0,23 48-160 0,-23-48-48 0,16 63 0 16,-16-63-240-16,8 74-48 0,-8-34-16 0,-3 1 0 15,-2-3-144-15,-1-1 128 16,-4-1-128-16,-3 1 128 16,-3 0-128-16,-5 1 0 0,-4-3 0 0,-3-1 0 0,-4-1 0 0,-3 0-272 0,-4-2 64 0,-2-3-18112 15</inkml:trace>
  <inkml:trace contextRef="#ctx0" brushRef="#br0" timeOffset="181950.07">9069 11086 3679 0,'-3'-2'320'0,"1"2"-320"16,0-2 0-16,1 1 0 0,1 1 976 0,-1 0 128 15,1 0 32-15,-1 0 0 0,0 0 608 0,-1 0 128 16,0 0 32-16,1 0 0 0,0 0-352 0,1 1-64 16,-1 1-16-16,1 0 0 0,0 0-192 0,1 0-64 15,-1 1 0-15,0-1 0 0,1-2-304 0,0 3-64 16,1-3-16-16,0 2 0 0,0-2-192 0,0 0-64 15,1 0 0-15,0 0 0 0,2 0-80 0,0 0-32 0,-5 0 0 0,0 0 0 16,0 0 144-16,27 0 32 0,-27 0 0 0,0 0 0 16,0 0-128-16,32-2 0 0,-32 2-16 0,0 0 0 15,0 0-160-15,32 2-16 0,-32-2-16 0,0 0 0 16,0 0-160-16,33 2-16 0,-33-2-128 0,0 0 192 16,0 0-192-16,38 0 176 0,-38 0-176 0,0 0 160 15,31 0-160-15,-31 0 192 0,0 0-192 0,33 0 192 16,-33 0-64-16,0 0-128 0,33-2 192 0,-33 2-64 15,0 0-128-15,36-2 192 0,-36 2-192 0,0 0 192 0,37 0-64 16,-37 0 0-16,25-3 0 0,-25 3 0 0,26-2 16 0,-26 2 0 16,28-3 0-16,-28 3 0 0,28-2-144 0,-28 2 128 15,28-2-128-15,-28 2 128 0,27-5-128 0,-27 5 0 16,29-5 0-16,-29 5 0 0,28-6 128 16,-28 6-128-16,31-6 128 0,-31 6-128 0,31-4 176 0,-31 4-48 15,31-5-128-15,-31 5 192 0,33-3-192 0,-33 3 144 16,36-2-144-16,-36 2 128 0,36 0-128 0,-36 0 0 15,38 0 144-15,-38 0-144 0,39 0 0 0,-39 0 128 16,38 0-128-16,-38 0 0 0,36 0 0 0,-36 0 0 16,39-2 0-16,-39 2 128 0,41 0-128 0,-41 0 0 0,42-4 0 0,-19 1 0 15,1 1 0-15,0-1 0 0,2 1 0 0,2 0 0 16,0-1 0-16,1 0 144 0,0 1-144 0,-1 1 0 16,-2 0 160-16,3-2-160 0,-1 1 128 0,3 0-128 15,-1-1 0-15,1 2 128 0,1 0-128 0,1-1 0 16,0 2 0-16,2 0 0 0,-1 0 128 0,0 0-128 15,-2 0 0-15,0 0 0 0,2 2 0 0,-3-2 0 16,2 1 0-16,-1 0 0 0,1 1 0 0,-1-2 0 16,0 3 0-16,-3-3 0 0,-29 0 0 0,52 5 0 15,-52-5 0-15,48 1 0 0,-48-1 0 0,42 1-18272 16</inkml:trace>
  <inkml:trace contextRef="#ctx0" brushRef="#br0" timeOffset="184592.61">9701 11280 11967 0,'1'-2'1072'0,"-1"2"-864"0,0 0-208 0,0-2 0 16,0 2 1408-16,0 0 256 0,1 0 32 0,-1 0 16 16,1-2 336-16,-1 1 80 0,1 1 16 0,-1 0 0 15,1 1-544-15,-1 1-96 0,-1 0-32 0,1 0 0 16,-1 0-608-16,1 1-128 0,0 0-32 0,-1 1 0 15,0 1-256-15,-1 0-64 0,1-1-16 0,-2 2 0 16,1 2-48-16,-1-2-16 0,2 2 0 0,-2 2 0 16,1-2-112-16,-2 3 0 0,1-2-16 0,-1 1 0 15,-1 2-176-15,2-2 192 0,-2 1-192 0,1-1 192 0,0-1-192 16,1-1 160-16,0-1-160 0,0 0 160 0,2-3-32 0,0 1-128 16,1-2 192-16,0 0-64 0,1-2-128 0,0-1 160 15,1 2-160-15,0-4 160 0,0 2-160 0,1 0 0 16,-1 0 0-16,1-1 128 0,0 1-128 0,1-1 0 15,-1 1 144-15,2 0-144 0,0 0 0 0,0 0 0 16,-5 0 0-16,0 0 0 0,0 0 0 0,29 1 144 16,-29-1-144-16,0 0 0 0,30 1 224 0,-30-1-64 15,0 0-16-15,33 2 0 0,-33-2-144 0,0 0 160 16,37 3-160-16,-37-3 160 0,0 0-32 0,34 2 0 16,-34-2 0-16,0 0 0 0,0 0-128 0,35 4 128 0,-35-4-128 0,0 0 128 15,0 0-128-15,0 0 0 0,0 0 0 0,0 0 0 16,0 0 0-16,0 0 128 0,1 32-128 0,-9-25 0 15,1-2 192-15,-3 0-64 0,-1 2 0 0,0 0 0 16,0-2-128-16,-2 2 128 0,1-2-128 0,-2 2 128 16,2-3-128-16,0 1 0 0,-1 0 0 0,1-3 128 15,0 3-128-15,0-3 0 0,-1 1 0 0,0-3 0 16,0 2 0-16,3-2 0 0,1 0 0 0,-1 0 0 16,-1-2-1664-16,-1-3-224 15</inkml:trace>
  <inkml:trace contextRef="#ctx0" brushRef="#br0" timeOffset="184829.46">9649 11311 4607 0,'0'-3'400'0,"1"3"-400"16,0-2 0-16,0 2 0 0,0 0 2208 0,0-1 352 15,2 1 80-15,1-1 16 0,2 1 752 0,4-4 160 16,-10 4 16-16,27-5 16 0,-12 2-1296 0,2 1-256 15,0-1-48-15,0-1-16 0,2 1-928 0,-19 3-192 16,35-2-32-16,-35 2-16 16,35-4-496-16,-35 4-80 0,32-4-32 0,-32 4 0 0,28-3-208 0,-28 3 0 0,25-3 0 0,-13 0 0 15,-12 3-208-15,22-5-48 0,-13 3 0 0,-9 2-16320 16</inkml:trace>
  <inkml:trace contextRef="#ctx0" brushRef="#br0" timeOffset="185300.18">10256 11297 6447 0,'-6'2'272'0,"1"-2"80"0,1 1-352 0,2-1 0 16,0 2 0-16,0-2 0 0,0 0 1024 0,-2 2 144 15,-1-1 32-15,-3 2 0 0,2 0 16 0,-1 0 0 16,3 0 0-16,1-2 0 0,1 2-224 0,0-1-32 16,1 1-16-16,0-1 0 0,2 0 16 0,-1 0 16 15,0-1 0-15,1 1 0 0,-1 0 80 0,-1 1 16 16,1-1 0-16,-1 0 0 0,0 3 240 0,-2-2 48 16,1 3 16-16,-2 0 0 0,1 2-192 0,-2 1-32 15,0 2-16-15,0 1 0 0,0 0-432 0,-1 0-64 0,2 2-32 16,0-2 0-16,4-12-192 0,-4 23-32 0,4-23-16 0,0 0 0 15,0 0-128-15,6 33-32 0,-6-33 0 0,0 0 0 16,0 0-80-16,33 14 0 16,-33-14-128-16,0 0 192 0,38-2-48 0,-22-3-16 0,2-2 0 0,-2 0 0 15,-1 0-128-15,1-3 192 0,0-2-192 0,0 1 192 16,-1-1-192-16,-1 0 0 0,-2-2 144 0,-1 2-144 16,-3 0 0-16,-3 0 0 0,-3 1 0 0,-1 1 128 15,-2-2-128-15,-2 2 0 0,-3 2 0 0,-3 0 0 16,-2 1 0-16,-5 2 0 0,0 0 0 0,-2 3 0 15,0 0 0-15,-1 2 0 0,1 3 0 0,1 1 0 16,0-2-384-16,3 3-64 0,1 2 0 16,1-2-11312-16,3 2-2256 0</inkml:trace>
  <inkml:trace contextRef="#ctx0" brushRef="#br0" timeOffset="186024.71">11595 10918 7359 0,'-3'0'656'0,"0"0"-528"0,1-2-128 0,0 2 0 16,1 0 1024-16,-1 0 192 0,-1 0 16 0,-3-1 16 15,-2 1 416-15,-1 0 64 0,1 0 32 0,1 0 0 16,0 0-144-16,1 0-16 0,1 1-16 0,0 1 0 16,1 0-192-16,-1-2-48 0,2 1 0 0,1 0 0 15,-1 1-176-15,0-2-32 0,1 3-16 0,1-3 0 16,-1 2-224-16,2-1-32 0,0 1-16 0,0-1 0 15,2 0-144-15,1-1-48 0,2 0 0 0,0 0 0 16,2-1-80-16,0 0 0 0,2-2-16 0,0 1 0 16,3-1-256-16,1 0-48 0,0 0-16 0,1 0 0 15,2 0-48-15,0 0-16 0,2 0 0 0,0 0 0 0,-18 3-176 16,34-4 160-16,-34 4-160 0,35-1 160 0,-35 1-160 0,32-2 0 16,-32 2 0-16,28 0 128 0,-28 0-128 0,0 0 0 15,33-2 0-15,-33 2 0 0,0 0 0 0,27 0 0 16,-27 0 0-16,0 0 0 0,0 0 0 0,0 0 0 15,0 0 0-15,0 0 0 16,0 0-1472-16,0 0-240 0</inkml:trace>
  <inkml:trace contextRef="#ctx0" brushRef="#br0" timeOffset="186502.78">11639 11081 1839 0,'-3'0'160'0,"1"0"-160"0,1 0 0 0,1 0 0 16,0 1 1200-16,-1-1 208 0,-2 2 32 0,-1-2 16 16,-1 2 896-16,-1-1 176 0,1 0 32 0,1 1 16 15,-1-1-688-15,1 3-144 0,2-3-16 0,-1 1-16 16,-1 0-224-16,1 0-32 0,1 1-16 0,1-3 0 0,-1 2-160 15,0-1-16-15,0 1-16 0,1-2 0 0,-1 2-128 16,1-2-32-16,0 0 0 0,0 0 0 0,1 0-224 0,0 0-48 16,-1 0-16-16,1 0 0 0,-1 0-288 0,1 0-64 15,-1 0-16-15,1 0 0 0,-1 0-224 0,1 0-32 16,0 0-16-16,0 0 0 0,-1 0-160 0,1 0 128 16,0 0-128-16,0 1 128 15,0-1-128-15,0 0 0 0,1 1 0 0,0-1 128 0,1 0-128 0,-1 2 0 16,0-2 0-16,1 0 128 0,0 0-128 0,1 0 128 15,0 0-128-15,-1 0 128 0,2 0-128 0,1 0 192 16,-1-2-192-16,2 2 192 0,-6 0-192 0,0 0 128 16,21-4-128-16,-21 4 128 0,0 0-128 0,32-3 0 15,-32 3 144-15,28-2-144 0,-28 2 0 0,31 0 128 0,-31 0-128 0,35-2 0 16,-35 2 0-16,38-1 0 0,-38 1 0 0,35-2 0 16,-35 2 0-16,31-2 0 0,-31 2 0 0,32-5 0 15,-32 5 0-15,29-6 0 0,-29 6-128 0,24-3-18768 16</inkml:trace>
  <inkml:trace contextRef="#ctx0" brushRef="#br0" timeOffset="187639.84">12390 10814 15663 0,'-1'-3'1392'0,"1"1"-1120"15,0 1-272-15,0 1 0 16,0 0 1024-16,-1 0 128 0,0-2 48 0,0 0 0 0,-2 0 688 0,-1 1 144 15,0 1 16-15,0 0 16 0,-1 3-656 0,0-1-128 0,-1 3-16 0,0 2-16 16,-1 0-288-16,-1 2-64 0,-1 3-16 0,2-1 0 16,-1 2-224-16,1 1-32 0,-1 3-16 0,-1 3 0 31,2 0-224-31,0 1-32 0,2 2-16 0,0-2 0 0,2 0-16 0,3-21-16 16,-1 37 0-16,1-37 0 0,0 0-64 0,0 0-16 0,19 38 0 0,-19-38 0 15,0 0-80-15,0 0-16 0,42 6 0 0,-30-9 0 16,2-2-128-16,0-2 192 0,1-2-192 0,1-1 192 15,1-3-192-15,-1-2 128 0,1-2-128 0,1-2 128 0,-2 2-128 16,-3-1 0-16,-2 3 0 0,-2 1 0 16,0-2 0-16,-3 2 0 0,-2 1 0 0,-3 1 0 0,-1 3 0 0,-2-3 0 15,-3 2 0-15,-1 1 0 0,-3 0 0 0,-2-1 0 16,0 3 0-16,-2 1 0 0,1 0 0 0,0 2 0 16,2 3 0-16,-1 1 0 0,2 1 0 0,3 3 0 15,-1 1 0-15,4-1 0 0,-1 2 0 0,2 0-192 16,2-6 64-16,0 0-12064 15,0 0-2400 1</inkml:trace>
  <inkml:trace contextRef="#ctx0" brushRef="#br0" timeOffset="187820.17">12628 10988 15663 0,'0'3'688'0,"0"-3"144"0,1 2-656 0,0-1-176 0,-1 1 0 0,0-1 0 31,0 0 1744-31,1 4 320 0,-1-5 64 0,0 0 16 0,0 0-272 0,8 33-48 0,-8-33-16 0,0 0 0 16,0 0-1472-16,0 0-336 0,11 36 0 0,-11-36-13232 15</inkml:trace>
  <inkml:trace contextRef="#ctx0" brushRef="#br0" timeOffset="188149.9">12974 10695 11055 0,'-1'4'480'0,"0"-3"112"0,-1 2-464 0,1 0-128 16,0 0 0-16,0-1 0 0,-1 1 2032 0,-1 3 384 15,-1 6 80-15,-3 1 0 0,1 5-656 0,-3-1-144 16,0-1-32-16,1 1 0 0,0 0-672 0,-1 1-144 15,2-3-16-15,-2 2-16 0,3-2-160 0,-1 0-16 16,0-1-16-16,2-1 0 0,5-13-144 0,-6 25-32 16,6-25 0-16,0 0 0 0,0 0-224 0,5 36-48 0,-5-36-16 15,0 0 0-15,0 0 0 0,0 0 0 0,36 25 0 0,-36-25 0 16,0 0 80-16,31 3 16 0,-31-3 0 0,24-2 0 16,-24 2-32-16,25-5 0 0,-11 1 0 0,-1 1 0 15,-2-1-96-15,1-1 0 0,1-1-128 0,-1 2 192 16,-2-1-192-16,0-1 0 0,0 1-192 0,0 0 192 15,0 0-1232 1,-2-2-144-16,-1 2-32 0,0 0-8352 0,-2 1-1680 0</inkml:trace>
  <inkml:trace contextRef="#ctx0" brushRef="#br0" timeOffset="188355.26">13085 10825 7359 0,'-2'0'320'0,"0"0"80"0,1 0-400 0,0 0 0 16,0 0 0-16,1 0 0 0,-1 0 1776 0,1 2 272 15,-2-2 48-15,-1 3 16 0,-1-1 320 0,0 1 80 16,0 2 16-16,-1 1 0 0,1-1-208 0,-1 4-32 16,-1 1-16-16,1 3 0 0,-1 2-688 0,0 2-144 15,0 2-32-15,0 0 0 0,-1 2-608 0,1 2-128 16,-2 0-32-16,2 0 0 0,-1-1-384 0,7-22-96 16,-9 35-16-16,9-35 0 0,-4 26-144 0,4-26 0 15,0 0 0-15,0 0 0 16,0 0-1088-16,0 0-160 0</inkml:trace>
  <inkml:trace contextRef="#ctx0" brushRef="#br0" timeOffset="189015.25">13488 10706 9215 0,'0'-2'816'0,"-1"2"-656"0,1 0-160 0,0 0 0 16,1 0 1792-16,-1-1 336 0,-1 1 64 0,0-1 16 15,1-1-80-15,-2 1-16 0,0 1 0 0,0 0 0 16,0 0-544-16,0 1-112 0,0 1-32 0,0 0 0 15,-1 0-416-15,0 1-96 0,-2 0-16 0,2 2 0 16,-2-1-256-16,0 3-64 0,-1 0-16 0,-1 2 0 16,-1 2-160-16,0 2-16 0,-1 0-16 0,-1 3 0 15,-1 5-176-15,-2 3-16 0,-1 2-16 0,-1 1 0 16,0 0-160-16,1 4 0 0,-1 0 0 0,0 0 128 0,2 2-128 16,3-5 0-16,1-2 0 0,4-6 128 0,5-20-128 0,-4 33 0 15,4-33 0-15,0 0 128 0,0 0-128 0,14 35 0 16,-14-35 0-16,0 0 0 0,0 0 0 0,32 7 0 15,-32-7 0-15,18-7 0 0,-6 0 0 0,0 0 0 16,0-5 0-16,0 2 0 0,0-2 0 0,-1 1-144 16,-2-1 144-16,-2 0 0 0,-1 1-192 0,-3 1 192 15,-2 0-192-15,-3 1 192 0,-2 0 0 0,-2 1-128 16,-2 2 128-16,-3 0 0 0,-1 4 0 0,-1 0 0 16,0 2 0-16,-1 2 0 0,0 2-272 0,1 2 48 15,2 0 16-15,0 2 0 0,1-1-32 0,2 0 0 0,2 0 0 0,0-1 0 31,3 0-1008-31,1-3-208 0,1 1-32 0,1-4-12576 0</inkml:trace>
  <inkml:trace contextRef="#ctx0" brushRef="#br0" timeOffset="189801.29">13723 10718 12895 0,'1'-1'1152'0,"-1"0"-928"0,0 1-224 0,0 0 0 0,0 0 1472 0,0 0 256 16,0 0 64-1,-1 0 0-15,1 0 352 0,-2 0 80 0,2 0 16 0,-3 1 0 0,1 2-736 0,-1-2-144 16,0 3-16-16,-1 0-16 0,0 0-432 0,-1 3-96 15,-1-3-16-15,1 4 0 0,-1 1-288 0,0 1-64 16,-2 3-16-16,0-1 0 0,0 5-160 0,-3 0-48 16,2-1 0-16,1 1 0 0,-1 0-208 0,-1 1 176 0,1 5-176 15,1 0 160-15,1-4-32 0,7-19-128 0,-5 33 192 0,5-33-64 16,0 0 0-16,0 0 0 0,10 40 0 0,-10-40 0 16,0 0-128-16,0 0 0 0,33 12 0 15,-33-12 0-15,27-5 176 0,-13 0-48 0,0 1-128 0,1-1 192 16,0-2-64-16,-1-1 0 0,1 2-128 0,0-2 192 15,-2 2-192 1,0 0 0-16,0 0 0 0,-2-1 0 0,0 2 0 0,-1 0-128 0,0 0-16 0,-3 0 0 16,1 0-1152-16,-2 2-240 15,-1 0-32-15,-2-2-14112 0</inkml:trace>
  <inkml:trace contextRef="#ctx0" brushRef="#br0" timeOffset="190005.47">13799 10796 11055 0,'-2'-2'480'0,"1"2"112"0,-1 0-464 0,1 0-128 16,0 2 0-16,1 1 0 0,-2 0 2240 0,-1 3 448 16,-1 4 64-16,-2 4 32 0,-1 5 880 0,-1 3 176 15,0 3 48-15,-1 1 0 0,0 0-2704 0,1 0-544 16,-2 1-96-16,2-1-32 0,1-2 192 0,-1-1 16 16,8-23 16-16,-11 38 0 0,11-38-416 0,-7 31-64 15,7-31-32-15,-4 24 0 0,4-24-368 0,0 0-80 16,0 0-16-16,0 0-17472 0</inkml:trace>
  <inkml:trace contextRef="#ctx0" brushRef="#br0" timeOffset="190541.81">14052 10906 911 0,'0'0'0'0,"0"0"0"0,0 0 0 0,0 0 0 0,0 0 3280 0,0 0 576 0,0 0 112 0,0 0 32 0,0 0-736 0,34 0-128 15,-25-3-48-15,0-4 0 0,1 2-1120 0,-1-3-240 16,0 0-32-16,-1-2-16 0,1-1-480 0,0-1-112 16,-2-2 0-16,1 2-16 0,-3 0-432 0,0-2-96 15,-2 2-16-15,-2 0 0 0,-2 1-304 0,-1 0-64 16,-3 2-16-16,0-1 0 0,-3 1-144 0,-1 2 160 31,0 1-160-31,-2 2 160 0,-1 2-160 0,0 4 128 16,1 1-128-16,0 1 128 0,1 4-128 0,0-1 0 15,0 2 0-15,-1 1 0 0,2 0 0 0,-1 3 0 16,1 0 0-16,2 3 0 0,1-2 0 0,0 0 0 0,6-14 0 0,-7 25 0 16,7-25 0-16,0 0 0 0,0 0 0 0,12 38 128 15,-12-38-128-15,0 0 0 0,0 0 0 0,38 13 0 16,-38-13 0-16,23-1 0 0,-23 1 0 0,25-6 0 15,-13 3 0-15,-1-1 0 0,0-1 0 0,-2 0 0 16,-1 1-224-16,-1-1 80 0,0 0 16 0,-2 1 0 16,0 1 128-16,-1 0-128 0,-1 3 128 0,-3-2-128 15,1 2 128-15,-2 0 0 0,1 0 0 0,-2 2 0 16,0 1 0-16,-2 0 0 0,0 1 0 0,1 1 0 16,-1 2 0-16,-1-2 0 0,1 3 0 0,-1 1 0 15,5-9 0-15,-9 24 128 0,9-24-128 0,-10 34 176 0,10-34-48 16,-12 41 0-16,4-15 0 0,0 1 0 0,-2 4 80 0,-1-3 16 15,0 2 0-15,1-6 0 0,1-3-96 0,0 1-128 16,0-1 176-16,1-2-176 16,1-2-416-16,7-17-192 15</inkml:trace>
  <inkml:trace contextRef="#ctx0" brushRef="#br0" timeOffset="192112.23">14623 10932 14735 0,'-2'1'1312'0,"0"0"-1056"0,1-1-256 0,1 2 0 15,1-1 736-15,-2 1 96 0,-1 1 0 0,-1 3 16 16,-1 0 1216-16,0 2 240 0,-1 2 64 0,2-2 0 16,3-8-432-16,0 0-80 0,0 0 0 0,0 0-16 15,0 0-688-15,0 0-144 0,0 0-32 0,0 0 0 16,0 0-288-16,34 14-64 0,-24-22-16 0,1-1 0 15,0-1-208-15,2-2-32 16,0 1-16-16,-1-1 0 0,0 0-224 0,-1 0-128 0,-1-1 128 0,-2 1-128 16,0 1 0-16,-4 2 0 0,-1 0 0 0,-2 1 0 15,-2 2 0-15,-3 0 0 0,1 0 0 0,-4 1 0 0,-1 2 0 0,-2 1 0 16,-2 0 0-16,0-1 0 0,1 3 0 0,-3 3 0 16,0-1 0-16,1 2-128 0,1 1 128 0,0 0 0 15,1 5 0-15,0-3-128 0,3 1 128 0,0 1 0 16,1 2 0-16,0-1 0 0,2 2 0 0,1-1 0 15,1-1 0-15,3-10 0 0,0 0 0 0,0 0 0 16,1 33 0-16,-1-33 0 0,0 0 0 0,0 0 0 16,0 0 0-16,0 0 0 15,31 29 0-15,-31-29 0 0,0 0 0 0,0 0 0 0,34 16 0 0,-34-16 0 16,0 0 0-16,0 0 0 0,43 26 0 0,-43-26 128 16,0 0-128-16,29 31 0 15,-29-31 0-15,0 0 0 0,17 33 0 0,-17-33 0 0,0 0 0 0,2 36 0 16,-2-36 0-16,-6 21 128 0,2-12-128 0,-2 1 0 0,0-3 0 15,-2 0 128-15,1 0 32 0,-1-2 16 0,-1 0 0 0,0-3 0 16,0 1-48-16,-1-1-128 0,-1 0 192 0,-1-2-64 16,-1-1-128-16,0-2 0 0,-1 0 0 0,0-2 128 15,3 2-128-15,0-3 0 0,0 0 0 0,0 0 0 16,2-1 0-16,0 2 0 0,2-3 0 0,0 2 0 16,4-3 0-16,2 1-224 0,2 1 48 0,2-1 16 15,6 0-2064 1,1-1-400-16</inkml:trace>
  <inkml:trace contextRef="#ctx0" brushRef="#br0" timeOffset="192764.24">14957 10933 10127 0,'6'-9'448'0,"-2"3"96"0,0 0-544 0,-1 2 0 16,-1 2 0-16,-1-1 0 0,0 1 2000 0,2-3 304 15,0-2 48-15,2 0 16 16,0-3 112-16,-1 3 16 0,-1 2 16 0,0 2 0 0,-1 2-272 0,-2 3-64 16,1 0-16-16,-1 3 0 0,0-5-816 0,0 0-176 15,-2 26-16-15,2-26-16 0,-5 25-608 0,5-25-112 16,-5 28-32-16,5-28 0 16,-7 30-192-16,2-15-32 0,1 1-16 0,-1-3 0 0,0 0-16 0,1-1 0 0,4-12 0 15,-9 19 0-15,6-9-128 0,-2-4 0 0,1 0 144 16,2-2-144-16,-1 1 0 0,0-3 0 0,2-2 0 0,0 0 0 15,1-2 0-15,0-1 0 0,1 0 0 0,1-3 0 16,1 0 0-16,-1-4 0 0,3 0 0 0,0-2 0 16,-1 0 0-16,3-1 0 0,-1-2 0 0,1 0 0 15,0 1 0-15,0 0 0 0,0 0 0 0,1 0 0 16,0 0 0-16,0 2 0 16,2 1 0-16,0 2 0 0,0 0 0 0,-1 2 0 15,1 3 0-15,-3 1 0 0,-1 0 0 0,-6 3 0 16,0 0 0-16,0 0 128 0,0 0-128 0,34 17 0 15,-34-17 0-15,0 0 0 0,0 0 0 0,15 41 0 16,-15-41 0-16,0 0 0 0,2 40 0 0,-2-40 0 16,-3 28 0-16,3-28 0 0,-8 31 0 0,8-31 0 15,-6 26 0-15,6-26 0 0,-6 19 0 0,6-19 0 16,0 0 0-16,-6 22 0 0,6-22 0 0,0 0 0 16,0 0 0-16,0 0 0 0,0 0 0 0,-1 0 0 0,4-6 0 0,-1 0 0 15,3-2 0-15,0-1 0 0,0-3 0 0,2-2 128 16,-1 2-128-16,2-4 0 0,0 1 0 0,1-1 128 15,0-1-128-15,0 0 0 0,0 2 0 0,1 0 0 16,1 0 0-16,-1 2 0 0,1 3 0 0,-2 0 0 16,1 3 0-16,0 1 0 0,-2 3 0 0,-1 0 0 15,-7 3 0-15,0 0 0 0,0 0 0 0,0 0 0 16,0 0 0-16,34 19 0 0,-34-19 0 0,0 0 0 16,11 38 0-16,-11-38 0 0,6 34 0 0,-6-34 0 15,1 40 0-15,-1-40 0 0,-1 44 0 0,1-44 0 16,-4 43 0-16,4-43 0 0,-6 38 0 0,6-38 0 15,-4 29 0-15,4-29 0 0,-5 24 0 0,5-24-18832 16</inkml:trace>
  <inkml:trace contextRef="#ctx0" brushRef="#br0" timeOffset="203229.55">5442 11904 1839 0,'0'0'160'0,"-1"1"-160"0,1-1 0 0,0 0 0 15,0 1 768-15,-1-1 112 0,1 0 16 0,-1 0 16 16,0 0 464-16,0 0 96 0,0 0 0 0,1 0 16 16,-1 0 144-16,0 0 32 0,1 0 0 0,-1 0 0 15,0 0 144-15,1-1 48 0,0 1 0 0,0 0 0 16,-1 0-496-16,1 1-80 0,0-1-32 0,0 0 0 16,0 0 432-16,0 0 96 0,0 0 16 0,0 2 0 15,1-2-1152-15,0-2-240 0,0 2-32 0,0-1-16 16,0 0-960-16,1-3-192 0,1 1-32 0,0 0-16 0,0 1 976 15,-1-3 192-15,1 0 32 0,1 1 16 16,-1-4-144-16,0 4-32 0,0-4 0 0,-1 2 0 0,1 1-64 0,-2-2-128 16,1 0 176-16,-1 2-176 0,0 0 128 0,-1-2-128 15,0 2 0-15,-1-2 0 0,-1 3 0 0,0-2 0 16,0 2 0-16,-2 0 0 0,2 1 0 0,-3 0 0 16,1 1 0-16,0 2 0 0,-2-1 0 0,-1 1 0 15,0 1 0-15,-1 1 0 0,-2 1 0 0,0 2 0 16,-1 1 0-16,-1 2 0 0,-1 1 0 0,0 1 0 15,0 1 0-15,0-1 0 0,1 2 0 0,0-2 0 16,1 2 0-16,2 0 0 0,-1-1 0 0,3 1 0 16,1-2 0-16,3 0 0 0,-1-2 0 0,2-1 0 0,2 1 0 0,-1-2 0 15,2-2 0-15,1 1 0 0,1-2 0 0,0 0 0 16,0-1 0-16,2-2 0 0,1 1 0 0,2-2 0 16,0 1 0-16,0-2 0 0,3-1 0 0,-2 1 0 15,1 0 0-15,-1-2 0 0,1 1 0 0,-1 0 0 16,1 1 0-16,-1 0 0 0,0-1 0 0,-2-1 0 15,1 1 0-15,-1 1 0 0,0-1 0 0,-2-1 0 16,1 1 0-16,-3 1 0 0,2 0 0 0,-2-1 0 16,0 0 0-16,-2 1 0 0,1 0 128 0,0 0-128 15,-1 0 0-15,-1 1 0 0,1-1 128 0,-1 0-128 16,1 1 0-16,-2 1 0 0,1 0 128 0,-1 0-128 0,0 1 0 16,0 1 160-16,0 1-160 0,-1 1 128 15,1 0 0-15,-2 2 0 0,-1 3 0 0,1-2 0 0,0 5 16 0,-2-2 0 16,0 2 0-16,1 2 0 0,-2-2-144 0,1 2 0 15,-2 2 144-15,0-1-144 0,-2 1 0 0,1 1 144 16,0-1-144-16,-2 1 0 0,2 2 176 0,0-3-176 16,-1-1 160-16,3-1-160 0,0-2 192 0,2-1-64 15,1-1-128-15,0-5 192 0,2 2-192 0,-1-3 176 16,2 1-176-16,0-1 160 0,1-1-160 0,0-2 0 16,0 1 0-16,1-2 0 0,1 0-288 0,0-3 16 15,3 0 0-15,2-3-16128 0</inkml:trace>
  <inkml:trace contextRef="#ctx0" brushRef="#br0" timeOffset="203668.91">5655 11882 11967 0,'-3'0'528'0,"-1"0"112"0,1 0-512 0,0 0-128 0,2 3 0 0,-1-3 0 16,-1 2 1504-16,-1 1 272 0,-2 1 48 0,-4 2 16 15,1 2 64-15,1 0 16 0,-1 1 0 0,2-2 0 16,0 3-688-16,0-1-128 0,2 0-16 0,-1 1-16 16,2-2-496-16,1-1-80 0,-1 2-32 0,1-2 0 15,1 0-80-15,0 0 0 0,1-2-16 0,1-3 0 16,1 1-32-16,0-1 0 0,1 1 0 0,0-3 0 16,2 0 96-16,0-2 16 0,1 1 0 0,1-1 0 0,1 1-112 0,0-1-16 15,2 0 0-15,-1 0 0 0,1 2-192 0,1 0-128 16,0 0 128-16,0 2-128 15,-10-2 0-15,0 0 0 0,0 0 0 0,44 13 128 0,-44-13-128 0,0 0 0 16,0 0 0-16,36 27 0 0,-36-27 0 0,0 0 0 16,0 0 0-16,0 0 0 0,21 43 0 0,-20-36-128 15,-1 1 128-15,-2-2 0 0,-1 2 0 0,0-2 0 16,-1 0 0-16,-2 0 0 0,0-1 0 0,-1-2 0 16,-2 0 0-16,-1 0 0 0,-1-2 0 0,-1-1 0 15,-2 0 0-15,0 0 128 0,0 0-128 0,-1-1 0 0,0 1 0 16,1 0 0-16,1 0 0 0,0-2 0 15,1 2 0-15,0-4 0 0,2 1 0 0,0-3 0 0,2 0 0 16,0-3 0 0,3-1-752-16,-1 1-64 0,2-3-16 0,3-2-14560 0</inkml:trace>
  <inkml:trace contextRef="#ctx0" brushRef="#br0" timeOffset="203888.27">5559 11887 7359 0,'-1'0'656'15,"1"0"-528"-15,0 0-128 0,1 0 0 16,0 0 1808-16,0 0 336 0,1 1 64 0,1-1 16 16,4-1 464-16,2 1 80 0,2-4 32 0,2 3 0 15,1-2-1088-15,0 2-224 0,1-2-32 0,0-1-16 16,0 3-736-16,-1-1-160 0,1 1-32 0,-2 0 0 0,0 1-384 16,-3 0-128-16,1 0 0 0,-2-2 0 0,-2 2 0 0,1 0 0 15,-1 0 0-15,-1 0 0 16,-2 0-448-16,2 2-80 0,-1-1-32 0,-2-1-13328 15</inkml:trace>
  <inkml:trace contextRef="#ctx0" brushRef="#br0" timeOffset="204392.3">6024 11785 9215 0,'0'-5'400'0,"0"3"96"0,1 0-496 0,-1 2 0 0,-1 0 0 0,1 0 0 16,0 0 1744-16,-1-2 256 0,0 2 48 0,-1 0 16 15,0 2-224-15,0-2-48 0,0 2-16 0,0-2 0 0,1 2-896 16,0-1-176-16,0 1-48 0,0 0 0 0,0-2-304 0,-1 1-64 15,1 1-16-15,-1 0 0 0,0 0 128 0,0 3 32 16,-2-2 0-16,0 3 0 0,0 2 144 0,1 1 48 16,-2 0 0-16,0 0 0 0,1 0-112 0,-1 2-32 15,1-2 0-15,2-1 0 0,0-1-272 0,2 0-48 16,0 0-16-16,2-2 0 0,0-1-144 0,0-1 0 16,2 0 0-16,1-1 0 0,1-2 0 0,1 0 0 15,-1-3 0-15,3 1 0 0,0-3-128 0,0 1 128 16,2-2-160-16,0 0 160 0,0-2-192 0,1 1 192 15,-1-1-208-15,0-2 80 0,1 2-64 16,-2-1-16-16,-2-1 0 0,0-1 0 0,-3 1 48 0,0 1 16 0,-2-1 0 0,-1-2 0 16,-1 0 144-16,-2 3 0 15,-2-1 0-15,-3 2 0 0,0 0-128 0,-3 3 128 0,-2 1-128 0,-1 1 128 16,-2 3-144-16,1 2 144 0,-1 3-160 0,1 0 160 16,1 2-320-16,-1 0 48 0,1 2 0 0,1 1 0 15,2 2 272-15,2-3-160 0,1-2 160 0,1 1-128 16,3-2 128-16,1 0 0 0,1 0-144 0,1-3 144 31,1 2-1200-31,2-3-160 0</inkml:trace>
  <inkml:trace contextRef="#ctx0" brushRef="#br0" timeOffset="204789.41">6214 11878 2751 0,'-1'0'256'0,"1"-2"-256"0,0 2 0 0,0 0 0 0,0-1 1712 0,-1 1 288 16,1 0 64-16,-2-2 16 0,1 0 544 0,-1 1 128 15,-1 1 0-15,1 0 16 0,-1 0-816 0,0 1-160 16,0 1-48-16,0 0 0 16,0 1-400-16,-1-1-96 0,0 0-16 0,2-1 0 15,-2 1-288-15,0 0-64 0,0-1-16 0,0 1 0 0,-2 1 0 0,0 0 0 16,-1 0 0-16,0 3 0 0,-2 0-256 0,-1 1-48 0,-1 0-16 0,-1 3 0 15,-3 1-160-15,0 1-48 16,2 0 0-16,-4 2 0 0,-2 3-160 0,-1 2-48 0,-1 2 0 16,1 0 0-16,0 1-128 0,1-1 0 0,1-2 0 0,4 1 0 15,1-2 0-15,2-3 0 0,1-1 0 0,3-3 0 16,2-1 0-16,2-2 0 0,0 0 0 0,0-3 0 16,1 0-512-16,2-3 0 0,0 1 16 0,0-3 0 15,1 2-816-15,1-4-160 0,1 0-48 0,0-1 0 16,1 1-32-16,1-3-16 0,-1 0 0 0,2-1 0 15,0 0-128-15,1 0-32 0,0 0 0 0,1-2-8848 16</inkml:trace>
  <inkml:trace contextRef="#ctx0" brushRef="#br0" timeOffset="205101.96">6019 12110 9839 0,'-1'2'208'0,"0"-2"48"0,0 0 16 0,0 1 16 0,0 1-288 0,-1 0 0 15,0-1 0-15,-4 3 0 0,1 1 2896 0,-3 2 528 16,1 0 96-16,-2 0 32 0,3-2-928 0,-2 2-176 0,2 0-32 0,-1-1-16 16,2 0-1056-16,-2 3-224 0,2-1-32 0,0 1-16 15,1 0-640-15,0 1-128 0,1-1-32 0,1-2 0 16,1 3-96-16,1-3-32 0,0-1 0 0,2 0 0 16,1-1-144-16,1-3 192 0,1 1-192 15,2-1 192-15,0-4-192 0,2-1 160 0,2 1-160 0,0-5 160 16,1 0-32-16,0-1-128 0,0-3 192 0,0 1-64 15,0 1-128-15,-2-1 0 0,-1-2 0 0,-1 2 128 16,-3 1-128-16,-3 0 0 0,-1 1 0 0,-3 2 0 16,-1 0 0-16,-5 2 0 0,-1 2 0 0,-4-1 0 15,-2 6 0-15,-2 0 0 0,-2 3 0 0,-1 1 0 0,2 0-176 16,1 0 48-16,3 1 0 0,2-2 0 16,1 2-608-16,3-4-112 0,2 2-32 15,2-2-14784-15</inkml:trace>
  <inkml:trace contextRef="#ctx0" brushRef="#br0" timeOffset="207482.53">6743 11902 6447 0,'0'-1'576'0,"1"0"-576"0,0 1 0 0,-1-1 0 16,0 1 1408-16,1 0 160 0,0-2 32 0,0-1 16 16,2 1 448-16,-2-3 96 0,2 0 16 0,0 1 0 15,0-1-512-15,0 0-112 0,-1 1-16 0,2-3 0 16,-1 2-384-16,1-2-96 0,-2 2-16 0,1-2 0 15,-1 3-384-15,-1-2-80 0,0 1 0 0,-1 3-16 16,0-3-240-16,-2 3-64 0,0 0 0 0,-1 1 0 0,0 1-96 0,-3 1-32 16,0 3 0-16,-2 1 0 0,0 0-128 0,-1 2 128 15,-2 0-128-15,2 0 128 0,-1 5-128 0,-1-2 0 16,-1 4 0-16,1 0-176 0,0 0-16 16,1 0 0-16,0 3 0 0,0 0 0 0,1-1-32 0,-1 1-16 15,3 2 0-15,-1-3 0 0,2 3 240 0,1-4 0 16,1 0 0-16,1-2 0 0,2-1 0 0,2-3 0 15,0-1 0-15,2-1 0 0,0-3 0 0,2 1 0 16,-5-5 0-16,0 0 0 0,0 0 0 0,0 0 0 16,39 3 0-16,-28-4 0 0,-1-3 0 0,1 1 0 0,1-3 0 15,1-2 0-15,2-2 0 0,0 1-256 0,0-5 80 16,1 2 16-16,-2 0-96 0,1-2-32 0,1 2 0 0,-2-2 0 16,-1 4 288-16,-2-1-128 0,-2 1 128 15,-2 3 0-15,-2 1 0 0,-1 0-128 0,-1 3 128 0,-3 3 0 16,-1-2 0-16,0 4 0 0,-1-1 0 0,-1 2 0 15,-1 2 0-15,-1 1 128 0,1-1-128 0,-3 2 0 16,1 2 192-16,0 2 0 0,0 0 0 0,2-1 0 16,-1 3 64-16,1-1 0 0,2-2 0 0,0 1 0 15,3-1-128-15,0 0-128 0,-1-10 176 0,0 0-176 0,0 0 192 16,0 0-64-16,0 0 0 0,41 18-128 0,-29-20 352 0,-2-3-32 16,1 0-16-16,0-3 0 0,1 0 0 0,-1-2 0 15,0-1 0-15,-1 1 0 0,0 1-176 16,-1-3-128-16,-2 1 144 0,1 0-144 0,-3 2 0 0,-2 0 0 15,0-1 0-15,-2 3 0 0,-1 0 0 0,-2-1 0 16,-2 2 0-16,-1 1 0 0,-3 0 0 0,0 3 0 16,-2 0 0-16,0 1 0 0,-1 1 0 0,0 0 0 15,1 1 0-15,0 2 0 0,0 1 0 0,0 3 0 16,1-1 0-16,2 0 0 0,0 0 0 0,3 2 0 16,-1-3 0-16,1 4 0 0,2-4 0 0,1 2 0 15,1 0 144-15,2 0-144 0,0-3 128 0,1-1-128 16,2 2 0-16,-1-5 128 0,3 2-128 0,0-3 0 0,1 0 0 0,2-3 128 15,0 0-128-15,2-2 0 0,2-2 0 16,1-3 0-16,-1 1 0 0,1-2 128 0,1-1-128 0,0 0 0 16,0 1 0-16,-2 1 0 0,0 1 0 0,-2 3 0 15,-1 0 0-15,-2 2 0 0,-1 2 0 0,-1 3 0 16,0 1 0-16,-2 2 0 0,0 2-144 0,-2 1 144 16,-1 1 0-16,-1 3 0 0,-2-1 0 0,-1 1 0 15,-1 3 0-15,-1 2 0 0,0-3 0 0,-1 2 0 16,0 0 128-16,-2-2-128 0,2 2 0 0,-1-4 0 15,2 1 240-15,-1-3-48 0,1-1-16 0,2-4 0 16,1 1 128-16,0-3 16 0,1-1 16 0,0-1 0 0,1-1-64 16,0-3-16-16,2 0 0 0,0-2 0 0,2 0-64 0,-1-3-32 15,3-1 0-15,1-1 0 0,1 0-160 0,0-3 0 16,2 1 0-16,-1 0 0 0,1 0-144 0,-1 1 144 16,0 2-192-16,-1 1 192 0,-3 4-192 0,2 1 192 15,-2 0-192-15,1 3 192 0,-2 0 0 0,-1 2-128 16,0 2 128-16,-1 0 0 0,-1 3 0 0,-2 0 0 15,0 1 0-15,0 2 0 0,-1 1 0 0,-1 1 0 16,1-1 128-16,-2 2-128 0,1-2 128 0,0 2-128 16,0-1 176-16,-2 1-176 0,0 1 224 0,0 0-64 0,2 0-16 15,-1-2 0-15,1-1 0 0,-1-2 0 16,2 1 0-16,0-2 0 0,2 0-144 0,1-2 0 16,0-2 0-16,1 0 0 0,0-2-208 0,0-2-80 0,3 0-16 0,1-3-11120 15,2 0-2224-15</inkml:trace>
  <inkml:trace contextRef="#ctx0" brushRef="#br0" timeOffset="207844.11">7452 11849 7359 0,'1'-4'656'16,"-1"1"-528"-16,0 2-128 0,0 0 0 16,0 1 2256-16,-1-3 432 0,0-1 64 0,0-1 32 0,-1-5 128 0,-1 1 32 15,0 0 0-15,1-1 0 0,-1 0-1424 0,0 3-288 16,1-2-48-16,0 0-16 0,1 4-592 0,0-3-112 15,-1 4-16-15,1-1-16 0,1 0-432 0,-1 4 0 16,0 1 0-16,-1 1 0 0,1 1 0 0,-1 1 0 16,0 4 0-16,-1 1 0 0,-1 3 240 0,0 1 16 15,1 3 0-15,0 1 0 0,0 3 48 16,-1 0 16-16,1 2 0 0,-2 0 0 16,2-1-32-16,0 3 0 0,0 1 0 0,0 0 0 0,1 1 32 0,1-1 0 15,1-24 0-15,1 52 0 0,0-23-128 0,0-1-32 16,0-1 0-16,-1-1 0 0,0 0-160 0,-2-5 0 15,1 2 0-15,-2-3 0 0,0 1 0 0,-1-2 0 0,-1-3-128 0,1 1 128 32,-1-3-416-32,0-4-16 0,1-1 0 0,-1-3 0 15,0-1 0-15,1-2 0 0,-1-3 0 0,2-2 0 0,-2-2 64 0,1-2 16 0,1 0 0 0,0-6 0 32,0-2-768-32,0-6-160 0,1 0-16 0,-1-2-7968 0,3-4-1584 0</inkml:trace>
  <inkml:trace contextRef="#ctx0" brushRef="#br0" timeOffset="208033.03">7276 12006 5343 0,'0'-3'0'0,"0"3"224"0,0 0-64 0,0 0 16 16,0 0-176-16,0 0 0 0,-1 0 0 0,-1 0 0 0,1 1 3152 0,0 1 608 16,1 2 112-16,1-1 32 0,1-1-416 0,1 1-80 15,3-1-16-15,0-4 0 0,3 0-1408 0,0-1-272 16,2-2-64-16,1 0-16 0,-1-2-752 0,2 0-160 16,1 0-16-16,1-3-16 15,-1 1-432-15,1 2-96 0,-1-2-16 0,-1 4 0 0,-2-2-144 0,0 3 0 16,0-1 0-16,-2 1 0 15,1 2-192-15,-3 2 0 0,0 0-16 0,-1 0-11648 16,-1 1-2336-16</inkml:trace>
  <inkml:trace contextRef="#ctx0" brushRef="#br0" timeOffset="208195.31">7622 11893 18431 0,'2'0'816'0,"0"0"160"0,1 0-784 0,-1 0-192 0,-1 0 0 0,0 0 0 15,0 0 2240-15,3 0 384 0,2 0 96 0,1 0 16 16,2 0-1136-16,-2 0-240 0,0-1-32 0,0 1-16 16,-1 0-1056-16,-1 0-256 0,1-2 0 0,-2 2 0 31,0 0-1344-31,0 2-320 0</inkml:trace>
  <inkml:trace contextRef="#ctx0" brushRef="#br0" timeOffset="208362.69">7660 12016 7775 0,'-1'2'160'0,"0"0"32"0,1-2 16 0,0 1 32 0,0-1-240 0,0 0 0 0,0 1 0 0,-1 1 0 15,1 1 3136-15,0 0 592 0,0 1 112 0,-1 3 32 0,0-2-1184 0,1 2-256 16,-1 0-32-16,0 0-16 0,1 0-1456 0,-1 1-288 16,0-1-64-16,1 0-16 15,1 0-848-15,0-2-160 0,0 0-48 0,2-1-13376 0</inkml:trace>
  <inkml:trace contextRef="#ctx0" brushRef="#br0" timeOffset="209118.96">7885 12032 15663 0,'-1'0'688'0,"0"0"144"0,1 0-656 0,-1 0-176 16,1 0 0-16,0 0 0 0,0 0 2480 0,0 1 464 16,0 0 80-16,1 1 32 0,1 1-384 0,-1 0-80 31,2 1-16-31,-2-4 0 0,2 2-1712 0,1-1-352 16,0 1-64-16,-1-4 0 0,2 2-256 0,0-1-64 15,-2-1 0-15,2-2 0 0,0-1-128 0,-2 1 0 16,1-2 0-16,-1 0 0 0,-1 0 0 0,-1-2 0 15,0 2 0-15,-1-1 0 0,0 0 0 0,-1 2 0 16,-1-5 0-16,-2 3 0 0,0 0 0 0,1 1 0 0,-2 0 0 16,-1 2 0-16,1 1 0 0,-1 1 0 0,1 0 0 0,-1 2 0 15,2 2-128-15,-1 1 128 0,0 1 0 16,1 3 0-16,-1 0 0 0,0 3 0 0,2 0 0 0,-1 1 0 16,1 3 0-16,0 1 0 0,1 3 0 0,-1-1 0 15,2 2 160-15,0-3-160 0,1-16 192 0,1 32-192 16,-1-32 144-16,0 0-144 0,7 35 0 0,-4-29 144 15,-3-6-144-15,0 0 0 0,0 0 0 0,0 0 0 16,0 0 0-16,0 0 0 0,31 1 0 0,-27-7 0 16,2-2 0-16,0-2 0 0,0-1 0 0,0-1 0 0,1 2 0 0,-1-3 0 15,1 1-192-15,-1-1 192 16,2-1-528-16,-1 0 16 0,0 0 0 0,-1 0 0 16,0 1-64-16,0-3 0 0,0 0 0 0,-2-1 0 15,0-2 96-15,-2 0 16 0,-1-2 0 0,-1-1 0 0,0 1 192 0,-2-3 32 16,0 1 16-16,0 1 0 0,1 3 224 0,-1 2 0 15,-1 6 0-15,1 2 0 0,0 3 544 0,0 3 48 16,1 2 16-16,0 1 0 0,1 2 128 0,0 3 32 16,0 4 0-16,0-9 0 0,0 34-320 0,0-34-64 15,2 47-16-15,-1-19 0 0,-1-28-112 0,4 53 0 16,-4-53-16-16,6 56 0 0,-6-56-112 0,5 52 0 0,-5-52-128 0,7 55 192 16,-7-55-192-16,9 50 0 0,-9-50 128 0,10 45-128 15,-10-45 0-15,9 33-240 0,-9-33 48 16,0 0 16-1,0 0-1872-15,0 0-368 0</inkml:trace>
  <inkml:trace contextRef="#ctx0" brushRef="#br0" timeOffset="209598.07">8188 11977 7023 0,'-3'3'144'16,"1"-1"48"-16,1 0 0 0,0 1 0 0,0-3-192 0,0 2 0 0,0-1 0 0,-1 3 0 0,0 0 2368 0,-1 2 416 15,1 0 96-15,-1 0 0 0,2 0-960 0,-1-1-192 16,1-2-32-16,1 0-16 0,1 0-688 0,0-2-144 16,1-1-16-16,0 0-16 0,0 0-16 0,-1-1 0 15,2-1 0-15,0 1 0 0,-1 0-128 0,0-1-32 16,0 0 0-16,-1 1 0 0,1 1 80 0,0 0 16 16,-1 0 0-16,1 0 0 0,-1 0 16 0,1 0 0 15,-1 0 0-15,0 1 0 0,2-1-240 0,0-1-32 16,2 1-16-16,-1-2 0 0,2-1-144 0,0 1-16 15,1-2-16-15,0 1 0 0,2-2-288 0,-1 0 160 16,1 0-160-16,0-1 128 0,0 1-128 0,-1 0 0 16,1-2 0-16,-1 1 0 0,-2 0 0 0,1-1 0 0,-2 0-128 15,-1 1 128-15,-1 0-192 0,-2 0 16 0,-2 1 16 0,-2-1 0 16,-1 2-176-16,-2-1-48 0,-1 0 0 0,0 3 0 16,-1 0 64-16,-2 1 16 0,0 2 0 0,0 1 0 15,0 0 160-15,0 1 144 0,0 4-208 0,1-3 80 16,1 4 128-16,0 1 0 0,1 0 0 0,0 3 0 15,3-1 0-15,-2 2 192 0,2 3-32 0,1 1-16 16,2 0 208-16,0-3 32 0,1-14 16 0,0 0 0 0,12 39-144 16,-12-39-16-16,0 0-16 0,0 0 0 0,32 27-224 0,-32-27 0 15,0 0 128-15,0 0-128 0,41 8 0 0,-29-11 0 16,0-1-144-16,1-1 144 16,1-3-1680-16,1 0-240 15</inkml:trace>
  <inkml:trace contextRef="#ctx0" brushRef="#br0" timeOffset="209970.18">8477 11913 8287 0,'-1'3'736'0,"-1"-1"-592"15,0 0-144-15,1 0 0 0,0 1 2592 0,-1 2 480 16,-1 2 112-16,0 2 16 0,-3 6-64 0,1 2-16 16,0 1 0-16,0 1 0 0,5-19-1568 0,-2 31-304 0,2-31-64 0,-1 24-16 15,1-24-544-15,0 0-112 0,0 0-32 16,0 0 0-16,0 0-480 0,5 33 128 15,-4-31-128-15,-1-4 0 0,1 0 0 0,-1-1 0 0,2-1 0 0,0-4 0 16,0 1 0-16,-1-2 144 0,2-1-144 0,0-1 128 16,0 1-128-16,1-4 0 0,-1 2-160 0,2-3 160 15,-1 1 0-15,0 0-144 0,1 0 144 0,0-2 0 16,0 4 0-16,0-3 0 0,-1 4 0 0,2 1 0 0,-1 1 0 0,0 5 0 16,-1 1 0-16,-1 2 0 0,2 4 0 0,-1-1 144 15,0 3-144-15,-4-5 160 0,0 0 64 0,0 0 16 16,12 43 0-16,-12-43 0 0,0 0-112 0,4 45 0 15,-4-45-128-15,1 35 192 0,-1-35-192 0,-1 38 0 16,1-38 0-16,-1 33 0 16,1-33 0-16,-2 26 0 0,2-14 0 0,0-5 0 0,0 1 0 0,0-2 0 15,0-3 0-15,0-1 0 0,2-1 0 0,0-4 0 16,2 0 0-16,1-3-160 16,0-2-1200-16,2-1-240 0,1-3-64 0,1 0-13696 0</inkml:trace>
  <inkml:trace contextRef="#ctx0" brushRef="#br0" timeOffset="210208.73">8810 11918 2751 0,'0'0'256'0,"0"0"-256"0,0 0 0 0,-1-2 0 0,0 2 2496 0,0 0 464 0,-1-3 96 0,-2 1 16 16,-1-1 224-16,-2 1 48 0,0-2 16 0,-2 1 0 16,1 0-1184-16,0 1-224 0,0 2-48 0,0 0-16 15,0 3-800-15,0 1-176 0,0 1-16 0,0 3-16 16,1 0-608-16,0 2-112 0,1 2-32 0,-1 2 0 15,3-2-128-15,0 2 160 0,0 3-160 0,2 0 160 16,2-17 96-16,-3 35 0 0,3-35 16 0,0 0 0 16,7 43 0-16,-7-43 0 0,0 0 0 0,0 0 0 0,24 36-272 15,-24-36 0-15,0 0 0 0,0 0 0 32,37 16-336-32,-26-18-128 0,1-3-32 0,0 0-16160 0</inkml:trace>
  <inkml:trace contextRef="#ctx0" brushRef="#br0" timeOffset="210585.58">8842 12001 13823 0,'-1'2'608'0,"0"1"128"0,0-2-592 0,0 0-144 16,2 1 0-16,0-2 0 16,0 1 2048-16,1 1 368 0,1 0 80 0,1-1 0 15,3 1-560-15,1 0-112 0,-8-2-32 0,0 0 0 16,30 0-768-16,-20-2-144 0,1-1-48 0,-1 1 0 15,1-3-256-15,0 3-64 0,-2-3-16 0,0-1 0 16,0 1-176-16,-2-1-48 0,1 0 0 0,-1 0 0 16,-2-1-112-16,-1 0-32 0,-1 3 0 0,-2-3 0 15,-1 2-128-15,-2 0 0 0,-2 0 144 0,0 1-144 16,-2-2 0-16,0 2 0 0,-2 2 0 0,-1-3 0 16,1 2 0-16,-3 1 0 0,2 1 0 0,-2 2 0 15,1 1 0-15,0 1 0 0,1 4 0 0,1-3 0 16,1 5-240-16,1-1 48 0,1 0 0 0,1 3 0 0,1 1 192 0,-1 2 208 15,2 1-32-15,2-15-16 0,0 33 416 0,0-33 64 16,0 0 32-16,13 38 0 0,-13-38-32 0,0 0 0 16,0 0 0-16,42 30 0 0,-42-30-384 0,0 0-64 15,40 6-32-15,-25-7 0 0,0-1-160 0,1-1 0 16,2-1 0-16,-1-4 0 16,3 2-1264-16,-1-2-224 0</inkml:trace>
  <inkml:trace contextRef="#ctx0" brushRef="#br0" timeOffset="210917.37">9652 11899 17503 0,'0'-5'1552'0,"1"3"-1232"16,0 0-320-16,0 0 0 15,0 1 2096-15,0-1 352 0,2-1 80 0,2-1 16 0,0-3 240 0,3 2 48 16,-1 1 16-16,0 3 0 0,1 1-1552 0,-1 1-304 15,-7-1-64-15,0 0-16 0,0 0-640 0,0 0-128 16,0 0-16-16,39 32-128 0,-39-32 0 0,0 0 0 16,0 0 0-16,0 0-18048 0</inkml:trace>
  <inkml:trace contextRef="#ctx0" brushRef="#br0" timeOffset="211099.37">9632 12016 3679 0,'-3'4'320'0,"1"-2"-320"0,2 0 0 0,0 1 0 16,-1 0 2272-16,0 1 384 0,-2 3 80 0,-2 6 16 16,0 5 928-16,-3 2 192 0,2 3 32 0,-1-3 16 15,3-2-1664-15,1-2-336 0,1-1-64 0,1-4 0 16,1-11-1312-16,0 0-256 0,0 0-48 0,0 0-16 16,0 0-1776-16,0 0-368 0</inkml:trace>
  <inkml:trace contextRef="#ctx0" brushRef="#br0" timeOffset="211436.72">9855 11957 16575 0,'2'3'736'0,"-2"0"160"0,0 0-720 0,0 1-176 15,0-1 0-15,-1 1 0 0,0 1 1712 0,-1 3 304 16,-2 5 64-16,-1 5 16 0,-1 5 240 0,-1 0 48 16,-2 1 16-16,1 0 0 0,0-3-864 0,1-2-160 15,1-5-32-15,3-2-16 0,0-5-704 0,1 0-144 16,1-3-32-16,0-3 0 0,1-1-320 0,0-1-128 15,1-2 0-15,1-2 0 0,1 0 0 0,1-5 0 16,1-2 0-16,1-2 0 0,-1-1 0 0,3-2 0 0,0 0-192 16,0 1 192-16,2-1-320 0,-1 0 32 0,1 2 16 0,-2 1 0 15,1 2 80-15,-1 1 0 0,1 4 16 16,-2 0 0-16,-1 4 176 0,0-1 0 0,0 4 0 0,-3 2 0 16,1 0 0-16,-1 3 0 0,-3-5 128 0,0 0-128 15,0 0 320-15,5 41 0 0,-5-41 0 0,-1 30 0 16,1-30-128-16,-3 31-16 0,3-31-16 0,-4 31 0 15,4-31-160-15,-4 26 0 0,4-26 0 16,-3 23 128-16,3-23-128 0,0 0 0 0,0 0 0 0,0 0 0 16,0 0 0-16,0 0 0 0,0 0 0 0,0 0 0 15,0 0-768-15,25-9-96 16,-18-3-16-16,2-1-15680 0</inkml:trace>
  <inkml:trace contextRef="#ctx0" brushRef="#br0" timeOffset="211657.12">10209 11847 3679 0,'6'-3'320'0,"-4"1"-320"16,1 1 0-16,-2 0 0 0,0 1 2624 0,-2 1 464 16,1 0 96-16,0 2 16 0,-2 2 832 0,0 3 160 15,-1 4 32-15,-3 3 16 0,0 2-2000 0,-2 1-416 16,0 4-80-16,-1 1-16 0,0-1-768 0,2-1-176 16,0 1-16-16,4-4-16 15,0-1-416-15,3-17-80 0,-1 31 0 0,1-31-16 16,0 0-240-16,2 39 0 0,-2-39 0 0,0 0 0 15,0 0-160-15,0 0-80 0,0 0-16 0,4 34 0 16,-4-34-1072-16,0-2-208 0,-1-1-64 0,1 0-14272 0</inkml:trace>
  <inkml:trace contextRef="#ctx0" brushRef="#br0" timeOffset="211848.96">10068 12010 11967 0,'-1'-2'1072'0,"1"1"-864"0,1 1-208 0,0 0 0 16,0 0 2768-16,0-1 512 0,2 1 112 0,0-2 0 0,4 1 80 15,2-1 16-15,2-1 0 0,2 0 0 16,1 0-1904-16,1 0-384 0,2 1-80 0,-2-1-16 0,2 1-736 0,0-3-160 16,-1 1-16-16,1 1-16 0,0-2-176 0,-2 0 0 15,0 1 0-15,-2-3 0 0,0 2 0 0,0 0 0 16,0 0 0-16,-2 1-12336 31,1-1-2352-31</inkml:trace>
  <inkml:trace contextRef="#ctx0" brushRef="#br0" timeOffset="212176.19">10350 12025 10127 0,'2'0'448'0,"0"0"96"0,1-1-544 0,0 1 0 0,-1-2 0 0,1 2 0 16,0 0 2336-16,2-2 352 0,3 0 80 0,5-3 16 16,2 0-688-16,3-2-144 0,-1 1-32 0,-1 0 0 15,-1-1-864-15,-1 2-176 0,-1 0-48 0,-2 1 0 16,0-3-496-16,-1 2-96 15,-1 0-32-15,-2 0 0 0,0 1-208 0,-3-1 0 0,0 0 0 0,-3 1 0 32,-1-2 0-32,-2 2 0 0,-1-1-160 0,-2 1 160 0,-2 1-464 0,0-1-16 0,-3 3 0 15,0 0 0-15,-2 3-224 0,0 1-64 0,0 1 0 0,0 3 0 16,3-2 256-16,-1 4 64 16,0 0 0-16,0 1 0 0,1 2 576 0,0 2 112 0,0-2 16 0,1 2 16 0,2 0 752 0,-1 1 128 31,3-1 48-31,1 1 0 0,3-15 144 0,-1 27 16 0,1-27 16 0,0 0 0 0,0 0-432 0,0 0-96 15,25 41-16-15,-25-41 0 0,0 0-496 0,0 0-96 16,43 9-32-16,-31-10 0 16,0-2-496-16,1-2-96 0,2 0-32 0,-1-5-16240 15</inkml:trace>
  <inkml:trace contextRef="#ctx0" brushRef="#br0" timeOffset="212525.19">10583 12020 4607 0,'-1'0'400'0,"1"-2"-400"0,1 2 0 16,0-2 0-16,0 1 2304 0,0-1 384 0,2-1 80 0,1 0 16 31,2-3-160-31,2 0-48 0,2-2 0 0,1 3 0 16,-1-2-1232-16,0 2-256 0,0 3-64 0,-1 0 0 15,-1 2-128-15,-8 0-48 0,0 0 0 0,0 0 0 16,0 0-560-16,37 21-112 0,-37-21-32 0,0 0 0 15,0 0-144-15,12 40 0 0,-12-40 0 0,-3 24 0 16,-1-10 0-16,0-2 0 0,-3-1-176 0,1-1 176 16,-2 0-144-16,1-3 144 0,0 0-160 0,2-5 160 0,0 1 0 15,1-3 0-15,2-1 0 0,1-2 160 0,1-3 832 0,1-1 160 16,2-3 48-16,1-2 0 0,1-1 48 0,1 0 16 16,2-3 0-16,2 2 0 0,-1-2-736 0,3 1-144 15,1-2-16-15,2 2-16 0,-2 2-352 0,2 0 0 16,0 2 0-16,0 0 128 0,1 3-128 0,-1 0 0 15,-1 2 0-15,-1 0 0 16,0 3-1136-16,-1 0-192 0,-1 1-32 0,-1-1-15488 16</inkml:trace>
  <inkml:trace contextRef="#ctx0" brushRef="#br0" timeOffset="212864.9">11004 11932 18431 0,'0'-2'816'0,"0"0"160"0,0-1-784 0,0 1-192 0,0 1 0 0,0 0 0 16,0 1 2576-16,0-1 480 0,0-1 80 0,-1 2 32 16,0 0-880-16,0 0-176 0,0 2-48 0,-1 4 0 15,0 0-1088-15,0 4-208 0,2-10-64 0,-4 23 0 16,4-23-384-16,-5 27-64 0,5-27-32 0,-7 30 0 16,2-13-224-16,1 2 0 0,-1-5 128 0,0 2-128 15,5-16 128-15,-5 29-128 0,5-29 176 0,0 0-176 16,-3 27 144-16,3-27-144 0,0 0 0 0,0 0 144 15,0 0-144-15,0 0 0 0,0 0 0 0,16-3 0 16,-9-7 0-16,1-1 128 0,2-3-128 0,1-1 128 16,1-1-128-16,-1 0 128 0,2 1-128 0,-1-1 128 15,-2 3-128-15,2-3 0 0,1 1 0 0,1 0 0 16,-2 2 0-16,0 1 0 0,-1 2 0 0,-2 2 0 0,-1 2 0 0,0 2 0 16,-1 1 0-16,-1 1 0 15,-3 0-528-15,0 2-96 0,0 2-16 0,0-2-17216 16</inkml:trace>
  <inkml:trace contextRef="#ctx0" brushRef="#br0" timeOffset="213569.66">11232 12044 25791 0,'2'2'1152'0,"-1"0"224"0,2-1-1104 0,-1-1-272 0,-1 0 0 0,1 0 0 15,1-1 2448-15,1 1 432 0,4-2 96 0,1 0 16 16,4-3-1392-16,0-1-256 0,1 0-64 0,0 0-16 15,0 0-832-15,-2-2-176 0,0 0-16 0,-1 1-16 16,-1-3-224-16,-1 1 128 0,-3 0-128 0,-1 1 0 16,-2-2 0-16,-3 3 0 0,0-2 0 0,-3-1 0 15,-2 3 0-15,0 2 0 0,-2 1 0 0,-1 2 0 16,-2 4 0-16,-1 0 0 0,-1 3 0 0,0 2 0 16,0 0 0-16,0 2-128 0,1 0 128 15,1 2 0-15,0-1-144 0,2 1 144 0,-1 3 0 0,1 0-144 16,0 1 144-16,1-1 0 0,0 0 0 0,3-1 0 15,0 0 0-15,4-13 0 0,0 0 0 0,-1 26 0 16,1-26 0-16,0 0 0 0,0 0 0 0,0 0 0 0,0 0 0 0,0 0 0 16,39 12 0-16,-30-17 0 0,0 0 0 15,2-1 0-15,1-2 0 0,-1 1 0 0,0-2 0 0,-1 1 0 16,1 0 0-16,-1 0 0 0,-2 1-256 0,0 0 48 16,-1-1 0-16,-2 0 0 0,0 2-48 0,-2 0 0 15,-2 1 0-15,0 2 0 0,-1 1 80 0,-1 2 16 16,0-2 0-16,-2 4 0 0,0-1 160 0,-1 2 0 15,2 0 0-15,-2 2-128 0,2-1 128 0,-1 2 0 16,2 0 0-16,0 0 0 0,1-6 176 0,0 0-48 16,0 0 0-16,0 0 0 0,4 34 32 0,-4-34 0 15,0 0 0-15,0 0 0 0,0 0-32 0,0 0 0 16,34 23 0-16,-34-23 0 0,0 0-128 0,26-1 0 16,-26 1 0-16,18-5 0 0,-8 3 0 0,0-4 0 15,2 0 0-15,-2 0 0 0,1 0 0 0,1-3 0 16,3-2 0-16,0-1 0 15,-1 1-672-15,0-3-64 0,2 0-16 0,0-2 0 16,0 1-256-16,-1-4-48 0,1 3-16 0,-2-6 0 16,-1 4 224-16,-1-2 32 0,-2-1 16 0,0-3 0 15,-3-2-192-15,-1 0-32 0,-2 3-16 0,-2 1 0 16,-2 3 416-16,-1 3 96 0,-1 3 16 0,0 4 0 0,-1 4 1024 0,0 2 192 0,0 4 64 0,0 1 0 16,-2 3 512-16,1 2 128 0,0 0 0 0,-1 3 16 15,1 4-208-15,0 1-64 0,-1 2 0 0,5-17 0 16,-8 39-416-16,8-39-96 0,-7 46 0 0,2-23-16 15,1 1-240-15,-1-1-64 0,0 3 0 0,0-3 0 0,0-3 0 16,2 1-16-16,-1 5 0 0,0-2 0 0,4-24-160 0,-4 43-16 16,4-43-128-16,2 35 192 0,-2-35-192 0,0 0 0 15,0 0 0-15,12 36 0 0,-12-36-192 0,0 0-16 16,19-4-16-16,-11-4-18448 16</inkml:trace>
  <inkml:trace contextRef="#ctx0" brushRef="#br0" timeOffset="-213570.04">12511 11790 9215 0,'0'-2'816'0,"0"-1"-656"16,0 1-160-16,0 2 0 16,0 0 1728-16,1-3 304 0,-1 1 64 0,0-3 16 0,0 0 992 0,0-1 208 15,0-1 32-15,0 4 16 0,-1-2-992 0,0 0-192 16,0 3-32-16,-1 0-16 0,1-2-1024 0,-1 3-208 16,0-2-32-16,0 0-16 0,-1 0-496 0,0 0-96 15,-1 1-32-15,1 2 0 0,0-2-224 0,-2 2 144 16,0 0-144-16,-2 0 128 0,2 2-128 0,-3 0 0 0,2-1 144 0,-2 3-144 15,1 0 0-15,-1 2 128 0,2 0-128 0,0 0 0 16,1 1 0-16,0 2 0 0,2 0 0 0,-1-1 0 16,2 2 0-16,0-1 128 0,0 2-128 0,0 1 0 15,2-12 0 1,-1 27 0-16,1-27 0 0,0 35 0 0,0-35 0 0,-1 40 0 0,1-40 0 0,-1 44 128 16,1-44-128-16,-3 46 0 0,1-20 0 0,-1 0 128 15,0 1-128-15,0-3 0 0,0 1 0 0,-1-4 0 0,1-1 0 16,0-5 0-16,0 0 0 0,0-3 0 0,0-2 0 0,0-3 0 15,0-2 0-15,1-2 0 0,0-2 0 0,1-2 0 16,1 0-144-16,-1-4 144 16,2-2-1792-16,0 0-272 0</inkml:trace>
  <inkml:trace contextRef="#ctx0" brushRef="#br0" timeOffset="-213364.98">12259 12015 14735 0,'-5'0'640'0,"1"0"160"0,1 0-640 0,2 0-160 15,1 0 0-15,0 0 0 0,-1 0 2192 0,1 3 416 16,0-1 80-16,0-1 0 0,1 2-16 0,3-2-16 16,-4-1 0-16,0 0 0 15,0 0-960-15,35 2-192 16,-21-5-32-16,2-1-16 0,2-1-752 0,0-2-160 0,2 2-32 0,0-2 0 0,2 3-336 0,-2-4-176 16,0 6 160-16,1-5-160 15,-1 4 0-15,-1-1 0 0,-1-1 0 0,0 2 0 31,-1 0-752-31,-1 0-144 0,0 0-16 0,-1-1-16512 0</inkml:trace>
  <inkml:trace contextRef="#ctx0" brushRef="#br0" timeOffset="-212733.53">12698 11875 7359 0,'-1'0'656'0,"-1"1"-528"15,1-1-128-15,1 2 0 0,0-1 2480 0,-2 0 464 16,-1 2 80-16,-1 4 32 0,-2 0 336 0,-2 4 64 15,1 3 0-15,-1 1 16 0,2 0-1472 0,-1 1-288 16,2 0-64-16,0 1-16 0,2-2-752 0,2-1-160 16,1-14-16-16,0 0-16 0,0 0-320 0,0 0-64 15,18 37-16-15,-18-37 0 0,0 0-160 0,31 0-128 16,-17-4 192-16,0-1-192 0,2-5 176 0,2 1-176 0,0-2 160 0,0-1-160 16,-1 0 0-16,-1 0 0 0,-1 0 0 0,-2 0 0 15,-1 0 0-15,-4 2 0 0,-2 1 0 0,-5 2 0 16,-2-1 0-16,-4 2 0 0,-5 1 0 0,-3 0 0 15,-1 1 0-15,-4 1 0 0,-1 3 0 0,-1 0 0 16,-2 5 0-16,0-1 0 0,4 6 0 0,-3-3 0 16,2 2 0-16,2 1 0 0,2 2 0 0,2-4 0 15,2 1 0-15,2 0 0 0,3-2 0 0,2-2 0 16,2-1 0-16,2-1 0 0,3-1 128 0,1-2-128 16,3-2 0-16,1-1 128 0,4-1-128 0,2-3 0 15,4-3 176-15,0-1-176 0,3 1 192 0,-1-3-192 0,2 2 128 16,0-1-128-16,1 1 0 0,-1 2 0 0,2 1 0 15,0-1 0-15,0 2 0 0,-2-1 0 16,-1 2 0-16,-1 0 0 0,-3 2 0 0,-1 1 0 0,-1-1 128 0,-15 4-128 16,27-1 0-16,-27 1 0 0,0 0 0 0,0 0 0 15,38 15 0-15,-38-15 0 0,0 0 0 0,0 0 0 16,25 35 0-16,-25-35 0 0,0 0 128 0,5 37-128 16,-5-37 0-16,0 0 0 0,0 38 128 0,-1-25-128 15,1-13 0-15,-3 26 0 0,3-26 128 0,-3 22-128 16,1-13 0-16,1 0 0 0,-1-3 0 0,1 0 0 15,0-1 0-15,1-3 0 0,-1 1 208 0,-1-3-64 16,1-2-16-16,-1 1 0 0,0-1 0 0,-1-3 0 0,1 3 0 0,0-5 0 16,-1 2-128-16,1 0 192 0,0-3-192 0,0-1 192 15,2 3-192-15,0-4 0 0,0 0 0 0,1-1 0 16,3-3 0-16,1 2 0 0,1 0 0 0,2-2 0 16,1 1 0-16,1 0 0 0,2 0 0 0,1 0 0 15,1 3 0-15,1-2 0 0,1 3 0 0,-2 1 0 16,1 1 0-16,0 2 0 0,0 1-128 0,-1-1 128 31,0 3-560-31,-14 2-32 0,26-2-16 0,-26 2-17936 0</inkml:trace>
  <inkml:trace contextRef="#ctx0" brushRef="#br0" timeOffset="-211962.96">13291 12283 8287 0,'-1'3'368'0,"0"0"80"0,0 0-448 0,0-2 0 16,0 1 0-16,1-2 0 0,0 2 1840 0,-1 1 272 0,0-1 64 0,0 3 16 16,0-2 176-16,1 1 16 0,0-2 16 0,1 0 0 15,1 1-176-15,0-3-48 0,2 1 0 0,-1-1 0 16,2-1-592-16,1 1-128 0,0-3-32 0,2-1 0 16,0-1-608-16,0 0-128 0,2-1-32 0,0-2 0 15,2 1-400-15,1-4-96 0,1 1-16 0,0-1 0 16,1-2-144-16,1 0 128 0,1 0-128 0,0-3 128 15,-1-1-128-15,1 0 0 0,1-4 0 0,0 0 0 0,2-1 0 0,-2-1 0 16,1 1 0-16,-1-1 0 0,-1 0 0 0,0-2 0 16,0 1 0-16,-1 0 0 0,-2 3 0 0,-3 0 0 15,-1 2 0-15,-1 4 0 0,-3 4 0 0,-1 1 0 16,-3 3 0-16,0 3 0 16,-1 2 0-16,-2 1 0 0,1 4 0 0,-2-1 0 0,1 2 0 0,-2 4 0 15,-1-1 0-15,0 4 0 0,-1 1 0 0,0 1 0 16,1 3 0-16,-1-2 0 0,0 3 0 15,1-1 0-15,-1 1 0 0,0 2 128 0,2 0-128 0,-1 1 0 16,0 0 0-16,4-20 128 0,-3 38-128 0,3-38 0 16,1 33 0-16,-1-33 0 0,0 0 0 0,10 39 0 0,-10-39 0 15,0 0 0-15,0 0 0 0,0 0 0 16,0 0 0-16,36 22 0 0,-29-28 0 0,3-1 0 0,0-3 0 0,0-2 0 16,1 0-144-16,0-2-16 0,0-1 0 15,0 0 0 1,0 0-224-16,0-1-32 0,0-1-16 0,1-2 0 0,-1-2 224 0,-1-1 32 0,0 2 16 0,-1 0 0 15,-1 1 160-15,-1 0 0 0,-1 3 0 0,-1 4 0 16,-1 1 0 0,-1 3 0-16,-1 5 0 0,-1 0 0 0,0 2 304 0,-1 1-16 0,0 2 0 0,-1 0 0 15,0 3 32-15,-2 2 16 0,1 1 0 0,-2 1 0 16,1 1-160-16,-1 1-48 0,2 3 0 0,-2 1 0 16,1 2-128-16,3-17 0 0,-4 35 0 0,4-35 128 15,-1 31-128-15,1-31 0 0,0 0 0 0,10 40 0 0,-10-40 0 16,0 0 0-16,0 0 0 0,25 36 0 0,-25-36 0 0,0 0 0 31,0 0 0-31,35 9-18400 0</inkml:trace>
  <inkml:trace contextRef="#ctx0" brushRef="#br0" timeOffset="-211064.78">14335 11861 23039 0,'2'-2'2048'0,"-1"1"-1648"0,0 0-400 0,0 1 0 15,0 0 1760-15,0 0 272 0,1-1 48 0,2 1 16 16,3 0-240-16,-1 0-32 0,-6 0-16 0,0 0 0 15,0 0-976-15,0 0-192 0,39 19-32 0,-39-19-16 16,0 0-384-16,0 0-80 0,0 0 0 0,0 0-128 16,37 25 0-16,-32-23 0 0,-5-2 0 0,0 0 0 15,0 0-1728-15,0 0-288 0</inkml:trace>
  <inkml:trace contextRef="#ctx0" brushRef="#br0" timeOffset="-210909.08">14393 11975 6447 0,'-2'3'576'0,"-1"1"-576"16,2-1 0-16,0 1 0 0,0-1 2304 0,-1 0 368 16,-1 5 64-16,-3 4 16 0,-2 6 384 0,-1 3 96 15,2 0 16-15,0 0 0 0,3-4-1136 0,0-1-240 16,4-16-32-16,0 0-16 0,2 31-1136 0,-2-31-240 16,0 0-32-16,0 0-10912 15,0 0-2176-15</inkml:trace>
  <inkml:trace contextRef="#ctx0" brushRef="#br0" timeOffset="-210574.13">14694 11896 11055 0,'3'0'976'0,"-1"0"-784"0,-1 0-192 0,-1 0 0 16,0 0 2032-16,0 1 352 0,0-1 80 0,0 2 16 16,0 0 576-16,-1 1 112 15,-3 1 32-15,-2 1 0 0,0 0-1104 0,-3-1-224 0,0 2-32 0,0 0-16 16,-1-1-928-16,-1 2-192 0,0-2-48 0,2 2 0 15,0-2-416-15,1 0-96 0,3-1-16 0,0-1 0 16,2 2-128-16,1-3 160 0,1 3-160 0,2-3 160 16,1 1-160-16,0 0 128 0,-2-3-128 0,0 0 128 15,0 0-128-15,0 0 0 0,41 13 0 0,-41-13 128 0,0 0-128 0,44 10 128 16,-44-10-128-16,35 9 128 0,-35-9-128 16,37 7 0-16,-37-7 0 0,34 12 128 0,-34-12-128 0,0 0 0 15,36 17 0-15,-36-17 0 0,0 0 0 0,0 0 0 16,0 0 0-16,-3 37 0 0,-7-27 0 0,-6 0 0 15,-3 1 0-15,-2-1 0 0,-3-1 0 0,-1 1 0 16,-2-1 0-16,2-2 0 0,1-1 0 0,2-2 0 16,2-3 0-16,3-2 0 0,5-4-288 0,4-2-96 15</inkml:trace>
  <inkml:trace contextRef="#ctx0" brushRef="#br0" timeOffset="-209770.72">15502 11888 19343 0,'0'-5'1728'0,"0"2"-1392"0,1 2-336 0,-1 0 0 16,0 1 2080-16,0 0 352 0,1-2 64 0,-1-1 0 15,0 0-256-15,1 3-64 0,1 3-16 0,-1 3 0 16,-1-6-1200-16,0 0-224 0,8 37-48 0,-8-37-16 15,7 35-304-15,-7-35-64 0,9 39-16 0,-9-39 0 16,12 37-288-16,-12-37 160 0,0 0-160 0,24 43 128 16,-24-43-128-16,0 0 0 0,0 0 0 0,34 28 0 15,-34-28 0-15,0 0 0 0,29-2 0 0,-19-6 0 16,0 2 0-16,-1-5 0 16,1 0 0-16,-1-1 0 15,0-2-400-15,-1 0-64 0,0-2-16 0,-1 1 0 16,1 1-320-16,-3-1-64 0,2-1-16 0,-4 2 0 0,1-2 640 0,-2 2 240 0,0 1-176 0,-2 1 176 15,0 1 192-15,0 3 144 0,-1 2 32 0,0 3 0 16,0 0 416-16,-1 3 96 0,1 3 16 0,-1 2 0 16,1 0-384-16,-2 4-64 0,1 0 0 0,-1 3-16 15,0 2-240-15,0 3-32 0,0 0-16 0,0 4 0 16,3-21-144-16,-4 43 160 0,1-18-160 0,1-1 160 16,-1 0-160-16,0 0 192 0,1 2-192 0,-2-2 192 15,0 0-64-15,-1-1-128 0,1-2 192 0,-1 1-64 16,0-6-128-16,-1 1 0 0,1 0 0 0,-2-3 0 15,1 0 0-15,-1-4 128 0,1-1-128 0,1-2 0 16,-1 0 160-16,0-2-160 0,-1-3 192 0,-1 0-192 16,1-1 128-16,-3-1-128 0,0 0 0 0,-1-1 0 15,1-1 0-15,-3 1 0 0,-1 0 0 0,-2-3 0 16,0-1 0-16,-1 2 0 0,-1-4 0 0,1 0 0 16,0-3-384-16,0 1-16 0,-1-5-16 0,3-1-18160 15</inkml:trace>
  <inkml:trace contextRef="#ctx0" brushRef="#br0" timeOffset="-209487.29">15487 11698 22111 0,'-3'0'976'0,"1"-2"208"0,1 1-944 0,1-1-240 0,1 2 0 0,0-2 0 16,0 1 2176-16,2-1 384 0,1 0 64 0,1-3 32 16,3 0-752-16,2-1-160 15,1 0-16-15,0 2-16 0,1 1-752 0,1-2-128 0,1 3-48 16,2 0 0-16,0-1-432 0,1 1-96 0,2-1 0 0,-1 1-16 16,1 1-112-16,-19 1-128 0,36 0 176 0,-36 0-176 15,33 1 0-15,-33-1 0 0,30 2 0 0,-30-2 0 16,30 3 0-16,-30-3 0 0,0 0 0 0,42 5-18608 15</inkml:trace>
  <inkml:trace contextRef="#ctx0" brushRef="#br0" timeOffset="-208984.68">16055 11870 7359 0,'-1'0'656'0,"0"0"-528"0,0 1-128 0,0-1 0 15,0 0 896-15,0 2 128 0,0-2 48 0,-2 2 0 16,-1-2 912-16,1 3 176 0,0-1 32 0,0 0 16 16,2 1 160-16,0-1 48 0,3 1 0 0,0-1 0 15,2 0-608-15,1-2-112 0,3 2-32 0,1-2 0 16,1 0-560-16,-10 0-112 0,26-2-32 0,-11 0 0 0,2 0-544 16,-1-1-112-16,3-1-32 0,-2 1 0 15,-2 1-272-15,0-1 0 0,-2 1 0 0,-2-1 0 16,0 0-160-16,-3 0-144 0,-1 1-16 0,-1 1-16 15,-2-2-1568-15,-3 2-304 0,-1 2-64 0,-3-2-11952 16</inkml:trace>
  <inkml:trace contextRef="#ctx0" brushRef="#br0" timeOffset="-208787.26">16149 11752 11967 0,'1'0'528'0,"-1"-2"112"0,0 0-512 0,0 1-128 16,0 1 0-16,0 1 0 0,1 1 2496 0,-1 0 448 0,0 3 112 0,0 2 16 15,0-7-192-15,0 0-16 0,-2 36-16 0,2-36 0 16,-3 32-1552-16,1-15-304 0,1 1-64 0,-1 0-16 16,0-1-512-16,0-1-96 0,2-16-32 15,-2 34 0-15,2-34-272 0,0 30 0 0,0-30 128 16,0 0-11248-16,3 39-2256 0</inkml:trace>
  <inkml:trace contextRef="#ctx0" brushRef="#br0" timeOffset="-208581.75">16027 12176 18431 0,'-2'0'816'0,"1"0"160"0,1 0-784 0,0 0-192 16,1 0 0-16,0 0 0 0,1 0 2800 0,0 0 512 15,4 0 96-15,-6 0 32 0,22-2-768 0,-22 2-160 16,34-2-16-16,-14-1-16 0,2 1-1584 0,3-1-304 15,2 1-64-15,2 0-16 0,1 0-304 0,-2-1-64 16,0 1-16-16,-1-1 0 0,-1 3-128 0,-26 0 0 16,44-2 0-16,-44 2-18688 15</inkml:trace>
  <inkml:trace contextRef="#ctx0" brushRef="#br0" timeOffset="-207026.83">16667 11802 10127 0,'0'-5'896'0,"1"2"-704"0,0 1-192 0,-1 2 0 16,0 0 1200-16,1-1 208 0,-1 0 32 16,1-4 16-16,1 1 1056 0,-1 1 224 0,0 3 32 0,0 0 16 15,0 5-800-15,0 2-176 0,-1-7-16 0,0 0-16 16,0 33-752-16,0-33-160 0,-2 33-32 0,0-13 0 31,-2 1-336-31,0 2-80 0,-1-1-16 0,-2 0 0 0,0 3-32 0,-1-1-16 0,-1 2 0 0,1-3 0 16,1 1 16-16,1 0 0 15,0-3 0-15,3-2 0 0,1-2-176 0,2-17-16 0,0 28-16 0,0-28 0 16,0 0-160-16,0 0-176 0,0 0 48 0,17 38-17264 16</inkml:trace>
  <inkml:trace contextRef="#ctx0" brushRef="#br0" timeOffset="-206838.34">16791 12096 23039 0,'1'2'1024'0,"0"-2"192"0,0 2-960 0,-1-2-256 16,1 1 0-16,-1 1 0 0,1-2 1904 0,0 3 336 15,1 1 64-15,-2-4 0 0,0 0-784 0,0 0-176 16,0 0-16-16,0 0-16 15,0 0-768-15,32 36-160 0,-32-36-16 0,0 0-16 0,0 0-352 0,0 0 0 16,0 0 0-16,0 0-16576 0</inkml:trace>
  <inkml:trace contextRef="#ctx0" brushRef="#br0" timeOffset="-206317.68">17072 11885 22111 0,'-2'3'976'0,"1"-1"208"0,2 1-944 0,-1-2-240 15,0-1 0-15,1 0 0 0,1 0 1872 0,1 0 336 0,1 0 64 0,3 0 16 0,1-2-304 0,2-3-48 16,2-2-16-16,-1-2 0 0,2 2-960 16,-1-3-208-16,1-2-48 0,-1 2 0 0,-1-1-448 15,-2-1-112-15,0 1-16 0,-2 1 0 0,-2 0-128 0,-1 0 0 16,-1 1 0-16,-2 0 0 0,-1 2 0 0,-3 2 0 31,-1 0 0-31,-2 0 0 0,-2 3 0 0,-1 0-144 16,0 0 144-16,-2 4-160 0,-1 1-80 0,0 0-16 0,1 3 0 0,-1 0 0 15,-1 4 256-15,1-2-176 16,1 3 176-16,-1-2-160 0,3 2 160 0,-1 0 0 0,0-1 0 0,2 1 0 16,1-2 192-16,1 1-48 0,1-2 0 15,2 0 0-15,1 0 80 0,1-1 16 0,2-2 0 0,-1-5 0 16,0 0-48-16,0 0-16 0,0 0 0 0,0 0 0 15,32 27-176-15,-32-27 0 0,0 0 144 16,32 3-144-16,-32-3 0 0,22 0 0 0,-22 0 0 0,23 0 128 16,-23 0-128-16,0 0 0 0,30 3 0 0,-30-3 0 15,0 0 0-15,0 0 0 0,0 0 0 0,0 0 0 16,0 0 0-16,0 0 0 0,0 0 0 0,20 43 0 16,-22-34 0-16,0 0 0 0,-2 3 0 0,-1-1 0 15,1 1 0-15,-1 1 0 0,-1-1 0 0,0 0 0 0,-1 2 0 16,1-2 0-16,-1 2 0 0,2-2 0 0,-1 0 0 0,1-3 0 15,1 1 0-15,0-1 0 0,2-1 0 0,-1-1 0 16,0 0 0-16,3-3 0 0,-1 1 0 0,1-3 0 16,1-1 0-16,1-2-192 15,2-1-1632-15,1-3-336 0</inkml:trace>
  <inkml:trace contextRef="#ctx0" brushRef="#br0" timeOffset="-205939.34">17416 11766 4607 0,'3'-9'400'0,"-1"2"-400"0,-1 2 0 16,0 0 0-16,0 4 3088 0,0 0 544 0,0-1 96 0,1-1 32 15,0-2 0-15,1-1 0 0,-1 0 0 0,1 2 0 16,-1 1-1792-16,0 1-368 0,-1 2-64 0,0-2 0 16,-1 4-928-16,-1 1-176 0,0 1-48 0,-1 3 0 15,-1-1-224-15,-1 5-160 0,-1 1 192 0,-2 3-192 16,1 3 240-16,-2 1-64 0,-2 2-16 0,1 0 0 15,0 1-160-15,-1-1 192 0,-2 3-192 0,2 0 192 16,0 1-192-16,0-1 0 0,1 2 0 0,-1 0 128 0,3-2-128 0,0-2 0 16,2-1 0-16,5-21 0 0,-5 36 0 0,5-36 0 15,0 0 0-15,6 35 0 0,-6-35 0 0,0 0 0 16,0 0 0-16,0 0 0 0,0 0 0 0,38 7 0 16,-29-14 0-16,2 0 0 0,1 0 0 0,1-4 128 15,0-2-128-15,0 3 192 0,0-1-192 0,-1 1 0 16,-2 1 144-16,-2-1-144 0,-1 1 0 0,-2 3 0 15,-1 0 0-15,-3-1 0 0,-1 2 0 0,0 1 0 16,-3 1 0-16,-3 1 0 0,-1 2 0 0,-3 0 0 16,-2 2 0-16,-1-2 0 0,-1 3 0 0,-1 1 0 15,0-1-176-15,1 1 176 16,1-1-1488-16,1 1-208 0</inkml:trace>
  <inkml:trace contextRef="#ctx0" brushRef="#br0" timeOffset="-204148.37">17828 11250 4607 0,'-6'2'400'0,"2"-1"-400"16,2 0 0-16,-1-1 0 15,2 0 768-15,0 2 80 0,0-2 16 0,0 0 0 0,-1 3 720 0,-1-1 144 16,2-1 16-16,1 1 16 0,1 0-192 0,-1-1-32 16,3 0-16-16,0-1 0 0,2 0-176 0,1 0-48 15,3-1 0-15,1 0 0 0,3-1-64 0,2-3-16 16,2 2 0-16,4-1 0 0,1-1-192 0,3 0-64 15,3-2 0-15,0 2 0 0,4-1-160 0,0 0-32 0,1 2-16 0,-2 0 0 16,2 0-352-16,-3 0-64 0,-4 0-16 0,0-1 0 16,-2 2-192-16,-4-2-128 0,-2 0 160 0,-3 3-160 15,-1 0 0-15,-3-2 0 0,-1 3 0 0,-4 1 0 16,0 0 0 0,-3 1 0-16,0 1-192 0,-3 1-10464 15,0 0-2096 1</inkml:trace>
  <inkml:trace contextRef="#ctx0" brushRef="#br0" timeOffset="-203235.96">17779 11311 2751 0,'-5'-2'128'0,"2"1"16"0,0 1-144 0,1-2 0 15,2 2 0-15,-1-1 0 0,1 0 1664 0,-2 1 288 0,0-2 64 0,0-1 16 16,-1-2 784-16,1 3 176 15,1 0 16-15,1-1 16 0,-1-1-464 0,1 3-112 0,0-1-16 0,0 0 0 16,0 2-848-16,0-2-176 0,0 2-48 0,-1 0 0 16,1 0-640-16,0 0-128 0,-1 0-16 15,1 0-16-15,-1 2-320 0,0 0-64 0,0 0-16 0,0-1 0 16,0 1-160-16,0 1 0 0,0 0 0 0,0-2 0 16,0 2 0-16,0 1 0 0,1-1 0 0,-1-1 0 15,1 0 0-15,0 0 0 0,0 1 128 0,0 0-128 16,0 0 0-16,1 0 0 0,-1 2 0 0,0 0 128 15,0 2-128-15,0 0 0 0,0-7 0 0,0 0 128 16,0 32-128-16,0-32 0 0,0 30 144 0,0-30-144 0,0 33 128 0,0-33-128 16,-1 35 160-16,1-35-160 0,-1 32 128 0,1-32-128 15,-1 36 0-15,1-36 0 0,-1 37 0 0,1-37 128 16,1 36-128-16,-1-36 0 0,2 35 0 0,-2-35 0 16,1 34 0-16,-1-34 0 0,0 35 0 0,0-35 0 15,1 35 0-15,-1-35 0 0,1 38 0 0,-1-38 0 16,0 36 0-16,0-36 0 0,-1 34 0 0,1-34 0 15,-1 34 0-15,1-34 0 0,-5 34 0 0,5-34 0 16,-5 31 0-16,5-31 0 0,-4 31 0 0,1-16 0 16,0 0 0-16,0 0 0 0,0 1 0 0,0-1 0 0,-1 1 0 15,0 0 0-15,2-3 0 0,-1 3 0 0,0 1 0 0,0-3 0 16,3-14 0-16,-4 28 0 0,4-28 128 16,-4 26-128-16,4-26 0 0,-3 22 0 0,3-22 0 15,0 0 0-15,-2 30 0 0,1-20 0 0,0-2 0 0,0 0 0 16,1 0 0-16,0-3 0 0,0 2 0 0,0-1 0 15,-1 2 0-15,0-4 0 0,1 4 0 0,0-4 0 16,-1 2 0-16,0-1 0 0,0 1 0 0,0-1 0 16,0 0 0-16,-1 2 0 0,1-3 0 0,0 1 0 15,0 1 0-15,0-2 128 0,1 1-128 0,-1-1 0 16,-1-1 0-16,1 1 0 0,1-1 0 0,-1-1 0 16,0-2 144-16,1 0-16 0,-2 0 0 0,2 0 0 15,-1-2 112-15,1-1 16 0,-1-1 0 0,1 1 0 0,-1-2-128 0,0 0 0 16,1-1-128-16,-2 0 192 0,-1 0-192 0,0-4 128 15,-1 3-128-15,1-2 0 0,-2 1 128 16,0-1-128-16,0 2 0 0,-1-3 0 0,1 3 0 0,-2-1 0 16,1 2 0-16,-1 1 0 0,1 3 0 0,0 0 0 15,1 2 0-15,-1 0 0 0,-1 2 0 16,0-2 0-16,1 2 0 0,-3 3 0 0,1 0 0 0,0 0 0 16,-2 5-128-16,1-1 128 0,0 2-368 0,0 1-16 15,0 0 0-15,2 0 0 16,0 2-592-16,2 0-128 0,-1-1-32 0,2 0 0 15,2-1-720-15,2-12-128 0,0 0-48 0,0 0-11376 0</inkml:trace>
  <inkml:trace contextRef="#ctx0" brushRef="#br0" timeOffset="-201972.7">18134 11534 12895 0,'1'0'1152'0,"0"-2"-928"15,-1 2-224-15,0 0 0 0,0 0 1472 0,0 0 256 16,1-2 64-16,1 1 0 0,0 1 32 0,1-2 16 16,0 2 0-16,-2-2 0 0,0 1-640 0,0 1-128 15,0 0-32-15,0 0 0 0,1 0-480 0,-2 0-112 16,1 0 0-16,-1 0-16 0,0 0-48 0,0 1 0 16,0-1 0-16,0 0 0 0,0 0-64 0,0 0 0 15,0 0-16-15,0 0 0 0,0-1 80 0,0 1 0 16,0-2 16-16,0 2 0 0,0 0-96 0,0-2-32 15,0 2 0-15,0-2 0 0,0 1-96 0,0-1-32 16,0 2 0-16,0-2 0 0,-1 1-144 0,1 1 192 16,-1 0-192-16,0-2 192 0,-1 2-48 0,1 0 0 15,-2 0 0-15,0 0 0 0,-1 2 0 0,0-2 0 16,-1 1 0-16,0 1 0 0,0 0-16 0,-1-1 0 0,0 1 0 0,-2 0 0 16,2 0 0-16,-1-1-128 0,0 3 192 0,0-1-64 15,-1-1 64-15,1 0 0 0,-2 3 0 16,2-2 0-16,-1 1-192 0,1-1 160 0,-1 2-160 0,0 0 160 15,2-1-160-15,-1 1 0 0,2-1 144 0,-2 1-144 16,2 0 160-16,-2-1-32 0,3 1-128 0,-1 0 192 16,1-1-64-16,1-1-128 0,2-1 176 0,0 1-176 15,0-2 160-15,1 0-160 0,1 1 128 0,1-2-128 16,-1 1 128-16,2 1-128 0,2 0 0 0,0-1 128 16,0 1-128-16,1 0 0 0,-6-2 0 0,0 0 128 0,0 0-128 15,0 0 0-15,44 19 0 0,-44-19 0 16,0 0 0-16,0 0 0 0,45 26 0 0,-45-26 0 15,0 0 0-15,0 0 0 0,39 31 0 0,-39-31 0 0,0 0 0 0,0 0 0 16,0 0 0-16,28 36 0 0,-28-36 0 0,0 0 0 16,0 0 0-16,0 0 0 0,0 0 0 0,0 0 0 15,0 0 128-15,0 0-128 0,3 30 0 0,-7-27 0 0,0 1 0 16,-3-1 0-16,1 1 0 0,-3-1 0 16,0 0 0-16,0 1 0 0,0-2 0 0,-2 0 0 15,-1 1 0-15,1-2 0 0,-1 1 0 0,0-2 128 16,2 2-128-16,1-4 0 0,-1 2 0 0,3-3 0 15,0 0 0-15,1-1 0 0,1-1 0 0,2 0 0 16,1-1 0-16,1-2 0 16,1 1-816-16,2 0-144 0</inkml:trace>
  <inkml:trace contextRef="#ctx0" brushRef="#br0" timeOffset="-201535.77">18209 11416 11967 0,'0'-3'528'16,"-1"0"112"-16,0 1-512 0,0 2-128 0,1-1 0 0,0 1 0 0,0 0 1968 0,-1-1 352 16,1 1 80-16,-1 0 16 0,0-2 144 0,2 2 48 15,0 0 0-15,1 0 0 16,2 0-896-16,-1 2-176 0,4-2-48 0,-1 0 0 0,-6 0-656 0,0 0-144 15,28 0-32-15,-17 0 0 0,1-2-400 0,0 0-64 16,1 1-32-16,-1-1 0 0,0 2 16 0,-2-2 0 16,-10 2 0-16,0 0 0 0,0 0-176 0,33 7 128 15,-28-4-128-15,-1 0 128 0,-3 2-128 0,-1-1 0 16,-1 2 0-16,-1 1 0 0,-2-2 0 0,-2 2 0 16,0 2 0-16,-3-2 0 0,-1 3 0 0,0-1 0 15,0-2 0-15,1 1 0 0,-1 1-144 0,2-3 144 16,1 0 0-16,0-1 0 0,3-1 0 0,0-1 0 0,2-1 0 0,1-1 0 15,0 1 0-15,2-2 0 0,2 0 0 0,1 0 0 16,2-2 0-16,1 1 0 0,3-1 0 0,0-1 0 16,2 1 320-16,-1 0-48 0,0-1 0 15,0-1 0-15,1 3-272 0,0-1 128 0,0 1-128 0,-3 0 0 16,0 1 0-16,0 0-176 0,-2 1 0 0,-2 0-11664 16,1 2-2320-16</inkml:trace>
  <inkml:trace contextRef="#ctx0" brushRef="#br0" timeOffset="-201110.6">17831 11970 6447 0,'-5'2'576'0,"0"-1"-576"0,2 1 0 0,2-2 0 16,0 0 960-16,-1 2 96 15,-3-1 16-15,-1 3 0 0,-4-2 352 0,2 1 80 16,1-1 16-16,1-1 0 0,2 1 272 0,2-2 64 0,1 0 16 0,0 0 0 15,2-2 48-15,0 1 16 0,2-1 0 0,1 0 0 16,0 1-272-16,0-1-64 0,3 0-16 0,0-1 0 16,2 1-448-16,4-1-96 0,0 0-16 0,3-2 0 15,2 1-448-15,3 0-80 0,5-3-32 0,2 0 0 16,0 0-224-16,3 2-48 0,5-3-16 0,3 4 0 16,4-1-176-16,0 0 128 0,1 2-128 0,-1-1 128 15,0 0-128-15,-4 1 128 0,0 2-128 0,-1 0 128 0,-3 3-128 0,-2 0 0 16,-1 1 0-16,-4 0 0 0,-28-3 0 0,48 6 0 15,-48-6 0-15,0 0-18512 16</inkml:trace>
  <inkml:trace contextRef="#ctx0" brushRef="#br0" timeOffset="-200385.28">18037 12124 12895 0,'1'-2'1152'0,"-1"-2"-928"15,1 3-224-15,-1-1 0 0,0 2 1760 0,1-2 304 16,0 1 64-16,0-3 16 0,0 1 544 0,0-2 96 16,0 3 32-16,0 1 0 0,-1 2-1088 0,0 1-224 15,0 4-32-15,0 0-16 0,-1 4-752 16,-1-1-160-16,0 4-32 0,0 1 0 0,0 0-288 0,-1 1-64 16,1 0-16-16,0-1 0 0,-1 1-144 0,0-1 0 15,0 0 0-15,1 1 0 0,0-3 0 0,-1-1 0 0,0 1 0 16,1-3 0-1,2 0 0-15,-2-3 0 0,1 1 0 0,1-5 0 0,0 1 0 0,0-3 0 0,1 0 0 16,0-3 0-16,0-1 0 0,0-1 0 0,2-1 0 0,-1-3 0 16,2 0 0-16,-2-2-176 0,2-1 176 0,0 0-192 15,0-3 192-15,-1 1-160 16,1 0 160-16,-1-2-160 0,1 1 160 0,-2 1 0 0,2-2 0 0,0 1 0 16,0 3 0-16,1 0 176 0,-1 1-48 0,0 3 0 15,2 1 160-15,-1 0 32 0,1 3 0 0,0-1 0 16,0 4 16-16,0-1 16 0,-6 2 0 0,0 0 0 0,0 0-112 15,0 0-32-15,0 0 0 0,39 24 0 0,-39-24-208 0,0 0 144 16,0 0-144-16,22 46 128 16,-22-46-128-16,0 0 0 0,13 43 0 0,-13-43 0 0,0 0 0 0,7 41 0 15,-7-41 128-15,0 0-128 0,4 41 0 0,-4-41 0 16,0 23 0-16,0-23 0 0,-2 22 0 0,2-22 0 16,0 0 0-16,0 0 0 0,0 26 0 0,1-22 0 15</inkml:trace>
  <inkml:trace contextRef="#ctx0" brushRef="#br0" timeOffset="-196608.23">18998 11858 7359 0,'-3'1'656'0,"0"-1"-528"0,3 0-128 0,-1 2 0 31,0-2 1328-31,-1 0 224 0,0 0 48 0,-3 3 16 16,-1-1 496-16,-2-1 112 0,2 2 16 0,0-2 0 15,1 3-256-15,-1-1-64 0,2-1 0 0,0 0 0 16,0 1-480-16,1 0-96 0,0-1-32 0,1 1 0 15,0-2-416-15,2 1-96 0,0-1-16 0,0 1 0 0,3-1-192 0,1 0-32 16,1-1-16-16,2-1 0 0,3 0 0 0,1-4 0 16,2 3 0-16,2-3 0 0,1-2-160 0,2 0-16 15,1 2-16-15,0-1 0 0,0 0-176 0,0 2-48 16,-2-1 0-16,-1 2 0 0,0 0-128 0,-1 2 192 16,-15 1-192-16,29-2 192 0,-29 2-192 0,25 2 0 15,-25-2 0-15,0 0 0 0,31 4 0 0,-31-4 0 16,0 0 0-16,0 0 0 0,30 6 0 0,-30-6 0 15,0 0-224-15,0 0-12096 16,0 0-2416-16</inkml:trace>
  <inkml:trace contextRef="#ctx0" brushRef="#br0" timeOffset="-196255.33">19138 11717 8287 0,'-5'2'736'0,"2"0"-592"0,2-2-144 0,0 1 0 16,0 1 1776-16,-1-2 320 0,-2 3 64 0,0 0 16 16,-2 0 944-16,1 2 192 0,0-1 32 0,2-1 16 15,2-1-1008-15,1-1-208 0,1 1-32 0,2 0-16 16,2-2-880-16,-1 0-192 0,0 0-16 0,2 0-16 16,-1 0-432-16,2-2-96 0,-7 2-16 0,0 0 0 15,25 2-160-15,-25-2-32 0,0 0-16 0,34 2 0 16,-34-2-48-16,0 0-16 0,42 6 0 0,-42-6 0 0,31 5-176 15,-31-5 128-15,33 6-128 0,-33-6 128 0,31 9-128 16,-31-9 0-16,0 0 0 0,42 17 128 0,-42-17-128 0,0 0 0 16,36 21 0-16,-36-21 0 0,0 0 0 0,0 0 0 15,36 29 128-15,-36-29-128 0,0 0 0 0,0 0 0 16,0 0 0-16,7 38 0 0,-13-29 0 0,-2 1 0 16,-3 0 128-16,-3 1-128 0,-3 1 0 0,-1 0 0 15,-3 0 0-15,-2-1 0 0,-2 1 0 0,0-2 0 16,1-1 0-16,4-2-19168 0</inkml:trace>
  <inkml:trace contextRef="#ctx0" brushRef="#br0" timeOffset="-194314.59">19967 11745 12895 0,'1'0'1152'0,"0"2"-928"15,0-2-224-15,-1 0 0 0,1 0 1568 0,-1 0 272 16,2 0 48-16,0 1 16 0,1 1 608 0,0 0 128 16,1-2 32-16,0 0 0 0,-1 0-960 0,1 0-192 15,0-2-48-15,-1 0 0 0,2-1-512 0,0-2-96 16,1 1-32-16,0-2 0 0,0 2-384 0,1-3-96 0,0 0-16 0,1-3 0 16,-1 3-336-16,0-2 128 0,0-1-128 0,-1 1 0 15,-1 0 0-15,-1 1 0 0,-2-2 0 0,-2 4 0 16,0-2 0-16,-2 2 0 0,-2 1 0 0,-2 1 0 15,-4 1-208-15,0 1 32 0,-2 2 16 0,0 0 0 32,-1 4-480-32,-1-2-80 0,1 3-32 0,0 2 0 0,0 0 416 0,0 2 80 0,1 1 0 0,0 2 16 15,1 0 240-15,1 2 0 0,-1 0-160 0,1 1 160 0,2 2 0 0,0 1 0 16,3-2 0-16,1 1 0 0,4-17 0 0,-4 29 160 16,4-29-32-16,0 0-128 0,0 0 384 0,0 0-16 15,16 40-16-15,-16-40 0 0,0 0-16 0,0 0 0 16,35 10 0-16,-35-10 0 0,24 0-48 0,-13-3-16 15,1-1 0-15,0 1 0 0,-1-2-144 0,0 0-128 16,-1-1 192-16,0 0-192 0,-2 2 128 0,-1-3-128 16,-1 2 0-16,-1 0 0 0,-2 1 0 0,-1 1 0 15,-1 2 0-15,0 0 0 0,-1 1 0 0,-1 0 0 16,-1 0 0-16,-1 2 0 0,1 0 0 0,-1 3 0 16,-1 0 0-16,0 0 0 0,0 2 0 0,-1-2 0 15,1 3 0-15,-1 0 0 0,0 1 0 0,0 1 0 16,0 2 128-16,0 1-128 0,0 0 176 0,0 1-32 0,1 1 0 15,0 1 0-15,-1 1-144 0,2-1 0 0,-1-1 144 0,1-1-144 16,3-14 0-16,-4 23 0 0,4-23 0 0,0 0 0 16,0 0 0-16,0 0-240 0,0 0 64 0,0 0 16 31,0 0-1568-31,0 0-304 0</inkml:trace>
  <inkml:trace contextRef="#ctx0" brushRef="#br0" timeOffset="-194127.27">20156 11902 18431 0,'-1'3'816'0,"1"0"160"0,0 0-784 0,-1-1-192 15,1-2 0-15,0 1 0 0,0 1 2176 0,0 0 400 16,0 3 80-16,0-5 16 0,0 0-464 0,0 0-96 16,0 0 0-16,0 0-16 15,0 0-1280-15,10 37-256 0,-10-37-48 0,0 0-16 16,0 0-496-16,0 0 0 0,0 0 0 0,0 0-10976 15,31 3-2288-15</inkml:trace>
  <inkml:trace contextRef="#ctx0" brushRef="#br0" timeOffset="-193703.65">20428 11662 18255 0,'1'-2'384'0,"-1"0"96"0,1 1 16 0,-1 1 32 0,1 0-528 0,-1 0 0 0,0 0 0 0,1 0 0 16,0 0 2720-16,-1 0 432 0,1 0 96 0,-1 0 16 15,0 1-1680-15,-1 1-336 0,0 0-64 0,0 0-16 16,-1 3-336-16,0 0-80 0,0-1-16 0,1 1 0 16,-2 0-304-16,-1 2-64 0,1 0-16 0,-1 3 0 15,-1-1-128-15,0 0-32 0,-1 3 0 0,-1 0 0 16,1 2-64-16,-2-1-128 0,0 1 176 0,1 2-176 15,-1-3 208-15,3 0-64 0,1-1-16 0,0-3 0 0,4-9 0 16,0 0 0-16,0 0 0 0,0 0 0 0,6 38-128 0,-6-38 128 16,0 0-128-16,0 0 128 0,0 0 0 0,33 17-128 15,-33-17 192-15,0 0-64 0,34 1 0 0,-34-1 0 16,26-1 0-16,-26 1 0 0,31-2-128 0,-17 0 0 16,0 1 144-16,0-2-144 0,0 2 128 0,-2-2-128 15,0 1 128-15,-1-1-128 0,-2 1 0 0,1 0 128 16,-2 0-128-16,-1 0 0 15,0 1 0-15,-1-1 0 0,0-1 0 0,-2 0 0 0,0 2-304 0,-2-2-80 16,0 1 0-16,-1-1-16 16,-1 1-2800-16,-1 0-576 0,-1-2-96 0,0-1-10080 0</inkml:trace>
  <inkml:trace contextRef="#ctx0" brushRef="#br0" timeOffset="-193483.96">20566 11731 3679 0,'-1'-3'160'0,"0"1"32"0,1 0-192 0,-1 2 0 0,1-2 0 0,0 2 0 16,-1 0 1808-16,0-1 320 0,1 1 64 0,-2-2 16 15,1 0 864-15,-2 2 160 0,1 2 32 0,0-2 16 16,-2 3-880-16,0 2-176 0,0 1-48 0,-1 3 0 16,-1 1-672-16,1 4-144 0,-2 3-16 0,0 0-16 15,-1 1-608-15,1 1-112 0,-1-1-32 0,0 0 0 16,0 2-240-16,0-2-48 16,1-1-16-16,1-1 0 0,0-2-80 0,0 0-32 0,6-14 0 0,-6 23 0 15,6-23-160-15,0 0 0 0,-5 25 0 0,5-25 0 0,0 0 0 0,0 0-176 16,0 0 48-16,0 0 0 15,0 0-1568-15,0 0-304 0</inkml:trace>
  <inkml:trace contextRef="#ctx0" brushRef="#br0" timeOffset="-192956.66">20694 11666 4607 0,'1'-3'400'0,"-1"2"-400"0,0-1 0 0,0 2 0 15,0 0 1600-15,0 0 224 0,0 0 48 0,-1 0 16 16,1 2 1392-16,0-2 288 15,-1 2 48-15,2 0 16 0,0-1-784 0,1 1-160 0,1 0-16 0,1-1-16 16,0 1-1168-16,2-2-224 0,1-2-48 0,2 0-16 16,0 1-624-16,2-2-128 0,0-1-32 0,1 2 0 15,1-3-176-15,-1 2-48 0,1-1 0 0,-1-1 0 16,0 0-64-16,0 1 0 0,0-2-128 0,0 2 192 16,-1-1-64-16,-2 0 0 0,0 2-128 0,0-2 192 15,-1 1-192-15,0 1 0 0,0 0 128 0,-2 0-128 0,0 1 0 0,-2 2 0 16,1-2 0-16,-1 2 0 0,-2 2 0 0,1-2 0 15,-1 2 0-15,-1-2 0 0,0 3 0 0,0 0 0 16,-1 0 0-16,0 1 0 0,-1 1 0 0,1-5 0 16,0 0 0-16,0 0 0 0,-6 30 128 0,6-30-128 15,-5 23 0-15,5-23 144 0,-8 31-144 0,3-14 0 16,5-17 0-16,-12 40 128 0,4-18-128 0,-1 2 0 16,0 1 0-16,0 2 0 0,-2-1 0 0,0 0 0 15,1 0 0-15,0-2 0 0,1 1 0 0,0-4 0 16,2-1 0-16,0-2 0 0,7-18 0 0,-10 29 0 0,10-29 0 0,-8 23 0 15,8-23-192-15,-8 15 0 0,8-15-16 0,-5 9 0 32,2-4-1328-32,1-4-256 0,0 1-48 0,0-2-14528 15</inkml:trace>
  <inkml:trace contextRef="#ctx0" brushRef="#br0" timeOffset="-192729.44">20744 11894 12895 0,'-5'0'576'0,"1"0"112"0,1 2-560 0,1-2-128 0,2 1 0 0,-1-1 0 0,1 2 2128 0,0-2 400 16,-1 1 80-16,1 1 16 0,2 0 496 0,1-1 96 15,4-1 32-15,-7 0 0 0,18-1-1424 0,-5-3-288 16,4 1-48-16,0-2-16 0,1-2-784 0,0 0-176 16,0-1-16-16,1-1-16 0,-1 2-288 0,-2-2-64 15,1 2-128-15,-2 1 192 0,-1 2-192 0,-1-1 0 31,-1 0 0-31,0 1 0 0,-1 1-240 0,-1-1-32 0,0 1-16 0,0 1-17824 16</inkml:trace>
  <inkml:trace contextRef="#ctx0" brushRef="#br0" timeOffset="-192195.04">21190 11740 13823 0,'0'0'1216'0,"0"-2"-960"0,2 2-256 0,1-2 0 32,-1 0 2272-32,0 1 416 0,1-2 64 0,1 0 32 0,4-2-272 0,1-1-48 0,3-3-16 0,0 2 0 15,1-3-1104-15,-2 1-208 0,0 2-48 0,-1-3-16 16,0 3-432-16,-1-1-96 0,-1-1-16 0,-1 0 0 16,-1 2-336-16,-2-3-192 0,-1 1 192 0,-1 2-192 15,-1-2 160-15,-2 4-160 0,-1-2 128 0,-2 3-128 16,0 1 160-16,-3 0-160 0,0 3 192 0,-3 0-192 15,1 0 128-15,-2 3-128 0,-1 1 0 0,-1 1 0 0,0 2 128 0,0 0-128 16,1 2 0-16,0 1 0 0,1 0 0 16,0 0 0-1,2 1 0-15,1-2 0 0,0 2 128 0,3-2-128 0,0 0 0 0,5-9 0 0,0 0 128 0,0 0-128 16,0 0 0-16,6 35 0 0,-6-35 144 0,0 0-144 16,0 0 0-16,32 12 144 0,-32-12-144 0,0 0 0 15,33 5 144-15,-33-5-144 0,22 0 0 0,-22 0 128 16,20-2-128-16,-20 2 0 0,19-1 0 0,-19 1 0 15,0 0 0-15,22-2 0 0,-22 2 0 0,0 0 0 32,0 0 0-32,0 0 0 0,0 0 0 0,0 0 0 0,0 0 0 15,0 0 0-15,0 0 0 0,0 0 0 0,0 0 0 0,0 0 0 16,0 0 0-16,4 36 0 0,-4-36 0 0,-9 21 0 16,9-21 0-16,-10 24 0 0,10-24 0 0,-11 31 0 15,11-31 0-15,-12 33 0 0,6-18 0 0,6-15 0 16,-12 32 144-16,12-32-144 0,-10 29 192 0,10-29-192 15,-9 28 192-15,9-28-192 0,-6 24 192 0,6-24-192 16,-7 21 0-16,7-21 0 0,-6 19 0 0,6-19 0 16,-7 17 0-16,7-17 0 0,0 0 0 0,-7 16-192 15,5-13-1408 1,1-1-288-16</inkml:trace>
  <inkml:trace contextRef="#ctx0" brushRef="#br0" timeOffset="-191139.32">21778 11757 16575 0,'0'0'1472'0,"1"-2"-1168"15,0 1-304-15,0 1 0 0,-1 0 1776 0,0 0 288 16,1 0 64-16,0 0 16 0,1-2 128 0,-1 2 32 16,0 0 0-16,-1 0 0 0,0 0-1024 0,-1 0-208 15,0 0-48-15,-2 2 0 0,0-1-448 0,1 3-80 16,-3-1-32-16,0 0 0 0,-1 0-208 0,-2 2-64 16,0-1 0-16,-1 2 0 0,0-1 0 0,-3 1-16 15,1 0 0-15,-1 0 0 0,-1 4-32 0,-1-3 0 16,-1 0 0-16,0 3 0 0,-1-3-144 0,0 0 0 15,0 1 0-15,2 0 128 0,2-2-128 0,0 0 0 0,0 2 0 0,2-2 0 16,2 0 0-16,0 0 128 0,2-3-128 0,1 2 0 16,2-1 160-16,0-2-160 0,2 1 192 0,0 0-192 15,1-1 208-15,1-1-64 0,0 0-16 0,0 1 0 16,1-1 0-16,0 1 0 0,1-2 0 0,0 2 0 16,0-1 16-16,-1 1 0 0,2-2 0 0,-1 1 0 15,1 0-144-15,-1-1 160 0,-3 0-160 0,0 0 160 16,0 0-160-16,0 0 0 0,27 7 144 0,-27-7-144 15,0 0 144-15,29 0-144 0,-18 0 192 0,1-2-192 0,2 0 160 16,0 1-160-16,0-1 128 0,1 0-128 0,-1-1 128 16,-1 1-128-16,0-1 0 0,-2 3 128 0,0-2-128 0,-11 2 0 15,19 0 0-15,-10 0 0 0,-3 0 0 0,1 0 0 16,-1 0 0-16,0 0 0 0,-1 2-416 0,0-2 32 16,0 0 16-16,-2 1-12112 15,0 1-2432-15</inkml:trace>
  <inkml:trace contextRef="#ctx0" brushRef="#br0" timeOffset="-190430.82">21820 12205 3679 0,'-1'2'320'0,"1"-2"-320"0,0 0 0 0,1 0 0 15,0 0 2672-15,0 0 464 0,0 0 80 0,2-2 32 16,0 2 576-16,4-3 112 0,-7 3 32 0,18-8 0 16,-5 2-1536-16,-1-1-320 0,2-2-48 0,1-2-16 15,1 0-960-15,1-3-192 0,0 2-32 0,0-2-16 16,1 1-560-16,-3-2-112 0,2 0-32 0,0-3 0 0,0 1-144 0,2-4 160 15,0-1-160-15,-1-1 160 16,0 1-160-16,-2 0 0 0,0-1 0 0,-1 2 0 0,-1 0 0 0,-1 1 0 31,-1 2 0-31,0 2 0 0,-3 1 0 0,0 1 0 0,-3 2 0 0,0 2 0 0,-1 3 0 0,-1 0 0 16,-2 3 0-16,-1 1 0 0,0 2 0 0,-1-1 0 16,0 4 0-16,0-1 0 15,-1 1 0-15,0 1 0 0,-1 1 144 0,0-1-144 0,0 2 128 0,2-5-128 16,0 0 128-16,-5 18-128 0,5-18 0 15,0 0 128-15,0 0-128 0,-6 29 0 0,6-29 128 0,0 0-128 0,-4 31 128 0,4-31-128 16,0 0 0-16,-3 38 128 0,3-38-128 0,-3 28 0 16,3-28 0-16,-2 26 0 0,2-26 0 0,0 0 0 15,2 42 0-15,-2-42 0 0,0 0 0 16,0 0 0-16,13 38 0 0,-13-38 0 0,0 0 0 0,0 0 0 16,0 0 0-16,34 5 0 0,-24-10 0 0,0-1 0 15,1-4-208-15,0 1-16 0,1-1 0 0,-2 1 0 31,1-3-240-31,0 0-48 0,0 0-16 0,-2 0 0 0,0 0 272 0,1-2 64 0,-3 2 16 0,0 0 0 16,1 0 176-16,-2-2 0 0,0 2 0 0,-2 0 0 0,0 0 0 0,0-1 0 16,0 3 0-16,-3-1 0 0,2 3 192 0,-2 3 0 15,0 0 16-15,0 3 0 0,-1 1 128 0,0 1 32 32,-1 1 0-32,1-1 0 0,0 0-176 0,0 0-48 0,-6 22 0 0,6-22 0 0,0 0-16 0,-7 30 0 15,7-30 0-15,0 0 0 0,-5 43-128 0,5-43 160 16,0 0-160-16,0 40 160 0,0-40-160 0,0 0 160 15,5 36-160-15,-5-36 160 0,0 0-160 0,0 0 0 16,13 41 0-16,-13-41 0 0,0 0 0 0,0 0 0 16,0 0 0-16,24 35 0 15,-24-35-192-15,0 0-80 0,0 0-16 0,0 0-18080 0</inkml:trace>
  <inkml:trace contextRef="#ctx0" brushRef="#br0" timeOffset="-189833.35">22894 11738 1839 0,'4'-2'160'0,"0"-1"-160"15,-1 0 0-15,-1 1 0 0,0 2 2128 0,-1-1 400 16,0 0 80-16,1-1 16 0,0 0 1232 0,3-1 256 16,0 0 48-16,-2-1 16 0,1 1-1168 0,-2 1-224 15,-1 0-48-15,0 1-16 0,-1 1-1280 0,-2 0-256 16,0 1-48-16,-1 1-16 0,1 0-672 0,-3-1-144 15,0 1-32-15,0 0 0 0,-2 3-128 0,0 0-16 16,-2-1-128-16,-1 1 192 0,0 2-192 0,-1 0 176 16,-2 0-176-16,-1 1 160 0,-3 3-160 0,0-1 0 15,-3 1 0-15,-1 1 0 0,-1 0 0 0,-1 0 0 16,4 0 0-16,2-4 0 0,3-1 0 0,3 2 0 0,2-5 0 0,1 2 0 16,3-2 0-16,0-2 0 0,3 1 0 0,2-3 0 15,0 0 128-15,0 0-128 0,0 2 0 0,2-4 128 16,2 2 48-16,-1 0 0 0,1-2 0 0,0 1 0 15,0 1-176-15,0-2 192 0,0 1-192 0,0 0 192 16,0 1-192-16,-2 0 0 0,1 0 144 0,0 0-144 16,0 0 0-16,0 1 0 0,-2 0 0 0,1-1 128 15,-2 0-128-15,0 0 0 0,0 0 0 0,0 0 0 0,0 0 0 16,0 0 0-16,0 0 0 0,0 0 0 0,0 0 0 0,32 25 0 16,-32-25 0-16,0 0 0 0,0 0 0 0,32 11 0 15,-32-11 0-15,0 0 0 0,35 5 0 0,-35-5 0 16,26 7 0-16,-26-7 0 0,28 6 0 0,-28-6 0 15,28 8 0-15,-28-8 0 0,0 0 0 0,35 14 0 16,-35-14 0-16,0 0 0 0,34 17 0 0,-34-17-192 16,0 0 192-16,0 0-19200 15</inkml:trace>
  <inkml:trace contextRef="#ctx0" brushRef="#br0" timeOffset="-189344.85">23081 11686 19343 0,'0'-2'1728'0,"0"1"-1392"16,1-1-336-16,-1 2 0 0,0 0 1776 0,0 0 272 16,0-3 64-16,0 3 16 0,0-2 272 0,-1 2 48 15,0 0 16-15,-2 5 0 0,-1 2-1184 0,4-7-224 0,-9 21-48 16,9-21-16-16,-12 31-528 0,4-11-96 16,0 1-32-16,-1 2 0 0,0 1-144 0,0 0-48 15,0-3 0-15,1-1 0 0,1 0-144 0,7-20 0 0,-11 36 144 0,11-36-144 16,-8 33 0-16,8-33 0 0,0 0 0 0,-6 34 0 31,6-34-464-31,0 0-112 0</inkml:trace>
  <inkml:trace contextRef="#ctx0" brushRef="#br0" timeOffset="-189005.39">23219 11778 17503 0,'0'2'768'0,"-1"-2"176"15,1 1-752-15,-1 1-192 0,0 0 0 0,0 1 0 0,-1-1 2080 0,2-2 384 16,0 0 80-16,-13 26 16 0,5-12-368 0,-2 1-64 16,0 4-16-16,0-1 0 0,1-1-768 0,1 0-144 15,8-17-48-15,-13 30 0 0,13-30-592 0,0 0-128 16,-5 36-32-16,5-36 0 0,0 0-272 0,0 0-128 16,0 0 128-16,23 36-128 0,-23-36 0 0,0 0 0 15,31 4 128-15,-17-6-128 0,0-3 0 0,3-2 0 16,1 0 0-16,0-2 0 0,-2-1 0 0,1 0 0 0,0-4 0 0,0 2 0 15,-1-2 0-15,-2 0 0 0,-1 1-144 0,-4 0 144 16,-2-3 0-16,-3 1 0 0,-3-1 0 0,-4 0 0 16,-1 1-144-16,-3-2 144 0,-3 0 0 0,-1 5-144 15,-2 1-112-15,0 1-32 0,-1 5 0 0,-1 1 0 16,-2 4 32-16,1 1 16 16,1 2 0-16,0 2 0 0,2 2 80 0,2 1 16 15,2-1 0-15,0 1 0 16,9-8-544-16,-10 15-96 0</inkml:trace>
  <inkml:trace contextRef="#ctx0" brushRef="#br0" timeOffset="-188636.92">23537 11892 22111 0,'-3'-2'976'0,"1"2"208"0,1 0-944 0,1 0-240 0,0 0 0 0,0 2 0 0,0-2 1952 0,0 0 352 16,0 0 64-16,0 0 0 0,0 0 224 0,0 0 32 15,0 0 16-15,0 0 0 0,8 40-1632 0,-8-40-336 16,0 0-64-16,0 0-16 0,0 0-400 0,0 0-192 16,14 36 160-16,-14-36-160 0,0 0 0 0,0 0-208 15,0 0 16-15,0 0-18560 16</inkml:trace>
  <inkml:trace contextRef="#ctx0" brushRef="#br0" timeOffset="-187818.92">23820 11643 9215 0,'0'-2'816'0,"1"1"-656"0,-1 1-160 0,0-2 0 16,0 2 1088-16,1 0 192 0,-1-2 48 0,1 0 0 16,1-1 912-16,-1-2 176 0,1 3 32 0,-1 0 16 15,1-1-176-15,-1 1-48 0,-1-1 0 0,0 3 0 16,0-2-704-16,0 2-128 0,-1 0-48 0,-1 0 0 15,0 2-448-15,-1 1-80 0,0 0-32 0,-2 1 0 16,-1 1-272-16,0 3-48 0,-1 3-16 0,-2-1 0 16,0 2-208-16,-1 2-32 0,-1 3-16 0,-1 1 0 15,0 1-208-15,0 0 176 0,1 0-176 0,1-3 160 0,1 1-160 0,0 0 192 16,9-17-192-16,-12 28 192 0,12-28-192 0,0 0 0 16,-7 33 0-16,7-33 128 0,0 0-128 0,0 0 0 15,0 0 0-15,0 0 0 0,0 0 0 0,30 31 0 16,-20-31 0-16,2-2 0 0,0 0 0 0,2 1 0 15,0-1 0-15,1-1 0 0,-1 1 0 0,0 0 0 16,2 2 0-16,-1-3 0 0,-1 1-192 0,-1 0 192 16,0 1-160-16,-2-1 160 15,-1 1-560-15,0-2-16 0,-1 1 0 0,-1-1-11344 16,-1 1-2288-16</inkml:trace>
  <inkml:trace contextRef="#ctx0" brushRef="#br0" timeOffset="-187597.75">23889 11743 11967 0,'-2'0'1072'0,"1"2"-864"0,0-2-208 0,0 2 0 15,0-2 2320-15,0 3 432 0,-3-1 64 0,-1 5 32 16,-2 2 480-16,7-9 80 0,-18 29 32 0,8-12 0 16,2-1-1520-16,0 1-288 0,-1 0-64 0,9-17-16 15,-15 35-928-15,15-35-192 0,-13 31-48 0,13-31 0 16,-10 28-192-16,10-28-64 0,0 0 0 0,-4 36 0 15,4-36-128-15,0 0 0 0,0 0 0 0,0 0-12480 16,0 0-2432-16</inkml:trace>
  <inkml:trace contextRef="#ctx0" brushRef="#br0" timeOffset="-187094.07">24086 11806 27647 0,'0'0'1216'0,"0"0"256"0,0 0-1168 0,0 0-304 0,0 0 0 0,0 0 0 15,0 0 1360-15,0 0 224 0,0 0 32 0,32 13 16 16,-32-13-224-16,20 2-64 0,-20-2 0 0,18-3 0 16,-8 1-512-16,-2-2-128 0,-1 1 0 0,-1-3-16 15,0 0-464-15,-3 1-96 0,1-1 0 0,-2 0-128 16,-1-1 128-16,-2 2-128 0,0-1 0 0,-1 1 0 15,-1 2 0-15,0 1 0 0,-3 2 128 0,0 0-128 16,1 2 128-16,-1 1-128 0,-1 2 144 0,-1 2-144 16,-1 2 128-16,0 3-128 0,0 0 0 0,-2 2 144 15,1 0-144-15,0 1 0 0,0 1 0 0,0 2 128 16,-1-1 0-16,11-17 0 0,-13 32 0 0,13-32 0 0,0 0 0 16,-2 42-128-16,2-42 192 0,0 0-64 0,0 0-128 0,19 38 0 15,-19-38 0-15,0 0 0 0,0 0 0 0,40 13 0 16,-27-14 0-16,1-1 0 0,0-3 0 0,2-2 0 15,-1-1 0-15,1-1 0 0,0-2 0 0,0 1-176 16,-1-2 176-16,-1-1-128 0,-1 0 128 0,-1-1 0 16,-1-1-144-16,-2 1 144 0,-1-2 0 0,-2 1 0 15,-2-1 0-15,-1-1 0 0,-3-2-128 0,-1 3 128 16,-2-3 0-16,-1 4 0 0,-1 3 0 0,-2 3 0 0,-2 2-144 16,-1 0 144-16,-1 4 0 0,0 3 0 0,-2 1 0 0,0 3 0 15,1 2 0-15,-1 0 0 16,2 1 0-16,0 3 0 0,1-1-144 0,1 0 144 0,1 1 0 0,0 2-144 15,2-4-176-15,6-8-16 0,-9 18-16 0,9-18-11840 16,0 0-2368-16</inkml:trace>
  <inkml:trace contextRef="#ctx0" brushRef="#br0" timeOffset="-186371.52">24549 11738 17503 0,'-3'-2'768'0,"1"0"176"0,1 2-752 0,0-1-192 0,1 1 0 0,0 1 0 16,-1 1 2000-16,0-2 368 0,-1 0 80 0,0 2 16 15,0 0 384-15,-1 0 80 0,3-2 16 0,-6 6 0 16,6-6-1376-16,0 0-272 0,0 0-48 0,0 0-16 15,0 0-768-15,0 0-144 0,0 0-48 0,0 0 0 16,25 2-272-16,-17-7 128 0,0-2-128 0,2 0 0 16,0 0 128-16,0-3-128 0,1 0 0 0,-2 1 0 15,1-3 0-15,-2 1 0 0,0 1 0 0,-1-2 0 16,-2 0 0-16,1 1 0 0,-2 1 0 0,-2-1 0 0,-1 3 0 0,-1-1 0 16,-1 1 0-16,-2 1 0 0,-1 0 0 0,-2 1 0 15,0 0 0-15,-2 1 0 16,-2 2 0-16,0 2 0 0,-1 2 0 0,0 0 0 0,0 4 0 0,0 0 0 15,-1 0 0-15,-1 4 0 0,1 0 0 0,-1 1 0 16,-1 4 0-16,-1 3 0 0,1-1 0 0,2 3 0 16,2-2 0-16,10-17 0 0,-14 31 128 0,14-31-128 15,0 0 0-15,-3 40 0 0,3-40 0 0,0 0 0 16,0 0 0-16,0 0 0 0,31 36 0 0,-31-36 0 16,23 4 0-16,-12-4 0 0,0-2-368 0,1-3 32 15,0 1 0-15,1-2 0 16,-1-2-96-16,1 0-16 0,-1 1 0 0,-1 0 0 0,-1-1 208 15,-1-1 48-15,-1 1 0 0,-2 2 0 0,-1 0 192 0,-2 1 0 0,0 2 0 0,-1 0 0 16,-2 1 0-16,0 2 160 0,-1 0-160 0,-2 2 128 16,0 3 208-16,3-5 48 0,0 0 0 0,-14 21 0 15,14-21-112-15,-12 29-16 0,12-29 0 0,-15 40 0 16,7-16-128-16,-2-1-128 0,0 1 192 0,-1 2-192 16,-1 0 176-16,0 1-176 0,-1 4 160 0,-1 1-160 15,1 2 128-15,0-4-128 0,3-1 0 0,3-2-12480 16,7-27-2592-16</inkml:trace>
</inkml:ink>
</file>

<file path=ppt/ink/ink12.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0T09:41:45.002"/>
    </inkml:context>
    <inkml:brush xml:id="br0">
      <inkml:brushProperty name="width" value="0.05292" units="cm"/>
      <inkml:brushProperty name="height" value="0.05292" units="cm"/>
      <inkml:brushProperty name="color" value="#FF0000"/>
    </inkml:brush>
  </inkml:definitions>
  <inkml:trace contextRef="#ctx0" brushRef="#br0">23104 1061 2751 0,'3'-4'256'0,"-1"1"-256"15,1 1 0-15,0 0 0 0,-1 2 192 0,-1-2-16 16,0 1 0-16,2 1 0 0,2-4 80 0,0 1 32 16,4-1 0-16,0-1 0 0,0 1 160 0,1-1 48 15,0-1 0-15,0 2 0 0,1-1-128 0,0-1-32 0,0 0 0 0,1 1 0 16,-1 1 320-16,-1-1 64 0,2 0 16 0,2 0 0 15,1 0-96-15,0-1-32 0,1 1 0 0,2 0 0 16,0 0-224-16,1 0-32 0,-1 2-16 0,2-1 0 16,-1 0 48-16,0 3 0 0,0-1 0 0,-3 1 0 15,1 1 80-15,0-1 32 0,-1 1 0 0,1 0 0 16,-1 1 112-16,0 0 32 0,2-1 0 0,-4 2 0 0,-2 1 32 0,0-1 16 16,0 1 0-16,0 1 0 0,-12-4-320 0,0 0-64 15,0 0-16-15,47 22 0 0,-47-22-32 0,0 0-16 16,0 0 0-16,41 30 0 0,-41-30-48 0,0 0-16 15,0 0 0-15,42 39 0 0,-42-39 16 0,0 0 0 16,0 0 0-16,39 42 0 0,-39-42-64 0,0 0 0 16,0 0 0-16,34 41 0 0,-34-41 16 0,0 0 0 15,0 0 0-15,28 40 0 0,-28-40-144 0,0 0 160 16,0 0-160-16,21 45 160 0,-21-45-160 0,0 0 0 16,10 40 0-16,-7-27 0 0,-2 1 0 0,0 0 0 15,0 0 128-15,-1 1-128 0,-1-2 0 0,0 1 0 16,0 0 128-16,-1 1-128 0,0-3 0 0,0 0 160 15,0 2-160-15,-1-2 160 0,1 2-160 0,0-2 128 0,-1 2-128 16,0-2 128-16,0 2-128 0,0 0 0 0,-2 1 144 0,1-1-144 16,1 0 128-16,-2-1-128 0,0 0 128 0,-1 3-128 15,0-1 0-15,0 0 0 0,-1 1 0 0,1-2 0 16,-1-1 128-16,1 0-128 0,-2 0 128 0,2-1-128 16,0 1 240-16,0-1-32 0,-1-3 0 0,2 1 0 15,-1-1-32-15,1-1-16 0,-1 1 0 0,1-2 0 16,-1-2-32-16,-1 2 0 0,2 0 0 0,-2-2 0 15,1 2 48-15,-1-2 0 0,0 1 0 0,0 0 0 16,0 0-176-16,-1-1 128 0,0 1-128 0,-1-2 128 0,2 3-128 0,-3-3 128 16,1 1-128-16,-2 0 128 0,0 0-128 15,-1 2 0-15,-1-3 0 0,1 0 0 0,0 1 0 0,1-1 0 16,-2 1 0-16,1 0 0 0,0-1 0 16,0 1 0-16,1-1 0 0,-1 1 0 0,1 0 0 0,-1-3 0 15,0 1 0-15,0 1 0 0,1-1 0 0,-1-1 0 16,-1 0 0-16,0 0 0 0,1 1 0 0,-1-1 0 15,0 1 0-15,-1-1 0 0,0 3 0 0,0-3 0 16,0 1 0-16,1-1 0 0,1 0 128 0,-1-1-128 16,0 0 128-16,-2 2-128 0,1-3 0 0,1 0 128 15,-1 0-128-15,1-2 0 0,1 0 336 0,0-1-16 16,1 3 0-16,0-5 0 0,1 3 16 0,-1-1 0 16,0-1 0-16,1 0 0 0,0 0-208 0,0 0-128 0,0-1 128 0,0 0-128 15,0 1 0-15,-1-3 128 0,1 2-128 0,0-3 0 16,0 2 0-16,0-2 128 0,1 1-128 0,-3-1 0 15,2 0 0-15,-1 1 128 0,-1-1-128 0,0 2 0 16,0-2 160-16,-1 1-32 0,0-1-128 0,0-1 192 16,0 0 288-16,0-2 48 0,1 1 16 0,2-1 0 15,1-2-96-15,1 1-32 16,2 0 0-16,0-3 0 0,3 0-224 0,0-2-64 0,1 0 0 0,1-1 0 16,1-2-128-16,2-3 0 0,0-1 0 0,1-2 0 15,0-3 0-15,2 1 0 0,0 2 0 0,-1-2 0 16,3 2 0-16,0 3 0 0,1 0 0 0,-1 4 0 15,0 3 0-15,1-1 0 0,3-2 0 0,1-2 0 0,1 0-144 0,1 2 144 16,1-3 0-16,0 3 0 0,1 0 0 0,1 0 0 16,1 1 0-16,-1 1 0 0,2 0-128 0,0 0 128 15,0 1 0-15,-1-2 0 0,1 3 0 0,-2-2-128 16,2 1 128-16,0-1 0 0,1-2 0 0,-2 3-128 16,-5 1 128-16,2 1 0 15,2-3-640-15,2 1 0 0,-1-3-16 0,2 2 0 16,-1 1-1776-16,0 2-368 0,-2 2-64 0,1 1-9744 0</inkml:trace>
  <inkml:trace contextRef="#ctx0" brushRef="#br0" timeOffset="1556.94">22721 1673 3471 0,'0'0'0'0,"0"0"0"16,0 0 0-16,0 0 0 0,0 0 464 0,-1 0 112 15,1 1 32-15,-1-1 32 0,0 2 304 0,0-2 64 16,0 0 16-16,-1 0 16 0,1 2-80 0,0-2-32 16,0 0 0-16,0 0 32 0,0 0-160 0,0 0-32 15,0 0 0-15,-1 0 32 0,1 1-80 0,-1-1-16 16,1 0 0-16,-1 1 32 0,0-1-96 0,-1 2-32 16,0-1 0-16,0 1 32 0,0 0-112 0,1-2-16 15,-2 3 0-15,1-2 32 0,0 0-96 0,0 1-32 16,-1-1 0-16,1 1 32 0,-1 0-112 0,2-1-16 15,-2 1 0-15,0 0 32 0,2-2-96 0,-2 1-32 16,0 0 0-16,-1-1 32 0,2 0-80 0,-2 2-16 16,0-2 0-16,-2 0 32 0,0 0 288 0,-2 0 64 15,0 0 16-15,-1 1 16 0,-1 1 112 0,-1-1 16 0,0 1 0 0,-2 0 0 16,-2 2-256-16,-1-1-32 0,1 2-16 0,-1-3 0 16,1 3-80-16,0 0 0 0,1-1-16 0,-2 1 0 15,-1 0-160-15,0-3-16 0,-2 3-128 0,-1 0 192 16,0-1-192-16,-1-2 0 0,-3 2 0 0,-2 0 0 15,-2-2 0-15,-1 3 0 0,-2-2 0 0,1 1 0 16,-1 1 0-16,2 0 0 0,0-3 0 0,1 0 0 16,3-2 0-16,2 2-192 0,4-4 192 0,1 2-9952 15,4 0-1872-15</inkml:trace>
  <inkml:trace contextRef="#ctx0" brushRef="#br0" timeOffset="2653.67">20388 1666 11055 0,'1'-2'976'0,"0"2"-784"16,-1-2-192-16,0 2 0 0,0-1 736 0,1 1 96 16,0-2 32-16,0-1 0 0,1-1-352 0,0-1-64 15,0 0 0-15,-1-1-16 0,1 0-144 0,-2 0-32 16,1 0 0-16,-2 0 0 0,0-2 432 0,-1 4 80 16,1-3 0-16,-2 3 16 0,-1-1 144 0,0 1 32 15,-1 2 0-15,-1 0 0 0,1 2-288 0,-3 0-48 16,0 1-16-16,0 0 0 0,-2 4-272 0,0 0-48 15,0-1-16-15,-1 4 0 0,1-3-144 0,-1 4-128 16,0 1 144-16,1 1-144 0,-1 1 0 0,1 0 0 0,-1-1 0 16,2 2 0-16,1 1 0 0,0 0 0 0,3 1 0 0,-1-1 0 15,3 0 160-15,0 0-160 0,1-2 160 0,2 0-160 16,1-3 192-16,1-2-64 0,1 1-128 0,0-2 192 16,3 0-192-16,-1-2 0 0,3-2 0 0,-1 0 0 15,1-2 0-15,1 0 0 0,2-2 0 0,0-2 0 0,2-1 0 0,-1-2-128 16,2 0 128-16,-2 0 0 15,1-1-1104-15,-2 2-112 0,0 0-32 16,-2 2 0-16,-1-1-1648 0,-1 2-336 0</inkml:trace>
  <inkml:trace contextRef="#ctx0" brushRef="#br0" timeOffset="3031.96">20367 1749 2751 0,'0'-3'256'0,"0"1"-256"16,0 2 0-16,0-1 0 0,0 1 1552 0,1-1 272 15,-1 1 48-15,1-4 16 0,1 1-384 0,-1-2-80 16,3 0-16-16,1 0 0 0,-1-1-768 0,1 1-176 0,1 1-16 0,-1 1-16 16,2-2-432-16,-2 2 0 0,1 1 0 0,-1 0 0 15,0 2 0-15,0-2 0 0,-1 4 0 0,1-1 0 16,0 2 0-16,-2 2 0 0,1 0 176 0,0 2-176 16,-1 2 320-16,-1-1-48 0,0 1 0 0,0 1 0 15,-2 1-96-15,0 0-32 0,-1 0 0 0,0-2 0 16,-1 1-144-16,0-2 0 0,-1 0 0 0,-1-3 0 15,1 0 0-15,0 0 0 0,-1-1 0 0,0-2 0 16,1-1 0-16,1 1 0 0,0-2 0 0,0-2 0 16,1 1 128-16,0-2-128 0,1 0 0 0,1-4 128 0,1 2-128 0,1-3 0 15,1 0 0-15,2-2 0 0,0-1 0 0,2-1 0 16,0-1-160-16,0 1 160 16,2 0-1024-16,-1 0-96 0,0 0-32 15,1 1 0-15,-1 1 400 0,-1 1 80 0,0 1 16 0,0 2 0 16,-3 1-256-16,1 0-48 0,0 3-16 0,-3 0 0 15,0 2-544 1,-1 2-96-16,0-2-32 0,0 2 0 0,-1 0 1392 0,0-2 256 0,1 0 0 0,-5 0 128 0</inkml:trace>
  <inkml:trace contextRef="#ctx0" brushRef="#br0" timeOffset="3220.88">20604 1642 11055 0,'0'0'480'0,"0"0"112"0,1-1-464 0,-1 0-128 0,1 1 0 0,-1 0 0 15,1 0 1344-15,0 0 256 0,1-2 64 0,1 2 0 16,-1-2-192-16,3 1-48 0,0 1 0 0,0 0 0 16,1 1-1040-16,-1 1-192 0,0 0-64 0,1 0 0 15,-1 0-304-15,0 1-64 16,-1 2-16-16,0-3 0 16,-1 3-1216-16,-1 0-256 0,0-1-64 0,-2 2-6064 0</inkml:trace>
  <inkml:trace contextRef="#ctx0" brushRef="#br0" timeOffset="3378.03">20596 1743 4367 0,'-3'1'0'0,"1"1"176"0,1 1-48 0,-1-1 16 0,1-2-144 0,0 3 0 0,0-2 0 0,-1 2 0 0,-1 2 1120 16,0 0 192-16,-1 2 32 0,0 0 16 0,1 0-464 0,1-2-80 16,-1 0-32-16,2 0 0 0,-1-1-496 0,2-1-96 15,-1 1-32-15,1-3 0 16,0 1-496-16,1 0-112 0,0-2 0 0,2 0-16 0,0 0 464 0,2-2 0 15,0 0-128-15</inkml:trace>
  <inkml:trace contextRef="#ctx0" brushRef="#br0" timeOffset="3598.77">20656 1742 10127 0,'0'0'896'0,"1"0"-704"0,0 0-192 0,0 0 0 16,0 0 800-16,0 0 128 0,1 0 32 0,1 0 0 15,2-2 352-15,2 0 80 16,2 1 16-16,0-1 0 0,1-1-384 0,1 1-80 0,0-2-16 0,0 1 0 16,-1 0-624-16,-1 1-128 0,1 1-32 0,-1 0 0 15,-1-1-144-15,1 0 0 0,-3 1 0 0,1-1 0 16,-2 1-224-16,-1 1 32 16,0-2 0-16,-2 2-6336 0,1-1-1280 0</inkml:trace>
  <inkml:trace contextRef="#ctx0" brushRef="#br0" timeOffset="3835.5">20827 1602 5519 0,'-2'1'496'0,"0"0"-496"15,0-1 0-15,1 1 0 0,1 0 960 0,-2 0 112 16,-2 2 16-16,-1 2 0 16,-2 1 288-16,-2 3 64 15,-2 2 16-15,1 1 0 0,0 1-432 0,0 1-64 16,1 1-32-16,-2 1 0 0,3-2-320 0,-1 3-64 0,0-3-16 0,1 2 0 0,1-1 336 0,0-1 64 0,2 0 16 15,1-2 0-15,1-3-368 0,0 1-64 0,2-2 0 0,1-2-16 16,2 0-496-16,1-1 0 0,2-2 0 0,-1-3 0 16,3 0 0-16,-1-2 0 0,2 0 0 0,0-3-160 47,2 0-1232-47,1-2-240 0</inkml:trace>
  <inkml:trace contextRef="#ctx0" brushRef="#br0" timeOffset="4013.71">20902 1670 9215 0,'1'-2'400'0,"-1"0"96"0,1 2-496 0,-1 0 0 15,0 0 0-15,0 0 0 0,1 0 1488 0,0-2 208 16,1 2 32-16,-1 0 16 0,3 0-48 0,0 0-16 16,0 0 0-16,0 0 0 0,1 2-976 15,0-2-208-15,-1 0-48 0,1 0 0 0,-1 0-448 0,0 0-240 16,0 0 32-16,0 2 0 15,0-2-1232-15,-1 1-240 0</inkml:trace>
  <inkml:trace contextRef="#ctx0" brushRef="#br0" timeOffset="4181.91">20896 1747 5519 0,'-2'2'496'0,"0"0"-496"0,1 1 0 0,0-3 0 16,1 2 1264-16,-1 0 144 0,-1 1 48 0,-1 2 0 15,0 1 128-15,-1 3 16 0,0 0 16 0,2 0 0 16,0-1-752-16,0 0-160 0,1-1-16 0,0 1-16 16,1-4-544-16,1 1-128 0,0-2 0 0,1 1 0 15,0-2-656 1,-1 1-112-16</inkml:trace>
  <inkml:trace contextRef="#ctx0" brushRef="#br0" timeOffset="4543.55">21062 1751 10127 0,'3'-2'448'0,"-1"2"96"0,0-2-544 0,-1 1 0 16,0-1 0-16,0 2 0 0,0 0 1248 0,1-1 144 15,0 0 16-15,1-1 16 0,2-1 160 0,-1 1 16 16,0-1 16-16,1 1 0 0,-2 0-736 0,1-1-160 15,0 1-16-15,-1-1-16 0,-1 1-192 0,0 0-48 16,0 0 0-16,-1 0 0 0,-1 1 144 0,-1-1 32 16,-1 1 0-16,-1 1 0 0,-1 0-144 0,-3 0-32 15,1 3 0-15,-2 0 0 0,-1-1-208 0,-1 2-48 0,-1 1-16 0,-1 2 0 16,3-1-176-16,-3 2 0 0,2 1 0 0,-1 0 128 16,1 2-128-16,1-2 0 0,1 3 0 0,2 0 0 15,1-2 0-15,0 2 0 0,4-2 0 0,0-1 0 16,1 0 0-16,1-2 0 0,4 0 0 0,-5-7 0 15,0 0 0-15,0 0-176 0,0 0 176 0,45 24-128 16,-45-24-496 0,0 0-80-16,38-4-32 0,-24 1 0 0,-1-2-2048 15,1-2-416-15</inkml:trace>
  <inkml:trace contextRef="#ctx0" brushRef="#br0" timeOffset="5255.95">21225 1797 3679 0,'1'-1'320'0,"0"1"-320"15,-1 0 0-15,0-2 0 0,1 2 1664 0,-1 0 256 16,1 0 48-16,0-2 16 0,1 0 432 0,0 1 80 16,0-3 32-16,0 1 0 0,0 1-1328 0,-1 0-272 15,-1-1-48-15,1 0-16 0,-1 0-448 0,0 0-96 16,0 0 0-16,-1-1-16 0,0 1-304 0,-2 2 160 16,0 0-160-16,-2 1 128 0,1 0 192 0,-1 0 16 15,0 2 16-15,-2 1 0 0,1 2-112 0,-3 1-32 0,2-1 0 0,-2 2 0 16,1 0-208-16,1 0 0 0,-2 1 0 0,3-1 0 15,-1 1 0-15,3 0 0 0,-1-1 0 0,1-1 0 16,2 0 0-16,1 1 0 0,0-2 0 16,2-2 0-16,1 1 0 0,2-4 0 0,1 1 0 0,0-1 0 15,3-1 0-15,0-1 0 0,1-3 0 0,1 1-160 16,-1-2 160-16,1 0 0 0,0-2 0 0,1 1 0 16,-3-2-304-16,0 1-80 0,1-1 0 0,-3 2-16 15,1 0-416 1,-3 0-80-16,1 2 0 0,-3 0-16 0,0 3 720 0,-1 0 192 0,-1 0 0 0,0 2 0 0,-2 2 240 0,0 0 128 15,-1 2 16-15,-1 2 16 0,0 0-80 0,-1 2-32 16,0 1 0-16,1 0 0 0,0 1-48 0,0 2-16 16,2-2 0-16,0-1 0 15,0 0-96-15,2-1-128 0,0-1 176 0,1 0-176 0,1-2 0 0,0 0 0 16,2-1 0-16,1-3 0 0,-1 0 0 0,2-2 0 16,0 0 0-16,0-4 0 0,1 1 0 0,0-1 0 15,0-2 0-15,2-2 0 0,0 0-224 0,0-2-96 16,1 1-32-16,0-3 0 15,-1 1-1376-15,-1 0-256 0,2-2-64 0,-3 1-16 16,0-1 352-16,-1 2 80 0,-1-2 16 0,-1 0 0 16,0 0 672-16,-1-3 144 0,-1-2 32 0,0 1 0 0,-1-2 624 0,0 2 144 0,2-2 0 0,-1 4 0 15,0-1 176-15,0 3 16 0,0 3 16 0,0 3 0 16,1 1 1136-16,-2 2 240 0,1 1 32 0,-1 4 16 16,0-2-32-16,-1 4 0 0,0 0 0 0,0 0 0 15,-1 3-624-15,0 0-128 0,0 2-16 0,-1 1-16 16,0 1-368-16,0 2-80 15,0 1-16-15,-1 1 0 0,0 3 160 0,-2 0 48 0,2 3 0 0,-3 0 0 16,0 5 368-16,-1 0 80 0,0-1 16 0,0 1 0 16,1-1-64-16,-1-1 0 0,2-1 0 0,1-2 0 15,0 0-352-15,2 0-80 0,2-2-16 0,1-3 0 0,-1-14-384 0,0 0-128 16,11 33 0-16,-11-33 0 0,0 0 0 0,0 0-144 16,0 0 16-16,0 0 0 15,41 28-1424-15,-33-29-288 0,1-2-48 0,-1 1-11744 16</inkml:trace>
  <inkml:trace contextRef="#ctx0" brushRef="#br0" timeOffset="5947.62">21644 1801 8287 0,'0'-2'736'0,"0"2"-592"0,0 0-144 0,0 0 0 32,0 0 576-32,0 0 96 0,0 0 16 0,1 0 0 0,-1 0 640 0,0 0 128 15,0 2 16-15,0 1 16 0,1 1-496 0,-1 1-96 0,1 0-32 0,-1-1 0 16,1 4-176-16,0-2-48 15,0 0 0-15,-1 3 0 16,2-2 80-16,0 3 16 0,0-1 0 0,0 1 0 16,0 1-192-16,0 0-32 0,-2-11-16 0,2 26 0 15,-1-13-240-15,0 1-64 0,0 1 0 0,-1-15 0 16,3 28-192-16,-3-28 0 0,0 0 128 0,4 31-128 0,-2-24 0 0,-1-2 0 16,2-1 0-16,0-4 0 0,1 0 160 0,-2-2 32 15,3-2 16-15,-1-2 0 0,1 0 688 0,0-4 144 16,0 0 32-16,0-1 0 0,2-1-496 0,-1-3-80 15,1 1-32-15,-2 0 0 0,2 2-304 0,-2-2-160 16,2 2 160-16,-2 1-160 0,1 3 0 0,-1 0 0 16,-2 2 0-16,0 3 0 15,0 1-400-15,0 1-32 0,-2 1 0 0,1 1 0 16,-1 2-1232-16,0 1-256 0,0 1-64 0,0 0-10048 0</inkml:trace>
  <inkml:trace contextRef="#ctx0" brushRef="#br0" timeOffset="6703.46">21881 1976 6447 0,'1'3'272'0,"-1"-3"80"0,0 2-352 0,0-1 0 0,0 1 0 0,0-2 0 15,1 1 1456-15,-1 0 208 0,0 1 64 0,1-1 0 16,1 1 256-16,0 0 64 0,1-4 16 0,0-1 0 16,2 1-1104-16,0-2-208 0,-1-1-48 0,2 0-16 15,-1-2-256-15,1 0-48 0,0-1-16 0,-1 0 0 16,-1 1 80-16,-1 1 32 0,-1-3 0 0,0 1 0 15,-1 2 32-15,-3-1 0 0,0 4 0 0,0-2 0 0,-3 1-128 0,-1 1 0 16,1 3-16-16,-2 0 0 0,0 0-176 0,-1 2-16 16,-2 1-16-16,2-1 0 0,0 3-160 0,-1 0 0 15,2 2 0-15,0-3 0 0,0 4 0 0,1 1 0 16,-1 0 0-16,1 1 0 0,0 2 0 0,1-2 0 16,1 1 0-16,1-3 0 0,1 2 0 0,2-1 0 15,0-3 0-15,1 0 0 0,1-2 0 0,1 1 0 16,0-3 0-16,2 1 0 0,1-3 0 0,-1 0 0 15,1-2-160-15,-1-1 160 0,2 0 0 0,-1-1 0 0,1-1-128 0,-1 0 128 16,1 1 0-16,-2-2 0 0,1 0 0 0,-1-1 0 31,1 2-528-31,-2-2-16 0,0 2 0 0,0-2 0 16,0 2-208-16,-1 0-32 0,0-2-16 0,0 2 0 0,0 0 544 0,-2 3 128 0,1 0 128 0,-2 0-208 16,1 0 208-16,-1 2 0 0,0 0 0 0,-1 2 0 15,1 0 272-15,-1 0 48 0,0 0 16 0,-1 3 0 16,0 0-128-16,0 2-16 0,1 0-16 0,0 1 0 15,0-2 32-15,1-6 16 0,0 0 0 0,0 0 0 16,6 35-16-16,-6-35 0 0,0 0 0 0,0 0 0 0,0 0-16 16,0 0 0-16,31 34 0 0,-31-34 0 15,0 0-192-15,0 0 128 0,32-2-128 0,-24-1 0 0,1-1 0 0,-2-1 0 16,2-2 0-16,0 0 0 16,0 0-896-16,1-3-128 0,1-1-32 0,0 1 0 15,-1 1-1152-15,-1-1-224 0,1 0-64 0,0-1 0 16,-1 1 688-16,-1 1 128 0,0-1 16 0,-1 0 16 15,-2 1 608-15,0 1 112 0,-2 0 32 0,-1 1 0 16,-1 0 384-16,-1 2 64 0,-1-2 32 0,-1 2 0 0,0-2 1008 0,-1 2 208 16,0-2 32-16,1 0 16 0,-1 0 704 0,0 2 144 15,1-2 32-15,0 2 0 0,1 0-192 0,0 1-48 16,0 3 0-16,0-1 0 0,1 2 32 16,-1 2 0-16,1 1 0 0,-1 0 0 0,0 1-656 0,-1 3-128 0,1 0-32 15,-1 1 0-15,1 1-288 0,-2 0-64 16,0 3-16-16,0 0 0 0,0 2-48 0,1 0-16 15,-2-2 0-15,1 3 0 0,0-1 240 0,1 0 32 0,0 1 16 0,0-1 0 16,1-2-64-16,1-1-16 0,1-1 0 0,-1-1 0 16,2 1-480-16,0-3 0 0,-2-7 0 0,0 0 0 15,0 0 0-15,0 0 0 0,0 0-176 0,0 0 176 16,0 0-2480 0,0 0-368-16</inkml:trace>
  <inkml:trace contextRef="#ctx0" brushRef="#br0" timeOffset="7175.26">22266 1892 7359 0,'4'-3'320'0,"-2"1"80"0,-1 1-400 0,0-1 0 15,0 2 0-15,-1 0 0 0,0 0 1952 0,-1 0 304 16,1 0 64-16,0 2 16 16,-1-1-480-16,-1 1-80 0,0 1-32 0,0 1 0 0,0-1-720 0,0 4-128 15,-1-3-48-15,1 4 0 0,-1-1 96 0,-1 2 16 16,2 0 0-16,-1 1 0 0,1-1-352 0,0 1-64 15,0 2-16-15,0-3 0 0,2 0-128 0,0 1-16 16,0-10-16-16,0 0 0 0,0 0-176 0,0 0-48 16,0 0 0-16,0 0 0 0,23 34-144 0,-17-34 0 15,1-3 0-15,0 0-176 16,1-1 176-16,2-3 0 0,-1 0 0 0,0-3 0 0,1 1 0 0,0 0-128 0,-1 0 128 16,-1-2 0-16,1 2-256 0,-2 0 48 0,-1-1 0 0,0-1 0 15,1 0 208-15,-3 2 0 0,1 0 0 0,-2 1 0 16,0 1 0-16,-1 2 0 0,0 1 0 0,0 0 0 15,-1 3 128-15,-1-1 0 0,0 2 16 0,-1 2 0 16,0 0 304-16,-1 1 48 0,0 1 16 0,1 1 0 16,-2 1-192-16,0 0-48 0,0 3 0 0,1 0 0 15,0 0-128-15,0 0-16 0,0 2-128 0,1-1 192 0,0-2-64 16,1 0-128-16,0-8 176 0,0 0-176 0,0 0 144 0,0 0-144 16,0 0 0-16,17 38 144 0,-17-38-144 0,0 0 0 15,0 0 0-15,0 0 0 0,0 0 0 0,40 6 0 16,-31-7-144-16,-1-4 144 15,1 2-192-15,0-2 32 0,-1 1 0 0,0 0 0 16,-2-1-1472-16,1 0-288 0,1 1-64 0,-1-1-16 16,0 0-544-16,-1 3-96 0,-1-3-32 0,0 0-6864 15</inkml:trace>
  <inkml:trace contextRef="#ctx0" brushRef="#br0" timeOffset="7553.21">22581 1889 3679 0,'0'2'160'0,"-1"-2"32"0,1 0-192 0,-1 1 0 0,1 1 0 15,-1-2 0-15,0 2 1520 0,0 0 256 16,0 0 48-16,-1 2 16 0,-1 2 128 0,1 1 16 0,0 0 16 0,-1 1 0 16,1-2 96-16,0 2 16 0,1-1 0 0,0 0 0 15,2-2-384-15,0 2-64 0,-1-7 0 0,0 0-16 32,0 0-848-32,0 0-160 0,0 0-48 0,0 0 0 0,0 0-304 0,37 26-64 0,-37-26-16 0,0 0 0 15,0 0-48-15,26-5-16 0,-20 0 0 0,0 2 0 16,-1-1 112-16,0-1 0 0,-2 1 16 0,1-3 0 15,-1 2-272-15,-1 0 0 0,-1-2 0 0,-1 1 0 0,0-1 0 0,-2 1 0 16,0-2 0-16,-1 0 0 0,0 1 0 0,-1 0 0 16,-1 2 0-16,1-3 0 15,-1 4-304-15,-1-1 48 0,1 2 0 0,0 0 0 0,0 2 256 0,-1 1 0 16,0 2 0-16,1 1 0 0,-1 2 0 0,1 1 0 16,-1 2 0-16,1 2 0 0,-1 1 208 0,0 1 48 15,1 2 16-15,0 1 0 0,1 1 160 0,0 0 16 16,1-1 16-16,1 1 0 0,1-1-48 0,1-15-16 15,0 0 0-15,4 35 0 0,-4-35-80 0,0 0-32 16,0 0 0-16,0 0 0 0,33 32-288 0,-33-32 0 16,0 0 0-16,44 0-17488 0</inkml:trace>
</inkml:ink>
</file>

<file path=ppt/ink/ink13.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0T09:33:24.051"/>
    </inkml:context>
    <inkml:brush xml:id="br0">
      <inkml:brushProperty name="width" value="0.05292" units="cm"/>
      <inkml:brushProperty name="height" value="0.05292" units="cm"/>
      <inkml:brushProperty name="color" value="#0070C0"/>
    </inkml:brush>
  </inkml:definitions>
  <inkml:trace contextRef="#ctx0" brushRef="#br0">4816 5680 5519 0,'-1'2'496'16,"0"-2"-496"-1,0 3 0-15,0-3 0 0,1 0 448 0,-1 2-16 0,0-1 0 0,-1 3 0 0,-1-2 528 0,0 1 96 16,0-1 32-16,2 0 0 16,1-2-48-16,0 0 0 15,1-2 0-15,0-1 0 0,2 0-480 0,-1 0-112 16,2-2 0-16,-2 0-16 0,2 0 352 0,0-2 80 16,0 3 16-16,0-1 0 0,1 0-240 0,-1 0-64 15,2-2 0-15,0 2 0 0,-2 0-64 0,2 1-32 16,-1-1 0-16,1 0 0 0,-1 3-224 0,0-3-64 0,1 3 0 0,-1-1 0 15,0 1-192-15,0 2 0 0,1-1 128 0,1 1-128 16,0 1 0-16,-1 1 128 16,0 1-128-16,-1 0 0 0,-2 1 144 0,2 0-144 0,1 4 128 0,-6-8-128 15,0 0 512-15,22 40 32 0,-22-40 0 0,18 43 0 16,-18-43 0-16,21 50 0 0,-21-50 0 0,24 61 0 16,-24-61-32-16,26 58 0 0,-26-58 0 0,23 51 0 15,-23-51-256-15,20 36-64 0,-20-36-16 0,0 0 0 16,30 40-176-16,-30-40 0 0,0 0 0 0,0 0 0 15,41 17-160-15,-29-19 160 0,2-4 0 0,-1 0-144 16,1-4-688-16,-1 0-144 16</inkml:trace>
  <inkml:trace contextRef="#ctx0" brushRef="#br0" timeOffset="203.87">5294 5642 4607 0,'-4'-5'400'0,"1"1"-400"16,1 4 0-16,0 2 0 0,2 1 1344 0,-3 0 192 15,-3 1 48-15,-3 3 0 0,-4 5 320 0,-4 6 64 16,-3 6 16-16,-3 7 0 0,-2 4-384 0,-1 3-80 16,-1 0-16-16,0 0 0 0,2-2-400 0,0 0-80 15,1-1 0-15,1-4-16 0,5-4-624 0,1-2-128 16,2-4-32-16,2-2 0 0,3-2-224 0,2-3 0 16,1 0 0-16,3-4 0 0,0 1-240 0,1-3 64 0,1 1 16 0,1-4-11744 15</inkml:trace>
  <inkml:trace contextRef="#ctx0" brushRef="#br0" timeOffset="7985.12">5442 5986 7359 0,'0'-2'656'0,"-1"0"-528"16,1 1-128-16,0 1 0 0,1 0 1152 0,-2 0 192 15,0 0 32-15,0 0 16 0,-1 0 416 0,0 0 96 16,-1 3 16-16,-1-1 0 0,0 0-512 0,1 1-112 15,-1 2-16-15,0-1 0 0,2 1-272 0,-2 0-64 16,2-1-16-16,-2 2 0 0,-1 3-640 0,-1 3-128 16,0 1-32-16,0-1 0 0,0 3-128 0,-1 1 0 0,1 2 0 0,-2 2 0 15,2-1 176-15,0 3-48 0,1-1-128 16,3-1 192-16,1-2 144 0,2-3 32 0,1 1 0 0,1-4 0 16,-3-12-128-16,0 0-32 0,0 0 0 0,25 40 0 15,-25-40-208-15,0 0 0 0,0 0 0 0,0 0 0 16,46 9-384-16,-36-9 0 0,1-4-16 0,0 1-12592 15</inkml:trace>
  <inkml:trace contextRef="#ctx0" brushRef="#br0" timeOffset="8221.85">5597 6090 7359 0,'-1'-4'320'0,"0"1"80"0,1 0-400 0,0 1 0 15,0 2 0-15,0 0 0 0,-1 0 1920 0,1 2 320 16,-1-2 48-16,-1 3 16 0,2 2-448 0,-1 2-96 16,-2 2-16-16,0 2 0 0,-1 1-944 0,1 1-192 15,-1 1-32-15,0 3-16 0,0-1-160 0,1 1-16 16,-1-3-16-16,1-2 0 0,2 2 128 0,-1-4 16 16,2-1 16-16,-1-2 0 0,2 1-352 0,-1-4-176 15,2 1 160-15,0-3-160 16,1 1-320-16,0-3-144 0</inkml:trace>
  <inkml:trace contextRef="#ctx0" brushRef="#br0" timeOffset="8438.76">5654 6211 11967 0,'0'0'528'0,"0"0"112"0,1-2-512 0,0 2-128 0,1-1 0 0,-1 1 0 16,2-1 1536-16,1 0 256 0,1-1 64 0,3-2 16 15,4-1-32-15,-1 1-16 0,1 0 0 0,0-1 0 16,1 2-656-16,-1 0-128 0,0 0-16 0,-2 1-16 16,0 2-608-16,1-3-112 0,-1 3-32 0,-1 0 0 15,-1 0-256-15,0 0 0 0,-1 0 0 0,1 0 0 16,-2-2-304-16,0 2-64 0,-1-1-16 0,0 0-12464 16</inkml:trace>
  <inkml:trace contextRef="#ctx0" brushRef="#br0" timeOffset="9280.02">6095 6078 2751 0,'-1'-2'256'0,"1"0"-256"16,0-1 0-16,0 3 0 0,-1-2 960 0,1 2 160 15,0 0 32-15,0-2 0 0,-1 1 816 0,0 1 160 16,0 0 48-16,0 0 0 0,0 0-368 0,0 0-64 0,-1 3-16 16,-1-1 0-16,0 3-960 0,-1-1-192 15,2 2-32-15,-2 0-16 0,0 2-144 0,1 1-16 0,-1 3-16 0,1 2 0 16,-1 1-96-16,1 1-32 15,0 0 0-15,1 1 0 0,1 1 96 0,1-3 0 0,2-1 16 0,0-4 0 16,-2-10-144-16,0 0-48 0,0 0 0 0,0 0 0 16,0 0-144-16,0 0 0 0,43 22 0 0,-32-29-176 15,-1 0 176-15,1-3 0 0,0-4-144 0,0 0 144 16,0-3-368-16,0 0 0 0,-3 3 0 0,0-2 0 16,0 1-224-1,-4 1-48-15,0 2-16 0,-2 0 0 0,-1 3 464 0,-3-1 192 0,-1 3-176 0,-1 0 176 0,-1 2 0 16,-2-2 0-16,-1 5 128 0,0-1-128 0,-3 3 656 0,1-2 32 15,0 4 0-15,1-2 0 0,0 3-368 0,2-1-64 16,1 1 0-16,1 1-16 0,2 1-240 0,0-3 0 16,2 3 0-16,1 0 0 0,2-3 0 0,2 3-208 15,0 0 16-15,1-1-11200 16</inkml:trace>
  <inkml:trace contextRef="#ctx0" brushRef="#br0" timeOffset="9516.23">6330 6194 5519 0,'1'-6'240'0,"-1"3"64"0,1 0-304 0,-1 1 0 0,1 2 0 0,-1-1 0 16,0 1 1408-16,1-1 208 0,0 1 48 0,0 0 16 15,0 0 1056-15,0 1 208 0,-1 2 32 0,1 2 16 16,-1 2-1168-16,0 1-224 0,0 1-64 0,0 0 0 15,0 1-688-15,1 0-144 0,0-3-16 0,1 1-16 16,-1 0-544-16,2-3-128 0,1 0 0 0,-1-3 0 16,1-1-1568-16,0-2-352 0</inkml:trace>
  <inkml:trace contextRef="#ctx0" brushRef="#br0" timeOffset="9878.65">6519 6045 8287 0,'0'0'736'0,"0"0"-592"16,0 0-144-16,0 1 0 0,0 1 1760 0,-1-2 320 15,0 2 64-15,0 2 16 0,-1 1-432 0,0 2-64 16,0 3-32-16,-2 2 0 0,-1 1-1008 0,1 2-208 16,0 0-32-16,-1 1-16 0,1 1 176 0,2-3 32 15,0 2 16-15,1-4 0 0,2 0 176 0,1-2 16 0,0-3 16 0,2-2 0 16,2-1-544-16,-1-2-96 0,2-2-32 15,0 0 0-15,2-3-128 0,-1-2 0 0,1-3 0 16,0 1 0-16,2-4 0 0,-1 1 0 16,-1-2 0-16,-1 1 0 0,1 0 0 0,-3 2 0 0,1-3 0 0,-3 3 0 15,0-2 0-15,-2 0 0 0,0 2 0 0,-3 2 128 16,-1-3-128-16,-2 4 0 0,-1 0 0 0,-3 2 128 16,1-1 32-16,-2 2 0 0,0 3 0 0,-1-2 0 15,0 2 256-15,1 2 48 0,-2-1 16 0,3 1 0 16,2 1-288-16,-1 1-48 0,2-2-16 0,1 1 0 15,1 2-128-15,1-3 0 0,2 0 0 0,2 1-176 16,1-1-1232-16,1 0-240 16</inkml:trace>
  <inkml:trace contextRef="#ctx0" brushRef="#br0" timeOffset="10250.5">6819 6002 15887 0,'-1'-2'336'0,"0"1"80"0,0 1 16 0,1 0 32 0,-1 1-464 0,-1-1 0 16,1 0 0-16,-2 2 0 0,0 1 2096 0,-1-1 320 16,-1 3 64-16,-1-1 16 0,2 0-1152 0,-1 1-208 15,1-1-48-15,0 3-16 0,0-3-400 0,0 1-80 16,2 2-16-16,0 0 0 0,0 1-32 0,-1 1-16 16,2-1 0-16,0 0 0 0,1 0-96 0,0-1-32 0,1 2 0 0,1 1 0 15,-2-10-112-15,0 0-32 0,0 0 0 0,0 0 0 16,28 40-256-16,-28-40 128 0,0 0-128 0,0 0 0 15,0 0 0-15,45 26 0 0,-45-26 0 0,0 0 0 16,0 0 0-16,0 0 0 0,40 19 0 0,-35-16 0 16,-1 0 0-16,-2 0 0 0,-1 0 0 0,-2 0 0 15,-1 1 192-15,0-1-64 0,-3 1 0 0,-1 1-128 16,-2-1 352-16,0-1-32 0,-1 0-16 0,1-1 0 0,-2-1-176 0,-1 0-128 16,0-1 192-16,0 0-192 0,0-1 0 0,0 0 0 15,1-1 0-15,-1-1 0 0,0-2 0 0,1 3-272 16,1-3 48-16,1 0 16 15,1 1-2384-15,3-1-480 0,0 0-80 0,2-1-9792 16</inkml:trace>
  <inkml:trace contextRef="#ctx0" brushRef="#br0" timeOffset="10413.54">6764 6026 1839 0,'2'-2'160'0,"0"-2"-160"15,0 3 0-15,-1 1 0 0,0 0 1648 0,0 0 288 16,1 0 64-16,1 0 16 0,3-2 800 0,1 1 144 15,0 2 48-15,0 1 0 0,2-2-1568 0,-1 3-304 16,-1-3-64-16,2 2-16 16,-2-1-784-16,2-1-144 0,-2 1-128 0,1-1 144 0,-1 0-144 0,-1 0 0 0,2 0 0 0,-2 0-7168 15,1 0-1344-15</inkml:trace>
  <inkml:trace contextRef="#ctx0" brushRef="#br0" timeOffset="10665.38">7041 5927 6447 0,'3'2'576'0,"-1"1"-576"0,-1 0 0 0,1-2 0 0,-1 1 1536 0,1 1 208 16,2 2 48-16,-4-5 0 16,0 0-288-16,0 0-48 0,33 47-16 0,-33-47 0 0,0 0-288 0,30 43-64 15,-30-43-16-15,0 0 0 0,24 44-176 0,-24-44-16 16,0 0-16-16,14 36 0 0,-14-36-80 0,0 0-16 15,0 34 0-15,-4-23 0 0,0-1-320 0,-3 1-80 16,0 1-16-16,-3-2 0 0,1 3-352 0,-1-2 128 16,-2 1-128-16,0-2 0 15,0 1-304-15,1-1-128 0,1 0-16 0,2-2-12080 0</inkml:trace>
  <inkml:trace contextRef="#ctx0" brushRef="#br0" timeOffset="10932.59">7319 6202 9215 0,'1'-2'816'0,"0"2"-656"0,1 2-160 0,-2 0 0 16,0-2 1728-16,0 2 320 0,1 0 64 0,0 2 16 0,0 2-848 0,0 2-192 31,1 1-16-31,0 0-16 0,-1 1-1056 0,0-3-304 16,0 2-16-16,-1-3-8544 0</inkml:trace>
  <inkml:trace contextRef="#ctx0" brushRef="#br0" timeOffset="11327.15">7610 6007 6447 0,'1'0'576'0,"0"0"-576"0,0 1 0 0,-1 1 0 0,0-2 2080 0,0 2 304 0,0-2 64 0,0 2 16 15,0 3-288-15,0 0-64 16,0-1-16-16,0 4 0 0,0-1-784 0,0-2-160 16,1 1-16-16,-1 2-16 0,1-4-192 0,0 2-32 15,0 0-16-15,-1 0 0 0,0 0-112 0,-1 1 0 16,0 0-16-16,-1-1 0 0,-1 0-240 0,1 1-64 15,-1-2 0-15,-1 2 0 0,0 0-16 0,1-2-16 16,-1 2 0-16,0 0 0 0,1-2-240 0,0 2-48 16,0-1-128-16,1 0 192 0,0-1-192 0,0-1 0 15,1-1 0-15,-1 0 0 0,1 1 0 0,0-4 0 16,0 2 0-16,1-2-160 16,-1 0-512-16,1 0-96 0,0-2-32 0,0 2 0 15,0-2-2000-15,0-3-400 0,1 2-64 0,1 0-8192 0</inkml:trace>
  <inkml:trace contextRef="#ctx0" brushRef="#br0" timeOffset="11910.53">7628 6054 2751 0,'2'0'128'0,"-1"0"16"15,0 0-144-15,0 0 0 0,0 0 0 0,-1 0 0 0,0 0 576 0,1-2 96 16,1 2 16-16,0-2 0 0,1 0 272 0,1-1 48 16,-1 1 16-16,0-3 0 15,0 3 176-15,-1-1 32 0,0-1 16 0,-1 1 0 0,-1 1-32 0,0 0 0 16,0-1 0-16,-2 3 0 0,0-2-320 0,0 1-64 16,-1 2 0-16,-1 1-16 0,2-1-192 0,-1 3-48 15,0-2 0-15,0 1 0 0,1 2 352 0,-1 1 64 16,0 2 16-16,0-1 0 0,0 4 112 0,0-1 32 15,-1 0 0-15,0 2 0 0,1 0-448 0,-1 0-64 16,0 1-32-16,0-1 0 0,1 0-208 0,-1 0-32 0,1-3-16 0,0 2 0 16,0-2 32-16,0-1 0 0,0 0 0 0,0-3 0 15,2 0 16-15,0-1 16 0,0-2 0 0,0-1 0 16,1 1-96-16,0-2-32 0,1 0 0 0,0-2 0 16,0 1-288-16,0-1 128 0,2 1-128 0,1-3 0 15,0-1 0-15,0 1 0 0,2-1 0 0,-1-2 0 16,2 2 0-16,0 0 0 0,2-2 0 0,-2 2 0 15,1 1 0-15,0-1 0 0,0 0 0 0,0 3 0 16,1 0 0-16,-1-1 0 0,1 3 0 0,0 0 0 16,-9 0 0-16,0 0 0 0,0 0 0 0,36 7 0 15,-36-7 0-15,0 0 0 0,0 0 0 0,0 0 0 16,35 31 0-16,-35-31 0 0,0 0 0 0,0 0 0 0,8 36 0 0,-10-27 0 16,-2 1 0-16,-1-1 0 0,-3 1 0 0,0-2 0 15,-1 1 0-15,-1 0 0 0,-2 2 0 0,0-1 0 16,-1 0 0-16,0 0 0 0,1-1 0 0,-1 0 0 15,2-2 0-15,1 0 0 0,0 1 0 0,-1-4 0 16,2 1 0-16,0-2 0 0,0 0 0 0,0-2 0 16,0-1 0-16,0-1 0 15,0 0-400-15,1-4-48 0,0-1 0 0,0-3-15968 0</inkml:trace>
  <inkml:trace contextRef="#ctx0" brushRef="#br0" timeOffset="12132.46">7644 6019 6447 0,'4'-3'576'0,"0"-1"-576"0,0 2 0 0,-1-1 0 16,-1 3 1568-16,2-4 208 0,3 0 32 0,6-4 16 16,4-2 224-16,3-1 64 0,2 1 0 0,-1 0 0 15,0 3-464-15,-3 2-96 0,1 1-16 0,-4 1 0 16,1 3-832-16,-16 0-192 0,0 0-16 0,39 3-16 15,-39-3-480-15,0 0 0 16,0 0 0-16,0 0-12368 0</inkml:trace>
  <inkml:trace contextRef="#ctx0" brushRef="#br0" timeOffset="13392.68">5354 5296 1839 0,'-2'-2'160'0,"0"-1"-160"0,0 3 0 0,1-2 0 0,1 2 720 0,0-2 112 15,-1 2 32-15,0-1 0 0,-1 1 288 16,-1 0 48-16,0-2 16 0,0 0 0 0,0 0-208 0,-1 1-48 16,1-1 0-16,0 0 0 0,2 1 240 0,-1 1 32 15,0 0 16-15,1-2 0 0,-1 2 128 0,1 0 32 16,1 2 0-16,-1-2 0 0,2 0-432 0,-1 0-80 16,2 0 0-16,-1 1-16 0,1 1-64 0,1-2-16 15,1 2 0-15,3-1 0 0,-1 1-272 0,1-2-48 16,2 2-16-16,-1 0 0 0,3 1-80 0,-2-1-32 15,0 1 0-15,0 1 0 0,0 1-224 0,-1 0-128 0,0-1 128 16,-1 2-128-16,-1 0 896 0,-1-1 96 0,-1 2 32 0,-1 0 0 16,-3 0-816-16,0-1-208 0,-2 2 0 0,-3 0 0 31,-1 1-720-31,-3-1-240 0,-2 3-32 0,-2-1-16 0,-1 2 832 0,-1-3 176 0,1 0 0 16,-1-1 0-16,2-1 0 0,1 0 0 0,2-2 0 0,3 0 0 15,0-1 0-15,4-1 0 0,0-1 0 0,4 1 0 16,2-1 0-16,3-2 0 0,3 2 0 0,3-4 0 15,4 0 0-15,3 1 0 0,2-1 0 0,3-1 0 16,2 1 0-16,2 0 0 0,1-1 160 0,0 1-32 0,1 2-128 16,1-2-128-16,0 1 128 0,2 1-14224 15</inkml:trace>
  <inkml:trace contextRef="#ctx0" brushRef="#br0" timeOffset="14682.81">7616 6029 4607 0,'-3'-1'400'0,"1"1"-400"15,1 0 0-15,0 0 0 0,1 0 784 0,-1 0 80 16,1-2 16-16,-3 2 0 0,0 0 144 0,-2-1 48 15,2 1 0-15,-2 0 0 0,2 0-48 0,0 0-16 0,3 0 0 0,-2 0 0 16,0 1-48-16,1-1-16 0,1 0 0 0,0 0 0 16,1 0-80-16,0 0-16 15,2 0 0-15,-1 0 0 0,3 0-160 0,0-1-48 16,2 0 0-16,0-4 0 0,2 2 0 0,0-3 0 0,1-1 0 0,1 2 0 16,0-3 192-16,0 2 16 0,2-1 16 0,-1 2 0 15,-1-2-368-15,-1 4-80 0,1-1-16 0,-1 1 0 16,2 3-400-16,-3 0 0 0,-1 0 0 0,0 1 0 15,-2 1 0-15,1 0 0 0,-2 0 0 0,0 1 0 16,-1-1 0-16,0 0 0 0,-1 1-144 0,0-3 144 16,-1 2 0-16,-2-2 0 0,0 0-128 0,0-2 128 15,0 2-352-15,-1-2-16 16,-1 1 0-16,0 1-12816 0</inkml:trace>
  <inkml:trace contextRef="#ctx0" brushRef="#br0" timeOffset="15214.73">8187 5860 9215 0,'-2'-1'816'0,"0"0"-656"15,2 1-160-15,0 0 0 0,-1 0 800 0,0 0 128 16,-1-2 32-16,0 2 0 0,-1-2-176 0,0 1-16 31,2 1-16-31,-1 0 0 0,2 0 16 0,1 0 0 16,1 3 0-16,1-3 0 0,3 2 400 0,0-1 96 15,3 0 16-15,1 1 0 0,1-2-32 0,2 1 0 16,1 1 0-16,0-2 0 0,2 0-448 0,-1 0-96 16,0-3 0-16,0 1-16 0,0 1-368 0,-1-2-64 15,0-2 0-15,-1 2-16 0,-1-1-240 0,0-1 0 16,-1 0 128-16,-1 3-128 0,-1-2 0 0,-1 1 0 0,-1 2 0 0,0-1 0 16,-3 1 0-16,-1 0 0 0,0 2 0 0,-1 0-160 31,-2 1-1296-31,-2 1-256 0</inkml:trace>
  <inkml:trace contextRef="#ctx0" brushRef="#br0" timeOffset="15521.38">8213 5977 4255 0,'-4'2'0'15,"0"-2"176"-15,1 2-48 0,1-1 0 0,1-1-128 0,0 0 0 0,1 2 0 0,-1-2 0 0,0 2 1472 16,0-2 256-16,0 2 48 0,0-2 16 0,1 2-256 0,1-2-32 16,1 0-16-16,-1 0 0 0,1-2-272 0,0 2-64 15,0 0-16-15,1 0 0 0,0 0-208 0,-1-1-32 16,2 1-16-16,0-1 0 0,1 1 144 0,1 0 16 16,0-2 16-16,2 2 0 0,0-3-64 0,1 1-16 15,3 0 0-15,-1 1 0 0,3-1-448 0,0 0-80 16,2-1-32-16,0-2 0 0,0 2-288 15,-1 0-128-15,2-2 0 0,-1 2 128 0,-2 1-128 0,0-2-144 16,1 1 144-16,-1 0-208 16,2 0-1280-16,-2 0-256 0,0 2-48 0,-3-1-10592 0</inkml:trace>
  <inkml:trace contextRef="#ctx0" brushRef="#br0" timeOffset="16894.93">8886 5798 1839 0,'-1'-3'160'0,"0"0"-160"0,0 0 0 0,1 0 0 15,0 1 2128-15,0 2 400 0,0-1 80 0,0 0 16 16,-1-3-64-16,1 1-16 0,-1-2 0 0,1 3 0 16,-1-1-880-16,0 1-192 0,0 2-16 0,0 0-16 15,1 0-672-15,-1 3-144 0,0 0-32 0,-1 1 0 16,2 3-48-16,-2 2-16 0,-1 1 0 0,0 4 0 0,0 2-192 0,0 2-32 16,0 2-16-16,-1-1 0 0,1 0-160 0,-1 2-128 15,0 3 192-15,-1 0-192 0,3-5 128 16,-2 1-128-16,0 3 0 0,1-2 0 0,2 2 128 0,0-3-128 15,2-2 0-15,-1-5 0 0,1-1 0 0,1-2 0 16,1-2 0-16,0-4 0 16,1 0-688-16,-1-2-32 0,2 0-16 0,0-4-12320 0</inkml:trace>
  <inkml:trace contextRef="#ctx0" brushRef="#br0" timeOffset="17083.8">9010 5986 15663 0,'0'0'688'0,"0"1"144"0,1 0-656 0,-1 1-176 0,0-1 0 0,0 1 0 16,1 0 1184-16,0-1 208 0,0 3 32 0,0 1 16 15,2 0-352-15,1 1-64 0,0 0 0 0,0-2-16 16,2 1-1008-16,-2-3 0 0,1 1-224 0,1-1-6944 31,-1-2-1376-31</inkml:trace>
  <inkml:trace contextRef="#ctx0" brushRef="#br0" timeOffset="17304.68">9274 5820 3679 0,'3'-5'320'0,"-2"0"-320"16,1 3 0-16,-1 0 0 0,-1 0 1552 0,0 2 240 15,1 0 64-15,-1 0 0 0,0-1 1232 0,0 2 256 16,0 1 48-16,0 2 16 0,0 4-1488 0,0 1-288 15,-1 3-64-15,-2 2-16 16,1 0-464-16,-2 4-80 0,1 0-32 0,-3 3 0 0,1 1-320 0,1-4-64 16,1-1-16-16,-1 2 0 15,2 0-352-15,1 0-80 0,1 0-16 0,0-2 0 0,0-17-336 0,0 0-80 0,0 0-16 0,15 40-9664 32,-15-40-1936-32</inkml:trace>
  <inkml:trace contextRef="#ctx0" brushRef="#br0" timeOffset="17745">9554 5816 14735 0,'0'4'640'0,"-1"-2"160"0,0 0-640 16,0 1-160-16,1-1 0 0,-1 1 0 0,0-1 880 0,-1 3 144 15,-1 2 16-15,-1 1 16 0,1 3-80 0,-1-2-16 31,1 1 0-31,1-3 0 0,0-2-112 0,1-1-16 0,0 1-16 0,1 0 0 0,0-1 144 0,0 2 16 16,0 0 16-16,-1-1 0 0,0 0-256 0,0 2-48 16,1 2-16-16,-1-1 0 0,-1-1-160 0,1 2-16 15,0 1-16-15,0-1 0 16,0-2-80-16,0 1-16 0,1-1 0 0,1 1 0 0,0 0-128 0,2-1-16 16,0-1-16-16,1 0 0 15,1 1-96-15,0-3-128 0,1 0 176 0,1 0-176 0,0 1 320 0,1-1-32 0,-8-4-16 0,0 0 0 16,0 0-64-16,0 0-16 15,39 32 0-15,-39-32 0 0,0 0-192 0,0 0 0 0,0 0 128 0,30 44-128 16,-30-44 0-16,0 0 0 0,0 0 0 0,4 43 0 16,-6-34 0-16,-2 1 0 0,0-2 0 0,-2-1 0 15,0 2 192-15,-1-4-64 0,-1 3-128 0,-2-2 192 16,1-1 64-16,0-1 0 0,-1-1 0 0,0-1 0 16,-2-2-256-16,-1 1 0 15,-1-1 0-15,-1-1 0 0,0-1 0 0,-1-3 0 0,0 1 0 0,1-2 0 16,1 0-800-16,2-2-208 0,0-1-32 0,4-5-9696 15,0 1-1936-15</inkml:trace>
  <inkml:trace contextRef="#ctx0" brushRef="#br0" timeOffset="17949">9525 5884 3679 0,'5'-7'320'0,"0"2"-320"16,-2 3 0-16,0-1 0 0,0 1 1984 0,1-1 336 15,4-1 64-15,4-6 16 0,6-1 128 0,2 1 32 16,1 1 0-16,1 2 0 0,0 3-672 0,-2 0-128 16,2 2-32-16,-3 2 0 0,2-2-960 0,-3 1-192 15,2 1-32-15,-4 0-16 0,0 0-528 0,-1 0 0 0,0-2 0 0,-2 2 0 32,-1 2-1264-32,-2-2-208 0</inkml:trace>
  <inkml:trace contextRef="#ctx0" brushRef="#br0" timeOffset="19238.79">4775 7989 9215 0,'-1'0'816'0,"1"0"-656"0,0 0-160 0,-1 0 0 16,1 0 640-16,0 0 80 0,-1-2 32 0,1 2 0 16,0-2 704-16,0 1 144 0,1-1 16 0,0-2 16 15,1 1-384-15,1-2-80 0,1-1-16 0,-1 0 0 16,3 2-208-16,-1-4-48 0,1 2-16 0,1-2 0 16,0 1-240-16,-1 0-32 0,2 0-16 0,-1 0 0 15,0 2-80-15,-2 0 0 0,2 1-16 0,-2 1 0 16,0 1-128-16,0 0-32 0,-2 1 0 0,2 1 0 0,0 0-176 0,-2 1-32 15,2 3-128-15,-1-1 192 0,0 2-192 0,2 5 144 16,-6-10-144-16,0 0 128 0,19 42 48 16,-19-42 0-16,18 47 0 0,-18-47 0 0,22 62-32 0,-10-29 0 15,0 0 0-15,0 0 0 0,-1-2-144 0,-11-31 0 16,21 57 144-16,-21-57-144 0,21 45 0 0,-21-45 0 16,22 34 0-16,-22-34 0 0,0 0 0 0,0 0 0 15,40 33 0-15,-30-31 0 0,-1-2 752 0,-1-3 176 16,2-1 32-16,-2-3 16 15,0 0-3120-15,1-3-624 0</inkml:trace>
  <inkml:trace contextRef="#ctx0" brushRef="#br0" timeOffset="19427.59">5245 7918 14735 0,'-12'0'640'0,"4"2"160"0,1 3-640 0,0-2-160 0,2-1 0 0,0 3 0 16,-1 0 1232-16,-4 2 224 0,-7 7 32 0,-7 7 16 15,-5 5 208-15,-3 5 32 0,-1 2 16 0,1 1 0 16,3-4-480-16,0 1-80 0,-1 1-32 0,0-2 0 16,6-2-656-16,-1-2-144 0,1 3-32 0,2-1 0 15,2-2 528-15,0 0 96 0,3 0 32 0,2-4 0 16,2-1-1840-16,1-2-368 0,4 0-80 16,1-2-13168-16</inkml:trace>
  <inkml:trace contextRef="#ctx0" brushRef="#br0" timeOffset="23326.42">5467 8372 13823 0,'-1'-1'1216'0,"0"1"-960"16,1 0-256-16,-1 0 0 0,1 0 1408 0,-1 1 256 15,0 1 32-15,-3 0 16 0,0 2-112 0,-1 1-32 16,0 0 0-16,-2 5 0 0,1 1-864 0,-1 1-160 16,1 3-32-16,-1 1-16 0,3 0-272 0,-1-1-48 15,1 2-16-15,2-2 0 0,1-2-160 0,2-3 128 16,1 1-128-16,-1-4 128 0,3-1-128 0,1-1 0 0,0-4 144 16,2-1-144-16,1 0 0 0,0-4 0 15,3-3 0-15,0 0 0 0,1-3 304 0,0-1 80 16,1-2 32-16,-1-1 0 0,-1 2-16 0,-1-2 0 15,0 0 0-15,-2-1 0 0,-2 4-272 0,-1-3-128 0,-1 4 128 0,-2-1-128 16,-2 0 128-16,-1 4-128 0,-1-2 128 0,-1 1-128 16,-2 4 144-16,-1-1-144 0,-1 1 160 0,-2 3-160 15,0 4 368-15,0 0-32 0,-3 2 0 0,2 2 0 16,-1 1-16-16,2 0 0 0,1 1 0 16,2-2 0-16,0 1-320 0,5-2 0 0,-1 0 0 0,2-2-128 31,2-2-992-31,3 0-192 0,1-1-32 0,3-2-12464 0</inkml:trace>
  <inkml:trace contextRef="#ctx0" brushRef="#br0" timeOffset="23515.38">5703 8432 10127 0,'0'3'896'16,"0"-3"-704"-16,1 3-192 0,-1-3 0 0,1 2 2416 0,-1-2 448 15,0 0 80-15,0 2 32 0,2 0-160 0,-1 1-48 16,2 2 0-16,-1-1 0 0,1 2-1488 0,-1-1-320 15,1-1-48-15,0 0-16 0,1 1-672 0,-2 0-224 16,2 0 128-16,-1-3-128 0,1 2 0 0,-1-1-272 16,0-2 48-16,2-1-14784 0</inkml:trace>
  <inkml:trace contextRef="#ctx0" brushRef="#br0" timeOffset="23877.78">5876 8348 5519 0,'-2'2'496'0,"0"0"-496"0,1 0 0 0,0 1 0 16,0-1 1856-16,0 1 256 0,-1-1 64 0,0 2 16 15,-2 4-80-15,0 2-32 0,-1 2 0 0,-1 2 0 16,1 2-1120-16,0-3-240 0,2 0-32 0,0-1-16 16,1-2 32-16,1-1 0 0,2 0 0 0,2-4 0 15,0 1-128-15,2-3 0 0,1-2-16 0,0-1 0 16,2-1-560-16,-1-1 0 0,1 0 0 0,2-3 0 15,1 0 0-15,0-2 0 0,0 0-192 0,0-3 48 0,1 1-112 16,0-3-32-16,0 1 0 0,-2 1 0 0,0-2 288 0,-2 0-192 16,0 1 192-16,-2-1-160 0,0 2 160 0,-4 1 0 15,0-1-144-15,-2 1 144 0,-2 2 0 0,0-3 0 16,-3 3 0-16,-1 0 0 0,1 2 0 0,-3 2 0 16,0 0 0-16,-2 2 0 0,1 1 160 0,-1 0-160 15,0 2 192-15,1 3-192 0,0 0 336 0,1 2-32 16,2 0-16-16,0-2 0 0,2 2-288 0,2-3 128 15,2 1-128-15,0 0 0 16,2-3-336-16,2 1-176 0,1-1-48 0,1-2-11168 0</inkml:trace>
  <inkml:trace contextRef="#ctx0" brushRef="#br0" timeOffset="24222.97">6169 8238 10127 0,'4'-2'448'0,"-2"0"96"0,0 0-544 0,-1 1 0 0,-1 1 0 0,0 0 0 15,0 0 1984-15,0 0 272 0,0 1 64 0,-1 1 16 16,0 0 32-16,-2 2 16 0,0 0 0 0,-1 1 0 16,1 1-1264-16,-2 3-256 0,0 1-48 0,0-1-16 15,-1 3-352-15,2-2-80 0,-1 2-16 0,0 0 0 16,2-1-112-16,0 1-32 0,0-2 0 0,2-1 0 16,1-2-32-16,0 0-16 0,2-2 0 0,1-2 0 0,0 1-160 0,3-1 0 15,0 0 0-15,0-2 0 16,1 2 0-16,1-1 0 0,-8-2 0 0,0 0 0 15,0 0 0-15,0 0 0 0,46 12 0 0,-46-12 0 0,0 0 0 16,0 0 0-16,0 0 0 0,44 17 0 0,-39-13 0 0,-1 1 0 16,0 0 0-16,-1-1 0 0,-3 2 0 0,-2-1 128 15,-1 1-128-15,-1 1 0 0,0-2 128 0,-2 2-128 16,0-2 0-16,-3 2 128 0,1-2-128 0,-1 0 0 16,-2 1 0-16,1-1 0 0,-1-2 0 0,0 1 0 15,0-2 0-15,2 1 0 0,0-3-208 0,2 0-128 0,-1-3-32 16,1 0-13936-16</inkml:trace>
  <inkml:trace contextRef="#ctx0" brushRef="#br0" timeOffset="24396.02">6188 8250 11055 0,'2'2'480'0,"1"-2"112"0,1 0-464 0,-1 0-128 16,0 0 0-16,-1-2 0 0,1 2 1424 0,3-1 272 0,2-2 48 0,4 0 16 15,3-2-544-15,-1 1-96 0,1-1-32 0,-2 0 0 16,0 1-832-16,0 1-256 0,-1 0 128 0,0 1-6448 16,0 0-1296-16</inkml:trace>
  <inkml:trace contextRef="#ctx0" brushRef="#br0" timeOffset="25878.67">6576 8452 8287 0,'0'0'736'0,"0"0"-592"16,0 0-144-16,0 2 0 0,0-2 1216 0,-1 2 192 15,0 1 64-15,1 2 0 0,-2 1 192 0,-1 2 32 16,0 2 16-16,-1 1 0 0,0-2-864 0,0 3-160 15,-1 0-48-15,0 0 0 0,-2 0-240 0,2 0-48 16,-1-2-16-16,1 1 0 0,-2-2-512 0</inkml:trace>
  <inkml:trace contextRef="#ctx0" brushRef="#br0" timeOffset="27684">7334 6249 1839 0,'-2'-2'160'0,"1"1"-160"0,1-1 0 0,-1 1 0 16,1 0 1232 0,0 1 224-16,0 0 32 0,-1 0 16 0,1-2 352 0,-1-1 64 0,0 1 0 0,1 0 16 15,0 1 48-15,-1-1 0 16,1 2 0-16,0 0 0 0,1 0-176 0,-1 0-16 0,0 0-16 0,0 2 0 15,0 1-272-15,0 0-48 0,1 2-16 0,-1-1 0 16,1 3-592-16,-1 0-112 16,1 2-32-16,-1 1 0 0,0 2-512 0,0 0-192 0,-1 0 0 0,0-1 144 15,0 1-144-15,-1-3 0 0,-1 1 0 0,0 0 0 16,0-1 0-16,-1 0 0 0,-1 1 0 0,0 0-15856 16</inkml:trace>
  <inkml:trace contextRef="#ctx0" brushRef="#br0" timeOffset="29135.82">6914 8215 5519 0,'0'0'496'0,"0"0"-496"0,0 0 0 0,0 0 0 16,0 0 832-16,0 0 80 0,0-1 16 0,0 1 0 15,1 0-160-15,-2 0-48 0,1 0 0 0,0 0 0 16,0 0-32-16,1-2-16 0,-1 2 0 0,0 0 0 16,0 0 176-16,0-1 48 0,0 1 0 0,1-1 0 0,-1 1-80 0,0 0-16 15,1 0 0-15,-1 0 0 0,0 0-32 0,0 0-16 16,0 0 0-16,0 0 0 0,0 0-80 15,1 0-16-15,-1 0 0 0,1 0 0 0,-1-2 48 16,0 2 16-16,0-2 0 0,1 1 0 0,0 1-128 0,0-3-16 16,0 3-16-16,-1-2 0 0,1 2-144 0,0-1-32 15,-1 0 0-15,0 1 0 0,0-2 16 0,0 2 0 16,0 0 0-16,0-2 0 0,0 2 64 0,-1 0 16 16,0 0 0-16,0 0 0 0,0 2-208 0,0-2-32 15,0 2-16-15,-1 0 0 0,-1 0-32 0,1 2-16 16,-1 0 0-16,0 0 0 0,-1 1 16 0,0 2 16 15,1-2 0-15,1 1 0 0,-1-2-16 0,0 1 0 0,1-1 0 16,0 3 0-16,0-2-16 0,1-2-16 16,0 1 0-16,0 1 0 0,1-3-32 0,0 1 0 0,-1 1 0 0,1-1 0 15,1-1-128-15,-1 1 0 0,1 1 144 0,0-1-144 16,1 1 0-16,1-2 144 0,0 2-144 0,1 0 0 16,0 0 144-16,2-1-144 0,0 2 0 0,-6-5 144 15,0 0-144-15,0 0 0 0,0 0 0 0,38 24 0 16,-38-24 0-16,0 0 0 0,0 0 0 0,0 0 0 15,40 29 0-15,-40-29 0 0,0 0 0 0,0 0 0 16,0 0 0-16,0 0 0 0,35 32 0 0,-31-29 0 0,0 1 0 0,-1 1 0 16,-1-2 0-16,-1-1 0 0,0 1 0 15,-1-2 0-15,0 2 0 0,0 0 128 0,-1-1 224 0,-1 1 32 16,-1 0 16-16,-1 0 0 0,0-1-400 0,-1 3 128 16,-1-3-128-16,0 1 0 0,-3 2 0 0,1-1 0 15,-1 1 128-15,-1 0-128 0,-2-1 0 0,1 2 0 16,-1 0 0-16,0-1 0 0,3-2 0 0,0-1 0 15,0-2 0-15,2-2 0 0,0 0-176 0,3-2-16 16,0-4 0-16,2-2-17536 0</inkml:trace>
  <inkml:trace contextRef="#ctx0" brushRef="#br0" timeOffset="29351.91">6939 8160 11967 0,'0'0'528'0,"0"0"112"0,1 0-512 0,-1 0-128 16,1 0 0-16,-1 0 0 0,1 0 2064 0,0-2 384 15,1 2 80-15,2-2 16 0,2 1-48 0,-1 1-16 16,3-2 0-16,0-1 0 0,1 1-1168 0,1 1-224 16,1 0-64-16,-1 1 0 0,0 0-672 0,0 0-144 15,-10 0-16-15,0 0-16 0,34 2-176 0,-34-2 0 16,0 0 0-16,0 0-10240 15,40 5-1952-15</inkml:trace>
  <inkml:trace contextRef="#ctx0" brushRef="#br0" timeOffset="30101.5">5372 7550 6447 0,'-3'-2'576'0,"1"2"-576"0,0 0 0 0,1 0 0 16,0 0 592-16,0 0 16 0,-1 0 0 0,-2 0 0 16,-2 0 160-16,1 2 48 0,0-2 0 0,-1 0 0 15,3 0 176-15,-1 0 32 0,1-2 16 0,1 2 0 16,1 0 448-16,0-1 96 0,0 1 16 0,1-1 0 15,0 1 32-15,1 0 16 0,0-2 0 0,3 0 0 16,1 1-464-16,0-1-96 0,1-1 0 0,0 3-16 16,2-2-208-16,0 1-32 0,1 1-16 0,-1 0 0 15,1 1-512-15,0 1-112 0,1 1 0 0,-2 0-16 16,0 2-176-16,-2-1 0 0,0 3 0 0,-2-2 0 16,-1 2 0-16,-1 0 0 0,-2 0 0 0,-1 0 0 0,-2 0 0 0,-1 0 0 15,1 0 0-15,-3 1 128 0,1-1-128 0,-2 0 0 16,1 0 0-16,-2 0 128 0,2-2-128 0,-2 2 0 15,2-3 0-15,0 1 0 0,3-2 0 0,-1-1 0 16,2 0 0-16,1-1 0 0,1 3 0 0,0-4 0 16,1 0 0-16,1 0 0 0,2-2 0 0,0 2 0 15,1-1 0-15,0-1 0 0,1 2 0 0,1-2 0 16,3 0 0-16,-1-1 0 0,2-1 384 0,0 1-16 16,1 1 0-16,1-1 0 0,1 1-368 0,1-1 128 15,2-1-128-15,0 2 0 0,2-3 0 0,0 2 0 16,3 1-160-16,-22 2-15840 0</inkml:trace>
  <inkml:trace contextRef="#ctx0" brushRef="#br0" timeOffset="30643.95">7595 8186 10127 0,'-3'0'896'0,"0"0"-704"15,1 0-192-15,1 0 0 0,0 0 1152 0,0 0 208 0,-1 0 48 0,-2 2 0 16,0-2 448-16,1 1 112 0,1 1 16 0,1-2 0 16,3-2-400-16,0 1-80 0,3 1-16 0,1-2 0 15,2 0-304-15,2 0-64 0,1 1-16 0,1-3 0 16,0 1-560-16,2 1-112 0,0 0-32 0,1-3 0 0,0 2-224 0,0 1-48 15,-1 0-128-15,1 0 192 0,0 1-192 0,-1-1 0 16,-1 2 0-16,-2 0-160 0,0-2-96 0,-2 1 0 16,0 1-16-16,-3 0-9440 15,0 1-1872-15</inkml:trace>
  <inkml:trace contextRef="#ctx0" brushRef="#br0" timeOffset="30849.08">7678 8250 7359 0,'-6'7'320'0,"3"-4"80"0,0 0-400 0,2-2 0 16,0 0 0-16,1-1 0 0,0 1 2240 0,0 0 352 0,0 1 80 0,0 1 16 15,2 0 272-15,1-2 64 0,0 1 16 0,4-2 0 16,0-2-1040-16,2 1-208 16,0 0-32-16,2-4-16 0,0 2-832 0,1 0-160 0,0 0-48 0,1-2 0 15,2 0-512-15,2 1-192 0,-1 1 144 0,-1 0-11072 16,-1 0-2208-16</inkml:trace>
  <inkml:trace contextRef="#ctx0" brushRef="#br0" timeOffset="32735.82">8163 8215 8287 0,'-2'-1'736'0,"1"1"-592"16,1 0-144-16,0 0 0 0,0 0 800 0,-1 1 128 15,0 1 32-15,0-2 0 0,-2 3 400 0,0 0 96 16,0 1 16-16,0 3 0 0,0-1-320 0,0 3-64 16,1 2-16-16,-2 1 0 15,1 2-368-15,-2 2-80 0,1 1-16 0,-1 4 0 0,-1 3 64 0,1 0 16 16,-2 4 0-16,0 0 0 0,-1 1 0 0,0-2 0 16,0 1 0-16,-1 0 0 0,1-2-80 0,0-2-16 15,1-3 0-15,2 0 0 0,0-1-288 0,2-4-64 16,1-4-16-16,2-2 0 0,2-3-224 0,0-2 0 0,2-3 0 0,0-5-9232 31,1-1-1744-31</inkml:trace>
  <inkml:trace contextRef="#ctx0" brushRef="#br0" timeOffset="32956.64">8309 8288 12895 0,'1'-1'1152'0,"-1"0"-928"0,0 1-224 0,0 1 0 15,0 0 1328-15,-1-1 208 0,0 3 64 0,-1 2 0 16,0 3 192-16,-2 2 64 0,-1 5 0 0,-2 3 0 16,0 4-576-16,-1 2-96 0,-1 1-32 0,0 1 0 15,1 0-224-15,-1-2-48 0,2 2-16 0,0-3 0 16,3-2-272-16,0-1-48 0,0 0-16 0,2-4 0 16,2 0-528-16,1-4 0 0,-1-12 0 0,0 0 0 15,0 0-560-15,0 0-112 0,0 0-32 0,0 0-13872 16</inkml:trace>
  <inkml:trace contextRef="#ctx0" brushRef="#br0" timeOffset="33129.61">8341 8549 16575 0,'1'-3'736'0,"0"1"160"0,1 2-720 0,-1 0-176 0,-1 0 0 0,0 0 0 16,1 2 1424-16,0 1 256 0,1-1 48 0,0 3 16 15,1 0 144-15,1 2 32 16,-1-2 0-16,0 0 0 0,1 1-1280 0,0-1-256 0,-1-2-64 0,1 0 0 15,1 0-320-15,-1-3 0 0,0 1-160 0,0-1-8960 16,0 0-1792-16</inkml:trace>
  <inkml:trace contextRef="#ctx0" brushRef="#br0" timeOffset="33522.44">8604 8385 21183 0,'1'-5'944'0,"0"2"192"0,1 0-912 0,-1 1-224 0,-1 1 0 0,0 1 0 0,0 0 1264 0,1 0 208 16,0 0 32-16,-1 0 16 0,0 0-384 0,-1 3-80 16,-2 1-16-16,1 3 0 0,-3 0-304 0,-1 4-64 15,1 1-16-15,-2 2 0 0,3-1-160 0,-2 2-48 16,2-1 0-16,1 0 0 0,1-2-160 0,2-1-32 15,2-2-16-15,1-3 0 0,-3-6-240 0,0 0 0 16,0 0 0-16,0 0 0 0,40 7 0 0,-27-12 0 16,0-2 0-16,2-2 0 15,3-1 0-15,-3-1 0 0,1-2 0 0,-1-1 0 0,-1 0 0 0,-2-1 176 0,-1 1 0 0,-2-1 0 16,-2 2 32-16,-2 3 16 0,-1-1 0 0,-3 2 0 16,0 1-32-16,-3-1-16 0,-1 2 0 0,-2-3 0 15,-1 5 48-15,-1-3 16 0,-3 2 0 0,-1 0 0 16,-1 1-240-16,0 2 176 0,-1 0-176 0,1 1 160 15,1 2-160-15,2 0 0 0,1 0 0 16,0 2 0-16,3 1 0 0,1-1 0 0,1 1 0 0,1-1-11408 16,3 0-2176-16</inkml:trace>
  <inkml:trace contextRef="#ctx0" brushRef="#br0" timeOffset="33901.18">8886 8066 14735 0,'0'-1'1312'0,"1"1"-1056"15,0 0-256-15,0 0 0 0,0 0 1872 0,0-2 320 16,2 2 64-16,1-2 16 0,3 1-240 0,1-1-48 16,2-2-16-16,1 1 0 15,1-2-1232-15,3 1-240 0,0-2-48 0,1 0-16 0,0 1 128 0,1-2 16 16,-1 2 16-16,2 0 0 0,-1-1 96 0,-2 0 16 15,0 3 0-15,-1-1 0 0,-2 0-400 0,-1 1-80 16,0 2-16-16,-3 0 0 0,-2 2-208 0,0 0 176 0,-1 2-176 0,-5-3 160 16,0 0-16-16,0 0 0 15,0 0 0-15,7 47 0 0,-9-31 112 0,-2 4 32 0,1 1 0 16,-3 3 0-16,1 2-128 0,-2 3-32 0,-1 3 0 0,-1 2 0 16,1-4-128-16,-1 2 0 0,0 1 0 0,-1 2 0 15,1-2 0-15,1-1 0 0,0-2 0 0,0-4 0 16,1-5 0-16,2-2 0 0,0-2 0 0,1-3 0 15,0 0 0-15,1-2 0 0,1-2 0 0,1-4 0 16,0-2-960-16,0 0-240 0,1-4-32 0,0-2-14976 16</inkml:trace>
  <inkml:trace contextRef="#ctx0" brushRef="#br0" timeOffset="34106.18">9006 8359 23039 0,'1'0'1024'0,"1"0"192"0,1-2-960 16,-1 2-256-16,-1 0 0 0,2-2 0 0,1 1 2272 0,3-1 416 0,4 0 64 0,6-5 32 16,4 0-880-16,2-3-176 0,1 0-48 0,1 1 0 15,0-2-1104-15,-1 1-208 0,0 0-48 0,0-1-16 16,1 3-304-16,-2 0 0 0,1 2 128 0,-2 1-128 16,-2 3-192-16,-20 2-80 0</inkml:trace>
</inkml:ink>
</file>

<file path=ppt/ink/ink14.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0T09:38:36.602"/>
    </inkml:context>
    <inkml:brush xml:id="br0">
      <inkml:brushProperty name="width" value="0.05292" units="cm"/>
      <inkml:brushProperty name="height" value="0.05292" units="cm"/>
      <inkml:brushProperty name="color" value="#0070C0"/>
    </inkml:brush>
  </inkml:definitions>
  <inkml:trace contextRef="#ctx0" brushRef="#br0">6234 10683 9215 0,'2'0'816'0,"-1"0"-656"0,1 2-160 0,-1-2 0 15,0 0 1104-15,1 0 192 0,3 1 48 0,1 1 0 16,-6-2 464-16,0 0 112 0,36 4 0 0,-36-4 16 16,29 0-208-16,-29 0-32 0,37-2-16 0,-17 0 0 15,-20 2-96-15,46-8-32 0,-20 2 0 0,-1 0 0 16,-1 2-560-16,-1-1-112 0,-2 2-32 0,-1 0 0 0,-20 3-448 0,33-3-80 15,-33 3-32-15,28-3 0 16,-28 3-144-16,0 0-16 0,31-2-128 0,-23 2 192 16,-2-3-192-16,-1 1 128 0,-2 1-128 0,-2 0 0 0,0-1 0 15,-2 1 0-15,0-1 0 0,-2 2 0 16,-2 0-400-16,0 0-128 0,-2 0-32 0,1 0 0 16,-3 2-2144-16,1-1-432 0,-2 2-96 0,-1 0-9184 0</inkml:trace>
  <inkml:trace contextRef="#ctx0" brushRef="#br0" timeOffset="456.91">6236 10790 12895 0,'-7'-5'576'0,"3"2"112"0,0-1-560 0,1 1-128 0,2 1 0 16,1 0 0-16,-1 1 1696 0,1-3 304 0,-1-1 64 0,0-2 16 16,1 0 336-16,1 2 64 0,1 1 16 0,2 3 0 15,0 1-656-15,1 0-128 16,-5 0-32-16,0 0 0 0,0 0-704 0,0 0-144 0,44 22-16 0,-44-22-16 15,0 0-288-15,41 17-48 0,-41-17-16 0,0 0 0 16,49 16-160-16,-49-16-32 0,0 0-16 0,52 19 0 16,-52-19-240-16,37 12 176 0,-37-12-176 0,0 0 160 15,51 16-160-15,-51-16 0 0,0 0 0 0,38 15 0 0,-38-15 0 0,0 0 0 16,0 0 128-16,0 0-128 16,0 0 0-16,26 38 0 0,-29-29 0 0,-2 2 0 0,-3 1 0 0,-2 1 0 15,-3 1 0-15,-2 2 0 0,-1 1 0 0,-2-1 0 16,-2 1 0-16,-2 2 0 0,-1-2 0 0,0 2 0 15,0-3 0-15,0-1 0 0,5-1 0 0,1 0 0 16,3-3 0-16,3-1 0 0,3 0 0 0,0-3 0 16,3 1 0-16,1-2 0 0,2-1 0 0,3-3 0 15,3 0 0-15,1-2 0 0,4 0 0 0,-1-3 0 16,3 0 0-16,3 0 0 0,4-2 0 0,3 1 0 16,0-1 0-16,3 0 0 0,2 0 0 0,2 1 0 0,0 0 0 15,-3 1 0-15,-3-2 0 0,0 2 0 16,-22 3 0-16,40-6 0 0,-40 6 0 0,32-3 0 0,-32 3 0 0,28-5 0 15,-17 3 0-15,-1-3 0 0,0 2 0 0,-1-3 0 16,-3-1 0-16,0 2 0 16,-2-2 0-16,1 2-12256 0,0-2-2352 0</inkml:trace>
  <inkml:trace contextRef="#ctx0" brushRef="#br0" timeOffset="1307.7">6966 10761 911 0,'0'-2'0'0,"-1"2"0"0,1 0 0 0,0 0 0 16,0 0 640-16,-1 0 32 15,1-1 16-15,-1 1 0 0,0 0 336 0,1 0 64 0,-1-2 0 0,2 1 16 16,-2 0 528-16,1-1 96 16,0 0 32-16,0 1 0 15,0-2 176-15,0 1 48 0,0 2 0 0,0 0 0 16,-1 0-256-16,1-2-64 0,0 2 0 0,0 0 0 15,0 0-160-15,0 2-32 0,1-2-16 0,0 2 0 16,1 1-352-16,0-2-64 0,1 1-16 0,0 2 0 0,1 1-368 0,-4-5-80 16,0 0 0-16,0 0-16 0,0 0-128 0,32 33-32 15,-32-33 0-15,0 0 0 0,33 40-112 0,-33-40-32 16,0 0 0-16,38 46 0 0,-38-46-64 16,28 35-32-16,-28-35 0 0,0 0 0 0,38 45-160 0,-38-45 0 15,0 0 0-15,35 37 0 0,-35-37 0 0,0 0 0 16,0 0 0-16,41 23 0 0,-41-23 0 0,0 0 0 15,0 0 0-15,26-5 0 16,-22 1-1520-16,1-4-176 0</inkml:trace>
  <inkml:trace contextRef="#ctx0" brushRef="#br0" timeOffset="1512.81">7257 10784 5519 0,'-4'3'496'0,"1"-2"-496"0,1 1 0 0,0 0 0 16,0 0 2048-16,-2 0 320 0,-2 4 64 0,-5 3 16 15,-3 5 416-15,-3 0 80 0,1 3 0 0,0-3 16 16,1 2-656-16,-1 1-144 0,0 0-32 0,1-3 0 16,0 3-608-16,0-1-128 0,1 1-32 0,1-3 0 15,1 0-768-15,1-2-144 0,1 2-48 0,0-2 0 16,1-1-400-16,2 0 0 0,1-2 0 0,2-2 0 16,2 0-1088-16,1-2-160 0,1 0-32 0,0 0-14688 15</inkml:trace>
  <inkml:trace contextRef="#ctx0" brushRef="#br0" timeOffset="1850.16">7212 11155 7359 0,'4'2'320'0,"-2"0"80"0,0-2-400 0,0 0 0 15,-1 0 0-15,0 0 0 0,0-2 2144 0,2 2 352 16,2-3 64-16,0-1 0 0,4-3-48 0,0 0-16 0,-1-1 0 0,2 1 0 15,-1-1-960-15,0 0-192 0,1 1-32 0,-1 2-16 16,-1 0-352-16,0 1-80 0,1-1-16 0,-3 4 0 16,-6 1-368-16,0 0-80 0,0 0-16 0,0 0 0 15,0 0-192-15,0 0-64 0,0 0 0 0,0 0 0 16,31 29 96-16,-32-20 16 0,0 1 0 0,-2 3 0 16,1-2 16-16,0 3 0 0,-2 0 0 0,2-2 0 15,0 1-256-15,2-2 176 0,0 3-176 0,0-4 160 16,0-10-160-16,0 0 0 0,8 30 144 0,-8-30-144 15,0 0 0-15,0 0 0 0,0 0 0 0,0 0 0 16,41 20 0-16,-41-20 0 0,19-6 0 0,-9 0 0 16,0-2-256-16,0-1-32 0,0-1 0 0,0-1 0 15,-1-1-2016-15,1-2-384 0,-1-1-96 0,-3 1-10544 16</inkml:trace>
  <inkml:trace contextRef="#ctx0" brushRef="#br0" timeOffset="2038.54">7389 10903 8287 0,'-9'3'368'0,"5"-1"80"0,0-1-448 0,0 0 0 16,2 1 0-16,1 1 0 0,-1 0 2304 0,-1 1 384 0,-1 3 80 0,0 3 16 15,-1 1 432-15,2-1 96 0,3-10 16 0,0 0 0 16,0 0-1376-16,10 33-272 16,-10-33-48-16,0 0-16 0,0 0-1056 0,0 0-224 0,41 17-32 0,-41-17-16 15,0 0-288-15,0 0-272 0,37-2 48 0,-27-1-16096 16</inkml:trace>
  <inkml:trace contextRef="#ctx0" brushRef="#br0" timeOffset="2301.5">7639 10818 15663 0,'-2'0'1392'0,"1"0"-1120"16,1 0-272-16,0 0 0 0,0 0 1856 0,1 0 304 15,0-2 64-15,1 0 16 0,3 1-304 0,1-3-48 16,3 1-16-16,1 1 0 0,2-3-832 0,1 2-160 16,1 0-48-16,0 0 0 0,-14 3-288 0,27-3-64 15,-27 3-16-15,30 0 0 16,-30 0-464-16,0 0 0 0,36 0 0 0,-36 0 0 15,0 0-1152-15,32 1-160 0,-32-1-32 0,0 0-12848 0</inkml:trace>
  <inkml:trace contextRef="#ctx0" brushRef="#br0" timeOffset="2491">7681 10891 14735 0,'-4'5'640'0,"2"-3"160"0,1 1-640 0,1-1-160 0,1 1 0 0,0-3 0 15,1 0 2256-15,1 2 432 0,-3-2 64 0,0 0 32 16,0 0-288-16,36 7-64 0,-36-7-16 0,0 0 0 16,45-3-1168-16,-45 3-224 0,34-3-64 0,-34 3 0 15,31-1-576-15,-31 1-128 0,29 0-32 0,-29 0-11296 32,0 0-2272-32</inkml:trace>
  <inkml:trace contextRef="#ctx0" brushRef="#br0" timeOffset="3568.8">8264 10767 7359 0,'-2'-3'656'0,"1"2"-528"15,0-1-128-15,1 0 0 0,0 1 768 0,0 1 128 16,0 0 32-16,0-2 0 0,0 2 80 0,0-2 16 16,0 2 0-16,0-2 0 0,1 0-736 0,-1 1-144 15,1 1-16-15,0 0-128 0,1 1-160 0,0-1-144 16,0 0-16-16,0 0-16 15,0-1-544-15,2 1-96 0,-1-3-32 0,0 1 0 16,0 0 368-16,-1 2 80 0,2-2 16 0,-1-1 0 0,0-1 848 0,0 1 160 0,1 2 48 0,-1-2 0 16,0 2 1136-16,-3-1 224 0,1 2 48 15,-1-2 16-15,0 2 320 0,-1 2 64 0,0-1 16 16,-3 1 0-16,0 1-480 0,0 0-112 0,-1 2-16 0,-1 0 0 16,0-1-544-16,-1 4-112 0,0-1-32 0,0-1 0 15,-1 2-336-15,1 1-64 0,-2 1 0 0,1 2-16 16,-1 0-240-16,1 0-64 0,0 0 0 0,1 2 0 15,-1 2 64-15,1 1 16 0,0 2 0 0,1 0 0 16,1 0-160-16,1-2-48 0,2 0 0 0,2-17 0 16,0 30-192-16,0-30 144 0,0 0-144 0,7 31 128 15,-7-31-128-15,0 0 0 0,0 0 0 0,0 0 0 0,32 31 0 16,-32-31 0-16,0 0 0 0,34 0 0 0,-34 0 0 0,29-3 0 16,-14-2 0-16,3 1 0 0,0-1 0 0,-1 0 0 15,1-1 0-15,-1 0 0 0,0 0 0 0,-1 0 0 16,0-1 0-16,-2 0 0 15,0 0-704-15,-1 0 0 16,-1 2-16-16,-2-2 0 0,-1 3-2064 0,-2-3-416 0</inkml:trace>
  <inkml:trace contextRef="#ctx0" brushRef="#br0" timeOffset="3762.25">8424 10839 10127 0,'-8'-4'448'0,"3"1"96"0,1 2-544 0,1 0 0 16,0 1 0-16,2 1 0 0,-2 0 1808 0,-2-1 256 0,-2 3 48 0,-4 4 16 15,-1 0 496-15,1 2 112 0,1 5 16 0,-1 0 0 16,0 6-448-16,1 1-96 0,-1 2-16 0,1 1 0 16,1 0-1040-16,1 2-224 0,-2 0-32 0,3-2-16 15,0-5-608-15,3 0-112 0,0-3-32 0,1-2 0 16,1-1-128-16,1-2 0 0,1-11 0 0,0 0 0 31,2 27-720-31,-2-27-128 0,0 0-32 0,0 0-15648 0</inkml:trace>
  <inkml:trace contextRef="#ctx0" brushRef="#br0" timeOffset="4110.88">8628 10820 8287 0,'0'2'736'0,"-1"-1"-592"15,1 3-144-15,-1-3 0 0,-1 2 2128 0,0 0 400 16,-1 5 80-16,-1 1 16 0,-3 6-256 0,-1 3-32 15,0 4-16-15,-2-1 0 0,2 2-768 0,1-1-144 16,1-3-48-16,1 1 0 0,1-2-112 0,2-1-32 16,2-17 0-16,0 0 0 0,4 32-624 0,-4-32-128 15,0 0-16-15,0 0-16 0,0 0-432 0,0 0 0 0,43 12 0 0,-31-16 0 16,0-4 160-16,2-1-160 0,1-2 192 0,0-1-192 16,2-2 208-16,-1-1-64 0,1 1-16 0,-2-3 0 15,-1 3-128-15,-2 1 0 0,-1 0 0 0,-2 0 0 16,-1 0 0-16,-3 1 0 0,-1-1 128 15,-3 1-128-15,-2-1 0 0,-2 1 128 0,-3 0-128 0,-4 0 128 16,0 3 48-16,-3 0 0 0,-2 1 0 0,-1 2 0 16,-1 3-16-16,-1 1 0 0,2 4 0 0,2 1 0 15,2 1-160-15,0-1 0 0,2 2 0 0,2 1 0 32,1 2-544-32,3-2-96 0,1 2 0 0,1-2-16144 0</inkml:trace>
  <inkml:trace contextRef="#ctx0" brushRef="#br0" timeOffset="4315.28">8977 10946 22111 0,'-1'2'976'0,"1"1"208"0,0 0-944 0,0-1-240 16,-1 0 0-16,0 0 0 0,0 0 2048 0,0 3 352 0,-1 2 80 0,-1 4 16 15,3-11-880-15,-4 25-160 0,4-25-48 0,-1 24 0 16,1-24-960-16,0 0-192 0,0 0-32 0,0 0-16 31,17 35-608-31,-17-35-128 0,0 0-32 0,0 0-15296 0</inkml:trace>
  <inkml:trace contextRef="#ctx0" brushRef="#br0" timeOffset="4560.64">9264 10735 12895 0,'-3'2'576'0,"0"1"112"0,2-1-560 0,0 0-128 0,-1-1 0 0,1 1 0 0,-1 1 1728 0,-1 3 304 15,-1 2 64-15,-1 3 16 0,-3 4-528 0,1 1-112 16,0 0 0-16,-2 4-16 0,2-2-64 0,-1 4-16 16,-1-1 0-16,1 1 0 0,1 1-400 0,2-1-80 15,0-4 0-15,1 2-16 0,2-2-656 0,2-18-224 16,-3 34 144-16,3-34-144 31,0 26-1872-31,0-26-464 0,0 0-96 0,0 0-10272 0</inkml:trace>
  <inkml:trace contextRef="#ctx0" brushRef="#br0" timeOffset="5026.92">9422 10848 11967 0,'2'-2'528'0,"0"2"112"0,0-1-512 0,-1 0-128 0,0 1 0 0,0 0 0 16,0 0 2832-16,0-2 544 0,2 0 96 0,2-1 32 0,1 0-624 0,0-1-112 31,2-3-16-31,-1 2-16 0,1-2-1568 0,2 0-304 0,-1-3-64 0,1 1-16 0,1-1-320 16,1-2-64-16,-2-1-16 0,-1 0 0 16,0 0-192-16,-2 0-32 0,0-3-16 0,-1 1 0 0,-2-1-144 0,-1 0 0 31,-1 3 0-31,-2 0 0 0,-2 3 0 0,-2 0 0 0,-1 5 0 0,-2 0 0 0,-1 3 0 0,-1 2 0 15,-2 3 0-15,-2 4 0 0,-1 0 128 0,-1 1-128 16,-2 1 128-16,1 2-128 0,1 1 0 0,1 0 0 16,1 0 0-16,0 0 0 0,3 0 0 0,1-1 0 15,3-1 0-15,0-2 0 16,2 1 0-16,2 0 0 0,0-2 0 0,2-7 0 16,0 0-128-16,0 0 128 0,0 0 0 0,0 0 0 0,0 0 0 0,34 33 0 0,-34-33 0 0,0 0 0 15,33 8 0-15,-33-8 0 0,0 0 0 0,45 4 0 16,-45-4 0-16,30 3 0 0,-30-3 0 0,0 0 0 15,39 7 0-15,-39-7 0 0,0 0 0 0,0 0 0 16,0 0 0-16,0 0 0 0,34 24 0 16,-35-15 0-16,-1 0 0 0,-4 3 0 0,2 0 0 15,-4 1 0 1,-2 5 0-16,-3 2 192 0,-1 5-192 0,-3 1 192 16,0 3 64-16,-1 2 0 0,1-1 16 0,2-2 0 15,2-5-128-15,3-3-16 0,0-1-128 0,5-2 192 0,0-6-192 16,2 1 0-16</inkml:trace>
  <inkml:trace contextRef="#ctx0" brushRef="#br0" timeOffset="6945.27">11224 10758 11967 0,'0'-2'1072'0,"1"1"-864"16,0 0-208-16,0 1 0 0,2 0 1200 0,-1-2 192 16,1 2 32-16,2-3 16 0,4-1 288 0,1 3 48 0,1-1 16 0,2 0 0 15,3 2-672-15,0-3-128 16,4 3-32-16,0-2 0 0,-20 2 48 0,44-3 0 0,-23 1 0 16,0 0 0-16,-4-2-448 0,0 0-96 0,-1 0-16 0,-3-1 0 15,-1 1-320-15,-3 1-128 0,-2 1 0 0,-2 2 0 16,-1 0 640-16,-4 0 16 0,-1 1 16 0,-4 2 0 31,0 2-3888-31,-3 0-784 0</inkml:trace>
  <inkml:trace contextRef="#ctx0" brushRef="#br0" timeOffset="7354.94">11204 10794 2751 0,'-6'0'256'0,"1"0"-256"15,2 2 0-15,1-2 0 0,1 1 1296 0,-1 1 224 16,-4 0 32-16,-2 1 16 0,-2 1 544 0,1 1 96 15,3 1 32-15,1 0 0 16,3 0 48-16,3 0 16 0,3 1 0 0,-4-7 0 0,0 0 320 0,0 0 64 16,0 0 0-16,43 19 16 0,-43-19-2320 0,0 0-384 15,41 9-224-15,-41-9 32 16,0 0 400-16,43 15 96 0,-43-15 16 0,0 0 0 0,43 22-320 0,-43-22 128 16,0 0-128-16,34 25 0 0,-34-25 0 0,0 0 0 15,0 0 0-15,29 38 0 0,-29-38 0 0,0 0 0 16,1 26 0-16,-4-14 0 0,-5-3 0 0,-2 3-224 0,-2 0 64 0,-2-2 16 15,0 1-192-15,-2 1-48 16,1-1 0 0,-2 0 0-16,1-4 736 0,-1 1 144 0,0-2 16 0,1 1 16 31,1-2-768-31,-1 2-144 0,-2-2-48 0,1 0 0 0,3-1-544 16,2 1-112-16,3 0-32 0,1-3 0 0,3 3 976 0,0-3 144 0,4 1 128 0,1-3-128 15,1 2 320-15,3-2-48 0,3-2 0 0,2 2 0 16,2-3 384-16,1 1 80 0,-12 2 16 0,31-3 0 15,-16 1-192-15,5 0-48 0,1-1 0 0,2 1 0 16,-23 2-256-16,49-2-48 0,-49 2-16 0,57 0 0 0,-26-1 0 16,-2-1-16-16,0 0 0 0,-2 0 0 0,-2-3-176 0,-2 1 128 15,0-1-128-15,-4-1 128 16,0 2-576-16,-2-1-128 0,-1-1-32 0,0 0-15168 16</inkml:trace>
  <inkml:trace contextRef="#ctx0" brushRef="#br0" timeOffset="7606.3">11723 10764 11055 0,'0'2'976'0,"-1"-2"-784"16,1 2-192-16,0 0 0 0,1-1 1664 0,-1 1 272 0,1 3 64 0,-1-5 16 15,0 0 496-15,0 0 112 0,23 44 0 0,-23-44 16 16,0 0-880-16,32 48-176 0,-32-48-48 0,29 36 0 15,-29-36-464-15,31 33-112 0,-31-33 0 0,34 33-16 16,-34-33-560-16,33 28-96 0,-33-28-32 0,33 26 0 16,-33-26-256-16,0 0-176 0,43 24 32 0,-43-24 0 31,0 0-1520-31,38 8-288 0,-38-8-64 0,21-5-12464 0</inkml:trace>
  <inkml:trace contextRef="#ctx0" brushRef="#br0" timeOffset="7779.39">11971 10782 9215 0,'-9'5'400'16,"1"-2"96"-16,1 1-496 0,0 1 0 0,4-2 0 0,-1 1 0 0,-2 4 1744 0,-4 3 256 15,-5 8 48-15,-6 7 16 0,-3 5-80 0,-1 2 0 16,0 3-16-16,2-5 0 0,0 2-112 0,3-5 0 16,3-4-16-16,3-5 0 0,3-3-816 0,4-4-176 15,2-2-16-15,2-1-10320 16,3-2-2064-16</inkml:trace>
  <inkml:trace contextRef="#ctx0" brushRef="#br0" timeOffset="8126.01">12198 11019 26719 0,'0'0'1184'0,"0"0"240"0,0 0-1136 0,0 0-288 0,0 0 0 0,0 0 0 15,0 0 1024-15,25-1 160 0,-19-3 32 0,0 0 0 16,1-3-704-16,-1 1-144 0,-1 0-32 0,0-1 0 16,-2 2-144-16,1 0-48 0,-1-1 0 0,1 1 0 15,-2 2 800-15,0 1 144 0,0 0 48 0,0 1 0 16,-1 2-608-16,0 1-112 0,-1-1-32 0,-1 2 0 16,-1 2-384-16,-1 1 0 0,-1 1 0 0,-1 2 0 0,-1 2 0 15,1 3 0-15,-2 1 128 0,0 2-128 16,0-1 0-16,2 3 128 0,-1-4-128 0,3 1 128 0,0 0-128 0,3-16 0 15,-1 26 0-15,1-26 128 0,0 0-128 0,0 0 0 16,0 0 0-16,19 38 128 0,-19-38-128 0,0 0 0 16,0 0 0-16,0 0 0 0,42 8 0 0,-33-10 0 15,1-1 0-15,-2 0 0 0,-1-1-192 0,2-4-80 16,-1 2-16-16,0-2 0 16,2-1-1824-16,-2-2-352 0,0 1-80 0,1-2-11680 0</inkml:trace>
  <inkml:trace contextRef="#ctx0" brushRef="#br0" timeOffset="8299.44">12276 10825 14735 0,'-4'3'640'0,"1"-1"160"0,1 0-640 0,0 0-160 0,2-1 0 0,0 1 0 16,0 0 1904-16,0 1 336 0,0 1 80 0,0 1 16 15,2 1-176-15,-2-6-48 0,0 0 0 0,0 0 0 16,0 0-1360-16,0 0-288 0,30 32-48 0,-30-32-16 15,0 0-704-15,0 0-144 0,0 0-16 0,0 0-13360 16</inkml:trace>
  <inkml:trace contextRef="#ctx0" brushRef="#br0" timeOffset="8755.99">12116 10496 15663 0,'-3'-3'1392'0,"1"3"-1120"0,1-2-272 0,1 2 0 16,1 0 1520-16,-1-1 240 0,-1 1 48 0,1-2 16 15,0 0-128-15,2-3-32 0,1 3 0 0,1-3 0 16,2 3-656-16,2 0-144 0,2 1-32 0,-10 1 0 15,0 0-80-15,35 3-32 0,-35-3 0 0,0 0 0 16,0 0-400-16,42 14-64 0,-42-14-32 0,0 0 0 16,0 0-224-16,0 0 0 0,38 33 0 0,-38-33 0 15,0 0 0-15,0 0 0 0,0 0 0 0,6 33 0 16,-9-27 0-16,0 0 0 0,-2-1 0 0,-1 2 0 16,1-4 0-16,-2 1 0 15,0 1 0-15,0-4 0 0,0 0 0 0,0 1 0 0,0-1 0 0,2 1 0 0,0-2 0 0,1 0 0 16,1 0 0-16,2 0 0 0,0 0 0 0,1 0 176 15,1 0-176-15,2 0 160 0,2 0 208 0,0 0 32 16,4-2 16-16,1 1 0 0,0-1 96 0,4 0 0 16,3 0 16-16,1-1 0 0,1-2-160 0,1 1-48 15,4 1 0-15,1-2 0 0,-1 2-320 0,2 0 0 16,1 1 0-16,-1 1 0 16,2 1-1360-16,-28 0-240 15</inkml:trace>
  <inkml:trace contextRef="#ctx0" brushRef="#br0" timeOffset="9657">12607 10835 3679 0,'-2'0'320'0,"2"2"-320"0,-1-2 0 0,1 0 0 15,0 0 928-15,-1 0 112 0,0 0 32 0,-2 0 0 16,0 2 656-16,0-2 144 0,1 0 32 0,-1 1 0 15,1 1-80-15,1-2-16 0,1 0 0 0,0 2 0 16,1-2-336-16,1-2-80 0,1 2-16 0,1-2 0 16,2 1-208-16,-1-3-32 0,3 3-16 0,0-2 0 15,0 0-96-15,3 0 0 0,-2 1-16 0,1-1 0 16,0 2-336-16,-1 0-64 0,-1 1-16 0,0-2 0 16,1 2-320-16,-2 0-64 0,0-2-16 0,-1 1 0 15,1 1-192-15,-1 0 0 0,0 0 0 0,-2-2 0 16,1 2-1024-16,-1-2-112 0,-1 1-16 0,-1 1-13760 15</inkml:trace>
  <inkml:trace contextRef="#ctx0" brushRef="#br0" timeOffset="9874.39">12585 10960 12895 0,'-2'3'576'0,"1"-1"112"0,1 0-560 0,0-2-128 15,0 1 0-15,0-1 0 0,1 2 1760 0,1-2 320 16,1 0 64-16,1 2 16 0,2-2 32 0,-6 0 16 0,0 0 0 0,0 0 0 16,31-2-896-16,-23 0-176 0,2 1-48 0,0-1 0 15,1-1-592-15,2-1-128 0,-1 0-32 0,-1 0 0 16,0 0-336-16,0-1-288 0,0 0 48 0,1-2-9616 16,1 2-1936-16</inkml:trace>
  <inkml:trace contextRef="#ctx0" brushRef="#br0" timeOffset="10440.44">13109 10695 11967 0,'-3'-1'528'0,"0"-1"112"15,2 2-512-15,-2 0-128 0,1 0 0 0,1 2 0 0,-2-1 1760 0,0 1 320 16,-3 1 64-16,-2 1 16 0,-1 3-800 0,-1-1-144 15,2 1-48-15,-1-1 0 16,2 2-160-16,1-2-48 0,1 2 0 0,1-2 0 0,2 0 64 16,0-2 0-16,2 3 0 0,1-2 0 0,1-1-576 0,-2-4-128 15,0 0 0-15,0 0-16 0,0 0-176 0,37 24-128 16,-37-24 192-16,0 0-192 0,36 20 160 0,-36-20-160 16,0 0 128-16,39 26-128 0,-39-26 0 0,35 24 0 15,-35-24 0-15,0 0 0 0,44 37 0 0,-44-37 0 16,0 0 0-16,29 33 0 0,-29-33-128 0,0 0 128 15,0 0-160-15,0 0 160 0,13 36 0 0,-17-32 0 0,-1 1 0 16,-2-2 0-16,0 1 0 0,-3-1 0 0,-1 0 0 0,-1 1 0 16,-2-2 0-16,0 0 160 0,-2 1-160 0,-1-2 128 15,2 0 128-15,-1 0 32 0,-2 1 0 0,1 0 0 16,1 0-96-16,0-1-32 0,1 3 0 0,1-1 0 16,2-1-160-16,3-2 0 0,0 2 0 0,4-2 0 15,0 1 0-15,3-1 0 0,2-1 0 0,2-1 0 16,1-3 0-16,2 0 0 0,2 1 0 0,1-4 0 15,2-1 0-15,1 0 0 0,-1-2 0 0,2 0 0 16,2-1 0-16,0-3 0 0,2 0 0 0,-1-4 0 16,1 2 0-16,0-2 0 0,-1 0 0 0,-1 0 0 15,-3 2 0-15,-1-1 0 0,-1 1 144 0,-2-2-144 16,-3 3 176-16,-1 1-48 0,-1 2 0 0,-2 3 0 16,-1-1 32-16,-2 2 0 0,0 3 0 0,-3 3 0 15,0 1-32-15,-4 4-128 0,0 3 192 0,-3 2-64 0,0 2-128 16,-1 1 0-16,1-1 0 0,1 1 0 15,1-1-528-15,-1 2 16 0,0 1 0 16,2-1 0-16,1-1-784 0,3-2-160 0,1 2-16 0,2-5-12128 16</inkml:trace>
  <inkml:trace contextRef="#ctx0" brushRef="#br0" timeOffset="10839.05">13400 10737 8287 0,'1'0'736'0,"-1"-2"-592"0,1 0-144 16,-1 1 0-16,0 1 944 0,-1 0 144 15,1 0 48-15,-1 1 0 0,0 1 608 0,0-2 128 0,-1 3 32 0,0 1 0 0,-1-2-448 0,0 3-96 0,0 2-16 0,0 3 0 16,0 2 0-16,-1 0 0 0,0 4 0 0,1 0 0 16,-1 2-848-16,0 0-176 15,2 1-48-15,2-19 0 0,-1 33-144 0,1-33-128 0,0 0 144 0,9 41-144 31,-9-41 384-31,0 0 0 0,0 0-16 0,30 31 0 16,-30-31-16-16,0 0 0 0,34-2 0 0,-21-4 0 16,0 0 224-16,1-3 64 0,1-3 0 0,-1-2 0 15,1-1-192-15,-1-2-48 0,-2 2 0 0,-1-1 0 16,-1 2-224-16,-3-3-48 0,-2 0-128 0,-3 3 192 16,-2-1 0-16,-3 2 0 0,-3-1 0 0,-1 0 0 15,-3 2 128-15,-2 2 0 0,-2 0 16 0,-1 4 0 0,0 1-80 16,-1 3 0-16,-1 4-16 0,1 0 0 0,-1 3-112 0,3-1 0 15,0 4-128-15,2 1 192 0,1-2-192 16,2 3-256-16,0-1 48 0,3-2 16 16,1 1-1312-16,3-2-256 0,1 2-48 0,2-3-13872 15</inkml:trace>
  <inkml:trace contextRef="#ctx0" brushRef="#br0" timeOffset="11153.79">13715 10889 10127 0,'0'0'896'16,"0"0"-704"-16,0 0-192 0,0 0 0 16,0 0 2560-16,0 0 464 0,1 2 112 0,-1-1 0 15,0 2 96-15,0-3 16 0,0 0 0 0,0 0 0 16,0 0-1744-16,0 0-352 0,8 35-64 0,-8-35 0 16,0 0-784-16,0 0-160 0,0 0-16 0,0 0-128 15,9 37-320-15,-9-37-192 0,0 0-16 0,0 0-15568 16</inkml:trace>
  <inkml:trace contextRef="#ctx0" brushRef="#br0" timeOffset="12155.38">13932 10818 1839 0,'-2'-2'160'0,"1"-1"-160"0,0 1 0 0,0 2 0 16,0-2 208-16,1 1 16 0,-1 1 0 0,0-2 0 0,0 0 0 0,-1-1 0 15,1-2 0-15,-1 2 0 16,1 0 0-16,-1 0 0 0,0 1 0 0,0 1 0 0,0-1 192 0,0 2 32 15,0 0 16-15,-1 0 0 16,0 0 352-16,-1 0 64 0,2 2 16 0,-2-1 0 0,0 1 656 0,1-1 144 16,0 1 32-16,-1 1 0 15,0-2 448-15,1 2 112 0,-1 1 16 0,1-3 0 0,1 3-400 0,0-4-80 16,1 2-16-16,0 1 0 16,1-3-416-16,0 2-96 0,1-2-16 0,0 0 0 0,1 0-432 0,1-2-80 15,1 2-32-15,0-3 0 0,2 1-192 0,0 2-32 0,1-4-16 0,1 1 0 16,2 0-192-16,-1 1-48 0,1-2 0 0,1 1 0 15,1 0-112-15,1-1-16 0,-1 0-128 16,1 1 192-16,1 0-192 0,-2-1 0 0,1 1 128 16,-2-1-128-16,0 1 0 0,0-1 0 0,-2 1 128 0,0-2-128 15,-9 5 0-15,15-4 128 0,-8 2-128 0,-1 1 0 16,-1-1 144-16,-3 2-144 0,1 0 128 0,-1 0-128 16,0 2 128-16,-2-2-128 0,0 3 128 0,-1-1-128 0,0 1 144 15,-1 1-144-15,-1 2 160 0,0-2-160 0,0 3 144 16,-1 0-144-16,0 2 128 0,-1 2-128 0,0 2 0 0,0-1 0 15,-1 4 128-15,0-1-128 0,0 1 0 0,0 3 0 16,-3 1 0-16,1 3 0 0,0 3 0 0,-2-3 0 16,1 1 0-16,0 2 0 0,1-3 0 0,0-2 0 15,2-3 0-15,1-4 0 0,5-14 0 0,-8 24 0 16,8-24 0-16,-4 19 0 0,4-19 0 0,0 0 0 16,0 0-160-16,0 0 160 15,0 0-1056-15,0 0-112 0,0 0-32 0,0 0-16144 0</inkml:trace>
  <inkml:trace contextRef="#ctx0" brushRef="#br0" timeOffset="12416.21">13887 11055 8287 0,'-5'2'368'0,"1"-2"80"0,1 1-448 0,2 1 0 0,0-2 0 0,1 0 0 0,-1 0 2720 0,1 1 464 0,-1 0 80 0,1-1 32 16,2 0 224-16,1 0 32 0,2-2 16 0,-5 2 0 15,14-5-1520-15,-5 0-288 16,1 1-64-16,2-2-16 0,1 0-992 0,2-2-208 16,1-1-32-16,1-2-16 0,1 1-304 0,0 0-128 15,0 0 128-15,-2 2-128 0,-2 0 0 0,0 1 0 16,0 1 0-16,-1 0 0 15,0 1-1072-15,-1-1-240 0,0 1-48 0,-2 0-15392 16</inkml:trace>
  <inkml:trace contextRef="#ctx0" brushRef="#br0" timeOffset="12919.82">14418 10827 30399 0,'1'0'1344'0,"0"0"288"0,1 0-1312 0,0 0-320 0,0 0 0 0,-1 0 0 15,1-2 1472-15,1 0 240 0,4-1 32 0,1-1 16 16,3-4-672-16,1-1-144 0,0 2-32 0,1-4 0 16,0 0-464-16,-1-1-112 0,-1 0-16 0,-1 1 0 15,-1 0-144-15,-2 1-48 0,-2-1 0 0,-1 2 0 16,-2 0-128-16,-2 0 0 0,-2-1 0 0,-2 1 0 15,0 2 0-15,-3-1 0 0,1 4 0 0,-3-1 0 16,1 2 0-16,-3 1 0 0,-1 2 0 0,0 0 0 16,0 3 0-16,-1 1 0 0,1 1-128 0,0 2 128 0,3 2 0 0,-1 0-144 15,1 2 144-15,0-2 0 0,1 3 0 0,2 0-128 16,0-1 128-16,6-11 0 0,-7 22 0 0,7-22 0 16,0 0 0-16,0 0 0 0,0 0 0 0,19 36 0 15,-19-36 0-15,0 0 0 0,41 4 0 0,-41-4 0 16,33-6 0-16,-14 1 0 0,-1 0 0 0,0 0 0 15,0 0 0-15,-4-1 0 0,0 1 0 0,-1 2-160 16,-1-2 160-16,-1 3-128 0,-11 2-64 0,0 0-16 16,0 0 0-16,0 0 0 0,0 0 208 0,0 0-144 15,0 0 144-15,0 0-128 0,13 41 128 0,-19-27 0 0,-1 2 0 16,1-3-128-16,0-1 128 0,0 3 0 0,-2 5 0 0,-2 3 0 16,0 0 0-16,1 1 0 0,0-1 0 0,2-2 0 15,1-3 0-15,6-18 0 0,-6 33 0 0,6-33 0 16,0 0 0-16,1 33-208 0,-1-33 48 0,0 0-17440 15</inkml:trace>
  <inkml:trace contextRef="#ctx0" brushRef="#br0" timeOffset="13690.39">14792 10740 11055 0,'-3'0'976'0,"0"0"-784"16,2 2-192-16,1-2 0 0,0 0 1344 0,-1 0 240 15,-1-2 32-15,-1 2 16 0,0 0 352 0,2 0 64 16,0-2 0-16,2 1 16 0,1-1-512 0,3-1-96 16,2 0-32-16,0-1 0 0,1 0-400 0,1 0-96 15,1-1-16-15,0 0 0 0,0 1-224 0,1 0-48 16,1-1-16-16,-1-1 0 0,0 0-112 0,1 2 0 16,-1-1-16-16,-1 0 0 0,1 1-48 0,-1 0-16 15,0 1 0-15,-1 0 0 0,-1 1-144 0,-8 2-32 0,17-4 0 0,-10 3 0 16,-7 1-96-16,0 0-32 0,0 0 0 0,21-4 0 15,-21 4-128-15,0 0 0 0,0 0 144 0,0 0-144 16,0 0 0-16,0 0 0 16,0 0 0-16,0 0 0 0,15 39 0 0,-15-39 0 0,-5 24 0 0,5-24 0 15,-6 31 0-15,6-31 0 0,-8 38 0 16,4-17 128-16,-2 2-128 0,0 2 0 0,0 1 0 0,-1 0 0 16,-1 0 0-16,0 2 0 0,-2 2 0 0,0 0 128 15,0-1-128-15,1-1 0 0,0-5 0 0,2-1 128 0,1-6-128 0,-1 1 0 16,1-3 0-16,1-4 0 15,5-10-192-15,-8 16-64 0,8-16-16 0,-7 10 0 16,4-8-1584-16,1-2-304 0</inkml:trace>
  <inkml:trace contextRef="#ctx0" brushRef="#br0" timeOffset="13920.49">14806 11012 3679 0,'-4'-2'320'0,"1"2"-320"16,1-2 0-16,0 2 0 0,2 0 1632 0,0 0 256 15,0 0 48-15,-1 0 16 0,1-2 1328 0,1 1 272 0,0 1 48 0,3-4 16 16,0 1-720-16,2 1-144 0,-6 2-16 0,15-8-16 16,-6 4-928-16,1-4-192 0,2 4-48 0,2-3 0 15,1 0-864-15,1 0-176 0,0 2-48 0,0-2 0 16,0 2-240-16,-1 1-48 16,1-1-16-16,-2 1 0 0,2 1-160 0,-2-2 160 15,0 2-160-15,-14 3 160 0,26-7-160 0,-13 3 0 0,1 0-160 0,-1 0-12144 16,-1-1-2432-16</inkml:trace>
  <inkml:trace contextRef="#ctx0" brushRef="#br0" timeOffset="14336.32">15350 10691 21183 0,'1'-1'944'0,"0"1"192"0,1-2-912 0,0 0-224 15,-2 2 0-15,0 0 0 0,0 0 2064 0,0 0 368 16,19-5 80-16,-19 5 16 16,24-5-512-16,-9 0-96 0,-1 0-32 0,2 1 0 0,2-1-848 0,-1 1-160 15,-1-1-48-15,2-1 0 0,-1 2-448 0,0-1-112 16,-1 0-16-16,-1 1 0 0,0-2-256 0,-1 2 160 16,-2-1-160-16,-12 5 128 0,25-7-128 0,-25 7 0 15,21-5 0-15,-21 5 0 0,18-5 0 0,-18 5 0 0,0 0 0 0,18-4 0 16,-18 4 0-16,0 0 0 15,0 0 0-15,0 0 0 0,0 0 0 0,0 0 0 0,0 0 128 0,0 0-128 16,0 0 0-16,0 0 128 0,4 36-128 0,-9-30 128 16,5-6-128-16,-9 17 0 0,9-17 144 0,-8 21-144 15,8-21 0-15,-11 24 0 0,11-24 0 0,-9 29 0 16,9-29 0-16,-11 34 0 0,4-14 0 0,0 2 0 16,0 3 0-16,-2 1 0 0,1 3 0 0,0-2 0 15,0 2 0-15,0 0 0 0,0 0 0 0,0 0 0 0,1 1 0 16,-1-5 0-16,2-2 0 0,6-23 0 0,-12 36-128 0,12-36-64 15,-9 25 0-15,9-25 0 16,-8 19-1280-16,8-19-272 0,-8 12-48 0,8-12-14640 16</inkml:trace>
  <inkml:trace contextRef="#ctx0" brushRef="#br0" timeOffset="14543.71">15388 11012 15663 0,'-1'-4'688'0,"1"1"144"0,1 1-656 0,0 0-176 0,-1 1 0 0,1 1 0 16,0-2 2080-16,2 0 384 0,2-1 80 0,2-4 16 16,2 3 48-16,1-4 16 15,3 1 0-15,0 0 0 0,2 0-992 0,1 1-192 0,3-2-32 16,-1 1-16-16,2 0-784 0,-1 2-160 0,1 0-16 16,-20 5-16-16,37-11-288 0,-37 11-128 0,33-8 128 0,-33 8-128 15,31-5 0-15,-31 5 0 0,31-4 0 0,-31 4 0 16,28-1-256-16,-28 1-96 0</inkml:trace>
  <inkml:trace contextRef="#ctx0" brushRef="#br0" timeOffset="35059.4">6982 11909 11055 0,'0'0'976'0,"0"-1"-784"16,1 1-192-16,-1 0 0 0,0 0 1328 0,1 0 208 15,0-2 64-15,1 2 0 0,0-1 128 0,0 0 16 16,0-2 16-16,0 1 0 0,-1-1-48 0,1 1-16 16,0 0 0-16,0 0 0 0,-1-1-432 0,0 1-96 15,-1-1-16-15,0 1 0 0,0 0-384 0,-1 0-96 16,0 1-16-16,-2-1 0 0,1 2-240 0,-2-2-48 16,0 2-16-16,-3 0 0 0,2 0-160 0,-2 2-48 0,-2 0 0 15,0-1 0-15,-1 2 16 0,-1 0 0 16,1 0 0-16,0-1 0 0,0 3-160 0,0-1 192 0,0-1-192 15,1 2 192-15,0 0-192 0,0 0 128 0,-1 1-128 0,1 0 128 16,1 0-128-16,-2-1 128 0,1 2-128 0,1-2 128 16,0 0-128-16,2-1 0 0,0 1 0 0,3-2 0 15,0 1 0-15,1-1 0 0,1 1 0 0,1-1 0 16,2-1 0-16,0 0 0 0,2 3 0 0,-4-5 0 16,0 0 0-16,0 0 0 0,0 0 0 0,43 19 0 15,-43-19 0-15,0 0 0 0,40 19 0 0,-40-19 0 0,0 0-144 0,44 22 144 16,-44-22 0-16,0 0 0 0,40 35 0 0,-40-35-128 15,0 0 128-15,34 36 0 0,-34-36 0 0,0 0 0 16,0 0 0-16,24 38 0 0,-24-38 0 0,0 0 0 16,0 0 0-16,-2 18 0 0,-4-13 288 0,0-2 64 15,-2 0 16-15,-1-2 0 0,-1 2-176 0,-3-1-48 16,-1-1 0-16,-1 0 0 0,0 0-144 0,-1-1 192 16,-1 2-192-16,0-2 192 0,0-2-192 0,-1 2 0 15,0-1 0-15,0-1 128 0,0 2-128 0,2-3 0 16,-1-1 0-16,2 0 0 0,1 1 0 0,1-2 0 15,2 1 0-15,2-2 0 0,1 0 0 0,3-2 0 0,1 1 0 16,3-2 0 0,1-1-704-16,3-1-80 0</inkml:trace>
  <inkml:trace contextRef="#ctx0" brushRef="#br0" timeOffset="35561.42">7021 11664 14735 0,'-3'-2'640'0,"1"2"160"16,0-2-640-16,1 2-160 0,1-2 0 0,-1 1 0 0,1 1 1024 0,0-2 160 15,0 0 32-15,0-1 16 0,1 1 544 0,0-3 96 16,3 0 32-16,0 3 0 0,1-3-544 0,0 2-96 15,1 1-32-15,1 2 0 0,0 0-336 0,1 0-80 16,-8 0-16-16,0 0 0 0,0 0-448 0,40 14-96 16,-40-14 0-16,0 0-16 15,0 0-240-15,35 26 0 0,-35-26 0 0,0 0 0 0,0 0 0 0,0 0 0 16,0 0 0-16,29 34 0 0,-28-30 0 0,-1-1 0 16,0 0 0-16,-3 0 0 0,1 0 0 0,-3 0 0 15,-1 0 0-15,-1 1 0 0,-1-2 0 0,-3 1 0 16,0 2 0-16,-1-1 144 0,-1 1-144 0,0 0 0 0,-1 0 0 0,2 2 0 15,0-3 0-15,3 3 0 0,1-2 0 0,0-2 0 16,3 2 0-16,-1-1 128 0,2-2-128 0,3-2 0 16,1 2 240-16,1-2-48 0,3 0 0 0,1-2 0 15,1 1 320-15,1 0 64 0,0-1 16 0,2-1 0 16,2-1-96-16,1 1-32 0,1 1 0 0,1-1 0 16,-14 3-288-16,27-4-176 0,-27 4 192 0,29-1-192 15,-29 1 0-15,0 0 0 0,39 5 0 0,-39-5 0 16,0 0 0-16,0 0 0 0,43 12 0 0,-43-12 0 15,0 0 0-15,0 0 0 0,0 0 0 0,36 13 0 16,-36-13-864-16,0 0-80 0,0 0-16 0,0 0-15456 16</inkml:trace>
  <inkml:trace contextRef="#ctx0" brushRef="#br0" timeOffset="39027.68">9381 11716 11055 0,'2'-6'480'0,"-1"1"112"0,-1 2-464 0,0 1-128 16,0 0 0-16,0 2 0 0,-1 0 2176 0,-1 0 432 15,-2 0 80-15,-1 0 0 0,-1 2-768 0,-2 2-176 16,-2 5-16-16,0 0-16 0,-1 5-624 0,-1 2-128 16,0 3-32-16,-1 4 0 0,2 2-288 0,-1 3-48 15,2 0-16-15,0 1 0 0,2 1-208 0,1 1-48 0,3 2-16 0,1-1 0 16,4-2 224-16,1-2 48 0,-2-28 16 0,11 48 0 16,-11-48-336-16,0 0-80 0,32 48-16 0,-32-48 0 15,0 0-160-15,41 28 0 0,-41-28 0 0,0 0-10784 16,49 13-2032-16</inkml:trace>
  <inkml:trace contextRef="#ctx0" brushRef="#br0" timeOffset="39782.61">9666 11852 7359 0,'-3'0'656'0,"0"-2"-528"0,0 2-128 0,1 0 0 16,1 2 1344-16,1-2 224 0,-1 0 48 0,0 0 16 16,-1 2 336-16,-1-1 64 0,1 0 16 0,1-1 0 15,1 0-496-15,2 0-80 0,2 0-32 0,0-1 0 16,3 0-288-16,0-1-64 15,3-1-16-15,0 1 0 0,1 0-160 0,1 1-16 0,1-1-16 0,0 0 0 16,1 0-320-16,-14 2-64 0,28 0-16 0,-28 0 0 16,0 0-272-16,40 4-48 0,-40-4-16 0,0 0 0 15,32 5-144-15,-32-5 0 0,0 0 0 0,0 0 0 16,0 0 0-16,35 3 0 0,-30-3 0 0,-2 0 0 16,-1 2-512-16,-1-2-48 0,-1 0 0 15,-1 0 0-15,0 2-2096 0,-2-1-416 0,-2 0-96 0,1-1-8288 16</inkml:trace>
  <inkml:trace contextRef="#ctx0" brushRef="#br0" timeOffset="40286.49">9733 11888 5919 0,'-4'-1'128'0,"2"-1"16"0,-1-1 16 0,1 3 32 0,0-2-192 0,1 2 0 16,0 0 0-16,0-1 0 0,-1 0 2112 0,-2-2 384 16,0 1 64-16,1 0 32 0,1 1-560 0,-1 1-112 15,1 0-32-15,-1 1 0 0,2 1-352 0,-1 0-64 16,2 1 0-16,-1-2-16 0,0 2-560 0,1-2-128 15,0 1 0-15,1 0-16 0,0 1-176 0,-1-1-48 16,3-1 0-16,0 0 0 0,1 1 48 0,-1-2 0 16,2 1 0-16,1 1 0 0,-1-2-64 0,1 1 0 0,1 1 0 15,1 0 0-15,-2-1-224 0,-6-1-48 0,0 0-16 0,0 0 0 16,0 0-96-16,43 20 0 0,-43-20-128 0,0 0 192 16,0 0-192-16,0 0 0 0,30 33 0 0,-30-33 0 15,0 0 0-15,0 0 0 0,0 0 0 0,11 36 0 16,-12-29 0-16,-1 0 0 0,-1 0 0 0,-2 0 0 15,2-1 0-15,-2 0 0 0,0 1 0 0,-1-2 0 0,-1 0 0 16,0 0-128-16,0 1 128 0,-2-1 0 0,0 0 0 0,-1 0 0 16,0 2 0-16,-1-3 0 0,1 2 0 0,0-2 0 15,0 1 0-15,0 2 0 0,1-2 0 0,1 0 0 16,1-1-128-16,2 1 128 0,-1 0 0 0,2-1 0 16,0 1 0-16,0 0 0 15,2-3 0-15,1 1 0 0,1-1 0 0,0 1 0 0,1-1 0 0,2-2 0 16,0 1 0-16,1-1 0 0,0 0 0 0,2-1-128 15,-1-1 128-15,2-1 0 0,0-1 0 0,1 2 0 16,0-1 0-16,0-2 0 0,2 2 0 0,0 0 0 16,1 0 128-16,0 0-128 0,-11 3 0 0,26-3 0 15,-26 3 0-15,29-4 0 0,-29 4 0 0,29-2 0 16,-29 2 0-16,26 0 144 0,-26 0-16 0,25-3 0 16,-25 3 0-16,0 0 0 15,30-2-128-15,-22 2 0 0,-1 0 0 0,0-2 0 16,-2 2-544-16,1-1-144 0,-1 1-16 0,1 0-15200 0</inkml:trace>
  <inkml:trace contextRef="#ctx0" brushRef="#br0" timeOffset="45664.3">10118 11870 12895 0,'0'-2'1152'0,"0"0"-928"0,0 2-224 0,0-2 0 15,0 2 1104-15,1 0 176 0,-1-3 48 0,1 0 0 16,0 0 272-16,1 0 64 0,1 0 16 0,-2 3 0 16,3 0-320-16,0 3-64 0,-4-3-16 0,0 0 0 15,0 0-416-15,27 33-96 0,-27-33 0 0,0 0-16 16,28 38-464-16,-28-38-96 0,0 0 0 0,38 49-16 0,-38-49-176 0,0 0 128 0,34 48-128 0,-34-48 128 16,0 0-128-16,26 38 0 15,-26-38 0-15,0 0-176 16,0 0-16-16,0 0-16 0,24 39 0 0,-24-39 0 15,0 0-1520-15,0 0-288 0,0 0-64 0,0 0-9568 16</inkml:trace>
  <inkml:trace contextRef="#ctx0" brushRef="#br0" timeOffset="45885.98">10346 11849 11967 0,'-3'3'528'0,"-1"-1"112"0,0 1-512 0,1 1-128 15,1-1 0-15,-1 0 0 0,0 0 1280 0,-4 5 208 16,-3 2 48-16,-4 6 16 0,-1 2 320 0,-2 2 64 16,2-4 16-16,-1 1 0 0,1-2-672 0,1 2-144 0,-1 0-32 0,1-2 0 15,2-1-464-15,1 0-80 0,2-2-32 0,3-2 0 16,-1 1-528-16,4-1 0 0,-1-3 0 16,3 0-8912-16,1 0-1904 15</inkml:trace>
  <inkml:trace contextRef="#ctx0" brushRef="#br0" timeOffset="46200.53">10375 12072 19343 0,'3'-1'848'0,"-1"0"192"0,0-1-832 0,0 1-208 0,0-1 0 0,-1 0 0 0,1 1 1392 0,2-3 224 16,1-1 48-16,3-2 16 0,1 0-416 0,-1 0-96 15,1 0-16-15,-2 2 0 0,-1 1-576 0,0 1-112 16,-1 0-16-16,-1 3-16 0,0 0-208 0,-1 1-32 16,-1 3-16-16,-1-1 0 0,-1-3-48 0,0 0 0 15,0 0 0-15,-1 28 0 0,-2-18-128 0,-1 1 160 16,0 1-160-16,0 0 160 0,-1 2-160 0,1-2 0 16,2 0 0-16,0-2 0 0,1 0 0 0,0-3 0 15,1-7 0-15,0 0 128 0,0 0-128 0,0 0 0 0,0 0 0 16,0 0 0-16,33 32 0 0,-33-32 0 0,0 0 0 15,0 0 0-15,31 0 0 0,-31 0 0 0,0 0 0 0,22-4 0 16,-15 2-288-16,-3-1 16 0,1 1 0 0,0-1-13904 16</inkml:trace>
  <inkml:trace contextRef="#ctx0" brushRef="#br0" timeOffset="46405.14">10440 11873 17503 0,'-1'3'768'15,"1"-1"176"-15,0 0-752 0,0 0-192 0,0-1 0 0,0 1 0 0,1 0 1488 0,0 1 272 16,1 1 48-16,0 1 16 0,-2-5-48 16,0 0-16-16,0 0 0 0,0 0 0 0,0 0-1008 0,25 40-208 15,-25-40-32-15,0 0-16 31,0 0-912-31,0 0-176 0</inkml:trace>
  <inkml:trace contextRef="#ctx0" brushRef="#br0" timeOffset="46878.62">10464 11627 9215 0,'-3'-3'816'0,"1"1"-656"0,1-1-160 0,1 1 0 15,0 0 1296-15,0 1 240 0,0 1 32 0,0-3 16 16,1-1 192-16,1-1 32 0,0-1 16 0,2 1 0 16,-1-1-464-16,2 2-80 0,2-1-32 0,-1 2 0 15,2 0-160-15,0 0-48 0,0 1 0 0,2 1 0 16,-1 1-464-16,-9 0-112 0,0 0-16 0,0 0 0 15,37 12-256-15,-37-12-48 0,0 0-16 0,0 0 0 0,0 0-128 0,0 0 0 16,0 0 0-16,30 30 0 0,-30-25 0 0,0-2 0 16,-1 2 0-16,-3-2 0 0,0 1 0 0,0 1 0 15,-2-2 0-15,0 1 0 16,-1 1 0-16,0 0 0 0,-3-1 0 0,2 1 0 16,0 1 0-16,-1-2 0 0,2 0 0 0,1 0 0 0,1-1 0 15,1 0 0-15,1-1 0 0,1 1 0 0,2-1 0 0,1-2 0 0,0 0 0 16,1 2 0-16,2-2 0 0,0 0 0 0,2 0 0 0,1-2 0 15,0 2 0-15,1-4 160 0,1 3-16 0,0-3 0 16,0 1 224-16,1 1 32 0,1-3 16 0,1 2 0 16,-1 1-416-16,0 0 128 0,0 0-128 0,0-1 0 15,-11 3 0-15,20-2 0 0,-20 2 0 0,0 0 0 32,0 0-816-32,30 2-32 0,-21-2-16 0,-2 1-13200 0</inkml:trace>
  <inkml:trace contextRef="#ctx0" brushRef="#br0" timeOffset="47208.41">10872 11930 8287 0,'-4'0'368'0,"2"1"80"0,-1 0-448 0,1-1 0 16,1 0 0-16,1 0 0 0,-1 2 1616 0,0-2 240 16,-1 1 64-16,1 1 0 0,0 0 288 0,2-1 64 0,1 1 16 0,2-2 0 15,2 0 672-15,0-2 144 0,2 1 32 0,3-1 0 16,-11 2-2176-16,23-3-416 0,-11 1-96 15,1 0 0-15,-13 2-128 0,26-2 0 0,-14-1-16 0,0 1 0 16,0 0-304-16,-12 2 0 0,21-1 0 0,-21 1 0 16,20-2 0-16,-11 0 0 0,-1 2-208 0,-8 0-10816 15,0 0-2160-15</inkml:trace>
  <inkml:trace contextRef="#ctx0" brushRef="#br0" timeOffset="99351.92">11677 11574 6495 0,'0'2'0'16,"0"-2"0"-1,0 0 0-15,0 0 0 0,0 0 0 0,0-2 0 16,0 2 0-16,0 0 0 0,0-1 0 0</inkml:trace>
  <inkml:trace contextRef="#ctx0" brushRef="#br0" timeOffset="99713.47">11592 11517 9215 0,'-2'-2'816'0,"1"2"-656"16,1 0-160-16,0-2 0 0,0 1 1056 0,0 1 176 0,-1-2 48 0,0 0 0 15,-1 0 720-15,1-1 160 0,-1 1 16 0,2 1 16 16,-1 1-496-16,0 0-96 0,1 0-32 0,0 3 0 16,1 0-560-16,0 0-112 0,0 0-32 0,2 2 0 15,1 0-560-15,1-2-112 0,2 1-32 0,-7-4 0 16,0 0 128-16,0 0 32 0,0 0 0 0,50 7 0 16,-50-7 48-16,0 0 16 0,41-2 0 0,-41 2 0 15,35-7-144-15,-18 2-32 0,-1 3 0 0,-1-3 0 16,0 2-16-16,-1-1-16 0,-2-1 0 0,-1 0 0 15,-1 4-176-15,-1 0 0 0,-2 1 0 0,0 0 0 16,-3 0 0-16,-1 0 0 0,-1 1 0 0,-2 2 0 16,-2 1-160-16,-1 1 160 0,-1 1 0 0,-2-1-144 15,0 2-1680-15,-3 0-336 0</inkml:trace>
  <inkml:trace contextRef="#ctx0" brushRef="#br0" timeOffset="100232.97">11608 11541 9215 0,'-9'1'816'0,"4"0"-656"16,0 0-160-16,1 1 0 0,3-2 1552 0,0 0 288 0,0 0 48 0,1 0 16 15,-2 1-576-15,0 0-112 16,1-1-32-16,1 0 0 0,2 0 64 0,1-1 16 16,1 0 0-16,3-2 0 0,-1 1 144 0,3 0 48 15,0 1 0-15,0-1 0 0,0 2-816 0,-9 0-176 0,0 0-16 0,0 0-16 16,0 0-432-16,42 14 0 0,-42-14 0 15,0 0 0-15,0 0 0 0,0 0 0 0,28 35 0 0,-24-29 0 16,-1 3 0-16,0-2 0 0,0 0 0 0,-2 1 0 16,0-1 0-16,-1 0 0 0,0 0 0 0,-2-1 0 15,0 0 0-15,-1-1 0 0,0-1 0 0,-2 2 0 16,-2 0 0-16,0-1 0 0,0 2 0 0,-2-2 0 16,2 2 0-16,-2-2 0 0,-3 3 0 0,1-2 0 0,0 3 0 15,-1-1 0-15,1-2 0 0,-1 2 0 0,1-1 0 0,0 0 0 16,0 0 0-16,0 0 0 0,2 0 0 0,0-2 0 15,2-1 0-15,2 0 0 0,0 0 0 0,3-2 0 16,1-2 0-16,1 0 0 0,2 0 0 0,1 0 0 16,1-2 0-16,1-2 0 0,3 1 0 0,0 0 0 15,2-1 0-15,0-1 0 0,1 0 0 0,3 0 0 16,0 0 0-16,2 1 0 0,0-1 0 0,1 0 0 16,-17 5 0-16,32-7 0 0,-32 7 0 0,34-5 128 15,-34 5-128-15,35-2 192 0,-35 2 160 0,0 0 32 16,39-1 16-16,-39 1 0 0,0 0-208 0,0 0-64 15,0 0 0-15,0 0 0 0,40 11-128 0,-37-9 0 0,0-2 144 16,-2 2-144-16,1 1 0 0,-1-1 0 0,0-1 0 0,0 1 0 16,0-2 0-16,0 0 0 0,1 0 0 15,0 0-10128-15,1-2-1904 16</inkml:trace>
  <inkml:trace contextRef="#ctx0" brushRef="#br0" timeOffset="100469.12">11974 11586 23039 0,'-5'0'1024'0,"2"-1"192"15,2 1-960-15,0 0-256 16,1 0 0-16,0 0 0 0,0 0 896 0,0 1 128 0,1-1 16 0,0 3 16 0,1 1-384 0,3-1-80 16,0 1-16-16,0 1 0 0,-5-5 576 0,0 0 128 15,0 0 0-15,0 0 16 0,46 33-576 0,-46-33-112 16,0 0-32-16,37 31 0 0,-37-31-352 0,0 0-80 15,34 33-16-15,-34-33 0 0,0 0-128 0,31 37 0 16,-31-37 0-16,0 0 0 0,0 0 0 16,30 41 0-16,-30-41 0 0,0 0 0 0,0 0-208 0,0 0-80 15,22 36-16-15,-21-33-15440 0</inkml:trace>
  <inkml:trace contextRef="#ctx0" brushRef="#br0" timeOffset="100689.85">12195 11567 15663 0,'-5'0'688'0,"1"0"144"0,1 0-656 0,2 1-176 0,-1 1 0 0,0 0 0 15,0 0 704-15,-2 3 96 0,-1 2 32 0,-5 7 0 16,0 0-432-16,-2 4-80 0,1 0 0 0,-2 1-16 16,2 0 704-16,-2 2 144 0,1-2 16 0,1-2 16 15,0 0-320-15,0-2-64 16,2-1-16-16,1-3 0 0,0-2-464 0,3-4-80 0,1 2-32 0,2-4 0 15,0 0-208-15,2-2 0 0,0-1 0 0,3 0-12256 16</inkml:trace>
  <inkml:trace contextRef="#ctx0" brushRef="#br0" timeOffset="101020.62">12169 11794 14735 0,'0'3'1312'0,"1"0"-1056"15,-1-3-256-15,1 0 0 0,0 0 864 0,1 0 112 16,1 0 32-16,1 0 0 0,3-2 192 0,1-1 32 16,2 0 16-16,0-1 0 0,0-3 16 0,0 2 0 0,0-2 0 0,2 2 0 31,-2-2-288-31,-1 0-48 0,0 2-16 0,-1 0 0 0,-1 1-720 0,-1 1-192 0,-2 0 0 0,1-1 0 16,-1 2 0-16,-2 0 0 0,-1 1 128 0,0 1-128 15,-1 1 0-15,-1 1 0 0,1 1 0 0,-3 0 0 16,-1 1 144-16,0 2-144 0,1 1 160 0,-1 0-160 15,-1 3 240-15,2 0-48 0,0 2-16 0,0-1 0 16,2 1-176-16,0 0 128 16,2-1-128-16,0-1 128 0,-1-10-128 0,0 0 0 0,9 33 0 0,-9-33 0 0,0 0 0 0,0 0 0 15,0 0 0-15,0 0 0 0,29 33 0 0,-23-32 0 32,-1 1-144-32,2-2 144 0,-2-3 0 0,1 1-128 0,-1-2 128 0,0 1 0 31,-1-2-800-31,0 1-48 15,2-4-16-15,-1-1-12320 0</inkml:trace>
  <inkml:trace contextRef="#ctx0" brushRef="#br0" timeOffset="101208.97">12354 11539 12895 0,'-1'2'1152'0,"0"-2"-928"15,1 1-224-15,0 1 0 0,1 1 1568 0,-1 0 272 16,0 2 48-16,1 2 16 0,0 5-320 0,0 0-64 0,-1-12-16 0,5 28 0 15,-5-28-688-15,0 0-144 16,13 41-32-16,-13-41 0 0,0 0-416 0,0 0-96 0,20 41 0 0,-20-41-128 31,0 0-272-31,0 0-176 0,0 0-16 0,0 0-11440 0</inkml:trace>
  <inkml:trace contextRef="#ctx0" brushRef="#br0" timeOffset="101525.18">12589 11448 3679 0,'2'-2'320'0,"0"0"-320"16,1 2 0-16,0 0 0 0,-1 0 1568 0,-1 1 240 15,1 2 48-15,1 0 16 0,-3-3-496 0,0 0-96 16,0 0-32-16,31 50 0 0,-31-50-160 0,16 40-48 16,-16-40 0-16,14 45 0 0,-14-45 368 0,15 45 80 15,-15-45 16-15,18 47 0 0,-18-47-624 0,11 48-128 0,-11-48-32 0,6 38 0 16,-5-21-432-16,-3 0-96 0,-1 1 0 0,-2-4-16 16,0 0-48-16,-3-2-128 0,-2 3 192 0,-2 1-64 15,-1-2-128-15,-2 1 0 0,0-1 0 0,0 0-176 31,0-2-992-31,-3 0-208 0</inkml:trace>
  <inkml:trace contextRef="#ctx0" brushRef="#br0" timeOffset="102014.38">11515 11503 12895 0,'3'-7'576'0,"-3"0"112"0,2 2-560 0,-1 1-128 0,0 3 0 0,-1 1 0 16,0-2 752-16,0 0 112 0,1-1 32 0,-1-1 0 15,-1 2-272-15,-1 1-48 16,0 1-16-16,0 0 0 0,-2 3 208 0,1-1 64 0,-1 0 0 0,1 3 0 16,-2 0-240-16,1-1-32 0,0 1-16 0,-1 1 0 15,0 0-96-15,-2 1 0 0,1 5-16 0,-2-2 0 16,1 0 112-16,-1 3 32 0,2 2 0 0,-2-1 0 15,2 1-112-15,-1 1-16 0,3 3 0 0,-2-1 0 16,3 1-192-16,1 0-32 0,2 0-16 0,1 0 0 0,-1-19-48 0,8 40-16 16,-8-40 0-16,13 36 0 0,-13-36-144 0,0 0 160 15,26 48-160-15,-26-48 160 0,0 0-160 0,31 33 0 16,-31-33 0-16,0 0-176 0,0 0 176 0,46 23 0 16,-46-23 0-16,0 0 0 15,0 0-592-15,49 10-48 0</inkml:trace>
  <inkml:trace contextRef="#ctx0" brushRef="#br0" timeOffset="102708.24">12796 11418 12895 0,'0'-2'1152'15,"-1"1"-928"-15,0 1-224 0,1 0 0 0,0 0 512 0,0-2 48 0,0 0 16 0,0-1 0 16,0 1 528-16,1-3 112 0,0 1 32 0,1 1 0 16,2-2 416-16,1 1 96 0,0 1 16 0,2 1 0 15,0-3-576-15,1 2-112 0,0 3-32 0,0-2 0 16,1 2-368-16,-1 0-80 0,-1 2-16 0,2-1 0 31,-9-1-176-31,0 0-32 0,0 0-16 0,0 0 0 0,0 0-192 0,37 28-48 0,-33-22 0 0,0-2 0 16,-1 3-128-16,-1-2 0 0,0 2 0 0,-2-3 0 15,0 4 0-15,-2-4 0 16,0 3 0-16,-3-2 0 0,1 2 0 0,-2-2-144 16,0 0 144-16,-3 2 0 0,1-3-208 0,-1 1 64 0,-1 0 16 0,0-3 0 0,1 3-192 0,0-2-48 15,0-1 0-15,2-1 0 0,1 0 240 0,1 1 128 16,0-1-160-16,2 1 160 0,1-2 0 0,2 0 0 16,0 2 0-16,2-2 160 0,2 0-32 0,1 0-128 15,2-2 192-15,2 2-64 16,-9 0 384-16,0 0 64 15,40-3 0-15,-24 1 16 0,-16 2-80 0,32-4 0 16,-17 1-16-16,0 0 0 0,-15 3-368 0,32-4-128 0,-32 4 0 16,30-2 144-16,-30 2-144 0,0 0 0 0,36 2 0 0,-36-2-10704 31,0 0-2064-31</inkml:trace>
  <inkml:trace contextRef="#ctx0" brushRef="#br0" timeOffset="103306.1">11538 12015 10127 0,'-16'-2'448'0,"5"0"96"0,1 1-544 0,2 1 0 16,4 0 0-16,1 0 0 0,-1 0 0 0,-2 1-304 0,-5 1 48 0,-5-2 0 15,-2 3-112-15,0-1-16 16,2 2 0-16,2-1 0 0,3 2 1472 0,2-2 272 0,1 0 64 0,2 0 16 15,1 2 160-15,1-3 16 0,2 3 16 0,1-3 0 16,1 1-672-16,0 0-128 0,2-2-16 0,3 1-16 16,1 1 368-16,1-3 80 0,3-2 16 0,1 1 0 15,2-1 352-15,1 0 80 0,-14 2 16 0,36-7 0 16,-36 7-496-16,43-5-80 0,-17 0-32 16,2 1 0-16,-28 4-608 0,57-5-128 0,-23 3-32 0,0-1 0 15,0 1-336-15,2 1 144 0,-1-1-144 0,-1 1 0 16,-1 0 128-16,0 1-128 0,1-2 0 0,1 0 0 15,-1 2 176-15,2 0-176 0,4 2 160 0,0 0-160 0,1-1 0 16,-1 2 128-16,-3-2-128 0,-1 1 0 0,-36-2 0 0,71 6 0 16,-32-3 128-16,2 2-128 0,0 0 0 0,-2-2 0 15,0 4 128-15,-39-7-128 0,69 9 0 0,-69-9 0 16,67 9 0-16,-67-9 0 0,65 8 0 0,-65-8 0 16,67 7 0-16,-67-7 0 15,65 5 0-15,-65-5 0 0,58 2 0 0,-58-2 0 0,49 0 0 0,-49 0 0 16,42-5 0-16,-42 5 0 0,34-6 0 0,-34 6 0 15,27-6 0-15,-17 2 0 16,-1 1-944-16,-3 1-80 0,0 0 0 0,-4 1-9728 16,-2 1-1920-16</inkml:trace>
  <inkml:trace contextRef="#ctx0" brushRef="#br0" timeOffset="103919.96">12008 12162 911 0,'-4'-4'0'0,"0"1"0"16,2-1 0-16,0 3 0 0,2 1 4032 0,0-1 736 15,0 1 144-15,-1 0 16 0,0-1-2976 0,-1 2-608 16,1 0-112-16,0 2-16 0,-1 4-768 0,-1 0-128 15,1 0-48-15,0 5 0 0,0 1 240 0,1 2 32 0,-2 5 16 0,0 1 0 16,-1 2-304-16,1 1-48 0,0-2-16 0,0-1 0 16,0-2-192-16,0-3 128 0,2-2-128 0,0-2 0 15,0-4 128-15,0-4-128 0,1 1 0 0,0-5 144 16,1-2-144-16,1-2 0 0,-1-2 0 0,3-3 0 16,0-5 0-16,0-1 0 15,2-1 128-15,1-1-128 0,-1-4 0 0,1 2 0 0,2-2 0 0,-1 2 0 16,1-1 0-16,0 4 0 0,0 0 0 0,0 2-176 15,0 2 368-15,-1 2 80 0,-1 2 16 0,0 4 0 16,0-1 160-16,0 3 48 0,-2 4 0 0,2 1 0 16,-7-3-96-16,0 0-16 0,0 0 0 0,28 37 0 0,-28-37 16 15,0 0 0-15,21 45 0 16,-21-45 0-16,14 34-224 0,-14-34-48 0,13 33-128 0,-13-33 192 0,11 31-192 0,-11-31 0 16,9 30 128-16,-5-18-128 0,0 2 0 0,-1-4 0 15,-2 2 0-15,1-5 0 0,-1 0 0 0,0-2 0 16,0 0 0-16,0-3 0 0,0-1-272 0,0-1-112 15</inkml:trace>
  <inkml:trace contextRef="#ctx0" brushRef="#br0" timeOffset="104453.9">13343 11736 9215 0,'2'-6'816'0,"-2"2"-656"15,3-1-160-15,-1 1 0 0,0 3 304 0,-1-1 16 16,2 0 16-16,0-5 0 0,3 2 768 0,1-5 160 16,3-1 16-16,-2 1 16 0,1 1 672 0,0 1 128 15,-2 4 16-15,0-1 16 0,0 0-80 0,-1 3-32 16,2 2 0-16,-1 0 0 0,-7 0-816 0,0 0-176 0,0 0-16 0,33 30-16 16,-33-30-336-16,18 36-64 0,-18-36-16 0,19 50 0 15,-10-17-96-15,0-2-32 0,-1 5 0 0,-1 0 0 16,0 1-144-16,-3 2-48 0,0 3 0 0,-4-4 0 15,-3 2-256-15,-4-2 0 0,-4-2 128 0,-4-3-128 16,-2-2 0-16,-2-2 0 0,-4 1 0 0,-2-2-11296 31,-1-1-2320-31</inkml:trace>
  <inkml:trace contextRef="#ctx0" brushRef="#br0" timeOffset="125122.2">13885 11975 5519 0,'-4'-3'496'0,"1"3"-496"0,0-2 0 0,1 2 0 0,1-1 672 0,0 0 32 16,1 1 16-16,-2-2 0 15,1 1 1120-15,-2-1 208 0,0-1 64 0,0 1 0 0,1 0-256 0,1 0-32 16,1-1-16-16,-1 1 0 0,1-1-432 16,0 3-96-16,1-2 0 0,-1 2-16 15,1-1-304-15,1 1-48 0,1 0-16 0,0-1 0 0,1 2-160 0,-1-1-32 16,4 1-16-16,0-1 0 0,-7 0-48 0,0 0-16 15,34 2 0-15,-34-2 0 0,0 0-16 0,44 1 0 16,-44-1 0-16,34 0 0 0,-34 0-288 16,34-1-48-16,-34 1-16 0,29-2 0 0,-14 1-128 0,-2 0-128 15,0-1 192-15,0 1-192 0,-1-3 0 0,-2 3 0 16,0-1 0-16,-3 0 0 0,0 2 0 0,-3 0 0 16,0 0 0-16,-2 1 0 15,-2 0-2368-15,-3 4-368 0</inkml:trace>
  <inkml:trace contextRef="#ctx0" brushRef="#br0" timeOffset="125389.27">13952 12089 11055 0,'-3'3'480'0,"0"-1"112"0,1 0-464 0,0-2-128 0,1 2 0 0,0-2 0 16,0 2 1280-16,-1-2 256 0,-1 3 32 0,1-1 16 15,-1 1 352-15,1-1 80 16,1-2 16-16,2 0 0 0,1 0-160 0,2-2-16 0,0 0-16 0,1-1 0 16,1-2-368-16,2 3-64 15,0-3 0-15,0 0-16 0,3 1-592 0,0-1-112 0,1 2-32 0,0-1 0 16,0 2-352-16,0 1-80 0,1-1-16 0,-13 2 0 0,0 0-208 16,39-2 0-16,-39 2 0 0,0 0 0 15,39 0 0-15,-39 0 0 0,28-3 0 0,-28 3-11568 16,0 0-2192-16</inkml:trace>
  <inkml:trace contextRef="#ctx0" brushRef="#br0" timeOffset="127106.87">14511 11899 8287 0,'-1'-3'736'0,"0"-1"-592"0,1 2-144 15,0 0 0-15,0 1 1264 0,-1-1 208 16,1-3 64-16,-2 0 0 0,0-3 704 0,-1-1 160 0,-1 3 32 0,2 1 0 16,0 0-576-16,-1 3-128 0,1-1 0 0,-1 3-16 15,1 0-768-15,0 0-160 0,0 1-16 0,-1 2-16 16,0 0-288-16,0 2-48 0,0 1-16 0,-2 0 0 16,1 3-144-16,0 0-16 15,-2 2-16-15,2 1 0 0,-2 2-48 0,0 0-16 0,3 0 0 0,-2 0 0 16,1 3-32-16,1-2-128 0,0 2 192 0,2-2-64 15,1-1 0-15,1-1-128 0,0-2 192 0,2-1-64 0,-1-1-128 16,2-3 0-16,1-2 0 0,0 1 0 0,2-3 0 0,0-2 0 16,1 0 0-16,0-2 0 0,0-1 384 0,2-3-16 15,0 0 0-15,0-1 0 0,-1 0-48 0,1-2-16 16,2-1 0-16,-2-2 0 0,1 0-160 0,-2 1-16 16,0 1-128-16,-1-2 192 0,0-2-192 0,0-1 128 15,-2 1-128-15,-1 0 0 0,-2 0 128 0,-2-2-128 16,-1 1 0-16,-2 1 144 0,-3-3-144 0,-2 3 128 15,-1 0-128-15,-1 2 128 0,0-1-128 0,-2 4 128 0,0 3-128 16,2 3 128-16,1 3-128 0,-1 3 0 16,2 3 0-16,0 2 128 0,2 2-128 0,0 1 0 0,2 1 0 0,2-2 0 15,0 1-320-15,2 1-32 16,-1-12-16-16,0 0-16528 0</inkml:trace>
  <inkml:trace contextRef="#ctx0" brushRef="#br0" timeOffset="127327.03">14738 11982 22111 0,'0'2'976'0,"0"-2"208"0,1 0-944 0,0 1-240 15,-1-1 0-15,0 0 0 0,1 2 1200 0,1-2 192 16,0 2 32-16,1 1 16 0,0 1-688 0,1 1-144 15,-4-5-32-15,0 0 0 16,0 0-368-16,0 0-80 0,0 0 0 0,21 35-128 0,-18-30 0 0,1-2 0 16,-4-3 0-16,0 0-13232 0</inkml:trace>
  <inkml:trace contextRef="#ctx0" brushRef="#br0" timeOffset="127833.12">15009 11844 5519 0,'0'-2'496'0,"1"2"-496"15,-1 0 0-15,0 0 0 0,0 0 1920 16,0 0 272-16,0 0 64 0,-1 0 16 0,0 2 528 0,-1-1 96 16,-1 3 32-16,-1-1 0 0,0 1-1536 0,0 1-304 15,-2 1-64-15,1 0-16 16,-2 3-224-16,0-1-32 0,-1 2-16 0,0 1 0 0,0 1-96 0,1 0-32 31,1 2 0-31,0-3 0 0,1 1 0 0,2 1 0 0,0 0 0 0,1-1 0 0,2 0-112 0,0-1-32 31,0-11 0-31,0 0 0 0,0 0-208 0,0 0-32 16,17 37-16-16,-17-37 0 0,0 0-208 0,0 0 0 0,0 0 0 0,38 9 0 0,-29-13 0 0,0 1 0 16,2-2 0-16,0-3 0 15,0 2 128-15,-1-3-128 0,1-1 0 0,-1 0 144 16,0 1-16-16,-2 0-128 0,-2-1 192 0,1 1-64 16,-2-1-128-16,0 1 160 0,-1-1-160 0,-2-1 160 15,-1 3-160-15,-2-3 128 0,-2 1-128 0,-1 0 128 16,0 1-128-16,-2 0 160 0,0 1-160 0,-1-1 160 15,1 3-32-15,0 0-128 0,-1 0 192 0,2 3-64 16,-1 1-128-16,1 1 0 0,0 2 0 0,0 1 128 0,2 1-128 16,-2 0 0-16,1 3 0 0,1-2 0 15,1 3-656-15,-1-2-64 16,1 0-16-16,1 2-15936 0</inkml:trace>
  <inkml:trace contextRef="#ctx0" brushRef="#br0" timeOffset="128698.78">15227 11792 13823 0,'-2'0'1216'0,"0"0"-960"15,2 0-256-15,0 0 0 0,0 0 1760 0,-1 0 304 16,0 0 64-16,0 0 16 0,-1 0 256 0,1 0 48 0,1 0 16 0,1 0 0 16,2 0-928-16,0-2-176 0,1 2-32 0,2-2-16 15,1 2-480-15,1 0-112 0,0 0-16 0,-8 0 0 16,0 0-352-16,0 0-80 0,38 6-16 0,-38-6 0 16,0 0-256-16,0 0 160 0,0 0-160 0,40 22 128 15,-40-22-128-15,0 0 0 0,0 0 0 0,0 0 0 16,20 36 0-16,-19-30 0 0,-1 2 0 0,-1-4 0 15,-1 2 0-15,0-2 128 0,0 1-128 0,-3 2 0 16,-1-3 160-16,0 2-160 0,-1 0 192 0,-1-1-192 16,1 0 192-16,-2-2-64 0,2 2 0 0,0-1-128 0,-1 0 128 0,1-1-128 15,1 0 0-15,1 0 0 0,-1-2 0 0,2 2 0 16,1-1 0-16,0 0 0 0,1-1 0 0,1 1 0 16,0 0 0-16,2-2 0 15,0 0 0-15,1 0 0 0,0 1 0 0,1-1 0 0,2 1 0 0,1-1 0 16,0 0 0-16,1 0 0 0,2 2 0 0,-1-2 0 15,-8 0 0-15,0 0 0 0,0 0 0 0,0 0 0 16,45 13 0-16,-45-13 0 0,0 0 160 0,0 0-32 16,42 19 0-16,-42-19 0 0,0 0 0 0,0 0 0 15,0 0 0-15,35 23 0 0,-35-23-128 0,0 0 0 16,0 0 0-16,0 0 0 0,0 0 0 0,0 29 128 16,-6-24-128-16,0 0 0 0,-1 1 160 0,-2 1-160 0,1-2 192 15,-3 2-192-15,1-1 128 0,-1 1-128 0,0 1 0 0,-1 2 0 16,0-3 0-16,2-1 0 0,1 0 0 0,1-1 0 15,1-3 0-15,2 1 0 0,1-1 0 0,2-4 0 16,1 1 0-16,2-5 0 0,2-2 0 0,2-1-12224 16,1-3-2432-16</inkml:trace>
  <inkml:trace contextRef="#ctx0" brushRef="#br0" timeOffset="129110.37">15616 11790 17503 0,'0'-5'768'0,"-1"3"176"0,0 0-752 0,1 1-192 0,-1 1 0 0,0 0 0 16,0 0 2384-16,0 0 448 0,-2 1 96 0,1 1 16 0,-2 0-416 0,0-1-80 15,1 3-16-15,0-2 0 0,0 1-1328 0,1 2-272 16,0 1-48-16,-1 0-16 0,2 0-512 0,0 2-128 16,0-1 0-16,0 1-128 0,1 1 128 0,-1-2-128 15,1 2 0-15,0 0 0 0,0-2 0 16,1 1 0-16,0 1 0 0,1-2 0 15,-1 0 0-15,2-2 0 0,1 0 0 0,0 0 0 0,-4-5 0 0,0 0 0 16,0 0 0-16,0 0 0 0,0 0 0 0,42 23 160 16,-42-23-160-16,0 0 128 0,0 0 0 0,0 0 0 0,45 14 0 15,-45-14 0-15,0 0-128 0,0 0 0 0,0 0 0 16,36 29 0-16,-36-29 0 0,0 0 0 0,0 0 0 0,0 0 0 16,7 30 0-16,-10-22 0 15,-1 1 0-15,-1-2 0 0,1 1 0 0,-2-1 0 0,0 1 0 0,-2 0 0 16,1-2 0-16,-1 0 0 0,1 0 0 0,0 0 0 15,-2-1 0-15,1-3 0 0,0 0 0 0,-1 1 0 16,1-1 0-16,0-2 0 16,-1-2 0-16,1 0 0 0,-1 1 0 0,1-3 0 0,0-4 0 0,-1 2 0 15,0-3-640-15,0-2-224 16,0-3-32-16,0 0-16352 0</inkml:trace>
  <inkml:trace contextRef="#ctx0" brushRef="#br0" timeOffset="129289.88">15560 11791 6447 0,'2'-6'576'0,"0"1"-576"16,1 2 0-16,-2 0 0 0,1 2 1840 0,0-1 256 16,0 2 48-16,2-3 16 0,2 1 1216 0,4-2 240 15,1-1 48-15,2 2 16 0,1 1-1440 0,0-2-272 16,2 1-64-16,-16 3-16 0,33-3-1152 0,-33 3-224 16,33-4-64-16,-33 4 0 0,33-4-448 0,-33 4 0 15,33-4 0-15,-33 4 0 16,30-2-832-16,-30 2-64 0,25-2-16 0,-25 2-14032 0</inkml:trace>
  <inkml:trace contextRef="#ctx0" brushRef="#br0" timeOffset="129857.07">16015 11652 1839 0,'2'-2'160'0,"-1"0"-160"0,1 2 0 0,-1-2 0 16,0 2 2608-16,-1 0 480 0,0 2 112 0,0-2 0 15,0 1 912-15,0 0 176 0,0 2 48 0,-2 2 0 16,-1 1-1888-16,1-1-368 0,-1 2-80 0,-2 0-16 15,1 0-1024-15,-1 1-224 0,0-1-32 0,0 2-16 16,-1-1-416-16,1 1-80 0,0 0 0 0,0 1-16 16,2-1-176-16,0-2 128 0,0 3-128 0,2-1 128 15,1-9-128-15,0 0 0 0,0 0 0 0,7 36 128 0,-7-36-128 0,0 0 0 16,0 0 0-16,0 0 0 0,28 33 0 0,-28-33 0 31,0 0 0-31,0 0 0 0,39 19 0 0,-39-19 0 0,0 0 0 0,0 0 0 0,46 21 0 0,-46-21 0 16,0 0 0-16,0 0 0 0,34 24 0 0,-34-24 0 15,0 0 0-15,0 0 0 0,0 0 0 0,26 42 0 16,-26-42 0-16,0 0 0 0,0 0 0 0,4 34 0 16,-6-27 0-1,-1-1 0-15,0 2 0 0,-1-3 0 0,0 0 128 0,-2 0-128 16,1-1 0-16,-3 1 0 0,1 0 0 0,-3-1 0 16,-1-1 0-16,-1 0 0 0,-1 1 0 0,-2-2 0 15,1-2 0-15,0 2 0 0,1-2 0 0,0 0 0 16,3-2 0-16,0 0 0 0,3-2 0 0,1-2 0 15,1 2 0-15,3-4 0 0,1 0 0 0,1 0 0 16,3-4 0-16,1 2 0 0,2-3 0 0,2 1 0 16,3-1 0-16,0 0 0 0,3 0 0 0,1-1 0 15,0 0 0-15,1 2 208 0,0-2-48 0,0 2-16 16,-2 1-144-16,-1 1 0 0,0 0 0 0,0 1 0 0,0-3 0 0,-1 2 0 16,-1-2 0-16,-1 3 0 0,-2-2 0 0,1 1 0 15,-5-2 0-15,0 0 0 0,-2 2 0 0,-1 1 0 16,-3-2 0-16,-1 1 0 0,-1 0 0 0,-1 1 0 15,-3 0 0-15,1 1 0 0,-2 1 0 0,-1 0 0 16,1 3 0-16,1 3 0 0,0-1 0 0,1 2 0 16,1 0 0-16,1 2 0 15,0 1-320-15,2-1-112 0,2 1-16 0,0 1 0 16,1-1-1536-16,1-1-304 0</inkml:trace>
  <inkml:trace contextRef="#ctx0" brushRef="#br0" timeOffset="130340.2">16385 11750 11055 0,'2'0'976'0,"1"0"-784"0,-1 0-192 0,-1 0 0 16,0-2 2096-16,0 1 368 0,2 1 80 0,2-4 16 16,2 1 304-16,0-1 64 0,1-4 16 0,0 2 0 15,-1-2-1456-15,0 1-272 0,0 0-64 0,-1-3-16 16,-2 3-480-16,-1-2-80 0,0-1-32 0,-3-1 0 15,0 3-256-15,-3-3-48 0,-1 1-16 0,0-2 0 16,-3 2 16-16,-1 1 0 0,-1 1 0 0,-2 0 0 16,3 3-112-16,-1 1 0 0,1 3-128 0,-2 1 192 15,2 3 32-15,-1 0 0 0,0 3 0 0,1 1 0 16,1 3-224-16,0-1 0 0,1 3 0 0,1 0 0 16,0 2 0-16,1 0 0 0,4-14 0 0,-4 26 0 15,4-26 0-15,0 0 0 0,3 34 0 0,-3-34 0 0,0 0 0 16,0 0 0-16,0 0 0 0,20 37 0 0,-20-37 0 0,0 0 0 15,0 0 0-15,0 0 0 0,0 0 0 0,40 12 0 16,-40-12 0-16,0 0 0 0,0 0 0 0,25-1 0 16,-20 1 0-16,-2-1 0 0,0 2 0 0,-1-1 0 15,0 1 0-15,-1 1 0 0,0 1 0 0,-2 0 0 16,1 1 0-16,-2 3 0 0,0 0 0 0,0 1 0 16,-1 3 0-16,-1 1 0 0,0 0 0 0,-1 0 0 15,-1 2 0-15,-1 3 0 0,0-2 0 0,-1 1 0 16,-1 1 0-16,2 0 0 0,0 0 0 0,-1-2 0 15,1 2 0-15,0-3 0 0,2 0 0 0,0-2 128 16,0 0-128-16,2-2 0 0,0 1 0 0,0-4 0 16,1 0 0-16,1-1 0 0,0-2 0 0,1-1 0 0,-1 1 0 0,1-3 0 31,1 0-1936-31,0-1-336 0</inkml:trace>
  <inkml:trace contextRef="#ctx0" brushRef="#br0" timeOffset="130833.36">16729 11671 10127 0,'2'-2'896'0,"-2"0"-704"0,1 2-192 0,-1 2 0 15,0-2 2576-15,0 0 496 0,0 0 80 0,0 1 32 0,0 1 80 0,-1 1 32 16,0 0 0-16,-2 3 0 15,-1 0-2016-15,-1 2-384 0,2-1-96 0,-3 2-16 0,1 1-240 0,-2-1-48 16,0 3-16-16,-1 0 0 0,0 0-208 0,-1 2-32 16,-1 0-16-16,0 1 0 0,1-1-16 0,1-2 0 15,-1 2 0-15,3-2 0 0,0-1 16 0,2-3 0 16,0 1 0-16,4-9 0 0,0 0-224 0,0 0 176 16,0 0-176-16,0 0 160 0,0 0-160 0,0 0 0 15,22 36 0-15,-22-36 0 0,0 0 0 0,30 3 0 16,-30-3 0-16,0 0 0 0,32 3 0 0,-32-3 0 15,0 0 0-15,30 5 0 0,-30-5 0 0,0 0 0 16,0 0 0-16,39 15 0 0,-39-15 0 0,0 0 0 16,0 0 0-16,0 0 0 0,33 31 0 0,-33-31 0 15,0 0 0-15,0 0 0 0,0 0 0 0,12 42 0 0,-12-42 0 16,0 0 0-16,-3 21 0 0,0-13 0 0,-1-2 0 0,-1 2 0 16,-2-3 0-16,0 2 0 0,-2-3 0 0,-1 1 0 15,1 0 0-15,-2-3 0 0,-2 1 0 0,0 1 0 16,-3-3 128-16,0 1-128 0,-1-2 128 0,-1 0-128 15,2-3 128-15,0 1-128 0,2-3 128 0,-1-1-128 16,4-1 0-16,-1-3 0 0,0-2 0 0,3-2 0 16,1 1-400-1,2-3-112-15,3-1-32 0,2 1-17184 0</inkml:trace>
  <inkml:trace contextRef="#ctx0" brushRef="#br0" timeOffset="131006.43">16641 11765 12895 0,'3'-6'576'0,"1"2"112"0,1 1-560 16,-2 1-128-16,0 2 0 0,0-2 0 0,2 1 2640 0,1-1 496 16,7-3 112-16,4 1 16 0,3 1-592 0,2-2-112 15,2 1-32-15,-1 1 0 0,0 1-1056 0,0-1-224 16,-23 3-32-16,46-2-16 0,-46 2-816 0,44 0-176 16,-44 0-16-16,36-1-16 0,-36 1-352 0,0 0-64 15</inkml:trace>
  <inkml:trace contextRef="#ctx0" brushRef="#br0" timeOffset="18360.06">4979 11797 19343 0,'0'3'1728'0,"0"-1"-1392"16,-1-1-336-16,1 0 0 0,-1 1 560 0,1 3 32 15,-2 2 16-15,0 5 0 0,-1 5 800 0,-1 2 144 16,2 0 48-16,-1 2 0 0,1 3-704 0,0-3-144 16,1 3-32-16,0-1 0 0,1 1-80 0,0 0 0 15,1 2-16-15,-1-2 0 0,1-3-224 0,0-2-32 16,-1-2-16-16,0-1 0 0,0-1-208 0,0-4-144 16,0-1 192-16,0-3-192 0,0-2 144 0,0 0-144 15,-1-3 0-15,1-1 144 0,0-1-144 0,1-1 0 0,0-3 0 16,0-2 0-16,2-1 0 0,-1-4 0 15,1-1-144-15,0-3 144 0,0-1-320 0,-1-1 0 16,0 1 0-16,1-1 0 0,-1 0 800 0,0 1 160 0,-1-1 16 16,1 0 16-1,-1 3-1360-15,-1-1-272 0,2 0-48 0,1 0-16 0,0-1 896 0,0 2 128 0,1 4 0 0,0-1 160 16,2 3 480-16,0-1 112 0,2 1 16 0,1 1 0 16,-1 1 256-16,1 1 48 0,1 1 16 0,-1 1 0 15,0 0-528-15,1 1-112 0,-2 1 0 0,0-1-16 16,0 2-240-16,-1 2-32 0,0-2-16 0,-7 0 0 0,0 0-144 0,0 0 0 15,0 0 0-15,0 0 128 0,37 41-128 0,-37-41 0 16,8 31 0-16,-5-13 0 0,-1-3 0 0,-1 6 0 16,-1 5 128-16,-1 3-128 0,-1 0 0 0,0 1 0 15,-1-4 0-15,1-1 0 0,0-4 0 0,1-4 0 16,1-4 0-16,0-5 0 0,0 0 0 0,0-5 0 16,1-1 0-16,1-2-18016 0</inkml:trace>
  <inkml:trace contextRef="#ctx0" brushRef="#br0" timeOffset="18642.05">5271 12058 22111 0,'-3'0'976'0,"1"0"208"0,1 0-944 0,0 0-240 0,0-2 0 0,1 2 0 16,0 0 2064-16,1-3 368 0,1 1 80 0,2-1 16 15,0-1-528-15,3-1-96 0,1-1-32 0,1 1 0 16,2 1-976-16,-1 0-208 0,2-1-48 0,0 3 0 16,0-1-368-16,0 1-80 0,-12 2 0 0,0 0-16 15,37 0-176-15,-26 0 0 0,-11 0 0 0,0 0 0 16,0 0 0-16,40 5 0 0,-32-5 0 0,1 0 0 0,-2 0 0 0,0 0 0 16,-1-3 128-16,0 1-128 0,-2 0 0 0,1-1 0 15,-1 1 0-15,-2-1 0 0,2 1 0 0,-3 0-192 16,0 0 64-16,0 0-17984 15</inkml:trace>
  <inkml:trace contextRef="#ctx0" brushRef="#br0" timeOffset="18955.94">5769 11830 2751 0,'0'-2'256'0,"0"0"-256"0,1-1 0 0,-1 3 0 16,0-2 2368-16,1 0 448 0,0-1 64 0,1 1 32 15,-1-3 352-15,1 0 80 0,-1 3 16 0,0 2 0 16,0 0-1136-16,-1 2-240 0,-1 3-32 0,1 2-16 16,-2-2-368-16,1 4-80 0,-1 2-16 0,0 2 0 15,0-1-640-15,0 2-128 0,0 2-16 0,-1 4-16 16,0-2-416-16,0 5-64 0,1 0-32 0,-1-2 0 15,0 2-160-15,0-1 160 0,1 3-160 0,0-2 160 16,1 0-160-16,0-4 0 0,2 0 144 0,1-5-144 0,-2-14 0 0,0 0 0 16,0 0 0-16,13 33 0 0,-8-32 0 0,-1-1-192 15,0-1 32-15,3-3-17936 16</inkml:trace>
  <inkml:trace contextRef="#ctx0" brushRef="#br0" timeOffset="19650.16">6115 11855 4607 0,'-1'-5'400'0,"1"2"-400"0,0 0 0 0,0 1 0 15,0 0 2176-15,0 0 368 0,2-1 64 0,0-2 16 16,2-2 384-16,1-4 64 0,2 2 32 0,-1 0 0 0,2 5-976 0,-2 0-192 16,3 3-32-16,-2 2-16 15,-7-1-640-15,0 0-128 0,0 0-32 0,37 42 0 0,-37-42-496 0,16 38-96 16,-16-38-32-16,13 42 0 0,-13-42-208 0,9 46-64 16,-5-25 0-16,-2 2 0 0,0 1 32 0,-3 0 0 15,0 1 0-15,-1-4 0 0,-3 0-32 0,0 0-16 16,-2-3 0-16,-1 0 0 0,-1-1-176 0,-1-2 128 15,0 0-128-15,-1-1 128 0,-1-2-384 0</inkml:trace>
  <inkml:trace contextRef="#ctx0" brushRef="#br0" timeOffset="20327.3">4592 11885 2751 0,'3'-3'256'0,"0"0"-256"0,0 2 0 0,-2 1 0 16,0 0 1088-16,1 0 192 0,0-2 16 0,4-1 16 15,0 0 624-15,1 1 128 0,-1 1 32 0,-3 0 0 16,2 1-464-16,-2-2-96 15,-1 0 0-15,0 1-16 0,1-2 144 0,0 1 48 0,-1 0 0 0,0-3 0 16,0 3-368-16,0-1-80 0,-1 1-16 0,-1 1 0 16,0 1-544-16,-2 0-96 0,0 1-32 0,-2 1 0 15,-2 3 32-15,-2 0 0 0,-2 2 0 0,-2 0 0 0,-1 4-256 0,-2 0-48 16,0 0-16-16,-2 2 0 16,1 1-16-16,1 0 0 0,-1 2 0 0,2 1 0 0,1-2 0 0,0 2 0 15,1 3 0-15,1-1 0 0,3 5 128 0,2-3 32 16,2 1 0-16,2 0 0 0,4-1-176 0,-2-21-48 15,13 39 0-15,-13-39 0 0,0 0-80 0,38 45-128 16,-38-45 176-16,0 0-176 0,54 32 176 0,-54-32-176 16,43 14 160-16,-43-14-160 0,45 4 0 0,-45-4 128 0,48-2-128 15,-48 2 0-15,47-4 0 0</inkml:trace>
  <inkml:trace contextRef="#ctx0" brushRef="#br0" timeOffset="23339.73">7913 11954 15663 0,'-1'0'1392'0,"1"-2"-1120"0,0 2-272 0,0 0 0 16,0 0 512-16,0 0 32 0,0 2 16 0,0-2 0 16,0 3 1312-16,0-2 272 0,0 2 48 0,2 0 16 15,-1-1-448-15,2 0-96 0,1-2 0 0,1 0-16 16,0 0-304-16,4-3-64 0,0 1-16 0,1 0 0 16,3 1-176-16,0-2-48 0,1 2 0 0,-14 1 0 15,29-2-624-15,-29 2-128 0,33 0-32 0,-33 0 0 16,35 0-112-16,-35 0-16 0,30 2-128 0,-30-2 192 15,31 2-192-15,-31-2 128 0,34 3-128 0,-34-3 0 0,0 0 0 16,43 8 0-16,-43-8 0 0,0 0 0 16,37 8 0-16,-37-8 0 0,0 0 0 0,30 3 0 0,-30-3 0 0,0 0 0 15,0 0 0-15,27-2 0 16,-22 1-1104-16,-2 1-176 16</inkml:trace>
  <inkml:trace contextRef="#ctx0" brushRef="#br0" timeOffset="23623.34">7942 12164 7359 0,'0'0'656'0,"0"-2"-528"0,0 2-128 0,0 0 0 16,-1 0 880-16,1 0 144 0,0-1 16 0,0 0 16 15,0 1 864-15,0 0 160 0,0 0 32 0,2 0 16 16,0 1-272-16,-2-1-48 0,0 0-16 0,0 0 0 16,0 0 464-16,0 0 96 0,41 1 16 0,-41-1 0 15,26-2-640-15,-26 2-128 0,33-8-32 0,-14 4 0 16,0-1-896-16,2 1-176 16,-1 1-48-16,1-1 0 0,-21 4-272 0,43-6-176 15,-43 6 192-15,39-2-192 0,-39 2 0 0,37 0 0 0</inkml:trace>
</inkml:ink>
</file>

<file path=ppt/ink/ink15.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10T09:41:11.488"/>
    </inkml:context>
    <inkml:brush xml:id="br0">
      <inkml:brushProperty name="width" value="0.05292" units="cm"/>
      <inkml:brushProperty name="height" value="0.05292" units="cm"/>
      <inkml:brushProperty name="color" value="#0070C0"/>
    </inkml:brush>
  </inkml:definitions>
  <inkml:trace contextRef="#ctx0" brushRef="#br0">4614 3464 9215 0,'0'0'816'0,"0"0"-656"15,0 2-160-15,0-2 0 0,0 0 832 0,0 0 144 16,1 0 32-16,0 0 0 0,1 2 432 0,1-2 96 16,1 0 0-16,2 0 16 0,0-2-16 0,1 0 0 15,3 1 0-15,0-1 0 0,0-1-336 0,1-1-80 0,1 1-16 0,-1-2 0 16,0 2 656-16,1 0 128 0,2-4 32 0,0 2 0 31,2-3-1920-31,1 1-544 0,-1 0-32 0,-1 0 0 0,-2 0 576 0,0 0 128 0,0 2 0 0,-2-1 16 16,0 0-144-16,-2 2 0 15,0-1 0-15,0 0 0 0,-3 1 0 0,0 1 0 0,-1 0 0 0,-1 1-176 16,-2 2-448-16,-2 0-80 0,0 2-32 16,-2-1 0-16,-1 3-1632 0,-1-1-336 0,-2 1-64 15,0 2-16-15,-1 0-160 0,0 0-16 0</inkml:trace>
  <inkml:trace contextRef="#ctx0" brushRef="#br0" timeOffset="173.67">4856 3406 4607 0,'-10'7'192'0,"8"-6"64"0,2-1-256 0,0 0 0 16,0 0 0-16,-1 0 0 0,1 2 1376 0,-1-2 224 16,0 0 64-16,0 1 0 15,0 0 768-15,2 1 176 0,-2-1 16 0,1 3 16 0,0-1-528 0,-1 1-128 16,1 2 0-16,-1 0-16 0,1 4 240 0,-1-3 48 16,1 4 16-16,0 1 0 31,-1 0-2272-31,1 2-512 0,-1 3-80 0,0 0-16 0,0 0 608 0,0 1 0 0,0-1 224 0,0-1-64 0,1-16-160 0,2 31 0 15,-2-19 0-15,0-12 128 0,0 0-128 0,5 33 0 16,-5-33-160-16,0 0-9824 0,0 0-1984 16</inkml:trace>
  <inkml:trace contextRef="#ctx0" brushRef="#br0" timeOffset="598.29">5033 3290 11055 0,'2'-5'976'0,"0"0"-784"0,0 3-192 0,-1 4 0 16,-1-2 1472-16,1 0 240 0,1 0 48 0,2 0 16 16,1 0 256-16,0 3 48 0,0 2 16 0,-5-5 0 15,0 0-752-15,0 0-128 16,13 47-48-16,-13-47 0 0,3 41-320 0,-3-41-64 0,1 47-16 0,0-19 0 16,-1 1 0-16,0 1-16 0,1 2 0 15,-1-2 0-15,0-2-368 0,-1-3-64 16,1-2 0-16,-1-3-16 0,1-2-304 0,0-18 0 15,2 29 0-15,-2-29 0 0,0 0 0 0,0 0 0 0,0 0 0 0,0 0 0 0,0 0 0 0,0 0 0 16,0 0-128-16,0 0 128 0,36 0 0 0,-32-10 0 16,0-2-160-16,0-2 160 0,-1 0-336 0,0-1 0 15,0-1 0-15,0-1 0 0,-1 1 160 0,0 1 48 16,0 0 0-16,0 2 0 0,1 3 128 0,0-1 0 0,-1 4 0 16,1 0 0-16,0 4 0 0,0 3 144 0,0 0-144 0,0 2 0 15,-3-2 208-15,0 0-64 0,0 0-16 0,0 0 0 31,18 46 192-31,-18-46 16 0,0 0 16 0,7 42 0 0,-7-42-160 0,0 0-16 0,7 38-16 0,-7-38 0 16,0 0-160-16,0 0 160 0,13 34-160 0,-13-34 160 31,0 0-160-31,0 0 0 0,0 0 0 0,0 0-176 16,0 0-432-16,35 9-96 0</inkml:trace>
  <inkml:trace contextRef="#ctx0" brushRef="#br0" timeOffset="929.73">5367 3594 11967 0,'2'0'528'0,"0"0"112"0,0 0-512 0,-1 0-128 31,1 0 0-31,0 0 0 0,1 0 1424 0,1 0 256 0,5 0 48 0,3-3 16 0,2-2-576 0,1 1-112 16,0-4-32-16,0 2 0 0,0-2-720 0,-1-1-160 16,0 0-16-16,-1-1-128 0,-2 0 128 0,-2 3-128 15,1-2 0-15,-3 0 0 0,-1 2 256 0,-2 1 0 16,-2 2 0-16,-2-1 0 15,-2 0 64-15,-1 1 0 0,-1 1 0 0,-3 1 0 0,-2-1 0 0,-2 3 16 16,-1-2 0-16,-1 4 0 0,0-2-16 0,0 1-16 16,0 1 0-16,0 1 0 0,3 1-48 0,1 0-16 0,2 1 0 15,2 2 0-15,2 1 400 0,2-1 64 16,1 4 32-16,0-11 0 16,0 0 448-16,10 34 96 0,-10-34 0 0,0 0 16 15,25 35-432-15,-25-35-96 0,0 0 0 0,38 22-16 16,-38-22-432-16,0 0-64 0,44 9-32 0,-44-9 0 15,31-1-224-15,-14-2 0 0,-1 0 0 0,-2-2 0 16,1 1 0-16,-1-1 0 0,-1-2-160 0,0-1 160 16,0 0-1280-16,-1 0-192 0</inkml:trace>
  <inkml:trace contextRef="#ctx0" brushRef="#br0" timeOffset="1844.66">6256 3430 20271 0,'1'0'1792'0,"-1"1"-1424"16,0 0-368-16,0-1 0 0,1 0 1376 0,0 0 208 16,0 1 32-16,1 0 16 0,1 0-352 0,-1-1-80 15,3 0-16-15,0-2 0 0,-1 0-480 0,2-3-112 0,0-1-16 0,-1-1 0 16,2 0-48-16,-2-2-16 0,1 0 0 0,-1 0 0 16,-1-1-256-16,0 2-64 0,-2-1-16 0,-1 1 0 15,-2 0-176-15,0 2 0 0,-2 0 0 0,-1 0 128 16,-1 3-128-16,0 0 128 0,-2 0-128 0,1 3 128 15,-1 0 64-15,-2 3 16 0,0 1 0 0,-1 1 0 16,0 2-208-16,2 3 144 0,-1-1-144 0,1 1 128 16,1 1-128-16,0 1 0 0,1 5 0 0,-1-2 128 15,2 3-128-15,0 1 0 0,2 0 0 0,0 0 128 0,3-19-128 0,0 36 128 16,0-36-128-16,0 0 128 0,8 37-128 0,-8-37 0 16,0 0 0-16,0 0 0 0,0 0 0 0,0 0 0 15,43 3 0-15,-33-10 0 0,-1-3 0 0,1-2 0 16,0 1 0-16,-1-2 0 0,0-1 0 0,1-2 0 15,2-3 0-15,-1 0 0 16,-1-3-144-16,0 4 144 0,-1-2 0 0,0 0 0 0,-3 2-128 0,0-2 128 16,-2 2 0-16,-2-3 0 0,-1 2 0 0,-2-4 0 15,-1-1 0-15,1 3 0 0,-2-1 0 0,1 1 0 16,0 2 0-16,0 0 0 0,1 5 0 0,1 2 0 0,1 3 0 0,0 1 0 16,1 7 528-16,0 1 16 15,0 3 0-15,-2-3 0 0,0 0-272 0,0 0-48 0,14 48-16 0,-14-48 0 16,8 51-48-16,-4-22-16 0,0 3 0 0,0 1 0 15,0 0-144-15,-1-2 128 0,1 2-128 0,-4-33 128 16,11 52-128-16,-11-52 192 0,15 43-192 0,-15-43 192 16,0 0-192-16,28 37 0 0,-28-37 0 0,0 0 0 15,0 0 0-15,35 15 0 0,-26-18-128 0,-3-1-17776 16</inkml:trace>
  <inkml:trace contextRef="#ctx0" brushRef="#br0" timeOffset="2191.21">6598 3414 15663 0,'5'0'688'0,"-2"-1"144"0,1 1-656 0,-2-1-176 15,1 1 0-15,0-1 0 0,0 1 1536 0,1-3 256 16,3 1 64-16,2-2 16 0,2-1-288 0,1-2-64 16,1 0-16-16,0 0 0 0,-2-1-832 0,0 1-160 15,-2-1-48-15,-1-1 0 0,0 3-336 0,-2-2-128 16,-1 1 0-16,-2 0 144 0,-1 0-16 0,-3 1-128 15,0 0 192-15,-2-1-64 0,-2 2-128 0,0 0 0 16,-3-1 0-16,1 3 0 0,-1 1 0 0,1 2 0 0,0 3 0 0,-2 2 0 31,2 1 0-31,-2 3 0 0,3 1 0 0,0 0 0 0,0 2 0 0,0 2 0 0,1 0 0 0,-3 2 0 16,4 1 176-16,0-3 0 0,1 0 0 0,1 1 0 16,2-15 512-16,-1 23 96 0,1-23 32 0,0 0 0 15,0 0-240-15,0 0-64 0,0 0 0 0,0 0 0 16,36 30-208-16,-28-33-48 0,3-2-16 0,0 0 0 15,2-4-16-15,0 2 0 0,1-2 0 0,0-1 0 16,3 2-224-16,-1-3 0 0,1 1 0 0,0 0 0 16,0 3-384-1,-3-1-64-15,1 0 0 0,-1 3-15584 0</inkml:trace>
  <inkml:trace contextRef="#ctx0" brushRef="#br0" timeOffset="2631.66">7018 3326 4607 0,'2'-2'400'16,"-1"1"-400"-16,1 1 0 0,0 0 0 0,-1-2 3184 0,0 2 544 16,1-2 112-16,1 1 32 0,2-3-512 0,2-1-96 15,1-1-32-15,1-2 0 16,1-1-1664-16,0 0-336 0,-1-1-64 0,0 0-16 0,0-1-624 0,-2 3-128 16,-1-4-16-16,-3 3-16 15,0 2 16-15,-2-1 16 0,-2 1 0 0,-1 2 0 0,-2 1-32 0,-2 1-16 0,0 1 0 0,-3 2 0 16,-1 1-144-16,-1 3-16 0,-1 0-16 15,1 4 0-15,-1-1-176 0,1 4 0 0,1-1 144 0,1 3-144 16,1-1 0-16,1-1 0 0,3-1 0 16,0 1 0-16,2 1 0 0,1-1 0 0,1-11 0 0,0 0 0 15,0 0 0-15,15 36 0 0,-15-36 0 0,0 0 0 16,0 0 0-16,38 12 0 0,-38-12 0 0,24 0 0 16,-24 0 0-16,25 0 0 0,-25 0 0 0,28 2 0 15,-28-2 0-15,0 0 0 0,35 12 0 0,-35-12 0 16,0 0 0-16,0 0 0 0,28 36 0 0,-28-36 0 0,0 0 0 15,-1 36 0-15,-4-20 0 0,-2 3 0 0,-2 0 128 0,-2-3-128 16,-1 4 160-16,-1-4-160 0,-2 1 240 0,-1-1-48 31,0-3-16-31,2-1 0 0,0-1-176 0,2-4 0 0,2-2 0 0,0 0 128 0,2-3-128 0,0-2 0 16,3-2 0-16,1-3 0 0,1 0 0 0,1-5 0 16,2 1 0-16,2-2-11936 15,1-1-2336-15</inkml:trace>
  <inkml:trace contextRef="#ctx0" brushRef="#br0" timeOffset="2952.81">7222 3318 14735 0,'3'-2'1312'0,"-1"0"-1056"0,1-2-256 0,-2 3 0 16,0 1 1968-16,1-3 336 0,2 0 64 0,3-3 0 15,3-2-640-15,1-1-128 0,0 1-16 0,1 0-16 16,-1 3-1168-16,0 0-224 0,0 2-48 0,-11 3-128 15,0 0 0-15,30 1 0 0,-30-1 0 0,0 0 0 16,0 0 0-16,0 0 0 0,32 28 0 0,-32-28 0 16,0 0 0-16,0 0 128 0,0 0-128 0,7 43 0 15,-9-33 128-15,-1-2-128 0,0 0 0 0,0-3 0 16,0 0 128-16,0-2-128 0,0 1 0 0,0-4 0 16,1 1 256-16,2-2-16 0,-2-1 0 0,1-1 0 0,1-4 784 15,0 2 144-15,2-3 48 0,-1-3 0 16,1 2-560-16,2-2-96 0,1-1-32 0,-1-1 0 0,3-1-336 15,-1-3-192-15,3 2 192 0,-2 0-192 0,1-1 0 0,1 1 0 16,-1 1 0-16,1 2 0 0,0 2 0 0,-1 1 0 16,0-1 0-16,1 4-144 15,-1 0-672-15,0 2-128 0,-1 2-16 0,-2 0-14464 16</inkml:trace>
  <inkml:trace contextRef="#ctx0" brushRef="#br0" timeOffset="3266.65">7520 3264 1839 0,'4'2'160'0,"-1"-2"-160"16,0 0 0-16,-1 0 0 0,0 0 2208 0,0-2 416 16,1 2 64-16,1-2 32 0,3-1 720 0,3-2 144 15,2 1 16-15,1-4 16 0,0 2-1824 0,-1-2-352 0,-1-1-80 0,0 0-16 16,-1 1-944-16,-2 1-192 0,1-1-32 0,-3 0-16 16,1 3-160-16,-3-2 0 0,0 0 0 15,-1 2 128-15,-2-2-128 0,-1 2 0 0,-2-2 0 0,-1 2 0 16,-3 0-304-16,0 1 16 0,-2-1 0 0,-1 2 0 31,0 3-864-31,-1 0-192 0,0 4-16 0,-2 2-16 16,1 4 560-16,1-3 112 0,2 4 32 0,-1-1 0 0,2 2 528 0,0 1 144 0,3 0 0 0,0 0 0 15,0 0 608-15,4-13 192 0,-3 24 32 0,3-24 16 16,0 0 640-16,0 31 128 0,0-31 32 0,0 0 0 16,0 0-560-16,0 0-96 0,0 0-32 0,25 35 0 0,-25-35-720 15,0 0-240-15,0 0 128 0,32 2-128 16,-32-2 0-16,18-6-224 0,-9 1 32 0,0 0-14848 15</inkml:trace>
  <inkml:trace contextRef="#ctx0" brushRef="#br0" timeOffset="3610.88">7739 3182 12895 0,'2'4'576'0,"0"-3"112"0,0 0-560 0,0 1-128 16,0-2 0-16,-2 0 0 0,3 0 2176 0,1 0 384 15,2 0 96-15,3 0 16 0,-9 0-752 0,22-4-160 16,-10 0-32-16,1 0 0 0,1-2-704 0,-1-2-160 16,1-1-32-16,-1 2 0 0,0-3-320 0,-2 3-64 0,0-2 0 0,-1-1-16 15,0 1-288-15,-2-1-144 16,-2 1 160-16,0-1-160 0,-2 3 0 0,-2-1 0 0,-2-1 0 0,-2 3 0 16,-1-2 0-16,-3 1 0 0,0 0 0 0,-2 1 0 15,-1 2 0-15,0 2 0 0,-1 2 0 0,0 3 0 16,0 4 0-16,3-3-160 0,1 1 160 0,1 3-128 15,0 3 128-15,0 1 0 0,2 4 160 0,3-16-160 16,-6 34 640-16,6-34 16 0,-1 34 16 0,1-34 0 16,0 0 32-16,7 42 0 0,-7-42 0 0,0 0 0 15,0 0-320-15,29 28-64 0,-29-28-16 0,0 0 0 16,31 2-304-16,-20-5 0 0,1 0 0 0,-1-3 0 31,1 2-416-31,1-3-96 0</inkml:trace>
  <inkml:trace contextRef="#ctx0" brushRef="#br0" timeOffset="4159.26">8530 3056 10127 0,'-3'3'896'0,"-1"0"-704"0,1 0-192 0,0-1 0 15,2 3 1888-15,-1-4 352 0,0 0 64 0,-1 4 0 16,-3 2-272-16,-1 4-64 0,-1 2-16 0,-2 3 0 16,2 1-736-16,1 0-160 0,1 1-32 0,1-1 0 0,5-17-304 0,0 30-64 15,0-30-16-15,0 0 0 0,0 0 80 16,0 0 16-16,37 30 0 0,-23-33 0 15,0 1-608-15,2-6-128 0,1 0 0 0,0-2 0 16,-2-1 0-16,-1-2 0 0,0 1 0 0,-1-1 0 16,-1 0 0-16,-3 0 0 0,-1 2 0 0,-4 2 0 0,0-2 0 0,-4 3 0 15,-3 1 0-15,0 1 0 0,-3 2 0 0,-2 0 0 16,-3 3 0-16,-2-1 0 0,-1 2 0 0,-1 2 0 16,1 1 0-16,1 2 0 0,-1-1 0 0,2 1 0 15,1 2 0-15,2-1 0 0,1 2 0 0,4-2 0 0,0 1 0 16,3 0 0-16,1-7 0 0,0 0-128 0,0 0 128 0,0 0-15168 15</inkml:trace>
  <inkml:trace contextRef="#ctx0" brushRef="#br0" timeOffset="4484.14">9018 2977 23039 0,'6'-7'1024'0,"-3"2"192"16,-2 0-960-16,0 1-256 0,-1 0 0 0,0 1 0 15,0 0 1024-15,-1-3 176 0,0-4 16 0,-1-2 16 0,-2-5-16 0,-1 0-16 16,1 4 0-16,-1 3 0 0,0 3-112 0,0 2 0 16,-1 2-16-16,0 3 0 0,-1 4-256 0,2 1-48 15,-2 1-16-15,1 1 0 16,1 1-560-16,0 0-192 0,0 2 144 0,1 2-144 0,0 2 0 0,4-14 0 16,-5 34 0-16,5-34 0 0,-4 44 0 0,4-44 0 15,-3 55 0-15,3-24 0 0,2-1 160 0,0 4-160 16,1 0 192-16,1 0-192 0,-4-34 288 0,9 61-48 15,-9-61-16-15,8 54 0 0,-8-54-224 0,8 56 0 16,-8-56 0-16,5 45 0 0,-5-45 0 0,3 43 0 16,-3-43 0-16,-1 35-160 0,1-35 160 0,-7 32 0 15,1-21 0-15,-1-1 0 0,-2-1 0 0,1-2 0 0,-3-2 0 16,-1-2 0-16,-1-1-336 0,-1-2-48 0,0-3 0 16,-1-1-11088-16,1-4-2224 0</inkml:trace>
  <inkml:trace contextRef="#ctx0" brushRef="#br0" timeOffset="4641.2">8753 3356 7359 0,'4'-30'160'0,"-3"16"32"0,1 6 16 0,-1 6 0 0,0 2-208 0,0-2 0 0,2-1 0 0,2-2 0 16,2-2 2800-16,3 0 512 0,1 1 96 0,1 1 32 15,2 2-464-15,-1 1-96 0,2-1 0 0,2-1-16 16,-1 1-704-16,3-1-144 0,0-2-32 0,2 2 0 16,0-3-1072-16,1 0-208 0,-2-1-64 0,1-1 0 15,0 0-464-15,-1-1-176 16,0 3 0-16,-1-4-11648 0,1 2-2432 0</inkml:trace>
  <inkml:trace contextRef="#ctx0" brushRef="#br0" timeOffset="5066.39">9901 2880 13823 0,'0'-5'608'0,"-1"3"128"0,0-1-592 0,0 3-144 0,0-2 0 0,1 2 0 16,-1 0 1472-16,0-1 256 0,-2 0 48 0,-1-1 16 0,-1 2-64 0,1 2 0 15,-2-1 0-15,0 2 0 16,1 2-384-16,0 0-96 0,-1 2-16 0,0 0 0 0,2 3-48 0,-2 2-16 16,2 2 0-16,-1 1 0 0,0 1-416 0,5-16-96 15,-5 42-16-15,5-42 0 0,-4 45-400 0,4-45-96 16,0 55-16 0,1-24 0-16,2 2-128 0,0 0 0 0,-1 1 0 0,-2-34 0 0,8 63 0 0,-8-63 0 15,8 50 0-15,-8-50 0 0,8 43 0 0,-8-43 0 16,0 0 0-16,12 41 0 0,-12-41 0 0,0 0 0 15,0 0 0-15,0 0 0 0,0 0-320 0,0 0 64 16,0 0 16-16,0 0 0 16,0 0-2032-16,0 0-416 0</inkml:trace>
  <inkml:trace contextRef="#ctx0" brushRef="#br0" timeOffset="5239.85">9770 3280 6447 0,'-15'-30'272'0,"9"16"80"0,2 7-352 0,3 4 0 0,0 3 0 0,1-1 0 0,-1-2 2176 0,-1-2 384 0,-1 0 64 0,-1-2 0 16,2 2 192-16,1 3 16 15,1-1 16-15,2 3 0 0,2 0-416 16,1-2-96-16,0 2-16 0,3 0 0 0,-1-3-800 0,2 1-176 0,1 0-16 0,1-3-16 16,0 0-736-16,1 1-128 0,0-4-48 0,1 1 0 15,1 0-224-15,-2 0-48 16,0 0-128-16,1 0 192 0,1 0-192 0,1-1 0 0,0 2 0 16,-2-1 0-16,-1 3 0 0,1 0 0 0,0 0 0 0,-1 1-18304 15</inkml:trace>
  <inkml:trace contextRef="#ctx0" brushRef="#br0" timeOffset="5588.6">10035 3096 17503 0,'1'-5'768'0,"0"2"176"0,1 1-752 0,-1 1-192 15,0 0 0-15,0 1 0 0,0-2 2016 0,1 2 368 16,2-3 80-16,0 0 16 0,3 1-304 0,0-2-64 0,1-1-16 0,2 0 0 15,-1 1-1472-15,1 1-304 0,1-2-48 0,0 4-16 16,0 0-112-16,-11 1-16 0,0 0-128 0,29 5 192 16,-29-5 160-16,0 0 32 0,0 0 0 0,36 28 0 15,-36-28-384-15,0 0 144 0,0 0-144 0,17 43 0 16,-17-43 128-16,0 0-128 0,0 38 0 0,0-38 0 16,-4 23 0-16,4-23 0 0,-8 17 0 0,8-17 0 15,-6 12 192-15,4-10-32 0,1 0 0 0,0-4 0 16,0 0 480-16,2-3 80 0,0 0 32 0,2-2 0 15,-1-2-368-15,3-2-80 0,0-4-16 0,1 1 0 0,0 0-96 16,0-1-32-16,2-2 0 0,-1-1 0 0,0 1-160 0,2 0 0 16,-1 1 0-16,1-1 0 0,-2 3 0 0,1 2 0 15,0 3 0-15,-2 1 0 0,1 2 0 0,-2 3-224 16,0 1 80-16,0 2-12160 16,-3 2-2432-16</inkml:trace>
  <inkml:trace contextRef="#ctx0" brushRef="#br0" timeOffset="5919.34">10330 3091 14735 0,'3'0'640'0,"0"0"160"0,0 0-640 0,-1 0-160 16,0-2 0-16,-1 1 0 0,1 1 2032 0,2-2 368 0,1 1 80 0,4-2 16 15,2 0 112-15,1-2 16 0,2-1 16 0,-1 1 0 16,1 1-1184-16,0-2-240 0,0 1-64 0,-1-2 0 16,1 0-816-16,0 0-160 0,-1 1-48 15,0-2 0-15,-2 3-128 0,0-2 0 16,-2 1 0-16,-1 0 0 0,-1 0 0 0,-3 0 0 0,-2 1 0 0,-2-1 0 15,-2 1 0-15,-2 1 0 0,-2-1 0 0,-2 1 0 16,-2 2 0-16,-2 0 0 0,-2 2-192 0,-1 1 192 16,0 2-608-16,-1 1 0 0,2 2 0 15,1 4 0-15,0-1-128 16,1 0-32-16,1 3 0 0,2 0 0 0,2-1 768 0,1 2 0 0,0 1 0 0,6-14 0 0,-8 31 288 0,8-31 0 16,-2 31 0-16,2-31 0 0,0 0 512 0,9 36 96 15,-9-36 32-15,0 0 0 0,0 0-640 0,41 26-128 16,-41-26-32-16,28 2 0 0,-28-2-128 0,31-5 0 15,-15 0 0-15,2-1 0 16,1-2-1024-16,0-3-144 0,-1 1-32 0,1-4-14272 16</inkml:trace>
  <inkml:trace contextRef="#ctx0" brushRef="#br0" timeOffset="6298.73">10666 3027 16575 0,'0'0'736'0,"0"0"160"0,0 0-720 0,0 0-176 0,0 0 0 0,0 0 0 15,0 0 2016-15,0 0 368 0,0 0 80 0,0 0 16 16,0 0-944-16,26 33-176 0,-26-33-32 0,21-2-16 16,-8-1-416-16,-1-1-96 0,2-1-16 0,-1-2 0 15,2 0-32-15,0-1-16 0,0-1 0 0,-1 0 0 16,-1-1-416-16,-2 1-64 0,-1 2-32 0,-1-1 0 16,-1 1-224-16,-4-1 0 0,0 2 0 0,-3-1 0 15,-2 2 0-15,-2-2 0 0,0 2-128 0,-4 0 128 16,1 1-256-16,-4-1 16 0,1 0 0 0,-3 3 0 0,-1 0-32 0,1-1-16 15,0 3 0-15,1 1 0 0,2 3 288 16,-1-1-160-16,3 4 160 0,0-1-128 0,2 2 128 16,-1 1 0-16,6-9 0 0,-8 24 128 0,8-24 208 0,-6 24 48 15,6-24 16-15,0 0 0 0,-2 42 304 0,2-42 64 16,0 0 16-16,7 36 0 0,-7-36-384 0,0 0-80 16,0 0 0-16,26 33-16 0,-26-33-304 0,0 0 0 15,32 10 0-15,-32-10 0 0,25 0-192 0,-12-3-112 16,3-2-16-16,1 1-16992 15</inkml:trace>
  <inkml:trace contextRef="#ctx0" brushRef="#br0" timeOffset="6865.36">11149 2972 14735 0,'-1'3'640'0,"0"-1"160"0,0-1-640 0,0 1-160 0,1 0 0 0,0-2 0 15,0 0 2208-15,1 0 416 16,0 1 64-16,0-1 32 0,2-1-32 0,1 1-16 0,1-4 0 0,0 1 0 31,2-2-2544-31,-2 0-496 0,3 0-96 0,-2-1-32 0,2 0 656 0,-3-2 128 0,1 0 32 0,-2 3 0 0,1-3 128 0,-2 2 16 32,-2-1 16-32,0-2 0 0,-3 4-176 0,-1 0-48 0,-2-1 0 0,0 3 0 0,-3-2-80 0,0 2-32 15,-1 3 0-15,-1 0 0 0,0 0-144 16,1 5 0-16,0 0 0 0,-1 0 0 0,2 4 0 15,0-1 0-15,0 4 0 0,0-1 0 0,1 3 0 0,-1-2 0 16,8-12 0-16,-12 27 0 0,12-27 0 0,-9 32 0 16,9-32 0-16,-6 29 0 0,6-29 0 0,0 0 0 15,0 34 0-15,0-34 0 0,0 0 0 0,0 0 0 0,0 0 0 16,0 0 0-16,27 27 0 0,-27-27 0 0,17-4 0 16,-8-1 0-16,0 0 0 0,1-2 0 0,1-2 0 15,0-1 0-15,1-2 0 0,0 0 0 0,0-2 0 0,-1 1 0 16,-2 0-176-16,1 1 176 0,-1 0-128 0,-1-2 128 15,1 2-128-15,-2-2 128 0,0 0-128 0,-3-3 128 16,1 0-160-16,-2 0 160 0,-2-4-192 0,0-2 192 16,-1-1-224-16,-1 1 64 0,1-3 16 0,-1 2 0 15,0-1 144-15,0 2 0 0,0 2 0 0,0 2 0 16,0 5 0-16,0 2 144 0,0 2-144 0,0 4 160 16,1 3-16-16,-1 1 0 0,0 4 0 0,1-1 0 15,0 3 32-15,0-4 0 16,0 0 0-16,0 0 0 0,1 40 144 0,-1-40 16 15,0 0 16-15,4 52 0 0,-4-52-160 0,3 50-16 16,-3-50-16-16,2 60 0 0,-2-60 64 0,1 61 16 0,-1-61 0 0,0 57 0 0,0-57 16 0,0 50 0 16,0-50 0-16,2 40 0 0,-2-40-256 0,6 34 0 15,-6-34 0-15,0 0 0 16,15 38-336-16,-15-38-112 0,0 0-32 0,0 0-16960 16</inkml:trace>
  <inkml:trace contextRef="#ctx0" brushRef="#br0" timeOffset="7763.95">11470 2930 12895 0,'-2'-2'576'0,"1"1"112"0,1 1-560 0,-1 0-128 0,0 0 0 0,0 0 0 0,1 0 1840 0,-2 0 336 0,1 0 64 0,-2 0 0 15,0 1-192-15,1 2-32 0,-1 0-16 0,0 2 0 16,3-5-656-16,0 0-128 0,0 0-16 0,-8 29-16 15,8-29 32-15,0 0 16 0,-3 31 0 0,3-31 0 16,0 0-576-16,4 35-112 0,-4-35-32 0,0 0 0 16,0 0-368-16,0 0-144 15,25 33 0-15,-25-33 144 16,0 0-144-16,21 0 0 0,-13-5 0 0,2 1 0 16,1-4 0-16,1-1 0 0,-1-3 0 0,1-1 0 15,-1 1 0-15,-1-1 0 0,-2 0 0 0,-2 3 0 0,-2-1-128 0,-2 0 128 16,-1 2 0-16,-3-1 0 0,-2 2 0 0,-1-2 0 15,-3 3 0-15,-2-1 0 0,-1 2 0 0,-1 2 0 16,0 2 0-16,0 0 0 0,1 2 0 0,-1 2 0 16,1 3 0-16,1 1 0 0,2 2 0 0,0-1 0 15,2 4 0-15,6-11 0 0,-8 18 0 0,8-18 0 16,0 0 0-16,0 0 0 0,0 0 240 0,3 36-48 16,-3-36 0-16,0 0 0 0,0 0-16 0,33 9-16 15,-21-9 0-15,3-4 0 0,-1 1-160 0,3-2 0 16,1 0 0-16,-1-3 0 0,1 0 0 0,0 1 0 15,0-3 0-15,0 3 0 0,0-2 0 0,-2-1 0 0,0 3 0 16,-1 0 0-16,-1 0 0 0,-3 0 0 0,-2 2 128 0,-1-1-128 16,-1 2 0-16,-7 4 0 0,10-2 0 0,-10 2 0 15,0 0 0-15,0 0 0 0,0 0 0 0,0 0 0 16,0 0 208-16,0 0-32 0,2 38-16 0,-2-38 0 16,0 0-32-16,-6 29-128 0,6-29 192 0,0 0-64 15,-6 30-128-15,6-30 0 0,0 0 0 0,0 0 0 16,-4 33 0-16,4-33 0 0,0 0 0 0,0 0 0 15,0 0 0-15,0 0 0 0,0 0 0 0,0 0 0 16,0 0 0-16,0 0 160 0,23 3-160 0,-17-11 160 16,0-1-160-16,1 0 160 0,0-2-160 0,1 0 160 15,0 0-160-15,0-1 0 0,0 0 0 0,-1 0 0 0,2 1 0 0,-2 1 0 16,-1 0 0-16,1 1 0 0,-1 4 0 16,0-2 0-16,0 4 0 0,-6 3 0 0,0 0 0 0,0 0 0 15,0 0 0-15,0 0 0 0,0 0 0 0,0 0 0 16,26 29 0-16,-26-29 0 0,0 0 0 0,0 0 0 15,3 35 0-15,-3-35 0 0,0 0 0 0,0 36 0 16,0-36 0-16,0 0 0 0,-1 33 0 0,1-33 0 16,0 0 0-16,0 0 0 0,-2 31 0 0,2-31 0 15,0 0 0-15,0 0 0 0,0 0 0 0,0 0 0 0,0 0 0 16,0 0 0-16,11 0 0 0,-8-7 0 0,1-3 0 0,0 1 0 16,1 0 0-16,1-1 0 0,0-2 0 0,2-2 0 15,-1-1 0-15,2-1 0 0,0-2 0 0,0 0 0 16,0 2 0-16,0-3 0 0,-1 2 0 0,0 3 0 15,1 2 0-15,-2 0 0 0,2 5 0 0,-2 0 0 16,0 3 0-16,-7 4 0 16,0 0 0-16,0 0 0 0,0 0 0 0,0 0 0 0,27 30 0 0,-27-30 0 15,0 0 0-15,9 46 0 0,-9-46 0 0,4 35 0 16,-4-35 0-16,0 0 0 0,6 45 0 0,-6-45 0 16,0 0 0-16,7 34 0 0,-7-34 0 0,0 0 0 15,0 0 0-15,0 0 0 0,0 0 0 0,0 0 0 0,0 0-192 0,23 31 48 16</inkml:trace>
  <inkml:trace contextRef="#ctx0" brushRef="#br0" timeOffset="8298.2">12875 2626 23039 0,'3'2'2048'0,"-1"-2"-1648"0,-1 1-400 0,0-1 0 16,0 2 1456-16,0-2 208 15,-1 0 32-15,0 0 16 0,0 0 64 0,0 0 16 16,0 0 0-16,29 29 0 0,-29-29-1216 0,0 0-256 0,0 0-32 0,0 0-16 15,23 30-272-15,-23-30 0 0,0 0-128 0,0 0-10688 16,0 0-2144-16</inkml:trace>
  <inkml:trace contextRef="#ctx0" brushRef="#br0" timeOffset="8487.33">12812 2814 15663 0,'-3'6'688'0,"1"-2"144"16,2-4-656-16,0 0-176 0,0 0 0 0,-8 18 0 0,8-18 2368 0,0 0 448 16,-10 24 96-16,4-6 16 0,-2 2-368 0,1-1-80 15,0 2-16-15,7-21 0 0,-8 31-1456 0,8-31-304 16,0 0-48-16,-4 35-16 16,4-35-640-16,0 0 0 0,0 0-176 0,0 0-10832 15,0 0-2160-15</inkml:trace>
  <inkml:trace contextRef="#ctx0" brushRef="#br0" timeOffset="8896.42">13049 2773 15663 0,'6'-7'688'0,"-2"5"144"0,0-1-656 0,-2 1-176 0,0 0 0 0,-1 1 0 16,0 1 2304-16,1 0 448 0,1-2 64 0,0 0 32 15,0 0-912-15,0-1-176 0,-1 3-32 0,-1-2-16 16,-1 0-624-16,-1 2-128 0,-2 2-32 0,0-2 0 15,-1 2-288-15,-2 1-64 0,0-1-16 0,-3 2 0 16,1 1-112-16,-1 2-32 16,-2-1 0-16,-1 1 0 0,1 2-176 0,1-2-48 0,1 2 0 0,0-1 0 15,3-2 16-15,6-6 0 16,-9 15 0-16,9-15 0 0,0 0-80 0,0 0 0 0,0 0-128 0,0 0 192 0,0 0-192 0,0 0 0 16,21 33 0-16,-21-33 0 0,0 0 0 15,33 7 144-15,-33-7-144 0,27 5 128 0,-27-5 0 0,29 4-128 16,-29-4 192-16,31 6-64 15,-31-6-128-15,30 6 160 0,-30-6-160 0,29 10 160 0,-29-10-160 0,0 0 0 16,35 12 144-16,-35-12-144 0,0 0 128 0,0 0-128 16,0 0 160-16,0 0-160 0,0 0 192 0,0 0-48 15,0 0-16-15,0 0 0 0,5 34-128 0,-14-29 128 16,-3-2-128-16,-2 2 128 0,0 0-128 0,-3 0 128 16,-4 2-128-16,-3 0 128 0,-1 0-128 0,-3 0 0 0,-1 0 0 15,-1 1 0-15,2-5 0 0,2 0 0 0,1-5 0 0,2 1-19136 16</inkml:trace>
  <inkml:trace contextRef="#ctx0" brushRef="#br0" timeOffset="10053.2">14390 2614 20271 0,'1'-2'1792'0,"0"0"-1424"16,0 2-368-16,-1-2 0 0,1 2 512 0,-1 0 16 16,0-1 16-16,1-1 0 0,0 2 1456 0,-1-2 304 15,0 2 48-15,0 2 16 0,0 1-1184 0,0-3-224 16,0 0-64-16,0 0 0 0,-8 33-48 0,8-33-16 16,-8 30 0-16,8-30 0 0,-9 39-256 0,9-39-64 15,-13 49-16-15,6-20 0 0,-2-1-208 0,1-2-32 16,0 0-16-16,-1-2 0 0,9-24-112 0,-12 38-128 15,12-38 176-15,-9 33-176 0,9-33 0 0,-5 28 0 0,5-28 0 0,0 0 0 32,0 31-640-32,0-31-128 0,0 0-16 0,0 0-16128 0</inkml:trace>
  <inkml:trace contextRef="#ctx0" brushRef="#br0" timeOffset="10642.47">14628 2759 25791 0,'0'0'1152'0,"0"0"224"16,0 0-1104-16,0 0-272 0,0 0 0 0,0 0 0 0,0 0 1760 0,0 0 288 15,23-2 64-15,-23 2 16 0,22-5-576 0,-8 0-112 16,1-2-32-16,1 0 0 0,2 0-928 0,-2-4-192 16,1 0-32-16,-1 2-16 0,0-3-240 15,-2 0 144-15,2-1-144 0,-2 0 128 0,-1 1-128 16,-3 1 128-16,0-1-128 0,-2 0 128 0,-3 0-128 0,-1-1 0 15,-2 2 0-15,-3-1 0 0,-2 1 0 0,-2 1 0 16,-3-1 128-16,-1 3-128 0,-1 1 0 0,-3 1 0 16,-1 3 0-16,-1 3 0 0,-2 3-144 0,3 1-16 15,0 3 0-15,0 0 0 0,0 2 160 0,0 2-208 16,1 0 80-16,2-1 128 0,1 1 0 0,-1 3 0 16,1 3 0-16,1 0 0 0,2 1 144 0,7-18 0 0,-11 34 0 0,11-34 0 15,0 0 16-15,-2 40 0 0,2-40 0 0,0 0 0 16,0 0-160-16,25 35 0 0,-25-35 0 0,0 0 0 15,37 8 0-15,-37-8 0 0,31-5 0 0,-14 2 0 16,-2-1 0-16,0-1 0 0,-1 0 0 0,-2-1 0 16,-1 2 0-16,-1 0 0 0,-1-1 0 0,-1 0 0 15,-2 3 0-15,-6 2 0 0,8-4 128 0,-8 4-128 16,0 0 0-16,0 0 0 0,0 0 0 0,0 0 0 16,0 0 0-16,0 0 0 0,0 0 0 0,0 0 0 15,-11 23 0-15,11-23 128 0,0 0-128 0,-13 26 128 16,13-26 64-16,-11 24 0 0,11-24 0 0,-12 31 0 15,12-31-64-15,-12 35 0 0,12-35 0 0,-14 43 0 16,7-21 0-16,-3 3 0 0,1-1 0 0,-1 2 0 16,0 1-128-16,0 1 0 0,-1-2 144 0,-1 2-144 0,-1 3 144 15,-1 2-144-15,-1 0 192 0,0-2-192 0,3-2 208 0,1-5-64 16,1-1-16-16,2-3 0 0,8-20-128 0,-14 37 0 16,14-37 0-16,-8 31 0 0,8-31 0 0,0 0 0 15,-9 31 0-15,9-31 0 0,0 0-320 0,0 0-32 16,0 0-16-16,0 0-18416 15</inkml:trace>
  <inkml:trace contextRef="#ctx0" brushRef="#br0" timeOffset="59474.37">4913 4632 10127 0,'0'3'896'0,"-2"-1"-704"0,1 0-192 0,0-1 0 15,1 1 960-15,-1-2 144 0,0 3 48 0,-2 0 0 16,1 3 288-16,0 0 64 0,1-1 16 0,0 0 0 16,1-3-720-16,2-1-144 0,0 0-16 0,3-1-16 0,1-1 288 0,2-2 64 15,2-1 16-15,1-2 0 0,0 2-48 0,2-4-16 16,1 2 0-16,-1-2 0 0,0 2-432 16,1-2-96-16,2 1-16 0,-1 0 0 0,-1 0 560 15,0 0 96-15,1-3 32 0,0 3 0 0,-5 0-864 0,1 2-208 16,-1-2 0-16,-2 3 0 15,-1-2-800-15,-1 4-208 0,-2 0-32 0,-1 0-16 0,-2 2 832 0,-1 0 224 16,0 0 0-16,-2 3 0 0,-1 0-208 0,-3 3 32 16,0-2 16-16,-2 3 0 15,3-2-880-15,-3-2-176 0,1 4-48 0,0-3 0 16,-2 2 480-16,2 0 80 0,1-1 32 0,1 0 0 0,1-2 480 0,0 0 192 0,1 1-176 0,1 0 176 16,0-2 0-16,0 3 0 0,0-2 0 0,1 0 0 15,-1 0 176-15,1 2-32 0,0 0 0 0,1 0 0 16,0 2 496-16,0 2 112 0,0 3 16 0,0 2 0 15,0 1-112-15,0 3-16 0,1 0 0 0,0 2 0 16,-1 3-192-16,-1 0-32 0,1-4-16 0,-1 2 0 16,1-5-192-16,-1 4-32 0,0 3-16 0,0 1 0 15,1-1-160-15,2-5 0 0,-2-18 0 0,0 0 0 16,13 34 0-16,-7-31 0 0,2-3 0 0,2-7-13456 16</inkml:trace>
  <inkml:trace contextRef="#ctx0" brushRef="#br0" timeOffset="59874.87">5269 4570 6447 0,'1'-14'576'0,"0"4"-576"16,1 4 0-16,-1 1 0 0,0 3 1792 0,0 1 240 15,-1 1 48-15,1 0 16 0,2-2 624 0,0 2 128 16,0 2 32-16,2 3 0 0,-1 1-1088 0,-2 3-224 16,2 2-32-16,-1 4-16 0,0 1-560 0,-1 3-128 15,1 2 0-15,-1 2-16 0,1 3-256 0,-1 0-48 16,-1 1-16-16,0 0 0 0,-1-2-256 0,0-1-48 15,0 1-16-15,0-4 0 0,0-1-176 0,0-3 128 16,0-5-128-16,0-2 128 16,1 1-128-16,0-3 0 0,0-4 0 0,0 1 0 0,-1-3 0 0,1-1 0 0,0-2 0 0,-1-1 0 15,0-1 0-15,1-1 0 0,0-5 0 0,1-1 0 16,-1-2 128-16,0-2-128 0,0-1 0 0,2-1 128 16,1 2-128-16,0 0 0 0,0 0 144 0,2 2-144 15,-1 2 0-15,1 0 128 0,1 2-128 0,0 2 0 16,-1 2 0-16,1 1 0 0,0 3 0 0,1 1 0 15,-1 3 0-15,0 0 0 0,-1 2 0 0,1 0 0 16,-2 4 0-16,1-3 0 0,-2 2 0 0,-1 1 0 16,1 2 0-16,-2 0 0 0,0 2 0 0,-1-2 128 0,2 0 0 15,-2-3 0-15,0 3 0 0,1-2 0 0,-1-2 48 16,0-2 16-16,1 1 0 0,0-3 0 0,0-1-192 16,1-2 0-16,0-1 0 0,2-1 0 15,-1-4-432-15,2-2-112 0</inkml:trace>
  <inkml:trace contextRef="#ctx0" brushRef="#br0" timeOffset="60205.21">5597 4803 9215 0,'1'2'400'0,"0"-1"96"16,1 1-496-16,-1 0 0 0,0-2 0 0,-1 0 0 0,1 0 2048 0,2 0 320 0,1 0 64 0,1 0 16 15,3 1 160-15,1-2 16 0,2-3 16 0,1-1 0 0,1 0-1184 0,1-3-240 0,1 0-64 0,0-2 0 16,1-1-768-16,-2 0-176 0,-1-3-16 0,0 2-16 15,-1 0-176-15,-2 0 0 0,-2 3 0 0,-2 0 0 16,-2 2 0-16,-1 2 0 0,-3 0 0 0,-1 0 0 16,-3 3 0-16,0-2 0 0,-4 3 0 0,-1-1 0 15,-1 4 0-15,-3 0 0 16,-2 1 0-16,0 1 0 0,0 4 128 0,0-2-128 0,-1 3 0 0,0 2 128 16,3-1-128-16,1 1 0 0,3-1 0 0,2-1 128 15,3 3 0-15,0-3 0 0,3 3 0 0,0 0 0 16,2 0 464-16,2 0 96 0,1-1 16 0,-4-11 0 0,0 0-336 15,0 0-64-15,30 39-16 0,-30-39 0 0,0 0-288 0,41 14 0 16,-41-14 128-16,32 0-128 0,-15-3 0 0,0-1 0 16,-1-4 0-16,2 0 0 0,-1 0-320 0,0-4-32 15,0 0 0-15,0 1-15600 16</inkml:trace>
  <inkml:trace contextRef="#ctx0" brushRef="#br0" timeOffset="60912.35">6327 4634 12895 0,'7'-4'576'0,"-2"1"112"0,0-2-560 0,-3 3-128 0,0 1 0 0,0 0 0 16,-1 1 992-16,1-4 160 0,1 0 48 0,1 0 0 15,1-3 208-15,-1 1 32 0,0 0 16 0,-1 0 0 16,-1 0-224-16,-2 1-32 0,0 3-16 0,-2-2 0 16,0 1 64-16,-2 0 16 0,1 0 0 0,-3 2 0 15,1-1-544-15,0 2-96 0,-3 0-32 0,-1 2 0 16,2 0-272-16,-1 3-48 0,0 0-16 0,-1 4 0 16,0 0-256-16,-2 3 128 15,2 2-128-15,0 3 0 0,0 1 0 0,2 0 0 0,1 3 0 0,2 1 0 0,0-1 128 0,2-1-128 16,3-4 0-16,1-2 0 0,-2-14 256 0,0 0 0 15,0 0 0-15,0 0 0 0,35 37-128 0,-23-34-128 16,2-3 144-16,3-2-144 0,1-1 0 0,2-3 0 16,1-2 0-16,2-2 0 0,0-4-144 0,-1 0 144 15,-2 0-208-15,0-3 80 32,-3 3-1712-32,-1-3-336 0,-1 3-64 0,-4 0 0 0,-2 4-1104 0,-3-1-224 0,0 4-32 0,-3-3-16 15,-1 3 1056-15,-1 1 224 0,0 0 32 0,-2 1 16 16,0 1 848-16,-1 1 160 0,1-1 48 0,0 3 0 0,-1-1 1424 0,0 1 304 0,0 0 48 0,-1 1 16 15,2 0 864-15,-1 0 176 16,1 0 48-16,1 1 0 0,0 0 336 0,0-1 80 0,0 0 16 0,0 2 0 31,1-2-176-31,1-2-48 0,1 1 0 0,1 0 0 16,-1-2-496-16,0 1-96 0,3-3-32 0,-1 1 0 16,1-1-352-16,0 0-80 0,2-2-16 0,0 2 0 15,1 1-144-15,-1 1-16 0,0 0-16 0,1 3 0 16,0 1-288-16,0 2-64 0,-9-3-16 0,0 0 0 15,0 0-240-15,0 0 0 0,38 37 0 0,-38-37 0 16,0 0 0-16,0 0 0 0,16 45 0 0,-14-33 0 16,-1-3 0-16,0 1 0 0,-1-3 128 0,-1 0-128 15,0-2 0-15,0-1 0 0,0-3 128 0,0 1-128 0,0-2 144 0,-1-3-16 16,1 0 0-16,0-2 0 16,0-1 448-16,0-3 64 0,1-1 32 0,0-1 0 0,1 0-416 15,0 0-64-15,1-1-32 0,0 0 0 0,1-2-160 0,1 0 0 16,-1-4 0-16,2 0 0 0,1 3 0 0,0 0 0 15,0 1 0-15,2 4 0 0,-1 0-240 0,1 1 80 16,0 3 16-16,0 0-10832 16,2 1-2160-16</inkml:trace>
  <inkml:trace contextRef="#ctx0" brushRef="#br0" timeOffset="61085.16">6952 4445 18431 0,'4'0'816'0,"-3"-2"160"0,2 2-784 0,-1-1-192 0,-1 1 0 0,0 0 0 16,1 0 1536-16,1 0 256 0,1-2 48 0,2 2 16 16,1 0-1008-16,2-2-192 0,0 2-32 0,-1 2-16 15,1-2-608-15,-2 0 0 0,-1 3-192 0,0-1-11824 16</inkml:trace>
  <inkml:trace contextRef="#ctx0" brushRef="#br0" timeOffset="61250.15">6997 4544 3679 0,'-4'-1'160'0,"0"0"32"16,1 1-192-16,1 0 0 0,1 0 0 0,1 1 0 0,-1 0 1760 0,0 1 304 16,-1 1 64-16,-1 2 16 15,-1 2 544-15,1 2 128 0,-1 2 0 0,1 1 16 0,0 1-1248 0,1-1-256 16,2 1-48-16,0 0-16 0,1-3-864 0,2-1-160 16,1 0-48-16,1-1 0 0,0-2-192 0,2-3-128 15,1-1 128-15,-1 1-11920 16</inkml:trace>
  <inkml:trace contextRef="#ctx0" brushRef="#br0" timeOffset="61449.41">7105 4590 14735 0,'4'0'640'0,"-2"-1"160"0,2 1-640 0,-1-1-160 0,0 1 0 0,-1-1 0 16,0 1 1552-16,3-2 288 0,2-1 48 0,5 1 16 15,2-3-128-15,3-2-32 0,1 0 0 0,-1 1 0 16,-1 0-944-16,-1-1-192 0,1 0-32 0,-2 1-16 15,0-2-560-15,-1 3 0 0,-1-2 0 0,0 0 0 16,-2 2 0-16,-2 0 0 16,-1 1 0-16,-2 1-144 0,-1-2-1136 0,-1 3-240 0,-2-2-32 0,-1 1-10032 15</inkml:trace>
  <inkml:trace contextRef="#ctx0" brushRef="#br0" timeOffset="61622.25">7291 4381 5407 0,'-4'-7'0'0,"2"4"224"0,1 1-64 0,0 2 16 0,1 0-176 0,0 2 0 16,-1-1 0-16,1 3 0 0,-1 1 2144 0,0 4 400 15,0 3 80-15,0 2 0 0,0 5 64 0,0 0 0 16,0 3 0-16,-1-1 0 0,0-4-496 0,0 1-80 16,-1 4-32-16,1 2 0 0,1-3-640 0,0 0-128 15,1-2-32-15,1 0 0 0,-1-19-704 0,4 31-128 16,-4-31-48-16,0 0 0 0,0 0-400 0,0 0 0 16,0 0 0-16,36 29 0 0,-27-32 0 0,-1-2 0 0,2-2 0 0,0-2-11328 15,0-2-2176 1</inkml:trace>
  <inkml:trace contextRef="#ctx0" brushRef="#br0" timeOffset="61842.66">7521 4433 6447 0,'4'-3'576'0,"-1"0"-576"15,1 2 0-15,-2-1 0 0,1 0 3264 0,-1 1 528 0,0 1 112 0,2-2 32 0,4-1-800 0,1 1-176 16,3-3-16-16,1 1-16 0,0 1-1632 0,-1 1-320 31,0-1-64-31,-2 3-16 0,1-2-688 0,-1 2-208 0,-2 2 0 0,1-1 128 0,-2 2-128 16,-1 0 0-16,0 0-128 0,-2 2 128 15,-1-1-848-15,-2 1-96 0,0 2-16 0,-2 0-8608 16,0-2-1728-16</inkml:trace>
  <inkml:trace contextRef="#ctx0" brushRef="#br0" timeOffset="61985.28">7647 4482 5519 0,'0'0'240'0,"-1"-2"64"0,0 2-304 0,1 0 0 15,0 2 0-15,0-2 0 0,0 3 1216 0,-1-2 176 0,-1 4 32 0,0 1 16 16,0 3 1088-16,-1 1 224 0,2 3 32 16,-2 1 16-16,0 1-1104 0,2 0-224 0,0-1-32 0,0 1-16 31,1-15-912-31,0 0-192 0,6 37-48 0,-3-28 0 16,-3-9-272-16,0 0 0 0,0 0-176 0,0 0-11696 15</inkml:trace>
  <inkml:trace contextRef="#ctx0" brushRef="#br0" timeOffset="62268.83">7948 4502 12895 0,'3'-3'1152'0,"-2"1"-928"0,0 0-224 0,-1 1 0 16,-1 1 1920-16,1-2 320 0,0 0 80 0,0-3 16 0,-1-1 224 16,0-2 64-16,0 1 0 0,-1-1 0 0,-1 2-1376 0,0-1-272 15,1 4-48-15,-2-1-16 0,0 3-656 0,1 1-128 16,-3 3-128-16,0-1 192 0,0 5-192 0,-1 0 0 31,0 1 0-31,1 3 0 0,-1-1 0 0,1 2 0 0,-1 4 0 0,1 1 0 0,-1 1 0 0,1 0 0 31,2 2 0-31,1-2 0 0,0 0 0 0,3-4 256 0,0-14 0 0,0 0-16 0,0 0 80 16,0 0 32-16,30 36 0 0,-19-36 0 0,2-4-352 0,2-2 0 0,1-1 0 16,0-2 0-16,3-3 0 0,0 0 0 0,2 0 0 0,-4 0 0 31,-3 3-976-31,1 0-112 0,-1-1-32 0,1 0 0 15,2 1-2832-15,-1 0-560 0</inkml:trace>
  <inkml:trace contextRef="#ctx0" brushRef="#br0" timeOffset="62908.95">8245 4512 2751 0,'2'-3'256'16,"0"0"-256"-16,-1 1 0 0,-1 2 0 16,1-2 2688-16,-1-1 480 0,2-2 96 0,1-3 32 15,1-2-320-15,-1-2-64 0,0-2-16 0,0 0 0 31,-1 2-976-31,-1 2-192 0,0-2-32 0,-1 5-16 16,-1 0-448-16,0 2-80 0,-1 0-32 0,0 5 0 0,-1 0-416 0,-1 1-96 0,0 4-16 0,-2 0 0 0,2-1-352 0,-3 3-80 16,2 2-16-16,-2 0 0 0,1 0-144 0,0 2 0 31,0-1 0-31,0 4 0 0,-1 0 0 0,2 1 0 16,-1 0 0-16,2-1 0 0,0-1 0 0,1 0 0 15,0-1 0-15,2 0 0 0,1 0 0 0,1-4 0 16,0-2 0-16,2-1 0 0,1-2 0 0,0-1 0 15,3-4 0-15,-1 0 0 0,2-1 0 0,1-4 0 16,2-1 0-16,1-3 0 0,-1 2 0 0,0-1 0 0,2-4-144 16,0 0 144-16,-2 2 0 0,-1-2 0 0,0 4 0 0,-2-2 0 15,-1 0 0-15,-1 2-128 0,-2 1 128 0,0 2 0 16,-1-2 0-16,-2 5 0 0,0 1 0 0,-2 3 0 16,1 0 0-16,-1 3 0 0,-1 3 0 0,0 1 0 15,0 1 0-15,-1 3 0 0,2-2 0 0,1 3 0 16,-1 0 0-16,2 0 0 0,-1-2 0 0,2 1 0 15,-2-11 0-15,0 0 0 0,0 0 0 0,23 43 0 16,-23-43 0-16,0 0 0 0,0 0 0 0,0 0 0 16,46 19 0-16,-34-24 0 0,1 1 0 0,0-4 0 15,-1-3 0-15,3-2 0 0,3-5 0 0,1-4 0 16,-1-1 0-16,0 1-128 0,-1-1 128 0,-1-1 0 16,-1 0-1024-16,-2 1-112 15,-1 4-16-15,-2-3 0 0,-4 1 448 0,0 2 64 0,-3 0 32 16,-1-2 0-16,-1-3 608 0,-1-1 0 0,-1 0 0 0,-1 4 0 15,1 3 0-15,-2 5 0 0,1 1 0 0,0 5 0 0,0 2 896 16,1 4 192-16,0 1 32 0,0 0 16 0,0 3-240 0,0 5-32 16,0-1-16-16,-1 4 0 0,1 2-480 0,0 6-112 15,0 2 0-15,0 2-16 0,-1 4 16 0,2 4 16 16,-1-1 0-16,2-1 0 0,0-1-80 0,-1-28 0 16,4 52-16-16,-4-52 0 0,4 48-176 0,-4-48 0 15,4 45 0-15,-4-45 128 0,6 42-128 0,-6-42 0 16,6 36 0-16,-6-36 0 0,0 0 0 0,0 0 0 15,21 45 0-15,-21-45 0 0,0 0-240 0</inkml:trace>
  <inkml:trace contextRef="#ctx0" brushRef="#br0" timeOffset="63428.4">9474 4293 14735 0,'-1'-3'1312'0,"0"1"-1056"15,1 2-256-15,0 0 0 0,0 0 1440 0,0 0 224 16,-1 2 64-16,0-1 0 0,1 2 496 0,-1 3 96 15,2 7 32-15,0 2 0 0,-1-15-1648 0,4 43-320 16,-4-43-64-16,7 47 0 0,-7-47-320 0,8 51 160 16,-8-51-160-16,9 42 128 0,-9-42-128 0,12 45 0 15,-12-45 0-15,0 0 128 0,29 50-128 0,-29-50 0 16,0 0 0-16,0 0 0 0,41 13 176 0,-31-18 48 16,1-1 16-16,-1-5 0 0,2-4 800 0,1-1 176 0,0-7 16 15,1-2 16-15,-1 1-720 0,0-1-144 0,-2 3-16 0,0-4-16 16,1 0-208-16,-2-3-144 0,-1 3 192 0,-1 0-192 15,-3 5 0-15,0 4 0 0,-1 3 0 0,-1 2 0 16,-1 5 0-16,1 0 0 0,-2 6 0 0,0 1-11200 16,0 3-2176-16</inkml:trace>
  <inkml:trace contextRef="#ctx0" brushRef="#br0" timeOffset="64117.23">9913 4461 3679 0,'8'-14'160'0,"-1"5"32"0,-1-1-192 0,-2 4 0 16,-1 2 0-16,-1 0 0 0,1-1 2192 0,1-4 400 16,5-5 80-16,0-6 16 0,1 0-496 0,-2 0-80 15,-1 4-32-15,-2 1 0 0,-2 4-864 0,-1 1-192 16,-2 1-16-16,-1 5-16 0,-2 1 32 0,0 1 0 16,-3 4 0-16,-1 2 0 0,-4 3-688 0,0 3-128 15,-2 2-16-15,0 2-16 0,0 3-176 16,1-1-144-16,1 3 144 0,0-2-208 0,2 1 208 0,0-1 0 15,0 0 0-15,3-3 0 0,1-2 0 0,0 0 0 16,3-2 0-16,0 1 0 0,2-4 320 0,2 0-32 16,-1-2-16-16,2-3 0 0,3 1 112 0,1-3 0 15,3 0 16-15,1-5 0 0,0 0 176 0,1-2 16 16,2 0 16-16,0-2 0 0,1-3-352 0,-1 1-80 16,0-2-16-16,0 1 0 0,1 0-160 0,-2-2 0 15,0 2 0-15,-1 0-176 0,-1 1 176 0,-2 1 0 0,-2-2-144 0,-2 1 144 16,-1 1 0-16,-1-2 0 0,-2 0 0 0,-1 2 0 15,0 4 0-15,-1-2 0 0,0 4 0 0,0-1 0 16,-1 3 0-16,1 4 0 0,-1 1 0 0,2 3 0 16,-2 2 0-16,1 2 0 0,0 3 0 0,1 2 0 15,0-15 0-15,4 30 0 0,-4-30 128 0,0 0-128 16,13 40 0-16,-13-40 0 0,0 0 0 0,0 0 0 16,28 36 0-16,-28-36 0 0,0 0 0 0,0 0 0 15,43 15 0-15,-30-16 0 0,0-1 128 0,2-5-128 16,0 0 128-16,-1-5-128 0,3-1 192 0,1-2-64 15,-2-5-128-15,0 2 128 0,0-4-128 0,-3 3 128 0,-1 2-384 0,-2 1-64 16,1 0-32-16,0-4 0 16,-2-3-224-16,1 0-64 0,-1-4 0 0,0 1 0 15,-3 0 640-15,0-1 0 0,-2-1 0 0,1 2 0 0,-1 3 0 0,-2 4 0 16,-1 4 0-16,0 2 0 0,-1 5 736 0,0 1 64 16,0 2 16-16,0 5 0 0,-1 0 16 0,0 3 16 15,1 2 0-15,-2 1 0 0,0 2-448 0,0 3-80 16,0-1-32-16,0 4 0 0,1 1-288 0,-1 3 160 15,1 1-160-15,0 2 128 0,0 1-128 0,-1 0 0 0,0 1 0 16,0 0 128-16,0 6 48 0,1-2 0 0,-1 3 0 16,1-4 0-16,2 0 16 0,-1-26 0 0,2 43 0 0,-2-43 0 15,0 0-192-15,9 43 0 0,-9-43 0 0,0 0 0 16,0 0 0-16,0 0 0 0,0 0 0 0,0 0 0 31,39 14-1072-31,-31-21-144 0,1-2-16 0,2-3-15088 0</inkml:trace>
  <inkml:trace contextRef="#ctx0" brushRef="#br0" timeOffset="64621.66">10628 4134 8287 0,'0'-2'736'0,"0"0"-592"0,-1 2-144 0,1-2 0 0,0 2 2752 16,-1-1 512-16,0 1 96 0,0-3 32 0,0 1-640 0,-1 0-128 15,0 2-32-15,-1 1 0 0,1 2-1664 0,-1 3-336 16,2 0-64-16,-1 4-16 0,0 4-256 0,0 0-64 15,-1 4-16-15,1 2 0 0,0 2-16 0,1-1 0 16,0 0 0-16,1-21 0 0,1 40 32 0,-1-40 16 16,0 0 0-16,10 42 0 0,-10-42 16 0,0 0 0 15,0 0 0-15,0 0 0 0,0 0-224 0,37 16 0 16,-30-19 0-16,2-4 0 0,-1 0 0 0,0 0 128 16,0-2-128-16,-1 1 0 0,1 1 0 0,-3 0 0 15,2 0 0-15,-2 2-160 16,0-2-352-16,1 5-80 0,-2-3-16 0,0 0 0 15,0 3-384-15,-1-3-80 0,0 3-16 0,0-1 0 16,-1-1 448-16,1 1 64 0,-2-2 32 0,1 1 0 0,1-1 416 0,0-2 128 0,0 0 0 0,-1-2 0 16,1 1 0-16,0 1 0 0,0-4 128 0,0-1-128 15,-1 3 272-15,0-4-32 0,1 0-16 0,-1 0 0 16,0 3-96-16,-1 1-128 0,0 2 176 0,-1 3-176 16,1 1 320-16,-1 3-64 0,0 0 0 0,-1 2 0 15,0 3 304-15,0 0 48 0,0 0 16 0,0-1 0 0,0 6-176 16,-1-1-16-16,1 3-16 0,0-2 0 15,0 1-48-15,1 0-16 0,0 0 0 0,0-2 0 0,0 0 112 16,0-1 32-16,0-1 0 0,1 1 0 0,-1-2 144 0,1 1 16 16,0-2 16-16,1 2 0 0,-1-2-384 0,1 2-80 15,-1-3-16-15,1 1 0 0,0 0-192 0,0 0 0 16,1 0 0-16,0-3 0 0,1 0 0 0,0-1 0 16,1 0 0-16,1-2 0 15,1 0-416-15,-1-3-32 0,2 1 0 0,1-4-16144 0</inkml:trace>
  <inkml:trace contextRef="#ctx0" brushRef="#br0" timeOffset="65014.75">10963 4212 10127 0,'0'-2'448'0,"1"2"96"0,1-2-544 0,-1 2 0 0,0-2 0 0,0 2 0 16,0-1 2048-16,2 1 288 0,2-2 64 0,0-1 16 15,3 0-608-15,1 0-112 0,0 0-32 0,2-2 0 16,0 1-768-16,-1 1-144 0,-1-2-48 0,0 1 0 16,-1-1-176-16,0 0-32 0,1 1-16 0,-1-4 0 15,-1 2-176-15,0 0-48 0,-2 0 0 0,-1 0 0 16,0 2-256-16,-2-3 128 0,-2 2-128 0,0 1 0 16,-3 1 288-16,-1-2-48 0,-1 4-16 0,-1 0 0 0,-1 1 240 0,-3 0 48 15,1 2 16-15,-2 3 0 0,0 0-304 0,-1 2-64 16,1 0-16-16,2 0 0 15,3-2-144-15,-1 0 0 0,0 4 0 0,-1 3 0 0,2 0 208 0,-1 2-32 16,2 0-16-16,-1 1 0 0,3 1 416 0,0-1 64 16,2 1 32-16,1-16 0 0,0 0 176 0,0 0 48 15,14 42 0-15,-14-42 0 0,0 0-464 0,0 0-96 16,45 12-16-16,-30-14 0 0,2 0-192 0,-1-3-128 16,0 2 128-16,2-1-128 15,-1-3 0-15,2 2 0 0,0-2 0 0,-1 2 0 0,0-2 0 0,-2 2-192 0,2 1 32 16,-3 1-17936-16</inkml:trace>
  <inkml:trace contextRef="#ctx0" brushRef="#br0" timeOffset="70801.17">11867 4201 14735 0,'-2'-1'1312'0,"1"1"-1056"16,0 0-256-16,0 0 0 0,0 0 0 0,0 0 0 16,0 0 0-16,-1 0 0 0,-1 0 1168 0,-1 0 336 15,0 1 64-15,-1 1 16 0,-1-2-304 0,0 2-48 16,2 1-16-16,-1-1 0 0,0 0-336 0,2 1-80 16,-1 0-16-16,0 1 0 0,0 0-48 0,2 1-16 15,0 0 0-15,-1 2 0 0,2 2-80 0,-1-1 0 16,2 1-16-16,0 1 0 0,0-10-336 0,0 0-64 15,0 0-16-15,9 37 0 0,-9-37-32 0,0 0-16 16,0 0 0-16,0 0 0 0,0 0 128 0,43 27 32 16,-32-29 0-16,0-1 0 0,2-2 128 0,0-3 48 0,1-1 0 0,-1 0 0 15,0-2-304-15,0 1-64 0,-1-2-128 0,-2-2 192 16,0 2-192-16,-2-1 0 0,0 0 0 0,-3 1 0 0,-1 0 0 0,-2 2 0 0,-3 1 0 0,-2 1 0 16,-3 2 0-16,0-1 0 0,-2 2 128 0,-4 0-128 15,-1 3 0-15,-1 0 0 0,-1 2 0 0,-1-2 0 16,3 4 0-1,0 0 0-15,2-2 0 0,2 2 0 0,0 1 0 0,3 0 0 0,1 1 0 0,1-2 0 16,3 3 0 0,0-3 0-16,2 1 0 0,0-1-16512 15</inkml:trace>
  <inkml:trace contextRef="#ctx0" brushRef="#br0" timeOffset="71226.2">12263 3933 911 0,'2'-9'0'0,"-1"1"0"16,0 3 0-16,-1-2 0 0,1 5 2864 0,-2 0 480 16,1-1 112-16,-1-2 0 0,0-1-496 0,0-3-96 15,-2 0-32-15,1 0 0 0,-2 0-912 0,0 1-176 16,-1 4-32-16,0-3-16 0,-2 4-368 0,2 1-80 15,-1 0-16-15,1 0 0 0,0 2-608 0,0 2-128 0,-1 0-32 0,0 0 0 16,1 1-240-16,-1 4-48 0,2-3-16 0,-1 4 0 16,0 1-160-16,2 0 0 0,-1 4 0 0,4-13 128 15,-4 35-128-15,4-35 0 0,0 40 0 16,0-40 0-16,5 48 0 0,-5-48 0 0,8 47 0 0,-8-47 0 16,10 47 0-16,-10-47 0 0,10 46 0 0,-10-46 0 15,11 52 0-15,-11-52 0 0,13 59 0 0,-13-59 0 16,10 64 0-16,-10-64 0 0,7 53 0 0,-7-53 0 0,0 42 0 0,0-42 0 15,-3 40 0-15,0-21 0 0,-1-2 0 16,1-3 0-16,-2 0 0 0,-1 0 0 0,1 0 0 0,-3-4 0 16,3 2 0-16,-2-2 128 0,0-3-128 0,2 0 0 15,0-3 0-15,-1 1 128 0,1-2-128 0,0-3 0 16,-1 0 0-16,0-2-10864 16,-1-1-2192-16</inkml:trace>
  <inkml:trace contextRef="#ctx0" brushRef="#br0" timeOffset="71389.6">12048 4239 17503 0,'2'-1'768'0,"0"1"176"0,0 0-752 0,0 0-192 0,1 1 0 15,0-1 0-15,1-1 2432 0,1 1 464 0,4 0 96 0,5-2 16 16,5 0-752-16,2-3-144 0,2-2-16 0,0 0-16 16,-2 2-1248-16,0-4-256 0,0 2-64 0,0-2 0 15,-1 1-512-15,-1 1 0 0,1-3 0 0,2 1-16752 16</inkml:trace>
  <inkml:trace contextRef="#ctx0" brushRef="#br0" timeOffset="71870.42">12958 3916 17503 0,'-1'-5'1552'0,"1"3"-1232"0,0-1-320 0,0 3 0 15,0 0 1808-15,-1 0 304 0,1 0 64 0,0-3 16 16,0 2 368-16,0-3 64 0,1 3 0 0,0 4 16 15,2 1-1552-15,-3-4-304 0,0 0-64 0,0 0-16 16,11 52-416-16,-11-52-96 0,4 40 0 0,-4-40-16 16,3 44-176-16,-3-44 128 0,0 54-128 0,0-54 128 15,-1 48-128-15,1-48 0 0,-2 47 144 0,2-47-144 16,-1 43 0-16,1-43 0 0,1 33 0 0,-1-33 0 16,0 0 0-16,0 0 0 0,0 0 0 0,11 37 0 15,-8-37-800-15,1-3-128 0</inkml:trace>
  <inkml:trace contextRef="#ctx0" brushRef="#br0" timeOffset="72766.95">12811 4170 13823 0,'-2'2'608'0,"2"0"128"16,1 1-592-16,0-1-144 0,1-1 0 0,0-1 0 0,1 2 2400 0,2 0 448 0,-5-2 96 15,0 0 0-15,35 7 160 0,-35-7 32 16,40 3 0-16,-18-3 0 0,0-2-1632 0,-1-1-320 0,1 0-64 0,-1-1-16 15,0-1-704-15,3-2-144 0,1-1-16 0,1-1-16 16,1-2-224-16,-1 1 0 0,-1-1 0 0,-2 0 0 16,-2 2 0-16,-2 0 0 0,0-3 0 0,-3 1 0 15,-1-1-160-15,-2-1-32 0,0 1 0 0,-3-4 0 16,-2-1-1712-16,0-2-336 0,-3-3-80 16,-1-1-16-16,-1-1-128 15,-2-2-32-15,1 0 0 0,-1 1 0 0,0 3 1008 0,1 0 192 0,-1 1 32 0,1 2 16 0,-1 6 2000 0,0 0 400 16,1 4 64-16,-2 4 32 0,2 0 928 0,-3 2 176 15,2 3 32-15,-1 1 16 0,0 3-960 0,0 3-192 16,1 3-32-16,-1 0-16 0,0-10-336 0,0 0-64 16,2 36-16-16,-2-36 0 0,1 35-416 0,-1-35-96 15,2 45-16-15,-2-45 0 16,3 45-16-16,-3-45-16 0,2 47 0 0,-2-47 0 0,2 40-64 0,-2-40-16 16,3 34 0-16,-3-34 0 0,0 0-144 0,0 0 0 15,11 41 0-15,-11-41 0 0,0 0 0 0,0 0 0 16,0 0 0-16,0 0 0 0,0 0 0 0,0 0 0 15,35 23 0-15,-29-26 0 0,0-1 0 0,2-1 0 16,-2-2 0-16,2 2 0 0,-2-5 0 0,2 3 0 16,-1-2 0-16,0-1 0 0,1 1 0 0,-1 2 0 0,2-1 0 0,-2 2 0 15,1 1 0-15,-3 0 0 0,1 3 0 0,-2 2 0 16,2 0 0-16,-2 0 0 0,-1 2 0 0,-3-2 0 16,0 0 0-16,0 0 0 0,0 0 0 0,0 0 0 15,0 0 0-15,21 43 0 0,-21-43 0 0,0 0 0 16,0 0 0-16,0 0 0 0,20 45 0 0,-20-45 0 15,0 0 0-15,0 0 0 0,0 0 0 0,0 0 0 16,37 22 0-16,-30-22 0 0,0 0 0 16,1-1 0-16,0-3 0 0,-1 1 0 0,-1-1 0 0,0-2 0 15,1 2-336-15,-1-4 0 0,1 2 0 0,-2-2 0 16,0 1-736-16,-1-1-144 16,-1-1-16-16,-1 3-16 0,1-2-1440 0,-2 0-272 15,0 1-64-15,0 1-16 16,-1-1 1440-16,1 2 304 0,0 0 48 0,0 3 16 0,1 2 832 0,-2-1 160 0,3 0 48 0,0 1 0 0,1 1 1088 0,1 0 208 15,1-1 48-15,0 0 16 0,-6 0 544 0,0 0 96 16,26-1 32-16,-16 0 0 0,-1 1-624 0,1-4-128 16,0 3-32-16,1-4 0 0,0 1-240 0,-2-1-48 15,-1 0-16-15,1 0 0 0,-2 0-80 0,-1 1-16 16,-1-1 0-16,0-2 0 0,-2 3-208 16,-1-2-64-16,-1 2 0 0,-1-1 0 0,-2 0-64 0,-1 1-32 15,-2 1 0-15,0-2 0 0,-1 3-144 0,-1 0-16 16,-1-1-128-16,0 3 192 0,-2 0-192 0,-1 0 0 15,0 3 128-15,0-2-128 0,1 3 0 0,2 1 0 0,-1 1 0 16,3 0 0-16,0 2 0 0,2 2 0 0,0 3 0 0,1 0 0 16,0 3 0-16,0-1 0 0,3-15 0 15,-1 32 0 1,1-32 192-16,1 32-64 0,-1-32-128 0,0 0 192 0,7 40-64 0,-7-40-128 0,0 0 176 0,0 0-176 16,24 36 0-16,-24-36 0 0,0 0 0 0,0 0 0 15,46 17 0-15,-46-17 0 0,28 2 0 0,-13-4 0 16,1-1-128-16,1 0-96 0</inkml:trace>
  <inkml:trace contextRef="#ctx0" brushRef="#br0" timeOffset="76194.63">14582 3928 10127 0,'-3'0'896'0,"1"0"-704"15,2 0-192-15,-1 0 0 0,1 1 912 0,-1-1 160 16,-1 1 16-16,0-1 16 0,-2 0 496 0,0 2 80 16,0-2 32-16,2 1 0 0,-1-1-112 0,1 2-32 15,1-2 0-15,0 0 0 0,0 0 608 0,1-2 128 16,1 1 32-16,0-1 0 0,2 0-2080 0,0 0-432 0,2-3-80 0,1 0 0 16,0-4 256-16,2 4 0 0,0-5 128 0,0 3-128 15,2-1 0-15,0-1 0 0,0 0 0 0,1 0 0 16,1-1 0-16,-2 3 0 15,0 1 0-15,-2 0 0 0,0 1 0 0,1 2 0 0,-3 0-128 0,0 2 128 16,-2 1 0-16,1 1 0 0,0 1 0 0,-1 0 0 16,1 1-128-16,-5-3 128 0,0 0 0 0,0 0 0 15,0 0 0-15,32 43-128 0,-32-43 128 0,0 0 0 16,25 46 0-16,-25-46 0 0,19 41 0 0,-19-41 0 16,22 40 0-16,-22-40 0 0,25 36 0 0,-25-36 0 15,0 0 128-15,41 41 144 0,-41-41 32 0,0 0 0 0,46 32 416 16,-46-32 96-16,0 0 16 0,46 28 0 15,-46-28-448-15,0 0-64 0,42 18-32 0,-42-18 0 0,0 0-288 0,0 0 0 16,43 9 0-16,-35-11 0 0,0-1 0 0,-1-1 0 16,-2-1 0-16,1 0-144 15,-2 0-1904-15,0-2-384 0</inkml:trace>
  <inkml:trace contextRef="#ctx0" brushRef="#br0" timeOffset="76399.39">15080 3741 3679 0,'-4'4'320'0,"0"-1"-320"16,1 1 0-16,0-1 0 0,2 2 1904 0,-3-1 304 0,-2 6 64 0,-4 4 16 15,-5 5 704-15,-5 7 144 0,-4 5 16 0,-2 0 16 16,0 4-592-16,-1-3-112 16,1 0-32-16,-1-1 0 0,2 0-1104 0,-1-5-240 0,3-1-32 15,0-2-16-15,0-2-720 0,1 0-160 0,4-4-32 0,1 0 0 16,2-1-128-16,1-2 0 0,0 0 0 15,2 0 0 1,0-1-576-16,2 0 0 0,1-1 0 0,0-1-9792 0,1 0-1936 0</inkml:trace>
  <inkml:trace contextRef="#ctx0" brushRef="#br0" timeOffset="77892.47">15268 4141 10127 0,'0'0'896'0,"0"0"-704"0,0 0-192 0,-1 0 0 16,0 1 416-16,0 1 48 0,1-2 16 0,-1 2 0 15,0 0 1376-15,0 3 288 16,-1 1 48-16,-1 2 16 0,0 0-960 0,0 2-192 0,0 1-32 0,0 1-16 16,-1 0 208-16,0-1 64 15,0 2 0-15,-1 1 0 0,1-2 16 0,0 2 16 0,1-4 0 0,-1 1 0 0,2-1-480 0,0-1-112 16,0 0-16-16,1-4 0 16,1 2-560-16,0-2-144 0,0-3 0 0,1 0 0 0,1-2-192 0,0-2-80 15,1 2-16-15,1-2-15120 16</inkml:trace>
  <inkml:trace contextRef="#ctx0" brushRef="#br0" timeOffset="78365.14">15379 4236 11967 0,'3'0'528'0,"0"-1"112"0,0 0-512 0,-2 1-128 0,1-2 0 0,-2 2 0 15,1 0 2368-15,1-1 432 0,2 1 80 0,0-2 32 16,2 2-256-16,0-3-48 0,-1 1-16 0,2 1 0 15,-2 0-1232-15,1-3-240 0,0 1-48 0,1-2-16 16,0 1-368-16,0-1-80 16,-3 2-16-16,2-1 0 0,-1-2-256 0,1 0-48 0,1-2-16 0,-1-1 0 31,0 0-272-31,-2-1 0 0,1 0 128 0,-3 1-128 0,-1 2 0 0,-1 0 0 0,-2 0 128 0,-2 0-128 31,-1 3 0-31,-1 1 0 0,-1 1 0 0,-3 2 0 16,2 2 128-16,-1 0-128 0,-3 2 144 0,2 4-144 0,1-4 0 0,-1 4 128 15,-1-1-128-15,0 2 0 0,2 1 0 0,1-1 0 16,0 0 0-16,2 1 0 0,0 0 0 0,2-1 0 16,1 0 0-16,1-3 0 0,2-2 0 0,1 1 0 15,1 0 0-15,3-3 0 0,1 0 0 0,1-2 0 16,2 0 0-16,1-2 0 0,0 0 0 0,1-1 0 16,1-2 0-16,1 3 0 0,-1-3 0 0,0 1-128 15,-2 1 128-15,-1 1 0 0,-1 0 0 0,0 2-128 16,-3 0 128-16,0 0 0 0,-2 2 0 0,-1 2 0 15,-1 1 0-15,-2 2 0 0,0 1 0 0,-2 1 0 0,-1 3 0 16,0 3 0-16,-1 1 0 0,-1 0 0 0,1 3 0 0,-2 0 0 16,2 3 0-16,0-4 128 0,0 0-128 0,0-2 0 15,1-2 192-15,1-2-64 0,2 0-128 0,0-2 192 16,0-1-192-16,1 0 0 0,1-2 0 0,0-1 0 16,0-2-224-16,0 1-96 0,0-3 0 0,0-1-16960 15</inkml:trace>
  <inkml:trace contextRef="#ctx0" brushRef="#br0" timeOffset="79042.48">15279 3487 10127 0,'-4'-2'896'0,"3"2"-704"0,-1 0-192 0,0 0 0 15,1 2 832-15,1-2 128 0,-1 0 16 0,0 2 16 16,-1-2 1248-16,-1 3 256 0,2-1 64 15,-2 0 0-15,0-1-464 0,2 1-96 0,-1 0-16 0,1-2 0 16,1 0-592-16,0 0-128 0,0 0-32 0,2 0 0 16,0 0-352-16,1-2-80 0,1 0-16 0,-1 1 0 15,3-1-224-15,-1-2-48 0,2 1-16 0,-2 1 0 16,3 1-240-16,-1-1-64 0,1 1 0 0,-1 0 0 16,1 1-192-16,1 1 0 0,-2 0 0 0,0 1 0 15,-7-2 0-15,0 0 0 0,0 0 0 0,0 0 0 16,0 0 0-16,0 0 0 0,0 0 0 0,30 35 0 15,-30-29 0-15,-2 1 0 0,0 0 0 0,-1 0 0 0,-2 0 0 0,1 0 0 16,-2 1 0-16,0-2 0 0,-2 2 0 0,-1-1 0 16,-1 1 0-16,-2-1 0 0,0 1 0 0,-1 0 0 15,0-1 0-15,1 1 0 0,-1 0 0 0,2-1 0 16,1 1 0-16,1-2 0 0,1-2 0 0,0 1 0 16,2-1 0-16,-1 3 0 0,2-5 0 0,2 3 0 15,-1-3 0-15,1 1 0 0,1-1 0 0,1-1 0 16,1 0 0-16,0-1 0 0,-1 0 0 0,2 0 0 15,-1 0 0-15,1-2 0 0,1 2 0 0,2-2 0 0,0 2 0 16,0-3 0-16,2 1 0 0,-1 0 0 0,3 1 128 16,-1-1-128-16,2 2 208 0,-1-2 0 15,1 2 0-15,1-3 0 0,1 3-208 0,-1-2 144 0,0 0-144 0,1 1 128 16,1-2-128-16,0 2 0 0,1-1 0 0,0 2 0 16,-1-3 0-16,0 0 128 0,0 1-128 0,-1 0 0 15,0-2 0-15,0 1 0 0,-2 1 128 0,0-1-128 16,-3 3 0-16,0-2 0 15,-2 2 0-15,-1-2 0 0,-1 2 0 0,-2 2 0 0,-1-2 0 0,0 2-12176 16,-2 1-2432-16</inkml:trace>
  <inkml:trace contextRef="#ctx0" brushRef="#br0" timeOffset="80207.85">15722 3968 9215 0,'0'0'816'0,"-1"0"-656"15,0 0-160-15,1 0 0 0,0 0 928 0,0 0 160 0,0 2 16 0,0-2 16 0,0 0 416 16,1 0 96-16,1 0 16 0,1-2 0 16,1 2 224-16,1-1 48 0,2 0 16 0,0-1 0 15,2 2-448-15,0-2-80 0,0 1-32 0,1-1 0 0,2 1-368 0,-2-1-80 16,1 0-16-16,-2 2 0 0,1-2-464 0,-1 0-80 15,0 1-32-15,-1 1 0 0,0-2-336 0,0 2 0 16,0-2 0-16,-2 2 0 0,0 0 0 0,0 0 0 16,0 2-192-16,0-2-15552 0</inkml:trace>
  <inkml:trace contextRef="#ctx0" brushRef="#br0" timeOffset="80845.57">16117 3992 12895 0,'4'-5'576'16,"0"1"112"-16,1 1-560 0,-2 2-128 0,0 0 0 0,-1-1 0 15,1 1 2000-15,1-3 368 0,4 0 80 0,1-2 16 16,2-1-400-16,0 0-80 0,-1 1 0 0,0 0-16 15,-1 1-816-15,-1-2-144 0,1 2-48 0,-2-2 0 0,0 2-288 0,-2 1-64 16,0-3-16-16,-1 2 0 0,-1 0-336 0,0-2-80 16,0 0-16-16,-1 1 0 0,0-2-32 0,-3 3 0 15,1 0 0-15,-2-2 0 0,-1 3-128 0,-1 1 0 16,0 0 0-16,-1 1 0 0,-1 2 0 0,-3 2 128 16,2 2-128-16,-3 1 128 0,0 3-128 0,-1 0-144 15,0 3 144-15,-1 0-208 0,0 2 208 0,1 0 0 16,1 2-160-16,-1-1 160 0,3 1 0 0,1-3 0 15,1 2 0-15,1-2 0 0,3-3 0 0,0 1 0 16,1-1 0-16,2-3 0 0,1 0 128 0,0-1-128 0,2-1 0 16,2-1 128-16,0-3-128 0,3 2 0 0,1-4 0 0,1-1 0 15,1 1 0-15,1-4 0 0,0 0 0 0,0-1 0 16,1-2 0-16,-1-2 0 0,1-2 0 0,-1 1 0 16,-1-1 0-16,-1-1 0 0,-1 1 0 0,-1-1 0 15,0 0 0-15,-3 2 0 0,1-3 0 0,-1-1 0 16,0-1 0-16,-2-1 0 0,2-2 0 0,-2 1 0 15,-1-2 0-15,0-4-144 0,1-2 144 0,-2-6 0 16,0 0-144-16,1-1 144 0,-1 1 0 0,-1 4-144 16,1 6 144-16,-1 5 0 0,0 3 0 0,-1 3 0 15,1 4 128-15,0 4-128 0,-1 0 128 0,0 3-128 16,0 1 192-16,0 3-16 0,-1 0-16 0,1 3 0 16,-1 3 352-16,0 4 64 0,-1 5 0 0,1 1 16 15,-1 5-256-15,-1 2-48 0,2 2-16 0,-2 1 0 16,0 0-80-16,0-1-32 0,0-2 0 0,0 3 0 15,-1 6 48-15,1 1 16 0,0-1 0 0,2 0 0 16,1-3-224-16,1-3 0 0,-1-29 128 0,5 47-128 0,-5-47 0 0,0 0 0 16,9 42 0-16,-9-42 0 0,0 0 0 0,0 0 0 15,0 0 0-15,0 0 0 0,0 0-384 0,0 0 0 16,0 0-16-16,0 0-17184 16</inkml:trace>
  <inkml:trace contextRef="#ctx0" brushRef="#br0" timeOffset="81279.6">16576 3801 22111 0,'2'-1'1968'0,"-1"-1"-1584"16,1 2-384-16,-1 0 0 0,-1 0 1600 0,1-2 256 16,2 1 32-16,1-1 16 0,1 0 160 0,1-1 48 15,2 3 0-15,-1-2 0 0,1-1-1440 0,-1 3-288 16,0-2-48-16,-1 2-16 0,-1 0-320 0,0 0-208 15,0 2 16-15,0-2-10880 16,-2 3-2176-16</inkml:trace>
  <inkml:trace contextRef="#ctx0" brushRef="#br0" timeOffset="81479.02">16593 3903 8287 0,'-1'4'736'0,"0"0"-592"0,1-1-144 16,-1-1 0-16,1-2 1824 0,0 0 336 0,0 2 64 0,0 1 16 15,-1 0 1040-15,1 3 224 0,-1 1 32 0,-1 0 16 16,2 1-1424-16,-1 1-272 0,0-2-64 0,0 3-16 16,0 0-1264-16,0-1-256 0,0 2-64 0,0-3 0 15,1-2-192-15,0 2 0 0,1-1 0 0,1-2-160 32,0 0-928-32,1-1-176 0,0-3-32 0,2 1-13392 0</inkml:trace>
  <inkml:trace contextRef="#ctx0" brushRef="#br0" timeOffset="81817.48">16858 3816 18431 0,'7'-4'816'0,"-2"-1"160"15,-2 2-784-15,0 1-192 0,-1 1 0 0,-2 0 0 0,1 1 1808 0,1-2 320 16,1-1 64-16,1-2 16 0,1 1-560 16,0-1-112-16,0 0-32 0,-2 1 0 0,0 1-624 0,-2 0-128 15,-1 1-32-15,-1 0 0 0,-1 2-16 0,-2 0 0 16,-1 0 0-16,-1 2 0 0,-1 1-288 0,-2 1-64 15,-1 1-16-15,-1 2 0 0,-1 0-176 0,0 1-32 16,1-1-128-16,2 1 192 0,2-2-192 0,0 1 0 16,4-3 0-16,0 2 0 0,3-3 0 0,2 0 0 15,-2-3 0-15,0 0 0 0,0 0 0 0,0 0 0 16,37 12 0-16,-37-12 0 0,0 0 0 0,35 10 0 16,-35-10 0-16,0 0 0 0,35 12 0 0,-35-12-128 15,0 0 128-15,35 16 0 0,-35-16 0 0,0 0 0 0,0 0 0 0,0 0 0 16,30 29 0-16,-29-24 0 0,-2-1 0 0,-1 1 0 15,-1 0 256-15,-4-1 128 0,1 1 0 0,-4 0 16 16,-1-1-48-16,-1 0-16 0,-2 1 0 0,-2-1 0 16,2 0-336-16,-3 0 0 0,-1 0 0 0,2 0 128 15,0 1-272-15,2-4-48 0</inkml:trace>
  <inkml:trace contextRef="#ctx0" brushRef="#br0" timeOffset="83124.64">17224 3710 10127 0,'3'-5'896'0,"-1"0"-704"16,-1 4-192-16,-1 0 0 0,1 1 1536 0,-1-2 256 16,1-1 64-16,1-2 16 0,1-1 1072 0,-1 0 224 15,0 2 32-15,-1 0 16 0,-1 1-1936 0,0 2-400 16,0-1-80-16,-1 2-16 0,-1 2-528 0,1-1-128 15,-1 2 0-15,0-1-128 0,1 0 160 0,-1 0-160 16,0 1 128-16,1-1-128 0,0 0 128 0,0-1-128 16,1-1 128-16,-1 0-128 0,1 2 304 0,0-4-32 15,0 1 0-15,0 1 0 0,1-2 16 0,-1 2 0 0,1-3 0 0,0 1 0 16,0 2-144-16,0-1-16 0,0 0-128 0,0 1 192 16,1-2-192-16,-1 2 0 0,0-2 128 0,0 1-128 15,0 1 0-15,-1 0 0 0,1 0 0 0,-1 0 0 16,0 1 0-16,0-1 0 0,0 2 0 0,-1-2 0 15,1 0 0-15,-1 2 0 0,1-2-128 0,-1 1 128 16,1-1 0-16,0 0 0 0,-1 0 0 0,1 0 0 0,0 0 0 0,0 0 0 16,-1 0 0-16,1-1 0 0,0 1 0 0,0 0 0 15,0 0 0-15,0 0 0 0,0-2 0 0,0 2 0 16,0 0 0-16,0 0 0 0,0 0 128 0,0 0-128 16,0-2 0-16,0 2 0 0,0 0 0 0,0 0 128 15,0 0-128-15,-1 2 0 0,1-2 0 0,-1 0 144 16,1 0-144-16,0 2 128 0,-1-2-128 0,1 0 0 15,0 0 0-15,0 0 0 0,0 0 0 0,0 0 0 16,0 0 0-16,1 0 0 0,-1 0 0 0,0 0 0 16,1 0 128-16,-1 0-128 0,0 0 0 0,0 0 0 15,1 0 0-15,-1 0 0 0,0 0 0 0,0 0 0 16,0 0 0-16,0 0 0 0,1 0 0 0,-1 0 0 16,0 0 0-16,1 0 0 0,-1 0 0 0,0 0 0 0,-1 0 0 15,1 0 0-15,0 0 0 0,0 0 0 0,0 0 0 0,0 0 0 16,0 0 0-16,0 0 0 0,0 0 0 0,0 0 0 15,1 0 0-15,-1-2 0 0,1 2 0 0,-1-3 0 16,1 3 0-16,-1 0 0 0,1-2 0 0,-1 1 0 16,0 1 0-16,0-2 0 0,1 2 128 0,-1-1-128 15,-1 1 0-15,1 0 0 0,0 0 0 0,0 0 128 16,0 0-128-16,1 0 0 0,-1-1 0 0,0 1 128 16,0 0-128-16,0 0 0 0,1 0 144 0,-1-2-144 0,0 2 160 0,0 0-32 15,1-2-128-15,-1 1 192 0,0 1 96 0,0-2 16 16,0 2 0-16,-1 0 0 0,1-2-32 0,0 2 0 15,0 0 0-15,0 0 0 0,0-1-144 0,0 1-128 16,0 0 192-16,0 0-192 16,0 0 0-16,0 1 0 0,0-1 0 0,-1 2 0 0,1-2 0 0,-1 2 0 15,0-1 0-15,-1 1 0 0,0 0 0 0,0 2 0 16,-1-1 0-16,1 2 0 0,-2-1 128 0,-1 4-128 16,1 1 0-16,-2 0 0 0,2 1 176 0,-3 4-176 15,1 1 160-15,-2 6-160 0,1-2 160 0,0 4-160 16,0 0 160-16,0 0-160 0,2 0 0 0,0-4 0 15,2 1 0-15,1-3 0 0,2-17 0 0,1 29 0 0,-1-29 0 16,0 0 0-16,0 0 0 0,0 0 0 0,24 39 0 0,-17-36 0 16,0-1 0-16,2-2 0 0,1-2 0 0,0-2 0 15,1 0 0-15,-1-1 0 0,2-2 0 0,-1-2-160 32,0 0-640-32,-1 1-128 0,0-4-32 0,-1 2 0 15,-3 2-1664-15,0 0-320 0,-3-2-80 0,-1 1-5648 16,-1 0-1120-16</inkml:trace>
  <inkml:trace contextRef="#ctx0" brushRef="#br0" timeOffset="83328.73">17078 3793 1839 0,'-3'5'160'0,"-1"-2"-160"0,2 0 0 0,2-3 0 0,0 3 1840 0,0-3 336 16,0 5 64-16,-1-1 0 16,1 1 1312-16,2 1 256 0,2-2 48 0,1-1 16 0,4-1-1168 0,0-2-224 31,3-3-48-31,0-2-16 0,3 1-1200 0,0-4-256 0,1 1-32 0,2-4-16 0,1 1-416 0,2-2-96 15,-1 2-16-15,-1-1 0 0,0 2-384 0,0 1 0 16,-1 1 0-16,1 1-176 16,-2 0-2384-16,-1 2-496 0</inkml:trace>
  <inkml:trace contextRef="#ctx0" brushRef="#br0" timeOffset="83659.33">17423 3725 8287 0,'4'-3'736'0,"-1"0"-592"0,0 1-144 0,-2 0 0 15,1 1 2112-15,1-1 384 0,2-3 64 0,3-2 32 32,4-2 16-32,1-1 0 0,1-1 0 0,0 1 0 0,-2 3-752 0,-1 1-160 0,-1 3-32 0,-1 2 0 15,-2 4-800-15,0-1-160 0,-7-2-48 0,0 0 0 16,0 0-464-16,0 0-192 0,19 51 176 0,-19-51-176 16,0 28 128-16,-1-14-128 15,-1 0 0-15,0 0 144 0,0 1-144 0,-2 1 0 0,-1 0 0 0,1 1 0 16,-1-2 0-16,0-1 0 0,1 0 0 0,-1-4 0 15,0-1 0-15,1 0 0 0,0-2 0 0,0-2 0 0,2-2 336 0,-1 1-16 16,1-3 0-16,0 1 0 0,1-2 128 16,0 0 32-16,1-2 0 0,0 1 0 0,1-1-224 0,0-1-64 15,2-1 0-15,0-4 0 0,0 2-48 0,2-4-16 16,1-2 0-16,0-1 0 0,1 0 32 0,-1-3 0 31,2-3 0-31,1 2 0 0,-1 0-160 0,1-2 0 16,3 0 0-16,0-1 128 0,-2 3-128 0,0 2 0 0,-1 3 0 0,0 1 0 0,-1 2-384 0,-1 1-16 15,1 3 0-15,-3 3-17200 0</inkml:trace>
  <inkml:trace contextRef="#ctx0" brushRef="#br0" timeOffset="83849.62">17790 3627 18431 0,'4'-3'816'0,"0"1"160"0,1 0-784 0,-3 0-192 0,0 1 0 0,0 1 0 16,0 0 2384-16,2 0 432 0,1 0 96 0,4 0 16 16,-1 1-1280-16,0 1-256 0,-8-2-48 0,0 0-16 0,0 0-1328 0,0 0-176 15,0 0-80-15,39 21 0 16,-35-15-848-16,-1-2-176 0,-2 1-16 0,-2 1-16 16,-1 0-864-16,-1 0-192 0</inkml:trace>
  <inkml:trace contextRef="#ctx0" brushRef="#br0" timeOffset="83991.68">17809 3738 8927 0,'-2'2'192'0,"1"-1"32"0,1 1 16 0,-1 0 16 0,1-2-256 0,-1 1 0 16,1 1 0-16,0 2 0 0,-2 1 3168 0,1 1 576 15,-2 3 112-15,0 2 32 0,0 1-1488 0,0 0-288 16,-2 2-64-16,1-2-16 0,1 2-1168 0,-1-2-224 0,0 0-64 16,4-12 0-16,-4 23-416 0,4-23-160 0,0 0 0 15,0 0-9504 1,-1 29-2016-16</inkml:trace>
  <inkml:trace contextRef="#ctx0" brushRef="#br0" timeOffset="85770.53">18154 3444 9215 0,'-1'-12'816'0,"0"5"-656"16,1-1-160-16,0 4 0 0,0 2 1488 0,0 2 272 15,0-2 48-15,0 1 16 0,0-1 1072 0,0 1 224 16,-1 2 32-16,0 2 16 16,0 6-1440-16,-2 3-304 0,3-12-48 0,-5 33-16 0,5-33-512 0,-5 50-96 15,0-19-32-15,-1-1 0 0,1 0-288 0,-3 0-64 16,1 0-16-16,0-1 0 0,-2 2 64 0,1-5 16 0,0 2 0 0,3-4 0 16,0-2-224-16,2-4-32 0,3-18-16 0,-5 31 0 15,5-31-160-15,0 0 0 0,0 0 0 16,-3 27 0-16,3-25 0 0,-1-1 0 15,1-2 0-15,0-1 0 0,1-3 0 0,0 1 0 0,1-2 0 0,0-1 0 16,1 0 128-16,-1-4-128 0,2-1 192 0,1 0-64 16,-1-2-128-16,2-1 0 0,1 0 144 0,1 1-144 15,1 2 0-15,-1 1 0 0,3 1 0 0,-2 3 128 16,1 1-128-16,0 3 0 0,-1 2 0 0,0 2 0 16,-9-1 0-16,0 0 0 0,0 0 0 0,0 0-128 15,30 35 128-15,-30-35 0 16,0 0 0-16,0 0-128 0,5 45 128 0,-5-45 0 0,-3 24 0 15,3-24 0-15,-7 22 0 0,1-12 0 0,0-1 0 0,-2 0-128 16,1-2 128-16,-3-2 0 0,0 2 0 0,-1-3 0 0,1-1 0 0,0 0 0 16,1-1 0-16,0 0 0 0,1-2 0 0,1 0 0 15,1-2 0-15,1-1 0 0,2-1 0 0,1 0 0 16,2-1 0-16,2 1 128 0,2-2-128 0,3-2 0 16,3 1 0-16,2 0-128 15,3-2-928-15,2 2-176 0,1-3-48 0,2 0 0 16,-3 2-48-16,1 0-16 0,-1-1 0 0,1 0 0 0,2-1 896 0,0-1 160 15,1 0 32-15,-1-1 16 0,-3 0 240 0,-1 3 0 0,-1 0-160 0,-2-1 160 16,-3 3 0-16,-2 1 192 0,-2 1-32 0,-2 2 0 16,-1 3 816-16,-2-2 176 15,-2 4 16-15,-1 0 16 0,-1 3 128 0,-2-1 32 0,0 5 0 0,-2 0 0 16,1 2-704-16,0-1-144 0,1 1-32 0,0 3 0 16,-1-2-304-16,4 0-160 0,2-12 160 0,0 0-160 15,0 34 0-15,0-34 0 16,0 0 0-16,0 0 0 0,0 0 0 0,0 0 0 15,38 21 0-15,-28-24 0 0,2-1 0 0,2-6 0 0,1 1-128 0,0-3 128 32,1-3-592-32,-1 1-64 0,1-1-16 0,-2 0 0 0,-1 1-96 0,-2-1 0 0,0 1-16 0,-3 2 0 0,0 0 656 15,-3 3 128-15,0-1 0 0,-2 4 0 0,-1 1 272 0,-2 2 16 16,0 3 0-16,0 2 0 0,-2-1 368 0,0 3 80 16,-1 2 16-16,-1 3 0 0,2 0-320 0,-2 3-64 15,1 0-16-15,0 2 0 0,1-3-176 0,2-11-48 16,-1 27 0-16,1-27 0 0,0 0-128 0,2 33 0 15,-2-33 0-15,0 0 0 0,0 0 0 0,0 0 0 16,22 38 0-16,-22-38 0 0,0 0 0 0,0 0 0 16,28-2 0-16,-20-3 0 0,0 0 0 0,2-4 0 15,3-1 0-15,1-2 0 16,0-2-928-16,1-2-112 0,0 3-32 0,-1-2 0 16,0 0 368-16,0 1 80 0,-1-1 16 0,0-2 0 0,-1 1 608 0,-2 0 0 0,0 1 0 0,-2-1 0 31,0 2 0-31,-3 1 0 0,1 2 0 0,-1 2 0 15,-3 3 544-15,1 2 32 0,-2 2 0 0,0 0 0 16,0 4 256-16,-1 0 48 0,-1 0 16 0,0 3 0 16,-1 2-448-16,0 0-64 0,0 2-32 0,2-9 0 15,-6 26-208-15,1-13-144 0,2 3 192 0,-3 2-192 16,1 2 160-16,-3 1-160 0,1 1 128 0,-2 2-128 16,2-1 192-16,-1 1-32 0,0 2-16 0,2-2 0 15,2-1-144-15,0-3 0 0,4-20 144 0,-2 33-144 16,2-33 0-16,0 0 0 0,0 0 0 0,0 0 0 0,0 0-320 0,0 0 32 15,0 0 0-15,0 0-11760 16,0 0-2352-16</inkml:trace>
  <inkml:trace contextRef="#ctx0" brushRef="#br0" timeOffset="86006.56">18722 3632 19343 0,'-1'4'1728'0,"1"-1"-1392"15,0 1-336-15,0-4 0 0,1 0 1920 0,0 1 304 0,0 2 64 0,1 0 16 16,-2-3 144-16,0 0 48 0,0 0 0 0,0 0 0 16,37 22-1232-16,-25-22-240 15,1-2-64-15,1-1 0 0,1-2-576 0,2 1-112 0,1-3-16 16,-1 2-16-16,1-3-240 0,-2 2 128 0,0-1-128 0,-1 2 0 16,0 0 0-16,-4 2 0 0,-1 0 0 0,-10 3 0 15,0 0-192-15,26-1-64 0,-19 1-32 0,-1 0-17680 16</inkml:trace>
  <inkml:trace contextRef="#ctx0" brushRef="#br0" timeOffset="86165.24">19070 3632 5519 0,'4'-5'496'0,"-1"3"-496"0,0 1 0 0,-1-1 0 0,0 0 3008 0,0 2 496 16,1-3 96-16,2 1 32 0,2-3 176 0,3-2 32 15,2 0 16-15,0 0 0 0,1 0-2064 0,-2 2-400 16,1-1-96-16,-2 1-16 0,-1 0-960 0,-1 2-192 15,1 1-128-15,-3 2 160 16,0-2-1376-16,-3 4-256 0</inkml:trace>
  <inkml:trace contextRef="#ctx0" brushRef="#br0" timeOffset="86354.13">19059 3729 9215 0,'-1'2'816'0,"0"-1"-656"0,1 1-160 0,-1 0 0 15,1-2 1840-15,0 2 336 0,-2 1 64 0,-1 4 0 16,-1 0 848-16,0 4 176 0,-2 1 16 0,1 0 16 16,1 0-2192-16,-1 0-432 0,5-12-96 0,-6 24 0 15,6-24-576-15,0 0 0 16,-4 24 0-16,4-24 0 0,0 0-384 16,0 0-176-16,0 0-32 0,0 0-12672 0</inkml:trace>
  <inkml:trace contextRef="#ctx0" brushRef="#br0" timeOffset="87078.03">19171 3728 10127 0,'0'-2'448'0,"0"2"96"0,0-1-544 0,0 1 0 15,-1 0 0-15,1 0 0 0,-1 1 1936 0,0 0 288 16,-2 3 48-16,0 1 16 0,-1-1-80 0,-1 2-16 16,0 1 0-16,1 2 0 0,-1-2-992 0,0 2-208 15,3 1-32-15,-2-3-16 0,4-7-384 0,-5 19-80 16,5-19-16-16,0 0 0 0,0 0-16 0,0 0 0 15,0 31 0-15,1-26 0 0,2-3-192 0,0-2-32 16,0 0-16-16,0 0 0 0,1-2-208 0,1-1 176 16,-1-2-176-16,2 1 160 0,-1-1-160 0,1-2 192 15,-1 0-192-15,1 0 192 0,-1-1-192 0,-1 0 0 16,1 0 0-16,-2-2-176 0,-1 3 32 0,-1-1 0 0,-1 0 0 16,-1-2 0-16,-1 3 144 0,-1 0 0 0,-1 0 0 0,0-2-128 15,-2 4 128-15,0 0 0 0,1 0 0 16,-1 3 0-16,1 0 0 0,-1 0 0 0,2 4 128 0,-1-2-128 15,2 2 128-15,-1-1-128 0,1 0 128 0,0 2-128 16,0-1 368-16,1 1 0 0,0-1 0 0,2 0 0 16,-1 0 112-16,1-2 32 0,0 3 0 0,1-3 0 15,0 0-272-15,2 0-48 0,1-2-16 0,1 1 0 16,0-1 16-16,2 0 16 0,0-2 0 0,1 0 0 0,2 0-208 0,0 0 0 16,0-1 0-16,0 1 0 0,0 0 0 0,0 0 0 15,0 1 0-15,-1 1 0 0,0 0 0 0,0-1 0 16,-2 3 0-16,0 0 0 0,-3 0 0 0,-4 0 0 15,0 0 0-15,0 0 0 0,0 0 0 0,0 0 0 16,0 0 0-16,0 0 0 0,16 43 0 0,-16-43 0 16,0 0 0-16,-4 26 0 0,4-26 0 0,0 0 0 15,-5 30 0-15,2-22 0 16,1-1 0-16,2-7 0 0,0 0 0 0,-7 31 0 0,7-31 0 0,-8 19 0 16,8-19 0-16,0 0 0 0,-7 21 0 0,5-18 0 15,-1 1 0-15,1-1 0 0,2-3 128 0,-1 2-128 0,1-2 0 16,0-2 0-1,0-1 256-15,1-1-64 0,1 1 0 0,2-4 0 0,1 0-32 0,-1-3-16 16,1 3 0-16,1-1 0 0,0-1-144 0,1-3 0 16,3-2 0-16,0 0 0 0,0 2 0 0,-1-2 0 0,1 4 0 0,-2 1 0 15,0 1-144-15,1 0 144 0,-1 3 0 0,-1-2 0 16,1 2 0-16,-1 3 0 0,0-1 0 0,-2 1 0 16,2-1 0-16,-1 1 0 0,1 2 0 0,-2 0 0 15,1 0 0-15,0 0 0 0,-1 2 0 16,-5-2 0-16,0 0 0 0,0 0 176 0,0 0-176 0,0 0 160 15,32 31-16-15,-32-31 0 0,0 0 0 0,0 0 0 0,11 45-144 0,-11-45 160 16,2 36-160-16,-2-36 160 16,-2 38-160-16,2-38 0 0,-4 38 0 0,4-38 0 0,-6 36 0 0,6-36-256 15</inkml:trace>
  <inkml:trace contextRef="#ctx0" brushRef="#br0" timeOffset="89649.87">20684 3673 15663 0,'0'-5'1392'0,"0"1"-1120"16,1 2-272-16,-1 1 0 0,0 0 384 0,0-1 32 15,1-1 0-15,0-2 0 0,-1-2 1424 0,2-1 272 16,-1 0 64-16,1 3 16 0,-2-2 176 0,2 2 48 16,-1 3 0-16,0-2 0 0,1 1-832 0,-1 0-176 15,1 2-16-15,-1-2-16 0,1 1-688 0,-1 1-144 16,-1-3-32-16,2 1 0 0,0 1-352 0,0-3-160 15,1-1 128-15,0 0-128 0,-1-1 0 0,2 0 0 0,-1 1 0 0,0-3 0 16,-1 3 0-16,1-2 0 0,-2 1 0 0,-1 0 0 16,-1 0 0-16,-2 0 0 0,0 2 0 0,-3 0 0 15,0 2 0-15,-3 2 0 0,-1 1 0 0,-1 0 0 16,0 4 0-16,-2 2 0 0,-3 2 0 0,0 4 0 16,1 3 0-16,0 0 0 0,0 3 0 0,1 3 0 15,1 3 0-15,1-2 0 0,1 1 0 0,2 3 0 16,0-1 0-16,3-2 0 0,2 0 0 0,4-23 0 15,-2 33 0-15,2-33 0 0,0 0 0 0,0 0 0 16,22 38 0-16,-22-38 0 0,0 0 0 0,31 5 0 16,-20-7 0-16,1-3 0 0,2 0 0 0,0-4 0 0,1-3 0 15,0 0 0-15,-3-1 0 0,0 0 0 0,-1-1-128 16,-1 0 128-16,-1 2 0 0,-1-2 0 0,-3 0 0 16,0 2 0-16,-1 0 0 0,-2 0 0 0,-2 0 0 15,0 2 0-15,0 1 0 0,0 4 0 0,0 1 0 0,0 1 0 16,-1 3 0-16,0 3 0 0,0 0 0 0,0 3 0 15,-1 1 0-15,1 3 0 0,-1 1 0 0,1-1 0 16,1-10 0-16,0 0 0 0,1 35 0 0,-1-35 0 16,0 0 0-16,0 0 0 0,0 0 0 0,21 43 0 15,-21-43 0-15,0 0 0 0,0 0 0 0,29 5 0 0,-20-7 0 16,1-5 0-16,0 0 0 0,0-2 0 0,1-2 0 0,1-1 0 16,-3 0 0-16,0-2 0 0,0 2 0 0,-1-2 0 15,0 2 0-15,-1-2 0 0,-1 2 0 0,1 0 0 16,-2 0 0-16,0 1 0 0,0 1 0 0,0 1 0 15,1 2 0-15,-3 2 0 0,1 1 0 0,-1 3 0 16,0 1 0-16,1 0 0 0,1 1 0 0,-1 3 0 16,-4-4 0-16,0 0 0 0,0 0 0 0,0 0 0 15,31 26 0-15,-31-26 0 0,0 0 0 0,0 0 0 16,0 0 0-16,27 42 0 0,-27-42 0 0,0 0 0 16,0 0 0-16,8 44 0 0,-8-44 0 0,0 0 0 0,-5 37 0 15,-1-25 0-15,1-2 0 0,-2 1 0 0,1-1 0 16,-2-2 0-16,2 0 0 0,-1-3 0 0,2 0 0 15,0-2 192-15,1-1-64 0,1 0 0 0,0-4-128 0,2-1 160 16,1 0-160-16,1-3 160 0,1-1-160 16,0-3 0-16,3-1 0 0,1-1 0 0,0-2 0 0,2-1 0 15,2-1 0-15,-1-3 0 0,-1 4 0 0,2 0 0 16,1-3 0-16,0-1 0 0,1 0 0 0,0 0 0 16,1 3 0-16,-2-1 0 0,-1 6 0 0,1 1 0 15,-1 0 0-15,-2 3 0 0,0 2 0 0,0 2 0 16,-1 2 0-16,-1-1 0 15,-2 2-672-15,0 2-64 0,-1 0-16 0,-1 0-16800 0</inkml:trace>
  <inkml:trace contextRef="#ctx0" brushRef="#br0" timeOffset="89965.58">21145 3546 8111 0,'0'0'176'0,"0"0"32"0,0 0 16 0,0 0 16 0,0 0-240 0,0 0 0 15,0 0 0-15,0 0 0 0,0 0 2624 0,0 0 464 0,23 38 112 0,-23-38 0 16,0 0-1008-16,31 7-208 0,-18-9-32 0,1-1-16 15,0-1-912-15,1-1-176 16,1-2-32-16,2 0-16 0,-2 0 240 0,1-1 48 0,0 2 16 0,-1-2 0 16,-4 2-576-16,1 0-112 0,-1-1-32 0,-2 0 0 15,-1 0-256-15,0 0-128 0,-2 0 128 0,-1-2-128 16,-2 0 0-16,-2 1 0 0,-2-1 128 0,-3 3-128 16,0 0 0-16,-4 0 160 0,0 3-160 0,-5 2 160 0,0 3 128 15,-4 3 32-15,0 1 0 0,-2 3 0 0,0 3-176 0,0 4-16 16,1-2-128-16,2 5 192 0,2 2-64 0,0 1-128 15,3 1 176-15,1 1-176 0,3 0 288 0,6-24-48 16,-2 37-16-16,2-37 0 0,0 0 112 0,23 36 32 16,-23-36 0-16,0 0 0 0,47 19-128 0,-25-18-32 15,2 1 0-15,1-4 0 0,1 2-208 0,1-1 0 16,0-3 128-16,0 3-12064 16,1-2-2400-16</inkml:trace>
  <inkml:trace contextRef="#ctx0" brushRef="#br0" timeOffset="91536.9">5371 5964 15663 0,'0'-2'1392'0,"0"0"-1120"16,1 0-272-16,0-1 0 0,-1 1 1216 0,2-1 176 15,1-1 32-15,1-7 16 0,2-2-704 0,2-3-144 16,1 1-16-16,-1-1-16 0,1 3-384 0,-1 0-176 0,0 3 160 0,-1 0-160 16,-2 3 512-16,0 3 16 0,0 1 0 0,-2 3 0 15,1 1-48-15,-2 3-16 0,1 3 0 0,0 0 0 16,-1 5-112-16,1 0-32 0,-1 4 0 0,1 1 0 15,1 0-96-15,1 4-32 0,0 0 0 0,0 1 0 16,-5-22-64-16,13 38 0 0,-13-38-128 0,22 49 192 16,-22-49-64-16,23 46 0 0,-23-46-128 0,24 40 192 15,-24-40-48-15,0 0-16 0,39 38 0 0,-39-38 0 16,0 0-128-16,0 0 160 0,41 19-160 0,-34-19 160 16,0-2-160-16,-1 1 0 0,-1-4 0 0,-2 1 0 0,1 1 0 15,-1-2 128-15,0 1-128 0,-1-3 0 0,1 0-192 16,0-1-112-16,-1 2-16 0,1-3-12816 15</inkml:trace>
  <inkml:trace contextRef="#ctx0" brushRef="#br0" timeOffset="91726.75">5743 5758 16575 0,'-7'3'736'0,"2"1"160"0,2 1-720 0,-1 0-176 15,1-2 0-15,0 1 0 0,-1 3 1424 0,-3 3 256 16,-5 7 48-16,-4 6 16 0,-1 3 368 0,-4 1 80 15,-1 3 16-15,-1 0 0 0,-1 2-752 0,-2 0-160 16,-2 6-16-16,-1 0-16 0,-1 3-528 0,0 0-96 0,0 1-32 16,3-6 0-16,2-4-336 0,3-5-64 0,3-1-16 0,-1-5 0 15,4 1-192-15,1-6 0 0,2-2 0 0,3-4 0 16,3-6-272-16,2-1-48 0,3-3-16 16,0-3-16304-16</inkml:trace>
  <inkml:trace contextRef="#ctx0" brushRef="#br0" timeOffset="92811.74">5858 6282 11967 0,'0'-1'1072'0,"0"0"-864"16,0 1-208-16,0 0 0 15,0 0 1712-15,0-2 288 0,-1 0 64 0,0 1 16 0,1-4 816 0,-1 3 176 16,0 0 16-16,0-1 16 0,0 1-1424 0,0 2-272 16,0 0-64-16,0 2-16 0,-1 1-768 0,0-1-160 15,0 5-16-15,-2 2-16 0,0-1-240 0,1 2-128 16,-2 4 128-16,0 0-128 0,1 2 0 0,-1-1 0 15,1 1 0-15,2-2 128 0,-1 3-128 0,0-3 0 0,3 0 128 0,1-2-128 16,1-2 0-16,1-3 0 0,2-2 0 16,0-2 128-16,1-2-128 0,1-2 0 0,1-2 0 0,0-4 0 15,1 2 0-15,0-5-128 0,1-2 128 0,0-2 0 16,1-2 0-16,-1-4 0 0,0 0 0 0,-1 0-128 16,-1 1 128-16,-3 0 0 15,-1 3 0-15,-1-1 0 0,-2 1 0 0,-3 1-128 0,-1 3 128 0,-2 0 0 16,-2 3 0-16,0-2 0 0,-3 3 0 0,1 3 0 15,1 1 0-15,-1 3 0 0,2 1 0 0,0 1 0 0,0 3 0 0,1 0 0 16,2 2 0-16,1 1 0 0,2 0 0 0,1-1 0 16,3 0 0-16,1 1-16448 15</inkml:trace>
  <inkml:trace contextRef="#ctx0" brushRef="#br0" timeOffset="92984.72">6029 6348 20271 0,'0'1'1792'0,"1"1"-1424"16,-1-2-368-16,0 2 0 15,0-1 1440-15,0 1 224 0,1 0 32 0,0 3 16 0,2 2 272 0,-1-2 48 0,2 2 16 0,1-2 0 16,0 2-1664-16,1-5-384 16,0 3 0-16,0-3-9952 15,0-2-2048-15</inkml:trace>
  <inkml:trace contextRef="#ctx0" brushRef="#br0" timeOffset="93409.26">6190 6244 11967 0,'0'0'528'0,"0"0"112"0,0 0-512 0,0 2-128 0,0-2 0 0,0 0 0 16,0 0 2192-16,1 1 416 0,2 1 80 0,1-2 0 15,1 0-464-15,-1 0-112 0,3-3 0 0,-1 0-16 0,1-2-944 16,-1-1-176-1,2 0-32-15,-2-2-16 0,1 1-416 0,-2-2-96 0,0-1-16 0,-2 1 0 0,0 2-208 0,-3-3-64 16,0 3 0-16,-1 0 0 0,-1 0-128 0,0 2 0 16,-1 0 0-16,-3 3 0 0,0-1 0 0,-3 1 0 15,1 2 0-15,-1 2 0 0,-1 3 0 0,-1 1 0 16,0 1 0-16,0 1 0 0,2 2 0 0,1 2 0 16,1 0 0-16,2 2 0 15,1-1-128-15,2-2 128 0,1-1 0 0,1-1 0 0,3-1 0 0,0 0 0 16,2-3 0-16,1-2 0 0,1 1 0 0,-7-4 0 15,0 0 0-15,0 0 0 0,39-2 0 0,-28-1 0 16,0 1 0-16,0 0 0 0,-1-1 0 0,-2 3 0 0,0 0 0 16,-3 1 0-1,0 3-128-15,-2-2 128 0,-1 4 0 0,-1 2 0 0,-2 1 0 0,-1 0 0 0,1 0 0 0,-4 3 0 16,-2 4 0-16,0 2 0 0,-1-1 0 16,0 0 0-16,2-2 0 0,-2 1 0 0,1 1 0 0,0 0 0 15,0-1 0-15,1-4 0 0,3 0 128 0,0-5-128 16,1 0 0-16,2-3 0 0,1-3 0 0,0-1 0 31,3-1-496-15,0-3-80-16</inkml:trace>
  <inkml:trace contextRef="#ctx0" brushRef="#br0" timeOffset="93754.43">6369 6223 3679 0,'0'-2'320'0,"0"1"-320"15,0 1 0-15,0 0 0 0,0 0 896 0,0 0 128 16,0 0 0-16,0-2 16 0,0 2 64 0,0 0 16 16,0 2 0-16,1-2 0 0,0 0-80 0,0 0-16 15,0 0 0-15,1 0 0 0,0 0 576 0,1-2 128 16,0 2 0-16,1-1 16 0,0 0-48 0,1-4-16 16,1 2 0-16,1-1 0 0,2-1-912 0,-1 0-192 15,2-2-48-15,0 2 0 0,0-1-208 0,0 1-32 16,1-1-16-16,-2 2 0 0,-1 2-272 0,-1-1 0 15,1 1 0-15,-3 2 0 0,1 0 0 0,-3 2 0 16,1 1 0-16,-1 2 0 0,-2-1 0 0,-1 4 0 0,-1 1 0 0,-1 0 0 16,0 3 0-16,-1 0 0 0,0 0 0 0,-1 2 0 15,0 1 0-15,1-1 0 0,-1 0 128 0,0 0-128 16,0 3 0-16,1 0 0 0,-2 5 128 0,0-1-128 16,2-3 192-16,-2 2-32 0,0 0 0 0,0 2 0 15,-1-3-32-15,1-2-128 0,0-1 192 0,1-3-64 16,1-2-128-16,1-5 0 0,1 0-160 0,0-3-13808 15</inkml:trace>
  <inkml:trace contextRef="#ctx0" brushRef="#br0" timeOffset="93958.61">6407 6332 12895 0,'0'0'1152'0,"0"0"-928"16,0 2-224-16,1-2 0 0,0 0 1568 0,0 0 272 15,2 1 48-15,1 1 16 0,1-2 592 0,4 0 112 16,1-2 16-16,2 1 16 0,1-3-1424 0,0-1-272 16,0 0-64-16,0-1-16 0,1 0-624 0,-1-1-240 15,0-1 176-15,0 0-176 0,-1 1 0 0,0-1 0 16,-1 1 0-16,0 0-9712 16,-1 1-1840-16</inkml:trace>
  <inkml:trace contextRef="#ctx0" brushRef="#br0" timeOffset="94304.35">6738 6116 3679 0,'2'-7'320'0,"-1"2"-320"0,1 1 0 0,-1 1 0 16,0 3 2272-16,-1 0 384 0,0 0 80 0,0-2 16 15,0 2 704-15,0 0 128 0,-1 2 48 0,-1 1 0 16,0 1-1120-16,-1 4-208 0,-1 1-64 0,-1 1 0 16,0 3-1152-16,-1 2-224 0,-1 0-48 0,0 1-16 15,2 0-336-15,1 1-64 0,0-3-16 0,2-2 0 16,0-2-144-16,2-1-48 0,1-4 0 0,0 2 0 15,1-3-192-15,2-1 0 0,2 2 128 0,-1-4-128 16,-5-1 0-16,0 0 0 0,0 0 0 0,0 0 0 16,45 6 0-16,-45-6 0 0,0 0 0 0,0 0 0 15,44 7 0-15,-44-7 0 0,0 0 0 0,0 0 0 0,43 14 0 0,-43-14-128 16,0 0 128-16,0 0 0 0,0 0 0 0,0 0 0 16,0 0 0-16,31 36 0 0,-31-32 0 0,-1 1 0 15,-2 1 0-15,-2 0 0 0,1-1 0 0,-2-3 0 16,-1 3 0-16,-3 0 0 0,-1-1 0 0,-1-1 128 15,0 0-128-15,0-1 0 0,0 0 0 0,0-2 0 16,2 0 0-16,-1-2 0 16,2-1-400-16,1-2-128 0,0-2-32 0,3-1-16576 0</inkml:trace>
  <inkml:trace contextRef="#ctx0" brushRef="#br0" timeOffset="94477.72">6778 6097 21183 0,'8'-2'944'0,"-3"2"192"0,0 0-912 0,3 0-224 0,-5 0 0 0,0 0 0 16,1 0 1616-16,2 0 288 0,4 2 48 0,-10-2 16 16,0 0-768-16,43 0-160 0,-43 0-16 0,0 0-16 15,42-2-816-15,-42 2-192 0,0 0 0 0,35-3 0 16,-24 1 640-16,-2 1 64 0</inkml:trace>
  <inkml:trace contextRef="#ctx0" brushRef="#br0" timeOffset="94666.6">7083 6310 13823 0,'-1'3'608'0,"1"0"128"0,0 0-592 0,0 0-144 16,0 0 0-16,0-1 0 0,0 1 1936 0,-1 1 368 15,1 4 64-15,-2 6 0 0,1 2-64 0,-2 3-32 16,0-2 0-16,0-1 0 0,-2-1-1168 0,1-1-224 15,0 0-48-15,-1-4-16 0,2-1-496 0,-1 1-80 0,1-5-32 0,-1 2 0 16,1-3-208-16,0-2-256 0</inkml:trace>
  <inkml:trace contextRef="#ctx0" brushRef="#br0" timeOffset="95026.59">7301 6078 9215 0,'1'-1'816'0,"-1"0"-656"0,0 1-160 0,0 0 0 16,0 1 1568-16,-1 0 288 0,1 1 48 0,0-1 16 16,-1 4 640-16,0 1 128 0,0 3 16 0,0 4 16 15,0-1-1408-15,-1 3-288 0,0 1-48 0,1 3-16 16,-1 0-112-16,2 2-16 0,-2 0-16 0,0-3 0 16,0-2 16-16,0 0 0 0,1 1 0 0,-1-3 0 15,1-2-384-15,1-2-64 0,0-2 0 0,0 0-16 16,1-1-368-16,0-2 0 0,1-1 0 0,1-2 0 15,0-4-752-15,0 2-112 0</inkml:trace>
  <inkml:trace contextRef="#ctx0" brushRef="#br0" timeOffset="95511.86">7454 6207 9215 0,'1'-1'816'0,"-1"-1"-656"16,2 0-160-16,0 2 0 0,-1-2 1888 0,0 1 352 16,1 1 64-16,1-2 0 0,0-1 384 0,4 0 80 0,1-2 16 0,1 1 0 15,-1 0-1056-15,0-1-224 0,0 0-32 0,-1-1-16 16,0 1-528-16,-1 0-96 0,0-2-32 0,-1 2 0 16,1-4-160-16,-2 1-48 0,1 1 0 0,-2 0 0 15,-1 0-336-15,0 0-80 0,-2 0-16 0,0-1 0 16,-2 2-160-16,-1-4 0 0,-1 5 0 0,0-2 128 15,-2 0-128-15,0 2 0 0,0 3 0 0,-2-2 0 16,-1 3 0-16,0 1 0 0,-1 0 0 0,1 3 0 16,-2-1 0-16,2 3 0 0,1 2-176 0,-1 0 176 15,3-1-144-15,0 2 144 0,1 1-160 0,0 1 160 16,0 1 0-16,3 0 0 0,-1-1 0 0,2 1 0 16,1-3 0-16,0-1 0 0,2-1 0 0,1 1 0 15,-1-4 0-15,2-1 0 0,2 0 0 0,-1-1 0 16,3-1 0-16,-1-1 0 0,1 1 0 0,1-2 0 0,-2 0 0 0,1-1 0 15,-1 3 0-15,-1-2 0 0,0 2 0 0,0 2 0 16,-2 1-128-16,0-1 128 0,-2 0 0 0,0 3 0 16,0 2 0-16,-2 1 0 0,0 1 0 0,-1 1 0 15,-1 3 0-15,0-1 0 0,-1 2 0 0,0 1 0 16,1 2 0-16,-2-1 0 0,0 0 240 0,0 4-16 16,0-1 0-16,-1 2 0 0,1 0 48 0,0 0 16 15,0-1 0-15,1 1 0 0,1 0-288 0,2-2 0 16,0-2 0-16,0-3-11728 15,0-2-2448-15</inkml:trace>
  <inkml:trace contextRef="#ctx0" brushRef="#br0" timeOffset="96368.74">7857 6005 5759 0,'-5'0'512'0</inkml:trace>
  <inkml:trace contextRef="#ctx0" brushRef="#br0" timeOffset="97454.19">5991 5457 15663 0,'0'-4'1392'0,"-1"1"-1120"0,0 3-272 0,1-2 0 16,0 2 1824-16,0-2 304 0,-1-1 64 0,1-2 16 15,1-2 288-15,1 1 64 0,1-2 16 0,1 3 0 16,0-2-1456-16,2 2-288 0,0 1-64 0,3-1-16 16,-1 2-240-16,1 1-64 0,2 0 0 0,0 4 0 31,-1-2-320-31,-10 0-128 0,0 0 0 0,0 0 0 0,0 0 0 0,43 26 0 0,-38-18 0 0,-2 0 0 15,-2 2 0-15,-2 0 0 0,-2 2 0 0,-2 0 0 16,0 0 0-16,-4-1 0 0,1 1 0 0,-2-3 0 16,0 1-320-16,-1-2 64 0,-1-2 0 0,1 1 0 15,-1 0-16-15,0-2 0 0,0 0 0 0,1-3 0 16,2 0 272-16,0 1 0 0,2-1 0 16,0-1 0-16,3 1 0 0,1-2 0 0,1-2 0 0,2 1 0 15,1 1 0-15,2-2 0 0,2-1 0 0,0 0 0 0,2 0 0 0,1 0 0 16,2-1 128-16,2 1-128 0,1-1 448 0,2 1 32 31,2 0 16-31,0-1 0 0,1 1-96 0,-1-1-16 0,0 1 0 0,2-1 0 0,0-1-192 0,2 0-32 16,2 1-16-16,-1-1 0 0,1 2-144 0,1-1 0 15,1-1 0-15,-25 5-17392 16</inkml:trace>
  <inkml:trace contextRef="#ctx0" brushRef="#br0" timeOffset="98038.15">7916 5952 2751 0,'-3'-2'256'0,"0"0"-256"0,1 0 0 0,1 2 0 16,0 0 832-16,0 0 112 0,0 0 16 0,0-2 16 16,0 2 896-16,0-1 176 0,-1 1 48 0,0-2 0 15,1 2 48-15,0 0 16 0,1 0 0 0,0 0 0 16,1 0-432-16,1 0-96 0,2 0-16 0,0 0 0 16,3 0-96-16,0 0-32 0,3 0 0 0,1-3 0 15,1 1-672-15,1 0-144 0,1-1-32 0,3-2 0 16,-2 2-272-16,1 0-64 0,-1 0-16 0,0-2 0 15,-1 3-288-15,-1 0 0 0,0-1 0 0,-3 1 0 16,-1 2-624-16,-2 0-80 0,0 0 0 0,-5 0-14592 16</inkml:trace>
  <inkml:trace contextRef="#ctx0" brushRef="#br0" timeOffset="98258.93">7934 6064 16575 0,'-2'2'736'0,"1"-2"160"0,1 0-720 0,0 0-176 0,-1 0 0 16,1 0 0-16,1-2 1856 0,0 2 320 0,1-1 80 0,2-2 16 15,2 0-128-15,2-2-32 0,0 1 0 0,1-1 0 16,1 0-848-16,0 0-176 0,1 0-48 0,0 1 0 16,2 0-576-16,-1 0-112 0,0 1-32 0,1 0 0 15,0 0-320-15,-1 1 0 16,0-3 0-16,-1 4 0 15,0-2-976-15,1 0-176 0</inkml:trace>
  <inkml:trace contextRef="#ctx0" brushRef="#br0" timeOffset="98951.72">8568 5742 11967 0,'-1'-5'528'0,"1"2"112"0,-1 0-512 0,0 0-128 0,1 3 0 16,-1-2 0-16,1 2 1360 0,-1-1 240 0,0 1 64 0,-1-3 0 16,-1 3 256-16,0-2 64 0,1 2 16 0,-2 2 0 15,-1 1-880-15,1 2-176 0,-1 0-48 0,-1 4 0 16,0-1-512-16,0 3-96 0,-2 1-32 0,0 2 0 16,-1 3 128-16,1-1 32 0,1 1 0 0,-1 0 0 15,2-1-64-15,0-2-16 0,2-2 0 0,0 0 0 16,1 0 176-16,1-3 16 0,1 1 16 0,0-3 0 15,1-2-96-15,0 2-32 0,0-2 0 0,1 0 0 0,0 1-144 0,2 2-16 16,0-2-16-16,0 2 0 0,-1-4-240 0,0 4 128 16,2-2-128-16,0 2 0 0,-1-1 0 0,1-2 0 15,0 0 0-15,-1 0 0 0,1 0 0 0,0-2 0 16,0-2 0-16,-1 1 0 0,0-2 176 0,0-3-176 16,1 1 192-16,0-2-192 0,2-4 496 0,-1 1-16 15,3-4 0-15,0-1 0 16,0 0-352-16,1-2-128 0,-1 0 0 0,0 2 144 0,-1-2-144 0,-1 1 0 15,-1 2 0-15,-1 1 0 0,0 0 0 0,-2 1 0 0,-1 2 0 16,0-2 0-16,-2 5 0 16,0 0 0-16,0-1 0 0,-1 3 0 0,0 1 0 0,0 0 0 0,-1 1 0 0,0 0 0 15,1 2 0 1,1 0 0-16,0-1 0 0,-1 1 0 0,0 1 0 0,0 1 0 0,1-2 0 0,0 3 0 16,0-2 0-16,1 0 0 0,-1 0 0 0,1 0 0 15,0-1 0-15,0 1 0 16,1-2 0-16,0 0 0 0,0 1 0 0,0-2 0 0,0 1 0 0,-1-1 0 15,1 0 0-15,0 0 0 0,-1 0 0 0,0 0 0 16,1 0 0-16,-1 0 0 0,1 0 0 0,-1 0 0 16,1 2-352-16,-1-2 48 0,1 0 16 0,0 2-16576 15</inkml:trace>
  <inkml:trace contextRef="#ctx0" brushRef="#br0" timeOffset="100275.06">8553 5758 6447 0,'-1'-1'576'0,"0"0"-576"31,1 1 0-31,-1-2 0 0,1 2 976 0,0 0 96 16,-1-2 16-16,0-1 0 0,-1 0 640 0,1-1 144 16,0 1 32-16,0-2 0 0,1 3 80 0,0 0 0 15,1-2 16-15,-1 3 0 0,1-2-272 0,-1 1-48 16,0 2-16-16,0-2 0 0,0 2-544 0,0-2-112 15,1 2-32-15,0 0 0 0,-1-2-560 0,0 2-112 0,0 0-32 0,0 0 0 16,0 0-272-16,0 0 0 16,-1 0 128-16,1 2-128 0,-2-2 0 0,0 0 0 0,0 2 0 15,0 0 0-15,-2 0 128 0,0 1-128 0,1 2 0 0,-2-1 0 16,0 2 208-16,0 0-64 0,-1 4-16 0,0-1 0 16,-1-1 112-16,1 3 16 0,-1 0 0 0,1 0 0 15,0 1-112-15,2-2-16 0,-1 1 0 0,0-1 0 16,2 0-128-16,-1 1 192 0,1-2-192 0,-1 0 192 15,3-1-192-15,-2-1 0 0,-1 2 144 0,1 1-144 16,1-3 128-16,0 0-128 0,0 3 128 0,0-3-128 16,0 0 208-16,0 0-16 0,1 0-16 0,-1 1 0 15,1-2 16-15,1 1 0 0,0 0 0 0,0 1 0 0,0-4-64 0,0 1-128 16,1-2 192-16,1 0-64 0,0 0-128 16,1 0 0-16,1 0 144 0,-2-1-144 0,2 0 128 0,1-2-128 15,-1 0 128-15,2 2-128 0,0-2 128 0,-1 0-128 16,1 0 128-16,-1 0-128 0,0 0 0 0,-1 0 0 15,2 0 0-15,-1 0 0 0,-2 1 0 0,1 1 0 16,2-2 0-16,-1 2 0 0,1-1 0 0,0 1 0 16,1 0 0-16,-1-1 0 0,0 0 0 0,-1-1 0 15,2 2 0-15,-1-2 0 0,-1 0 0 0,0 0 0 16,-1 0 0-16,2 0 0 0,-2 0 0 0,-1 0 0 16,2 0 0-16,-2 0 0 0,0 1 0 0,0-1 0 15,-1 2 0-15,0 0 128 0,0-1-128 0,0 2 0 0,-1 0 0 16,-1 2 0-16,0-2 0 0,0 1 0 0,0 2 0 0,-1-1 128 15,0 1-128-15,0 0 0 0,-1 0 0 0,0 2 0 16,0-2 0-16,1 0 0 0,-1 0 0 0,1 1 0 16,-2-4 0-16,0 2 0 0,0 0 0 0,0-2 0 15,1 2 0-15,-2 0 0 0,1 0 0 0,-1-2 0 16,1 2 0-16,-2-1 0 0,0 3 0 0,1-3 0 16,-1 1 0-16,0 0 0 0,0-1 0 0,0 2 0 15,1-2 0-15,-1 1 0 0,0 0 0 0,-1-1 0 16,2-1 0-16,0 0 0 0,0-1 0 0,-1 0 0 15,2-2 0-15,-1 0 0 0,-1 0 0 0,1-2 0 16,0 0 0-16,-1-1 0 0,1 0 0 0,-1-1 128 0,0-3-128 0,1 2 0 16,0-4 0-16,-1 1 0 0,3 1 0 0,-3 0 0 15,3 0 0-15,-1-2 0 0,1 4 0 0,1-2 0 16,1 3 0-16,-1-2 0 0,1 1 0 0,-1 1 0 16,2 1 0-16,0-4 0 0,-1 2 0 0,2 0 0 15,-1 1 0-15,0-1 0 0,2 0 0 0,-1-2 0 16,0 2 0-16,0-1 0 0,1 0 0 0,-1 2 0 15,0 0 0-15,0 1 0 0,1-2 0 0,-2 1 0 16,3-1 0-16,-1 2 0 0,0-1 0 0,0-1 0 16,2 0 0-16,-1 0 0 0,1 0 0 0,1 1 0 15,-1-1 0-15,2-1 0 0,-1 0 0 0,0-1 0 0,0 3 0 0,-1-2 0 16,1 0 0-16,0-2 0 0,-1 2 0 16,0 0 0-16,1-2 0 0,0 0 0 0,-1 1 0 0,0-2 0 15,-1 1 0-15,1-1 0 0,0 2 0 0,-1-3 0 16,-1 1 0-16,0 2 0 0,0-1 0 0,-1 1 0 15,1 0 0-15,-1 0 0 0,0 0 0 0,0 0 0 16,-1 2 0-16,0-1 0 0,0 0 0 0,-2 2 0 16,1-3 0-16,-1 2 0 0,1 0 0 0,-1 0 0 15,0 1 0-15,0-2 0 0,-1 0 0 0,-1 1 0 16,0-1 0-16,1 0 0 0,-1 1 0 0,0-2 0 16,-1 0 0-16,1 2 0 0,-1-2 0 0,0 3 0 0,2-1 0 0,0 2 0 15,-1 1 0-15,1-2 0 0,-1 3 0 0,1-1 0 16,1 2 0-16,0 0-128 0,1 2-96 0,-2 1-16 15</inkml:trace>
  <inkml:trace contextRef="#ctx0" brushRef="#br0" timeOffset="100668.04">8768 5982 13823 0,'-2'-1'1216'0,"1"1"-960"0,0 0-256 0,0 0 0 0,1 0 2080 0,0 0 368 16,0 0 80-16,0 0 16 0,1 0 848 16,-1 0 192-16,2 3 16 0,0-1 16 0,1 2-2192 0,0-1-432 15,1 3-96-15,0-2 0 0,0 3-656 0,1-1-240 16,0 0 176-16,-1-2-176 0,0 1 0 0,1 0 0 15,-2-3 0-15,1 3-11664 16,-1-3-2320-16</inkml:trace>
  <inkml:trace contextRef="#ctx0" brushRef="#br0" timeOffset="101144.03">8988 5830 20271 0,'1'-1'1792'0,"0"0"-1424"0,0 1-368 0,0-1 0 16,1 1 2272-16,1-2 384 0,1 1 80 0,2-3 16 15,2-3-832-15,4 0-144 0,0-1-48 0,1-1 0 16,0 0-960-16,-1-1-208 0,0 1-48 0,-2 0 0 16,-2 1-208-16,1 1-48 0,-2 0-16 0,-1-1 0 0,-2 2-240 0,0-2 0 15,-1 1 128-15,-1-1-128 0,-2 0 0 0,-1 1 0 16,-1 0 0-16,-2 0 0 0,-1 1 0 0,-1 0 0 15,-3-2 0-15,-3 2 0 0,0 1 0 0,0 2 0 16,0 1 0-16,-1 3 0 0,0 2 0 0,2 0-128 16,2 2 128-16,-1 2 0 0,0 2-256 0,0 1 64 15,3 2 16 1,-1 2 0-16,4-2 176 0,1 0 0 0,1 2 0 0,2-2-128 0,2-3 128 0,-2-9 0 16,0 0 0-16,0 0 0 0,0 0 0 0,32 35 0 15,-32-35 0-15,0 0 0 0,0 0 0 0,42 10 0 16,-42-10 0-16,0 0-128 0,0 0 128 0,36 5 0 15,-28-3 0-15,-4 1 0 0,2 1 0 0,-2 2 0 0,-2 0 0 0,0 2-128 16,-1 1 128-16,-2 2 0 16,0 1 0-16,-1 0 0 0,-2 2 0 15,0-2 0-15,1 1 0 0,-1 1 0 0,-2 3 0 0,1 1 0 0,-3 4 0 0,2-1 0 16,0 0 0-16,1-2 0 0,0 2 0 0,1-1 128 16,1-2-128-16,1-1 0 0,1 0 0 0,1-5 0 15,1-1 0-15,1-4-192 0,-1 1 64 16,3-4-11104-1,-1-2-2208-15</inkml:trace>
  <inkml:trace contextRef="#ctx0" brushRef="#br0" timeOffset="101444.42">9378 5671 3679 0,'5'-5'320'0,"-2"0"-320"16,-1 2 0-16,-1 1 0 0,0 2 1552 0,1-1 240 0,1-2 64 0,2-4 0 16,2 0 896-16,0 1 176 0,0 0 32 0,-3 3 16 15,1 1-1248-15,-2 1-256 0,-1 4-64 0,-1 0 0 16,0 1-304-16,-1 3-64 0,0 1-16 0,-1 3 0 15,1 0-224-15,0 2-48 0,-2 6-16 0,-1 2 0 16,1 5-176-16,-2 5-48 0,0 0 0 0,-2 3 0 16,0 1-64-16,-1-2-32 0,1 3 0 0,-1-6 0 15,2-1-208-15,-1 2-32 0,0 0-16 0,2 2-16240 16</inkml:trace>
  <inkml:trace contextRef="#ctx0" brushRef="#br0" timeOffset="103303.76">11467 6007 16575 0,'1'3'1472'0,"0"-3"-1168"0,0 0-304 0,-1 0 0 15,0 0 1200-15,0 0 176 0,0 2 32 0,1-2 16 16,1 0 880-16,0-2 192 0,1 2 16 0,-1-3 16 16,0-2-1120-16,1 1-208 0,0-4-48 0,-1 2-16 15,1-2-752-15,-2-1-128 0,2 0-48 0,-2-1 0 16,1-2-208-16,-3 2 0 0,0 1 0 0,-2 0 0 15,0 1 0-15,-4 0 0 0,0 2-144 0,-3 2 144 16,0-1-496-16,-1 5 0 0,-3 2 0 0,0 1 0 16,-2 4-576-16,1 4-112 15,0-1-32-15,0 3 0 0,3 0 736 0,0 1 144 0,1 5 16 0,1-1 16 0,2-2 304 0,1 5 144 16,-1 1-16-16,3 1 0 0,2 0 368 0,0-1 64 16,2-3 16-16,1-2 0 0,0-17 208 0,0 0 48 15,12 36 16-15,-12-36 0 0,0 0-464 0,0 0-80 16,37 8-32-16,-25-12 0 0,-1-3-64 0,2-2-16 15,2-1 0-15,-2-4 0 0,2-1-64 0,-4 1 0 16,1 2-128-16,-3-2 192 0,1-1-192 0,-2 1-240 0,-1 2 48 16,-1 1 16-16,0-3-144 0,-2 4-48 0,0 1 0 0,-1-1 0 15,-1 5 368-15,0 1 0 0,-1 3 0 0,-1 1 0 16,1 0 0-16,-2 3 0 0,1 0 144 0,0 1-144 16,-1 3 448-16,1 0 32 0,0 4 0 0,-1 0 0 15,1-4 96-15,1 1 32 0,0 3 0 0,0-2 0 16,1 0-320-16,1 0-64 0,0-1-16 0,1-3 0 15,0 0-208-15,1 0 0 0,0-3 0 0,1-1 0 16,1-1 0-16,0-1 0 0,2-4 0 0,0 0 0 16,2-2-640-16,0-1-160 0,2-3-32 0,1-1-10144 15,1 1-2016-15</inkml:trace>
  <inkml:trace contextRef="#ctx0" brushRef="#br0" timeOffset="103634.5">11730 5964 8287 0,'18'-12'368'0,"-13"9"80"0,-3 2-448 0,-1 1 0 0,-1 0 0 0,1 0 0 16,1 0 2416-16,0 0 400 0,2 0 64 0,0 2 32 0,0 1-160 0,-2 4-16 15,0 0-16-15,0 2 0 0,-2 1-960 0,0 2-192 16,0 2-32-16,-1-2-16 0,0 2-624 0,0 0-112 16,0 0-16-16,0-2-16 0,1-1-384 0,0-2-80 15,0 0-16-15,0-4 0 0,1-1-272 0,0-2 0 16,1-2 0-16,-1 0 0 0,1-2 0 0,-1 0 0 16,1-2 0-16,0-2 0 0,3-3 0 0,0-3 0 15,-2 3-144-15,3-2 144 16,1-2-1424-16,0-1-208 0,2-3-32 0,1 0-16 15,-1 1-848-15,1 0-160 0,-1 1-48 0,1 1 0 16,-1-1 1232-16,-1 4 240 0,0 2 48 0,-2 1 16 0,1 4 1200 0,-2 1 256 0,-1 3 32 0,-1 0 16 16,-2 5 1552-16,0-1 320 0,1 2 64 0,-2 1 16 15,1 4-560-15,-1 0-112 0,0 0-32 0,1-1 0 16,-1 4-752-16,0-2-160 0,0-1-16 0,1-2-16 16,0 2-112-16,0 0-32 0,-1-11 0 0,0 0 0 15,6 30-304-15,-3-22-160 0,-3-8 160 16,0 0-160-16,0 0-208 0,0 0-144 0</inkml:trace>
  <inkml:trace contextRef="#ctx0" brushRef="#br0" timeOffset="104154.52">12236 5948 23039 0,'4'0'1024'0,"-1"-2"192"16,-1 0-960-16,-1 1-256 0,1-1 0 0,0 2 0 0,1-2 1856 0,1-1 336 15,2-2 64-15,4-2 16 0,2-3-896 0,1 1-176 16,1-3-48-16,-2 3 0 0,0-3-656 0,-3 2-144 16,-1 1-32-16,-1 2 0 0,-2 0-176 0,-2 0-144 15,-1 0 192-15,-2 3-192 16,-1 1 0-16,-3 0 0 0,0-1 0 0,-2 3 0 0,0 1 128 0,-1 3-128 0,0-1 0 0,-2 1 0 16,2 1 0-16,-1 2 0 15,1 0 0-15,1 2 0 0,-1-1 0 0,1 2 0 0,0 0 0 0,1-2 0 16,1 3 240-16,0-1-64 0,0 3-16 0,1-2 0 15,2 2 208-15,0-1 32 0,1-1 16 0,1-2 0 16,-1-8-128-16,0 0-32 0,0 0 0 0,0 0 0 16,0 0-256-16,33 32 0 0,-24-32 0 0,1-1 0 15,1-2 0-15,0-2 0 0,1 0 0 0,1-5 0 16,0 1 0-16,1-5 0 0,0 2 0 0,1-5 0 0,0 1-368 0,1-5-16 16,0 0-16-16,-1-1 0 15,-1 0-608-15,-1-1-112 0,-2 4-32 0,-1-2 0 16,-3 4 592-16,2-5 112 0,-2-1 32 0,0-1 0 0,0-4 64 0,-1-1 16 15,-1-1 0-15,-1-2 0 0,-1 0 336 0,-2 0 0 16,-1 0 0-16,0 5 0 0,-1 6 352 0,-1 0 144 16,-1 6 16-16,2 4 16 0,0 6 544 0,0 2 96 15,1 6 32-15,-2 1 0 0,1 7-544 0,0 4-96 16,-1 8-32-16,0 4 0 16,0 7-288-16,0 1-64 0,0 3-16 0,-1 2 0 0,1 3 0 0,-1 5 0 0,-1 4 0 15,0 2 0-15,2-2-16 0,0-2 0 0,3-8 0 0,1-6 0 16,0-7-144-16,-2-29 0 0,12 46 0 0,-12-46-18352 31</inkml:trace>
  <inkml:trace contextRef="#ctx0" brushRef="#br0" timeOffset="104956.07">14025 5720 15663 0,'0'2'1392'0,"-1"-2"-1120"32,1 0-272-32,0 0 0 0,0 0 1904 0,0 0 320 0,0 0 64 0,0 0 16 0,1-2 288 0,1 1 64 15,0 0 16-15,2-4 0 16,-1-2-1584-16,3 0-304 0,0-2-64 0,3-1-16 0,1-4-192 0,1-2-32 15,2-2-16-15,0 2 0 0,1-2-336 0,0 0-128 16,0 0 0-16,0-1 144 0,-1 2-144 0,-2 0 0 16,-1 3 0-16,-1 0 0 0,-2 2 0 0,-2 3 0 15,1-1 0-15,-2 5 0 0,-2 0 0 0,0 3 0 0,1 2-144 0,-2 0 144 16,2 3 0-16,0 2 0 0,-1 4-128 0,-2-9 128 31,0 0 0-31,11 45 0 0,-11-45 0 0,11 48 0 16,-6-16 0-16,3 4-128 0,-1 2 128 0,2 1 0 15,1 0 0-15,1-1 0 0,3-2 0 0,-14-36 0 16,30 59 0-16,-30-59 0 0,32 40 0 0,-32-40 0 16,0 0 0-16,41 34 0 0,-41-34 0 0,0 0 0 15,0 0 0-15,48 23 0 0,-48-23 0 0,0 0 0 16,0 0-352-16,37-1-16 0,-28-2 0 0,0-3-15936 16</inkml:trace>
  <inkml:trace contextRef="#ctx0" brushRef="#br0" timeOffset="105160.42">14608 5400 12895 0,'-12'11'576'0,"2"-2"112"0,1 2-560 0,2-1-128 16,1-1 0-16,1 1 0 0,-3 2 1696 0,-6 11 304 16,-6 12 64-16,-8 11 16 0,-4 8 32 0,-6 8 0 15,1-3 0-15,0-2 0 0,2-5-576 0,2-4-128 16,0-4 0-16,4-3-16 0,7-8-144 0,-1 1-32 0,1-1 0 15,0-2 0-15,2-3-1024 0,2-4-192 0</inkml:trace>
  <inkml:trace contextRef="#ctx0" brushRef="#br0" timeOffset="106778">14802 5941 10127 0,'0'-3'896'0,"0"1"-704"0,0 0-192 0,-1 2 0 16,1 0 1056-16,-1 0 176 0,1 0 48 0,-1-2 0 16,0 2 512-16,-1 0 128 15,0 0 0-15,-2 2 16 0,2 0-800 0,-2 1-176 0,-1 4-16 0,0-1-16 16,-1 2-496-16,0 1-112 0,0 3 0 0,0 0-16 16,-1 0 224-16,2 3 48 0,-3 1 16 0,2 0 0 15,1 3-96-15,-1-2-32 0,2-1 0 0,1-2 0 16,2-2 320-16,2-2 64 0,2-5 16 0,0 0 0 15,4-3-544-15,-1-2-96 0,4-2-32 0,-1-5 0 16,1 2-192-16,-1-3 128 0,2 1-128 0,-1-2 0 16,1-5 128-16,-1 2-128 0,0-2 0 0,-1 0 144 15,-3 4-144-15,0-4 0 0,-1 2-160 0,-1-2 160 0,0 2-256 0,-2 0 64 16,-1 0 0-16,-3 2 0 0,1 1 192 0,-2 0 0 16,-1 1 0-16,-1 2 0 0,0 3 0 0,-1-2 0 15,0 5 0-15,1-1 0 0,0 2 0 0,-1 1 0 16,3 1 128-16,0-1-128 0,0 1 0 0,2 1 0 15,0-1 0-15,1 2-14848 16</inkml:trace>
  <inkml:trace contextRef="#ctx0" brushRef="#br0" timeOffset="106951.78">14951 6062 18431 0,'0'1'1632'0,"0"0"-1312"0,1 1-320 0,-1-1 0 15,0 1 1472-15,0 0 208 0,1 1 48 0,1-1 16 16,-1 3-80-16,2 0 0 0,-3-5-16 0,0 0 0 16,0 0-1200-16,0 0-256 0,0 0-32 0,0 0-16 15,40 14-848-15,-33-17-192 0</inkml:trace>
  <inkml:trace contextRef="#ctx0" brushRef="#br0" timeOffset="107281.48">15146 5952 9215 0,'0'0'816'0,"-1"0"-656"0,1 0-160 0,-1 0 0 0,1 0 1744 0,-1 1 320 16,-1 1 64-16,-1 1 16 15,-1 1 128-15,-1 4 32 0,-1 1 0 0,0 0 0 0,1 1-480 0,0-1-96 16,0 0 0-16,0 3-16 0,2-2-512 0,1 2-112 16,2-3 0-16,1-4-16 0,2 2-624 0,0-2-128 15,-3-5-32-15,0 0 0 0,0 0-288 0,0 0 0 16,38 0 0-16,-28-5 0 0,2-2 0 0,-2 2 0 15,-1-2-160-15,0 0 160 0,0 0 0 0,0-3 0 16,-1 1-144-16,-1 0 144 0,-1 1 0 0,-1-1-160 0,-2 2 160 0,-1 0-128 16,-2 0 128-16,0 0 0 0,-1 3-144 0,-3-2 144 15,0 1 0-15,-1 3 0 0,-3-3 0 0,1 1 0 16,-2 3 0-16,-1-1 0 0,2 1 0 0,-1 1 0 16,-1 1 0-16,1-1 0 0,2 2 0 0,0-2 0 15,3 0 0-15,-1 0-304 0,2 1 48 0,1-2-10160 31,2 1-2032-31</inkml:trace>
  <inkml:trace contextRef="#ctx0" brushRef="#br0" timeOffset="107579.17">15289 5931 16575 0,'3'0'1472'0,"0"-2"-1168"0,-1 2-304 0,0-2 0 0,-1 2 2064 0,0-1 368 16,4-1 64-16,2 0 0 0,1-2 128 0,3-1 0 15,0 2 16-15,0-2 0 0,0 3-1424 0,-1 0-304 16,-1 1-48-16,-9 1-16 0,0 0-528 0,0 0-128 16,0 0 0-16,0 0-16 0,40 26-176 0,-40-26 0 15,0 0 0-15,0 0 0 0,5 36 0 0,-6-26 0 16,-4 2 128-16,0-3-128 0,0 0 0 0,-2 1 0 16,-1 0 0-16,-1 1 0 0,-2-1 0 0,1-1 0 15,-2 2 0 1,1-3 0-16,1-1 0 0,2 1 0 0,3-4 0 0,1-1 0 0,1 1 0 0,2-4 0 0,1 1 0 0,2-1 0 15,0 0 0-15,2-1 0 0,1-1 0 0,2 0 0 16,0-1 0-16,2 1 0 0,1 0 0 0,0-1 0 16,2 0 0-1,0 0 0-15,0 0-144 0,0 0 144 16,-1 1-448-16,0 0-48 0,0 1 0 0,-1-1-16208 0</inkml:trace>
  <inkml:trace contextRef="#ctx0" brushRef="#br0" timeOffset="107940.89">15662 5862 21183 0,'0'-4'944'0,"0"2"192"0,0-1-912 0,-1 3-224 16,1 0 0-16,0 0 0 0,-1 1 2000 0,0 1 368 16,0-2 64-16,0 3 0 0,-2 0-416 0,-1 2-96 15,1 0 0-15,0 2-16 0,-1 0-1008 0,-1 0-208 16,2 0-48-16,0 1 0 0,0-1-320 0,0 1-64 15,2-2 0-15,-1 0-16 0,2 0-112 0,1-1 0 16,1 1-128-16,1-2 192 0,0 0-192 0,1 0 0 16,1 1 0-16,-5-5 0 0,0 0 0 0,0 0 0 15,0 0 0-15,0 0 0 0,35 31 0 0,-35-31 0 16,0 0 0-16,0 0 0 0,0 0 0 0,26 38 0 0,-26-38 0 0,0 0 0 16,0 0 0-16,15 39 0 15,-14-30 0-15,-2-2 0 0,0 1 0 0,-2-2 0 0,1 1 0 0,-3-2 0 16,0 2 0-16,-1-3 0 0,-1-1 0 0,-1 2 0 15,0-2 0-15,-2-1 0 0,0 0 0 0,-1 0 0 16,-1-1 0-16,-1 1 0 0,2-4 0 0,0 1 0 16,1-2 0-16,2 0 0 0,0-2 0 0,0-1-11952 15,2 0-2400-15</inkml:trace>
  <inkml:trace contextRef="#ctx0" brushRef="#br0" timeOffset="108098.56">15624 5862 17503 0,'6'-2'1552'16,"-1"2"-1232"-16,1-1-320 0,-2 0 0 0,0 1 1616 0,-1 0 272 16,2-2 48-16,2 2 16 0,6-3 96 0,3-1 32 15,1 1 0-15,2-1 0 0,-1 1-1328 0,-3-2-272 16,-1 3-48-16,-2-2-16 16,-1 1-1152-16,-1 0-224 0</inkml:trace>
  <inkml:trace contextRef="#ctx0" brushRef="#br0" timeOffset="108706.92">14881 5106 18431 0,'-3'0'1632'0,"1"-1"-1312"16,0 1-320-16,2 0 0 0,0 0 1520 0,0 0 224 16,-2 0 48-16,0-1 16 0,1 1 368 0,1-2 80 15,2-1 16-15,2 1 0 0,2 0-960 0,2-1-192 16,2 1-32-16,1-1-16 0,2 1-480 0,0-1-80 15,2-1-32-15,0 2 0 0,0-1-256 0,-2 1-48 16,0 4-16-16,-1-1 0 0,-12-1-160 0,0 0 0 0,0 0 0 0,0 0 0 16,0 0 0-16,26 44 0 0,-29-32 0 0,-3 0 0 15,-2 0 0-15,-3 3 0 0,0-2 0 0,-3 1 0 16,-1 1 0-16,-2-1 0 0,0 1 0 0,2-2 0 16,4-5 0-16,-1 2 0 0,1-2 0 0,0-1 0 15,1 1 0-15,2-4 0 0,2-1 0 0,2-1 0 16,2-2 0-16,2 0 0 0,2-3 0 0,5-3 0 15,2-2 0-15,2-1 0 0,3-2 0 0,1 1 0 16,3-1 256-16,-1 0 32 0,3 0 0 0,0 3 0 16,0 0-160-16,1 3-128 0,0 1 144 0,0 4-144 0,-21 0 0 0,37 8 0 15,-37-8 0-15,0 0-17984 16</inkml:trace>
  <inkml:trace contextRef="#ctx0" brushRef="#br0" timeOffset="109274.68">16077 6052 11967 0,'0'0'1072'0,"0"0"-864"0,0 0-208 0,1 0 0 16,0 0 1744-16,-1-1 304 0,1 0 64 0,2 1 16 15,0-2 1200-15,2 0 256 0,0 1 32 0,0 1 16 0,-1 0-1728 0,-1 3-352 16,0 0-64-16,-1 3-16 16,-1 0-1040-16,-1 3-224 0,-2 2-32 0,-1-1-16 15,-1 4-160-15,-4-2 0 0,0 4 0 0,-2-1 0 0,-2 1 0 0,-1 0 0 16,1-1-128-16,1-3 128 15,1 0-1152-15,2-3-144 0</inkml:trace>
  <inkml:trace contextRef="#ctx0" brushRef="#br0" timeOffset="109524.29">16335 5834 17679 0,'2'-7'384'0,"-1"1"64"0,1 1 32 0,-1 2 32 0,0 3-512 0,0 0 0 0,-1-2 0 0,1 2 0 16,1-1 1424-16,0-1 176 0,0 2 48 0,1 2 0 15,-1-1-768-15,-1 4-160 0,-1 1-16 0,-1 4-16 16,0 2 144-16,-2 0 48 16,0 3 0-16,-2 2 0 0,0 3-256 0,-1-2-48 0,-1 4-16 0,2-5 0 15,0 0-304-15,1-3-64 0,2-3-16 0,2-1 0 16,1-1-384-16,1-2-80 0,2-2-16 0,1-3-13584 15</inkml:trace>
  <inkml:trace contextRef="#ctx0" brushRef="#br0" timeOffset="109956.25">16512 5888 15663 0,'1'1'688'0,"-1"1"144"0,1-1-656 0,-1 0-176 16,1 2 0-16,-1-3 0 0,1 1 2048 0,1 0 384 15,1 1 80-15,1 1 16 0,1 0 224 0,3-1 64 16,0-2 0-16,0-2 0 0,1-1-1584 0,0 0-304 16,0-1-64-16,0-3-16 0,2 2-400 0,-4-2-96 15,1 0-16-15,-2-1 0 0,-1-1-336 0,-2 2 128 16,0-3-128-16,-2 2 0 0,-2 1 0 0,-2-1 0 16,0 2 0-16,-3 0 0 0,-1 1 0 0,-1 3 0 15,0 0 0-15,0 0 0 0,-2 4 0 0,1 0 0 16,1 2-144-16,-1 1 144 0,2 0 0 0,-1 3 0 15,1 1-144-15,0 2 144 0,1-1 0 0,1 0 0 0,1-3 0 0,2 2 0 16,1-1 0-16,0 0 0 0,2 0 0 0,2-3 0 16,1 2 0-16,0-5 0 0,2 1 0 0,0-1 144 15,3 0-144-15,-1-2 0 0,1 0 0 0,0-3 128 16,2 2-128-16,-2 0 0 0,-1-1 0 0,0 0 0 16,-2 0 0-16,-1 1 0 0,-1 1 0 0,-1 0 0 15,-1 1 0-15,-1 1 0 0,0 2 0 0,-3 1 0 16,0 1 0-16,-1 2 0 0,0 2 0 0,-2-1 0 15,1 3 0-15,-1 0 0 0,-1 2 128 0,-1 3-128 16,-1 3 192-16,-1 0 16 0,1 1 0 0,-1 1 0 16,-1 0-48-16,2 1-16 0,1-4 0 0,1-3 0 15,2-1-144-15,2-3 0 0,2-12 0 0,0 0 0 16,0 0-304-16,0 0-144 0</inkml:trace>
  <inkml:trace contextRef="#ctx0" brushRef="#br0" timeOffset="110365.47">16946 5550 4607 0,'-3'-3'400'0,"0"1"-400"0,1 2 0 0,0-2 0 16,1 2 1344-16,0 0 176 0,-1 2 32 0,-1-2 16 16,-1 0 736-16,0 2 128 0,-1-1 48 0,-1 1 0 15,3-2-304-15,0 2-64 0,1-2-16 0,1 0 0 16,1 0-480-16,0 0-80 0,2 0-32 0,1 0 0 15,1 0-480-15,2-2-112 0,1 2-16 0,2-2 0 16,0 1-384-16,2-1-64 0,1-1-32 0,3 1 0 0,1 1-288 0,1 0-128 16,-1-2 0-16,0 1 128 15,0 2-128-15,-1-2 0 0,-2 1 0 0,0 1 0 0,-1-2 0 0,-1 1 0 16,-1 0 0-16,0-3 0 0,-1 3-176 0,-1-3 176 16,0 1-128-16,0 1 128 15,-3-1-896-15,1 1-112 0,-3-1-16 0,-2 3-9216 16,0 0-1840-16</inkml:trace>
  <inkml:trace contextRef="#ctx0" brushRef="#br0" timeOffset="110664.86">16966 5682 4607 0,'-5'1'400'0,"2"1"-400"0,0-2 0 0,1 2 0 15,1-2 1744-15,0 0 272 0,0 0 48 0,0 0 16 16,-1 1 928-16,0 1 176 0,-1 0 32 0,1-2 16 16,0 0-1328-16,0 1-272 0,1-1-48 0,1 0-16 15,0 0-416-15,0-1-96 0,0 1-16 0,1-2 0 16,1 0-128-16,1 1-16 0,1-1-16 0,0-1 0 16,1 1-80-16,0 2-16 0,2-4 0 0,1 1 0 15,1 1-272-15,1-1-48 0,2 1-16 0,1 0 0 0,-1-1-256 0,2 0-64 16,3 0-128-16,-1 0 192 0,2-2-192 15,1 0 0-15,-3 1 0 0,1 1 0 0,-2-2 0 0,0 1-240 16,-2 1 80-16,-1-2-17952 16</inkml:trace>
  <inkml:trace contextRef="#ctx0" brushRef="#br0" timeOffset="112461.54">17755 5424 7359 0,'0'0'656'0,"0"0"-528"0,0 0-128 0,0 0 0 0,0 0 640 0,0 0 112 31,-1 0 16-31,1 0 0 0,-1 0 368 0,1 0 80 16,0 0 0-16,0 0 16 0,0 0-80 0,0 0 0 15,0 0-16-15,1 0 0 0,0-2 176 0,0 2 32 16,2-2 16-16,0 1 0 0,1-1 112 0,1-1 0 15,1 1 16-15,0 0 0 0,2-1-256 0,0-1-48 16,1 1-16-16,1 1 0 0,0-2-464 0,-1 3-80 16,1-1-32-16,-1 2 0 0,0 0-208 0,-1 2-64 15,-8-2 0-15,0 0 0 0,0 0-64 0,0 0 0 16,0 0-16-16,35 38 0 0,-35-38-240 0,0 0 0 16,0 0 128-16,5 45-128 0,-8-33 0 0,-1-2 0 0,0-1 0 0,-2 0 0 15,0 1 0-15,-1-3 0 0,0 0 0 0,-1 0 0 16,1-2 0-16,-1 2 128 0,0-4-128 0,2 1 0 15,-2-1 0-15,2 1 0 0,0-3 0 0,1 1 0 16,-1-2 0-16,2 0 0 0,-1 0 0 0,1 0 0 16,1 0 0-16,0-2 0 0,1 1 0 0,0 1 0 15,0 0 0-15,0 0 0 0,0 0 0 0,2 0 0 16,-1 0 0-16,1 0 0 0,0 1 0 0,-1 1 0 16,2-2 0-16,0 1 0 0,-1 0 0 0,3 1 0 15,0 1 0-15,0-1 0 0,1-1 0 0,0 1 0 0,1 0 0 0,1 0 0 16,1 0 0-16,-1-1 144 0,2 1 128 0,-2 0 32 15,2-1 0-15,-8-1 0 0,0 0-176 0,0 0-128 16,34 11 144-16,-27-8-144 0,-1-1 0 0,-1 1 0 16,0 1 0-16,-1 1 0 0,-1-1 0 0,-1-1 0 15,0 2 0-15,0-1 0 0,-2-1 0 0,0 2 0 16,-1-2 0-16,0 0 0 0,-2 3 0 0,1-3 0 16,-1 0 0-16,-2 2 0 0,2 0 0 0,-3-3 128 15,1 3-128-15,-1 0 0 0,-1-1 0 0,0 1 144 16,-1 0-144-16,0-2 128 0,0 2 64 0,-1 0 0 15,0-1 0-15,0 1 0 0,1-2-192 0,-1 0 0 0,2-2 144 0,-1 1-144 16,1 0 0-16,1-2 0 0,1 1 0 0,0-2 0 16,1 1 0-16,2 0 0 0,-1-2 0 0,1-1 0 31,1-1-1648-31,0-1-240 0</inkml:trace>
  <inkml:trace contextRef="#ctx0" brushRef="#br0" timeOffset="113010.25">18105 5483 13823 0,'3'-5'1216'0,"-1"2"-960"0,0 0-256 0,-1 0 0 0,0 1 1616 0,0 1 288 16,-1 1 48-16,1-2 16 0,2 0 16 0,0-3 16 15,-1 0 0-15,2 1 0 0,0 1-1296 0,0-1-256 16,-2 1-48-16,3 1-16 0,-1 0 128 0,0 0 0 16,1-1 16-16,1 2 0 0,-2-2 96 0,2 2 16 15,0-3 0-15,0 3 0 0,0-3 112 0,0 3 16 16,1-1 16-16,0 1 0 0,1 0-176 0,-1 1-32 16,1 0-16-16,-1 0 0 0,2 2-352 0,-1 0-64 0,-8-2-16 15,0 0 0-15,0 0-128 0,0 0 0 0,39 26 0 16,-39-26 0-16,0 0 0 0,0 0 0 0,0 0 0 0,26 39 0 15,-26-39 0-15,0 0 0 0,0 0 0 0,0 0 0 16,2 40 0-16,-5-31 0 0,-1 1 0 0,-1-1 0 16,-1-2 0-16,0 3 0 0,-3-1 0 0,1 1 0 15,-2-1 0-15,-1 1 0 0,-1 0 0 0,-2-1 0 16,2 2 0-16,-2-1 0 0,0-2 0 0,-3 3 0 16,0-2 0-16,-1 1 0 0,4 0 0 0,2-4 0 15,4 2 0-15,2-4 0 0,2 1 0 0,3-2 0 16,2 0 0-16,1-2 0 0,1 1 0 0,2-4 0 0,1 2 0 15,1-2 0-15,2-2 0 0,1 1 0 0,2-2 0 16,1 0 0-16,0 0 0 0,1-1 0 0,0 1 256 0,0 0 64 16,-2-2 0-16,1 2 16 0,1 1-32 0,-1-2-16 15,1 2 0-15,0-1 0 0,-1 0-160 0,-1 1-128 16,-1 1 144-16,-1 1-144 0,-2-1 0 0,0 1 128 16,0 2-128-16,-1-1 0 0,-1 0 0 0,1 1 0 15,-2 0 0-15,0-2 0 16,-1 2-944-16,1 0-128 0</inkml:trace>
  <inkml:trace contextRef="#ctx0" brushRef="#br0" timeOffset="113214.73">18515 5588 13823 0,'2'-2'1216'0,"-1"2"-960"0,0 0-256 0,0 0 0 15,-1 0 2240-15,0 2 384 0,1-2 96 0,2 0 16 16,2 3 576-16,-1-2 112 0,0 1 32 0,2 1 0 15,-6-3-1888-15,0 0-368 0,0 0-80 0,0 0-16 16,0 0-752-16,0 0-160 0,32 26-16 0,-28-23-16 16,-1-1-160-16,-1 0 0 0,1 0 0 0,0-1 0 15,-1 1-192-15,0-2-32 0</inkml:trace>
  <inkml:trace contextRef="#ctx0" brushRef="#br0" timeOffset="114065.49">18813 5478 15663 0,'1'0'1392'0,"1"-2"-1120"0,0 2-272 15,-1-1 0 1,0 1 1760-16,1-1 288 0,2-1 64 0,3-1 16 0,2-2-80 0,3-1-32 0,0 0 0 0,0-1 0 15,1-1-864-15,-1 0-192 0,0 1-16 0,-1-1-16 16,0 1-272-16,-3-2-48 0,1 0-16 0,-1 1 0 16,-1-1-368-16,0-1-80 15,-2 1-16-15,0-1 0 0,-2 2-128 0,0-2 0 16,-2 2 0-16,0-3 0 0,-2 2 0 0,0-2 0 0,-2-1 0 0,-1 1 0 16,-1 1 0-16,-3 1 0 0,1 1 0 0,-1 2 0 15,-1 1 0-15,1 0 0 0,-2 3 0 0,1 0 0 16,2 1 0-16,-1 2 0 0,1 1 0 0,0 0 0 0,2 0 0 15,0 1 0-15,1 2 0 0,1-3 0 16,0 2 0-16,1-1 0 0,0 0 0 0,0 1 0 16,1-1 0-16,1 1 0 0,-1-1 0 0,1-1 0 0,-1 0 0 0,1 0 0 15,0-1 144-15,1 1-144 0,-1-1 256 0,0 1 0 16,1 0-16-16,-1-2 0 0,0 0 16 0,0 0 0 16,0 1 0-16,0 0 0 0,0-1-128 0,0 2-128 15,-1-2 176-15,0 3-176 0,-1-3 160 0,-1 2-160 16,1 1 128-16,-1-1-128 0,1 0 176 0,-2 1-48 15,0 2-128-15,0-2 192 0,2 1-32 16,-1 0-16-16,-1 1 0 0,1 0 0 16,2-2-16-16,-2 1-128 0,1 1 192 0,0 0-64 0,1-1 0 0,0 3-128 0,1-2 192 0,0 0-64 15,0 2-128-15,0-2 0 0,1 2 144 0,0-3-144 16,-1-4 0-16,0 0 0 0,0 0 0 0,0 0 0 16,0 0 0-16,13 44 0 0,-13-44 0 0,0 0 0 15,0 0 0-15,0 0 0 0,0 0 0 16,31 42 0-16,-31-42 0 0,0 0 0 0,0 0 0 0,28 34 128 15,-28-34-128-15,0 0 0 0,0 0 0 0,29 46 0 16,-29-46 0-16,0 0 0 0,0 0 0 0,20 46 0 16,-20-46 0-16,0 0 0 15,0 0 0-15,9 42 0 0,-9-42 0 0,0 0 0 0,0 0 0 0,-3 37 0 0,3-37 0 0,-7 18 0 16,1-9 0-16,0-1 0 0,0-2 0 16,0 2 0-16,-2-2 0 0,-1 0 0 0,1 0 0 15,-2-1 0 1,2 0 0-16,0-3 0 0,0 1 0 0,1-1 0 15,-1-2 0-15,1 0 0 0,0 0 0 0,1-2 0 16,-1-1 0-16,1 1 0 0,1 0 0 0,0-3 0 16,0 0 0-16,1-2 0 0,3 0 0 0,-1 0 0 15,1-3 0-15,2-1 0 0,0-1 0 0,1-4 0 16,1 1 0-16,2-2 0 0,0 3 0 0,1-3 0 16,2 1 0-16,-1 1 0 0,2 1 0 0,0 2 0 0,2 1 0 0,-2 1 0 15,1-1 0-15,-1 1 0 0,0 0 0 16,-1-1 0-16,-2 3 0 0,1-1 0 0,-2-1 0 0,-3 3 0 15,0-2 0-15,-2 1 0 0,-2 0 0 0,0 0 0 16,-1 3 0-16,0-3 0 0,-2 0 0 0,2 3 0 16,0 0-192-16,0 0-16 0,1 3 0 15,0 0 0 1,2 0-1840-16,1 2-352 0</inkml:trace>
  <inkml:trace contextRef="#ctx0" brushRef="#br0" timeOffset="114586.4">19150 5291 14399 0,'4'-5'320'0,"-2"3"64"0,1 0 0 0,-2 0 16 0,1 1-400 0,-1 1 0 15,0-2 0-15,0 0 0 0,2-1 2928 0,1 1 496 16,1-3 96-16,-1 0 32 0,-1 1-1584 0,1 1-320 16,-2-1-64-16,0 1-16 0,-1 2-672 0,-1 0-144 15,-1 1-32-15,-1 1 0 0,0 0-112 0,-2 2-32 0,1 2 0 16,-1-1 0-16,0 3-256 0,0 0-64 0,-1 3-16 0,0 2 0 16,-1 2-64-16,-1 0-16 0,2 2 0 15,-1 1 0-15,6-17-32 0,-8 31 0 0,8-31 0 16,-4 28 0-16,4-28 64 0,0 0 16 0,0 0 0 0,7 43 0 15,-7-43-208-15,0 0 176 0,0 0-176 0,0 0 160 16,30 29-160-16,-30-29 0 0,0 0 0 0,0 0 0 16,38 16 0-16,-38-16 0 0,0 0 0 0,0 0 0 15,38 22 0-15,-38-22 0 0,0 0 0 0,0 0 0 16,32 26 0-16,-32-26 0 0,0 0 0 0,0 0 0 16,0 0 0-16,26 42 0 0,-26-42 0 0,0 0 0 0,0 0 0 0,0 0 0 15,0 0 0-15,5 43 0 0,-5-43 0 16,0 0 0-16,-9 23 128 0,5-15-128 0,-2-1 0 0,0 0 0 15,-2 3 0-15,1-3 0 0,-1 0 0 0,0 0 0 16,-1 0 0-16,-2 0 0 0,1-2 0 0,0 0 0 16,1-1 0-16,-1-1 0 0,-2-1 0 0,0-2 0 15,1 2 0-15,-1-4 0 16,1 0 0-16,0-1-272 0,0-2 64 0,1-1-11696 16,1-2-2352-16</inkml:trace>
  <inkml:trace contextRef="#ctx0" brushRef="#br0" timeOffset="114806.26">19172 5322 18431 0,'8'-9'816'0,"-3"4"160"0,2 0-784 0,-2 0-192 0,0 3 0 0,-1 0 0 16,0-1 2064-16,6-4 368 0,5 0 80 0,6-4 16 15,3 1-624-15,0-2-128 0,0 2-32 0,-2 1 0 16,-3 4-1008-16,-1 0-208 0,-2 3-32 0,-1-1-16 15,-1 3-192-15,-1 1-32 0,-13-1-16 0,0 0 0 16,33 8-240-16,-33-8 0 0,0 0-144 0,0 0-15984 16</inkml:trace>
  <inkml:trace contextRef="#ctx0" brushRef="#br0" timeOffset="114979.55">19656 5591 30399 0,'0'0'1344'0,"0"0"288"0,0 0-1312 0,0 0-320 15,0 0 0-15,0 0 0 0,0 0 640 0,0 0 64 0,0 0 16 0,15 39-10160 32,-15-39-2032-32</inkml:trace>
  <inkml:trace contextRef="#ctx0" brushRef="#br0" timeOffset="117427.98">3422 7693 21183 0,'-6'-5'1888'0,"3"5"-1504"16,1-1-384-16,0 1 0 0,1 0 464 0,0 0 32 0,0 0 0 0,1 1 0 15,-1 1 1424-15,1 1 272 0,0 2 64 0,1-1 16 16,2 1-784-16,0-2-144 15,1 1-48-15,0 1 0 0,0 0-944 0,1-1-192 0,0 1-32 0,1 0-128 16,0-2 0-16,0 1 0 0,0-1 0 0,1 0-16032 16</inkml:trace>
  <inkml:trace contextRef="#ctx0" brushRef="#br0" timeOffset="117585.55">3780 7577 20271 0,'8'0'1792'0,"-1"-2"-1424"0,0 4-368 0,-2-2 0 0,-3 2 912 16,-2 1 112-16,2-1 32 0,1 2 0 0,1 4 1296 0,-4-8 256 16,0 0 48-16,0 0 16 0,29 42-1488 0,-29-42-288 15,0 0-64-15,0 0-16 0,0 0-688 0,0 0-128 16,0 0 0-16,37 29-16288 16</inkml:trace>
  <inkml:trace contextRef="#ctx0" brushRef="#br0" timeOffset="117758.72">3614 7183 31327 0,'-4'-5'1392'0,"3"3"272"0,0 2-1328 0,0-1-336 0,1 2 0 0,0-1 0 16,1 2 752-16,0 1 80 0,0 2 0 0,3 2 16 15,-4-7-640-15,0 0-208 0,0 0 128 0,37 45-128 16,-37-45 0-16,0 0 0 0</inkml:trace>
  <inkml:trace contextRef="#ctx0" brushRef="#br0" timeOffset="119411.57">4399 7358 12895 0,'1'0'1152'0,"0"-2"-928"16,0 2-224-16,-1 0 0 0,1 0 1520 0,1-1 256 16,1 0 48-16,2-1 16 0,2-1-32 0,2 1 0 0,2-3 0 0,2 1 0 15,0 1-528-15,0-2-128 16,2 1 0-16,-1-1-16 0,1 1-688 0,0-1-128 0,-1 2-16 0,0-2-16 15,-3 3-288-15,0-3 0 0,-1 0 0 0,-2 3 0 32,-1-3-1440-32,-1 0-240 0</inkml:trace>
  <inkml:trace contextRef="#ctx0" brushRef="#br0" timeOffset="119598.19">4558 7317 5519 0,'-3'4'240'0,"1"1"64"16,0-2-304-16,0 0 0 0,1 0 0 0,0-1 0 0,0 2 1536 15,-1 2 240-15,0 5 48 0,0 6 16 0,-1 2 336 0,0 3 80 16,2 1 16-16,-1 3 0 16,1-2-896-16,0 3-176 0,1 1-48 0,1-2 0 0,1-2-448 0,0-3-112 15,2-2-16-15,-4-19 0 0,0 0-576 0,16 40 0 16,-16-40 0-16,0 0 0 16,0 0-544-16,0 0-128 0</inkml:trace>
  <inkml:trace contextRef="#ctx0" brushRef="#br0" timeOffset="120007.83">4761 7214 14735 0,'0'2'1312'0,"0"1"-1056"0,0-1-256 0,1 1 0 0,0 1 1392 0,-1-2 208 0,0 3 64 0,1 2 0 15,0 4 448-15,1 4 80 0,-2-15 32 0,5 43 0 16,-5-43-944-16,9 41-192 0,-9-41-48 0,8 35 0 15,-8-35-320-15,9 35-64 0,-9-35-16 0,6 36 0 16,-3-17-256-16,-1 0-48 0,-1-2-16 0,0 0 0 16,0 1-320-16,-1-1 128 0,1-2-128 0,-1 1 0 15,0-4 0-15,-1-3 0 0,1 0 0 0,-1-4 0 16,1-1 0-16,-1-3 0 0,1-1 0 0,1-2 0 16,0-1 0-16,1-4 0 0,0 0 0 0,0 0 0 15,1-5 0-15,-1 0 0 0,2 0 0 0,0 0-128 0,-1 1 128 0,0 1 0 16,1-1 0-16,0 1-128 15,0 1 128-15,0 2 0 0,1 1 0 0,-1 2 0 0,0 2 0 0,0 0 128 16,0 2-128-16,-1 2 0 0,1 0 304 0,0 2-16 16,-1 1 0-16,0 2 0 0,1 1-48 0,0 1-16 15,-4-9 0-15,0 0 0 0,0 0-224 0,15 38 128 16,-12-29-128-16,1 1 0 0,0-3 0 0,-2 0 128 16,1 0-128-16,0-2 0 0,0-2 0 0,-1 1 0 0,2 1 0 15,-1-4 0-15,1-1 0 0,-1-1-208 0,2-1 64 0,0-1-16608 16</inkml:trace>
  <inkml:trace contextRef="#ctx0" brushRef="#br0" timeOffset="120337.46">5061 7524 15663 0,'1'0'688'0,"0"0"144"0,1-2-656 0,-1 2-176 0,-1 0 0 0,1 0 0 15,1-1 1872-15,2 0 352 0,1-1 64 0,1-3 16 16,2 0-592-16,3 0-112 0,0-2-32 0,0 1 0 15,1 0-240-15,-1-3-48 0,0 2-16 0,-1-1 0 16,1 2-1008-16,-2-2-256 0,-1 1 0 0,0 0 0 16,-2 2-768-16,-2 0-208 0,0-1-48 0,-4 1 0 15,1 0 752-15,-2 0 144 0,-1 0 128 0,-3-1-192 16,0 0-208-16,-1 0-48 0,-2-1-16 0,-2 2 0 16,0 0 16-16,-1 0 16 0,1 3 0 0,-1 0 0 15,0 2 432-15,-1 2-128 0,3 2 128 0,1 1 0 0,1 2-128 0,2 1 128 16,0 1-128-16,1 0 128 0,2 3 1728 0,0 2 448 15,0 3 64-15,1 0 32 0,1-1-1184 0,2 1-256 16,1-3-32-16,-3-14-16 0,0 0-96 0,0 0-32 16,27 38 0-16,-27-38 0 0,0 0-512 0,0 0-144 15,47 15 0-15,-47-15 0 0,30-3 0 0,-14 0 0 16,1-1 0-16,-1-3-11840 16,0 2-2336-16</inkml:trace>
  <inkml:trace contextRef="#ctx0" brushRef="#br0" timeOffset="121380.11">5897 7317 10367 0,'3'-3'224'0,"-1"-2"48"0,0 2 16 0,-1 1 0 0,0 1-288 0,0 0 0 16,-1 1 0-16,1-4 0 0,0 0 3296 0,1 0 608 16,0-3 112-16,-1 2 16 0,0 0-1424 0,-1 0-304 15,-1 1-48-15,0 0-16 0,-1 3-960 0,0-2-192 16,-1 3-32-16,-1 1-16 0,-1 2-464 0,0 2-112 15,-1 1-16-15,0 1 0 0,-2 1-272 0,1 3-176 16,-1 1 192-16,-1 0-192 0,1 4 0 0,0-1 0 16,0 1 0-16,1 1 0 15,-1 0 0-15,2 1 0 0,-1 2 0 0,4-2 0 0,0-3 0 0,3-2 0 0,2-1 128 0,1-2-128 16,-3-10 0-16,0 0 0 0,0 0 0 0,0 0 0 16,42 28 0-16,-31-28 0 0,1-2 0 0,2-3-144 15,-1-2 144-15,1 0 0 0,0-2 0 0,0-1-128 16,0-2 128-16,0 0-128 0,0 1 128 0,-2-1-128 15,1 2-128-15,-2-2 0 0,-2 3-16 16,-1-1 0-16,0 1 16 0,-3 2 0 0,0-2 0 0,-2 4 0 16,0 0 256-16,-2 2 0 0,-1 1 0 0,-1 2 0 15,0 0 0-15,-2 0 0 0,0 5 128 0,0-2-128 16,0 3 0-16,-2 0 0 0,1 0 128 0,1 2-128 16,0-2 0-16,0 2 144 0,1 1-144 0,1-2 128 0,2 0-128 0,0-2 0 15,2 2 0-15,1-2 128 0,1-3-128 0,2 0 0 16,0-2 0-16,2-2 0 15,2 0 0-15,-1-2 0 0,0-2 0 0,0-1 0 0,0-1 0 0,0-1 0 16,-2 0-144-16,0 1 144 0,-1-1 0 0,-3 1 0 16,1 0-128-16,-3 1 128 0,-1 1 0 0,-2 0-128 15,-1 1 128-15,-1 1 0 0,-1-1 0 0,-3 0 0 16,0 3 0-16,-2-1 0 0,0-1 0 0,-1 3 0 16,1 1 0-16,-2 0 0 0,3 0 0 0,-1 0 0 15,1 3 0-15,1-1 0 0,1 1 0 0,2-3 0 16,1 2 0-16,0-2 0 0,2 2 0 0,1-2 128 0,1 0-128 15,1-2 0-15,2 2 0 0,1-4 0 0,1 1 0 0,2-2 0 16,1-1 0-16,1 0 0 0,1-1-128 0,0-1 128 16,1 0 0-16,-1 3 0 0,0-2-128 0,0 2 128 15,-2 0 0-15,1 1 0 16,-1 1-128-16,1 1 128 16,-2 0 0-16,-1 2 0 0,2 0 0 0,-1 2 0 0,0-1 0 0,-3 2 0 0,-5-3 0 0,0 0 0 15,0 0 0-15,0 0 0 0,0 0 0 0,21 35 0 16,-20-26 0-16,-2 0 144 0,-1 0-144 0,-1 1 128 15,0-1-128-15,-1 0 0 0,1-1 144 0,-1-1-144 0,1 0 144 0,0-2-144 16,2 0 192-16,-1-1-192 16,2-2 176-16,0-2-176 0,1 0 160 0,0-2-160 15,3 0 0-15,1-3 0 0,0-2 0 0,3 0 0 0,0-2 0 0,1-1 0 32,1-2 0-32,0 0 0 0,0 3-400 0,-1-3-32 0,2 0 0 0,-2-2 0 15,0 2-768-15,-1 3-144 0,1-1-48 0,-3 1 0 16,2 2 448-16,-2 1 96 0,0 3 16 0,-1 0 0 0,0 3 608 0,-1 2 224 15,-2 0-144-15,1 3 144 0,0 1 288 0,-2 2 144 16,0 1 16-16,0 1 16 0,0 2 112 0,0-2 32 16,0 2 0-16,0 0 0 0,-1 2-256 0,0-3-48 0,0-1-16 15,0 1 0-15,1-1 208 0,0 2 32 0,0-5 16 0,1 0 0 16,0-2-128-16,1 0-32 0,-1-1 0 0,1-1 0 16,1-1-384-16,1-2 0 0,-1 0 0 0,1 0-15856 15</inkml:trace>
  <inkml:trace contextRef="#ctx0" brushRef="#br0" timeOffset="121831.17">6787 6960 15663 0,'1'-9'688'0,"-1"3"144"0,-1 0-656 0,0 1-176 15,0 3 0-15,0 0 0 0,-1-1 1072 0,-1-4 176 16,0 0 32-16,-4-4 16 0,1 3 288 0,-2 1 48 15,2 4 16-15,-2 3 0 0,1 3-400 0,0 4-80 16,-2 3-16-16,1 2 0 0,0 6-576 0,1 2-128 16,0 3-32-16,1 3 0 0,2-5-176 0,1 5-48 15,1 3 0-15,0 2 0 0,0-1 0 0,2 4-16 16,0-1 0-16,1 0 0 0,1 3 32 0,0-3 16 0,0-2 0 0,2-1 0 16,0 1-224-16,1-1 144 0,-2 2-144 0,3-3 128 15,-6-29-128-15,9 54 0 0,-9-54 0 0,8 47-176 16,-8-47 48-16,6 41 0 0,-6-41 0 0,0 35 0 31,-1-20-256-31,-2-3-64 0,0-1 0 0,-1-4 0 0,-1-2-112 16,1-2-16-16,-1-1-16 0,-1-4 0 0,1 0 96 0,-1-4 32 0,1 0 0 0,-2-3 0 15,2-2-1104-15,-1-1-224 0,0 0-32 0,0-4-8864 16</inkml:trace>
  <inkml:trace contextRef="#ctx0" brushRef="#br0" timeOffset="121988.48">6602 7319 14735 0,'2'0'640'0,"0"0"160"0,1 0-640 0,-1 0-160 16,0 0 0-16,0 0 0 0,1 0 2240 0,2 0 432 16,3 0 80-16,3-1 0 0,4-1 64 0,0-3 16 15,0 0 0-15,0-3 0 0,2 0-1424 0,1-2-272 16,-1-2-64-16,2 0-16 0,-1 1-832 0,1-3-224 16,0 2 0-16,-3 2 0 15,1-1-1184-15,0-1-320 0</inkml:trace>
  <inkml:trace contextRef="#ctx0" brushRef="#br0" timeOffset="122145.18">7014 7100 1839 0,'1'-1'160'0,"-1"1"-160"0,1 0 0 0,0-1 0 16,0 2 3040-16,-1-1 576 0,1 0 112 0,1 0 32 16,0 0-1392-16,2-1-288 0,0 2-48 0,0-1-16 15,1 1-1536-15,0 1-304 0,-1-1-176 0,0 3 192 16,0 0-352-16,-2 0-64 0,0 1-16 0,0 0-9744 15</inkml:trace>
  <inkml:trace contextRef="#ctx0" brushRef="#br0" timeOffset="122302.81">7010 7233 3679 0,'0'2'320'0,"0"-1"-320"16,0 1 0-16,0 0 0 0,0-2 2288 0,0 3 384 15,0 2 80-15,-1 3 0 0,0 2 1024 0,1 5 192 16,-2 2 32-16,1 1 16 0,-1-2-1952 0,1 1-384 15,1-17-80-15,2 26 0 0,-2-26-1168 0,0 0-240 16,0 0-32-16,10 33-16 0,-10-33-144 0,0 0 0 16,0 0 0-16,0 0-15296 0</inkml:trace>
  <inkml:trace contextRef="#ctx0" brushRef="#br0" timeOffset="122971.07">7387 7268 5519 0,'0'1'496'0,"-1"-1"-496"0,1 0 0 0,0 0 0 0,0 0 3920 0,0-1 688 16,1 1 144-16,-1-2 32 0,2 0-752 0,0-2-160 15,0-2-32-15,1 0 0 0,2 0-2416 0,-2-1-480 16,1 2-112-16,0-3 0 16,-1 2-624-16,-1-1-208 0,0 2 144 0,-1-1-144 0,-1 0 0 0,-1 2 0 15,0-1 0-15,-1 1 0 0,-2 1 0 0,-2-1 0 16,1 1 0-16,-3 1 0 0,1 1 0 0,0 1 0 15,-1 3 0-15,1-1 0 16,-1 3 0-16,1 2-176 0,0 0 176 0,0 1-192 0,0 3 192 0,1-1 0 16,0 1 0-16,1 1-128 0,0 2 128 0,1-2 0 0,1 1 0 0,0 0 0 15,2 0 0-15,0-1 0 0,1-1 0 0,1-3 0 16,2-2 0-16,0-1 0 16,2-2 0-16,2-1 0 0,0-4 0 0,1-1 0 15,1-2 0-15,1-4 0 0,1 0 0 0,-1-1 0 16,1 0 0-16,1-4 0 0,1 2-176 0,0-4 176 15,0 0-208-15,-2 1 80 16,-1 1-1152-16,0-3-208 0,-1 3-48 0,1-3-16 16,-2-2 304-16,-1 3 64 0,-1-3 16 0,-1 2 0 15,-2 3 368-15,-1-4 80 0,0 1 16 0,-2 1 0 16,-2 1 112-16,0-2 16 0,-1 3 16 0,-1-1 0 0,-1 1 752 0,1 2 160 0,-1 1 32 0,0 2 0 16,1 1 832-16,-1 1 192 0,2 2 16 0,0 3 16 15,3 3-480-15,-2 2-80 0,1 3-32 0,1 5 0 16,1 3-320-16,0 1-64 0,0 3-16 0,-1-18 0 15,3 46 0-15,-1-19-16 0,1 5 0 0,0-1 0 16,-2-5 16-16,0 0 0 0,2 2 0 0,0-1 0 16,-3-27-128-16,9 49-32 0,-9-49 0 0,14 36 0 15,-14-36-288-15,0 0 0 0,0 0 0 0,34 27 0 16,-34-27-208-16,19-3-160 0,-9-2-16 0,0 0-16944 16</inkml:trace>
  <inkml:trace contextRef="#ctx0" brushRef="#br0" timeOffset="123337.46">7678 7245 16575 0,'0'2'1472'0,"0"1"-1168"16,1-3-304-16,0 0 0 0,0 0 2208 0,0 0 384 16,2 2 80-16,0-2 16 0,3 1-144 0,1-2-32 15,3-1 0-15,-1-1 0 0,0-2-1472 0,1-2-288 16,1 0-64-16,0 0-16 0,-1 0-320 0,-1 0-64 15,0 0-16-15,-1-1 0 0,-2 2-272 0,-1-1 0 16,0 2 0-16,-3-3 0 0,0 2 0 0,-3 1 0 16,0 0 0-16,-2 0 0 0,-2-3 0 0,-1 3-176 15,0 1 176-15,-1 0-160 16,-1 2-240-16,-2-1-48 0,-1 3-16 0,-1 3 0 0,1-1 144 0,0 2 48 16,3 1 0-16,1 2 0 0,-1 1 80 0,2 1 32 0,0 0 0 0,1 3 0 15,1 2 160-15,1 3 0 0,1 0 0 0,1-1 0 16,2 2 208-16,-1-18-16 0,6 31-16 0,-6-31 0 15,0 0 272-15,0 0 64 0,29 37 16 0,-29-37 0 16,0 0-336-16,34 2-192 0,-19-4 192 0,0-3-192 16,0-1 0-16,1-2 0 0,1-2 0 0,-1 1 0 15,2-3-1744 1,0 2-304-16,-2-2-64 0,0 1-12608 0</inkml:trace>
  <inkml:trace contextRef="#ctx0" brushRef="#br0" timeOffset="123687.28">8015 7138 10127 0,'2'-2'448'0,"-2"-1"96"0,1 1-544 0,-1 2 0 15,1 0 0-15,-1 1 0 16,0 0 2080-16,1 2 304 0,0-1 64 0,0 1 16 0,1 4 544 16,0 0 128-16,0 2 0 0,0 1 16 0,0-1-1440 15,0 1-304-15,-2-10-48 0,0 0-16 0,6 37-656 0,-5-25-144 16,0 0-32-16,-1-1 0 0,0 0-96 0,-1-2-32 16,1-2 0-16,-1 0 0 0,-1-2-64 0,1-3-32 15,1 1 0-15,-1-3 0 0,0 0-96 0,0-3-32 16,2 0 0-16,0-2 0 0,1-2-160 0,1-1 0 15,0-2 0-15,0-1 0 0,1 2 0 0,1-4 0 16,0 0 0-16,1-2 0 0,-1 3 0 0,0-2 0 16,1-1-128-16,1-1 128 0,-1 1-208 0,1 1 16 15,-1 0 16-15,2 4 0 0,-3 2 32 0,1 3 0 16,-1 2 0-16,-1 3 0 0,0 0 144 0,0 2 0 0,-3 3 0 16,2 2 0-16,-1 3 0 0,0 2 0 0,-2-12 0 0,4 28 128 15,-3-14-128-15,-1 1 128 0,0 2-128 0,1 1 128 16,-1-4-128-16,0 0 192 0,0-14-64 0,0 0 0 15,6 36-128-15,-6-36 176 0,0 0-176 0,0 0 192 16,0 0-192-16,0 0 0 0,0 0 0 0,0 0 0 31,41 12-416-31,-33-19-16 0,1 0 0 0,2-1-16784 0</inkml:trace>
  <inkml:trace contextRef="#ctx0" brushRef="#br0" timeOffset="123924.63">8397 7124 9215 0,'1'-4'816'15,"-1"1"-656"-15,0 1-160 0,0 1 0 16,0-1 2288-16,-1 1 416 0,1-3 96 0,-1-3 16 16,0 0 80-16,-1-5 32 0,-1 1 0 0,1 1 0 15,-1-2-1200-15,0 5-224 0,-1-2-48 0,1 3-16 0,1 3-672 0,-1 3-144 16,-1 2-32-16,0 5 0 0,1-1-336 0,-3 2-80 16,1 4-16-16,-1 2 0 0,1 2-32 0,1 1-128 15,1-5 192-15,1 2-64 0,-1 3-128 0,2 1 160 16,0 2-160-16,1-2 160 0,0-18 80 0,4 32 16 15,-4-32 0-15,0 0 0 0,0 0-256 0,26 37 176 16,-26-37-176-16,0 0 160 0,0 0-160 0,41 5 0 16,-30-7 0-16,0-3-11808 15,0-1-2272-15</inkml:trace>
  <inkml:trace contextRef="#ctx0" brushRef="#br0" timeOffset="124286.43">8573 7174 13823 0,'1'2'1216'0,"0"-2"-960"0,0 2-256 0,-1-2 0 16,1 0 2320-16,0 0 432 0,1 1 64 0,1 1 32 15,-3-2 0-15,0 0 0 0,0 0 0 0,32 0 0 16,-22-3-1760-16,1 0-336 0,0-1-80 0,0-3-16 16,1 3-352-16,-1-4-80 0,-1 4-16 0,-1-4 0 15,0 4-208-15,0-4 128 0,-2 4-128 0,-1-3 0 16,-3 2 0-16,0 0 0 0,0-2 0 0,-1 1 0 15,-1 0 0-15,-2-1-128 0,0 0 128 0,-2 1-160 16,0 0-336-16,-1 0-64 0,-2 3-16 16,0-2 0-16,-2 3 256 0,1 0 32 0,-1 1 16 0,0 4 0 0,-2-1 272 0,0 5 0 15,0-1 0-15,2 2 0 0,-1 2-144 16,-1 1 144-16,2 4 0 0,1-1-144 0,0-2 144 0,2 5 224 16,0-2-48-16,1 3-16 0,2-1 496 0,2-17 112 15,3 32 0-15,-3-32 16 0,0 0 16 0,0 0 0 16,33 38 0-16,-33-38 0 0,0 0-560 0,40 8-112 0,-40-8-128 15,30 0 176-15,-15-3-176 0,0 1 0 0,0-1 0 0,-1 1-18032 16</inkml:trace>
  <inkml:trace contextRef="#ctx0" brushRef="#br0" timeOffset="124807.5">9542 7048 13823 0,'3'-2'1216'0,"-1"-1"-960"16,-1 1-256-16,-1 2 0 0,1-2 1728 0,1 1 288 31,0-1 64-31,2 0 16 0,2-2 1040 0,1 1 192 0,2 0 64 0,1 3 0 0,0 0-1632 0,-1 0-320 15,-9 0-64-15,0 0-16 0,0 0-880 16,40 15-176-16,-40-15-48 0,0 0 0 16,0 0-256-16,0 0 0 0,0 0-208 0,35 33-17216 15</inkml:trace>
  <inkml:trace contextRef="#ctx0" brushRef="#br0" timeOffset="124964.62">9614 7160 15663 0,'0'4'688'0,"0"-2"144"0,0 3-656 0,-1-2-176 16,1 1 0-16,-1-1 0 0,0 2 2384 0,0 1 448 0,0 4 96 0,-1 4 16 16,1 3-576-16,0 2-128 0,-1-3 0 0,2-1-16 15,0-1-1648-15,0-2-320 0,0-12-64 0,0 0 0 16,0 0-192-16,0 0-144 0,0 0 144 0,0 0-15504 16</inkml:trace>
  <inkml:trace contextRef="#ctx0" brushRef="#br0" timeOffset="125325.67">9812 7120 16575 0,'1'0'736'0,"0"2"160"0,1 0-720 0,-1-1-176 0,0 0 0 0,-1 1 0 0,1 3 1968 0,-1 0 352 16,0-5 80-16,0 0 16 16,8 36-528-16,-8-36-96 0,5 31-32 0,-5-31 0 0,2 31-816 0,-2-31-176 15,0 0-16-15,2 35-16 0,-2-35-400 0,0 0-80 16,0 24 0-16,0-19-16 0,0-3-240 0,0-1 128 15,0-1-128-15,0-1 0 0,1-4 144 0,1 0-144 16,1-2 128-16,0 0-128 0,2-5 176 0,1 0-48 16,-1 0-128-16,2-2 192 0,-1 2-192 0,1-2 0 15,0 1 0-15,0-1 0 0,1 1 0 0,-1-1-128 16,3-3 128-16,-2 3 0 0,-1 4-128 0,1-1 128 0,-2 4 0 0,0 4 0 16,-3 1 0-16,-1 0 0 0,1 4 0 0,-1 0 0 15,0 5 0-15,-1 0 0 0,0 3 0 0,-1 2 0 16,0 2 0-16,0 0 0 0,0 2 0 0,0 1 0 15,0-17 0-15,2 31 0 0,-2-31 0 0,0 0 0 16,5 36 0-16,-5-36 128 16,0 0-128-16,0 0 0 0,0 0 0 0,0 0 0 0,0 0 0 0,0 0 0 15,38 16-320-15,-29-23-64 0</inkml:trace>
  <inkml:trace contextRef="#ctx0" brushRef="#br0" timeOffset="125561">10211 6982 8287 0,'4'-10'736'0,"-1"3"-592"0,-1 4-144 0,-1 1 0 0,0 1 2720 0,-1 1 512 16,0 1 96-16,0 1 32 0,1 1-352 0,-1 3-64 16,-1 2 0-16,0 2-16 0,0 1-1136 0,-1 4-208 15,0 0-48-15,1 2-16 0,1 0-704 0,0-2-144 16,0-1-32-16,0-14 0 0,0 0-256 0,4 35-48 16,-4-35-16-16,0 0 0 0,10 39-320 0,-10-39 0 31,0 0 0-31,0 0 0 0,21 40 0 0,-21-40 0 0,0 0 0 0,0 0 0 0,0 0 0 0,0 0 0 15,0 0 0-15,0 0-128 16,0 0-480-16,29 2-96 0,-28-6 0 0,0-1-16 16,-1 0-2560-16,0-2-512 0,0 0-112 0,-1 0-8640 0</inkml:trace>
  <inkml:trace contextRef="#ctx0" brushRef="#br0" timeOffset="125734.47">10186 7073 4607 0,'-1'-1'400'0,"1"1"-400"0,0 0 0 0,0 0 0 31,0 0 2928-31,0-2 496 0,-1 1 96 0,2 0 32 0,0 0 672 0,1 1 128 0,1 1 16 0,1 0 16 15,2 0-1888-15,-1 1-384 0,3 0-80 0,0-2-16 16,0 0-1376 0,2 0-256-16,0 0-64 0,0 0-16 0,1-2-304 0,1 0 0 0,-1-1 0 0,0 0 0 15,1-1 0-15,-3-1 0 0,1 0 0 0,0 1 0 16,0-1-416-16,0 0-144 0</inkml:trace>
  <inkml:trace contextRef="#ctx0" brushRef="#br0" timeOffset="126049.37">10397 7088 1839 0,'1'-2'160'0,"1"2"-160"0,0 0 0 0,0-2 0 0,-1 2 3776 0,1-2 736 15,-1 1 144-15,3-1 16 0,2 0-528 0,3-2-112 16,1-1-32-16,1-1 0 0,1-1-2272 0,0 2-448 16,-1-1-80-16,1 0-32 15,-2 2-784-15,0-3-144 16,-2 3-48-16,1-1 0 0,-2 2-192 0,-1-2 0 15,0 1 0-15,-2 1 0 0,0-2 0 0,-3 3 0 16,0-3 0-16,-2 0-160 0,1 3-176 0,-4-3-48 16,-1 0 0-16,0 2 0 15,-2 0-528-15,-1 0-112 0,-1 0-32 0,-2 3 0 0,1 0 544 0,1 3 96 0,0 0 32 16,1 0 0-16,2 1 192 0,-1 3 32 0,2 0 16 0,0 2 0 16,0 1 288-16,2 0 64 0,1 1 16 0,1 1 0 15,1 0 608-15,1-1 112 0,-1-11 16 0,0 0 16 16,0 0-256-16,16 38-48 0,-16-38-16 0,0 0 0 15,0 0-336-15,0 0-80 0,38 29-16 0,-38-29 0 16,0 0-224-16,37 5 0 0,-24-5 0 0,0-3-11296 16,1-1-2272-16</inkml:trace>
  <inkml:trace contextRef="#ctx0" brushRef="#br0" timeOffset="126363.89">10679 7009 23039 0,'2'0'1024'0,"-1"-1"192"0,0 1-960 0,0-2-256 16,1 1 0-16,-1 1 0 0,0-1 1904 0,1 0 336 15,3-1 64-15,0 1 0 0,3-2-864 0,-1 2-176 16,1-1-48-16,-1 2 0 0,1 2-576 0,-1 0-128 16,-7-2-32-16,0 0 0 0,0 0-304 0,0 0-176 15,32 32 192-15,-32-32-192 0,0 0 0 0,0 0 0 16,14 37 0-16,-14-37 0 0,0 0 0 0,0 0 0 0,5 38 0 0,-6-29 0 15,0-1 0-15,-1-2 0 0,1-1 0 0,0 0 0 16,-2-2 0-16,1 1 0 0,0-4 0 0,-1 0 0 16,1 0 144-16,1-5-144 0,1 1 0 0,0-4 144 15,1 0-16-15,1-1-128 0,1-2 192 0,2 0-64 16,-2 1 256-16,4-2 32 0,-1-2 16 0,3-1 0 16,0 0-304-16,1 0-128 0,1-1 128 0,0 1-128 15,1 3 0-15,0 0 0 0,0 0-224 0,0 3-11632 16,0 2-2336-16</inkml:trace>
  <inkml:trace contextRef="#ctx0" brushRef="#br0" timeOffset="126696">11038 6970 14735 0,'1'-2'1312'0,"0"2"-1056"16,-1-2-256-16,0 2 0 0,1 2 2432 0,-1-2 416 15,1 0 96-15,0 2 0 0,0 0-448 0,0 0-80 16,1 4-32-16,-1 0 0 0,-1-6-960 0,0 0-192 16,0 0-32-16,5 38-16 0,-5-38-672 0,0 0-144 15,3 40-32-15,-3-40 0 0,0 0-208 0,6 35-128 16,-6-35 160-16,0 0-160 0,0 0 0 0,0 0 128 0,0 0-128 0,24 38 0 16,-20-37 0-16,1-1 0 0,0-2 0 0,1-2 0 15,0-2 0-15,0 0 144 0,0-2-144 0,2-1 128 16,-3 2 64-16,3-3 0 0,0-2 0 0,0 0 0 15,2 0-192-15,-2-2 0 0,1 2 144 0,1 0-144 16,-2 0 0-16,-1 1 0 0,0 1 0 0,-1 2 0 16,-1 0 0-16,0 3-208 0,-2-2 16 0,1 4 16 15,-1 0-2112-15,-1 2-416 16</inkml:trace>
  <inkml:trace contextRef="#ctx0" brushRef="#br0" timeOffset="127374.37">11328 7032 911 0,'0'0'0'0,"0"0"0"16,0 0 0-16,0 0 0 0,0 0 3024 0,0 0 528 16,0 0 96-16,0 0 32 0,36 15 240 0,-26-15 48 15,2 0 16-15,1-1 0 0,0-1-1600 0,-2-1-320 16,0-3-64-16,-1 0-16 0,-1-1-1040 0,-3 0-224 16,1 0-32-16,-2-1-16 0,0-1-368 0,-2 2-80 15,-2 0-16-15,-1 1 0 0,0-2-208 0,-3 3 0 16,-1-2 0-16,-2 2 0 0,1 0 0 0,-2 0 0 15,0 1 0-15,-1 2 0 0,-1 0 0 0,1 1-192 16,1 4 192-16,0-1-208 0,1 2 16 0,0 4 16 0,1-1 0 0,1 1 0 16,-1 3 176-16,1-2 0 0,1 1 0 0,-2 1-128 15,1 2 128-15,2 0 0 0,-1 0 0 0,2-2 0 16,0 1 0-16,1-12 0 0,0 0 128 0,0 0-128 16,0 0 128-16,0 0-128 0,16 40 128 0,-11-37-128 15,1-1 0-15,0-2 0 0,1-2 0 0,0-1 128 16,0 0-128-16,-1-2 0 0,3-1 0 0,-1-1 0 0,0 0 0 15,1-2 0-15,0 2 0 0,-1-3 0 0,0 0 0 0,-2 1 0 16,2 2-144-16,-3-3 144 0,1 3-240 0,-3 0 32 16,0 3 0-16,0 1 0 0,-1 1 16 0,-1 2 0 15,0 2 0-15,-1 1 0 0,-1 0 192 0,0 1 0 16,0 3 0-16,-1 0 0 0,1 1 0 0,1 1 208 16,0-2-64-16,0 2-16 0,0-9 96 0,0 0 16 15,0 0 0-15,10 38 0 0,-10-38-64 0,0 0-16 16,0 0 0-16,0 0 0 0,0 0-160 0,42 22 192 15,-33-23-192-15,2-4 192 0,1 1-192 0,2-6 0 16,2 1 0-16,0-3 0 0,2 0 0 0,0-4-192 16,2 1 64-16,-3-1 128 15,-2 2-832 1,1-3-64-16,0-2 0 0,-1-2 0 0,-1 2 192 0,-4 2 16 0,0 0 16 0,-3-1 0 16,1-2 320-16,-3-1 64 0,-1 2 16 0,-2 0 0 0,0 2 272 0,-3-1-192 0,0 2 192 0,0 1-160 15,-1 3 480-15,0 0 112 0,-1 3 16 0,0 2 0 16,2 3 736-16,-1 1 160 0,0 3 16 0,-1 2 16 15,1 0-640-15,0 1-128 0,1 2-32 0,-2 2 0 16,-1 4-320-16,1 1-80 0,0 2-16 16,1 5 0-16,-1 0 16 0,0 5 0 0,0 2 0 0,0 3 0 15,0 4-48-15,-1-2-128 0,1 3 192 0,1-4-64 16,2-2-128-16,0-28 192 0,2 48-192 0,-2-48 192 16,6 42-192-16,-6-42 0 0,0 0 0 0,14 41 0 15,-14-41-144-15,0 0-16 0</inkml:trace>
  <inkml:trace contextRef="#ctx0" brushRef="#br0" timeOffset="129511.26">12783 6813 15663 0,'1'-5'1392'16,"-1"1"-1120"-16,0 0-272 0,-1 3 0 16,1 1 880-16,-1-2 112 0,0-1 32 0,-1-1 0 15,0-4 512-15,-2 1 96 0,-1-2 32 0,-2 2 0 16,1 0-816-16,-2 0-144 0,1 3-48 0,-1 1 0 16,0 0 96-16,0-1 16 0,-1 3 0 0,2 0 0 15,-1 0-176-15,0 1-16 0,2 1-16 0,0 0 0 0,1 1 0 0,0 2 0 16,1 1 0-16,1 3 0 0,1 0-288 0,0 3-48 15,1 4-16-15,1 6 0 16,0-21-48-16,5 48-16 0,-5-48 0 0,11 59 0 0,-11-59-144 16,13 63 160-16,-13-63-160 0,13 58 160 0,-13-58-160 0,12 47 0 15,-12-47 0-15,9 58 0 0,-9-58 0 0,6 58-144 16,-6-58 144-16,4 50 0 0,-4-50 0 0,0 40-128 16,-2-22 128-16,0-3 0 0,-2-3 0 0,-1-2 0 15,1-3 0-15,2 0 0 0,-2-5-256 16,0 0 0-16,2-4 0 0,0 1-10176 0,0-2-2048 15</inkml:trace>
  <inkml:trace contextRef="#ctx0" brushRef="#br0" timeOffset="129716.35">12595 7086 16415 0,'-3'2'352'0,"2"-1"80"0,1 3 16 0,0-3 16 0,0 1-464 0,0 0 0 0,1-1 0 0,1 2 0 16,1 0 2720-16,2 2 448 0,1 0 96 0,2-1 0 15,1-1-928-15,2-3-192 0,2-3-32 0,0 1-16 16,-1-3-928-16,2-2-176 0,1 1-32 0,-2-3-16 16,3 3-624-16,-2-4-112 0,1 3-16 0,0-2-16 15,0 1-176-15,0 1 0 0,0 2 0 0,-2-1-11856 32,1-1-2256-32</inkml:trace>
  <inkml:trace contextRef="#ctx0" brushRef="#br0" timeOffset="130168.27">12912 6953 7359 0,'-1'-4'656'0,"1"3"-528"0,0-1-128 0,-1 4 0 15,1-2 1536-15,0 0 288 0,-1 0 48 0,0 1 16 16,-1 3 864-16,0 2 160 0,0 3 32 0,2 2 16 16,0 2-1200-16,1 3-240 0,-1-16-48 0,5 31-16 15,-5-31-832-15,0 0-176 0,15 42-16 0,-15-42-16 16,0 0-32-16,0 0-16 0,0 0 0 0,43 26 0 15,-34-26 0-15,3-4 0 0,1-1 0 0,0-4 0 16,1 1 48-16,-1-4 16 0,-1 1 0 0,-1-1 0 16,-1 0-304-16,-2 0-128 0,-1-1 0 0,-3 2 128 0,-2 0-128 0,-2 3 0 15,-2-1 0-15,-3-1 0 0,-2 3 0 0,-2 2 0 16,-2 1 0-16,-2 1 0 0,-1 1 0 0,0 2 0 16,1 0 0-16,0 2 0 0,1 1 0 0,1-1 0 15,1 3 0-15,1 0 0 0,2 1 0 0,1 0 128 16,2-2-128-16,0 1 0 0,0-2 176 0,2 1-48 15,1-2-128-15,1-2 192 0,1 1 256 0,0-1 32 16,2-1 16-16,0-1 0 0,2 0-112 16,2-3 0-16,0 0-16 0,1-1 0 0,2-1-80 0,-1-1-16 15,1 2 0-15,1-2 0 0,1 1-272 0,1-1 0 16,0 1 128-16,0 0-128 0,-2 3 0 0,1-2 0 16,-1 2 0-16,0-1 0 0,1 1 0 0,-2 1 0 15,1 2 0-15,-2 0 0 0,-1 1 0 0,-1 1 0 0,0-1 0 0,-1 1 0 16,-1-1 0-16,0 2 0 0,-1 1 0 0,-2-3 0 15,0 2-144-15,0 1 144 0,-1 0-128 0,-1 0 128 32,0 1-1856-32,0 1-272 0</inkml:trace>
  <inkml:trace contextRef="#ctx0" brushRef="#br0" timeOffset="130860.79">13198 6920 13823 0,'1'-2'1216'0,"0"0"-960"0,0 1-256 0,-1 1 0 16,0 0 1616-16,0-2 288 0,1 0 48 0,1-1 16 15,-1 1 656-15,0-3 144 0,1 2 32 0,1-1 0 16,-1 2-1136-16,1-1-240 0,0 1-32 0,0 0-16 16,0 1-800-16,1 1-176 0,-2 0-16 0,2 3-16 15,0-1-32-15,0 1 0 0,-1 1 0 0,-3-4 0 16,0 0-128-16,0 0-16 0,17 40-16 0,-17-40 0 15,0 0-176-15,9 48 0 0,-9-48 0 0,3 34 0 16,-3-34 0-16,3 35 0 0,-3-35 0 0,3 31 0 16,-3-31 0-16,0 0 0 0,2 33 0 0,-2-26 0 15,1-2 0-15,-1-1 0 0,1 0 0 0,-1-3 0 0,1 1 0 0,-1-4 0 16,0 2 0-16,0-4 0 0,0 1 0 0,1-4 0 16,-1 0 128-16,1-2-128 0,0-1 0 0,1-2 0 15,-1 0 0-15,1 0 0 0,-1-3 0 0,1 0 0 16,1-2 128-16,-1-1-128 0,1 1 0 0,0-1 0 15,2 0 144-15,0 1-144 0,-1 3 0 0,2 0 128 16,1 2-128-16,1 2 0 0,0 1 0 0,0 2 0 16,2 0 0-16,0 2 0 0,0 0 0 0,-1 3 0 15,2 0 0-15,-3 2 0 0,-8 0 0 0,0 0 0 16,0 0 0-16,0 0-128 0,38 24 128 0,-38-24 0 16,0 0 0-16,0 0-128 0,0 0 128 0,18 43 0 15,-17-35-144-15,-1-8-17296 0</inkml:trace>
  <inkml:trace contextRef="#ctx0" brushRef="#br0" timeOffset="132433.44">14038 6774 9215 0,'0'0'816'0,"0"0"-656"0,0 0-160 0,0 0 0 15,1 0 768-15,-1 0 112 0,1-1 16 0,0 1 16 16,1 0 384-16,0-2 80 0,1 1 16 0,0-1 0 0,1 2 112 0,0-2 32 16,0 0 0-16,2 2 0 0,-2-3-80 0,0 3-16 15,2-2 0-15,-1 2 0 0,1 0-240 0,-1 0-48 16,0 0-16-16,0 2 0 16,-2-1-304-16,1 3-48 0,1-2-16 0,-1 1 0 15,0 2-288-15,0 1-64 0,0 0-16 0,-4-6 0 0,0 0-272 0,0 0-128 16,15 42 128-16,-15-42-128 0,0 0 0 0,11 50 0 15,-11-50 0-15,7 38 0 0,-7-38 0 0,5 36 0 16,-5-36 0-16,2 32 0 0,-2-32 0 0,0 0 0 16,4 37 0-16,-4-28 0 0,0-3 0 0,0 2 0 15,0-4 0-15,-2 1 0 0,1-2 0 0,-1-1 0 16,0 0 0-16,-2 0 0 0,2-2 128 0,-2 1-128 0,2 1 192 16,-2-2-64-16,0 0 192 0,0 0 16 0,0 0 16 15,0 0 0-15,0-2-352 0,0 1 128 0,-1-1-128 0,0 0 0 16,0 0 0-1,0-1 0-15,1-2 0 0,-1-1 0 0,0 0 0 0,2-2 0 0,-2 0 0 0,0-2 0 16,1-2 0-16,-2-2 0 0,2-4-176 0,-1 1 176 16,0-1-704-16,2 3-32 15,0-2-16-15,0 3 0 0,1-1 272 16,1 1 48-16,1 2 16 0,0 1 0 0,1 2 416 0,1 1 0 0,2-1 0 0,0 2 128 16,2-1 0-16,0 2 0 15,4-2 0-15,1-1 0 0,3-1 576 0,1 1 128 0,0-3 32 0,1 1 0 0,-2 1-432 16,1 2-96-16,1-1-16 0,0 0 0 0,0 2-160 0,0 1-32 15,-1 0-128-15,-1 3 192 16,-1 0-192-16,-1 3 0 0,-1 0 0 0,-2 1 0 0,-9-1-256 0,0 0 16 16,0 0 0-16,34 9-11216 15,-27-7-2256-15</inkml:trace>
  <inkml:trace contextRef="#ctx0" brushRef="#br0" timeOffset="132858.59">14456 6481 5519 0,'-1'-2'496'0,"1"0"-496"15,1 2 0-15,-1 0 0 0,1 0 1552 0,-1-1 224 0,0-1 32 0,1 2 16 16,1-1 752-16,1 0 160 0,2 1 16 0,-1 0 16 15,3 0-784-15,-1 1-144 0,3 0-48 0,-2 2 0 16,2-1-768-16,1 0-176 0,-1 1-16 0,-1-1-16 16,-8-2-288-16,0 0-48 0,0 0-16 0,0 0 0 15,37 16-272-15,-34-12-64 0,0 0-128 0,-3 0 192 16,0-1-192-16,-2 2 176 0,-2-1-176 0,-1 1 160 16,-3 2 224-16,0-2 32 0,-1 2 16 0,-2 0 0 0,2 0-272 0,-1-2-160 31,1 1 192-31,0-2-192 0,2 3 128 0,0-5-128 0,3 3 0 0,1-3 0 0,1 1 0 0,2-1 0 15,2-1 0-15,1 0 0 0,1-1 0 0,1 0 128 16,2 0-128-16,1 0 0 0,1 0 704 0,1-2 16 16,0 2 16-16,0-2 0 0,2-1-352 0,0 1-80 15,-1 2-16-15,1-3 0 0,0 3-288 0,0-2 0 16,0 1 0-16,0 0 0 16,-2 1 0-16,-1-3 0 0,0 3 0 0,-1-2-17632 0</inkml:trace>
  <inkml:trace contextRef="#ctx0" brushRef="#br0" timeOffset="133926.47">15071 6680 9215 0,'-1'0'816'0,"-1"0"-656"16,2 0-160-16,1 0 0 0,-1 0 1152 0,0 0 208 16,0 0 48-16,0 0 0 0,1 0 1344 0,-1 0 288 15,2 0 48-15,0 0 16 0,2 3-672 0,-1-1-128 16,1-1-16-16,1 1-16 0,1 0-1184 0,-2 1-256 15,2 1-32-15,-2-1-16 0,2-1-608 0,-1 0-176 16,0 3 0-16,0-3 0 16,-1 3-304-16,-1-2-128 0</inkml:trace>
  <inkml:trace contextRef="#ctx0" brushRef="#br0" timeOffset="134083.01">15053 6831 911 0,'-3'6'0'0,"0"-1"0"0,1 0 0 0,2 0 0 0,-1-1 2048 0,1-2 320 0,-1 1 64 0,-1 4 0 16,0 2 1280-16,0 4 240 0,0 3 48 0,0-2 16 0,2-14-1424 16,0 0-288-16,3 36-48 0,-1-29-16 0,1 1-1536 0,1-2-304 15,-1-1-64-15,2-3-16 0,-1 0-320 16,3-1 0-16,-1-1 0 0,1-1-14880 16</inkml:trace>
  <inkml:trace contextRef="#ctx0" brushRef="#br0" timeOffset="134450.51">15389 6773 19343 0,'5'-3'848'0,"-2"1"192"0,1 0-832 0,-3 0-208 0,0 0 0 0,-1 1 0 16,1 1 2272-16,1-2 416 0,0 0 64 0,1-1 32 16,1 1-608-16,-2-1-128 0,0-1-32 0,-2 1 0 15,0 2-928-15,-1 0-192 0,-1-1-48 0,-1 2 0 16,-1 0-400-16,-3 0-96 0,1 0-16 0,-1 2 0 15,-2 0-176-15,0 1-32 0,0 1-128 0,-2 1 192 16,-2 5-192-16,1-3 0 0,-1 2 128 0,1 3-128 16,2-2 0-16,2-1 0 15,3 0 0-15,1 1 0 0,4 0 0 0,1-3 0 0,-1-7 0 0,0 0 0 16,0 0 0-16,0 0 0 0,38 28 0 0,-38-28 0 16,28 5 0-16,-28-5 0 0,30 4 0 0,-30-4 0 0,0 0 0 15,44 10 0-15,-44-10 0 0,0 0 0 0,38 13 0 16,-38-13 0-16,0 0 0 0,0 0 0 0,0 0 0 0,0 0 0 15,33 27 0-15,-34-22 0 0,-3 0 128 0,-1-1 16 16,-5 4 16-16,-2-2 0 0,-1 2-160 0,-3-3 192 16,-3 4-192-16,1-4 192 0,-1 2-192 0,0 0 0 15,-3-1 0-15,0 0 0 0,1-1 0 0</inkml:trace>
  <inkml:trace contextRef="#ctx0" brushRef="#br0" timeOffset="136554.63">6823 8098 5519 0,'-1'-2'496'0,"0"0"-496"16,1 0 0-16,0 1 0 0,0-1 1184 0,0 2 144 0,0 0 16 0,0-3 16 15,1 1 672-15,0 1 128 0,-1-2 16 0,1 1 16 16,-1 1-304-16,1 1-64 0,-1 0-16 0,0 0 0 15,0 0-592-15,0 0-128 0,-1 0-32 0,0 3 0 16,0-1-432-16,1-1-96 0,-2 2-16 0,1 0 0 16,0 0-208-16,-1 1-48 0,1-2-16 0,-1 3 0 15,0 0-32-15,-1 2 0 0,0 0 0 0,0 1 0 16,0 1 64-16,-2 2 16 0,1 2 0 0,-1 1 0 16,1 3-144-16,1 0-16 0,-1 1-128 0,1-2 192 0,1-1-192 0,2 0 176 15,0 0-176-15,2 0 160 0,1-1 0 0,-3-14 0 16,0 0 0-16,0 0 0 0,21 38 16 0,-21-38 0 15,0 0 0-15,0 0 0 0,0 0-16 0,0 0 0 16,48 11 0-16,-38-14 0 0,-2-3 128 0,1-1 32 16,1-3 0-16,0-3 0 0,-1 0-80 0,-1 1-16 15,2-2 0-15,0-2 0 0,0-3-224 0,-2 0 0 16,2 0 128-16,-4 0-128 0,0 0 0 0,-3 2 0 16,-2 1 0-16,-1-1 0 0,-1 3 0 0,-2 0 0 0,-1 0 0 15,-2 2 0-15,0 0 0 0,-1 2 0 16,0 1 0-16,0 0 0 0,0 4 0 0,1 0 128 15,-1 3-128-15,2 1 0 0,0 2 0 0,0 1 0 0,3 1 0 0,0 1 0 16,1 3 0-16,1-2-128 0,2 2 128 0,0-1-11200 16,3 2-2160-16</inkml:trace>
  <inkml:trace contextRef="#ctx0" brushRef="#br0" timeOffset="136743.84">7137 8211 16575 0,'2'1'1472'0,"-1"1"-1168"16,0-2-304-16,0 1 0 0,1 1 1808 15,-1-2 304-15,1 2 64 0,1 2 16 0,2 0 256 16,1 0 48-16,0 1 16 0,1-1 0 16,-2-1-1792-16,2-1-352 0,-2 1-80 0,1-3-16 0,-1 1-272 0,-1-1 0 15,1 1 0-15,-2-2-10192 16,1 1-2064-16</inkml:trace>
  <inkml:trace contextRef="#ctx0" brushRef="#br0" timeOffset="137089.72">7319 8068 11055 0,'-1'0'480'0,"0"0"112"0,0 0-464 0,1 0-128 0,-1 2 0 0,1-1 0 15,-1 0 1808-15,0 4 352 0,-1 2 64 0,-2 3 16 16,0 2 80-16,1 2 32 0,-1 2 0 0,-1-2 0 15,3 3-784-15,-2-3-160 0,2 1-16 0,1-1-16 16,0-2-416-16,1 0-64 0,1-3-32 0,1-2 0 16,0 0-512-16,1-4-96 0,0 1-32 0,2-2 0 15,0-1-64-15,0-1-16 0,2-2 0 0,-1-1 0 16,1-2 224-16,2-2 32 0,-1 0 16 0,0-2 0 0,1-1-224 16,-1 0-64-16,1-1 0 0,-3 1 0 0,1 1-128 0,-2-3 0 15,0 0 0-15,-2 2 0 0,-1 1 0 0,-1-2 0 16,-2 2 0-16,-1 0 0 15,-1 0 0-15,-4 2 0 0,1-3 128 0,-3 4-128 0,1 0 0 0,-1 2 0 16,0 2 0-16,-2 0 0 0,2 4 0 16,-1 0 0-16,1 2 0 0,-1 0 0 0,3 2 0 0,1 1 0 15,2-2 0-15,0 2 0 16,2-2-432-16,1-1-16 0,2 1 0 0,1-2-16400 0</inkml:trace>
  <inkml:trace contextRef="#ctx0" brushRef="#br0" timeOffset="137773.84">7603 7961 19343 0,'-5'-5'848'0,"3"3"192"0,0-1-832 0,0 1-208 15,0 2 0-15,1 0 0 0,0 0 1840 0,0 0 320 16,-1 1 64-16,0-1 16 0,0 0 144 0,1 1 48 16,2 0 0-16,1 1 0 0,1-2-1440 0,3 1-288 15,0 0-48-15,2-1-16 0,0 0-352 0,1 0-80 16,1 2-16-16,-2-2 0 0,1 0-192 0,0 0 0 16,-1 0 128-16,0 1-128 0,0 1 0 0,-2 0 0 15,0 1 0-15,-1-1 0 0,-1 1 0 0,-2 1 0 16,-1 1 0-16,-2 0 0 0,-1 2 0 15,-2-3 0-15,0 4 0 0,-2-2 0 0,0 2 0 0,-1 1 0 0,0-2 0 0,-1 1 0 16,1-1 0-16,-1 1 0 0,1 0 0 16,1-2 0-16,-1 0 0 0,1-1 0 0,2-1 0 0,1-1 0 15,2-1 0-15,2-2 0 0,0 1 0 0,1 1 0 16,2-2 0-16,0-2 0 0,3 1 0 0,-1-1 0 16,2 0 0-16,0 1 0 0,1-1 0 0,0 2 0 15,-9 0 0-15,0 0 0 0,0 0 0 0,41 8 0 16,-41-8 0-16,0 0-128 0,0 0 128 0,0 0 0 0,45 18 0 0,-45-18 0 15,0 0 0-15,0 0 0 0,0 0 0 16,0 0 0-16,0 0 0 0,0 0 0 0,13 40 0 0,-18-32 0 16,1-4 0-16,-3 2 144 0,0 0 192 0,-2 1 48 15,1-2 0-15,-1 2 0 0,-1-1-384 0,1-2 128 16,0 1-128 0,0-2 0-16,0 0 0 0,3-3 0 0,1 0 0 0,1 0 0 0,3-2 0 0,0-2 0 15,2-1 0 1,2 0-18096-16</inkml:trace>
  <inkml:trace contextRef="#ctx0" brushRef="#br0" timeOffset="138084.15">7899 7940 10127 0,'2'-3'896'0,"-1"1"-704"0,-1 2-192 0,0-2 0 16,0 2 1840-16,0 2 336 0,0-2 64 0,0 0 0 15,0 2 1088-15,-1 1 224 0,0 0 32 0,-1 1 16 16,1 1-1872-16,0 1-368 0,0 0-80 0,1 1 0 15,0 2-832-15,1-4-144 0,2 2-48 0,0 0 0 16,0-2-256-16,2 1 0 16,-5-6 0-16,0 0 0 15,0 0 0-15,0 0 0 0,36 29 0 0,-36-29 0 16,0 0 0-16,0 0 0 0,36 29 0 0,-36-29 0 16,0 0 0-16,0 0 0 0,31 33 0 0,-31-33 0 15,0 0 0-15,0 0 0 0,0 0 0 0,22 37 0 0,-20-29 0 0,-1-4 0 16,-1 4 0-16,-1-4 0 0,-1 1 0 0,-1 0 0 15,1-1 0-15,-2 1 0 0,0-2 384 0,-1-1-48 16,0 3 0-16,-1-3 0 0,-1-1-80 0,0 1-32 16,-1-2 0-16,-1 0 0 0,-2 2-224 0,-2-4 0 15,0 2 0-15,0-3 0 0,0 1-176 0,1-1-80 16,2 0 0-16,-2-1-16704 16</inkml:trace>
  <inkml:trace contextRef="#ctx0" brushRef="#br0" timeOffset="138253.43">7922 7916 7359 0,'4'-4'656'0,"-1"1"-528"16,1 1-128-16,-1 1 0 0,-1 1 2288 0,0 0 416 0,-1 0 96 0,4 0 16 15,2 0 560-15,2-2 112 0,1 2 32 0,2-2 0 16,0-1-1504-16,0 1-288 0,1-1-64 0,-1 1-16 16,1 0-992-16,0-3-192 0,2 0-32 0,-1 1-16 15,0-1-416-15,0 0 0 0,-1 0 0 0,0 0-11088 16,-1 1-2272-16</inkml:trace>
  <inkml:trace contextRef="#ctx0" brushRef="#br0" timeOffset="138819.21">8330 7790 9215 0,'5'-4'400'0,"-2"1"96"0,0 0-496 0,-1 1 0 0,-1 1 0 0,-1 1 0 0,1-1 2064 0,0 1 320 15,1-2 64-15,0-1 16 0,-2 1 816 0,0-1 176 16,-1 3 16-16,-1 0 16 0,-1 3-1344 0,0-1-272 15,-1 3-48-15,0-1-16 0,-1 2-1072 0,1 0-224 16,-1 2-32-16,1-1-16 0,1 2-288 0,2 1-176 16,0-1 192-16,1-2-192 0,1 3 0 0,2-3 0 15,0 0 0-15,1 0 0 0,-4-7 0 0,0 0 0 16,0 0 0-16,0 0 0 0,33 33 0 0,-33-33 0 16,0 0 0-16,0 0 0 0,0 0 0 0,42 31 0 15,-42-31 0-15,0 0-144 0,0 0 144 0,0 0 0 0,33 33 0 0,-33-33 0 16,0 0 0-16,0 0 0 0,0 0 0 0,18 40 0 15,-17-31 0-15,-1-1 0 0,-2-1 0 0,0 1 0 16,-1-2 0-16,1 2 0 0,-2-3 0 0,0 0 0 16,-1 1 0-16,-1-1 0 0,0 0 0 0,-2-3 0 15,-2 3 0-15,0-3 0 0,-1 3 0 0,-1-5 0 16,1 0 0-16,1 0 0 0,1 0 0 0,0-2 0 16,2-1 0-16,1-2 0 0,0 1 0 0,1-4 0 15,1 2 0-15,0-2 0 0,1 1 0 0,0-2 0 0,3-1 0 0,0 1 0 16,0-2 0-16,2 1 0 0,2 0 0 0,0-2 0 15,0 1 0-15,1 1 0 0,1 1 0 0,0-1 0 16,1 0 0-16,-1 3 0 0,0-1 0 0,-1 0 0 16,1 1 0-16,-1 0 0 0,1 2 0 0,-1-3 0 15,3 0 0-15,-1 0 0 0,1-2 0 16,0 1 0-16,0 0 0 0,1-1 0 0,-1 0 0 0,0-1 0 16,1 1 0-16,-1-1 0 0,0-1 0 0,-2 1 0 15,0 0 0-15,-3 0-128 0,0 1 128 0,-2 3 0 16,-2-1 0-16,-1 0 0 0,-1 2 0 0,-2 2 0 15,-1 1 0-15,0-1 0 0,-2 3 0 0,0 1 0 16,0 1 0-16,-1 1 0 0,1 1 0 0,1-1 0 16,0 2 0-16,2-1 0 0,1 0 0 0,0 1 0 15,3-2-160-15,1 0-11312 16,1 1-2272-16</inkml:trace>
  <inkml:trace contextRef="#ctx0" brushRef="#br0" timeOffset="139323.24">8613 7809 16575 0,'5'0'736'0,"-2"-2"160"0,2 2-720 0,-2-2-176 0,-1 2 0 0,-1-1 0 0,1 1 2208 0,2-2 416 16,2 0 64-16,3-1 32 0,2-2-672 0,-1 1-144 15,0-3-32-15,0 2 0 0,-1-2-1024 16,-1 0-208-16,0 0-32 0,-3 2-16 0,1-3-304 0,-2 4-64 15,-1-3-16-15,-2 1 0 0,0 0-208 0,-3 1 0 16,0-1 128-16,-1 0-128 0,-2 2 0 0,-2-1 0 16,0 0 0-16,-1 3 0 0,-1 0 0 0,-1 2 0 15,0 2 0-15,-1 0 0 0,0 5-288 0,0-2 48 16,2 2 16-16,1-1 0 0,1 2-96 0,1-1 0 16,1 3-16-16,1 0 0 0,1-1 336 0,0 1 0 0,1 1-144 15,2-1 144-15,2-1 0 0,0-2 0 0,2 1 0 0,0-2 0 16,1 0 0-16,0-2 0 15,-5-4 0-15,0 0 0 0,0 0 0 0,0 0 0 0,41 14 0 0,-31-12 0 16,0-4 0-16,-1 2 0 0,0-1 0 0,1 0 0 16,-2 1 0-16,-1-2 0 0,0 4 0 0,-2-2 0 15,1 4 0-15,-1-1 0 0,-2 2 0 0,0 2 0 16,0 0 0-16,-2 0-128 16,0 2 128-16,-1 1 0 0,0 2 0 0,-2 0 0 0,0 2 0 0,-2 2 0 15,1 1 0-15,-1 0 0 0,-1 2 0 0,0 0 0 16,-1 2 0-16,0 0 0 0,0 1 128 0,1-6-128 15,1 1 0-15,0-5 0 0,1-1 0 0,2-1 0 0,2-2 0 0,0-4 0 16,1 1 0-16,1-2 0 16,1-1-656-16,-1-2-176 0,2-2-48 15,0-1-13328-15</inkml:trace>
  <inkml:trace contextRef="#ctx0" brushRef="#br0" timeOffset="139669.64">8963 7784 11967 0,'0'-1'528'0,"1"-2"112"0,0 3-512 0,-1 0-128 0,-1 1 0 0,0 1 0 0,1-2 1760 0,0 3 320 0,-2 0 64 0,0 1 16 15,-1 3-48-15,-1 0-16 0,2 2 0 0,-2-1 0 16,1 1-1040-16,0 0-208 0,1 1-32 0,1 0-16 16,1 1-352-16,0-2-80 0,0-9-16 0,0 0 0 15,0 0-160-15,8 36-48 0,-8-36 0 0,0 0 0 16,0 0-144-16,0 0 0 15,33 38 0-15,-33-38 0 0,0 0 0 0,0 0 0 0,36 25 0 0,-36-25 0 16,0 0 128-16,0 0-128 0,37 25 128 0,-37-25-128 16,0 0 128-16,0 0-128 0,0 0 0 0,29 33 128 15,-29-33-128-15,0 0 128 0,0 0-128 0,4 29 128 16,-6-22 128-16,-1 1 32 0,0 0 0 0,-2-1 0 16,0-2 192-16,-2 2 32 0,0-2 16 0,-1 1 0 0,-1 0-288 15,-1-1-64-15,-2-2-16 0,-1 0 0 0,-1 0-160 0,0 0 0 16,-1-1 144-16,-1-2-144 0,0 0 0 0,2 0 0 31,0-2 0-31,1-4-10752 0,2 2-2128 0</inkml:trace>
  <inkml:trace contextRef="#ctx0" brushRef="#br0" timeOffset="139843.06">8988 7754 18431 0,'1'-2'816'0,"1"0"160"0,1 0-784 0,-1 2-192 15,0-2 0-15,0 1 0 0,0 1 2064 0,3 0 368 0,3 0 80 0,4-3 16 16,4 1-688-16,1 0-144 0,1 0-32 0,-1 0 0 16,1 1-1168-16,-2-3-240 15,1 3-64-15,-3-1 0 0,0 2-192 0,-1 0 0 0,-2 0-144 16,-1 2-15008-16</inkml:trace>
  <inkml:trace contextRef="#ctx0" brushRef="#br0" timeOffset="140566.75">6751 8570 9215 0,'2'2'816'0,"1"-1"-656"16,0 1-160-16,-1-2 0 0,0 0 528 0,0 0 80 16,5 0 16-16,4 2 0 0,-11-2 512 0,32 0 96 15,-32 0 32-15,40-5 0 0,-21 3 80 0,-1-2 0 16,-1-2 16-16,0 2 0 0,0-1-320 0,-1-2-64 16,1 2-16-16,0 0 0 0,-1 2 208 0,0 0 48 15,2 0 0-15,-1-1 0 0,-17 4 0 0,38-4 16 16,-38 4 0-16,44-3 0 0,-44 3-480 0,49-1-112 15,-49 1 0-15,53-2-16 0,-25-1-368 0,1 0-64 16,1 0 0-16,3-2-16 0,-1 1-176 0,3-1 0 0,3 0 0 0,2 0 0 16,3 2 0-16,1-4 0 0,-2 1 0 15,0 0 0-15,1 0 0 0,0 0 0 0,3 0 0 0,0 1 0 16,3 1 0-16,-1-1 0 0,2 0 0 0,-3 2 0 16,-1 1 0-16,4-1 0 0,3 1 0 0,3-1 0 15,-1-1 0-15,1 2 0 0,-1-1 0 0,-2 1 0 16,-1-1 0-16,1-1 0 0,3-1 0 0,-2 0 0 15,-1 1 0-15,-2-2 0 0,-3 2 0 0,-4-1 0 16,-1-2 128-16,0 2-128 0,-2-2 192 0,-3 0-64 16,-4 2 0-16,-4-1-128 0,-2 1 192 0,-4 1-64 15,-3 1-128-15,-5 0 0 0,-4 3 0 0,-4 0-16320 16</inkml:trace>
  <inkml:trace contextRef="#ctx0" brushRef="#br0" timeOffset="141911.53">7605 8630 7359 0,'-4'0'656'0,"1"0"-528"16,2 2-128-16,0-2 0 0,1 0 768 0,0 0 128 15,-3 1 32-15,-1 0 0 0,-2 1 672 0,1-1 128 16,0 1 16-16,2 0 16 0,0-2 304 0,0 0 64 16,1 1 16-16,1-1 0 0,0 0-224 0,0 0-32 15,1 0-16-15,0 0 0 0,2-1-432 0,1-1-96 16,1 0 0-16,1 1-16 0,0-1-560 0,1 0-96 16,3 0-32-16,1 0 0 0,1 1-272 0,1-2-64 15,1 2-16-15,-1 1 0 0,-1 0-288 0,1 1 0 16,-12-1 0-16,0 0 0 0,0 0 0 0,0 0 0 0,47 17 0 0,-42-13 0 15,-1 0 0-15,-2 3 0 0,-2-3 0 0,-2 4 0 16,-1-2 0-16,-1 0 0 0,-4 1 0 0,1 2 0 16,-3-2 0-16,1 0 0 0,0 0 0 0,0 0 0 15,-1-2 0-15,1 0 0 0,0-1 0 0,0 1 0 16,0-2 0-16,3-1 0 0,0 1 0 0,1-1 0 16,3 0 0-16,-1-1 0 0,3 1 0 0,0-2 0 15,1 0 0-15,3 0 0 0,0 0 0 0,2-2 0 16,0 1 0-16,2 1 0 0,0 0 0 0,0-2 0 15,-8 2 0-15,0 0 0 0,0 0 0 0,44 5 0 16,-44-5 0-16,0 0 0 0,0 0-128 0,48 11 128 0,-48-11 0 16,0 0 0-16,0 0 0 0,0 0 0 0,40 29 0 0,-37-22 0 15,-2 0-128-15,-2 0 128 0,-1 0 0 0,-2 0 0 16,0 0 0-16,-3 1 0 0,0-2 0 0,-2 2 0 16,-1-1 128-16,-1 0-128 0,0 0 0 0,-1 0 0 15,0-1 0-15,0 0 0 0,0-1 128 0,-1 0-128 16,2-1 0-16,-1-3 0 0,2 1 0 0,1 0 0 15,1-4 0-15,0 0 0 0,3-1 0 0,1 1 0 16,2-3 0-16,3-2-17632 0</inkml:trace>
  <inkml:trace contextRef="#ctx0" brushRef="#br0" timeOffset="142257.15">7868 8636 15663 0,'3'-2'1392'0,"0"0"-1120"0,0 2-272 0,-1 0 0 15,0 1 1680-15,-1-1 288 0,1 1 48 0,1 1 16 16,1 1 752-16,3 0 160 0,-7-3 16 0,0 0 16 16,0 0-1392-16,43 18-288 0,-43-18-48 0,0 0-16 15,0 0-720-15,51 15-160 0,-51-15-32 0,0 0 0 16,0 0-192-16,47 17-128 0,-47-17 128 0,0 0-128 16,0 0 0-16,0 0 0 0,42 32 0 0,-39-24 0 15,-1-1 0-15,-4 2 0 0,-1 1 0 0,-1-3 0 16,-4 2 0-16,0 3 0 0,0-2 0 0,-2-1 0 0,0 1 0 0,-2 1 0 15,-1-1 0-15,-2 0 0 16,-1 1-512-16,0-2-64 0,1 0 0 0,2-1-16 16,2-1-320-16,2-2-64 0,2 1-16 0,3-3 0 0,1 2 736 0,2-4 256 15,1 1-192-15,2-2 192 0,0 0 0 0,3 0 0 16,2-3 0-16,2-2 0 0,2 1 512 0,1-1 32 16,1-2 16-16,1 2 0 0,0-2-144 15,1 0-32-15,0 0 0 0,-1-1 0 0,1 2-384 0,-1-1 0 0,0 3 0 0,-2-1 0 31,0 1-720-31,-2 2-240 0</inkml:trace>
  <inkml:trace contextRef="#ctx0" brushRef="#br0" timeOffset="142477.53">8203 8812 19343 0,'1'0'1728'15,"-1"0"-1392"-15,0 0-336 0,1 0 0 0,-1 2 2560 0,0-2 448 16,1 1 96-16,1 1 16 16,1 0-576-16,0-1-112 0,2 3-32 0,-2-3 0 0,2 0-1760 0,1 1-368 15,-1-1-64-15,0 1-16 0,1-2-192 0,0 0 0 16,-1 0 0-16,0 0-11808 16,2-2-2368-16</inkml:trace>
  <inkml:trace contextRef="#ctx0" brushRef="#br0" timeOffset="143013.29">8439 8660 12895 0,'0'-1'1152'0,"-1"0"-928"0,0 1-224 0,0 0 0 16,0 0 2048-16,0 0 352 0,1 0 80 0,-1 1 16 15,-1 0 320-15,0-1 64 16,-1 2 0-16,1 1 16 0,0 0-1696 0,-1 0-352 0,1 0-64 0,1 0-16 15,-1 0-288-15,2 1-64 0,-1 1-16 0,1-2 0 16,0 2-224-16,2-1-48 0,0 3-128 0,2-3 192 16,0 1-192-16,0 1 0 0,-4-6 0 0,0 0 0 15,0 0 0-15,0 0 0 0,36 39 0 0,-36-39-160 16,0 0 160-16,0 0 0 0,35 40 0 0,-35-40-128 16,0 0 128-16,0 0 0 0,28 35 0 0,-28-35 0 0,0 0 0 15,0 0 0-15,0 0 0 0,0 0 0 0,18 38 0 0,-19-34 0 16,-1 0 0-16,0 1-128 0,-1-3 128 0,-2 1 0 15,0 1 0-15,-2 0 128 0,0-1-128 0,-3 0 0 16,-1-1 0-16,-1 1 0 0,0-3 0 0,-1 2 0 16,1-2 0-16,1-2 0 0,0-1 0 0,2-2 0 15,0 1 0-15,3-3 0 16,1 2 0-16,1-2 0 0,3 1 0 0,0-3 0 0,2 3 0 0,2-4 0 16,3 0 0-16,0 1 0 0,2-2 0 0,0 1 0 15,2-1 0-15,0 0 0 0,1 2 0 0,-1-1 0 16,0 1 0-16,1-1-128 0,0-2 128 0,0 1 0 0,0 1 0 15,-2 1 0-15,-2-1 0 0,1 1 0 0,-1-1 0 16,-1-1-128-16,-1 1 128 0,-2-2 0 16,0 0 0-16,-2 0 0 0,-2 0 0 0,-1 3 0 0,-3-3 0 15,1 3 0-15,-2 1 0 0,1 4 0 0,-3-1 0 0,1 3 0 16,-1 1 0-16,0 4 0 0,1 2 0 0,-2-1 128 16,1 5-128-16,0-1 0 0,2 1 0 0,1-1-128 31,2-1-336-31,1 0-64 0,1 1-16 0,0 0-15072 0</inkml:trace>
  <inkml:trace contextRef="#ctx0" brushRef="#br0" timeOffset="143436.76">8706 8559 18431 0,'0'-2'816'0,"0"-1"160"0,0 1-784 0,0 1-192 15,0-1 0-15,0 2 0 0,1 0 1712 0,-1 0 288 16,0-3 64-16,1 1 16 0,1 2-864 0,-1 0-160 16,1 0-32-16,-1 2-16 0,-1 1-432 0,0 0-64 15,0 3-32-15,-1 0 0 0,1 2-32 0,-2 0-16 16,0 2 0-16,0 1 0 0,1 1-176 0,-1-2-16 16,0 1-16-16,1 0 0 0,1 0-32 0,0-4-16 15,3 2 0-15,0-2 0 16,1-2-32-16,1 2 0 0,0-2 0 0,1-1 0 0,0-1-144 0,-6-3 0 0,0 0 0 0,0 0 0 15,0 0 0-15,38 24 0 0,-38-24 0 0,0 0 0 16,0 0 0-16,0 0 0 0,31 33 0 0,-31-33 0 16,0 0-128-16,0 0 128 0,0 0 0 0,13 36 0 31,-13-29 0-31,-3 2 0 0,1 1 0 0,-1-1 0 0,-2 0 0 0,0 1 0 0,0-3 0 0,-1 2 128 16,2-1-128-16,-2-3 0 0,0 2 0 0,-1-1 128 15,1-1-128-15,-1-1 160 0,1-1-160 0,0 0 160 16,1-1 144-16,0-2 16 0,-1 0 16 0,2 0 0 0,-2-2-112 0,1-1-32 15,0 0 0-15,-1-2 0 0,2 1-192 16,-1-2 128-16,0 1-128 0,1-1 0 16,1 0-128-16,0 1-128 0,2 1-32 0,0-1-15984 15</inkml:trace>
  <inkml:trace contextRef="#ctx0" brushRef="#br0" timeOffset="143713.79">8737 8603 28559 0,'-6'-8'1264'0,"3"2"272"0,1 1-1232 0,1 3-304 0,1 0 0 0,1 0 0 31,1 1 1216-31,0-3 192 0,2-1 48 0,3-2 0 15,1 0-176-15,3-1-48 0,1 4 0 0,1-1 0 16,1 0-624-16,0 3-128 0,0 0-32 0,1 0 0 16,-15 2-320-16,0 0-128 0,41 2 0 0,-41-2 0 15,0 0 0-15,0 0-208 0,40 9 16 0,-40-9-17392 16</inkml:trace>
  <inkml:trace contextRef="#ctx0" brushRef="#br0" timeOffset="145576.9">10048 8193 9215 0,'1'0'816'0,"-1"0"-656"0,-1 0-160 0,1 0 0 16,0 0 1184-16,0 0 208 0,-1 0 32 0,0 0 16 15,-1 0 16-15,1 0 0 16,-2 3 0-16,-1-3 0 0,0 3-352 0,-2 0-64 0,-1 1-16 0,-1 2 0 16,-1-1-16-16,-2 2-16 0,1 0 0 0,-2 0 0 15,2-2-32-15,-3 2-16 0,-2 1 0 0,-2-1 0 0,1 2-160 16,-1-2-16-16,-1-1-16 0,-1 2 0 0,-1-2-240 0,1 1-32 15,-2 1-16-15,2-2 0 0,0 0-272 16,2 2-48-16,2-4-16 0,2 1 0 16,3 0 0-16,2-3 0 0,2 1 0 0,0-1 0 15,2 0 272-15,2-1 48 0,1 1 16 0,0-2 0 0,1 0-80 0,0 0 0 16,2 0-16-16,0 2 0 0,2-2 48 0,1 2 16 16,0 0 0-16,-5-2 0 0,0 0-160 0,0 0-16 15,0 0-16-15,38 27 0 0,-38-27-112 0,0 0-128 16,0 0 176-16,40 31-176 0,-40-31 192 0,0 0-192 0,0 0 192 15,47 30-192-15,-47-30 144 0,0 0-144 0,0 0 0 0,49 19 144 16,-49-19-144-16,0 0 0 0,35 5 144 0,-24-3-144 16,0-2 0-16,0 0 0 0,0 0 0 0,-2 0 128 15,0 0-128-15,0 0 0 0,1 3 0 0,-10-3-18720 16</inkml:trace>
  <inkml:trace contextRef="#ctx0" brushRef="#br0" timeOffset="146631.84">10483 8170 10127 0,'-2'-3'896'0,"1"-1"-704"0,0 3-192 0,0-1 0 15,1 2 720-15,0-2 112 0,0 2 32 0,0-3 0 16,1 1 1280-16,-1-3 256 0,1 3 48 0,1-3 16 16,-1 0-160-16,0 3-48 0,1-2 0 0,0 3 0 15,1-3-720-15,1 3-160 0,-2-1-32 0,1 0 0 16,2 2-448-16,-1-2-112 0,-1 2-16 0,2 0 0 15,0 0-336-15,-1 2-80 0,2-1-16 0,-1 2 0 16,2 0-144-16,0 2-16 0,-7-5-16 0,0 0 0 16,0 0-160-16,33 38 0 0,-33-38 144 0,0 0-144 15,29 54 0-15,-29-54 0 0,19 45 0 0,-19-45 0 0,15 45 0 0,-15-45 0 16,11 51 0-16,-11-51 0 0,8 49 0 16,-8-49 0-16,5 42 0 0,-5-25 0 0,0-3 0 0,-2-1 0 15,0-2 0-15,-1-2 0 0,0-1 0 0,-1-2 0 16,0-1 0-16,0 0 0 0,1-3 0 0,-2-1 0 15,1 1 0-15,-1-2 0 0,-1-2 0 0,0-1 0 16,-1-1 0-16,0-2 0 0,-1 0 0 0,1-2 0 16,0 1 0-16,-2-4 128 0,1 1-128 0,0 0 0 15,-1-2 0-15,2 1 0 0,-2-3 0 0,0 1 0 16,2-1 0-16,-2-1 0 0,2 0 0 0,0 1 0 16,-1-1 0-16,2-2 0 0,0 3 0 0,1 0 0 15,1 2 0-15,1 0 0 0,2 3 0 0,1-2 0 0,1 3 0 16,3-2 0-16,0 1 0 0,3 0 0 0,-1 1 0 0,1 1 0 15,1 0 0-15,0 0 0 16,2 2 0-16,-1-2 0 0,1 2 0 0,1-1 0 0,2-2 0 0,0 2-128 16,2-2 128-16,1 1 0 0,0 0 0 0,0-3 0 15,0 4 0-15,1-2 0 0,0 4 0 0,-1-1 0 16,0 2 0-16,-1 1 0 0,0 2 0 0,-3 0 0 16,0 0 0-16,-2 2-128 0,-1 0 128 0,-1 1 0 15,-3 0 0-15,2 0-128 0,-3 0 128 0,1 2-17584 16</inkml:trace>
  <inkml:trace contextRef="#ctx0" brushRef="#br0" timeOffset="147024.34">10902 7951 17503 0,'-2'-1'768'0,"1"0"176"0,0 1-752 0,0 0-192 15,1 0 0-15,0 0 0 0,0 0 2768 0,1-2 528 16,1 1 96-16,1 1 32 0,1-2-992 0,3 0-192 16,0 0-32-16,2-1-16 0,-1 1-1360 0,2-1-288 15,2 3-48-15,-1-2-16 0,0 2-352 0,0 0-128 16,-1 2 0-16,0-2 0 0,0 3 0 0,0-1 0 16,-2 1 0-16,-1 0 0 0,-1 0 0 0,-2 0 0 15,0 0 0-15,-2 1 0 0,-1 1 0 0,-2 0 0 0,-1-1 0 16,-1 1 0-16,-1 0 0 0,-3-1 0 0,1 4 0 0,-3-4 0 15,1 2 0-15,0-1 0 0,-1-2 0 0,0 1 0 16,1 0 0-16,0-3 0 16,1 0 0-16,1-1 0 0,1 0 0 0,1 2 128 0,2-2-128 0,0 0 0 15,3 0 0-15,1 0 0 16,1 0 0-16,1 1 0 0,0-1 176 0,4 0-176 0,0 0 192 0,2 0-192 16,1-1 320-16,1 1-64 0,0-2 0 0,1 2 0 15,0-1-256-15,1 0 0 0,0-1 0 0,0 1 0 16,-1-1 0-16,1 2 0 0,0-3 0 0,0 3 0 31,0-2-384-31,-1 0-64 0,-13 2-32 0,26 0-17216 0</inkml:trace>
  <inkml:trace contextRef="#ctx0" brushRef="#br0" timeOffset="147495.84">11632 8138 16575 0,'1'1'736'0,"0"-1"160"0,1 2-720 0,-2-2-176 0,0 1 0 0,0 1 0 15,0-2 1984-15,0 2 352 0,-1 0 80 0,0 3 16 16,0-2 64-16,0 1 0 0,-2-1 16 15,-1 1 0-15,-1 1-1488 0,0-3-288 0,-2 3-64 0,-2 0-16 16,-1-1-432-16,-1 1-96 0,-3 0 0 0,-1 0-128 16,-1 0 128-16,-1 1-128 0,-3 0 0 0,0 1 0 15,0 0 0-15,0 0 0 0,0 1 128 0,0 0-128 16,-1-1 0-16,1 1 0 0,3-1 0 0,2 0 0 0,3-3 0 0,3 1 0 16,3 0 0-16,2-3 0 0,2 0 240 0,1-1-64 15,2-1-16-15,0 0 0 0,3 0 288 0,0-1 64 16,1-1 16-16,2 1 0 0,0 0-96 0,1 1-32 15,0-2 0-15,0 0 0 0,1 2-224 0,1-1-48 16,1 1-128-16,-11 0 192 0,0 0-192 0,40 3 128 16,-40-3-128-16,0 0 0 0,45 7 0 0,-45-7 128 15,0 0-128-15,49 14 0 0,-49-14 0 0,0 0 0 16,53 15 0-16,-53-15 0 0,0 0 0 0,45 18 0 16,-45-18 0-16,0 0 0 0,41 14 0 0,-41-14 0 0,0 0 0 15,0 0-18656-15</inkml:trace>
  <inkml:trace contextRef="#ctx0" brushRef="#br0" timeOffset="148892.94">12481 7733 10127 0,'-2'1'896'0,"0"1"-704"0,1-2-192 0,1 2 0 15,-1-2 608-15,-1 0 96 0,-1 2 0 0,-2 3 16 16,-1 0 1152-16,-1 0 240 0,1 4 32 0,-2-1 16 16,3 3-656-16,-3 1-128 0,2 2-32 0,0 3 0 15,-1 1-64-15,1 4 0 0,1-1-16 0,-1 1 0 16,1 4 32-16,0-2 16 0,1 1 0 0,3-5 0 16,-1-2-336-16,2-18-64 0,0 0-16 0,8 36 0 15,-8-36-384-15,0 0-96 0,0 0-16 0,34 7 0 0,-20-14-80 0,2-5 0 16,2-2-16-16,0 0 0 0,0-3-144 0,-1-2-32 15,-2 1 0-15,-1 0 0 0,-1 0-128 0,-3-3 0 16,1 1 0-16,-4-1 0 0,-1 2 0 0,-3 0 0 16,-1 3 0-16,-4 1 0 0,-1 1 0 0,-2 2 0 15,-2 0 0-15,-1 3 0 0,-1-1 0 0,0 4 0 16,-1 0 0-16,0 3 0 0,1 2 0 0,0 1 0 16,0 0 0-16,0 2 0 0,1 0 0 0,0 1 0 15,2 2 0-15,0-1 0 0,2 2 0 0,2-1 0 0,1-1 0 16,1 1 0-16,2-1 0 0,1-1-224 0,3 1 80 0,0 1-17856 15</inkml:trace>
  <inkml:trace contextRef="#ctx0" brushRef="#br0" timeOffset="149082.23">12682 7871 24879 0,'1'2'1088'0,"0"1"256"0,1 0-1088 0,-1-2-256 0,-1 1 0 0,0 1 0 15,1-1 1776-15,0 1 288 0,1 1 64 0,1 4 16 16,-3-8-976-16,0 0-192 0,0 0-32 0,0 0-16 16,30 36-784-16,-30-36-144 0,0 0 0 0,0 0 0 15,0 0-512-15,0 0 0 0</inkml:trace>
  <inkml:trace contextRef="#ctx0" brushRef="#br0" timeOffset="149381.4">12902 7754 4607 0,'0'-3'400'0,"-1"2"-400"16,0-1 0-16,0 2 0 0,0 0 1728 0,1 2 256 16,0-1 48-16,-2 0 16 0,-2 4 368 0,-1 1 80 0,0 3 0 15,-2 2 16-15,1 1-176 0,-1 2-32 0,3 0-16 0,-1-1 0 16,2 1-800-16,1-2-144 0,3-1-48 0,1-4 0 16,-2-7-656-16,0 0-128 15,0 0-16-15,0 0-16 0,0 0-320 0,38 20-160 0,-29-21 160 0,0-4-160 16,0 1 272-16,1-4-32 0,0-1-16 0,1 0 0 15,-1-3-80-15,0 1-16 0,-1-2 0 0,-1 3 0 16,-2-1-128-16,-1 1 0 0,-2 1 0 0,-2 1 0 16,-1-1 0-16,-3 2 0 0,-1 0 0 0,-1 1 0 15,-3 0 0-15,0 1 0 0,-1 1 0 0,-3 1 0 16,1 1 0-16,-1 2 128 0,0 0-128 0,-1 0 0 16,1 2 0-16,1 1 0 0,1-1 128 0,0 3-128 0,1 0 0 0,3-2 0 15,2 1 0-15,1 0 0 0,2-1-288 0,1-1-32 16,3 1-16-16,0-1-15952 15</inkml:trace>
  <inkml:trace contextRef="#ctx0" brushRef="#br0" timeOffset="149821.76">13077 7657 13823 0,'1'-1'1216'0,"1"0"-960"16,-1-1-256-16,0 1 0 0,0 1 2480 0,0 0 448 0,2-2 80 0,1 0 32 15,3-2-160-15,2-1-48 16,0 2 0-16,3 1 0 0,-1-3-1808 0,1 0-384 16,1 3-64-16,0-2 0 0,0 1-240 0,-1 2-32 0,2-1-16 0,-14 2 0 15,0 0-144-15,33 2-16 0,-33-2-128 0,0 0 192 16,0 0-192-16,0 0 0 0,0 0 0 0,0 0 0 16,0 0 0-16,0 0 0 0,7 36 0 0,-14-28 0 15,-2-1 0-15,-1 2 0 0,-1-2 0 0,0 2 0 16,0-1 0-16,-1-1 0 0,3 0 0 0,-1-3 0 15,1 4 0-15,3-4 0 0,0-1 0 0,4 2 0 0,0-3 0 16,3-2 0-16,1 0 0 0,2 0 0 0,1 2 0 16,1-4 0-16,1 2 0 0,2 0 0 0,2 0 0 0,1 0-128 15,-12 0 128-15,0 0 0 0,40 5 0 0,-40-5 0 16,0 0 0-16,37 8 0 0,-37-8 0 0,0 0-128 16,0 0 128-16,0 0 0 15,39 21 0-15,-34-15 0 0,-2-1 0 0,-2 1 0 0,0 0 0 16,-2-1 0-16,-1-1 0 0,-1 1 0 0,-2 0 0 0,-1-1 128 15,0 1-128-15,-2-1 0 0,-1 2 0 0,0-1 128 16,1-1-128-16,-3-1 0 0,-1 4 0 0,0-3 0 16,0 1 0-16,1 0 0 0,1-2 0 0,2 1-192 15,1 1 48-15,2-4 0 16,2 0-1600-16,1 1-320 0</inkml:trace>
  <inkml:trace contextRef="#ctx0" brushRef="#br0" timeOffset="150168.37">13436 7655 14735 0,'2'-2'1312'0,"-1"1"-1056"15,-1 1-256-15,0 0 0 0,0 0 1904 0,0 0 320 0,1 0 64 0,-1 0 16 16,1 0 208-16,0 0 48 0,-1 0 16 0,0 3 0 16,0-2-1744-16,-1 3-336 0,0 0-80 0,0 1-16 15,0 0-192-15,0 3-32 0,1 0-16 0,1 0 0 16,-1 1-160-16,2-2 0 0,1-1 0 15,-3-6 0-15,0 0 0 0,0 0 0 0,0 0 0 0,0 0 0 16,33 37 0-16,-33-37 0 0,0 0 0 0,0 0 0 16,0 0 192-16,37 26-32 0,-37-26-16 0,0 0 0 15,0 0-144-15,0 0 128 0,0 0-128 0,30 33 128 16,-28-28-128-16,-2 0 0 0,-1-1 0 0,-1 1 0 0,-1 1 0 0,-1 0 0 16,-1-1 144-16,0 0-144 0,0 2 160 0,-2-3-32 15,2 1-128-15,-2 1 192 16,0 0 176-16,-1-1 16 0,0-1 16 0,-1-1 0 0,0 2-224 0,-3-3-48 15,2 0-128-15,-1-1 192 0,0 0-192 0,0-1-288 16,0-1 64-16,0-1-16272 0</inkml:trace>
  <inkml:trace contextRef="#ctx0" brushRef="#br0" timeOffset="150340.79">13426 7649 15663 0,'8'-3'688'0,"-2"0"144"0,1 1-656 0,-3-1-176 0,0 3 0 0,-2-2 0 16,1 2 1232-16,4-2 224 0,4-1 32 0,3-2 16 16,4 2-544-16,-2-3-96 0,2 1-32 0,-2 1 0 15,-1-1-608-15,-1 0-224 16,1 0 144-16,-1 0-144 0,-1 1-384 0,-2-1-176 16</inkml:trace>
  <inkml:trace contextRef="#ctx0" brushRef="#br0" timeOffset="150875.57">13779 7558 8287 0,'4'-5'368'0,"-1"2"80"0,1 1-448 0,-2 0 0 16,-2 2 0-16,0-2 0 0,0 2 2560 0,0 0 448 0,0-2 64 0,0 1 32 0,0 1 1072 0,-1 0 224 16,-1 0 32-16,-2 3 16 0,0 1-3120 0,0 1-624 15,-1 2-128-15,0 3-32 0,1-1-128 0,-1 0-32 16,1 1 0-16,1 2 0 0,1-2-384 0,1 1 128 15,1-3-128-15,1 2 0 16,-1-10 0-16,0 0 0 0,0 0 0 0,0 0 0 16,28 35 0-16,-28-35 0 0,0 0 0 0,0 0 0 0,0 0 0 0,43 24 0 0,-43-24 0 0,0 0 0 15,0 0-128-15,0 0 128 0,37 26 0 0,-37-26 0 16,0 0 0-16,0 0 0 0,0 0 0 0,0 0 0 16,15 38 0-16,-16-30 0 0,-1-2 0 0,0 0 0 15,-2 0 0-15,-1 0 0 0,1-1 0 0,-1 0 0 16,-1-1 0-16,-1-1 0 0,0 2 0 0,-2-3 0 15,0 1 0-15,-2 1 0 0,-1-1 0 0,-1-3 0 0,2 2 0 16,0-2 0-16,-1 0 0 0,2-2 0 16,2-1 0-16,1 1 0 0,0-3 0 0,1 0 0 0,3 0 0 0,0-1 0 15,2 1 0-15,1-2 0 0,1 0 0 0,0 2 0 16,2-2 0-16,0 2 0 0,2-2 0 0,1 1 0 16,-1 0 0-1,3-1 0-15,-1 0 0 0,1 0 0 0,2 0-144 0,-1 0 144 0,0-1 0 0,1 1 0 16,1-1 0-16,-2-1 0 0,0 0 0 0,1 0 0 15,0-1 0-15,-2 0 0 0,-1 1 0 0,0 0 0 16,-2-3 0-16,0 0 0 0,-2-1 0 0,-1 0 0 16,-3-1 0-16,-1 2 0 0,0 0 0 0,-2 0 0 15,1 2 0-15,-3-1 0 0,0 4 0 16,-3 0 0-16,2 3 0 16,-2 3 0-16,0 1 0 0,1 2 0 0,-1 3 0 0,3 2 0 31,0-2-512-31,1 2-112 0,2 0-16 0,0 2-15872 0</inkml:trace>
  <inkml:trace contextRef="#ctx0" brushRef="#br0" timeOffset="151331.72">14037 7652 12895 0,'4'-3'1152'0,"0"0"-928"16,-1 1-224-16,-1 1 0 0,0-1 1504 0,1 0 256 15,3-2 48-15,3-2 16 0,2-3 32 0,2-3 0 16,0 2 0-16,-2-2 0 0,-2 3-464 0,-1-1-96 16,-2 1-16-16,-2-1 0 0,0 1-448 0,-3 2-80 15,-1-1-32-15,0 2 0 0,-3-1-400 0,-2 2-96 16,-1-2-16-16,-2 4 0 0,-2 1-208 0,0-2 0 16,-1 4 128-16,-1 2-128 0,0 0-192 0,2 0-64 15,2 0-32-15,0 1 0 0,1 2 96 0,1-1 32 16,0 1 0-16,1 0 0 0,1 0 160 0,1 2 0 15,1-3 0-15,1 2 0 0,2 0 0 0,1 0 0 16,0 0 0-16,-2-6 0 0,0 0 0 0,0 0 0 0,0 0 0 0,0 0 0 16,40 20 0-16,-32-18 0 0,-8-2 0 0,0 0 0 15,0 0 0-15,0 0 0 0,39 11 0 0,-32-8 0 16,-1-1 0-16,-1 0 0 0,-2 3 0 0,1-2 0 16,-1-1 0-16,-1 1 0 0,0 2 0 0,-2 0 0 15,0-1 0-15,0 3 0 0,-1 0 0 0,0 0 0 16,-2 2 0-16,0 1 0 0,0-1 0 0,1 3 0 15,-1 0 0-15,-1 0 144 0,1 0-144 0,0 0 0 16,0 2 432-16,1-4-32 0,0-1 0 0,2 0 0 16,0-1-80-16,1-1 0 0,0 2-16 0,1-4 0 15,1 0-304-15,0-3-224 0,1 0 32 0,1-2-15376 16</inkml:trace>
  <inkml:trace contextRef="#ctx0" brushRef="#br0" timeOffset="151708.79">14350 7574 4607 0,'3'-6'400'0,"-2"3"-400"16,0 0 0-16,0 1 0 0,-1 2 3584 0,0 0 624 15,0-1 128-15,0 1 16 0,1-1-928 0,-1 1-192 16,1-2-32-16,-1 2-16 0,-1 0-1664 0,1 2-336 16,-1 0-64-16,0 0-16 0,1 1-448 0,-1 2-80 15,0-1-32-15,-1 4 0 0,1-2-160 0,0 2-16 16,1-1-16-16,-1 2 0 0,1-9-192 0,0 0-32 15,0 0-128-15,5 34 192 0,-5-34 0 0,0 0 0 0,0 0 0 16,0 0 0-16,13 44-32 0,-13-44-16 0,0 0 0 0,0 0 0 16,0 0-144-16,14 38 0 0,-14-38 0 0,0 0 128 15,0 0-128-15,0 0 0 0,10 38 0 0,-10-38 0 16,0 0 0-16,0 0 0 0,0 0 0 0,8 36 0 16,-8-36 0-16,0 0 0 0,0 0 0 0,0 0 0 15,0 0 0-15,8 39 0 0,-8-35 0 0,0 1 0 16,0-1 0-16,0-1 0 0,-1 1 0 0,-2 1 0 15,0-3 0-15,-1 1 0 0,0-1 0 0,-2 1 0 0,-1-1 0 16,-3-1 0-16,-1 0 0 0,-1-1 0 0,-1 0 0 0,-3 0 0 16,-2-1 0-16,-2-2 0 0,1-2 0 0,2 0 0 15,2-2 0-15,2-2 0 16,1-1-624 0,2-4-96-16,1 0-32 0,2-3-16576 0</inkml:trace>
  <inkml:trace contextRef="#ctx0" brushRef="#br0" timeOffset="151897.54">14285 7582 11055 0,'6'-5'976'0,"0"0"-784"16,1 3-192-16,-1-3 0 0,-1 3 2768 0,-2 1 512 15,2-1 112-15,4 0 0 0,6-5-560 0,6 0-112 16,6-4-32-16,3 0 0 0,0 0-1616 0,-1 1-336 16,1 3-64-16,-2-3-16 0,-1 4-304 0,-3 1-64 0,-3 2-16 15,-2 1 0-15,-3-1-272 0,-2 3 160 0,-3 0-160 0,-4 0 128 16,-2 3-288-16,-4-2-64 0,0 2-16 0,-4 2-15776 15</inkml:trace>
  <inkml:trace contextRef="#ctx0" brushRef="#br0" timeOffset="152590.06">12144 8275 7359 0,'-4'-1'656'0,"1"1"-528"0,1 0-128 0,0 0 0 15,1 2 1232-15,0-2 224 0,-3 0 32 0,-2 0 16 16,-1 2 544-16,-1-2 128 0,1 1 0 16,1 1 16-16,1 0-432 0,1 1-96 0,1-3 0 0,2 2-16 15,0 0-416-15,0-2-80 0,1 3 0 0,2-1-16 0,0-1-464 0,2 1-96 16,1 0 0-16,1-1-16 16,3 0 80-16,-1-1 32 0,0 2 0 0,3-2 0 0,-11 0-224 0,31 0-64 15,-14 0 0-15,1-2 0 0,4 2-160 0,2-2-32 16,0 0-16-16,2-1 0 0,2 1-176 15,2 0 160-15,3 1-160 0,0-1 160 0,2 2-160 0,0 0 0 16,-1 0 144 0,1 0-144-16,1-1 0 0,1 0 128 0,0 1-128 0,3-2 0 15,4 1 144-15,2 1-144 0,3-2 192 0,-1 2-192 0,-3-3 192 0,3-1-192 16,7-1 192-16,4-1-192 0,2 1 144 0,2-1-144 0,3-2 0 16,1 0 144-16,3-2-144 0,0 3 160 0,3-1-160 0,-3 0 160 15,1-1-16-15,0 1 0 0,0-1 0 0,3 4 0 16,3 0 128-16,1 0 32 0,-4-2 0 0,4 2 0 15,4 3-144-15,0 1-32 0,-4-2 0 0,-3 0 0 16,-1 1-128-16,-3 2 128 0,-4 5-128 0,-5-5 128 16,-7 2-128-16,-3-2 0 0,-2 1 0 0,-4 2 0 15,-5 3 0-15,-6 0 0 0,-35-6 0 0,49 14-12160 16,-49-14-2480-16</inkml:trace>
  <inkml:trace contextRef="#ctx0" brushRef="#br0" timeOffset="154735.4">13102 8459 14735 0,'0'0'1312'0,"0"0"-1056"16,0-2-256-16,0 1 0 0,0 1 1920 0,-1 0 336 15,1-2 64-15,-1 0 16 0,1-1 352 16,0-1 64-16,0 1 0 0,0 1 16 16,0 0-928-16,0-1-192 0,1 1-48 0,-2 1 0 0,0 1-944 0,-1 0-192 15,1 0-32-15,-2 1-16 0,0 1-288 0,-1 3-128 16,-2-3 0-16,1 5 128 16,-2 0-128-16,0 1 0 0,-3 1 0 0,1 0 0 15,1 1 0-15,0 0 0 0,-1-1 0 0,2 0 0 0,1 1 0 0,2-3 0 16,1 0 0-16,1 0 0 0,2 0 0 0,1 1 0 15,2-4 0-15,-1 3 0 0,2-3 0 0,-4-4 0 0,0 0 0 0,0 0 0 16,0 0 0-16,40 35 0 16,-40-35 0-16,0 0 0 0,0 0-128 0,39 37 128 15,-39-37 0-15,0 0 0 0,27 36 0 16,-27-36 0-16,0 0 0 0,17 37 0 0,-17-37 0 0,0 0 0 0,2 29 0 0,-4-20 0 16,-3-1 0-16,-1-1 0 0,-1 2 0 0,-1-1 0 15,-2-1 0-15,0 0 0 0,-1 0 0 0,-1-2 0 16,-1-1 0-16,0-2 0 0,0-1 0 0,2-1 0 15,0-1 0-15,0-3 0 0,2-1 0 0,1-2 0 16,1-3 0-16,3 1 0 0,0-3 0 0,1 0 0 0,3-1-144 0,2 0-16 16,1-1 0-16,2 2 0 0,4-2-144 0,0 0-16 15,0 2-16-15,4-3 0 0,1 1 336 0,3-2 0 16,-1 2 0-16,1-3 0 0,2 3 0 0,-1-1 0 16,2 0 0-16,-2 1 0 0,0 1 0 0,-1 1 0 15,-1 2 0-15,-3 1 0 0,-1 0 0 0,-3 1 0 16,-2 1 0-16,-1-2 0 15,-2 2 0-15,-2 0 0 16,-1-1 128-16,-2 4-128 0,-2-3 224 0,-3 4 16 0,-1-1 0 0,-2 1 0 0,-1 1 0 0,-1-1 0 16,0 3 0-16,0 0 0 0,-1 1-240 0,1 1 128 31,-1 0-128-31,3 1 0 0,1 1 0 0,0-1 0 0,3 2 0 0,0-1 0 31,2 1-928-31,2 0-224 0</inkml:trace>
  <inkml:trace contextRef="#ctx0" brushRef="#br0" timeOffset="154935.44">13326 8646 15663 0,'3'-2'1392'0,"-1"0"-1120"0,0 1-272 0,0-1 0 15,-1 2 2176-15,-1 0 368 0,1 0 80 0,1 0 0 0,0 0 384 0,2 2 64 16,-1-1 0-16,1 3 16 15,1 3-2000-15,-3 0-384 0,-2-7-96 0,0 0-16 0,0 0-432 0,12 40-160 16,-12-40 0-16,0 0 144 0,0 0-144 16,15 41 0-16,-15-41-192 0,0 0-16896 15</inkml:trace>
  <inkml:trace contextRef="#ctx0" brushRef="#br0" timeOffset="155402.14">13646 8551 25791 0,'2'-2'1152'0,"-1"2"224"0,2-3-1104 0,-2 3-272 0,0 0 0 0,0-2 0 16,1 2 1664-16,1-1 288 0,2 0 48 0,1-2 16 16,1 1-720-16,2-1-144 0,-1 1-16 0,0 0-16 15,1 0-432-15,-2-1-96 0,2-1-16 0,-2 1 0 16,-1-2-320-16,1 0-80 0,-1 1-16 0,-1-1 0 15,-1-1-160-15,-1 0 0 0,-2-2 0 0,0 0 0 16,-2 1 0-16,-1-3 0 0,-4 1 0 0,0 0 0 16,-4 1 0-16,0 1 0 0,-2 0 0 0,0 4 0 15,-2 1-208-15,0 2 16 0,-2 3 16 0,0 3 0 16,0 2-448 0,2 1-80-16,1 0-32 0,2 1 0 0,2 2 288 0,-1 0 48 0,4 0 16 0,0-2 0 15,3 1 384-15,1-2 0 0,2 1 0 0,2-5 0 0,2 2 0 16,2-5 0-16,-6-2 0 0,0 0 128 0,0 0 64 15,43 8 32-15,-29-9 0 0,0-1 0 0,0-1 160 0,-1 1 16 16,0-2 16-16,-1 1 0 0,-1 0-288 0,-1 1-128 16,-2 2 0-16,-2 0 128 0,0 3-128 0,-1 2 0 15,-3 1 0-15,0 2 0 0,-2 1 0 0,-2 0 0 16,0 3 0-16,-3 2 0 0,-1 1 0 0,0 0 0 16,-1 2 0-16,0 0 0 0,0 0 0 0,-1-2 0 15,1 1 0-15,0-2 0 0,2 0 0 0,0-4 0 16,2 0 0-16,2-4 0 0,1-1 0 0,1-2 0 15,1-1 0-15,1-2-11152 16,2-2-2224-16</inkml:trace>
  <inkml:trace contextRef="#ctx0" brushRef="#br0" timeOffset="155651.44">14003 8409 18431 0,'3'-5'816'0,"-1"3"160"0,0-3-784 0,0 3-192 0,-1 2 0 0,0-2 0 16,0 1 1520-16,1-1 256 0,2 2 48 0,-1-4 16 15,1 3-400-15,0-1-80 0,-1 2-16 0,-2 3 0 16,0 3-112-16,-1 2-16 0,0-8-16 0,-2 29 0 16,0-11-384-16,-1 3-80 0,-1-2-16 0,0 2 0 15,0 2-400-15,-1 2-96 0,0-1-16 0,-1 2 0 16,1-5 96-16,1 3 16 0,1-3 0 0,1 1 0 15,2-22-320-15,0 35 0 0,0-35 0 0,0 0-17152 16</inkml:trace>
  <inkml:trace contextRef="#ctx0" brushRef="#br0" timeOffset="157654.1">15423 8053 8287 0,'-2'-2'736'0,"1"2"-592"0,1 0-144 0,0 0 0 15,0 0 992-15,0 0 160 0,-1 0 48 0,1 0 0 16,-1 0 608-16,1 0 128 16,1 0 32-16,2 0 0 0,0 0-464 0,0-2-96 0,3 2 0 0,1-1-16 15,0-1 32-15,1 1 16 0,3 0 0 0,1-1 0 16,3-1-32-16,1-1 0 0,2 1 0 0,-2-1 0 16,2 1-656-16,-1 0-144 0,-1 1-32 0,1 0 0 15,-2-1-384-15,0 1-192 16,-2 0 160-16,-1 1-160 0,-1-1 0 0,-1 1 0 0,-1 0 0 0,-1 1 0 15,-2 0-368-15,-1 0-64 0,-2 0-16 0,-2 2-10304 16,-2 0-2048-16</inkml:trace>
  <inkml:trace contextRef="#ctx0" brushRef="#br0" timeOffset="157920.26">15460 8160 12895 0,'-5'0'576'0,"3"0"112"0,0 0-560 0,1 0-128 0,0 0 0 16,1 0 0-16,0 0 2416 0,0 0 448 16,1 0 80-16,1 0 32 0,1-2-64 0,3 0-16 0,2 1 0 0,2-3 0 15,3 1-1248-15,-1 1-256 0,3-3-48 0,1 2-16 16,0 0-688-16,0 0-144 16,-2 0-32-16,1-1 0 0,-1 1-320 0,-1 1-144 0,0 2 128 0,-1-2-128 15,-1 1 0-15,0-1 0 0,-2 2 0 0,-1-2 0 16,0 2 0-16,-2-1 0 0,-1 1 0 0,-2 0 0 15,-1 0-336-15,0 1-48 0,-1 1-16 0,-1-2-17264 16</inkml:trace>
  <inkml:trace contextRef="#ctx0" brushRef="#br0" timeOffset="158171.97">15424 8321 14735 0,'-2'1'640'0,"0"-1"160"0,2 0-640 0,0 0-160 16,0 0 0-16,1 0 0 0,1 0 2656 0,0 0 496 16,1-1 112-16,0-1 0 0,4 0-432 0,0-1-80 15,1 1-32-15,3 0 0 0,0 0-1408 0,1-1-288 0,2 0-48 0,1 2-16 16,0-2-592-16,2 1-128 15,1-1-32-15,0 0 0 0,1 1-208 0,-1 0 0 16,-1 0 128-16,1 1-128 0,-2-1 0 0,1-1 0 0,-1 1 0 0,-2 1 0 31,-1 0-448-31,-1-1-96 0</inkml:trace>
  <inkml:trace contextRef="#ctx0" brushRef="#br0" timeOffset="159023.29">16127 7912 5519 0,'0'-1'496'0,"-1"-1"-496"0,1 2 0 0,-1 0 0 15,1 2 832-15,0-2 64 0,0 1 0 0,-1 1 16 16,0 1 688-16,-1 0 128 0,0 2 16 0,1 0 16 16,-1 0 160-16,-1 4 48 0,0 3 0 0,-2 3 0 15,1 3-720-15,-1 1-144 0,1 3-16 0,-2-1-16 16,0 2-128-16,0-3-32 0,0 1 0 0,0-1 0 0,0 0-144 0,1-2-16 16,-1 0-16-16,2 1 0 0,2-5-240 0,-1 0-48 15,2-2-16-15,0 0 0 0,0-4-432 0,1 1 0 16,0 0 0-16,0 1-9888 15,1-4-2016-15</inkml:trace>
  <inkml:trace contextRef="#ctx0" brushRef="#br0" timeOffset="159212.73">16197 8179 14735 0,'2'-2'1312'0,"0"1"-1056"0,-1 1-256 0,0 0 0 16,0 1 2368-16,-1 1 400 0,2 0 96 0,-1-1 16 15,3 3-48-15,0-1 0 0,-4-3 0 0,0 0 0 16,0 0-1616-16,0 0-320 0,0 0-64 0,0 0 0 16,24 40-544-16,-20-37-96 0,-1 1-32 0,2-2 0 15,0 1-160-15,-1-1 0 16,2-4 0-16,-1 1-17248 0</inkml:trace>
  <inkml:trace contextRef="#ctx0" brushRef="#br0" timeOffset="159591.31">16436 8016 8287 0,'-1'-3'736'0,"0"0"-592"16,1 1-144-16,-1 1 0 0,1 0 3184 0,0 1 592 16,0 0 128-16,-1 0 32 0,1 0-704 0,-1 0-144 15,-1 0-16-15,0 2-16 0,0 1-1824 0,-1 2-352 0,-1 1-80 16,-1 4-16-16,0 2-192 0,-1 0-32 0,1 2-16 0,-2 0 0 15,2 1-272-15,-1 1-48 16,1-1-16-16,2-1 0 0,1-2-208 0,1-3 0 0,2 0 128 0,1-2-128 16,1-2 0-16,3-3 128 0,0 1-128 0,1-3 0 31,1-3 0-31,2-1 0 0,-1-3 0 0,1 2 0 0,-1-4 192 0,2 1-64 16,-1-1-128-16,-1-1 192 0,0 1-192 0,-1-1 0 0,-1 1 128 0,-1-1-128 15,-2 1 0-15,0-2 0 0,-1 1 0 0,-2 0 0 16,-1 1 0-16,-1-1 0 0,-2 1 0 0,-2-1 0 15,1 3 0-15,-3 0 0 0,0 0 0 0,-1 2 0 16,0 1 0-16,-1 1 128 0,0 3-128 0,1 0 0 16,1 2 0-16,1 1 0 0,1 1 0 0,0-1 0 0,3 0 0 0,0 1-128 15,2-2 128-15,2 0-11840 16,1 1-2288-16</inkml:trace>
  <inkml:trace contextRef="#ctx0" brushRef="#br0" timeOffset="160141.91">16708 7935 16575 0,'4'-3'736'0,"-1"0"160"0,0 2-720 0,-2-2-176 0,0 3 0 0,0 0 0 16,0 0 1776-16,1-2 320 0,1 0 64 0,1-1 16 31,0 2-768-31,1-2-160 0,-1 0-32 0,1-1 0 0,0 1-80 0,-1-2-32 15,2 0 0-15,-1-2 0 0,0 0-272 0,1-2-48 0,0-1-16 0,0 1 0 16,-1-3-240-16,0 0-48 0,-2 2-16 0,0-1 0 16,-3 1-64-16,1-1-16 0,-1 1 0 0,-1 0 0 15,-1 3-192-15,-2 0-32 0,-2 3-16 0,0-1 0 16,-2 2-144-16,-3 3 192 16,0 2-192-16,-2 4 192 15,-1 0-192-15,-1 2 0 0,-3 2 0 0,0 1 128 0,3-1-128 0,1 1-192 0,-1 1 32 0,2 0 16 0,1 2-48 0,2-2 0 16,4-2 0-16,1 0 0 0,2 1 192 0,1-2 0 15,2-1 0-15,0-8 0 16,0 0 0-16,0 0 0 0,0 0 0 0,0 0 0 0,42 18 0 0,-29-20 0 31,1-2 0-31,1 1 0 0,0-3 128 0,1 0-128 16,-3 1 160-16,-1-1-160 0,1 0 128 0,-1 2-128 16,-1-1 0-16,-2 0 0 0,-1 1 0 0,-3 1 128 15,0 1-128-15,-1-1 0 0,-2 3 0 0,-1 0 0 16,0 0 0-16,-2 0 0 0,0 0 0 0,0 3 128 15,-2-1-128-15,-1 1 0 0,0 1 0 0,1 1 0 0,-2 0 0 16,0-1 0-16,0 2 128 0,-2 3-128 0,1 0 0 16,-1 3 0-16,0 2 224 0,-1 3-48 0,0 2-16 0,0 2 0 15,-1 0-160-15,1 1 160 0,0 2-160 0,-2 2 160 16,0-2-160-16,0 0 0 0,1-1 0 0,-1-2 128 16,0 1-128-16,2-1 0 0,1-2 0 0,0 0 128 15,1-2-128-15,2-1 0 0,4-16 0 0,-4 21 0 16,3-14 0-16,2-2 0 0,0-5 0 0,2 0 0 31,0-2-320-31,1-3-112 0</inkml:trace>
  <inkml:trace contextRef="#ctx0" brushRef="#br0" timeOffset="163268.28">16997 7917 13823 0,'-3'0'1216'0,"0"1"-960"16,1-1-256-16,1 2 0 0,0-2 1360 0,1 1 240 15,-3 1 32-15,-1 0 16 0,-1 1 144 0,2-1 16 16,-1 0 16-16,1 1 0 0,3 0-496 0,1-1-112 15,2-2 0-15,2 2-16 0,0-4 16 0,2 2 16 16,1-3 0-16,1-1 0 0,0 1-256 0,2 1-48 16,-1-1-16-16,1-2 0 0,0 2-352 0,-1 2-80 15,0-1-16-15,-2 0 0 0,-1 4-208 0,0 0-32 16,-1 0-16-16,-1 3 0 0,-1 0-208 0,-2 2 0 16,-2-7 128-16,0 0-128 0,0 31 0 0,-2-21 0 0,-3 3 0 15,0 0 0-15,-3 0 0 0,-1 2 0 0,-2-1 0 16,-1-1 0-16,-1 0 0 0,-1 0 0 0,0-2 0 15,0-1 0-15,0-1 0 0,0 0 0 0,0 1 0 0,0-3 0 16,1 1 0-16,2-2 0 0,2 1 0 0,2-4 0 16,2 1 0-16,2-1 0 0,3-1 0 0,1-2 0 15,2 0 0-15,1-2 0 0,5 0 0 0,0-1 0 16,3 0 0-16,2-1 0 0,1-1 0 0,1 0 0 16,0 3 0-16,0-3 0 0,1 2 0 0,-2-1 0 15,0 0 0-15,-1 1 0 0,0-2 0 0,0 3 0 0,-1-1 0 16,-2 1 0-16,-2-1 0 0,2 0 0 15,0 0-496-15,0 0-32 0,0-2-16 0,-1 3-17040 16</inkml:trace>
  <inkml:trace contextRef="#ctx0" brushRef="#br0" timeOffset="163677.79">17313 7887 15663 0,'1'0'1392'0,"1"-2"-1120"0,0 2-272 16,-1-2 0-16,0 2 1872 0,2-1 320 0,2-1 64 0,3 0 16 16,3-3 288-16,4 0 64 0,0-1 16 0,1 0 0 15,-1 2-1248-15,-1-1-256 0,-1 0-48 0,-1 1-16 16,0-1-368-16,0 2-64 0,-1-1 0 0,-1 1-16 16,0 1-240-16,-2-1-64 0,2 1 0 0,-3 1 0 15,-1 0-160-15,-1-1-32 0,0 0-128 0,0 1 192 16,-2 1-192-16,-1 0 144 0,1 0-144 0,-2 0 128 15,0 0-128-15,-1 0 192 0,1 1-192 0,-1 1 192 16,0 0-192-16,0-1 0 0,0 2 144 0,-1 0-144 16,1 0 0-16,-1 1 144 0,0 3-144 0,0 0 0 15,-1-1 0-15,0 0 0 0,0 2 0 0,1 3 0 16,-2-1 128-16,-1 4-128 0,0 1 0 0,0 3 0 0,-2 1 0 16,0 0 0-16,-2 3 0 0,1 1 0 0,-2 3 0 0,-2 1 0 15,2 1 0-15,-1-2 0 0,0-2 0 0,0-1 0 16,1-1 0-16,2-1 0 0,1-4 0 0,1-1 0 15,1-4 0-15,0-2 0 0,1 0 0 0,2-2 0 16,0-3 0-16,2 0 0 16,-1-3-448-16,0-1-64 0,1-1 0 0,0 0-17584 0</inkml:trace>
  <inkml:trace contextRef="#ctx0" brushRef="#br0" timeOffset="163945.03">17367 8080 13823 0,'-2'2'1216'0,"0"-2"-960"0,1 1-256 0,0 0 0 15,0-1 2496-15,0 0 464 0,-1 2 96 0,0 1 16 16,-2-1 32-16,1 1 16 0,0-1 0 0,2 0 0 16,1-2-1712-16,1 0-320 15,3 0-80-15,1-2-16 0,1 0-416 0,4-3-96 0,1-1-16 0,3-2 0 16,1 1-208-16,3-3-32 0,1 0-16 0,0 1 0 15,0-2-208-15,2 2 144 0,0 0-144 0,1 0 128 16,-4 2-128-16,1 0 0 0,-2 2 0 0,0-1 0 0,-2 1 0 16,-2 2-224-16,-2 1 80 0,-1-1-18528 15</inkml:trace>
  <inkml:trace contextRef="#ctx0" brushRef="#br0" timeOffset="165409.29">17836 7928 7359 0,'0'-2'656'0,"0"1"-528"16,0 1-128-16,0 0 0 0,1 1 752 0,-1 1 112 15,1-1 32-15,0 2 0 0,0 2 960 0,2 1 208 16,-3-6 48-16,0 0 0 0,0 0-256 0,22 44-32 16,-22-44-16-16,0 0 0 0,25 38-528 0,-25-38-128 15,0 0 0-15,0 0-16 0,36 43-704 0,-36-43-144 0,0 0-32 0,0 0 0 16,27 36-256-16,-27-36-304 0,0 0 64 0,0 0-12752 15</inkml:trace>
  <inkml:trace contextRef="#ctx0" brushRef="#br0" timeOffset="165598.9">18028 7911 5519 0,'-3'-2'496'0,"1"2"-496"0,0 2 0 0,1-2 0 0,-1 3 2480 0,-1-1 400 16,0 0 64-16,-4 6 32 0,-2 1-176 0,-3 5-48 16,-3 3 0-16,-4 4 0 15,1-2-816-15,-2 0-160 0,2 0-48 0,1-3 0 0,1-1-544 0,2-1-112 16,1-2-32-16,4-3 0 0,1 1-688 0,2-5-144 16,2 2-16-16,2-4-16432 15</inkml:trace>
  <inkml:trace contextRef="#ctx0" brushRef="#br0" timeOffset="166119.24">18290 7935 5519 0,'0'-5'496'0,"1"1"-496"16,0 1 0-16,0 0 0 0,-1 1 1280 0,0 0 144 0,1 2 48 0,-1-2 0 15,2-3 1088-15,-1 1 208 0,1-1 48 0,-1 0 16 31,1 2-768-31,-2 1-144 0,0-1-48 0,-1 3 0 0,0 1-464 0,0 1-80 0,-2 2-32 0,1 1 0 16,-2 2-304-16,0 1-64 0,-1 3-16 0,0 4 0 16,-1-1-272-16,0 2-48 15,-1 3-16-15,1-1 0 0,-1 2-256 0,1-1-48 16,-2 3-16-16,2-3 0 0,-1 0-256 0,2-1 0 16,0-1 128-16,2-2-128 0,3-15 0 0,-2 25 0 0,2-17 0 0,1 1 0 15,2-5-624-15,1 0-80 0</inkml:trace>
  <inkml:trace contextRef="#ctx0" brushRef="#br0" timeOffset="166513.76">18427 7935 15663 0,'3'-2'688'0,"-3"1"144"0,1 1-656 0,0-2-176 16,-1 2 0-16,0 0 0 0,0 0 1744 0,1 0 320 0,0 0 64 0,0 0 16 15,0 0-544-15,0 0-128 0,-1 2 0 0,1-1-16 16,-1 1-528-16,-1 1-96 0,-1 1-32 0,0 0 0 16,-1 2 32-16,-1 3 0 0,-1 0 0 0,1 3 0 15,-2 2-448-15,0 0-64 0,1 1-32 0,0 2 0 16,2-3-160-16,1 1-128 16,0-2 192-16,2-13-192 0,0 0 128 0,0 0-128 15,8 40 0-15,-8-40 0 0,0 0 0 0,0 0 0 0,0 0 0 0,37 14 0 16,-27-16 192-16,1 0 48 15,0-3 0-15,0-2 0 0,0 2 272 0,-1-4 48 0,0 0 16 0,0 1 0 16,-1-1-368-16,-2-3-64 0,0 0-16 0,-2 2 0 16,-1-2-128-16,-2 1 0 0,-2 0 0 0,-2 1 128 0,-1-1-128 15,-1 2 0-15,-4 0 0 0,-1 2 128 16,-1-2-128-16,-1 2 0 0,-1 2 0 0,-1 0 128 0,0 1-128 0,0 1 0 16,2 0 144-16,-1 1-144 0,4 2 0 15,0 0 144-15,2 0-144 16,1 0 0-16,1 2 0 0,2 1 0 0,1-3 0 0,2 2 0 15,1 1-1392-15,2-3-224 0</inkml:trace>
  <inkml:trace contextRef="#ctx0" brushRef="#br0" timeOffset="166781.91">18561 7714 19343 0,'0'-4'848'0,"0"1"192"0,0 3-832 0,0-2-208 0,-1 0 0 0,1 1 0 16,0-1 1952-16,1 1 352 0,0-3 64 0,0-1 0 16,2 1-144-16,0-1-48 0,1 0 0 0,0 1 0 15,2 1-896-15,-1 1-176 0,2 2-32 0,-1 0-16 16,1 0-560-16,0 0-112 0,0 2-32 0,1-1 0 0,-2 1-352 0,-6-2 0 15,0 0 0-15,0 0 0 16,31 9-352-16,-24-8-144 0</inkml:trace>
  <inkml:trace contextRef="#ctx0" brushRef="#br0" timeOffset="167222.21">18785 7542 15663 0,'0'-3'688'0,"0"1"144"0,1 1-656 0,0 1-176 0,0-2 0 16,-1 2 0-16,2 0 2224 0,0-1 400 0,3 0 96 0,1-2 16 16,3-1-320-16,0 1-64 0,2-1-16 0,0 1 0 15,-2 1-1472-15,1 0-288 0,0 1-64 0,-2-1-16 16,0 4 0-16,-1-2 0 0,-1 3 0 0,-2-1 0 16,-1 1-320-16,0 1-176 0,-1-1 192 0,-2 1-192 15,0 1 0-15,-2 0 0 0,1 0 0 0,-3-1 0 16,1 1 128-16,-1 0-128 0,-1-1 0 0,-1 2 0 15,-1 0 0-15,0-1 0 0,-2 0 128 0,1-1-128 16,0 2 128-16,-2-2-128 0,1 1 144 0,0 2-144 16,0-4 128-16,0 2-128 0,2-1 0 0,0 0 144 15,4 1-144-15,0-2 128 0,1-1-128 0,1 0 128 0,2 1 0 0,1-1 0 16,1 1 0-16,1-1 0 16,2 0-128-16,2 0 0 0,2-2 0 0,-10 0 0 0,0 0 0 0,37 8 0 15,-37-8 0-15,0 0 0 0,38 12 0 0,-38-12 0 16,0 0 0-16,0 0 0 0,37 26 0 0,-37-26 0 15,0 0 0-15,0 0 0 0,0 0 0 0,14 38 0 16,-15-32 0-16,-1 2 0 0,-1-4 0 0,-1 2 0 16,0 0 0-16,-3-1 0 0,0 0 320 0,-1-1 48 15,0 0 0-15,0 0 0 0,-2 0-176 0,0-1-16 16,-1 2-16-16,0-3 0 0,-1 0-160 0,0 1 0 16,-1-1 0-16,0 1-18224 0</inkml:trace>
  <inkml:trace contextRef="#ctx0" brushRef="#br0" timeOffset="168372.48">18974 7935 11055 0,'2'-2'976'0,"-1"-1"-784"16,0 2-192-16,-1 0 0 0,0 1 2112 0,0 0 384 16,1-3 80-16,0 1 16 0,1-1 160 0,-1 0 48 15,0 2 0-15,-2 1 0 0,0 2-1296 0,0 3-256 16,-1 2-48-16,-1 1-16 0,0 3-608 0,-2 1-112 15,1 3-16-15,-1 1-16 0,0 0-240 0,0 3-32 16,0-1-16-16,-1 0 0 0,-1-1-144 0,2-1 160 16,0-2-160-16,0-2 160 0,2-2-32 0,1-4 0 0,0 0 0 15,2-2 0-15,1-2-128 0,0-2 0 0,1 0 0 0,0-2 0 16,0 0 0-16,2-5 0 0,1 2 0 0,-2-4 0 16,3 2 0-16,-1-2 0 0,-1-2 0 0,2 0 0 15,-2 1 0-15,2-2 0 0,-1 0 0 0,0-1 0 16,1 0 0-16,-1 0 0 0,1 0 0 0,-1 1 0 15,0-1 0-15,1 3 0 0,-1-1 0 0,2 2 0 16,-1 3 0-16,0 1 0 0,0 0 0 0,1 3 0 0,-2-1 384 0,1 3 64 16,-2 0 0-16,-1 1 0 15,-1 3-160-15,0 3-32 0,-2-7 0 0,0 0 0 0,0 0-96 16,1 39-32-16,-1-39 0 0,-4 28 0 0,1-14-128 0,1 0 0 16,-2 2 144-16,-1-1-144 0,3-3 0 0,-2 2 0 15,1-4 0-15,1 0 128 0,0-2-128 0,1-3 0 16,0 0 0-16,-1-2 0 0,2-1 0 0,0 0 0 15,-1-2 0-15,1 0 0 0,1-2 0 0,-1 0 0 16,1-1 0-16,1 0 0 0,-1-1 0 0,2-1 0 16,1-1 0-16,0-2 0 0,1 1 0 0,2-3 0 0,-1 0 0 15,2-1 0-15,-1-1 0 0,1 0 0 0,2-2 0 0,0 2 0 16,-1 0 0-16,1-2 0 0,0 2 0 0,1 1 0 16,-2 3 0-16,-1 1 0 0,1 2 0 0,-2 1 0 15,-1 4 0-15,-3 0 0 0,0 2 0 0,-1 2 0 16,0 0 0-1,-2 4 0-15,0 0 0 0,-1 1 0 16,1-9 0-16,-4 22 0 0,1-9 0 0,1 0 0 0,-2 0 0 0,-1 2 0 16,2-3 0-16,-2 2 0 0,0-2 160 0,2-3-32 15,-1 3-128-15,0-4 192 0,1-1-192 0,1 0 0 0,-1-1 128 0,2-2-128 16,0 0 0-16,0-4 0 0,2 1 0 0,-1-1 0 0,2 0 0 16,-1-1 0-16,2-4 0 0,1 2-12320 15,1-1-2336-15</inkml:trace>
  <inkml:trace contextRef="#ctx0" brushRef="#br0" timeOffset="169027.11">19338 7968 7359 0,'2'-2'656'16,"-1"-1"-528"-16,1 3-128 0,-1-2 0 15,0 2 2400-15,-1 0 448 0,1 0 96 0,0-2 0 0,1 2 288 0,0 0 48 16,0 2 16-16,0-2 0 0,0 5-1440 0,-2-3-272 15,0 5-64-15,-1-1-16 16,1-6-640-16,0 0-128 0,-6 29-32 0,6-29 0 16,-7 24-224-16,2-12-48 0,5-12-16 0,-8 26 0 15,3-15-160-15,1 0-48 0,0-1 0 0,0-2 0 0,2 1-208 0,-1-3 144 0,1-1-144 0,0-1 128 16,0-1-128-16,1 0 0 16,0-1 0-16,1-2 128 15,-1 0-128-15,1 0 128 0,1-3-128 0,0 0 128 16,1 1-128-16,1-2 0 0,0 1 0 0,0-4 128 15,1 2-128-15,2-3 0 0,-1 0 0 0,1-2 0 16,0-1 0-16,1-1 0 0,-1 0 0 0,2-2 0 16,-2 0 0-16,2-1 0 0,0-1 0 0,-1 1 0 15,0 1 0-15,-1 1 0 0,2 2 0 0,-2 0 0 0,1 3 0 16,-1 1 0-16,-1 3 0 0,0-1 0 16,-1 2 0-16,0 3 0 0,0-1 128 0,-2 2-128 0,0 0 240 0,0 4-48 15,-1 0 0-15,-1-5 0 0,0 0-64 0,0 0-128 16,1 38 176-16,-1-38-176 0,-3 27 128 0,3-27-128 15,-5 31 0-15,5-31 0 0,-8 31 0 0,8-31 0 16,-7 26 0-16,3-14 0 0,1-2 0 0,1-1 0 16,-1-1 0-16,1-2 0 0,1-1 0 0,0-3 0 15,0 0 0-15,1-1 0 0,0 1 0 0,-1-2 0 16,1-2 0-16,0 1 0 0,1-1 0 0,-1 0 0 16,1-3 0-16,0 2 0 0,1-1 0 0,0-3 0 15,0 0 0-15,1-3 0 0,3 1 0 0,-1-1 0 0,2-2 0 0,-1-2 0 16,3 0 0-16,-1 0 0 0,1 0 0 0,0 1 0 15,-1 1 0-15,0 1 0 0,3-1 0 0,-2 3 0 16,-1 1 0-16,0 4 0 0,-1-1 0 0,0 3 0 16,-3 2 0-16,1 2 0 0,-2 0 0 0,-1 3 0 15,-2-5 0-15,0 0 0 0,0 0 0 0,0 0 0 16,6 45 0-16,-6-45 0 0,0 0 0 0,-4 35 0 16,4-35 0-16,-4 24 0 0,4-24 0 0,-6 24 0 15,3-12 0-15,1-2 0 0,0-1 0 0,1 0 0 16,0-1 0-16,0-2 0 0,0 0 0 0,1 0 0 15,0-1-176-15,1-2-32 0</inkml:trace>
  <inkml:trace contextRef="#ctx0" brushRef="#br0" timeOffset="169892.42">20144 7908 5519 0,'0'-1'496'0,"0"0"-496"15,1 1 0-15,-1 0 0 0,0 0 1296 0,1 0 176 16,0-1 16-16,1 0 16 0,0-1 1056 0,2-1 192 16,-1-1 64-16,1 1 0 0,1 2-192 0,-1-2-48 15,1 0 0-15,0 0 0 0,0 1-432 0,-1-2-96 16,0 2 0-16,-2 1-16 0,1-1-944 0,-2 0-176 15,0 1-32-15,-1 1-16 0,-1 0-512 0,0 1-96 16,-1 1-32-16,-1 0 0 0,0 1-224 0,-3 0 144 0,1 0-144 0,-3 2 128 16,1 0-128-16,-2 0 0 0,1 2 0 0,-1 0 0 15,-1-1 0-15,-1 0 0 0,0 1 0 16,-1 0 0-16,0 0 0 0,-1-1 0 0,1 0 0 16,-1 1 0-16,1 0 0 0,0-2 0 0,-1 1 0 0,1-2 0 15,0 3 0-15,1-3 0 0,1 1 0 0,1 0 0 16,1-1 0-16,0 0 0 0,-1 1 0 0,2-1 0 15,-1 3 0-15,2-3 0 0,0 1 0 0,2 1 0 16,-1 0 0-16,1-1 0 0,2-1 0 0,1 1 0 16,1-2 0-16,1 0 0 0,1 0 0 0,3-2 0 15,1 1 0-15,1-2 0 0,2 0 0 0,1 0 0 0,2 0 128 0,-1-2 32 16,1 1 16-16,1 1 0 0,0 0-16 0,-1 0 0 16,-12 0 0-16,26 3 0 0,-26-3-160 0,0 0 128 15,33 7-128-15,-33-7 128 0,0 0-128 0,0 0 0 16,35 12 0-16,-35-12 0 0,0 0 0 0,0 0 0 15,0 0 0-15,36 14-19200 16</inkml:trace>
  <inkml:trace contextRef="#ctx0" brushRef="#br0" timeOffset="170789.12">20364 7966 6447 0,'-1'0'576'0,"0"-2"-576"0,0 1 0 16,1 1 0-16,0 0 976 0,-1-2 96 0,1 0 16 0,-3 1 0 15,0-3 1056-15,-1 0 224 0,1 0 32 0,0 0 16 16,0 2-80-16,1-3-16 0,-1 3 0 0,1-1 0 16,1 2-672-16,0 0-144 0,0-2-32 0,1 1 0 15,0-1-336-15,1 1-80 0,0 0-16 0,0 0 0 16,2-1-352-16,0-1-80 0,2 2-16 0,-1-1 0 15,2-2-240-15,0 2-48 0,2-1-16 0,1-1 0 16,0 0-160-16,1 1-128 0,-1 1 192 0,0-2-192 16,0 3 128-16,-1 0-128 0,-1-1 0 0,0-1 0 15,-1 3 0-15,-1 1 0 0,0-2 0 0,-2 2 0 0,0 2 0 0,0-1 0 16,-1 3 0-16,0 1 0 16,-2-5 0-16,0 0 0 0,0 0 128 0,0 0-128 0,5 46 160 0,-5-46-32 15,0 0 0-15,2 46 0 0,-2-46-128 0,3 34 160 16,-3-34-160-16,3 35 160 0,-3-35-160 0,4 36 0 15,-4-36 0-15,0 0 0 0,6 46 0 0,-6-46 0 16,0 0 0-16,0 0 0 0,4 41 0 0,-5-35 0 16,0 0 0-16,-1 0 0 0,-1-1 0 0,-1-2 0 15,0 2 0-15,0-2 0 0,-3 1 144 0,1-1-144 16,-1-1 160-16,0 1-160 0,-1 0 128 0,-1-2-128 16,1-1 0-16,0 0 144 0,-1 0-144 15,1-1 0-15,0-2 0 0,0 0 0 0,1-1 0 0,-2 0 0 0,2-2 0 0,0 0 0 16,1-2 0-16,0-1 0 0,1-1 0 0,0-2 0 15,1-1 0-15,2 0 0 0,-1-6 0 0,1 0 0 16,1-2 0-16,2 2 0 0,1-3 0 0,2 3 0 16,-1 2 0-16,2 1 0 0,1 3 0 0,-2 0 0 15,2 3 0-15,-2 2 0 0,2 2 0 0,-1 2 0 16,0 1 0-16,0-1 0 0,0 1 0 0,4 3 0 16,0-2 0-16,2 0 0 0,1 1 0 0,2-1 0 15,2-1 0-15,1-1 0 0,0 0 0 0,1-1 0 16,-2 2 0-16,0-2 192 0,-1 0-192 0,-2 2 192 15,0 0-192-15,0-2 0 0,-2 2 0 0,-1-1 0 0,-1 2-176 0,-1-1-64 16</inkml:trace>
  <inkml:trace contextRef="#ctx0" brushRef="#br0" timeOffset="171182.79">20653 7534 15663 0,'1'-2'1392'0,"0"-1"-1120"16,0 3-272-16,0-2 0 0,0 2 1472 0,0-3 224 15,2 1 48-15,1-2 16 0,1-3 1392 0,2 0 288 16,0 1 48-16,1 0 16 0,1 1-1728 0,-1 2-352 16,2 2-64-16,0 0-16 0,0 2-752 0,1 0-144 0,-11-1-48 0,0 0 0 15,30 11-272-15,-30-11-128 0,0 0 128 0,0 0-128 16,0 0 0-16,33 25 0 0,-33-25 0 0,0 0 0 15,0 0 0-15,0 0 0 0,0 0 0 0,0 0 0 16,-3 39 0-16,-2-33 0 0,-3 1 0 0,-1-2 0 16,-1 2 0-16,-1 0 0 0,1-1 0 0,-1 0 0 15,0 1 0-15,1 0 0 0,0-2 0 0,1 0 0 16,3 0 0-16,1-1 0 0,1 1 0 0,4-3 0 0,-1 1 0 16,2 0 0-16,1-2 0 0,2 1 0 0,2-1 0 0,1 1 0 15,2-2 0-15,2-2 0 0,2 1 0 0,1-2 0 16,2 0 0-16,1-2 0 0,0 2 0 0,1-1 0 15,1-1 0-15,-3 0 0 0,0 3 0 0,0 0 0 16,-2 0 0-16,-1 2 0 16,-1 2-1472-16,-1-2-208 0</inkml:trace>
  <inkml:trace contextRef="#ctx0" brushRef="#br0" timeOffset="171893.29">21179 7783 6447 0,'2'-2'576'15,"-1"1"-576"-15,0 1 0 0,-1-2 0 0,0 2 1440 0,1 0 176 16,2-2 48-16,0 0 0 16,2-1 256-16,0-2 48 0,0 2 16 0,0 0 0 0,0 0-64 15,-1 1-16-15,0 1 0 0,0-1 0 0,-2 1 16 0,0 0 16 32,-1 1 0-32,0 0 0 0,0 0-736 0,-2 0-160 0,0 0-16 0,0 1-16 15,-1 0-512-15,-1 1-112 0,-1 1 0 0,-2 2-16 16,0-1-160-16,-2 1-16 0,-3 1-16 0,0 0 0 15,-1 1-176-15,0 0 0 0,0 0 0 0,-2-1 0 16,-1 2 0-16,0 0 0 0,-1-1 0 0,-1 0 0 16,1 0 0-16,0 0 0 0,-1 0 0 0,1 0 0 15,2-1 0-15,0 0 0 0,2-1 0 0,1 0 0 16,1-3 0-16,2 1 0 0,0-1 0 0,3 0 0 16,0 1 0-16,1-3 0 0,2 0 0 0,0 0 0 0,1 0 0 15,0 0 0-15,1 0 0 0,0 0 0 0,0 0 0 16,1 0 0-16,1 0 128 0,-1 2-128 0,3-2 272 0,0 0 32 15,1 1 0-15,0 0 0 0,1-1-32 0,0 2 0 16,2 1 0-16,0-2 0 0,-8-1-96 0,0 0-32 16,0 0 0-16,36 11 0 0,-36-11-144 0,0 0 128 15,32 7-128-15,-32-7 128 0,24 5-128 0,-11-3 128 16,1-1-128-16,-14-1 128 0,27 4-128 0,-13-4 0 16,0 1 0-16,-14-1 128 0,23 3-128 0,-13-3 0 15,-2 0 0-15,-1 1 0 0,0-1 0 0,-1 2 0 16,-3-2 0-16,-1 1 0 0,-1 3-240 0,-2-2-16 0,-1 1-16 15,-1 2-18224-15</inkml:trace>
  <inkml:trace contextRef="#ctx0" brushRef="#br0" timeOffset="172193.25">20951 8034 3679 0,'-4'0'160'0,"2"0"32"0,0 0-192 16,0 0 0-16,1 0 0 0,0 1 0 0,0-1 1952 0,0 0 352 15,0 1 64-15,0-1 0 0,-1 1 768 0,1-1 160 16,0 2 32-16,0-2 0 0,1 0-864 0,0 1-160 16,1 1-48-16,0 0 0 0,1 0-544 0,0 0-112 15,2 1-32-15,1 2 0 0,0-3-688 0,-5-2-144 16,0 0-32-16,0 0 0 0,36 22-352 0,-36-22-80 15,0 0-16-15,38 18 0 16,-38-18-256-16,0 0 0 0,43 24 128 0,-43-24-128 0,0 0 0 0,39 26 0 16,-39-26 0-16,0 0 0 0,0 0-160 0,38 33-32 0,-38-33-16 0,0 0-18048 15</inkml:trace>
  <inkml:trace contextRef="#ctx0" brushRef="#br0" timeOffset="172680.69">21647 7713 24879 0,'0'-6'2208'0,"1"1"-1760"16,0 3-448-16,-1 2 0 0,0 0 896 0,1-1 80 16,-1-3 32-16,1-1 0 0,0 1 736 0,-1-3 160 15,-1 4 16-15,0 1 16 0,-2 4-1104 0,-2 1-208 16,0 4-48-16,-2 0-16 0,-1 5-176 0,-2 2-48 15,-1 3 0-15,-1 2 0 0,-1 2-80 0,-1 0-32 0,0 0 0 0,1-1 0 16,-1 1-224-16,1-1 128 0,2 0-128 0,0-2 0 16,4-2 0-16,7-16 0 0,-8 28 0 0,8-28 0 15,0 0 0-15,0 0 0 0,0 0 0 0,0 0 0 16,40 31 0-16,-24-33 0 0,3-1 0 0,-1-2 0 16,0 1 0-16,-1-3 0 0,0 4 0 0,-1-2 0 15,-1 0 0-15,-1 1 0 0,0-3 0 0,-1 3 0 16,0-1 0-16,-2 0 0 0,-1 2 0 0,-2-1 0 15,0 1-256-15,-1-2-64 0,0 3 0 0,-2-3 0 32,0 2-1696-32,-1 0-352 0,0 0-64 0,-1-2-7472 0,-1 2-1488 0</inkml:trace>
  <inkml:trace contextRef="#ctx0" brushRef="#br0" timeOffset="172853.6">21743 7798 6447 0,'-3'-5'272'0,"2"4"80"0,-1-1-352 0,0 1 0 15,1 1 0-15,0 0 0 0,-1 1 1600 0,0-1 256 16,-1 2 64-16,-3 3 0 0,0 0 1088 0,-2 2 240 15,1 2 32-15,-1 1 16 0,0 4-512 16,0 0-96-16,-1 3-32 0,2 1 0 0,-1 0-1200 0,1 2-240 16,0 0-64-16,0 1 0 0,7-21-576 0,-12 41-128 15,12-41-32-15,-9 40 0 16,9-40-288-16,-5 35-128 0,5-35 0 0,0 0 128 0,1 38-128 0,-1-38-176 16</inkml:trace>
  <inkml:trace contextRef="#ctx0" brushRef="#br0" timeOffset="173122.99">21832 8060 18431 0,'1'0'816'0,"-1"0"160"0,1 0-784 0,-1 0-192 31,0 0 0-31,0 0 0 0,0 0 2336 0,0 0 416 0,1 0 96 0,0 0 16 0,0 0-208 0,-1 0-32 16,1 1-16-16,0-1 0 0,0 2-1424 0,0 0-288 15,0-1-48-15,-1 1-16 0,2 0-400 0,0 0-96 32,1 0-16-32,0 1 0 0,-1 0-320 0,1 0 144 0,0-2-144 0,1 2 0 0,-1-1 0 0,0 0 0 15,0-2 0-15,1 0-18816 0</inkml:trace>
  <inkml:trace contextRef="#ctx0" brushRef="#br0" timeOffset="173673.29">22110 7783 14735 0,'-4'0'1312'0,"2"0"-1056"16,0 0-256-16,0 0 0 0,1 1 624 0,-1-1 64 15,2 2 16-15,-3 0 0 0,-1 0 1456 0,-2 1 288 16,1 4 64-16,-2-2 16 0,0 5-896 0,0-1-176 16,-1 2-48-16,2-1 0 0,-1 4-176 0,1-2-32 0,6-12-16 15,-10 28 0-15,10-28-272 0,-7 26-48 0,7-26-16 0,0 0 0 16,0 0-400-16,7 38-96 0,-7-38-16 0,0 0 0 15,0 0-336-15,0 0 0 0,35 13 0 0,-26-14 128 16,-1-3-128-16,1 1 144 0,0-4-144 0,-1 0 160 16,2-1-160-16,-2-1 192 0,-1 0-192 0,1-2 192 15,-2 0-192-15,0 0 0 0,0-1 0 0,0 2 0 16,-1-2 0-16,-2 1 0 0,1-1 0 0,-2 0 0 16,0 0 0-16,-3 0 0 0,0 2 0 0,-3-2 0 15,0 3 0-15,-2 0 0 0,-1-1 0 0,-1 1 0 0,-1 4 0 16,0 3 0-16,-1 0 0 0,0 4 0 0,1 0 0 0,-1 3 0 15,1 2 0-15,1 0 0 0,0 0 0 0,2 1 0 16,1 0 0-16,2 0 0 0,2-3-256 0,1 2-16 16,2-2-16-16,-2-5-17472 15</inkml:trace>
  <inkml:trace contextRef="#ctx0" brushRef="#br0" timeOffset="174059.52">22258 7708 20271 0,'0'0'1792'0,"1"-1"-1424"0,0 1-368 0,0 0 0 16,0 0 1904-16,0-2 304 0,3 2 64 0,2-3 16 16,2 1 176-16,2-2 32 0,4 1 16 0,-1-2 0 15,2 1-1584-15,-2-1-320 0,1 2-64 0,-1-1-16 16,0 1-160-16,-1 3-48 0,-1-2 0 0,-2 4 0 15,-9-2-160-15,0 0-32 0,0 0-128 0,0 0 192 16,31 22-192-16,-31-22 0 0,0 0 0 0,0 0 0 16,6 38 0-16,-6-38 0 0,0 0 0 0,-11 34 0 15,5-21 0-15,-2-3 0 0,0 4 0 0,-2-2 0 16,0-1 0-16,-1 1 0 0,-1 0 0 0,0-2 0 0,0-1 0 0,2 1 0 16,0-3 0-16,2 0 0 0,1-2 144 0,3 0-144 15,2-1 128-15,1-1-128 0,2-1 0 0,2 0 0 16,2 1 0-16,1-3 0 0,4-2 0 0,0 1 0 15,0-2 0-15,2 1 0 0,0-2 0 0,1-1 0 16,0 0 0-16,1-2 0 0,1 1 0 0,0 0 0 16,1-1-192-16,-1-3 192 15,-2 4-1856-15,1 0-240 0</inkml:trace>
  <inkml:trace contextRef="#ctx0" brushRef="#br0" timeOffset="174539.86">22743 7574 18431 0,'1'-2'816'0,"-1"0"160"0,1 2-784 0,-1-2-192 0,0 2 0 0,0 0 0 16,0 2 2048-16,0-2 384 0,0 2 64 0,-1 1 0 15,0 2-384-15,-1 1-64 16,2-6-32-16,0 0 0 0,0 0-800 0,-10 28-144 0,10-28-48 0,0 0 0 16,0 0-448-16,-7 32-112 0,7-32-16 0,0 0 0 15,0 0-224-15,0 0-48 0,14 42-16 0,-14-42 0 16,0 0-160-16,0 0 160 0,24 37-160 0,-24-37 160 15,0 0-160-15,0 0 0 0,25 38 0 0,-25-38 0 16,0 0 0-16,0 0 0 0,0 0 0 0,18 46 0 16,-18-46 0-16,0 0 0 0,0 0 0 0,-11 36 0 0,4-27 0 15,-2-2 0-15,0 1 0 0,-2 1 0 0,0-2 0 0,-1 0 0 16,0 0 0-16,-1-2 0 0,1 0 0 0,-1 0 0 16,2-1 0-16,1-2 0 0,2 1 0 0,-1-3 0 15,3 0 0-15,1-3 0 16,2 0 0-16,1-2 0 0,1-1 0 0,2-1 0 0,2-2 0 0,1-1 0 15,3-2 0-15,1-2 0 0,3 0-144 0,1 0-16 16,1 0 0-16,2-1 0 0,-1 2-112 0,0 3-32 0,0-2 0 0,0 2 0 16,-1 3 304-1,0-2 0-15,-2 1 0 0,0 1 0 0,-1 2 0 0,-1-1 0 0,-1-2 0 0,-2 4 0 16,0-1 0-16,-2-1 0 0,-1 0 0 0,0-1 0 16,-1 2 0-16,-1-2 0 0,0 0 0 0,-1-2 0 15,-1 1 0-15,-2-3 0 0,0 2 0 0,0-1 0 16,-1 0 0-16,-2 0 0 0,1-1 128 0,-2 2-128 15,1 1-160-15,-1 2-80 0,0 3-16 0,-1 2-16992 16</inkml:trace>
  <inkml:trace contextRef="#ctx0" brushRef="#br0" timeOffset="175122.05">23147 7492 18431 0,'0'0'1632'0,"0"-2"-1312"0,0 1-320 0,0 1 0 16,0 0 1408-16,0 0 224 0,0-3 32 0,-1 1 16 15,0 1 368-15,0-2 64 16,0 0 0-16,-2 1 16 0,1 0-960 0,0 1-192 0,-1 1-32 0,1 0-16 15,-2 1-352-15,0 1-64 16,0 3 0-16,-2-1-16 0,-1 2-160 0,-1 3-16 0,-2 2-16 0,-1 3 0 0,0-1-128 16,-2 6-32-16,-2 0 0 0,-1 6 0 15,-2 1-144-15,1 1 0 0,0 1 144 0,0-1-144 0,1 1 128 16,-1-1-128-16,1 2 128 0,2 0-128 16,3-2 0-16,2 1 128 0,9-28-128 0,-7 52 0 0,7-52 0 0,3 44 0 15,-3-44 0-15,0 0 0 0,20 50 0 0,-20-50 0 16,0 0 0-16,0 0 0 0,33 31 0 0,-33-31 0 15,21 3 0-15,-9-8 0 0,-1 0 0 0,0-2-128 16,-1 0 128-16,-2-5 0 0,0 0-128 0,-3 0 128 16,-1-2-128-16,-2 2 128 0,-3 0 0 0,-2-2 0 0,-3 0 0 15,-3 2 0-15,-2 0 0 0,-2 0 0 0,-2 3 0 0,-2 0 128 32,-1 4-128-32,1 0 0 0,0 5 0 0,2 0 0 0,3 3 0 0,1 1-192 0,3 2 64 0,0 0 0 31,4 0-1376-31,1 0-272 0</inkml:trace>
  <inkml:trace contextRef="#ctx0" brushRef="#br0" timeOffset="175777.28">23230 7742 13823 0,'0'-2'1216'0,"0"0"-960"16,0 2-256-16,0-2 0 0,0 2 1360 0,0-2 240 16,1 1 32-16,0-4 16 0,0 1 1264 0,0-1 256 15,1 0 48-15,1 3 16 0,1 2-1104 0,0-2-208 16,0 4-64-16,1 0 0 0,-5-2-880 0,0 0-176 16,0 0-32-16,0 0-16 0,34 34-416 0,-34-34-80 15,0 0 0-15,34 30-16 0,-34-30-240 0,0 0 0 16,36 31 128-16,-36-31-128 0,0 0 0 0,37 27 0 15,-37-27 0-15,0 0 0 16,32 23-1152-16,-32-23-240 0</inkml:trace>
  <inkml:trace contextRef="#ctx0" brushRef="#br0" timeOffset="175955.42">23441 7724 13823 0,'-2'-5'608'0,"1"3"128"0,0 1-592 0,-1 1-144 0,0 0 0 0,0 1 0 15,-2 1 1856-15,-1 3 352 0,-3 2 64 0,-3 2 16 16,-3 3 208-16,-3 5 64 0,-1 2 0 0,0-2 0 16,-1 2-1248-16,1 1-240 0,2 0-48 0,1-1-16 15,4 0-432-15,3-5-64 0,3-1-32 0,5-13-16480 16</inkml:trace>
  <inkml:trace contextRef="#ctx0" brushRef="#br0" timeOffset="176194.1">23739 7596 24879 0,'0'-2'1088'0,"0"1"256"0,1 1-1088 0,-1 1-256 16,0-1 0-16,-1 2 0 0,0-1 1408 0,0 2 208 15,1-3 48-15,0 0 16 0,-7 26-768 0,7-26-144 16,-10 29-48-16,10-29 0 0,-11 32 192 0,5-14 48 15,-1 1 0-15,-1-1 0 0,1 3-240 0,-2-1-32 16,1 1-16-16,-1 2 0 0,0-2-352 0,2 0-80 16,-1 1-16-16,8-22 0 15,-9 37-672-15,9-37-128 0</inkml:trace>
  <inkml:trace contextRef="#ctx0" brushRef="#br0" timeOffset="176593.57">23950 7655 22975 0,'1'-5'512'0,"0"4"96"0,0 0 32 0,0-1 0 0,0 2-512 0,-1 0-128 0,-1 0 0 0,0 2 0 16,0 0 2352-16,0 3 448 0,1-5 80 0,0 0 32 0,-9 22-1584 16,9-22-320-16,-10 22-64 0,10-22-16 0,-10 27-416 0,10-27-64 15,-13 33-32-15,13-33 0 0,-13 34-80 0,13-34-16 16,-12 35 0-16,12-35 0 0,-9 33-176 0,9-33-144 15,0 0 192-15,-2 36-192 0,2-36 0 0,0 0 0 16,0 0 0-16,0 0 0 0,0 0 0 0,0 0-176 16,37 21 176-16,-27-25-160 15,3-4-432-15,1-1-96 0,1-3-16 0,1 0 0 16,1-2-448 0,0-1-112-16,-3 1-16 0,-1 2 0 0,0-2 576 0,0-1 128 0,-2 0 0 0,-2 0 16 0,-2-1 560 0,0 1 0 15,-3 0 0-15,-2 0 0 0,-1 1 208 0,-2 2 48 16,-1 1 16-16,-3 2 0 0,-1 3 1088 0,-1-1 224 15,-1 4 32-15,-2 1 16 0,0 2-768 0,-1 0-160 0,-1 2-16 16,1 1-16-16,-1 2-256 0,1 0-48 0,-1 1-16 0,2 1 0 16,1-2-352-16,2 2 144 0,1-3-144 0,2 2 0 15,2-2 128-15,2-2-128 0,0 1 0 0,0 0 0 32,1-1-336-32,2 0-128 0</inkml:trace>
  <inkml:trace contextRef="#ctx0" brushRef="#br0" timeOffset="177474.5">24089 7358 16575 0,'-1'0'1472'0,"-1"0"-1168"0,1 1-304 0,1-1 0 0,0 0 1600 0,0 0 256 15,-1 2 48-15,1-2 16 0,0 0 144 0,0 0 48 16,1 1 0-16,1-1 0 0,1 0-640 0,0 0-128 16,3-1-32-16,-1 1 0 0,2 0-512 0,0-2-96 15,1 1-32-15,-1 1 0 0,2-2-400 0,0 1-80 16,-2 0 0-16,2 1-16 16,-2-2-176-16,0 0-144 0,1 1 144 0,-2-1-17280 0</inkml:trace>
  <inkml:trace contextRef="#ctx0" brushRef="#br0" timeOffset="177916.25">24285 7226 20271 0,'2'-4'896'0,"-1"3"192"0,1-1-880 0,0 2-208 0,0-2 0 0,-1 1 0 16,1 1 1776-16,3-2 304 0,3 0 64 0,3-1 16 15,3-2-272-15,2 2-48 0,1-2-16 0,-2 1 0 0,-2 2-896 16,-2 0-176-16,1 0-48 0,-1 2 0 0,-1 0-64 0,-1-2 0 16,1 4-16-16,-3-2 0 0,-1 2-432 0,-1-1-192 15,-1 0 160-15,-2 1-160 0,-1 1 0 0,-2 0 0 16,-2 0 0-16,-1 0 0 0,-1 2 128 0,-2-2-128 16,-1 1 0-16,-2 1 0 0,-1 0 128 0,-2-1-128 15,-1 1 0-15,0 0 0 0,0 0 128 0,2-2-128 16,0 1 0-16,1-2 0 0,2 1 0 0,4-1 0 15,1 1 0-15,2-1 0 16,2-2 0-16,2 1 0 0,3-1 0 0,1 0 0 0,2 1 0 0,3-1 0 16,2 0 0-16,0 0 0 15,0 3 0-15,-1-1 0 0,-12-2 0 0,21 7 0 0,-21-7 0 0,0 0 0 0,32 19 0 0,-32-19 0 16,0 0 0-16,0 0 0 0,29 31 0 16,-29-31 0-16,0 0 0 0,0 0 0 0,0 0 0 0,0 0 0 15,-4 40 0-15,-2-35 0 0,-2 0 0 16,-3-1 0-16,-1 1 0 0,-1 0 0 0,0-1 0 0,-2 1 0 15,0-1 0-15,1-1 0 0,0 0 0 0,1-1 0 32,1-1-640-32,1 1-160 0</inkml:trace>
  <inkml:trace contextRef="#ctx0" brushRef="#br0" timeOffset="178667.64">24552 7702 21183 0,'3'-2'1888'0,"-1"0"-1504"0,-1 2-384 0,-1 0 0 0,0 0 2176 0,0 0 352 16,1 0 80-16,0-2 16 0,0 2-608 0,0 2-112 16,-2-1-32-16,0 3 0 0,-2 3-1136 15,-1 0-224-15,0 4-64 0,-2-1 0 16,1 2-192-16,-3 1-64 0,1 1 0 0,-1 1 0 0,1 0-192 0,0-1 128 15,7-14-128-15,-11 26 0 0,11-26 0 0,-8 21 0 16,8-21 0-16,0 0 0 0,0 0 0 0,-8 24 0 16,7-22 0-16,1-1 0 0,0 1 0 0,1-4 0 15,0 1 0-15,1-3 0 0,1-1 0 0,1 0 0 16,0-2 0-16,1 0 0 0,1-2 0 0,0 0 0 31,1 1 0-31,-1-4 0 0,1 0 0 0,1 0 0 16,0 0 0-16,1-3 0 0,1 1 0 0,-2-1 0 0,1 0 0 0,0-1 0 0,0 1 0 0,-2 3 0 15,2 0 0-15,-3 3 0 0,2 2 0 0,-3 1 0 0,0 3 0 0,0 2 0 16,-2 1 320-16,0 3-16 0,0 3-16 0,-3-6 0 16,0 0-288-16,0 0 128 15,4 42-128-15,-4-42 0 16,0 0 0-16,-3 45 0 0,3-45 0 0,0 0 0 0,-7 47 0 0,7-47 0 16,-6 31 0-16,6-31 0 0,0 0 0 0,-10 36 0 0,5-25 0 0,0-4 0 15,1 3 0-15,-1-5 0 0,0 2 0 0,2-2 0 16,-1-1 0-16,2-1 0 0,0-1 0 0,1-2 0 15,2 0-384 1,0 0-176-16</inkml:trace>
  <inkml:trace contextRef="#ctx0" brushRef="#br0" timeOffset="179349.34">24806 7719 15711 0,'0'-3'336'0,"-1"3"80"0,1 0 16 0,-1 0 16 0,1 0-448 0,-1 0 0 0,1 0 0 0,-1 1 0 15,0 1 2576-15,0 1 432 0,-1 1 64 0,-1 1 32 16,3-5-1328-16,0 0-272 0,-12 29-48 0,12-29-16 15,-13 26-608-15,13-26-128 0,-13 28-32 0,13-28 0 16,-13 26-160-16,7-14-16 0,-2 0-16 0,2 0 0 16,-1-3-224-16,2 0-32 0,-1-1-16 0,2-2 0 15,0 0-16-15,2-3 0 0,0 0 0 0,1-3 0 16,1 0 240-16,1-2 32 0,0 1 16 0,2-2 0 16,0-2-240-16,1 1-48 0,2-2-16 0,0-3 0 15,3-1-176-15,-1 1 0 0,1-3 0 0,-2 3 128 16,-2 3-128-16,0 0 0 0,3-4 0 0,0 0 0 15,3-3 0-15,0 0 0 0,3-2 0 0,-1 0 0 0,1 1 0 16,-1 2 0-16,-1 0 0 0,-1 2 0 0,0 3 256 0,-2 2-16 16,-1 1-16-16,-2 1 0 0,1 3-96 0,-3 3 0 15,-4-3-128-15,0 0 192 0,0 0-64 0,0 0-128 16,0 0 176-16,5 50-176 0,-5-50 128 0,0 0-128 16,-6 40 0-16,6-40 0 0,0 0 0 0,-10 39 0 15,10-39 0-15,0 0 0 0,-10 39 0 0,10-39 0 0,0 0 0 16,-8 31 0-16,8-31 0 0,0 0 0 0,0 0 0 0,-8 23 0 15,6-20 128-15,1-1-128 0,0-1 0 16,1-1 0-16,0-1 0 0,0-1 0 0,1-3 0 0,0 3 0 16,1-3 0-16,0-2 0 0,1 0 0 0,2 0 0 15,-1-3 0-15,3 1 0 0,1-3 0 0,1 0 0 16,1-2 0-16,1-1 0 0,1 1 0 0,1-2 0 16,-1 2 0-16,0 2 0 0,-1 0 0 0,0 0 0 15,0 3 0-15,0 4 0 0,-2 0 0 0,-1 2 0 16,0 1 0-16,-2 2 0 0,1 2 0 0,-7-2 0 15,0 0 0-15,0 0 0 0,0 0 0 0,25 36 0 16,-25-36 0-16,0 0 0 0,0 0 128 0,11 48-128 0,-11-48 0 0,0 0 0 16,-5 41 0-16,5-41 0 0,-8 28 128 0,8-28-128 15,-10 28 0-15,10-28 0 0,-12 24 0 0,6-13 0 16,-1 0 0-16</inkml:trace>
  <inkml:trace contextRef="#ctx0" brushRef="#br0" timeOffset="183003.21">4119 7570 13823 0,'0'2'1216'0,"0"-2"-960"16,-1 2-256-16,1 1 0 0,0-1 1136 0,1 3 176 15,0 0 32-15,-1 4 16 0,0-9-32 0,0 0-16 16,11 45 0-16,-11-45 0 0,9 34-960 0,-9-34-192 16,0 0-32-16,14 42-128 0,-14-42-160 0,0 0-144 15,0 0-16-15,0 0-9952 0</inkml:trace>
  <inkml:trace contextRef="#ctx0" brushRef="#br0" timeOffset="183319.52">4073 7641 10127 0,'-3'0'896'0,"2"2"-704"0,1 1-192 0,0-1 0 16,0 2 1120-16,0 2 192 0,-1 5 32 0,-1 6 16 15,0 7 400-15,2 4 80 0,0 5 16 0,1 0 0 16,1-2-512-16,0 0-112 0,3 2-16 0,-5-33 0 15,9 51-464-15,-9-51-112 0,0 0 0 0,24 47-16 16,-24-47 128-16,0 0 16 0,37 9 16 0,-22-14 0 16,2-3 320-16,0-3 64 0,0-3 16 0,3-5 0 15,0-2-512-15,2-3-96 0,-2-2-32 0,0-2 0 16,0-1-368-16,-1 0-176 0,-1 1 160 0,-2-2-160 16,-3 1 0-16,-3 0 0 0,-3 2 0 0,-4 1 0 15,-2-1 128-15,-4 1-128 0,-2 3 0 0,-4-2 0 16,-4-1 0-16,-5 2 0 0,-4 3 0 0,-5 1 0 0,-4 5 0 15,-3 3 128-15,-2 7-128 0,0 3 0 0,1 6 192 0,5 3-16 16,5 4 0-16,1 4 0 0,3 3-176 0,2 2 0 16,4 3 0-16,2-2 0 15,3 0-640-15,4 1 0 0,1 3 0 16,3-1-15744-16</inkml:trace>
  <inkml:trace contextRef="#ctx0" brushRef="#br0" timeOffset="183999.56">4231 9936 18431 0,'-1'0'1632'0,"1"0"-1312"31,0 0-320-31,0 0 0 0,0 0 1248 0,1 1 176 16,1 0 48-16,0 1 0 0,3 1 96 0,-5-3 32 15,0 0 0-15,0 0 0 0,41 15-768 0,-41-15-160 16,0 0-32-16,44 6 0 0,-44-6-240 0,0 0-48 16,43 5-16-16,-43-5 0 0,0 0-144 0,0 0-48 15,0 0 0-15,0 0 0 0,0 0-144 0,0 0 0 16,0 0 0-16,0 0 0 0,28 35 0 0,-34-29 0 15,-1 0 0-15,-1 0 0 0,-1 0 0 0,-1-1 0 0,0 2 0 16,0-2 0-16,1 2 0 0,0 0 0 16,1-1 0-16,0 0 0 0,2 0 0 0,0 0 0 0,2 1 0 0,0 0 0 15,2 0 0-15,1 0 0 0,2-2 0 0,0 0 0 16,4 0 160-16,-1-2 48 0,3 0 16 0,1-3 0 16,1 0-32-16,2-2 0 0,2 0 0 0,1-3 0 15,2-3-192-15,1-3 0 0,0 0 0 0,1-2 0 16,1-1-1632-16,-2-2-272 15</inkml:trace>
  <inkml:trace contextRef="#ctx0" brushRef="#br0" timeOffset="184360.39">4200 9730 10127 0,'-19'0'448'0,"6"2"96"0,2-2-544 0,3 2 0 16,4-1 0-16,0 3 0 0,-1-1 1936 0,-2 4 288 15,-6 5 48-15,-3 6 16 0,0 7-160 0,0 7-16 16,2 4-16-16,3 3 0 0,3 0-688 0,4 2-128 16,2 1-16-16,2-1-16 0,3 1-288 0,4-2-64 15,1 0-16-15,4-4 0 0,-12-36-240 0,35 57-32 16,-35-57-16-16,48 38 0 0,-48-38-144 0,62 14-48 0,-28-19 0 0,2-4 0 16,-3-3-112-16,3-7-32 0,3-5 0 0,0-4 0 15,0-3-48-15,1-3-16 0,2-1 0 0,0-5 0 16,-1 1-64-16,-3-4-128 0,-2 2 176 0,-4 0-176 15,-4-1 960-15,-8 4 64 0,-4 5 32 0,-4 0 0 32,-5-1-1664-32,-7 2-336 0,-5 0-64 0,-7 0-16 0,-7 1 1648 0,-8 4 320 0,-7 0 64 0,-10 4 16 15,-6 2-1696 1,-5 7-336-16,-4 8-64 0,3 7-16 0,5 6 640 0,-1 10 112 0,-2 7 16 0,1 2 16 16,3 1-272-1,4-1-64-15,5-1-16 0,7-4 0 0,7-2-1408 16,7-2-288-16,5-2-48 0,6-1-10976 0</inkml:trace>
  <inkml:trace contextRef="#ctx0" brushRef="#br0" timeOffset="184910.19">5072 9689 17503 0,'-6'0'768'0,"1"0"176"0,0 0-752 0,2 0-192 0,2 1 0 0,-1 1 0 16,1-2 1728-16,-2 2 304 0,0-2 64 0,0 3 16 16,0-1 48-16,2 0 16 0,3-1 0 0,2-2 0 15,4-1-1024-15,2-1-208 0,3 1-48 0,3-5 0 16,-1 2-560-16,3-2-112 0,1 1-32 0,-1 0 0 16,-1 1-192-16,0 2 0 0,-3-1 0 0,0 2 0 15,-1-3-320-15,-1 1-48 0,-1 1-16 0,-3-2 0 16,-2 3-1008-16,-1-2-208 0,-1 1-32 0,-4 1-16 15,-1-1-336-15,-2 1-80 0,-2 2-16 0,0-2 0 16,-2 4-256-16,0-4-48 0,-1 0-16 0,-2 1 0 16,2-2 1296-16,-1 1 256 0,1 2 48 0,0 0 16 0,2-1 1216 0,0 0 240 15,0 1 48-15,1 0 16 0,1 2 912 0,0 1 176 16,2 2 32-16,0 2 16 0,0 2 80 0,1 4 16 16,1 3 0-16,0 6 0 0,1 3-416 0,-1 1-80 15,1 0 0-15,0 8-16 0,0 3-624 0,0 1-112 16,0 3-16-16,1-4-16 0,1-3-304 0,0-3-64 0,1-3-16 0,-4-28 0 15,13 39-304-15,-13-39-144 0,0 0 16 0,0 0 0 32,0 0-1680-32,46 21-336 0</inkml:trace>
  <inkml:trace contextRef="#ctx0" brushRef="#br0" timeOffset="185288.34">5478 9500 22111 0,'0'2'976'0,"0"-2"208"15,0 2-944-15,0 1-240 0,0 2 0 0,0 1 0 16,0 2 1680-16,0 4 304 0,1 6 48 0,-1 11 16 16,0 4-528-16,-1 3-112 0,0-3 0 0,1 0-16 0,0 0-416 0,1-2-80 15,1 0 0-15,0-3-16 0,1-1 336 0,0-1 64 16,-1-3 0-16,0-4 16 16,-2-19-1056-16,3 32-240 0,-3-19 0 0,1-3 0 15,-1-2-928-15,-1-4-160 0,1 0-16 0,0-4-16 16,0-2 304-16,0-1 64 0,0 0 16 0,0-3 0 15,2 1-288-15,-2-4-48 0,1 0-16 0,1-1 0 16,-1-3 240-16,2 0 32 0,2-1 16 0,-1-3 0 16,0 0 304-16,2 2 64 0,-2 2 16 0,3-1 0 0,-1 0 224 0,2 3 64 15,-1 2 0-15,1 3 0 0,-2 1 128 0,0 3 0 16,-1 1 0-16,1 3 0 0,-2 4 480 0,-4-6 80 0,0 0 16 0,0 0 0 16,20 49 416-16,-20-49 96 0,5 38 0 15,-2-17 16-15,0 1-576 0,-1-3-112 0,-2-19-32 0,5 35 0 16,-5-35-80-16,6 29-32 15,-6-29 0-15,0 0 0 0,0 0-272 0,0 0 0 0,28 35-128 0,-22-35-10288 32,4-2-2048-32</inkml:trace>
  <inkml:trace contextRef="#ctx0" brushRef="#br0" timeOffset="185619.89">5833 9825 15663 0,'0'2'688'0,"1"-2"144"0,1 2-656 0,0-2-176 0,0 3 0 0,0-3 0 0,1 0 1808 0,2-2 336 16,3 1 64-16,5-1 16 0,2-3-496 0,2 0-112 16,2-2-16-16,-1 0 0 0,2-2-1088 0,-2-1-240 15,0-2-32-15,0 0-16 0,0 0-224 0,-2 1 128 16,-1-1-128-16,-3 2 0 0,-1-1 0 0,-4 1 0 16,-1-2 0-16,-4 0 0 15,-1 3-464-15,-3-1-48 0,-3 2 0 0,-3 0 0 16,-4 3-32-16,-2 0-16 0,-2 3 0 0,-2 2 0 0,2 2 304 0,-2 3 64 15,1 5 16-15,0 1 0 0,0 6 528 0,0-1 96 0,3 4 32 16,1-1 0-16,3 2 304 0,3-2 64 16,2 2 16-16,2-2 0 0,3 0 560 0,0-19 112 0,0 0 32 0,15 38 0 15,-15-38-768-15,0 0-160 0,0 0-16 0,53 14-16 16,-53-14-448-16,42-9-160 16,-17 2 0-16,2-3 144 0,3 0-640 15,0-1-128-15,-7 2-16 0,1-1-15872 0</inkml:trace>
  <inkml:trace contextRef="#ctx0" brushRef="#br0" timeOffset="186582.37">6623 9651 16575 0,'-1'1'736'0,"0"1"160"0,1-1-720 0,1 0-176 16,0-1 0-16,-1 2 0 16,1-2 1216-16,0 3 224 0,0-1 32 0,1 3 16 0,0-3-624 0,1 1-128 15,-1 0-32-15,0-1 0 0,0-2 48 0,-1 0 0 16,0-2 0-16,0 1 0 0,-2-1-48 0,0 1 0 0,-1-1 0 0,0 2 0 16,-4 0-496-16,0 0-208 0,-3 5 176 15,-1 0-176-15,-1 2 0 0,-3 3 0 0,-1 3 0 0,0-1 0 16,2 1-304-16,-2 3 48 15,0 3 16-15,1-3 0 16,3 2-208-16,3-2-32 0,3-2-16 0,3-2 0 0,2 0 672 0,0-12 128 0,0 0 16 0,0 0 16 16,0 0 0-16,34 30 0 0,-34-30 0 0,0 0 0 15,40 0 16-15,-23-4 0 0,-1-3 0 0,1 0 0 16,-1-1-32-16,-1 1-16 0,-1-2 0 0,0-1 0 16,-1 1-176-16,-1-1-128 0,1 1 144 0,-1-1-144 0,-1-1 128 15,-1 2-128 1,-1 1 0-16,0-1 0 0,-2 2 0 0,-1 1 0 0,-2 2 0 0,0-1 0 0,-1 0 0 0,-2 3 0 15,-1 0 0-15,-2 0 0 0,0 4 0 0,-1-2 0 16,-1 4 0-16,1 1 0 0,-2 1 0 0,0 0 0 16,2 0 0-16,-1 2 0 0,0-1 0 0,2 3 0 15,-1 2 0-15,2 0 0 0,2-1 0 0,1-1 0 16,-2-10 0-16,0 0 144 16,0 0-144-16,23 35 0 0,-23-35 0 0,0 0 128 0,0 0-128 0,37 5 0 15,-27-10 0-15,0 1 0 0,0-3 0 0,0 0 128 16,0-1-128-16,-3-1 128 0,0 3 0 0,-2-2-128 15,-2 1 192-15,-1-1-64 0,0 1 0 0,-2 2-128 0,-2-3 192 16,-2 2-64 0,1 0-128-16,-4 0 0 0,-1 2 144 0,-2 1-144 0,-2-1 0 0,-1 3 144 15,0-1-144-15,0 2 0 0,-2 0 160 0,1 2-160 0,1 3 128 0,2-2-128 16,0 2 0-16,2 2 0 0,4-3 128 0,0-1-128 31,2 1 0-31,2-1 0 0,2-1 0 0,2 0 0 0,1-2 0 0,1-2 0 0,3 0 0 0,0-3 0 16,2 0 0-16,2 1 0 0,1-4 0 0,3-1 0 15,3 0-560 1,0-1 16-16,2-2 0 0,-1 2 0 16,-2 1-720-16,0-2-144 15,-1 3-16-15,-1-1-16 0,-2 4 672 0,-1-2 128 0,-1 2 16 0,-2 3 16 16,-2 2 464-16,-8 0 144 0,0 0 0 0,0 0 0 16,0 0 0-16,0 0 272 0,0 0-16 0,23 40-16 0,-24-28 720 15,-1-2 160-15,-1 4 32 0,-1-2 0 0,0-1-96 0,0-1-16 16,-1 2 0-16,0-1 0 0,2-1-288 0,-1-3-64 15,2 0-16-15,0-2 0 0,1-3-80 0,0-1-16 16,2 1 0-16,1-5 0 0,1 1-320 0,1-4-64 16,1-2 0-16,2-1-16 0,0 0-176 0,2-3 0 15,2-3 0-15,1 1-176 16,0-3-448-16,1 0-80 0,0 1-32 0,0-1 0 16,-2 3-352-16,0 2-80 0,0 0-16 0,-2 1 0 15,0 3 608-15,-2 4 128 0,0 1 32 0,-3 3 0 0,0 3 416 0,-2 1 0 0,-1 3 0 0,0 0 0 16,-1 4 752-16,-1 0 80 0,-1 4 0 0,1-2 16 15,-1 1 144-15,1 1 32 0,-1 1 0 0,1-1 0 16,1-3-336-16,1 0-64 0,-1-12-16 0,0 0 0 16,0 0-352-16,0 0-80 0,0 0-16 0,34 32 0 31,-26-34-480-31,2 0-80 0,1-5-32 0,2-3-16672 0</inkml:trace>
  <inkml:trace contextRef="#ctx0" brushRef="#br0" timeOffset="186897.43">7504 9372 5519 0,'-2'-3'496'0,"0"1"-496"0,0-1 0 0,1 3 0 0,0-2 2288 0,-1 0 352 16,0-1 80-16,-4-4 16 0,0-2 144 0,-2-1 16 16,1 1 16-16,0-2 0 0,3 1-1376 0,0 5-256 15,0 0-64-15,0 2-16 0,3 3-464 0,-2 0-96 16,1 5 0-16,0 0-16 0,0 5-112 0,1 2-32 15,0 2 0-15,0 4 0 0,0 4-112 0,0 4-32 16,0 2 0-16,0 6 0 0,0 1-16 0,0 1 0 16,2-3 0-16,0 0 0 0,1-2 160 0,1-2 32 15,0 1 0-15,1 0 0 0,1 0-512 0,-2 1 128 0,1-1-128 16,-1-2 0 0,-1-1-368-16,-1-1-112 0,-1-3-32 0,-2-1 0 15,0-3-352-15,-1 0-80 0,-1-5-16 0,0 0 0 0,-1 0 448 0,0-4 96 0,-1-2 16 0,-1-3 0 31,1-2-432-31,-1 0-64 0,1-3-32 0,-1-3-7904 0,0 0-1568 0</inkml:trace>
  <inkml:trace contextRef="#ctx0" brushRef="#br0" timeOffset="187065.71">7303 9676 12895 0,'1'4'1152'0,"1"-3"-928"0,0 0-224 0,0-1 0 16,0 0 2432-16,1 0 432 0,2 0 80 0,4 2 32 0,-9-2-96 15,31-2-32-15,-11-2 0 0,1-2 0 0,0 0-1584 0,-1-4-320 16,2 1-64-16,-1-1-16 0,0 1-560 0,-1-2-112 16,0 0-32-16,0-1 0 15,-2 3-1504-15,0-3-320 0</inkml:trace>
  <inkml:trace contextRef="#ctx0" brushRef="#br0" timeOffset="187207.24">7712 9547 10415 0,'3'-3'224'0,"-1"1"48"0,1 0 16 0,-1 0 16 0,-1-1-304 16,1 1 0-16,1-1 0 0,2 0 0 0,2-3 1408 0,3-1 208 0,1-3 48 0,-1 6 16 31,-1-1-2688-31,-1 0-528 0,1 3-128 0,-3 2 0 0,-6 0 1344 0</inkml:trace>
  <inkml:trace contextRef="#ctx0" brushRef="#br0" timeOffset="187364.34">7746 9611 20271 0,'-1'3'896'0,"0"-1"192"0,0 0-880 0,0 1-208 0,0 1 0 0,0-1 0 0,-1 1 2304 16,0 4 432-16,-1 6 80 0,-2 4 0 0,0 4-1280 0,0-1-272 16,1-2-48-16,1-2-16 0,3-3-1200 0,0-2-144 15,0-12-80-15,0 0-15008 16</inkml:trace>
  <inkml:trace contextRef="#ctx0" brushRef="#br0" timeOffset="187916.19">7895 9646 10127 0,'0'0'896'0,"0"3"-704"0,0-1-192 0,0-2 0 15,0 1 2256-15,0 1 432 16,0 0 64-16,1 1 32 0,1 2-576 0,1 0-112 0,1-2-32 15,1 0 0-15,-5-3-912 0,0 0-176 0,0 0-32 16,31-5-16-16,-21-1-32 0,1 0-16 0,0 0 0 0,0-2 0 16,-1-3-288-16,0 3-48 0,-2-1-16 0,-2-1 0 15,1-1-272-15,-3 1-48 0,-1 1-16 0,-1-1 0 16,-1-2 64-16,-1 3 0 0,-3 2 0 0,0-1 0 16,-2 2 48-16,-3 1 16 0,-2 4 0 0,-2-1 0 15,1 4-320-15,-3 1 128 0,0 4-128 0,0 3 0 16,-2 0 0-16,0 4 0 0,2 2 0 15,1-2 0-15,2 0 0 0,1 1 0 0,1 1 0 0,2-2 0 0,1 1-160 0,2 0 160 16,1 1-160-16,1-2 160 16,2-2 0-16,0-12 0 0,0 0 0 0,0 0 0 0,0 0 0 0,31 33 0 15,-31-33 0-15,28-5 0 0,-11-1 0 0,3-5 0 16,2-1 0-16,0-3 0 0,3-5 0 0,-2-3-144 16,0 1 144-16,-3-3-192 15,-1 0-640-15,-2-1-128 0,-2 0-16 0,-3 1-16 16,-1 2 80-16,-1 2 16 0,-3 0 0 0,-1 0 0 0,-2 2 656 0,0-3 240 15,-2 3-144-15,-2-2 144 0,-1 0 0 0,-2 2 0 16,-1 2 0-16,0 0 176 16,-2 1 336-16,1 4 64 0,1 3 0 0,-1 4 16 0,2 3 368 0,1 2 80 0,-1 3 16 0,1 3 0 15,-1 1-496-15,1 0-112 16,1 5 0-16,0-3-16 0,0 5-208 0,0 4-32 0,2 3-16 0,-1 4 0 16,0 2-48-16,1 2-128 0,0 2 192 0,-1-1-64 15,1 1 16-15,0-3 0 0,1-2 0 0,0-1 0 16,-2-25-144-16,6 38 0 0,-6-38 144 0,0 0-144 15,14 35 0-15,-14-35 0 0,0 0 0 0,0 0-192 32,0 0-1472-32,35-1-320 0</inkml:trace>
  <inkml:trace contextRef="#ctx0" brushRef="#br0" timeOffset="188246.12">8303 9486 13823 0,'-1'3'1216'0,"1"0"-960"0,1 0-256 0,-1-1 0 0,1-1 2528 0,0 1 464 15,2 0 80-15,-3-2 32 0,0 0-464 0,0 0-80 16,0 0-32-16,42 21 0 0,-42-21-1440 0,27-5-304 16,-12-1-48-16,-1-2-16 0,1-1-288 0,-2-1-64 15,0 1-16-15,-3-1 0 0,1 3-352 0,-2-2 144 16,-2-1-144-16,-1 3 0 0,-2-1 0 0,-1-1 0 16,0 1 0-16,-3 0 0 0,-1 3 0 0,-3-2 0 15,-1 3 0-15,-3 1 0 16,0 1-496-16,-2 2 0 0,-2 2 0 0,0 1 0 31,0 1-144-31,0 4-48 0,0 1 0 0,0 2 0 0,1 1 240 0,0 1 64 0,1 3 0 0,0 1 0 0,1 1 384 0,2 2 304 0,0-2-48 0,4-1-16 16,1-2 784-16,2-15 144 15,0 0 48-15,9 32 0 16,-9-32-624-16,0 0-112 0,0 0-32 0,42 14 0 0,-42-14-448 0,27-4 0 0,-13 0 0 0,1-2 0 31,0 2-544-31,0-6-208 0,0 3-32 0,0-4-16 16,-2 2-2592-16,0-2-512 0</inkml:trace>
  <inkml:trace contextRef="#ctx0" brushRef="#br0" timeOffset="188585.99">8610 9441 4607 0,'3'-1'192'0,"-2"0"64"0,-1 0-256 0,0 1 0 0,0 1 0 0,-1 0 0 0,1-1 2048 0,-1 2 384 15,-1 2 64-15,0 2 0 0,0 2 704 0,0 1 144 16,0 2 32-16,-1 1 0 0,0 0-992 0,0 2-192 16,1-1-32-16,-1 3-16 15,0-2-816-15,0 1-176 0,1-3-16 0,0-1-16 0,0-2-480 0,1-1-112 16,0-4-16-16,0-1 0 0,2-1-272 0,-1-2-64 15,1-2-16-15,1-1 0 0,1-3-160 0,2-2 160 16,2-1-160-16,0-3 160 0,1-4-160 0,2 0 0 16,0-2 0-16,0-1 0 0,0 3-320 0,0-1-64 31,2-3 0-31,-1 2 0 16,0 1-352-16,-1 3-80 0,0 2-16 0,-1 1 0 0,-1 4 352 0,-1 2 64 0,-1 2 16 0,-1 3 0 0,-1 0 400 0,-1 3 0 0,-1 2 0 15,0 1 352 1,-1 16 160-16,-1-22 16 0,0 28 16 15,0-28 48-15,-1 34 16 0,0-13 0 0,-1-2 0 16,-1 2-208-16,1-2-32 0,1 0-16 0,0-4 0 16,1-15-176-16,0 0-48 0,8 30 0 0,-8-30 0 15,0 0-128-15,0 0-144 0,0 0 144 0,0 0-11968 16,0 0-2256-16</inkml:trace>
  <inkml:trace contextRef="#ctx0" brushRef="#br0" timeOffset="188843.75">8978 9434 7359 0,'1'-1'656'0,"-1"-1"-528"15,0 0-128-15,-1 1 0 0,1 1 2112 0,0-2 400 16,-1-2 80-16,0-2 16 0,1 0-400 0,-1-4-80 16,-1 0-16-16,1 2 0 0,-1 1-1312 0,0 1-272 15,0 1-48-15,0 3-16 0,0 2 176 0,-2 2 16 16,0 1 16-16,-1 4 0 0,-3 0-128 0,-1 5-32 15,-1 2 0-15,-1 3 0 0,-1 2-208 0,1 2-48 16,1 1-16-16,2 1 0 0,0-2 240 0,2 3 48 16,1 0 16-16,2-5 0 0,3-2 352 0,0-17 80 0,0 0 16 0,11 32 0 15,-11-32-656-15,0 0-128 0,0 0-16 0,42 8-16 32,-27-13-688-32,1-4-128 0,1-1-16 0,-1-4-15264 0</inkml:trace>
  <inkml:trace contextRef="#ctx0" brushRef="#br0" timeOffset="189159.72">9140 9478 12895 0,'0'3'1152'0,"0"-1"-928"0,1 0-224 0,-1-1 0 16,1-1 2784-16,-1 2 512 0,2 0 96 0,-2-2 32 16,0 0-352-16,0 0-80 0,0 0-16 0,0 0 0 15,43 12-1952-15,-33-14-400 0,1-3-80 0,1-2-16 0,0-1-160 0,0-1-48 16,1 0 0-16,-2-1 0 0,0-1-320 0,-1 1 0 15,-1 0 0-15,-1 1 128 16,-3 0-128-16,0 1 0 0,-2 0 0 0,-1-1 0 0,-2 1 0 0,-3 0-160 16,-1 3 160-16,-3 0 0 15,-3 1-576-15,-2 2-16 0,-1 2 0 0,-1 2 0 16,1 0-336-16,-1 5-64 0,-2 3-16 0,0 2 0 16,3 0 432-16,1 2 64 0,2 0 32 0,1 0 0 0,3 3 1232 0,1-3 240 0,1 3 48 15,4-17 16-15,1 29 288 0,-1-29 64 0,0 0 16 0,0 0 0 16,34 31-912-16,-34-31-192 0,31 1-48 0,-31-1 0 15,34-6-272-15,-17 1 0 0,1 0 0 0,0 0-12144 16,-1-2-2480-16</inkml:trace>
  <inkml:trace contextRef="#ctx0" brushRef="#br0" timeOffset="189664.42">9806 9282 25791 0,'2'2'2304'16,"1"-1"-1856"-16,0 0-448 0,-1 1 0 0,0 1 1840 0,0-1 272 16,-2-2 48-16,0 0 16 0,0 0-512 0,45 31-80 15,-45-31-32-15,0 0 0 0,46 25-1040 0,-46-25-192 16,0 0-64-16,0 0 0 15,46 20-256-15,-46-20 0 0,0 0-208 0,0 0-17552 16</inkml:trace>
  <inkml:trace contextRef="#ctx0" brushRef="#br0" timeOffset="189836.08">9855 9419 11967 0,'0'3'1072'0,"0"-1"-864"0,1-2-208 0,-1 1 0 15,0 0 2416-15,1 1 432 0,-1 1 96 0,1 5 0 16,-1-8 512-16,0 0 112 0,9 42 16 0,-9-42 0 0,3 42-1968 16,-3-42-384-16,2 43-80 0,-2-43 0 0,2 36-880 15,-2-36-272-15,0 0 160 0,7 36-160 16,-7-36-256-16,0 0-128 0,0 0-16 0,0 0-16896 16</inkml:trace>
  <inkml:trace contextRef="#ctx0" brushRef="#br0" timeOffset="190187.01">10101 9375 16575 0,'1'3'736'0,"-1"-2"160"0,1 2-720 0,-1 1-176 15,1 0 0-15,-1-1 0 0,0 2 2464 0,0 2 464 16,0-7 80-16,-1 35 32 0,1-11-816 0,-2 2-176 16,0 2-16-16,-1-2-16 0,1-2-800 0,-1-2-144 0,1-4-48 0,1-3 0 15,1-15-512-15,0 0-128 0,0 0 0 0,0 0-16 16,0 0-240-16,0 0-128 0,0 0 128 0,0 0-128 15,0 0 0-15,15-3 0 0,-11-9 0 0,0-1 128 16,1 0-128-16,0-3-128 0,0 2 128 0,0-3-192 16,1 1-96-16,0-1-32 0,2 0 0 0,0-1 0 15,-1 3 80-15,1 1 16 0,-1 0 0 0,1 2 0 16,1 0 224-16,0 3 0 0,-1 4 0 0,0 1 0 16,-1 3 160-16,-1 4 80 0,-6-3 16 0,0 0 0 15,0 0 192-15,16 36 64 0,-16-36 0 0,5 37 0 16,-5-37-352-16,3 45-160 0,-3-45 160 0,1 50-160 15,0-26 0-15,-1-1 0 0,0-23 0 0,2 36 0 16,-2-36 0-16,0 0 0 0,6 31 0 0,-6-31 0 16,0 0 0-16,0 0 0 0,0 0-128 0,20-3 128 15,-13-6-1792-15,1-3-256 0</inkml:trace>
  <inkml:trace contextRef="#ctx0" brushRef="#br0" timeOffset="190402.21">10509 9242 4607 0,'0'-9'400'0,"1"5"-400"15,0-1 0-15,-1 5 0 0,0 0 3488 0,-1 0 608 16,1 3 128-16,-1 2 32 0,0 2-192 0,-2 4-32 16,0 6-16-16,-2 2 0 0,2 3-2048 0,-2 1-416 15,1 3-80-15,2 1 0 0,-1 2-832 0,1-1-176 16,2-28-16-16,5 51-16 0,-5-51-176 0,10 43-16 16,-10-43-16-16,14 33 0 0,-14-33-224 0,0 0 0 15,23 34 0-15,-23-34 0 0,0 0 0 0,0 0 0 16,0 0 0-16,0 0 0 0,34 3-320 0,-32-9 0 0,-1 1 0 0,-1-4-11888 15,0 0-2384-15</inkml:trace>
  <inkml:trace contextRef="#ctx0" brushRef="#br0" timeOffset="190586.83">10394 9398 22111 0,'0'2'976'0,"1"0"208"0,2 1-944 0,-1-1-240 0,-1-2 0 0,1 1 0 16,1 3 2544-16,0-3 464 0,-3-1 80 0,0 0 32 15,0 0-992-15,46 15-192 0,-46-15-32 0,30 1-16 16,-30-1-1264-16,29-1-256 0,-29 1-48 0,26-6-16 16,-11 1-304-16,1 1 0 0,-2-2 128 0,0 1-128 15,0-2 0-15,-1 2-144 0,-2-1 16 0,0 0 0 16,0 2-2160-16,-1-1-416 0</inkml:trace>
  <inkml:trace contextRef="#ctx0" brushRef="#br0" timeOffset="190889.87">10637 9474 7359 0,'0'2'656'0,"0"-2"-528"16,0 1-128-16,1-1 0 0,0 0 3376 0,2-1 640 16,0 1 128-16,2-2 16 0,4 0-176 0,1-1-32 15,2-2-16-15,0 0 0 0,0-2-2464 0,0 0-480 16,1 0-96-16,-1 0-32 0,0 1-624 0,-1-2-240 16,1 3 176-16,-3-4-176 0,0 4 0 0,-1-2 0 0,-2 2 0 15,0 0 0-15,-1-2 0 0,0 0 0 0,-2 0 0 0,-2-1 0 16,-1 2 0-16,0-4 0 0,-1 1 0 0,-3 0-160 15,0 1 160-15,-2-1-128 0,-1 4 128 0,-1 0-128 16,-1 2 128-16,0 3-192 0,-2 5 192 0,0 2-192 16,-1 5-64-16,-1 3-32 0,0 1 0 0,2 2 0 15,1 2 288-15,3-1 0 0,2 3-128 0,1-2 128 16,4-20 272-16,0 39 112 0,0-39 32 0,0 0 0 16,13 37-48-16,-13-37-16 0,0 0 0 0,0 0 0 15,46 20-352-15,-46-20 128 0,30 0-128 0,-14-5 0 16,-1-1 0-16,1-3 0 0,-1 0 0 0,1-2-12096 15,0-2-2384-15</inkml:trace>
  <inkml:trace contextRef="#ctx0" brushRef="#br0" timeOffset="191206.48">10969 9361 6447 0,'0'-1'576'0,"0"1"-576"16,2-2 0-16,0 1 0 0,0 1 2112 0,0-2 320 15,1 0 64-15,1 1 16 0,4-3 544 0,2-1 96 16,1 1 32-16,1 1 0 0,-1-1-1408 0,-1 3-288 16,-10 1-48-16,0 0-16 0,0 0-240 0,35 8-48 15,-35-8-16-15,0 0 0 0,0 0-720 0,23 35-144 16,-23-35-16-16,0 0-16 0,0 0-224 0,9 42 0 0,-9-42 0 0,0 0 0 16,-2 32 0-16,0-25 0 0,-1 2 0 0,-1-4 0 15,0 2 0-15,1-3 0 0,-2-1 0 0,2-3 0 16,0-2 0-16,3-1 0 0,-1 1 0 0,1-3 0 15,0-2 352-15,1 0-32 0,2 0 0 0,0-3 0 16,2 1-32-16,1-2-16 0,2-1 0 0,0-1 0 16,0 0-272-16,2 0 0 0,1-1 0 0,-1 0 0 31,2 2-1104-31,-1 0-176 0,1 1-48 0,-2 3-14672 0</inkml:trace>
  <inkml:trace contextRef="#ctx0" brushRef="#br0" timeOffset="191505.17">11320 9308 1839 0,'4'-2'160'0,"-1"1"-160"16,-1 1 0-16,1-2 0 0,-1 2 2592 0,0-2 480 15,0 1 112-15,1-1 16 0,3 0 624 0,1-3 128 16,2 2 16-16,-2 1 16 0,-7 2-1520 0,0 0-304 16,0 0-64-16,0 0-16 0,0 0-768 0,0 0-160 15,0 0-16-15,23 43-16 0,-23-43-704 0,-1 26-144 16,1-26-16-16,-3 33-16 0,3-33-240 0,-3 34 0 15,3-34 128-15,-1 37-128 0,1-37 0 0,2 31 0 16,-2-31 128-16,0 0-128 0,0 0 0 0,16 38 0 16,-16-38 0-16,0 0 0 0,0 0 0 0,0 0 0 0,29-1 0 0,-23-5 0 15,-1 0 0-15,3-3 0 0,-2 0 0 0,3-3 0 16,-1 1 0-16,1-4 0 0,1-2 0 16,-2 3 0-16,-1 3 0 0,3-3 0 0,0-3 0 0,1-2 0 15,1 0 0-15,-3 0 0 0,0 4-208 0,0 1 64 16,-2 2-1136-1,-1 6-208-15,-2 1-48 0,-1 2-14656 0</inkml:trace>
  <inkml:trace contextRef="#ctx0" brushRef="#br0" timeOffset="191977.68">11671 9369 4607 0,'1'3'400'0,"1"-3"-400"16,0 2 0-16,-1-2 0 15,0 0 2224-15,0-2 352 0,2 2 80 0,1 0 16 0,4-2 656 0,0 1 144 16,2-4 32-16,0 1 0 15,-2-4-1152-15,0 2-240 0,0-2-32 0,-1 1-16 0,-1-2-1296 0,-2 1-256 16,0-1-48-16,-2 0-16 0,-2 1-448 0,-2 0 0 16,-2 2 0-16,-1 2 0 0,-2 1-144 0,-1 1 144 15,0 4-208-15,-2 1 80 16,1-1-608-16,0 5-112 0,-1 0-32 0,3 1 0 16,-1 3 288-16,1-2 48 0,2 1 16 0,0 0 0 0,2 0 848 0,0 1 160 15,3-11 32-15,-4 20 16 0,4-20 304 0,0 0 64 0,0 0 16 16,3 32 0-16,-3-32-144 0,0 0-48 0,0 0 0 0,0 0 0 15,0 0-400-15,0 0-96 0,38 17-16 0,-38-17 0 16,0 0-208-16,18-7 0 16,-11 4 0-16,0 1 0 0,0-2-752 15,-2-1-144-15,1 2-16 0,-2-1-16 0,1-1-992 0,0 1-192 16,-1-1-32-16,0-1-16 0,1-1-16 0,-1 0-16 0,0 2 0 16,-1-2 0-16,-1 3 752 0,-2-1 160 0,1 2 16 0,-1 1 16 15,0 0 1072-15,0 2 176 0,-1 0 128 0,0 0-128 0,0 2 1216 16,-1 0 128-16,0 3 48 0,0 0 0 0,1 2 512 15,0-1 96 1,1-6 32-16,0 0 0 0,0 0-64 0,0 32-16 0,0-32 0 0,0 0 0 0,0 0-864 0,0 0-160 16,0 0-32-16,19 36-16 0,-19-36-464 0,0 0-96 15,0 0 0-15,0 0-16 0,0 0-304 0,33 11 0 16,-33-11 0-16,12-2 0 16,-5-2-512-16,-2 1-224 0</inkml:trace>
  <inkml:trace contextRef="#ctx0" brushRef="#br0" timeOffset="192498.71">12072 9078 23951 0,'2'-2'2128'0,"-1"1"-1696"0,0-1-432 0,-1 2 0 16,0 0 1920-16,0-2 288 0,1 1 64 0,0-1 16 31,0 2-432-31,-1 2-96 0,-1 1-16 0,-1 4 0 0,2-7-912 0,-6 26-192 0,3-10-48 0,-2 4 0 15,0 1-352 1,1 2-80-16,-2 1-16 0,1 0 0 16,2-2-144-16,0 1 160 0,-1-4-160 0,1 0 160 15,3-19-32-15,-2 36 0 0,2-36 0 0,0 0 0 16,4 35-128-16,-4-35 160 0,0 0-160 0,0 0 160 16,0 0-160-16,0 0 0 0,29 29 0 0,-29-29 0 15,0 0 0-15,16-3 0 0,-12 1-128 0,1-2-12352 16,0 1-2448-16</inkml:trace>
  <inkml:trace contextRef="#ctx0" brushRef="#br0" timeOffset="193726.99">12966 9196 14735 0,'1'-6'1312'0,"0"3"-1056"0,0 0-256 0,-1 1 0 0,0 0 736 0,-1 2 96 16,1-3 0-16,-1 1 16 0,-1-1 1248 0,-1 0 240 15,0 0 48-15,-1 3 16 0,-1 2-816 0,0 0-176 16,-1 5-16-16,1 0-16 15,-2 5-96-15,2 0 0 0,-2 2-16 0,2 3 0 0,1 0-448 0,-1 2-96 16,2 2-16-16,3-21 0 0,-1 38-272 0,1-38-64 16,1 40-16-16,-1-40 0 0,5 36-160 0,-5-36-48 15,8 38 0-15,-8-38 0 0,6 40-144 0,-6-40 0 16,5 35 144-16,-5-35-144 0,0 36 0 0,0-36 0 0,-4 33 0 16,0-20 0-16,0-1 0 0,-2-3 0 0,0 0 0 0,0-2 0 15,-1-2 0-15,1-1 0 0,-1-1 0 0,2-3 0 16,0-2 0-16,0-1 0 0,-2-2 0 0,2-1 0 31,-1 0-416-31,0-5 0 0,0 1 0 0,0-2 0 16,-2-2-400-16,2-3-80 0,-2 2 0 0,1-3-16 0,0-2 48 0,2 0 16 0,0-1 0 0,0 1 0 15,2 4 560-15,0 0 112 0,0 4 32 0,2 2 0 16,1 5 144-16,1 0 176 0,2 3-48 0,1 1 0 16,0 2 672-16,-4-1 128 0,0 0 32 0,0 0 0 15,0 0 272-15,41 17 64 0,-41-17 16 0,0 0 0 0,47 9-848 0,-47-9-160 16,38 2-48-16,-38-2 0 0,41 0-256 0,-41 0 0 15,42-4 128-15,-21-3-128 0,-3 2 0 0,0 0 0 16,0-2 0-16,0 0 0 16,-1 0-496-16,-1-3-48 0,-1 3-16 0,-2-2 0 15,-1 2-1424-15,-2 0-272 0,-2-1-64 0,-2 4-16 16,-2-1-176-16,-2 0-48 0,0 3 0 0,-3-3 0 16,0 3 640-16,-2-1 128 0,0 1 32 0,-1 0 0 0,1 2 1552 0,-2-2 208 15,0 4 240-15,2-2-48 0,-1 1 2128 0,0 0 432 0,2 1 96 16,-1 1 16-16,0 0-272 0,1 1-48 15,1 0-16-15,0 0 0 0,0 2-976 0,2 1-192 0,-1-2-32 0,0-5-16 16,0 0-848-16,0 0-160 0,0 0-48 0,16 38 0 16,-16-38-256-16,0 0 0 15,0 0 128-15,0 0-128 0,33 22 0 0,-33-22 0 0,0 0 0 0,0 0 0 16,31-1 0-16,-25-4 0 0,2 1 0 0,-3-3 0 16,1 2-256-16,-1-5-16 0,-2 3 0 0,0-1 0 15,0-2-352 1,-2 2-64-16,0 0-16 0,-1-1 0 0,-2 3 144 15,-1-2 32-15,-1 1 0 0,-2-2 0 0,-1 2 176 0,2-2 32 0,-3 1 16 0,0 1 0 16,1 2 304-16,-2 1 0 0,2 1 0 0,0 3 0 0,2 0 0 16,-1 3 256-16,2 0-64 0,-1 1 0 0,1 1 384 0,2 2 64 15,0 0 0-15,1 0 16 0,1 0-64 0,1-2-16 16,-1-5 0-16,0 0 0 0,0 0-384 0,0 0-192 16,0 0 160-16,37 19-160 0,-37-19 0 0,0 0 0 15,33-5 0-15,-20 2 0 0,0-1 0 0,1-1 0 16,-1-2 0-16,0 2 0 0,0-2 0 0,-1 2 0 15,0 0 0-15,-1-1 0 0,0 3 0 0,-11 3 0 16,0 0 0-16,28 0 0 0,-28 0 0 0,0 0 0 16,0 0 0-16,0 0 0 0,0 0 0 0,37 31 0 15,-37-31 0-15,0 0 0 0,0 0 0 0,17 43 0 16,-17-43 128-16,0 0-128 0,10 40 0 0,-10-40 0 16,0 0 0-16,7 45 0 0,-7-45 0 0,0 0 0 15,6 34 0-15,-6-34 0 0,0 0 0 0,0 0 0 0,0 0 0 0,0 0 0 16,0 0 176-16,0 0-176 0,0 0 192 0,0 0-192 15,-4 14 288-15,2-20-48 0,1 0-16 0,0-3 0 16,1-1-80-16,0 0-16 0,0-4 0 0,2 0 0 16,1-1 64-16,2-1 16 0,2-1 0 0,0 0 0 15,2 2-208-15,1-2 128 0,1 2-128 0,1 1 0 16,1 0 0-16,1 4 0 0,-2 2 0 0,0 2 0 16,-1 1-288-16,-11 5-48 0</inkml:trace>
  <inkml:trace contextRef="#ctx0" brushRef="#br0" timeOffset="200232.71">14311 9147 14735 0,'0'-1'1312'15,"1"1"-1056"-15,-1-1-256 0,0 1 0 16,0 0 1408-16,1-1 208 0,0 1 48 0,0-2 16 0,0-1 432 0,1 1 64 16,0-1 32-16,0 1 0 15,0 2-608-15,-1-1-128 0,2 1-32 0,-2 0 0 0,1 1-624 0,1-1-128 31,-1 2-32-31,1 1 0 0,0-1-96 0,-3-2-32 0,0 0 0 0,0 0 0 0,0 0-80 0,0 0 0 32,23 41-16-32,-23-41 0 0,0 0-144 0,0 0-32 0,15 47 0 0,-15-47 0 0,0 0-128 0,13 38-128 15,-13-38 192-15,0 0-192 0,6 35 128 0,-6-35-128 16,0 0 0-16,0 31 0 0,0-31 0 0,-5 19 0 16,3-9 0-16,-2-3 0 0,-1 0 0 0,1-3 0 0,-1 2 0 15,0-2 0-15,1-1 0 0,-2 1 0 0,2-3 0 0,0 1 0 16,-1 0 0-16,0-2 0 15,-2 2 0-15,2-2 0 0,-1-2 0 0,0 2 0 0,1-2 0 0,0-1 0 16,1 1 0-16,-2-3 0 0,0 1 0 0,2-2 0 16,-2-2 0-16,2 0 0 15,0-2-192-15,0-1 192 0,1-1-384 0,2 0 0 0,-1-2 16 0,1-1 0 32,1 1-80-32,0 0-32 0,2 1 0 0,-1 0 0 0,1 1 272 0,2 0 48 0,0 0 16 0,0 3 0 31,2 0 144-31,0-1 0 0,1 3 0 0,0 0 0 15,3-1 0-15,1 2 0 0,1-2 160 0,1 2-160 0,0 0 512 0,2 0 0 16,0 1 0-16,1-2 0 0,0-1-176 16,0 2-16-16,-1 0-16 0,0 0 0 0,-2 1-304 0,-1 0 128 15,0 1-128-15,0 1 0 0,-3 0 0 0,-1 1 0 16,0 1 0-16,-2 0 0 0,1-1-128 0,-2 2-144 16,0 0-32-16,-2 2-11536 15,0-2-2304-15</inkml:trace>
  <inkml:trace contextRef="#ctx0" brushRef="#br0" timeOffset="200722.91">15076 8930 26719 0,'3'-2'2368'0,"0"1"-1888"15,-1 0-480-15,0 1 0 0,0-2 1920 0,1 0 272 16,3-1 64-16,5-2 16 0,3-2-672 0,3 1-144 15,-2 1-32-15,-1 1 0 0,-2 0-976 0,-1 2-192 0,-2 2-32 0,-9 0-16 16,0 0-80-16,0 0-128 16,0 0 176-16,31 9-176 0,-31-9 0 0,0 0 0 0,0 0 0 0,0 0 0 15,0 0 0-15,0 0 0 0,0 0 0 0,0 0 0 32,0 0-1488-32,0 0-208 0</inkml:trace>
  <inkml:trace contextRef="#ctx0" brushRef="#br0" timeOffset="200905.53">15131 9068 10127 0,'-3'5'896'0,"2"-3"-704"0,0 1-192 0,0 0 0 15,1 0 2000-15,0-2 368 0,0 2 80 0,0-3 16 16,0 0 928-16,-4 25 192 0,4-25 48 0,-5 29 0 16,5-29-1312-16,-5 27-256 0,5-27-48 0,-4 25-16 15,4-25-1248-15,0 0-256 0,-5 30-48 0,5-30-16 16,0 0-432-16,0 0 0 0,0 0 0 0,0 0 0 15,0 0-208-15,0 0-128 0,0 0-32 0,0 0-17424 16</inkml:trace>
  <inkml:trace contextRef="#ctx0" brushRef="#br0" timeOffset="201272.54">15416 9009 18431 0,'3'-3'816'0,"-1"1"160"0,0 0-784 0,-1 2-192 15,0-2 0-15,-1 2 0 0,1-1 2304 0,0 1 400 16,0-2 96-16,0 0 16 0,1 1-128 0,-2-1 0 16,0 2-16-16,-1 0 0 0,-1 2-1584 0,0-1-320 15,-2 3-64-15,-2-1-16 0,0 1-384 0,-2 2-80 16,-1 0-16-16,-2 2 0 0,0-2-32 0,-2 4-16 16,0 0 0-16,1-1 0 0,1 0-160 0,2-1 0 15,3 1 0-15,2-3 0 0,4-6 0 0,0 0 0 16,0 0 128-16,0 0-128 0,0 0 0 0,0 0 0 15,34 20 0-15,-34-20 0 0,25 0 0 0,-25 0 128 0,27 1-128 0,-27-1 0 16,27 4 128-16,-27-4-128 0,0 0 128 0,37 9-128 16,-37-9 0-16,0 0 0 0,0 0 0 0,35 25 0 15,-35-25 0-15,0 0 0 0,0 0 128 0,0 0-128 16,14 42 0-16,-14-42 0 0,-7 14 144 0,1-4-144 16,-2-4 192-16,-1 2-48 0,-3-1 0 0,0 0 0 15,-2 0-144-15,0-1 128 0,-2 2-128 0,1-1 128 16,-4-1-128-16,0 0 0 0,0 2 0 0,-1-2 0 15,-2 0-240-15,2 0-128 0</inkml:trace>
  <inkml:trace contextRef="#ctx0" brushRef="#br0" timeOffset="203556.43">5084 10775 5519 0,'-1'-2'496'0,"0"2"-496"15,1 0 0-15,0 0 0 0,0 0 1088 0,0 0 112 16,-1 0 16-16,0 0 16 0,1-2 384 0,0 1 80 15,0-1 16-15,0 0 0 0,1 2-192 0,0-3-48 16,1 1 0-16,1 0 0 0,0 1-496 0,-1 1-96 16,2-2-32-16,1 1 0 0,-1 0-224 0,2-1-48 15,0 0-16-15,0 1 0 0,1 1-112 0,2-2-32 0,-1 1 0 0,1 0 0 16,1 0-32-16,0 1-16 16,-10 0 0-16,0 0 0 0,35-2-112 0,-35 2-32 15,0 0 0-15,42-2 0 0,-42 2 944 0,31-3 192 0,-31 3 48 16,34-7 0-1,-34 7-1616-15,36-7-320 0,-36 7-64 0,37-7-16 0,-37 7 832 0,36-9 160 0,-36 9 48 0,37-7 0 16,-15 2-176-16,-22 5-16 0,40-5-16 0,-40 5 0 16,40-8 0-16,-40 8 0 0,47-6 0 0,-47 6 0 15,53-8-32-15,-26 4-16 16,2-1 0-16,-1 2 0 0,0-1 0 0,0 0 0 0,-1 1 0 0,-27 3 0 0,58-5-176 16,-58 5 128-16,58-5-128 0,-58 5 128 0,63 0-128 0,-28-2 0 15,1 4 0-15,0-2 128 0,0 1-128 0,0 1 0 16,1 0 0-1,-1-2 0-15,0 0 0 0,2 0 0 0,4-1 0 0,2 0 0 0,3 1 128 0,-2-2-128 16,-1 1 128-16,-1 1-128 0,4-2 224 16,0 0-32-16,5-1-16 0,3 1 0 0,5 0-48 0,-2 0-128 15,0 1 192-15,0-2-64 0,1 0-128 0,5 0 160 16,4 0-160-16,-2-1 160 0,-3 1-32 0,5-1 0 16,1 1 0-16,4-3 0 0,0 3 64 0,-2-4 0 15,1 2 0-15,2-2 0 0,2 3-192 0,-1-1 192 0,-3 1-192 16,-4 1 192-16,-1 0-192 0,-1 0 0 0,0 1 0 0,-5 2 0 15,-5 2 0-15,-8-1 0 16,-6 3 0-16,-4 0 0 0,-38-4-192 0,63 13-64 0,-63-13 0 0,48 19-17664 16</inkml:trace>
  <inkml:trace contextRef="#ctx0" brushRef="#br0" timeOffset="204484.7">5135 10818 911 0,'-1'-2'0'0,"0"0"0"0,0 1 0 0,0-1 0 0,1 2 864 0,0 0 96 0,-1 0 0 0,1-2 16 0,0 1 592 0,-2-1 112 16,1 0 32-16,-1-1 0 0,1 1 16 0,-1-1 0 15,1 0 0-15,-1 0 0 0,1 0-352 0,0 0-64 16,-1 0-16-16,0 0 0 0,1 0-192 0,0-1-32 16,-1 1-16-16,0 1 0 0,1 0-176 0,0 1-48 31,0-1 0-31,0 0 0 0,0 1 704 0,0 1 128 15,0 0 16-15,0-2 16 16,0 2-1696-16,0-1-384 0,0 2-48 0,0-1-16 0,-1 0 720 0,1 0 144 16,0 0 32-16,0 0 0 0,-1 2-80 0,1-1-16 15,-1 1 0-15,1 1 0 0,-1 0-80 0,0 0-16 0,1 2 0 0,0 0 0 16,-1 0-112-16,0 2-16 0,-1 0-128 0,1 2 192 16,-1 3-64-16,2-1 0 0,-2 0-128 0,1 1 192 15,0 4-64-15,-1 6-128 0,2 2 176 16,0 4-176-16,1 3 192 0,0 4-64 0,1 4 0 0,1-1-128 15,-1 0 192-15,0 1-192 0,-1-1 192 0,1 0-192 16,1-2 0-16,0-1 0 0,1 0 0 0,-2-3 0 16,2-3 0-16,-1-6 0 0,0-2 0 0,-2-4 0 15,0-5 128-15,0-1-128 0,0-4 0 0,0-2 0 16,1-2 0-16,-2-3 0 0,1-2 128 0,0-4-128 0,0 0 192 0,0-4 0 16,0-2-16-16,0-4 0 0,-1-1 48 0,-1 0 16 15,0-2 0-15,-2 0 0 0,0 0-240 0,-3 0 144 16,1 1-144-16,-2 1 128 0,0 3-128 0,-2-1 0 15,-2 2 144-15,-2 0-144 0,2 4 128 0,-3 2-128 16,-2 2 128-16,-1 2-128 0,1 3 0 0,1 3 144 16,2 2-144-16,0 4 0 0,3 1 176 0,-2 4-176 15,3 5 160-15,1 0-160 0,1 4 0 0,0 0 0 16,2 2 0-16,1-4 0 0,2-2 0 0,3-5 0 16,1-2 0-16,2-4 0 0,-3-8 0 0,0 0 0 15,0 0 0-15,0 0-18336 0</inkml:trace>
  <inkml:trace contextRef="#ctx0" brushRef="#br0" timeOffset="205364.42">5466 10908 3679 0,'0'0'320'0,"-1"-2"-320"16,1 2 0-16,0 0 0 0,0 0 912 0,-1 0 112 0,0-2 32 0,0 1 0 15,1-3 576-15,-2 3 112 0,2-1 32 16,-1 0 0-16,0 2-176 0,0-2-48 0,1 1 0 16,-1 1 0-16,1-2-80 0,-1 2-32 15,0 0 0-15,0 0 0 0,0 2-96 0,0-2 0 0,0 3-16 0,0 1 0 16,0 1-416-16,0 0-80 0,-1 3 0 0,0 3-16 15,0 3-240-15,-1 3-64 0,1 2 0 0,1 4 0 16,-1 0-176-16,-1 2-32 0,0 2-16 0,0-2 0 16,2 1-144-16,-3 0-16 0,1 0-128 0,0-2 192 15,1-7-192-15,-1 4 0 0,1-4 128 0,0 2-128 16,1-1 0-16,-1-3 0 0,1 1 0 0,-1-4 0 0,2-3 0 16,0 0 0-16,0-3 0 0,0-4-160 15,2-2-736-15,0-2-128 0</inkml:trace>
  <inkml:trace contextRef="#ctx0" brushRef="#br0" timeOffset="205569.5">5551 11180 23951 0,'1'8'1056'0,"0"-4"224"0,0-1-1024 0,0 0-256 16,-1 1 0-16,1-3 0 0,0 2 1440 0,1 1 224 15,2 2 64-15,-4-6 0 0,0 0-832 0,0 0-144 16,0 0-48-16,25 33 0 0,-20-30-704 0,0-2 0 0,0 0-192 0,1-3-14224 16</inkml:trace>
  <inkml:trace contextRef="#ctx0" brushRef="#br0" timeOffset="205900.31">5700 10986 11055 0,'-4'2'976'0,"2"1"-784"16,0 0-192-16,2 1 0 0,-1-2 1760 0,0 3 304 15,0 2 64-15,-1 4 16 0,0 7-288 0,0 5-64 16,0 4-16-16,1-1 0 0,1-3-1024 0,1 1-208 31,2-5-32-31,-3-19-16 0,8 35 176 0,-8-35 32 0,0 0 16 0,0 0 0 0,26 32-208 0,-26-32-64 16,0 0 0-16,0 0 0 0,33-6-96 0,-24-2-32 15,1-2 0-15,0-2 0 0,0-2 16 0,-1 0 0 16,0-1 0-16,-1-1 0 0,-2 1-208 0,0-1-128 16,-3 2 160-16,-1-3-160 0,-2 2 144 0,-1-1-144 0,-3 2 128 15,-1-3-128-15,-2 3 192 0,-3 0-32 16,-3 2-16-16,-1 0 0 0,-1 3 240 0,0 1 32 0,-1 4 16 0,1 2 0 16,1 4 80-16,0 0 32 0,2 3 0 0,0 0 0 15,5 0-384-15,2 2-160 0,2-1 128 0,2 0-128 31,2 0-448-31,2-1-192 0,-3-5-16 0,0 0-15696 0</inkml:trace>
  <inkml:trace contextRef="#ctx0" brushRef="#br0" timeOffset="206517.87">5987 11010 5519 0,'-1'-2'496'16,"1"0"-496"-16,0 1 0 0,-1-1 0 0,1 2 3280 0,0-2 560 15,0 1 128-15,0-1 0 16,0 0-32-16,1-5-16 0,-1 2 0 0,2 0 0 0,0-1-2320 16,1 0-480-16,2-1-96 0,-1 1 0 0,2 0-656 0,-1-1-128 15,2-1-32-15,-2 0 0 0,0 1-208 0,1-1 0 16,-1 1 128-16,0-2-128 0,-1 1 0 0,-1-1 0 31,-1 2 0-31,0-3 0 0,-2 4 0 0,-2-3 0 16,0 3 0-16,-1-1 0 0,0 3 0 0,-2 1 0 0,0 1 0 0,-2 2 0 0,1 2 0 0,-2 0 0 0,0 2 0 15,-3 2 0-15,0 3-176 0,2-1 176 0,0 1-160 0,1-2 160 32,-1 3-448-32,3-1 16 0,0 0 0 0,1-1 0 0,1-1 256 0,0 0 176 0,2 0-208 0,0-2 80 15,1-1 128-15,1 1 0 0,0-2 0 0,1-1 0 32,1-1 0-32,0 0 0 0,1-1 0 0,0 0 0 15,0 0 256-15,1 0 0 0,2-1-16 0,-1 1 0 16,1-1 96-16,0 1 32 0,1 0 0 0,-1-2 0 15,0 2-176-15,0 0-16 0,2-2-16 0,-3 2 0 16,2 0-160-16,-2-1 128 0,0 1-128 0,-1 0 128 0,-1-2-128 16,0 0 0-16,0 1 0 0,-1-1 0 0,0 0 0 0,0-1 0 15,-1 1 0-15,-1-1 0 0,0 1 0 0,0 0 0 16,0-2 0-16,0 3 0 0,0-1 0 0,-1 1 0 16,0 1 0-16,0 0 0 0,-1 0 0 0,1 1 0 15,0 1 0-15,0 1 0 0,-1 0 0 16,0 0 0-16,1 2 0 0,0-1 0 0,0 2 0 0,0 1 0 15,-1 0 0-15,0 2 0 0,0-1 0 0,0 1 0 16,0 0 0-16,1 3 0 0,-2 0 0 0,1 0 0 16,-1 4 0-16,0 1 0 0,-1 1 128 0,0 0-128 15,0 2 0-15,0 0 128 0,-2 1 0 0,0 3 0 0,-1-2 0 0,0-1 0 16,0 2-128-16,0-1 0 0,0-1 0 0,2-2 128 16,2-2-128-16,0-5 0 0,2-1 0 0,1-2 0 15,1-3 0-15,0-1 0 0,2-3 0 0,-1-2 0 16,2-4-192-16,0 1 0 0,3-3-16 0,-1-2-17328 15</inkml:trace>
  <inkml:trace contextRef="#ctx0" brushRef="#br0" timeOffset="207507.21">6217 10967 15663 0,'-1'0'1392'16,"1"0"-1120"-16,-1 0-272 0,0 0 0 16,0 0 1456-16,0 0 224 0,-1 0 48 0,-1-2 16 15,0 2 192-15,2 0 48 0,-1-2 0 0,2 1 0 16,1 1-608-16,0-2-112 15,3 1-32-15,0 0 0 0,1-2-400 0,1 1-96 0,1 0-16 0,1 1 0 0,-1-1-256 16,2 1-48-16,-2 0-16 0,1 1 0 0,-8 0-144 0,0 0-16 16,0 0-16-16,0 0 0 0,42 10-96 0,-42-10-128 15,0 0 176-15,0 0-176 0,0 0 0 0,0 0 0 16,21 35 0-16,-21-28 0 0,-2 1 128 0,-1 0-128 16,-1 1 0-16,-1 0 0 0,0 2 0 0,-2-1 0 15,1 1 0-15,0 0 0 0,-1 0 0 0,0-2 0 16,-2 1 0-16,1 1 0 15,0 1 0-15,0-1 0 0,0 0 0 0,0 1 0 0,2-3 0 0,0 0 0 0,2 0-128 16,0-1 128-16,2-1 0 0,1 1 0 0,3-4 0 0,0 1 0 16,1 0 0-16,0-3 0 0,3-2 0 0,0 0 0 15,3 0 0-15,0-5 0 0,1 1 0 0,1-1 0 16,1 0 160-16,0-2-160 0,1 0 128 0,1 0-128 16,0-1 128-16,1 0-128 0,0 0 0 0,-3 1 128 15,0 1-128-15,0 0-224 0,1-1 48 0,0-2-11312 16,-1 2-2272-16</inkml:trace>
  <inkml:trace contextRef="#ctx0" brushRef="#br0" timeOffset="207833.19">6515 10877 19343 0,'-3'0'848'0,"1"0"192"0,2 0-832 0,0 0-208 0,0-2 0 0,1 2 0 0,1 0 2192 0,1-3 400 15,2 1 80-15,3-2 16 0,2-1-768 0,2 0-128 16,0 0-48-16,0-2 0 0,2 2-1136 0,-1-2-224 16,1 5-64-16,0-3 0 0,0 0-112 0,-14 5-16 15,26-4-16-15,-26 4 0 0,0 0-176 0,33 0 160 16,-33 0-160-16,0 0 160 16,0 0-160-16,0 0 0 0,0 0 0 0,40 26 0 15,-40-26 0-15,0 0 160 0,8 31-160 0,-8-15 160 16,-1 1 96-16,-1 2 0 0,0 2 16 0,-2 1 0 15,2 1-32-15,-2 3-16 0,0 0 0 0,-1 0 0 16,1 0-32-16,-1-2 0 0,0-1 0 0,-1-1 0 16,0 0-64-16,1-2 0 0,-2 0-128 0,2-1 192 15,-2 0-192-15,2-1 0 0,0 2 0 0,0-5 0 16,1 0-480 0,0-3-96-16,1-2 0 0,2-8-16832 0</inkml:trace>
  <inkml:trace contextRef="#ctx0" brushRef="#br0" timeOffset="208038.27">6584 11105 16575 0,'-1'0'1472'0,"0"-2"-1168"15,0 2-304-15,1 0 0 0,0 0 2240 0,0-1 400 16,1 1 80-16,0 0 16 0,2-2 288 0,2 0 64 16,3 0 16-16,2-1 0 0,-10 3-1824 0,27-9-384 15,-27 9-64-15,35-10 0 0,-35 10-560 0,41-12-96 16,-41 12-32-16,43-5 0 0,-43 5-144 0,44-5 0 15,-44 5 0-15,41 0 0 0,-41 0 0 0,37-3 0 16,-37 3 0-16,34-3 0 16,-34 3-960-16,33-7-112 0</inkml:trace>
  <inkml:trace contextRef="#ctx0" brushRef="#br0" timeOffset="208305.21">7184 10910 3679 0,'-5'-2'320'0,"2"0"-320"0,1 2 0 0,1-2 0 0,1 4 1968 0,-1-2 320 16,1 2 64-16,-1-1 16 0,0 3 1328 0,0 3 272 15,1 2 48-15,0-9 16 0,5 29-1120 0,-5-29-224 16,12 35-32-16,-12-35-16 0,16 43-1424 0,-16-43-304 15,23 42-48-15,-23-42-16 0,24 34-544 0,-24-34-112 16,0 0-32-16,37 39 0 0,-37-39-160 0,0 0 0 16,34 34 0-16,-34-34-11808 15,0 0-2352-15</inkml:trace>
  <inkml:trace contextRef="#ctx0" brushRef="#br0" timeOffset="208505.31">7367 10954 11967 0,'-3'-1'1072'0,"0"1"-864"16,1 0-208-16,0 2 0 0,0 1 2192 0,0-1 400 0,-5 5 80 0,-3 5 16 15,-4 5 752-15,-4 4 144 0,1 8 48 0,-1-3 0 16,1 0-1808-16,3-3-352 0,0-4-80 0,2 0-16 16,4-4-928-16,1-3-192 0,1-1-48 0,2-4 0 31,2 3-736-31,1-6-160 0,1 1-16 0,2 0-16560 0</inkml:trace>
  <inkml:trace contextRef="#ctx0" brushRef="#br0" timeOffset="208732.67">7616 10967 11967 0,'0'-2'1072'0,"0"-1"-864"15,0 1-208-15,-1 2 0 0,0 2 2112 0,0-2 368 16,-1 0 80-16,-1 0 0 0,1 0-752 0,-3 5-144 16,0 0-48-16,-1 5 0 0,1 2-576 0,0 5-112 15,0 4-32-15,0 4 0 0,1 0 224 0,0 1 32 16,-1 0 16-16,1-1 0 0,0 1-608 0,0-4-128 16,3-1-32-16,0-4 0 0,1 0-240 0,0-17-160 15,4 26 192-15,-4-26-10880 16,0 0-2176-16</inkml:trace>
  <inkml:trace contextRef="#ctx0" brushRef="#br0" timeOffset="209078.42">7824 10960 23951 0,'-4'7'1056'0,"0"-1"224"0,1 1-1024 0,0-1-256 0,0-1 0 0,1 1 0 15,-2 2 1776-15,-1 4 288 0,-4 9 64 0,-1 5 16 16,0 5-816-16,1-4-176 0,2-1-16 0,4-3-16 16,3-4-464-16,0-19-80 0,0 0-32 0,14 38 0 15,-14-38-288-15,0 0-48 0,0 0-16 0,0 0 0 16,49 8-192-16,-36-13 0 0,0-2 0 0,0-3-160 16,-1 0 160-16,0-2 0 0,0-2-144 0,-1 0 144 0,-2 1 0 0,-2-2 0 15,-3 1-144-15,-2-1 144 0,-2 3 0 0,-3-2 0 16,0 0 0-16,-4 0 0 0,-1 1 0 0,-3 0 0 15,0 3 0-15,-3-2 0 0,-2 3 0 0,-1 1 0 16,1 2 0-16,2 1 0 0,2 2 0 0,0 3 144 16,-1 2-144-16,2 2 128 0,4 0 16 0,1 0 0 15,3 1 0-15,0 0 0 16,3 0-656-16,2 2-128 0,-2-7-16 0,0 0-15872 0</inkml:trace>
  <inkml:trace contextRef="#ctx0" brushRef="#br0" timeOffset="209330.99">8043 10820 11967 0,'-7'-2'1072'0,"1"-2"-864"0,2 3-208 0,0-1 0 16,2 2 2352-16,0 0 416 0,1 0 96 0,-3 0 16 15,-1 2 80-15,0-2 32 0,0 0 0 0,3 3 0 16,1-1-1392-16,3-1-256 0,3 0-64 0,1 1-16 15,-6-2-592-15,0 0-112 0,0 0-32 0,42-2 0 16,-29 0-352-16,-13 2-176 0,29-7 160 0,-16 4-160 0,-1 1 0 16,-1-3 0-16,1 1 0 0,-2 0 0 15,0 1-928 1,-1-2-128-16,-2 2-32 0,-1 1-10016 0,-1 0-2016 0</inkml:trace>
  <inkml:trace contextRef="#ctx0" brushRef="#br0" timeOffset="209756.1">8214 10668 21183 0,'0'-6'944'0,"0"1"192"0,0 2-912 0,0 1-224 0,1 0 0 16,0 0 0-16,0 1 2016 0,1-1 352 0,1-3 80 0,2 1 16 16,2 1-992-16,0 0-192 0,1 1-32 0,-8 2-16 15,0 0-656-15,0 0-128 16,39 11-16-16,-39-11-16 0,0 0-192 0,0 0-32 0,32 30-16 0,-32-30 0 15,0 0-176-15,0 0 0 0,12 33 0 0,-13-28 0 16,-1 2 0-16,-3-3 0 16,1 2 0-16,-2-1 0 0,-1-2 0 0,-2 2 0 0,1 0 0 0,-3-2 0 0,0 2 0 15,-1 0 0-15,1-2 0 0,0 2 0 16,2-4-128-16,2 1-16 0,0-2 0 0,3 0 0 0,1 0 144 0,1-2 0 16,1 1 128-16,1-3-128 0,1 1 288 0,1 1-16 15,2 0 0-15,1-1 0 0,2 0-272 0,0 1 0 16,2 0 128-16,2 0-128 0,-11 2 0 0,0 0 0 15,34 0 128-15,-34 0-128 0,0 0 160 0,43 6-32 16,-43-6 0-16,0 0 0 0,38 13-128 0,-38-13 0 16,0 0 144-16,0 0-144 0,0 0 0 0,32 35 0 15,-33-27 0-15,-2-1 0 0,-1 2 192 0,-4-2-48 16,-1 0 0-16,-4 3 0 0,-4-1 160 0,-1 0 16 16,-3-1 16-16,1-1 0 0,2 0-336 0,-2-3 0 15,-4 2 0-15,1-2 128 0,3-2-320 0,4-1-64 0,4-2-16 0,4-1-17200 31</inkml:trace>
  <inkml:trace contextRef="#ctx0" brushRef="#br0" timeOffset="211661.49">9320 10771 17503 0,'3'-3'1552'0,"0"2"-1232"16,-2 0-320-16,0 1 0 0,-1 0 1664 0,1 0 288 16,1-3 48-16,1 1 16 0,1-1 192 0,-1 1 32 0,-1 0 16 0,-1 2 0 15,-2 0-704-15,-1 1-144 0,-1 2-16 0,-2 0-16 16,1 0-688-16,-4 1-144 0,1 1-32 0,-2 2 0 16,-1-2-272-16,-3 2-64 0,-2 2-16 0,-3 1 0 15,1-1-160-15,-2 2 0 0,-4 2 0 0,-2-1 128 16,0 2-128-16,0-4 0 15,1 1 0-15,1 1 0 0,-1 3 0 0,2-3-256 0,3 2 64 0,3-4 16 16,1 1-80-16,4-2 0 0,0 1-16 0,3-5 0 16,3 2 272-16,0-3-160 0,2-1 160 0,2-1-128 15,1-2 128-15,1 0 0 0,1 0 0 0,1-4 0 0,1 1 176 16,3 1 64-16,-1-3 16 0,2 0 0 0,-1 3 144 0,1 0 48 16,0 2 0-16,-8 0 0 0,0 0-144 0,0 0-32 15,0 0 0-15,42 18 0 0,-42-18-128 0,0 0-16 16,0 0-128-16,33 41 192 0,-33-41-192 0,0 0 0 15,24 34 128-15,-24-34-128 0,0 0 0 0,0 0 0 16,37 28 0-16,-37-28-12592 16,0 0-2512-16</inkml:trace>
  <inkml:trace contextRef="#ctx0" brushRef="#br0" timeOffset="213010.63">9023 10982 2751 0,'1'-3'256'0,"0"0"-256"0,-1 1 0 0,0 2 0 0,1-1 608 0,-1 1 80 15,-1 0 16-15,1-1 0 0,-1 1 352 0,0 0 80 16,-1 1 16-16,0-1 0 0,-1 1-384 0,1 0-64 15,1 1 0-15,-1 0-16 0,0-2 208 0,0 0 64 16,1 0 0-16,-1 0 0 0,0 0 336 0,1 0 80 16,1 0 16-16,-1-2 0 0,0 1 288 0,-1 0 64 15,1 0 16-15,-1 1 0 16,0-1-80-16,1 0-16 0,-1 1 0 0,1 0 0 16,0 0-384-16,-1 0-64 0,0 0-32 0,1 0 0 0,0 1-400 0,0-1-80 15,1 0 0-15,0 0-16 0,0 0-272 0,2 0-48 16,0 1-16-16,1-1 0 0,1 1-144 0,2 1-16 15,-6-2-16-15,0 0 0 0,0 0-16 0,42 11 0 16,-42-11 0-16,0 0 0 0,54 17-32 0,-54-17 0 16,43 12 0-16,-43-12 0 0,44 17-128 0,-44-17 128 0,43 16-128 0,-43-16 128 15,0 0-128-15,54 24 0 0,-54-24 0 0,0 0 128 16,44 21-128-16,-44-21 0 0,0 0 0 0,0 0 0 16,43 27 0-16,-43-27 0 0,0 0 0 0,0 0 0 15,0 0 0-15,0 0 0 0,0 0 0 0,0 0 0 16,0 0-224-16,0 0 32 0,8 29 0 0,-16-30 0 15,2-3-480 1,-4 1-96-16,0 0 0 0,-2-1-16 0,0-1-608 0,-2 0-112 0,-1 0-32 0,-1 0 0 16,0 1-128-16,-1-1-16 0,0-2-16 0,0 3 0 15,0-1 320-15,0 0 64 0,2-2 16 0,1 2 0 0,0-2 816 0,1 2 160 16,1 0 48-16,0 1 0 0,1 1 544 0,-1 3 112 16,2-1 32-16,0 0 0 0,2 1 864 0,-1 0 192 15,1 0 16-15,1-2 16 0,0 2 64 0,2 0 16 16,-1-2 0-16,0 1 0 15,3 1-496-15,-2-2-80 0,1 1-32 0,2-1 0 0,-1 0-384 0,0 2-80 16,1-2 0-16,1-1-16 0,0 1-240 0,1-1-64 16,-1 1 0-16,1 1 0 0,0 0-192 0,0-2 176 15,0 2-176-15,0 0 160 0,1 1-160 0,1 0 0 16,-1 0 144-16,1 2-144 0,1 1 144 0,0-1-144 0,-3-2 192 0,0 0-192 16,0 0 256-16,0 0-48 0,39 26-16 0,-39-26 0 15,0 0 0-15,46 17-16 0,-46-17 0 0,0 0 0 16,57 17-48-16,-57-17-128 0,38 9 192 0,-38-9-64 31,0 0-128-31,50 9 0 0,-50-9 144 0,0 0-144 0,39 12 0 0,-39-12 0 0,0 0 0 0,0 0 128 16,0 0-128-16,42 19 0 15,-42-19 0-15,0 0 0 0,0 0 0 0,0 0 0 0,0 0 0 0,0 0 0 16,3 26 0-16,-8-25 0 16,1-1 0-16,-2 0 0 0,-1-1 0 0,-1-1 0 0,-1-1 0 0,0 1-128 15,-2-2 128-15,0 1 0 0,1-2 0 0,-1-1 0 16,2 1 0-16,-1 0 0 0,-1-3 0 0,-1-1-128 0,1-2 128 0,0-1 0 15,0 0 0-15,-1 0 0 0,1 0 0 0,0 0 0 16,0 0 0-16,2 5-128 0,0 0 128 0,1 3 0 16,3 3 0-16,-1 1 0 15,3 1 0-15,0 1 0 0,0 2 0 0,2 2 0 0,1 2 0 0,0 2 0 16,0-10 0-16,0 0 0 0,0 0 0 0,14 36 0 16,-14-36 0-16,0 0 0 0,0 0 0 0,45 23 0 15,-45-23 0-15,37 1-12704 16,-37-1-2528-16</inkml:trace>
  <inkml:trace contextRef="#ctx0" brushRef="#br0" timeOffset="213686.91">9704 10834 18431 0,'0'-2'1632'0,"-1"1"-1312"0,1 0-320 0,0 1 0 15,0 0 1744-15,1-2 288 0,-1 1 48 0,0-3 16 16,1 1-80-16,1-1-16 0,0 1 0 0,1 1 0 16,1 0-768-16,-2 2-144 0,3 2-48 0,0 0 0 15,-1 3-464-15,-4-5-80 0,0 0-32 0,0 0 0 16,28 38-240-16,-28-38-48 0,0 0-16 0,25 53 0 16,-25-53-160-16,15 44 0 0,-15-44 0 0,14 45 0 15,-14-45 0-15,12 45 0 0,-12-45 0 0,7 38 0 16,-7-38 0-16,0 0 0 0,8 33 0 0,-8-26 0 15,-1-4 0-15,0-1 0 0,-1 0 128 0,-2-1-128 16,0-2 0-16,-1-1 0 0,-1 0 0 0,-3-3 128 16,1-1-128-16,-1-2 0 0,-2 1 0 0,-2-3 128 0,0 1-128 0,0 0 0 15,1-1 144-15,0-2-144 0,3 0 0 0,0 0 0 16,0-2 0-16,1 0 128 0,2 0-128 0,-1-3 0 16,3-2 0-16,1 0 0 0,2 4 0 0,1-3 0 15,4-1 0-15,2 0 0 0,4 0 0 0,1 2 0 16,3 1 0-16,3 0 0 0,2 1 0 0,2 0 0 15,2 3 0-15,0 1 0 0,2 0 0 0,1 3 0 16,-1-1 0-16,-2 4 0 0,1 2 0 0,-24 3 0 16,40-4 0-16,-40 4 0 0,33 2-240 0,-33-2-64 15,0 0-16-15,37 12-17024 0</inkml:trace>
  <inkml:trace contextRef="#ctx0" brushRef="#br0" timeOffset="-214735.9">10419 10740 6447 0,'5'-3'576'0,"-2"1"-576"16,-1 2 0-16,-1 0 0 0,0-2 1472 0,0 2 192 0,1-1 48 0,3-1 0 15,1 0 400-15,-1-1 96 0,-1 1 16 0,-1 2 0 16,-2 0-352-16,0 0-64 0,-1 1-16 0,0 0 0 16,-1 2-384-16,0-2-96 0,-1 0-16 0,0 1 0 15,0 1-496-15,-1-1-96 0,1-1-32 0,0 1 0 16,-1 0-160-16,0 0-48 0,-2-1 0 0,1 1 0 15,-2 1-208-15,0 1-32 0,-4-2-16 0,0 3 0 16,-2 0-208-16,-2-1 0 0,-2 2 0 0,0 0 0 16,0 2 0-16,-2-2 0 0,-1 4 0 0,-1-3 0 0,-1 0-288 0,1 0 48 15,3-2 16-15,1 2 0 0,3-4-32 0,2 1 0 16,1-1 0-16,2-1 0 0,1 1 256 0,1-1 0 16,1-1 0-16,2-1 0 0,0 0 336 0,1-1 16 15,1 1 0-15,0-2 0 0,0 0 128 0,1 1 32 16,-1-1 0-16,1 1 0 0,0-1-128 0,0 2-32 15,0-1 0-15,-1 0 0 0,1 1-80 0,-1 0-16 16,0 0 0-16,0 0 0 0,0 0-64 0,-1 1-32 16,2 0 0-16,-2 1 0 0,1-1-160 0,-1 1 0 15,1-1 144-15,-1 1-144 0,1 0 0 0,-1-2 128 16,1 1-128-16,0 0 0 0,1-1 0 0,0 0 144 16,0 0-144-16,0 0 0 0,0 0 128 0,0 0-128 0,0 0 0 0,0 0 0 15,0 0 128-15,0 0-128 0,0 0 0 16,0 2 0-16,0-2 0 0,0 0 0 15,0 0 128-15,0 0-128 0,0 1 0 0,0 1 0 0,0-2 128 0,0 0-128 16,0 2 0-16,0-2 0 0,0 0 128 0,0 0-128 16,0 1 128-16,0-1-128 0,-1 2 192 0,1-2-192 15,0 0 176-15,0 0-176 0,0 0 160 0,0 0-160 16,-1 0 160-16,1 0-160 0,0 0 160 0,-1 0-160 16,1 0 128-16,0-2-128 0,0 2 0 0,0 0 0 15,0 0 0-15,0 0 0 0,0-1 0 0,0 1 0 16,0 0 0-16,0 0 0 0,0 0 0 0,1 0 0 15,-1 0 0-15,0 0 0 0,1 0 0 0,-1 0 0 0,1 0 0 16,-1 0 0-16,0 1 0 0,0-2 0 16,0 1 0-16,0 0 0 0,0 0 0 0,0 0 0 0,0 0 0 15,0 0 0-15,0 0 0 0,0 0 0 0,0-2 0 16,0 2 128-16,0 0-128 0,0 0 0 0,0 0 0 0,0 0 0 16,0 0 0-16,0 0 0 0,0 0 128 15,0 0-128-15,0 0 0 0,0 2 0 0,0-2 0 0,0 0 128 16,1 0-128-16,0 1 0 0,1 1 0 0,0-2 0 15,0 2 0-15,2 0 0 0,0 1 0 0,-4-3 0 16,0 0 0-16,0 0 0 0,0 0 128 0,49 26-128 16,-49-26 0-16,0 0 0 0,52 24 128 0,-52-24-128 15,41 19 0-15,-41-19 0 0,42 16 0 0,-42-16 128 0,38 15-128 0,-38-15 0 32,36 13 0-32,-36-13 0 0,0 0 0 0,47 15 0 15,-47-15 0-15,0 0 0 0,0 0 0 0,41 9 0 0,-41-9 0 16,0 0 0-16,0 0-160 0,0 0-12640 15,0 0-2512-15</inkml:trace>
  <inkml:trace contextRef="#ctx0" brushRef="#br0" timeOffset="-214485.75">10082 11082 17503 0,'-1'-1'1552'0,"0"1"-1232"16,1-2-320-16,0 2 0 0,1 0 2144 0,-1-1 368 16,0 1 80-16,2 0 16 0,0-2 416 0,1 2 96 0,-3 0 16 0,0 0 0 15,0 0-1792-15,0 0-336 16,39 17-80-16,-39-17-16 0,0 0-464 0,40 23-112 16,-40-23-16-16,0 0 0 0,58 26-160 0,-58-26-32 0,43 15-128 0,-43-15 192 15,41 9-192-15,-41-9 0 16,43 5 0-16,-43-5 0 0,47 5 0 0,-47-5-256 0</inkml:trace>
  <inkml:trace contextRef="#ctx0" brushRef="#br0" timeOffset="-213356.18">11009 10618 911 0,'-2'0'0'0,"-1"-2"0"0,1 1 0 0,0 0 0 15,2 1 896-15,-1-2 80 0,-1 2 32 0,0-2 0 16,0 1 320-16,-3-3 64 0,0 1 16 0,1 2 0 16,0 0-272-16,0-1-48 0,1 1-16 0,-1 1 0 15,1 0-48-15,0 0 0 0,1 0 0 0,-1 0 0 16,1 1 48-16,-1-1 0 0,2 2 0 0,-1-2 0 16,1 1 0-16,0 0 0 0,1-1 0 0,0 0 0 15,-1 2-240-15,2-2-32 0,-1 0-16 0,1 0 0 16,2 0-224-16,0 0-48 0,1 0-16 0,0 0 0 15,2-2-112-15,0 2 0 0,2-2-16 0,0 0 0 0,2-1 80 0,1 1 0 16,1-1 16-16,-1 1 0 0,2-2 32 16,0 1 0-16,2 0 0 0,0-1 0 0,-1 1 192 0,1-1 32 15,2 1 16-15,-1-1 0 0,-1 1-160 0,-15 3-16 16,32-5-16-16,-32 5 0 0,33-2-160 0,-33 2-48 16,35-2 0-16,-35 2 0 0,38 2-144 0,-38-2-16 15,38 2-16-15,-38-2 0 0,45 5-160 0,-45-5 0 16,52 5 0-16,-52-5 128 0,57 4-128 0,-27-3 0 15,3 1 0-15,1-4 0 0,3 2 0 0,5-1 0 0,1-2 0 16,5 0 0-16,1 0 0 0,1-2 0 0,-3 1 0 16,6-4 0-16,4 4 0 0,3-4 0 0,-2 2 0 0,3-2 0 15,1-1 0-15,4 0 0 0,1 0 0 0,5 1 0 16,1 1 0-16,-1-3 0 0,1 1 0 0,-1 4 0 16,3 1 0-16,1 1 0 0,1 0 0 0,1 1 0 15,0 2 0-15,0 2 0 0,1 3 0 0,-4 0 0 16,-1-3 0-16,-1 3-272 0,1 4 64 0,-2-1 16 15,-4-1-1568 1,-4 2-304-16</inkml:trace>
  <inkml:trace contextRef="#ctx0" brushRef="#br0" timeOffset="-212442.68">10993 10579 12895 0,'0'-3'1152'0,"0"1"-928"0,0 0-224 0,0 1 0 16,0 1 1584-16,-1-2 272 0,0 0 48 0,0-1 16 15,-1-1 576-15,0-2 112 16,0 2 16-16,0 2 16 0,0 0-752 0,-1 1-160 0,1 2-16 0,-1 1-16 15,1 0-768-15,0 0-160 16,1 3-16-16,-1 0-16 0,1 2-432 0,0 0-96 0,1-7-16 0,0 24 0 16,0-24-192-16,0 31 128 15,0-31-128-15,2 45 0 0,-2-21 128 0,0 4-128 0,-1-2 0 0,-1 1 0 16,1 1 0-16,-1 2 128 0,0 1-128 0,0 0 0 0,0 2 0 0,0 0 0 16,0 0 0-16,1 1 0 0,-1-1 0 0,0 0 128 15,2-4-128-15,0-1 0 0,0-2 0 0,0-26 0 16,1 38 0-16,-1-38 0 0,2 35 0 0,-2-35 0 15,1 26 0-15,-1-26 0 0,0 0 0 0,0 0 0 16,-1 17 0-16,0-19 0 0,-1-1 208 0,0-3 48 16,-1 0 16-16,-2-3 0 0,0-2-32 0,-4-1-16 15,1 0 0-15,-2-2 0 0,0 0-224 0,-2 1 0 16,-1 1 0-16,0 1 0 0,0 1 0 0,0 1 0 16,0 2 0-16,2 1 0 0,1 3 0 0,1 2 0 15,1 1 0-15,0 4 0 0,2 2 0 0,0 3-128 0,1 1 128 16,0 3 0-16,-1 2 0 15,2 2 0-15,0-1 0 0,0 4 0 0,1 0 0 0,0 3 0 16,0 0 0-16,0 1 0 0,2 1 0 0,0-1 0 16,0-1 0-16,1-23 0 0,3 38 0 0,-3-38 0 0</inkml:trace>
  <inkml:trace contextRef="#ctx0" brushRef="#br0" timeOffset="-211545.72">11266 10787 9215 0,'1'-2'816'0,"0"1"-656"0,0-1-160 0,-1 2 0 0,1 0 1392 0,-1 0 240 15,2-2 48-15,0 0 16 0,0-3 576 0,0 2 112 16,1 0 32-16,-1 2 0 0,0-2-784 0,-1 3-160 16,0-2-16-16,-1 2-16 0,1 0 208 0,-1 0 32 15,0 0 16-15,0 0 0 16,0 0-1872-16,0 0-368 0,1 0-80 0,-1 0-16 15,1 0 640-15,-1 0 288 0,0 0-32 0,0 0 0 0,0-2-32 0,1 1-16 16,0 1 0-16,-1-2 0 0,1 1-16 0,-1 0-16 0,0 1 0 0,1-2 0 16,-1 2-176-16,1 0 0 0,-1 0 144 15,0-2-144-15,0 1 0 0,0 1 0 0,0 0 0 16,0 0 0-16,0 0 0 0,-1 0 0 0,1 1 0 0,-1 1 0 16,0 0 0-16,0-2 0 0,-1 2 0 0,1 0 0 15,0 1 0 1,-1-1 0-16,-1 1 0 0,1-1 0 0,0 0 0 0,0 1 144 0,1-1-144 0,-2 3 0 31,1-3 304-31,-2 3-48 0,1 0-16 0,-1 0 0 16,1 2-32-16,-2 0 0 0,0 4 0 0,-2 1 0 15,1 2-16-15,-1 3-16 0,0 1 0 0,0 2 0 16,-1-1-176-16,1 3 160 0,-1-3-160 0,2 0 160 0,0-3-160 0,2-2 0 16,3-2 0-16,1 0 128 0,1-5-128 0,-1-7 0 15,0 0 0-15,0 0 128 0,0 0-128 0,0 0 0 16,0 0 0-16,38 14 0 0,-27-18 128 0,2 1-128 15,2-1 0-15,0-2 128 0,1 2 0 0,0-1-128 16,0-2 192-16,0 2-64 0,1 0-128 0,-1 1 0 16,-2-1 0-16,-1 0 0 0,-1 3-368 0,-2-2 0 15,-2 1 0-15,0 0 0 16,-2 1-1824-16,0-2-368 0,-3 1-80 0,0-2-11424 16</inkml:trace>
  <inkml:trace contextRef="#ctx0" brushRef="#br0" timeOffset="-211357.14">11385 10865 1839 0,'-5'-2'160'0,"3"2"-160"0,0 0 0 0,0 0 0 16,1 2 1744-16,0-2 320 0,0 1 64 0,-1 3 16 16,0 1 1440-16,-1 4 272 0,-2 3 64 0,0 4 16 15,1 1-992-15,-2 0-192 0,1 2-32 0,1 2-16 16,-2 1-1360-16,1-3-288 0,-1 2-48 0,2-4-16 16,0-1-480-16,0-2-112 0,3-2-16 0,0-3 0 15,1-1-208-15,1-4-48 0,0 1-128 0,0-2 192 16,1-1-688-16,1-2-144 0,-1 0-16 0,2 0-15920 15</inkml:trace>
  <inkml:trace contextRef="#ctx0" brushRef="#br0" timeOffset="-211184.56">11454 11121 23039 0,'2'0'1024'0,"-1"-2"192"0,0 2-960 0,0 0-256 16,0 2 0-16,-1-2 0 0,1 1 1936 0,0 1 352 15,1 2 64-15,-2-4 16 0,0 0-1008 0,0 0-192 16,0 0-32-16,0 0-16 0,0 0-1120 0,0 0-336 16,0 0-16-16,37 23-15120 0</inkml:trace>
  <inkml:trace contextRef="#ctx0" brushRef="#br0" timeOffset="-210823.12">11635 10925 7359 0,'1'-3'656'0,"-1"2"-528"0,1 0-128 0,0 1 0 16,-1-2 3216-16,1 2 624 0,-1 2 112 0,1-2 16 15,0 2-48-15,1 3-16 0,-1 1 0 0,-2 2 0 16,0 2-2384-16,0 2-496 0,-2 1-80 0,0 2-32 16,1 0-528-16,-2 3-128 0,0-1 0 0,0 2-16 0,2-3-240 15,-1 1 128-15,1-3-128 0,2-14 0 0,0 22 0 16,0-22 0-16,0 0 0 0,0 0 0 0,0 0 0 15,0 0 0-15,0 0 0 0,0 0 0 0,39 11 0 0,-32-15 0 16,3-4 0-16,-1 1 0 0,0-2-336 0,1-1-16 16,0 1 0-16,-1-2 0 15,0 1-288-15,0-2-64 0,-1 1-16 0,-1-2 0 0,-1 3 320 0,-1-2 64 16,-2 1 16-16,-2 1 0 0,0-1 128 0,-2-1 48 16,-1 1 0-16,0 0 0 0,-2-1 144 0,-2-2 0 15,0 1-144-15,-2 0 144 0,1 1 0 0,-2 3 0 16,0 2 0-16,1 2 0 0,0 3 0 0,-1 2 208 15,2 4-48-15,-2 1-16 0,0 5 48 0,1-1 16 0,0 3 0 0,1-1 0 16,1-1-208-16,2 2-256 0,1 0 48 0,2-3-10224 16,1-9-2032-16</inkml:trace>
  <inkml:trace contextRef="#ctx0" brushRef="#br0" timeOffset="-210366.14">11895 10822 18431 0,'-4'-2'816'15,"2"1"160"-15,0 0-784 0,1-1-192 0,1 2 0 0,-1-2 0 0,1 1 2416 0,-1 1 432 16,0-2 96-16,0-1 0 0,0 1-1168 0,1 0-240 16,1 0-64-16,0 1 0 15,2 1-880-15,0 0-176 0,0 1-32 0,3-1-16 0,0 2 16 0,2-2 16 16,-8 0 0-16,0 0 0 15,0 0-128-15,37 4-16 0,-37-4-16 0,0 0 0 0,0 0-32 0,41 14 0 16,-41-14 0-16,0 0 0 0,0 0-208 0,0 0 176 16,35 35-176-16,-35-35 160 0,0 0-160 0,3 29 0 15,-5-20 0-15,-2 0 0 0,-1 2 0 16,-2-2 0-16,0 1 0 0,-2 0 0 0,0 0-144 0,1-2 144 16,-2 2-192-16,-1-2 192 0,0 1-272 0,-1-1 48 0,0 0 16 15,0-1 0-15,1-1 80 0,1 0 128 0,1 1-208 0,3-2 80 16,0-2 128-16,2 1 0 0,3 1 0 0,0-3 128 15,2-2 64-15,0 2 32 0,3-4 0 0,1 1 0 16,1 0 96-16,2-4 32 0,1 1 0 0,1 1 0 16,2-2-32-16,0 0-16 0,-1 1 0 15,0-1 0-15,1 0-304 0,0 1 160 0,-12 4-160 0,27-5 128 16,-27 5-128-16,25-5 0 0,-25 5 144 0,0 0-144 16,30-4 0-16,-30 4 0 0,0 0 0 0,0 0 0 15,30-5 0-15,-24 4 0 0,0-1 0 0,-1 0 0 16,0-2-1280-1,0 0-208-15</inkml:trace>
  <inkml:trace contextRef="#ctx0" brushRef="#br0" timeOffset="-209753.01">12297 10735 2751 0,'-1'0'128'0,"0"0"16"0,1 0-144 0,-1 0 0 0,0 2 0 0,0-2 0 15,0 0 2032-15,-1 3 368 0,-1-1 80 0,0 1 16 16,-2 4 480-16,-1-3 96 0,1 3 32 0,-1-2 0 16,0 2-576-16,0 0-112 15,0 3-32-15,0-3 0 0,2 0-1104 0,1 1-208 0,0 0-48 0,2 0-16 16,0-1-496-16,2 1-112 0,1-2-16 0,-2-6 0 15,0 0 32-15,0 0 0 0,0 0 0 0,25 38 0 16,-25-38-160-16,0 0-16 16,0 0-16-16,31 35 0 0,-31-35-80 0,0 0-16 0,26 36 0 0,-26-36 0 15,0 0-128-15,20 40 0 16,-20-40 0-16,0 0 0 0,11 38 0 0,-11-38 0 0,0 0 0 0,3 32 0 0,-3-32 0 0,-3 17 0 16,0-9 0-16,0-3 0 0,-2 2 0 0,0-2 0 15,1-1 0-15,-3-1 0 0,2-1 0 0,-3 1 0 16,1-3 0-16,-2 1 0 0,1 0 0 0,-2-1 0 15,-2 0 0-15,0-1 0 0,1 1 0 0,0-1 0 16,0 1 0 0,2-2 0-16,1 1 0 0,0-1 0 0,2-1 0 0,1 0 0 0,1 0 0 0,2-2 0 15,1 0 0-15,0-2 0 0,1 0 0 0,2-3 0 16,0 1 0-16,1-3 0 0,2-3 0 0,0 1 0 16,2-1 0-16,-1 0 0 0,2-2 0 0,-1 3 0 15,2-1 0-15,-1 1 0 0,0 2 0 0,2 0 0 16,-2 1-144-16,1-1 144 0,0 3 0 0,1-3 0 0,-1 4 0 15,-2-1 0 1,-1 2 0-16,0 0 0 0,-3 2 0 0,0 0 0 0,-1 0 0 0,-1 1 0 0,0-1 128 16,-2-2-128-16,-1 3 0 0,-1-2 144 0,0 2-144 0,-1-1 128 15,-3-1-128-15,0 1 0 0,-1-1 0 0,-3 2 0 16,0-1 0-16,-1 0 0 0,1 1-160 0,0-1 160 16,1 2-1120-1,1 1-128-15,2 4-32 0,1-1-9568 0,3 3-1920 16</inkml:trace>
  <inkml:trace contextRef="#ctx0" brushRef="#br0" timeOffset="-209200.84">12593 10735 2751 0,'0'-2'256'0,"0"1"-256"0,1 1 0 0,-1 0 0 15,0 0 2592-15,0 0 480 0,0-2 80 0,1 1 32 0,0 0 544 0,0-3 112 0,0 3 32 0,0-2 0 16,0 1-1456-16,-1 0-304 0,1 0-48 0,0-1-16 15,-1 3-1024-15,0 0-192 0,-1-2-64 0,1 2 0 32,0 0-496-32,-1 0-96 0,0 2-32 0,0-2 0 15,-1 3-144-15,0 0 0 0,0 0 0 0,-1 1 128 16,0 0-128-16,-1 1 0 0,0 2 0 0,-2-1 128 16,0 3-128-16,-2 0 0 0,0 3 144 0,-2 2-144 0,-1 4 128 15,-2 2-128-15,2-2 160 0,-2 4-160 0,-1 5 128 16,1 2-128-16,1 3 0 0,2-2 144 0,3 2-144 0,1-2 0 15,2-3 0-15,2-2 0 0,1-4 0 0,1-21 0 16,1 34 0-16,-1-34 0 0,0 0 0 0,8 37 0 16,-8-37 0-16,0 0 0 0,0 0 0 0,0 0 0 15,0 0 0-15,0 0 0 0,38 20 0 0,-31-26 0 16,2-2 0-16,-2 0 0 0,2-2 0 0,-2-1 0 16,-1-1 0-16,-1 0 0 0,0 0 0 0,-2 0 0 15,-2-1 0-15,0 1-176 0,-2 2 176 0,0-2 0 16,-3 2 0-16,-1 1 0 0,-1 2 0 0,-3 2-128 0,0 1 128 0,-2 4 0 15,-1 2 0-15,0 3-160 0,1-1 160 0,0 3 0 32,-1-2-448-32,3 0 0 0,1 2 16 0,2-3 0 15,2-1-960-15,2 0-192 0</inkml:trace>
  <inkml:trace contextRef="#ctx0" brushRef="#br0" timeOffset="-208550.25">12704 10830 6447 0,'-3'-2'576'0,"-1"1"-576"15,2-1 0-15,1 0 0 0,1 2 928 0,0-1 80 16,-1 1 16-16,0 0 0 0,0-2 672 0,-1 0 144 16,0 0 16-16,1 0 16 15,0 1 16-15,0-1 0 0,1 2 0 0,0 0 0 0,0 0-224 0,0 2-32 16,0-1-16-16,1 1 0 0,1 1-336 0,-1 0-80 16,1 2-16-16,1 0 0 0,-3-5-272 0,0 0-48 15,0 0-16-15,20 40 0 0,-20-40-304 0,0 0-64 0,25 40-16 16,-25-40 0-16,0 0-144 0,33 36-16 15,-33-36-16-15,0 0 0 0,43 34-96 0,-43-34-32 0,0 0 0 0,41 29 0 16,-41-29-160-16,0 0 0 0,32 27 0 0,-32-27 0 16,0 0 0-16,0 0 0 0,27 29 0 0,-27-29-176 31,0 0-1520-31,0 0-304 0</inkml:trace>
  <inkml:trace contextRef="#ctx0" brushRef="#br0" timeOffset="-208331.8">12885 10868 12895 0,'-4'4'576'0,"0"1"112"0,1 0-560 0,1-1-128 31,-1-1 0-31,0 0 0 0,0 1 2128 0,-2 6 400 0,-5 2 80 0,-2 6 16 16,-3 4-96-16,0 0-16 0,-1-2 0 0,0 0 0 15,0-2-912-15,2-1-176 0,0-3-32 0,2-2-16 0,0 0-608 0,2-5-112 16,3 0-16-16,0-2-16 0,3-3-624 0,0 1-160 15,1-1-16-15,2-4-11152 16,2 1-2224-16</inkml:trace>
  <inkml:trace contextRef="#ctx0" brushRef="#br0" timeOffset="-208095.03">13090 10887 28559 0,'2'-3'1264'0,"-1"2"272"16,1 0-1232-16,-1 1-304 0,0 0 0 0,-1 1 0 0,0 0 1216 15,0 2 176-15,1 4 32 0,-1-7 16 16,0 0-640-16,2 33-128 16,-2-33-32-16,-4 35 0 0,1-13-80 0,0 0-32 15,-2 3 0-15,0-3 0 0,-1 1-272 0,0-1-64 0,2-3-16 0,-2 0 0 0,2-3-176 0,1-1 0 16,0-2 0-16,1-1 0 15,1-1-912-15,1-2-176 0,1-2-16 0,1-2-14896 16</inkml:trace>
  <inkml:trace contextRef="#ctx0" brushRef="#br0" timeOffset="-207752.48">13213 10929 18431 0,'-1'-5'816'0,"0"3"160"0,1 2-784 0,0 0-192 0,0 0 0 0,-1 2 0 16,1 1 1920-16,-1 3 320 0,1-6 80 0,-4 23 16 16,0-4-224-16,-1 3-64 0,0 3 0 0,-1 1 0 15,1-2-896-15,1-3-176 0,-1 0-32 0,5-21-16 16,-1 34-368-16,1-34-80 0,0 0-16 0,0 0 0 16,16 35-304-16,-16-35-160 0,0 0 160 0,0 0-160 15,36 0 0-15,-25-5 0 0,1 1 0 0,0-4 0 0,0 1 0 0,0-4 0 16,0 1 128-16,-1 0-128 0,-2-2 0 15,-1 1 0-15,-1-1 0 0,-2 0 0 0,0 0-144 0,-2-2 144 16,-1 2 0-16,-3-4-144 0,-2 3 144 0,-1-3 0 16,0 3 0-16,-5 0 0 0,-1-1-144 0,-2 2 144 15,-2 0-160-15,-1 3 160 0,0 4-320 0,1 1 16 16,-2 4 16-16,0 4 0 16,4 0-176-16,-1 4-48 0,2 1 0 0,1 0 0 15,1 0-368-15,3 0-80 0,1-1 0 0,2 0-14080 16</inkml:trace>
  <inkml:trace contextRef="#ctx0" brushRef="#br0" timeOffset="-207518.16">13354 10759 23951 0,'-2'-3'1056'0,"1"1"224"0,1 0-1024 0,0 0-256 0,0 1 0 0,1 1 0 15,0 0 2256-15,0-2 400 0,3 1 80 0,-1 0 16 16,4 0-1328-16,0-1-256 0,1 2-48 0,-8 0-16 16,0 0-544-16,27-4-112 0,-16 3-32 0,-11 1 0 15,0 0-224-15,28-4-64 0,-28 4 0 0,0 0 0 16,0 0-128-16,29 0 0 0,-23 0-160 0,-2 0 160 16,0 2-1520-16,0-2-208 0</inkml:trace>
  <inkml:trace contextRef="#ctx0" brushRef="#br0" timeOffset="-207136.43">13550 10648 20271 0,'0'-1'896'0,"1"1"192"0,0-2-880 0,0 2-208 16,0-2 0-16,0 1 0 0,2 1 2416 0,1-3 432 15,1 0 96-15,3 0 0 0,3-3-1184 0,0 1-240 16,0 1-48-16,0 1-16 0,-11 3-688 0,0 0-144 15,29 0-32-15,-29 0 0 0,0 0-256 0,0 0-48 16,0 0-16-16,0 0 0 0,0 0-272 0,25 35 128 16,-27-28-128-16,-2 1 0 0,0 1 128 0,-4-2-128 15,1 2 0-15,-2-2 0 0,0-1 160 0,0 0-160 16,0-1 128-16,-2-1-128 0,2 1 128 0,0-2-128 16,1 0 0-16,2-2 128 0,1-1-128 0,3 2 0 15,0-4 0-15,2 2 128 0,1 0-128 0,1-2 128 0,2 2-128 16,1-2 128-16,-5 2-128 0,0 0 0 0,24-3 0 15,-24 3 128-15,0 0-128 0,33 2 0 0,-33-2 144 0,0 0-144 16,37 10 160-16,-37-10-32 0,0 0-128 0,0 0 192 16,38 24-192-16,-38-24 0 0,0 0 128 0,0 0-128 15,7 35 0-15,-11-27 0 0,0 1 0 0,-4-2 0 16,-1 2 0-16,-1-2 176 0,-1-1-176 0,-2 0 160 16,-4 2-160-16,-3-4 0 0,1-1 144 0,-3 1-144 15,-2-1-144-15,-2-3-112 0</inkml:trace>
  <inkml:trace contextRef="#ctx0" brushRef="#br0" timeOffset="-206051.58">14169 10750 10127 0,'0'-1'896'0,"0"1"-704"0,0-2-192 0,0 2 0 16,0 0 1664-16,0-1 288 0,0 0 64 0,1 0 16 16,0-1 768-16,1 0 144 0,0 0 48 0,0 1 0 15,2-1-944-15,0 2-192 0,-1-2-48 0,3 2 0 16,1 2-672-16,1-2-144 0,-8 0-32 0,0 0 0 15,30 2-464-15,-30-2-112 0,0 0 0 0,39 0-16 16,-39 0-224-16,29 0-144 0,-29 0 192 0,28-4-192 16,-28 4 0-16,26-3 0 0,-26 3 0 0,22-6 0 15,-22 6-1360-15,18-4-176 0,-12 2-48 16,-2 2-9200-16,-1-1-1840 0</inkml:trace>
  <inkml:trace contextRef="#ctx0" brushRef="#br0" timeOffset="-205820.88">14147 10922 7359 0,'-1'2'656'0,"1"-1"-528"0,0 1-128 0,1-2 0 0,0 0 2736 0,1 0 512 16,-2 0 96-16,3 0 32 0,3 0 432 0,0-2 96 0,-6 2 0 0,0 0 16 16,30-3-1840-16,-18 1-368 15,-12 2-80-15,26-5-16 0,-12 0-976 0,1 3-192 16,-1-2-32-16,1 1-16 0,-2 0-400 0,2 0 0 15,-1 0 128-15,-1 0-128 16,-1 0-400-16,-1 0-112 0,0 0-32 0,0 1-17120 0</inkml:trace>
  <inkml:trace contextRef="#ctx0" brushRef="#br0" timeOffset="-204648.68">14194 11074 7359 0,'-2'-2'656'16,"1"2"-528"-1,1 0-128-15,1 0 0 0,0 0 1568 0,0-2 288 0,1 1 48 0,1-1 16 0,1-1 1024 0,3-1 192 16,2 1 64-16,2-2 0 0,-11 5-784 0,27-9-160 16,-10 4-16-16,-17 5-16 0,36-7-1088 0,-36 7-224 15,39-7-32-15,-39 7-16 0,42-4-544 0,-42 4-128 32,39-6 0-32,-39 6-11248 0,36-4-2240 0</inkml:trace>
  <inkml:trace contextRef="#ctx0" brushRef="#br0" timeOffset="-203225.37">14964 10735 8287 0,'0'0'736'0,"0"-2"-592"0,0 1-144 0,0 1 0 15,0 0 1472-15,0 0 272 0,-1-2 48 0,1 1 16 16,-1 0 432-16,0-2 96 0,0 2 16 0,-1 0 0 15,1 1-928-15,-1 0-176 0,2 0-32 0,-2 2-16 16,-1 1-416-16,0 1-80 0,0 1 0 0,0 0-16 16,-2 3-112-16,0 3-32 0,0 3 0 0,-1 1 0 15,0 3 176-15,-2 4 48 0,2-3 0 0,-1 5 0 16,1 2 16-16,-1 0 16 0,3-1 0 0,1-2 0 16,3-23-272-16,0 37-48 0,0-37-16 0,0 0 0 0,0 0-160 0,23 33-48 15,-23-33 0-15,0 0 0 0,28-3-112 0,-18-1-16 16,-1-3-128-16,2 0 192 0,0-4-192 0,1 0 128 15,-1-3-128-15,0 1 0 0,-1-1 0 0,0-1 128 16,-2 0-128-16,-1-2 0 0,-1 3 0 0,-2-2 0 16,-2 2 0-16,-2-2 0 0,-1 3 0 0,-1-1 0 15,-4 2 0-15,0-2 0 0,-3 3 0 0,1 1 0 16,-1 0 0-16,-2 0 0 0,1 1 0 0,0 2 0 16,0 0 0-16,0 1 0 0,2 3 0 0,1 1 0 0,1 3 0 0,1 2 0 15,2-1 0-15,0 3 0 0,2-3-128 0,0 3 128 31,3-1-704-31,1 2-96 0,-3-6-16 0,0 0-10736 0,0 0-2144 0</inkml:trace>
  <inkml:trace contextRef="#ctx0" brushRef="#br0" timeOffset="-203051.47">15137 10875 14735 0,'0'0'1312'0,"0"0"-1056"0,0 0-256 0,0 0 0 15,0 0 2144-15,0 0 368 0,3 33 80 0,-3-33 16 16,0 0 64-16,11 38 16 16,-11-38 0-16,0 0 0 0,0 0-1856 0,23 33-352 0,-23-33-80 0,0 0-10640 15,0 0-2144-15</inkml:trace>
  <inkml:trace contextRef="#ctx0" brushRef="#br0" timeOffset="-202703.78">15450 10712 19343 0,'-6'2'848'0,"3"0"192"0,0 0-832 0,0 1-208 0,0-1 0 0,1 1 0 16,0 1 2048-16,-2 1 384 0,-4 5 64 0,0 4 0 16,-2 5-640-16,0-1-128 0,-1 4-16 0,3-3-16 15,2 2-624-15,1-2-128 16,2-1-32-16,3-18 0 0,1 29-304 0,-1-29-64 0,0 0-16 0,0 0 0 15,30 29-368-15,-30-29-160 0,0 0 128 0,37 2-128 16,-37-2 0-16,29-7 0 0,-15 0 0 0,2-1 0 16,-2-1 0-16,0-2 0 0,0 1 0 0,-3-1 0 15,-2 2 0-15,0-1 0 0,-2 0 0 0,-1 1 0 0,-2-1 0 0,-1 0 0 16,-2 1 0-16,-2-2 0 0,-1 3 0 0,-2-2 0 16,-3 1 0-16,-2 0 0 0,-3 1 0 0,-2-1 0 15,-2 3-144-15,-1 0 144 0,1 1-128 0,-1 3 128 16,1 0-192-16,2 2 192 15,1 2-592-15,2 0-16 0,2 1 0 0,2 0 0 32,3 1-1072-32,1 0-224 0</inkml:trace>
  <inkml:trace contextRef="#ctx0" brushRef="#br0" timeOffset="-202263">15746 10567 21183 0,'-3'4'1888'0,"0"-1"-1504"0,1-1-384 0,1 1 0 15,0 1 1792-15,1-3 272 0,0 1 64 0,0 2 16 16,0-4-32-16,0 0-16 0,0 0 0 0,0 0 0 16,0 0-1312-16,33 32-256 0,-33-32-48 0,0 0-16 15,41 2-272-15,-41-2-48 0,29-5-16 0,-29 5 0 16,27-3-128-16,-27 3 0 0,0 0 0 0,33 5 0 15,-33-5-320-15,0 0-32 0,0 0-16 0,0 0 0 16,0 0-528-16,4 40-96 0,-10-30-32 0,-3-1 0 16,-3 1 128-16,-1 2 32 0,0-3 0 0,0 0 0 0,-1 1 512 15,0 0 96-15,0-3 32 0,0 2 0 0,0 1 224 0,2-5 160 16,3 2-32-16,1-3 0 0,4-2 784 0,0 1 160 16,3-2 16-16,3-1 16 0,1-1-144 0,3-1-48 15,1 1 0-15,-7 1 0 0,24-4-544 0,-24 4-112 16,30-2-32-16,-30 2 0 0,38 4-224 0,-38-4 144 15,40 5-144-15,-40-5 128 0,34 9-128 0,-34-9 0 0,0 0 0 16,36 13 0-16,-36-13 0 0,0 0 0 0,0 0 0 0,0 0 0 16,0 0 0-16,19 35 0 0,-22-31 0 0,0 2 0 15,-3-2 0-15,-1 3 0 0,-3-2 0 0,-1 3 128 16,0 0-128-16,-3 0 128 0,-1 1-128 0,-1 0 128 16,0 0-128-16,0 0 0 0,1 0 0 0,2-2 0 31,3 0-400-31,1-2-112 0,2-3-32 0,0 0-10592 0,3-2-2128 0</inkml:trace>
  <inkml:trace contextRef="#ctx0" brushRef="#br0" timeOffset="-201806.75">16018 10647 30399 0,'0'0'1344'0,"0"0"288"0,0 0-1312 0,0 0-320 16,0 0 0-16,0 0 0 0,0 0 1408 0,0 0 224 15,31-2 32-15,-20-1 16 0,4 0-848 0,1 0-160 16,-2 0-32-16,-14 3-16 0,29-3-368 0,-29 3-64 16,26 0 0-16,-26 0-16 0,0 0-176 0,32 8 0 15,-32-8 144-15,0 0-144 0,0 0 0 0,0 0 0 16,17 33 0-16,-17-33 0 0,-6 17 0 0,0-8 0 16,-1 0-128-16,-1-1 128 0,-2 1-272 0,-1-2 16 15,-1 3 16-15,0-5 0 0,1 2 240 0,-2-1-192 16,0 0 192-16,1-2-192 0,3 1 192 0,0-3 0 15,4-2 0-15,1 0 0 0,1 0 0 0,2 0 0 0,2 0 0 0,2-2 0 16,2 2 0-16,1-3 0 0,1 1 128 0,1 0-128 16,3-1 0-16,0 1 160 0,-11 2-160 0,25-5 128 15,-25 5 16-15,27 0 0 0,-27 0 0 0,29 2 0 16,-29-2 48-16,0 0 16 0,38 12 0 16,-38-12 0-16,0 0-208 0,0 0 144 0,33 24-144 0,-33-24 128 15,0 0-128-15,0 0 0 0,0 0 0 0,4 31 0 16,-8-25 0-16,-2 0 0 0,-2 1 0 0,0 0 0 15,0-1 160-15,-3 0-160 0,0 1 192 0,-2 1-192 16,-2 0 144-16,-2 2-144 0,-3 2 0 0,-1-2 144 0,-1 1-144 0,0 1 0 16,1-3 0-16,4 1 0 15,4-3-352-15,3-1-96 0,5 0-32 0,3-3-17056 16</inkml:trace>
  <inkml:trace contextRef="#ctx0" brushRef="#br0" timeOffset="-200969.45">16490 10744 23951 0,'-2'-2'1056'0,"1"0"224"0,0-1-1024 0,1 3-256 0,0 0 0 0,-1 0 0 16,1 0 2144-16,0 1 368 0,-1 3 80 0,0 0 16 16,-1 5-592-16,2-9-112 0,-5 25-32 0,1-9 0 15,1 4-1152-15,-2-1-224 0,1 3-48 0,-3 1-16 16,1-2-192-16,0 0-48 0,2 1 0 0,-2-6 0 16,6-16-192-16,-7 31 0 15,7-31 128-15,-4 20-128 0,4-20 0 0,0 0 0 0,0 0 0 0,0 0 0 16,0 0 0-16,0 0 0 0,0 0 0 0,5-6 0 0,-1-3 0 0,1-3 0 15,0-2 0-15,3-3 0 0,-2 3-240 0,3-3 64 16,-2-1 16-16,1 0 0 0,3-3 160 16,-2 2 0-16,1-2-144 0,1 2 144 0,0 0 0 0,1 0 0 15,1 3 0-15,1 1 0 0,0 4 0 0,-2 3 0 16,-1 4 0-16,-11 4 0 0,0 0 0 0,0 0 0 16,0 0 0-16,0 0 0 0,30 35 160 0,-30-35 0 15,-1 35 0-15,1-35 0 0,-5 43-32 0,0-19 0 0,-1-2 0 16,-2 3 0-16,-1 1 16 0,-1 0 0 0,2-3 0 0,0-3 0 15,2-3-144-15,2-3 160 0,0-2-160 0,0-2 160 16,4-10-160 0,0 0 0-16,0 0 0 0,0 0 0 0,0 0 0 0,4 0 0 0,0-10 0 0,2-2 0 15,1 0 0-15,1-4 0 0,2-3 0 0,1 0 0 16,-1 0 0-16,2 1 0 0,-1 0 0 0,0-2 0 16,0 0 0-16,0-1 0 0,-1-1 0 0,1 6 0 15,0-1 0-15,-1 6 0 0,-2 3-144 0,0 3 144 16,-1 1 0-16,-2 3 0 0,-5 1 0 0,0 0 0 15,0 0 0-15,0 0 0 0,0 0 0 0,9 36 0 16,-9-36 0-16,-3 28 0 0,3-28 0 0,-5 34 0 0,1-15 0 0,-1 0 0 16,-1-1 0-16,-2 3 0 0,2-1 0 0,-2-3 128 15,1-1-128-15,0-2 0 0,2-2 0 0,5-12 0 16,-7 14 0-16,6-9 0 0,1-5 0 0,-1 3 0 16,2-5 0-16,-1-1 0 0,3-2 0 0,0-1 0 15,0 0 0-15,1-3 0 0,3-1 0 0,-1-1 0 16,3-3 0-16,0-1 0 0,1-1 0 0,2-1 0 15,1-4 0-15,1 2 0 0,2-3-192 0,0 3 32 16,-1 2 0-16,0 1 0 0,-2 4-32 0,0 2-16 16,-1 2 0-16,-2 2 0 0,-2 3 208 0,-1 2 0 15,-7 1 0-15,0 0 0 0,0 0 0 0,0 0 0 16,0 0 0-16,0 0 0 0,8 40 0 0,-11-28 128 16,-1 2 0-16,0 2-128 0,-2 2 144 0,0 2-144 0,-2 2 0 0,0-1 144 15,-2 1-144-15,-1 1 0 0,2 0 0 0,1-3 0 16,1-1 0-16,3-3 0 0,4-16 0 0,-3 26-18944 15</inkml:trace>
  <inkml:trace contextRef="#ctx0" brushRef="#br0" timeOffset="-199639.6">16910 10866 1839 0,'0'0'160'0,"0"-1"-160"16,0 1 0-16,0 0 0 0,0 0 688 0,0 0 96 15,0 0 32-15,0 0 0 0,0 0 336 0,0 0 80 16,1 0 16-16,-1-2 0 0,0 2 192 0,1 0 32 15,-1 0 16-15,0 0 0 0,-1 0-192 0,1 0-32 0,0 0-16 0,0 0 0 16,0 0-144-16,-1 0-16 0,1 2-16 0,0-2 0 16,0 0-352-16,0 0-64 0,0 0-16 15,0 1 0-15,0-1 0 0,0 0-16 0,0 0 0 16,0 0 0-16,0-1-192 0,0 1-48 0,0 0 0 0,0-2 0 16,1 2-160-16,-1 0-32 0,0-2-16 0,1 1 0 15,-1 1-176-15,1-2 128 0,0 1-128 0,-1 0 128 16,1 1-128-16,-1-2 128 0,1 2-128 0,0-2 128 15,0 1 256-15,1-1 64 0,-1 1 0 0,0-1 0 16,0 1 48-16,-1 0 16 0,1-1 0 0,0-1 0 16,1-1-192-16,-1 1-16 0,1 1-16 0,-1-3 0 15,1 2-80-15,-1 0-16 0,0-2 0 0,0 0 0 16,1 2 64-16,0-4 0 0,1 2 0 0,-1 1 0 16,0-1 0-16,0 1 0 0,0 1 0 0,1-2 0 15,1 2-16-15,-1 1 0 0,0 0 0 0,0-1 0 0,1 1-16 16,-1 0 0-16,1 1 0 0,1-1 0 0,0 0-32 0,0 0-16 15,1-1 0-15,1-1 0 0,-1 1-48 0,1 1 0 16,1-3 0-16,-1 2 0 0,-7 3 64 0,13-4 0 16,-9 0 0-16,0 3 0 0,-4 1-192 0,0 0 160 15,0 0-160-15,0 0 160 0,0 0-160 0,0 0 128 16,0 0-128-16,0 0 128 0,-2 35-128 0,-2-25 128 16,-1 2-128-16,0 0 128 0,1 0-128 0,-2 0 128 15,1 2-128-15,-1-2 128 0,0 0-128 0,2 0 0 16,-1 0 0-16,1-1 128 0,0-2-128 0,0 1 0 0,0 0 0 15,1-3 0-15,0 0 0 0,0 0 0 0,0-2 0 0,1-1 0 16,-1 1 0-16,0-3 0 0,0 1 0 0,0-1 0 16,2 0 0-16,-1-1 0 0,0 1 0 0,0 0 0 15,0-2 0-15,1 1 0 0,0-1 0 0,0 0 0 16,0 0 0-16,1-1 0 0,0-1 0 0,0-1 0 16,1 0 0-16,0-1 0 0,2-1 0 0,0 1 0 15,1-5 0-15,-1 2 0 0,3-2-144 0,0-2 144 16,1 0-176-16,-1-2 32 0,4 0 0 0,-2-2 0 15,2 1-112-15,0-3-32 0,1 1 0 0,0 1 0 16,-1 1 16-16,-1 0 0 0,0 4 0 0,0 1 0 16,-2 2 272-16,0 0 0 0,-1 2 0 0,-1 1 0 15,-1 2 0-15,0 1 0 0,-4 1 0 0,0 0 0 16,0 0 384-16,0 0 0 0,0 0-16 0,0 0 0 16,0 0-128-16,0 0-32 0,0 0 0 0,0 0 0 0,34 17-80 0,-34-17 0 15,0 0-128-15,0 0 192 0,0 0-64 0,0 0-128 16,0 0 176-16,0 0-176 0,21 33 176 0,-21-33-176 15,0 0 160-15,0 0-160 0,0 0 128 0,8 38-128 16,-8-38 0-16,0 0 144 0,0 26-144 0,0-26 0 16,-3 19 0-16,2-10 0 0,-2 1 0 0,-1 1 128 15,1-1-128-15,1 0 0 0,2-10 0 0,-6 18 128 16,6-18-128-16,0 0 0 0,-4 20 0 0,3-16 0 16,1-4 0-16,0 0 0 0,0 0 0 0,0 0-176 15,0 0 16-15,0 0-18592 0</inkml:trace>
  <inkml:trace contextRef="#ctx0" brushRef="#br0" timeOffset="-198490.09">17633 10691 7359 0,'1'0'656'0,"-1"-1"-528"0,1 1-128 0,-1 0 0 16,0 0 1344-16,1 0 256 0,0 0 32 0,0 0 16 16,0-2 1152-16,0 2 224 0,1 0 48 0,-1 0 16 15,0 0-720-15,-1 0-128 0,1 0-48 0,-1 0 0 0,0 0-784 0,0 0-144 16,0 2-48-16,0-2 0 0,-1 0-480 16,0 1-96-16,0 0-32 0,0 1 0 15,-1-2-352-15,1 1-64 0,-1 1 0 0,0 0-16 0,1-2-176 0,-1 1 0 16,-1 1 0-16,1-2 0 0,1 1 0 0,-2 0 0 15,-1 1 128-15,0 1-128 0,-1-1 0 0,-2 3 0 16,0-1 0-16,-2 4 0 0,0-1 0 0,-2 0 128 16,-2 3-128-16,-3 1 0 0,0 2 0 0,-2 1 0 15,-1 0 0-15,-1 0 0 0,1-1 0 0,-1 0 0 0,3-1 0 0,1-3 0 16,2-2 0-16,3 1 0 0,1-4 0 0,4 1 0 16,1-3 0-16,2 1 0 0,1-2 0 0,0 0 0 15,1-1 0-15,0 0 0 16,1 0 0-16,0 0 0 0,1 0 144 0,0 0-144 0,1 0 160 0,0-1-160 15,0 1 256-15,1 0-64 0,1 0 0 0,1 0 0 16,-5 0 64-16,0 0 0 0,0 0 0 16,0 0 0-16,39 9 0 0,-39-9 0 0,0 0 0 0,36 14 0 15,-36-14-112-15,0 0-16 0,47 18 0 16,-47-18 0-16,33 10-128 0,-33-10 0 0,36 5 144 0,-36-5-144 16,37 4 0-16,-37-4 0 15,34 0 0-15,-34 0 0 0,32 0 0 0,-32 0 0 0,25-2 0 0,-25 2 0 16,21-3-384-16,-21 3-112 0,0 0-16 15,24-4-18176-15</inkml:trace>
  <inkml:trace contextRef="#ctx0" brushRef="#br0" timeOffset="-197971.05">17963 10771 7359 0,'-7'0'656'0,"3"0"-528"0,1 0-128 0,0 0 0 15,2 0 2768-15,1 0 528 0,-1 0 96 0,0-1 32 0,-1 1-432 0,0 0-96 0,1 0-16 0,1-2 0 16,1 1-832-16,2 0-160 0,1-2-32 0,0 1-16 31,2 0-720-31,0 1-144 0,1-1-16 0,-7 2-16 0,0 0-560 0,0 0-96 0,0 0-32 0,32 3 0 16,-32-3-48-16,0 0-16 0,0 0 0 0,0 0 0 15,28 37-32-15,-28-37-16 0,0 0 0 0,12 38 0 16,-12-38-144-16,0 0 160 0,6 43-160 0,-6-43 160 16,0 27-160-16,0-27 0 0,1 29 0 0,-1-29 0 0,-1 29 0 0,1-29 0 15,0 0 0-15,-4 29 0 0,4-29 0 16,0 0 0-16,-7 15 0 0,5-11 0 0,-3-4 0 0,0 1 0 16,0-1 0-16,-3-1 0 0,2-1 0 0,-3 2 0 31,-2-3 0-31,-2 1 0 0,-1-1 0 0,-2-1 0 0,-2-1 0 0,-1 0 0 0,1 1-160 0,1-4-16 15,2 2 0-15,2-2 0 0,1-2 0 0,2 1 0 16,1-3 0-16,1-2 0 0,1-3 176 0,3 1 0 16,3-3 0-16,2 1 0 0,4 0 0 0,3 2 0 15,4-1 0-15,1 5 0 0,0 0 0 0,5 0 176 16,3 1-48-16,3 1 0 0,1 3 64 16,0 0 16-16,-1 2 0 0,0 3 0 0,2 0-16 0,0 0-16 0,1 1 0 0,-27 1 0 15,51 1-176-15,-51-1 0 0,49-1 0 0,-49 1 0 16,44-2-240-16,-44 2-80 0,40-5 0 0,-40 5-18480 15</inkml:trace>
  <inkml:trace contextRef="#ctx0" brushRef="#br0" timeOffset="-197370.68">18637 10680 19343 0,'2'-1'1728'0,"0"0"-1392"0,0-1-336 0,-2 2 0 16,1-2 1808-16,0 2 304 0,0-1 48 0,1-3 16 15,0 3 112-15,0-1 16 0,-2 2 16 0,-2 0 0 16,0 3-1200-16,-1 1-240 0,-2 1-48 0,-1-1-16 16,-2 4-416-16,0-3-80 0,-2 3 0 0,-2 0-16 15,0-1-176-15,-2 3-128 0,-2-3 192 0,-1 0-192 16,2-2 160-16,-1 2-160 0,-2-3 128 0,-1 1-128 0,1 0 0 16,0-3 0-16,2 1 128 0,-1 0-128 15,3 1 0-15,2-2 0 0,0 3 0 0,2-2 0 0,0-1 0 0,3 0 0 16,1 0 0-16,3 1 0 0,1-1 0 0,0-1 0 15,2-1 0-15,2 2 0 0,2-2 0 0,-1 2 240 16,3-2-64-16,-6 0-16 0,0 0 160 0,0 0 16 16,31 7 16-16,-31-7 0 0,0 0-96 0,0 0-32 15,40 17 0-15,-40-17 0 0,0 0-80 0,40 22-16 16,-40-22 0-16,0 0 0 0,46 21-128 0,-46-21 0 0,34 13 0 0,-34-13 0 16,33 12 0-16,-33-12 0 0,32 8 0 0,-32-8 0 15,28 4 0-15,-28-4 0 0,25 0 0 0,-25 0-176 31,22-1-768-31,-22 1-144 0</inkml:trace>
  <inkml:trace contextRef="#ctx0" brushRef="#br0" timeOffset="-196788.33">18967 10711 19343 0,'-5'-5'848'0,"2"3"192"0,1 0-832 0,0 2-208 0,1-2 0 0,-1 2 0 16,0 0 1376-16,-1 0 224 15,-2 2 64-15,-2-1 0 0,0 2 224 0,-1 3 48 0,2 2 16 0,-2 1 0 16,3 4-512-16,-2 1-96 0,2 3-32 0,-1 2 0 15,2 0-464-15,1 2-80 0,3-21-32 0,0 38 0 16,0-38-320-16,7 36-64 0,-7-36-16 0,0 0 0 16,29 38-176-16,-29-38-32 0,0 0-128 0,41 14 192 15,-41-14-192-15,29-5 176 16,-15 0-176-16,1-2 160 0,-1-2-160 0,0-2 160 0,-2 0-160 0,-1-1 160 0,-2 0-160 0,-1-2 0 16,-1 0 0-16,-1 0 0 0,-3 0 0 0,-1 0 0 15,-2 2 0-15,-2-2 0 0,0 2 0 0,-4 0 0 16,1 0 0-16,-3-2 0 0,0 2 0 0,-2 0 0 15,0-1 0-15,1 1 0 0,0 0 0 0,-1 1 0 16,2 3 0-16,2 2 0 0,0 2 0 0,1 1 0 16,3 1 0-16,0 2 0 0,1 2 0 0,1-2 0 15,0 0-128-15,0 0 128 16,0 0-976-16,0 0-128 0,23 32-32 0,-23-32-16272 0</inkml:trace>
  <inkml:trace contextRef="#ctx0" brushRef="#br0" timeOffset="-196614.96">19213 10831 24879 0,'2'0'2208'0,"0"0"-1760"0,2 0-448 0,-3 0 0 15,-1 1 2048-15,3-1 336 0,-3 0 64 0,0 0 16 16,0 0-464-16,0 0-80 0,0 0-32 0,36 22 0 16,-36-22-1328-16,0 0-272 0,0 0-48 0,0 0-16 15,26 28-224-15,-26-28-128 16,0 0 128-16,0 0-18368 0</inkml:trace>
  <inkml:trace contextRef="#ctx0" brushRef="#br0" timeOffset="-196221.72">19536 10638 11055 0,'0'-2'976'0,"1"1"-784"16,0 1-192-16,1-2 0 0,-1 2 848 0,0-3 128 15,2 1 32-15,1 0 0 0,2-3 16 0,2 0 16 16,-1 1 0-16,0 1 0 0,-7 3 464 0,11-5 96 16,-11 5 0-16,0 0 16 0,0 0 192 0,0 0 48 15,0 0 0-15,-2 26 0 16,-4-13-624-16,-3 3-112 0,0 3-32 0,-2 0 0 0,-1 2-320 0,-1 3-64 16,0 2 0-16,0 0-16 0,0 0 48 0,2 0 16 0,2 0 0 0,3-4 0 15,6-22-224 1,-4 38-32-16,4-38-16 0,0 0 0 15,18 41-320-15,-18-41-160 0,0 0 160 0,0 0-160 0,44 13 0 0,-30-17 128 0,2-4-128 0,2-3 0 16,0-2 0-16,2-3 0 16,0 0 128-16,-1-3-128 0,-3 4 0 0,0-1 0 0,0-4 128 0,-2 2-128 15,-3-3 0-15,-3 2 0 0,-3-1 0 0,-4-1 0 16,-3 0 0-16,-6 0 0 0,-2-1 0 0,-4 1 0 16,-1 2-208-16,-3 5-48 0,-2 4 0 0,2 3 0 15,-1 5-416-15,1 0-96 0,0 6 0 0,2-2-16 16,2 4 208-16,1 2 32 0,1 2 16 0,1 0 0 15,3 1-1760-15,2-1-336 0</inkml:trace>
  <inkml:trace contextRef="#ctx0" brushRef="#br0" timeOffset="-195450.66">20036 10519 11967 0,'8'-7'528'0,"-4"2"112"0,1 0-512 0,-2 1-128 0,-1 2 0 0,-1 0 0 0,1 1 2160 0,0-1 400 0,1-1 64 0,-1 1 32 15,1 0-336-15,-3 2-64 0,-1 2-16 0,-3 2 0 32,-1 4-112-32,-2 1-16 0,-1 3-16 0,-1 2 0 0,-1 3-1120 0,-2 2-208 0,-1 1-64 0,0 3 0 15,0 0-400-15,-2 1-96 16,0 2-16-16,-1-4 0 16,2 1 16-16,-1 1 0 0,1 2 0 0,1-5 0 15,1 0 16-15,4-4 0 0,3-2 0 0,5-15 0 0,-5 26-224 0,5-26 128 16,0 0-128-16,0 0 0 0,0 0 0 0,0 0 0 15,0 0 0-15,0 0 0 0,0 0 0 0,0 0 0 16,0 0 0-16,0 0 0 0,0 0 128 0,32 16-128 16,-29-17 0-16,1 0 0 0,-2-1 128 0,0 1-128 15,1 1 0-15,-1 0 0 0,1-2 144 0,0 2-144 16,-1 0 128-16,0-2-128 0,1 2 128 0,-1-1-128 16,0 1 128-16,-1 0-128 0,0 0 128 0,0-2-128 15,-1 2 0-15,0-1 128 0,0 1-128 0,0-1 0 0,-1 1 0 0,0 0 128 16,0 0-128-16,0 0 0 15,0 0 0-15,0 0 0 0,0 1 0 0,0-1 0 0,1 1 128 0,-1-1-128 16,1 0 0-16,0 2 0 0,0-2 0 0,0 0 0 16,1 0 0-16,-1 0 0 0,1 0 0 0,0 0 0 15,0 0 0-15,0-2 0 0,0 2 0 0,-1 0 0 16,1-1 0-16,-1 0 0 0,1 1 0 0,-1-2 0 16,0 2 0-16,0 0 0 0,0 0 0 0,0-2 0 15,-1 2 0-15,1 0 0 0,0-1 0 0,0 1 0 16,0 0 0-16,0 0 0 0,0 0 0 0,0 0 0 15,0 0 0-15,0-2 0 0,1 2 0 0,-1-2 0 0,-1 2 0 16,2-1 0-16,0-1 0 0,0 0 0 16,2-3 0-16,0 0 0 0,1 1 0 0,-1-2 0 0,1 0 0 0,0-2 0 15,0 2 0-15,1 0 0 0,0 0 0 0,-2-2 0 16,0 2 0-16,0 0 0 0,-1 0 0 0,-1 1 0 16,0 1 0-16,-2-1 0 0,0 2 0 0,-1 0 0 15,-1-1 0-15,0 1 0 0,-2-1 0 0,-1 1 0 16,0 1 0-16,-1 0 0 0,-1 0 0 0,0 1 0 15,-2-2 0-15,0 1 0 0,0 0 0 0,1 2-144 16,-1-2 144-16,3 0-160 16,1 4-480-16,0 0-112 0</inkml:trace>
  <inkml:trace contextRef="#ctx0" brushRef="#br0" timeOffset="-194348.69">20104 10500 2751 0,'1'-2'256'0,"-1"0"-256"0,0-1 0 0,-1 3 0 15,1-2 1024-15,0 1 176 16,-1-2 16-16,0-2 16 0,-1-1 768 0,0 2 160 0,0 1 16 0,-1-1 16 15,1 3-128-15,0 2-16 16,-1 3-16-16,0-1 0 0,-1 1-80 0,1 1-16 0,-1 1 0 0,-1 0 0 16,1 1-464-16,-2 0-112 0,2 0-16 0,-3 1 0 15,1 1-448-15,-1 0-112 0,0-1-16 0,-1 1 0 16,2 0-288-16,-3 1-64 0,2 2-16 0,-1-3 0 0,0 3-48 0,1 0-16 16,-1 0 0-16,1 2 0 15,0-1-144-15,-1 3-48 0,0 0 0 0,0 1 0 16,1 0-16-16,-1 1 0 0,0 1 0 0,1-1 0 0,-2 0 0 0,2 2-128 15,0 0 192-15,0-2-64 0,1-3 32 0,2-1 0 16,4-14 0-16,-6 30 0 0,6-30-160 0,-2 28 192 16,2-28-192-16,0 0 192 0,2 33-192 0,-2-33 128 15,0 0-128-15,0 0 128 0,12 37-128 0,-12-37 160 16,0 0-160-16,0 0 160 0,16 34-160 0,-16-34 128 16,0 0-128-16,0 0 128 0,0 0-128 0,33 31 128 15,-33-31-128-15,0 0 128 0,28 3-128 0,-28-3 0 16,25-7 144-16,-11-1-144 0,2-4 0 15,0 0 128-15,1-5-128 0,0-1 0 0,-1-2 0 0,-2 2 0 0,-2-2 0 0,-5 4 128 16,-1 0-128-16,-3 1 0 0,-3-1 0 16,-4 2 0-16,-3 1 0 0,-2 1 0 0,-4 1 0 0,-2 1-128 15,-1 1-160-15,-1 2-32 16,0 2 0-16,0 0 0 0,-2 1 64 0,1 3 16 0,2 2 0 0,0 1 0 16,2 3 240-16,0-1 0 0,1 1 0 0,0 2-144 15,2 0 144-15,3 0 0 0,0-2 0 0,5 1 0 16,1-3 0-16,2 0 0 0,2 0 0 0,-2-3-12208 15,0 0-2352-15</inkml:trace>
  <inkml:trace contextRef="#ctx0" brushRef="#br0" timeOffset="-193578">20296 10581 18431 0,'-1'-2'1632'0,"0"1"-1312"16,0-1-320-16,0 2 0 0,1 0 1728 0,-1 0 256 15,0-2 64-15,0-1 16 16,0-2 496-16,1 1 112 16,2-1 16-16,1 0 0 0,1 1-1200 0,3-1-224 15,1 2-48-15,-8 3-16 0,21-3-640 0,-21 3-128 16,27 0-32-16,-27 0 0 0,29 3-176 0,-29-3-32 15,0 0-16-15,40 14 0 0,-40-14-176 0,0 0 0 16,0 0 0-16,26 36 128 0,-26-36-128 0,0 0 0 16,-3 31 0-16,-2-21 0 0,-2-1 0 0,-2 1 0 0,-2-1 0 15,-1-2 0-15,0 1 0 0,-1-1 0 0,0 0 0 0,-1-1 0 16,0-1-144-16,2 0 144 0,0-2 0 0,0 1 0 16,2-1 0-16,1-1-128 0,2 0 128 0,2-2 0 15,1 0 0-15,2 2 0 0,2-2 0 0,0 0 0 16,1 0 0-16,3 1 0 0,1-1 0 0,-5 0 0 15,0 0 0-15,0 0 0 0,33 3 0 0,-33-3 0 16,0 0 0-16,39 8 0 0,-39-8 0 0,0 0 0 16,47 17 0-16,-47-17 0 0,36 15 0 0,-36-15 0 15,0 0 128-15,43 26-128 0,-43-26 0 0,0 0 144 16,0 0-144-16,28 35 0 0,-28-35 0 0,0 0 128 16,0 0-128-16,-6 33 0 0,-2-26 0 0,-2 0 0 0,-2 1 192 0,-4-1-64 15,-1 2 0-15,-1-2 0 0,-1 0-128 0,1 1 192 16,-1-4-192-16,0 3 192 15,-2-4-192-15,3-1 0 0,1 0 0 0,2-2 0 0,3-3 0 0,4-1-224 16,2-1 80-16,4-3-12528 16,2 1-2496-16</inkml:trace>
  <inkml:trace contextRef="#ctx0" brushRef="#br0" timeOffset="-192214.05">20781 10732 12895 0,'0'0'1152'0,"0"-2"-928"0,0 2-224 0,0 0 0 15,0 0 1920-15,0-1 320 0,-1 0 80 0,1-2 16 16,0 1 384-16,0-1 80 0,0 1 16 0,0 0 0 15,0 0-928-15,0 0-176 0,1 1-48 0,-1 1 0 16,0-2-784-16,0 2-176 0,1 0-16 0,-1 0-16 16,0 2-352-16,0-2-80 0,0 0-16 0,0 1 0 15,0 1-224-15,0-2 144 0,0 2-144 0,-1-2 128 16,1 1-128-16,0-1 128 0,0 1-128 0,-1-1 128 16,1 0-128-16,-1 0 128 0,0 0-128 0,0 0 128 15,1 0-128-15,-1 0 0 0,1 0 0 0,-1-1 128 16,0 1-128-16,1 0 128 0,0 0-128 0,0 1 128 15,-1-1-128-15,1 0 0 0,-1 0 0 0,1 2 128 16,0-1-128-16,-1 2 0 0,0 1 0 0,-1-2 0 0,2-2 0 0,0 0 0 16,-5 19 128-16,2-12-128 0,3-7 0 0,-5 19 0 15,1-9 0-15,0 2 128 0,0 2-128 0,-2 0 0 16,1 3 0-16,0-1 0 0,-1 1 0 16,0 2 0-16,-1-1 144 0,2-1-144 0,-1 0 0 0,1-3 0 15,1-1 0-15,4-13 0 0,-6 23 0 0,6-23 0 16,0 0 0-16,-3 18 128 0,2-15-128 0,1-2 0 15,-1 0 0-15,1-2 0 0,0 1 0 0,-1-1 0 0,0-2 0 0,1 0 0 16,1-2 0-16,-1 0 0 0,2 0 0 0,-1-3 0 16,0 0 0-16,2 0 0 0,0-2 0 0,1-1 0 15,-1 1 0-15,1 1 0 0,0-1 0 0,-1 3 0 16,-1-2 0-16,0 2 0 0,1 2 0 0,-2-3 0 16,1 4 0-16,0-1 0 0,-1 0 0 0,0 1 0 15,1-1 0-15,0 0 0 0,1 1 0 0,0-2 0 16,-1 2 0-16,3-3 0 0,0 0 0 0,0-3 0 15,2 3 0-15,-1-4 0 0,3 1 0 0,0-2 0 16,0 0 0-16,1 0 0 0,1 2 0 0,-2 1 0 16,0 2 0-16,-1 3 0 0,-1 1 0 0,-7 3 0 15,0 0 0-15,0 0 0 0,0 0 0 0,0 0 0 0,0 0 0 16,20 33 0-16,-20-33 0 0,0 0 0 0,-3 34 0 16,3-34 0-16,-6 24 0 0,2-11 0 15,1-1 128-15,-2 0-128 0,1 0 128 0,-1 0-128 0,0-1 160 0,-1 1-32 16,0 0-128-16,0 0 192 0,-1 0-192 0,0 0 0 15,0-2 0-15,1 1 0 0,-1-1 0 0,2-1 0 16,0-2 0-16,1-3 0 0,2-1 0 0,2-3 0 16,0 0 0-16,0-2 0 0,1 0 0 0,2-5 0 15,1 0 0-15,1-3 0 0,3-3 0 0,2-2 0 16,1-2 0-16,2-1 0 0,1 0-208 0,1-3 16 16,1-1 0-16,0-1 0 0,0 4-128 0,1-3-32 0,-1 4 0 0,-2-1 0 15,0 4 160-15,-2 3 16 0,0 3 16 0,-1 2 0 16,-1 2 160-16,-3 1 0 0,-7 4 0 0,0 0 0 15,0 0 0-15,0 0 224 0,0 0-48 0,0 0-16 16,0 0 96-16,27 37 32 0,-27-37 0 0,-4 24 0 16,2-12-64-16,-2 2-16 0,0 0 0 0,-1 1 0 15,-2 1-80-15,0 3 0 0,-2 0-128 0,0 0 192 16,-1 1-192-16,-1 0 0 0,0 0 128 0,1-2-128 16,-2 2 0-16,3-4 0 0,2-2 0 0,0-2 0 15,3 0 0-15,4-12 0 0,0 0 0 0,0 0 0 16,0 0 0-16,0 0 0 0,0 0 0 0,0 0-160 15,24-4-448 1,-17-4-96-16,1-2 0 0,4-3-17680 0</inkml:trace>
  <inkml:trace contextRef="#ctx0" brushRef="#br0" timeOffset="-191491.22">21270 10742 11055 0,'2'-2'976'0,"0"-1"-784"0,-1 1-192 16,-1 2 0-16,0 0 2080 0,-1 0 368 0,1 0 80 16,0 0 16-16,-1 0 208 0,-1 2 32 15,-2 3 16-15,-2 0 0 0,-1 4-944 0,-1 2-176 0,-1 2-32 0,-2 1-16 16,-1 5-464-16,-1 0-80 0,-1 0-32 0,0 2 0 15,1 1-544-15,1-1-96 0,0 0-32 0,2-2 0 16,1 0-160-16,2-2-32 0,0-2-16 0,7-15 0 16,-9 28-176-16,9-28 0 0,-6 18 0 0,6-18 128 15,0 0-128-15,0 0 0 0,0 0 0 0,0 0 0 16,0 0 0-16,8-6 0 0,-3-4 0 0,3-2 0 0,1-1 0 0,1-2 0 16,1-5 128-16,2 2-128 0,0-1 0 0,1-2 0 15,1-1 0-15,-1 1 0 0,0 2 0 0,0-3 0 16,0 1 0-16,0 0 0 0,0-1 0 0,-1 2 0 15,0 2 0-15,-2 4 0 0,0 3 0 0,-3 4 0 16,-1 2 0-16,-2 4 0 0,-5 1 0 0,0 0 0 16,0 0 0-16,0 0 0 0,0 0 0 0,8 36 192 15,-8-36-32-15,-4 26 0 0,0-12-32 0,1 3 0 16,-2 2 0-16,-1 2 0 0,1-2-128 0,-2 3 192 16,0-1-192-16,0-1 192 0,2 0-64 0,5-20-128 15,-9 31 192-15,9-31-64 0,-4 25-128 0,4-25 0 16,0 0 0-16,0 0 0 0,-5 25 0 0,5-25 0 15,0 0 0-15,0-4 0 0,1 1 0 0,-1-2 0 16,2-2 0-16,0 0 0 0,2-3 0 0,-1-1 0 0,2-1 0 0,0-2 0 16,2 1 0-16,0-3 0 0,3-1 0 0,-1-4 0 15,2 2 0-15,0-2 0 0,0-1 0 0,2 2 0 16,0 0 0-16,1 2 0 0,0 1 0 0,0 4 0 16,0 4 0-16,0 1 0 0,-2 2 0 0,-12 6 0 15,21-5 0-15,-21 5 0 0,0 0 0 0,0 0 0 16,33 14 0-16,-33-14 0 0,0 0 0 0,0 0 0 15,21 34 0-15,-21-34 0 0,0 0 0 0,8 40 0 0,-8-40 0 16,1 31 0-16,-1-31 0 0,-5 35 0 0,-1-15 0 0,0 0 0 16,-3 2 0-16,-1 0 0 0,0 2 0 0,0-1 0 15,0 0 0-15,0-3 0 0,2-1 0 0,1-1 0 16,2-5 0-16,5-13 0 0,0 0 0 0,-5 23 0 16,5-23 0-16,0 0 0 15,0 0 0-15,0 0 0 0,14-9-144 0,-8 1 144 0,1-1-320 0,1-3-16 16,2-2 0-16,-1-1-18736 15</inkml:trace>
  <inkml:trace contextRef="#ctx0" brushRef="#br0" timeOffset="-191239.79">21984 11159 12431 0,'0'0'256'0,"0"0"64"0,-2 0 16 0,2 0 48 0,0 0-384 0,0 0 0 0,0 0 0 0,0 0 0 15,0 0 3296-15,0 0 592 0,0 0 112 0,0 0 32 0</inkml:trace>
  <inkml:trace contextRef="#ctx0" brushRef="#br0" timeOffset="-190374.36">20117 10602 2751 0,'4'-1'256'0,"-3"0"-256"0,1 1 0 0,-1-2 0 15,0 2 464-15,-1-1 48 0,0 1 16 0,0-2 0 16,0 2 240-16,0-3 32 0</inkml:trace>
  <inkml:trace contextRef="#ctx0" brushRef="#br0" timeOffset="-187998.48">20104 10434 4607 0,'1'-5'192'0,"0"2"64"0,0 0-256 16,-1 2 0-16,0-1 0 0,0 2 0 0,0 0 1408 0,0 0 256 15,0 0 32-15,-1 2 16 0,0 0 1040 0,-1 3 224 16,0 0 32-16,-1 2 16 0,-1 0-720 0,1 3-160 16,-2 1-32-16,-1-1 0 0,1 1-624 0,-2-1-128 15,1 2-16-15,-2 0-16 0,0 0-608 0,0-2-112 16,-1 1-32-16,1-1 0 0,0 1-224 0,-2 0-48 15,1 1-16-15,0 1 0 0,0-1-96 0,-1 1-32 0,0 2 0 16,1 2 0-16,0 0-160 0,-1 1 0 0,2-1 144 0,0 0-144 16,2 1 128-16,-1 0-128 15,-1 2 160-15,2 0-160 0,0-4 144 0,6-16-144 0,-7 33 128 0,7-33-128 16,0 0 0-16,-6 33 0 0,6-33 0 0,0 0 0 16,0 0 0-16,0 0 0 0,0 0 128 0,0 0-128 15,0 0 128-15,0 0 0 0,0 0 0 0,12-2 0 16,-9-5-128-16,2 0 160 0,-1-3-160 0,1-1 160 15,0 1-160-15,0-2 0 0,1 0 0 0,-2 1 0 16,2-1 0-16,-2 1 0 0,0-1 0 0,0 1 0 16,-1-1 0-16,-1 0 0 0,0 1 0 0,0-1 0 15,-1 3-128-15,0-3 128 0,0 1 0 0,-1 0 0 16,1 2 0-16,-2 0 0 0,0 1 0 0,0 2 0 0,-1 3 0 0,0-2 0 16,1 4 0-16,-1 1 0 0,-1 1 0 0,0 2 0 15,0 2 0-15,0 1 0 0,-1 2 0 0,-1 1 0 16,1 3 128-16,-2 2-128 0,0-2 240 0,-1 3-48 15,1 1 0-15,-1-1 0 0,0 0-192 0,1 0 144 16,0 1-144-16,0-3 128 0,1 1-128 0,1-3 0 16,1-2 0-16,3-9 0 0,0 0 0 0,-5 24 0 15,5-19 0-15,0-2 0 0,1-1 0 0,0-4 0 16,1 0 0-16,1-1 0 0,0 0 0 0,-1-3 0 16,2 0 0-16,1 0 0 0,-1-2 0 0,1-1 0 15,0 2 0-15,-1-3 0 0,1 1-256 0,1-1 80 16,0-1 16-16,1-3 0 0,-1 1-176 0,0 0-48 0,1 1 0 15,-1 2 0-15,-2 0 0 0,1 3 0 0,-1 0 0 0,-3 2 0 16,1 3 384-16,0 0-144 0,-2 2 144 0,-1 2 0 16,0 0 0-16,-2 2 0 15,1 2 0-15,-3 1 0 0,0 0 160 0,0 2-16 0,-2 1 0 0,-1 0 0 16,1 2 0-16,-2 0 0 0,1 2 0 0,-1-2 0 16,-1 0-16-16,2-1-128 0,1 1 192 0,0-3-64 15,2 1 48-15,2-3 0 0,1 0 0 0,1-4 0 16,0 2 0-16,1-1 0 0,1-4 0 0,1 1 0 0,1-2-176 15,-1-1 0-15,3-1 0 0,1-2 0 0,-2 1 0 16,2-1 0-16,0 0 0 0,0-1 0 16,-2 2-400-16,0-2-112 15,0-1-32-15,0 2 0 0,-1-3-1024 0,0 2-208 0,0-2-32 16,-1 2-16-16,-1 0 256 0,0 2 48 0,0-1 16 0,-1 0 0 16,0 1 672-16,0 1 128 0,0 1 16 0,-1 0 16 0,0 1 672 0,0 1 304 15,0 0-32-15,-1 0 0 0,0 0 752 0,1 1 128 16,-1 1 48-16,0-2 0 0,2 0 16 0,-2 2 16 15,1-2 0-15,0 0 0 0,0-2-416 0,1 2-96 16,0-2-16-16,0 1 0 0,0-1-288 0,0 1-64 16,1 0-16-16,0-2 0 0,0-1-208 0,1 1-128 15,-1-1 160-15,1-2-160 0,0 2 192 0,1-3-48 0,0 0-16 0,0-1 0 16,1 2 32-16,0-4 0 0,-1 1 0 0,2 2 0 16,-1-2 80-16,0-1 16 0,2 1 0 0,-1 1 0 15,0-2 0-15,1 1 0 0,0 0 0 0,1 0 0 16,0-2-80-16,0 4-16 0,0-2 0 0,1-1 0 15,-2 3-160-15,1-1 0 0,0 0 144 0,-1 3-144 16,1-2 0-16,-2 1 0 0,2 2 0 0,-1-1 128 16,-2 1-128-16,2-1 0 0,-2 1 0 15,1 1 0-15,0-2 0 0,-1 1 0 0,2 0 0 0,-1-1 0 16,2-1 0-16,-2-1 0 0,2 0 0 0,0 0 0 16,1 0 0-16,-1-2 0 0,1 2 0 0,-2 1 0 0,0-1 0 0,-1 2 0 15,1 1 0-15,-2-1 0 0,-1 1 0 0,0 3 0 16,-1 1 0-16,-1-2 0 0,0 4 0 15,0-2 0-15,-2 1 0 0,1 1 0 0,-1 0 0 0,0-1 144 16,0 1-144-16,-1 0 0 0,0 0 160 0,0 0-160 16,1 1 128-16,-1-1-128 0,0-1 0 0,0 1 128 15,0-1-128-15,0 0 0 0,1-1 0 0,-1 0 0 16,1 0 128-16,0 0-128 0,-1 0 0 0,0 0 0 16,-1 0 0-16,1 2 0 0,0-2 0 0,0 0 0 15,-1 3 0-15,-1-1 0 0,1 1 0 0,-2-1 0 16,-1 1 0-16,1 2 0 15,-1 0 0-15,0 1 0 0,-2 1 0 0,2 3 0 0,-2-1 0 0,0 0 0 16,1 3 0-16,-2-1 0 0,2 1 0 0,-2 1 0 0,1-1 128 0,1 0-128 16,0 0 0-16,1 0 0 0,-2 0 0 0,2 0 128 15,0-1-128-15,1-1 128 0,0 1-128 0,0-1 128 16,0-1-128-16,0-1 0 0,1 2 144 0,-1-1-144 16,-1 0 128-16,2 2-128 15,-2-2 128-15,1 2-128 0,0-1 0 0,-1 1 128 0,0 1-128 0,0-1 0 16,1-1 0-16,-1 2 0 0,2-2 0 0,-1 1 128 15,2-3-128-15,0 1 0 0,1-2 0 0,1-1 0 16,0 0 0-16,0-4 0 0,2 1 0 0,0-1 0 16,1-2 0-16,-1-2 0 0,1 2 0 0,1-3 0 15,1-1 0-15,1-1 0 0,2-3 0 0,0 0 0 0,2 0 0 16,-1-2 0-16,1-1 0 0,0-1 0 0,-1 0 0 0,0 0 0 16,1-2 0-16,-2 2 0 0,0-2 0 0,0 0 0 15,-1-1 0-15,-1 3 0 0,0-3 0 0,-3 1 0 16,0 1 0-16,0 1 0 0,-1 5 0 0,-2 0-160 15,1 0 160-15,-2 4 0 0,0 1 0 0,0 2-128 16,-1 0 128-16,0 2 0 0,-1 0 0 0,1 2 0 16,-2 1 0-16,0 1 0 15,1 1 0-15,-2 5 0 0,0 0 0 0,-1 2 0 0,0 0 0 0,-1 1 0 16,1 2 0-16,0 1 0 0,-1-1 0 0,1 2 0 0,-1 0 0 16,1 0 0-16,0-1 0 0,1 2 0 0,-1-1 0 15,1 0 0-15,0-2 0 0,2-2 0 0,0-2 0 0,4-13 0 16,-4 22 0-16,4-22 0 0,0 0 0 0,0 0 0 15,0 0 0-15,0 0 0 0,0 29 0 16,1-28 0-16,0 1 0 0,0-2 0 0,0 0 0 16,1 0 0-16,-1 0 0 0,0-2 0 15,1 2 0-15,-2-1 0 0,2 1 0 0,-1-2 0 0,1 1 0 0,-1-2 0 16,1 1 0-16,0-1 0 0,-1 0 0 0,1 1 0 16,-1-3 0-16,2-2 0 0,0 0 0 0,-1 0 0 15,1 0 0-15,-2 0 0 0,1-1 0 0,0 0 0 0,0 1 0 16,-1-1 0-1,-1 1 0-15,1-1 0 0,-1 2 0 0,0-1 0 0,0 2 0 0,-1 0 0 0,0 2 0 0,0-1 0 16,0 2 0-16,-1-1 0 0,0 3 0 0,1-2 0 16,0 2 0-16,-1 2 0 0,0-1 0 0,0 1 0 15,0 1 0-15,0 0 0 0,1 2 0 0,-1 0 0 16,0 2 0-16,0 2 0 0,-1 0 0 0,3-9 0 16,-5 23 0-16,5-23 0 15,-5 23 0-15,5-23 0 0,0 0 0 0,-3 29 0 0,3-29 0 0,0 0 128 16,0 0-128-16,1 30 0 0,-1-30 0 0,0 0 0 15,0 0 0 1,0 0 0-16,0 0 0 0,0 0 128 0,0 0-128 16,0 0 0-16,0 0 0 0,0 0 176 0,0 0-176 0,0 0 160 15,0 0-160-15,0 0 192 0,28 31-192 0,-28-31 192 16,0 0-192-16,0 0 0 0,0 0 144 0,0 0-144 16,0 0 0-16,0 0 128 0,0 0-128 0,0 0 0 15,0 0 0-15,29 29 0 0,-29-29 0 0,0 0 0 16,0 0 0-16,0 0 0 0,0 0 0 0,0 0 128 15,0 0-128-15,0 0 0 0,0 0 0 0,0 0 0 16,0 0 0-16,27 1 0 0,-24-2 0 0,0-2 0 16,1 1 0-16,-1-1 0 0,0 1 0 0,1-2 128 15,0 1-128-15,-1-1 0 0,1 1 0 0,0-2 0 0,0 0 0 0,0 1 0 16,1-1 0-16,-1-1 0 0,0 0 0 0,0 1 0 16,1-2 0-16,-1 0 0 0,1 0 0 0,-1 1 0 15,-2 0 0-15,2-1 0 0,-2 1 0 0,1 0 0 16,-2 2 0-16,-1-3 0 0,1 4 0 0,-1-2 0 15,1 0 0-15,-1 1 0 0,1 0 0 0,-1 0 0 16,1 0 0-16,0-1 0 0,0 0 0 0,0 1 0 16,0-4 0-16,0 4-128 0,1-3 128 0,-1 2 0 15,0 0 0-15,1 0 0 0,0 1 0 0,0-1 0 16,0 0 0-16,-1 3 0 0,1-3 0 0,-1 1 0 16,0 1 0-16,-2 2 0 0,1 0 0 0,-2-2 0 15,1 3 0-15,-1-2 0 0,-1 2 0 0,0-2 0 0,0 1 0 0,-1-1 0 16,0 2 0-16,0-1 0 0,-2 0 0 0,1-1 0 15,-2 0 0-15,1-1 0 0,0 3 0 16,-1-3-128-16,1 1 128 0,0 0 0 0,1-1 0 0,0 1 0 16,1-1 0-16,-1 3 0 0,0-2 0 0,2 2 0 15,-1-1 0-15,-1 1 0 0,2 0 0 0,-1 1 0 16,1-1 0-16,0 2 0 0,0-1 0 0,1 1 0 16,-1 1 0-16,1 1 0 0,1-4 0 0,0 2 0 15,0 1-384-15,0 0 0 0,2 1 0 0,0-2-18304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AD6F77-CFCE-A445-8E2C-54D16F9EECCC}" type="datetimeFigureOut">
              <a:rPr lang="en-US" smtClean="0"/>
              <a:t>10/10/2023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42D00-D33B-6747-961F-9152114FB45F}" type="slidenum">
              <a:rPr lang="en-US" smtClean="0"/>
              <a:t>‹#›</a:t>
            </a:fld>
            <a:endParaRPr lang="en-US"/>
          </a:p>
        </p:txBody>
      </p:sp>
    </p:spTree>
    <p:extLst>
      <p:ext uri="{BB962C8B-B14F-4D97-AF65-F5344CB8AC3E}">
        <p14:creationId xmlns:p14="http://schemas.microsoft.com/office/powerpoint/2010/main" val="2981403554"/>
      </p:ext>
    </p:extLst>
  </p:cSld>
  <p:clrMap bg1="lt1" tx1="dk1" bg2="lt2" tx2="dk2" accent1="accent1" accent2="accent2" accent3="accent3" accent4="accent4" accent5="accent5" accent6="accent6" hlink="hlink" folHlink="folHlink"/>
  <p:notesStyle>
    <a:lvl1pPr marL="0" algn="l" defTabSz="685783" rtl="0" eaLnBrk="1" latinLnBrk="0" hangingPunct="1">
      <a:defRPr sz="900" kern="1200">
        <a:solidFill>
          <a:schemeClr val="tx1"/>
        </a:solidFill>
        <a:latin typeface="+mn-lt"/>
        <a:ea typeface="+mn-ea"/>
        <a:cs typeface="+mn-cs"/>
      </a:defRPr>
    </a:lvl1pPr>
    <a:lvl2pPr marL="342892" algn="l" defTabSz="685783" rtl="0" eaLnBrk="1" latinLnBrk="0" hangingPunct="1">
      <a:defRPr sz="900" kern="1200">
        <a:solidFill>
          <a:schemeClr val="tx1"/>
        </a:solidFill>
        <a:latin typeface="+mn-lt"/>
        <a:ea typeface="+mn-ea"/>
        <a:cs typeface="+mn-cs"/>
      </a:defRPr>
    </a:lvl2pPr>
    <a:lvl3pPr marL="685783" algn="l" defTabSz="685783" rtl="0" eaLnBrk="1" latinLnBrk="0" hangingPunct="1">
      <a:defRPr sz="900" kern="1200">
        <a:solidFill>
          <a:schemeClr val="tx1"/>
        </a:solidFill>
        <a:latin typeface="+mn-lt"/>
        <a:ea typeface="+mn-ea"/>
        <a:cs typeface="+mn-cs"/>
      </a:defRPr>
    </a:lvl3pPr>
    <a:lvl4pPr marL="1028675" algn="l" defTabSz="685783" rtl="0" eaLnBrk="1" latinLnBrk="0" hangingPunct="1">
      <a:defRPr sz="900" kern="1200">
        <a:solidFill>
          <a:schemeClr val="tx1"/>
        </a:solidFill>
        <a:latin typeface="+mn-lt"/>
        <a:ea typeface="+mn-ea"/>
        <a:cs typeface="+mn-cs"/>
      </a:defRPr>
    </a:lvl4pPr>
    <a:lvl5pPr marL="1371566" algn="l" defTabSz="685783" rtl="0" eaLnBrk="1" latinLnBrk="0" hangingPunct="1">
      <a:defRPr sz="900" kern="1200">
        <a:solidFill>
          <a:schemeClr val="tx1"/>
        </a:solidFill>
        <a:latin typeface="+mn-lt"/>
        <a:ea typeface="+mn-ea"/>
        <a:cs typeface="+mn-cs"/>
      </a:defRPr>
    </a:lvl5pPr>
    <a:lvl6pPr marL="1714457" algn="l" defTabSz="685783" rtl="0" eaLnBrk="1" latinLnBrk="0" hangingPunct="1">
      <a:defRPr sz="900" kern="1200">
        <a:solidFill>
          <a:schemeClr val="tx1"/>
        </a:solidFill>
        <a:latin typeface="+mn-lt"/>
        <a:ea typeface="+mn-ea"/>
        <a:cs typeface="+mn-cs"/>
      </a:defRPr>
    </a:lvl6pPr>
    <a:lvl7pPr marL="2057348" algn="l" defTabSz="685783" rtl="0" eaLnBrk="1" latinLnBrk="0" hangingPunct="1">
      <a:defRPr sz="900" kern="1200">
        <a:solidFill>
          <a:schemeClr val="tx1"/>
        </a:solidFill>
        <a:latin typeface="+mn-lt"/>
        <a:ea typeface="+mn-ea"/>
        <a:cs typeface="+mn-cs"/>
      </a:defRPr>
    </a:lvl7pPr>
    <a:lvl8pPr marL="2400240" algn="l" defTabSz="685783" rtl="0" eaLnBrk="1" latinLnBrk="0" hangingPunct="1">
      <a:defRPr sz="900" kern="1200">
        <a:solidFill>
          <a:schemeClr val="tx1"/>
        </a:solidFill>
        <a:latin typeface="+mn-lt"/>
        <a:ea typeface="+mn-ea"/>
        <a:cs typeface="+mn-cs"/>
      </a:defRPr>
    </a:lvl8pPr>
    <a:lvl9pPr marL="2743132" algn="l" defTabSz="685783"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a:t>
            </a:fld>
            <a:endParaRPr lang="en-US"/>
          </a:p>
        </p:txBody>
      </p:sp>
    </p:spTree>
    <p:extLst>
      <p:ext uri="{BB962C8B-B14F-4D97-AF65-F5344CB8AC3E}">
        <p14:creationId xmlns:p14="http://schemas.microsoft.com/office/powerpoint/2010/main" val="3075741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a:t>
            </a:fld>
            <a:endParaRPr lang="en-US"/>
          </a:p>
        </p:txBody>
      </p:sp>
    </p:spTree>
    <p:extLst>
      <p:ext uri="{BB962C8B-B14F-4D97-AF65-F5344CB8AC3E}">
        <p14:creationId xmlns:p14="http://schemas.microsoft.com/office/powerpoint/2010/main" val="2660721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3</a:t>
            </a:fld>
            <a:endParaRPr lang="en-US"/>
          </a:p>
        </p:txBody>
      </p:sp>
    </p:spTree>
    <p:extLst>
      <p:ext uri="{BB962C8B-B14F-4D97-AF65-F5344CB8AC3E}">
        <p14:creationId xmlns:p14="http://schemas.microsoft.com/office/powerpoint/2010/main" val="214000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4</a:t>
            </a:fld>
            <a:endParaRPr lang="en-US"/>
          </a:p>
        </p:txBody>
      </p:sp>
    </p:spTree>
    <p:extLst>
      <p:ext uri="{BB962C8B-B14F-4D97-AF65-F5344CB8AC3E}">
        <p14:creationId xmlns:p14="http://schemas.microsoft.com/office/powerpoint/2010/main" val="1813491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5</a:t>
            </a:fld>
            <a:endParaRPr lang="en-US"/>
          </a:p>
        </p:txBody>
      </p:sp>
    </p:spTree>
    <p:extLst>
      <p:ext uri="{BB962C8B-B14F-4D97-AF65-F5344CB8AC3E}">
        <p14:creationId xmlns:p14="http://schemas.microsoft.com/office/powerpoint/2010/main" val="3042481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6</a:t>
            </a:fld>
            <a:endParaRPr lang="en-US"/>
          </a:p>
        </p:txBody>
      </p:sp>
    </p:spTree>
    <p:extLst>
      <p:ext uri="{BB962C8B-B14F-4D97-AF65-F5344CB8AC3E}">
        <p14:creationId xmlns:p14="http://schemas.microsoft.com/office/powerpoint/2010/main" val="2825708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7</a:t>
            </a:fld>
            <a:endParaRPr lang="en-US"/>
          </a:p>
        </p:txBody>
      </p:sp>
    </p:spTree>
    <p:extLst>
      <p:ext uri="{BB962C8B-B14F-4D97-AF65-F5344CB8AC3E}">
        <p14:creationId xmlns:p14="http://schemas.microsoft.com/office/powerpoint/2010/main" val="3559176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8</a:t>
            </a:fld>
            <a:endParaRPr lang="en-US"/>
          </a:p>
        </p:txBody>
      </p:sp>
    </p:spTree>
    <p:extLst>
      <p:ext uri="{BB962C8B-B14F-4D97-AF65-F5344CB8AC3E}">
        <p14:creationId xmlns:p14="http://schemas.microsoft.com/office/powerpoint/2010/main" val="62080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9</a:t>
            </a:fld>
            <a:endParaRPr lang="en-US"/>
          </a:p>
        </p:txBody>
      </p:sp>
    </p:spTree>
    <p:extLst>
      <p:ext uri="{BB962C8B-B14F-4D97-AF65-F5344CB8AC3E}">
        <p14:creationId xmlns:p14="http://schemas.microsoft.com/office/powerpoint/2010/main" val="40246705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10</a:t>
            </a:fld>
            <a:endParaRPr lang="en-US"/>
          </a:p>
        </p:txBody>
      </p:sp>
    </p:spTree>
    <p:extLst>
      <p:ext uri="{BB962C8B-B14F-4D97-AF65-F5344CB8AC3E}">
        <p14:creationId xmlns:p14="http://schemas.microsoft.com/office/powerpoint/2010/main" val="30783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11</a:t>
            </a:fld>
            <a:endParaRPr lang="en-US"/>
          </a:p>
        </p:txBody>
      </p:sp>
    </p:spTree>
    <p:extLst>
      <p:ext uri="{BB962C8B-B14F-4D97-AF65-F5344CB8AC3E}">
        <p14:creationId xmlns:p14="http://schemas.microsoft.com/office/powerpoint/2010/main" val="5241093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12</a:t>
            </a:fld>
            <a:endParaRPr lang="en-US"/>
          </a:p>
        </p:txBody>
      </p:sp>
    </p:spTree>
    <p:extLst>
      <p:ext uri="{BB962C8B-B14F-4D97-AF65-F5344CB8AC3E}">
        <p14:creationId xmlns:p14="http://schemas.microsoft.com/office/powerpoint/2010/main" val="2262482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13</a:t>
            </a:fld>
            <a:endParaRPr lang="en-US"/>
          </a:p>
        </p:txBody>
      </p:sp>
    </p:spTree>
    <p:extLst>
      <p:ext uri="{BB962C8B-B14F-4D97-AF65-F5344CB8AC3E}">
        <p14:creationId xmlns:p14="http://schemas.microsoft.com/office/powerpoint/2010/main" val="2371968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14</a:t>
            </a:fld>
            <a:endParaRPr lang="en-US"/>
          </a:p>
        </p:txBody>
      </p:sp>
    </p:spTree>
    <p:extLst>
      <p:ext uri="{BB962C8B-B14F-4D97-AF65-F5344CB8AC3E}">
        <p14:creationId xmlns:p14="http://schemas.microsoft.com/office/powerpoint/2010/main" val="13518037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15</a:t>
            </a:fld>
            <a:endParaRPr lang="en-US"/>
          </a:p>
        </p:txBody>
      </p:sp>
    </p:spTree>
    <p:extLst>
      <p:ext uri="{BB962C8B-B14F-4D97-AF65-F5344CB8AC3E}">
        <p14:creationId xmlns:p14="http://schemas.microsoft.com/office/powerpoint/2010/main" val="4723223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16</a:t>
            </a:fld>
            <a:endParaRPr lang="en-US"/>
          </a:p>
        </p:txBody>
      </p:sp>
    </p:spTree>
    <p:extLst>
      <p:ext uri="{BB962C8B-B14F-4D97-AF65-F5344CB8AC3E}">
        <p14:creationId xmlns:p14="http://schemas.microsoft.com/office/powerpoint/2010/main" val="37301379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17</a:t>
            </a:fld>
            <a:endParaRPr lang="en-US"/>
          </a:p>
        </p:txBody>
      </p:sp>
    </p:spTree>
    <p:extLst>
      <p:ext uri="{BB962C8B-B14F-4D97-AF65-F5344CB8AC3E}">
        <p14:creationId xmlns:p14="http://schemas.microsoft.com/office/powerpoint/2010/main" val="6432495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18</a:t>
            </a:fld>
            <a:endParaRPr lang="en-US"/>
          </a:p>
        </p:txBody>
      </p:sp>
    </p:spTree>
    <p:extLst>
      <p:ext uri="{BB962C8B-B14F-4D97-AF65-F5344CB8AC3E}">
        <p14:creationId xmlns:p14="http://schemas.microsoft.com/office/powerpoint/2010/main" val="2495936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19</a:t>
            </a:fld>
            <a:endParaRPr lang="en-US"/>
          </a:p>
        </p:txBody>
      </p:sp>
    </p:spTree>
    <p:extLst>
      <p:ext uri="{BB962C8B-B14F-4D97-AF65-F5344CB8AC3E}">
        <p14:creationId xmlns:p14="http://schemas.microsoft.com/office/powerpoint/2010/main" val="36007662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20</a:t>
            </a:fld>
            <a:endParaRPr lang="en-US"/>
          </a:p>
        </p:txBody>
      </p:sp>
    </p:spTree>
    <p:extLst>
      <p:ext uri="{BB962C8B-B14F-4D97-AF65-F5344CB8AC3E}">
        <p14:creationId xmlns:p14="http://schemas.microsoft.com/office/powerpoint/2010/main" val="3997238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21</a:t>
            </a:fld>
            <a:endParaRPr lang="en-US"/>
          </a:p>
        </p:txBody>
      </p:sp>
    </p:spTree>
    <p:extLst>
      <p:ext uri="{BB962C8B-B14F-4D97-AF65-F5344CB8AC3E}">
        <p14:creationId xmlns:p14="http://schemas.microsoft.com/office/powerpoint/2010/main" val="1395920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22</a:t>
            </a:fld>
            <a:endParaRPr lang="en-US"/>
          </a:p>
        </p:txBody>
      </p:sp>
    </p:spTree>
    <p:extLst>
      <p:ext uri="{BB962C8B-B14F-4D97-AF65-F5344CB8AC3E}">
        <p14:creationId xmlns:p14="http://schemas.microsoft.com/office/powerpoint/2010/main" val="36616683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23</a:t>
            </a:fld>
            <a:endParaRPr lang="en-US"/>
          </a:p>
        </p:txBody>
      </p:sp>
    </p:spTree>
    <p:extLst>
      <p:ext uri="{BB962C8B-B14F-4D97-AF65-F5344CB8AC3E}">
        <p14:creationId xmlns:p14="http://schemas.microsoft.com/office/powerpoint/2010/main" val="755048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24</a:t>
            </a:fld>
            <a:endParaRPr lang="en-US"/>
          </a:p>
        </p:txBody>
      </p:sp>
    </p:spTree>
    <p:extLst>
      <p:ext uri="{BB962C8B-B14F-4D97-AF65-F5344CB8AC3E}">
        <p14:creationId xmlns:p14="http://schemas.microsoft.com/office/powerpoint/2010/main" val="11815055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25</a:t>
            </a:fld>
            <a:endParaRPr lang="en-US"/>
          </a:p>
        </p:txBody>
      </p:sp>
    </p:spTree>
    <p:extLst>
      <p:ext uri="{BB962C8B-B14F-4D97-AF65-F5344CB8AC3E}">
        <p14:creationId xmlns:p14="http://schemas.microsoft.com/office/powerpoint/2010/main" val="28802969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26</a:t>
            </a:fld>
            <a:endParaRPr lang="en-US"/>
          </a:p>
        </p:txBody>
      </p:sp>
    </p:spTree>
    <p:extLst>
      <p:ext uri="{BB962C8B-B14F-4D97-AF65-F5344CB8AC3E}">
        <p14:creationId xmlns:p14="http://schemas.microsoft.com/office/powerpoint/2010/main" val="1307435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27</a:t>
            </a:fld>
            <a:endParaRPr lang="en-US"/>
          </a:p>
        </p:txBody>
      </p:sp>
    </p:spTree>
    <p:extLst>
      <p:ext uri="{BB962C8B-B14F-4D97-AF65-F5344CB8AC3E}">
        <p14:creationId xmlns:p14="http://schemas.microsoft.com/office/powerpoint/2010/main" val="2654317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Cover 1">
    <p:bg>
      <p:bgPr>
        <a:solidFill>
          <a:srgbClr val="1C3D74"/>
        </a:solidFill>
        <a:effectLst/>
      </p:bgPr>
    </p:bg>
    <p:spTree>
      <p:nvGrpSpPr>
        <p:cNvPr id="1" name=""/>
        <p:cNvGrpSpPr/>
        <p:nvPr/>
      </p:nvGrpSpPr>
      <p:grpSpPr>
        <a:xfrm>
          <a:off x="0" y="0"/>
          <a:ext cx="0" cy="0"/>
          <a:chOff x="0" y="0"/>
          <a:chExt cx="0" cy="0"/>
        </a:xfrm>
      </p:grpSpPr>
      <p:sp>
        <p:nvSpPr>
          <p:cNvPr id="7"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8"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4010446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a:gsLst>
            <a:gs pos="12000">
              <a:srgbClr val="1C3D74"/>
            </a:gs>
            <a:gs pos="100000">
              <a:srgbClr val="2DB8C5"/>
            </a:gs>
          </a:gsLst>
          <a:lin ang="19800000" scaled="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280325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bg>
      <p:bgPr>
        <a:gradFill flip="none" rotWithShape="1">
          <a:gsLst>
            <a:gs pos="74000">
              <a:srgbClr val="10746A"/>
            </a:gs>
            <a:gs pos="18000">
              <a:srgbClr val="0096E3">
                <a:lumMod val="90000"/>
                <a:lumOff val="10000"/>
              </a:srgb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3193694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Custom Layout">
    <p:bg>
      <p:bgPr>
        <a:gradFill flip="none" rotWithShape="1">
          <a:gsLst>
            <a:gs pos="0">
              <a:srgbClr val="73B82B">
                <a:lumMod val="88000"/>
                <a:lumOff val="12000"/>
              </a:srgbClr>
            </a:gs>
            <a:gs pos="97312">
              <a:srgbClr val="10746A"/>
            </a:gs>
            <a:gs pos="59000">
              <a:srgbClr val="10746A">
                <a:lumMod val="94000"/>
                <a:lumOff val="6000"/>
              </a:srgbClr>
            </a:gs>
          </a:gsLst>
          <a:lin ang="1200000" scaled="0"/>
          <a:tileRect/>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66077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Custom Layout">
    <p:bg>
      <p:bgPr>
        <a:gradFill>
          <a:gsLst>
            <a:gs pos="0">
              <a:srgbClr val="73B82B">
                <a:lumMod val="88000"/>
                <a:lumOff val="12000"/>
              </a:srgbClr>
            </a:gs>
            <a:gs pos="69000">
              <a:srgbClr val="2DB8C5"/>
            </a:gs>
          </a:gsLst>
          <a:lin ang="0" scaled="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41877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_Custom Layout">
    <p:bg>
      <p:bgPr>
        <a:gradFill flip="none" rotWithShape="1">
          <a:gsLst>
            <a:gs pos="85484">
              <a:srgbClr val="8D3786"/>
            </a:gs>
            <a:gs pos="19000">
              <a:srgbClr val="EC008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055588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_Custom Layout">
    <p:bg>
      <p:bgPr>
        <a:gradFill flip="none" rotWithShape="1">
          <a:gsLst>
            <a:gs pos="3226">
              <a:srgbClr val="8D3786"/>
            </a:gs>
            <a:gs pos="35000">
              <a:srgbClr val="8D3786"/>
            </a:gs>
            <a:gs pos="100000">
              <a:srgbClr val="F18500"/>
            </a:gs>
          </a:gsLst>
          <a:lin ang="19800000" scaled="0"/>
          <a:tileRect/>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3086862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 slide 3">
    <p:spTree>
      <p:nvGrpSpPr>
        <p:cNvPr id="1" name=""/>
        <p:cNvGrpSpPr/>
        <p:nvPr/>
      </p:nvGrpSpPr>
      <p:grpSpPr>
        <a:xfrm>
          <a:off x="0" y="0"/>
          <a:ext cx="0" cy="0"/>
          <a:chOff x="0" y="0"/>
          <a:chExt cx="0" cy="0"/>
        </a:xfrm>
      </p:grpSpPr>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BF9F98BB-2095-434E-97D1-3636B7E7563C}"/>
              </a:ext>
            </a:extLst>
          </p:cNvPr>
          <p:cNvSpPr>
            <a:spLocks noGrp="1"/>
          </p:cNvSpPr>
          <p:nvPr>
            <p:ph type="body" sz="quarter" idx="13" hasCustomPrompt="1"/>
          </p:nvPr>
        </p:nvSpPr>
        <p:spPr>
          <a:xfrm>
            <a:off x="186596" y="1311275"/>
            <a:ext cx="86720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marL="0" indent="0">
              <a:buNone/>
            </a:pPr>
            <a:endParaRPr lang="en-US"/>
          </a:p>
        </p:txBody>
      </p:sp>
    </p:spTree>
    <p:extLst>
      <p:ext uri="{BB962C8B-B14F-4D97-AF65-F5344CB8AC3E}">
        <p14:creationId xmlns:p14="http://schemas.microsoft.com/office/powerpoint/2010/main" val="23164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slide 3">
    <p:spTree>
      <p:nvGrpSpPr>
        <p:cNvPr id="1" name=""/>
        <p:cNvGrpSpPr/>
        <p:nvPr/>
      </p:nvGrpSpPr>
      <p:grpSpPr>
        <a:xfrm>
          <a:off x="0" y="0"/>
          <a:ext cx="0" cy="0"/>
          <a:chOff x="0" y="0"/>
          <a:chExt cx="0" cy="0"/>
        </a:xfrm>
      </p:grpSpPr>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BF9F98BB-2095-434E-97D1-3636B7E7563C}"/>
              </a:ext>
            </a:extLst>
          </p:cNvPr>
          <p:cNvSpPr>
            <a:spLocks noGrp="1"/>
          </p:cNvSpPr>
          <p:nvPr>
            <p:ph type="body" sz="quarter" idx="13" hasCustomPrompt="1"/>
          </p:nvPr>
        </p:nvSpPr>
        <p:spPr>
          <a:xfrm>
            <a:off x="186596" y="1311275"/>
            <a:ext cx="4277455"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marL="0" indent="0">
              <a:buNone/>
            </a:pPr>
            <a:endParaRPr lang="en-US"/>
          </a:p>
        </p:txBody>
      </p:sp>
      <p:sp>
        <p:nvSpPr>
          <p:cNvPr id="9" name="Text Placeholder 2">
            <a:extLst>
              <a:ext uri="{FF2B5EF4-FFF2-40B4-BE49-F238E27FC236}">
                <a16:creationId xmlns:a16="http://schemas.microsoft.com/office/drawing/2014/main" id="{35C7A6F9-784D-428C-B9C4-650A70FFC077}"/>
              </a:ext>
            </a:extLst>
          </p:cNvPr>
          <p:cNvSpPr>
            <a:spLocks noGrp="1"/>
          </p:cNvSpPr>
          <p:nvPr>
            <p:ph type="body" sz="quarter" idx="14" hasCustomPrompt="1"/>
          </p:nvPr>
        </p:nvSpPr>
        <p:spPr>
          <a:xfrm>
            <a:off x="4580865" y="1311275"/>
            <a:ext cx="4277455"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p:txBody>
      </p:sp>
    </p:spTree>
    <p:extLst>
      <p:ext uri="{BB962C8B-B14F-4D97-AF65-F5344CB8AC3E}">
        <p14:creationId xmlns:p14="http://schemas.microsoft.com/office/powerpoint/2010/main" val="3102203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6C74048-C75E-FD4A-A2F0-C36E16C2A344}"/>
              </a:ext>
            </a:extLst>
          </p:cNvPr>
          <p:cNvSpPr>
            <a:spLocks noGrp="1"/>
          </p:cNvSpPr>
          <p:nvPr>
            <p:ph type="pic" sz="quarter" idx="11" hasCustomPrompt="1"/>
          </p:nvPr>
        </p:nvSpPr>
        <p:spPr>
          <a:xfrm>
            <a:off x="4679950" y="1311276"/>
            <a:ext cx="4186238" cy="2791997"/>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9"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4679950" y="4176072"/>
            <a:ext cx="4186238" cy="87954"/>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1"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00C9E275-0734-425E-938B-16131D4657EE}"/>
              </a:ext>
            </a:extLst>
          </p:cNvPr>
          <p:cNvSpPr>
            <a:spLocks noGrp="1"/>
          </p:cNvSpPr>
          <p:nvPr>
            <p:ph type="body" sz="quarter" idx="13" hasCustomPrompt="1"/>
          </p:nvPr>
        </p:nvSpPr>
        <p:spPr>
          <a:xfrm>
            <a:off x="186596" y="1311275"/>
            <a:ext cx="438540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90828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6C74048-C75E-FD4A-A2F0-C36E16C2A344}"/>
              </a:ext>
            </a:extLst>
          </p:cNvPr>
          <p:cNvSpPr>
            <a:spLocks noGrp="1"/>
          </p:cNvSpPr>
          <p:nvPr>
            <p:ph type="pic" sz="quarter" idx="11" hasCustomPrompt="1"/>
          </p:nvPr>
        </p:nvSpPr>
        <p:spPr>
          <a:xfrm>
            <a:off x="6767512" y="1311276"/>
            <a:ext cx="2098675" cy="2773707"/>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3"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2"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3" name="Text Placeholder 2">
            <a:extLst>
              <a:ext uri="{FF2B5EF4-FFF2-40B4-BE49-F238E27FC236}">
                <a16:creationId xmlns:a16="http://schemas.microsoft.com/office/drawing/2014/main" id="{9602840F-CF0A-4B0C-876C-214741C51912}"/>
              </a:ext>
            </a:extLst>
          </p:cNvPr>
          <p:cNvSpPr>
            <a:spLocks noGrp="1"/>
          </p:cNvSpPr>
          <p:nvPr>
            <p:ph type="body" sz="quarter" idx="13" hasCustomPrompt="1"/>
          </p:nvPr>
        </p:nvSpPr>
        <p:spPr>
          <a:xfrm>
            <a:off x="186596" y="1311275"/>
            <a:ext cx="6447286"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516180862"/>
      </p:ext>
    </p:extLst>
  </p:cSld>
  <p:clrMapOvr>
    <a:masterClrMapping/>
  </p:clrMapOvr>
  <p:extLst>
    <p:ext uri="{DCECCB84-F9BA-43D5-87BE-67443E8EF086}">
      <p15:sldGuideLst xmlns:p15="http://schemas.microsoft.com/office/powerpoint/2012/main">
        <p15:guide id="1" pos="419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3 ">
    <p:spTree>
      <p:nvGrpSpPr>
        <p:cNvPr id="1" name=""/>
        <p:cNvGrpSpPr/>
        <p:nvPr/>
      </p:nvGrpSpPr>
      <p:grpSpPr>
        <a:xfrm>
          <a:off x="0" y="0"/>
          <a:ext cx="0" cy="0"/>
          <a:chOff x="0" y="0"/>
          <a:chExt cx="0" cy="0"/>
        </a:xfrm>
      </p:grpSpPr>
      <p:sp>
        <p:nvSpPr>
          <p:cNvPr id="9" name="Picture Placeholder 5">
            <a:extLst>
              <a:ext uri="{FF2B5EF4-FFF2-40B4-BE49-F238E27FC236}">
                <a16:creationId xmlns:a16="http://schemas.microsoft.com/office/drawing/2014/main" id="{EBDDE399-7978-8146-B813-A0B3CFED1CCE}"/>
              </a:ext>
            </a:extLst>
          </p:cNvPr>
          <p:cNvSpPr>
            <a:spLocks noGrp="1"/>
          </p:cNvSpPr>
          <p:nvPr>
            <p:ph type="pic" sz="quarter" idx="14" hasCustomPrompt="1"/>
          </p:nvPr>
        </p:nvSpPr>
        <p:spPr>
          <a:xfrm>
            <a:off x="6767512"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1" name="Picture Placeholder 5">
            <a:extLst>
              <a:ext uri="{FF2B5EF4-FFF2-40B4-BE49-F238E27FC236}">
                <a16:creationId xmlns:a16="http://schemas.microsoft.com/office/drawing/2014/main" id="{6D51F31A-86D2-8C4F-A1A9-C88372B37B39}"/>
              </a:ext>
            </a:extLst>
          </p:cNvPr>
          <p:cNvSpPr>
            <a:spLocks noGrp="1"/>
          </p:cNvSpPr>
          <p:nvPr>
            <p:ph type="pic" sz="quarter" idx="16" hasCustomPrompt="1"/>
          </p:nvPr>
        </p:nvSpPr>
        <p:spPr>
          <a:xfrm>
            <a:off x="6767513" y="1311274"/>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7"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1"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8" name="Text Placeholder 8">
            <a:extLst>
              <a:ext uri="{FF2B5EF4-FFF2-40B4-BE49-F238E27FC236}">
                <a16:creationId xmlns:a16="http://schemas.microsoft.com/office/drawing/2014/main" id="{C8558A91-5849-F74E-9FFB-8BB3E3F86F0C}"/>
              </a:ext>
            </a:extLst>
          </p:cNvPr>
          <p:cNvSpPr>
            <a:spLocks noGrp="1"/>
          </p:cNvSpPr>
          <p:nvPr>
            <p:ph type="body" sz="quarter" idx="17" hasCustomPrompt="1"/>
          </p:nvPr>
        </p:nvSpPr>
        <p:spPr>
          <a:xfrm>
            <a:off x="6767513"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739CEF63-09E5-47AB-B122-292E3DA7266B}"/>
              </a:ext>
            </a:extLst>
          </p:cNvPr>
          <p:cNvSpPr>
            <a:spLocks noGrp="1"/>
          </p:cNvSpPr>
          <p:nvPr>
            <p:ph type="body" sz="quarter" idx="13" hasCustomPrompt="1"/>
          </p:nvPr>
        </p:nvSpPr>
        <p:spPr>
          <a:xfrm>
            <a:off x="186596" y="1311275"/>
            <a:ext cx="6447286"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8400498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4">
    <p:spTree>
      <p:nvGrpSpPr>
        <p:cNvPr id="1" name=""/>
        <p:cNvGrpSpPr/>
        <p:nvPr/>
      </p:nvGrpSpPr>
      <p:grpSpPr>
        <a:xfrm>
          <a:off x="0" y="0"/>
          <a:ext cx="0" cy="0"/>
          <a:chOff x="0" y="0"/>
          <a:chExt cx="0" cy="0"/>
        </a:xfrm>
      </p:grpSpPr>
      <p:sp>
        <p:nvSpPr>
          <p:cNvPr id="14" name="Picture Placeholder 5">
            <a:extLst>
              <a:ext uri="{FF2B5EF4-FFF2-40B4-BE49-F238E27FC236}">
                <a16:creationId xmlns:a16="http://schemas.microsoft.com/office/drawing/2014/main" id="{DE942392-5A1D-4B43-9FC3-CF83A59FC53E}"/>
              </a:ext>
            </a:extLst>
          </p:cNvPr>
          <p:cNvSpPr>
            <a:spLocks noGrp="1"/>
          </p:cNvSpPr>
          <p:nvPr>
            <p:ph type="pic" sz="quarter" idx="16" hasCustomPrompt="1"/>
          </p:nvPr>
        </p:nvSpPr>
        <p:spPr>
          <a:xfrm>
            <a:off x="6767513" y="1311275"/>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8"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1"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5" name="Text Placeholder 8">
            <a:extLst>
              <a:ext uri="{FF2B5EF4-FFF2-40B4-BE49-F238E27FC236}">
                <a16:creationId xmlns:a16="http://schemas.microsoft.com/office/drawing/2014/main" id="{C8558A91-5849-F74E-9FFB-8BB3E3F86F0C}"/>
              </a:ext>
            </a:extLst>
          </p:cNvPr>
          <p:cNvSpPr>
            <a:spLocks noGrp="1"/>
          </p:cNvSpPr>
          <p:nvPr>
            <p:ph type="body" sz="quarter" idx="17" hasCustomPrompt="1"/>
          </p:nvPr>
        </p:nvSpPr>
        <p:spPr>
          <a:xfrm>
            <a:off x="6767513"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6" name="Picture Placeholder 5">
            <a:extLst>
              <a:ext uri="{FF2B5EF4-FFF2-40B4-BE49-F238E27FC236}">
                <a16:creationId xmlns:a16="http://schemas.microsoft.com/office/drawing/2014/main" id="{EBDDE399-7978-8146-B813-A0B3CFED1CCE}"/>
              </a:ext>
            </a:extLst>
          </p:cNvPr>
          <p:cNvSpPr>
            <a:spLocks noGrp="1"/>
          </p:cNvSpPr>
          <p:nvPr>
            <p:ph type="pic" sz="quarter" idx="14" hasCustomPrompt="1"/>
          </p:nvPr>
        </p:nvSpPr>
        <p:spPr>
          <a:xfrm>
            <a:off x="6767512"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7"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8"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9"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9"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2" name="Text Placeholder 2">
            <a:extLst>
              <a:ext uri="{FF2B5EF4-FFF2-40B4-BE49-F238E27FC236}">
                <a16:creationId xmlns:a16="http://schemas.microsoft.com/office/drawing/2014/main" id="{A5E523E2-4C7B-424A-8715-BA3BD5E8B973}"/>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475935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5">
    <p:spTree>
      <p:nvGrpSpPr>
        <p:cNvPr id="1" name=""/>
        <p:cNvGrpSpPr/>
        <p:nvPr/>
      </p:nvGrpSpPr>
      <p:grpSpPr>
        <a:xfrm>
          <a:off x="0" y="0"/>
          <a:ext cx="0" cy="0"/>
          <a:chOff x="0" y="0"/>
          <a:chExt cx="0" cy="0"/>
        </a:xfrm>
      </p:grpSpPr>
      <p:sp>
        <p:nvSpPr>
          <p:cNvPr id="21"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2"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3"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33"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6767513" y="1322601"/>
            <a:ext cx="2098675"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34"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767512" y="417795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6"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7216A11E-B4A5-4F26-9049-F166D72D6258}"/>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869923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6">
    <p:spTree>
      <p:nvGrpSpPr>
        <p:cNvPr id="1" name=""/>
        <p:cNvGrpSpPr/>
        <p:nvPr/>
      </p:nvGrpSpPr>
      <p:grpSpPr>
        <a:xfrm>
          <a:off x="0" y="0"/>
          <a:ext cx="0" cy="0"/>
          <a:chOff x="0" y="0"/>
          <a:chExt cx="0" cy="0"/>
        </a:xfrm>
      </p:grpSpPr>
      <p:sp>
        <p:nvSpPr>
          <p:cNvPr id="21"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4305300"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2"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4305302"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3"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5"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6778626" y="2877213"/>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6"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778624"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5"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11A76B9A-C73D-41F4-848B-7B422BD2540C}"/>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685009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2 column text + image + caption 1">
    <p:spTree>
      <p:nvGrpSpPr>
        <p:cNvPr id="1" name=""/>
        <p:cNvGrpSpPr/>
        <p:nvPr/>
      </p:nvGrpSpPr>
      <p:grpSpPr>
        <a:xfrm>
          <a:off x="0" y="0"/>
          <a:ext cx="0" cy="0"/>
          <a:chOff x="0" y="0"/>
          <a:chExt cx="0" cy="0"/>
        </a:xfrm>
      </p:grpSpPr>
      <p:sp>
        <p:nvSpPr>
          <p:cNvPr id="19"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6102847" y="1322601"/>
            <a:ext cx="2763341"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0"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102847" y="4177950"/>
            <a:ext cx="2763341"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1"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9" name="Text Placeholder 2">
            <a:extLst>
              <a:ext uri="{FF2B5EF4-FFF2-40B4-BE49-F238E27FC236}">
                <a16:creationId xmlns:a16="http://schemas.microsoft.com/office/drawing/2014/main" id="{6B742EC7-0905-4619-9932-945C15BD9FB8}"/>
              </a:ext>
            </a:extLst>
          </p:cNvPr>
          <p:cNvSpPr>
            <a:spLocks noGrp="1"/>
          </p:cNvSpPr>
          <p:nvPr>
            <p:ph type="body" sz="quarter" idx="26" hasCustomPrompt="1"/>
          </p:nvPr>
        </p:nvSpPr>
        <p:spPr>
          <a:xfrm>
            <a:off x="3144721" y="1311275"/>
            <a:ext cx="285455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marL="457200" indent="0">
              <a:buFont typeface="Arial" panose="020B0604020202020204" pitchFamily="34" charset="0"/>
              <a:buNone/>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p:txBody>
      </p:sp>
      <p:sp>
        <p:nvSpPr>
          <p:cNvPr id="8" name="Text Placeholder 2">
            <a:extLst>
              <a:ext uri="{FF2B5EF4-FFF2-40B4-BE49-F238E27FC236}">
                <a16:creationId xmlns:a16="http://schemas.microsoft.com/office/drawing/2014/main" id="{E839734A-FE59-489D-8235-3CE5E3DE21EF}"/>
              </a:ext>
            </a:extLst>
          </p:cNvPr>
          <p:cNvSpPr>
            <a:spLocks noGrp="1"/>
          </p:cNvSpPr>
          <p:nvPr>
            <p:ph type="body" sz="quarter" idx="27" hasCustomPrompt="1"/>
          </p:nvPr>
        </p:nvSpPr>
        <p:spPr>
          <a:xfrm>
            <a:off x="186595" y="1311275"/>
            <a:ext cx="285455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717197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1 column text + image + caption">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2496620" y="1309603"/>
            <a:ext cx="6380681" cy="280837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4"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496620" y="4176072"/>
            <a:ext cx="638068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6" name="Text Placeholder 2">
            <a:extLst>
              <a:ext uri="{FF2B5EF4-FFF2-40B4-BE49-F238E27FC236}">
                <a16:creationId xmlns:a16="http://schemas.microsoft.com/office/drawing/2014/main" id="{57C490C0-3F42-428E-9663-C0315B61F18B}"/>
              </a:ext>
            </a:extLst>
          </p:cNvPr>
          <p:cNvSpPr>
            <a:spLocks noGrp="1"/>
          </p:cNvSpPr>
          <p:nvPr>
            <p:ph type="body" sz="quarter" idx="13" hasCustomPrompt="1"/>
          </p:nvPr>
        </p:nvSpPr>
        <p:spPr>
          <a:xfrm>
            <a:off x="186597" y="1311275"/>
            <a:ext cx="21262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4739450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hero image + caption">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287339" y="1322601"/>
            <a:ext cx="8578850"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0"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87339" y="4177950"/>
            <a:ext cx="857885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2"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Tree>
    <p:extLst>
      <p:ext uri="{BB962C8B-B14F-4D97-AF65-F5344CB8AC3E}">
        <p14:creationId xmlns:p14="http://schemas.microsoft.com/office/powerpoint/2010/main" val="3461591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ro image + caption">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279400" y="250826"/>
            <a:ext cx="8597901" cy="3867149"/>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6"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87339" y="4177950"/>
            <a:ext cx="857885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Tree>
    <p:extLst>
      <p:ext uri="{BB962C8B-B14F-4D97-AF65-F5344CB8AC3E}">
        <p14:creationId xmlns:p14="http://schemas.microsoft.com/office/powerpoint/2010/main" val="24365865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D0557C50-0B31-9348-AF2A-301002B74889}"/>
              </a:ext>
            </a:extLst>
          </p:cNvPr>
          <p:cNvGrpSpPr/>
          <p:nvPr userDrawn="1"/>
        </p:nvGrpSpPr>
        <p:grpSpPr>
          <a:xfrm>
            <a:off x="203484" y="1234649"/>
            <a:ext cx="2219675" cy="1349665"/>
            <a:chOff x="1985262" y="1786188"/>
            <a:chExt cx="3594613" cy="2579532"/>
          </a:xfrm>
        </p:grpSpPr>
        <p:sp>
          <p:nvSpPr>
            <p:cNvPr id="36" name="TextBox 35">
              <a:extLst>
                <a:ext uri="{FF2B5EF4-FFF2-40B4-BE49-F238E27FC236}">
                  <a16:creationId xmlns:a16="http://schemas.microsoft.com/office/drawing/2014/main" id="{B0759468-3783-DD45-AC2F-7E3842278B7D}"/>
                </a:ext>
              </a:extLst>
            </p:cNvPr>
            <p:cNvSpPr txBox="1"/>
            <p:nvPr/>
          </p:nvSpPr>
          <p:spPr>
            <a:xfrm>
              <a:off x="2401825" y="1786188"/>
              <a:ext cx="2677754" cy="1470585"/>
            </a:xfrm>
            <a:prstGeom prst="rect">
              <a:avLst/>
            </a:prstGeom>
            <a:noFill/>
          </p:spPr>
          <p:txBody>
            <a:bodyPr wrap="square" rtlCol="0">
              <a:spAutoFit/>
            </a:bodyPr>
            <a:lstStyle/>
            <a:p>
              <a:pPr algn="ctr"/>
              <a:r>
                <a:rPr lang="en-US" sz="4400" b="1">
                  <a:solidFill>
                    <a:srgbClr val="2DB8C5"/>
                  </a:solidFill>
                  <a:latin typeface="Arial" panose="020B0604020202020204" pitchFamily="34" charset="0"/>
                  <a:cs typeface="Arial" panose="020B0604020202020204" pitchFamily="34" charset="0"/>
                </a:rPr>
                <a:t>19%</a:t>
              </a:r>
            </a:p>
          </p:txBody>
        </p:sp>
        <p:cxnSp>
          <p:nvCxnSpPr>
            <p:cNvPr id="37" name="Straight Connector 36">
              <a:extLst>
                <a:ext uri="{FF2B5EF4-FFF2-40B4-BE49-F238E27FC236}">
                  <a16:creationId xmlns:a16="http://schemas.microsoft.com/office/drawing/2014/main" id="{7499D1F6-6F64-E045-A629-F16A8AF17DEB}"/>
                </a:ext>
              </a:extLst>
            </p:cNvPr>
            <p:cNvCxnSpPr/>
            <p:nvPr/>
          </p:nvCxnSpPr>
          <p:spPr>
            <a:xfrm flipV="1">
              <a:off x="2114979" y="3256871"/>
              <a:ext cx="3407805" cy="10321"/>
            </a:xfrm>
            <a:prstGeom prst="line">
              <a:avLst/>
            </a:prstGeom>
            <a:ln w="28575">
              <a:solidFill>
                <a:srgbClr val="2DB8C5"/>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9D3155A-02B7-9146-95B9-2D706BFA7810}"/>
                </a:ext>
              </a:extLst>
            </p:cNvPr>
            <p:cNvSpPr txBox="1"/>
            <p:nvPr/>
          </p:nvSpPr>
          <p:spPr>
            <a:xfrm>
              <a:off x="1985262" y="3500871"/>
              <a:ext cx="3594613" cy="864849"/>
            </a:xfrm>
            <a:prstGeom prst="rect">
              <a:avLst/>
            </a:prstGeom>
            <a:noFill/>
          </p:spPr>
          <p:txBody>
            <a:bodyPr wrap="square" rtlCol="0">
              <a:spAutoFit/>
            </a:bodyPr>
            <a:lstStyle/>
            <a:p>
              <a:pPr algn="ctr"/>
              <a:r>
                <a:rPr lang="en-US" sz="1400">
                  <a:solidFill>
                    <a:srgbClr val="2DB8C5"/>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2DB8C5"/>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52" name="Group 51">
            <a:extLst>
              <a:ext uri="{FF2B5EF4-FFF2-40B4-BE49-F238E27FC236}">
                <a16:creationId xmlns:a16="http://schemas.microsoft.com/office/drawing/2014/main" id="{D0557C50-0B31-9348-AF2A-301002B74889}"/>
              </a:ext>
            </a:extLst>
          </p:cNvPr>
          <p:cNvGrpSpPr/>
          <p:nvPr userDrawn="1"/>
        </p:nvGrpSpPr>
        <p:grpSpPr>
          <a:xfrm>
            <a:off x="3299430" y="1210655"/>
            <a:ext cx="2156489" cy="1349665"/>
            <a:chOff x="1985262" y="1786188"/>
            <a:chExt cx="3594613" cy="2579532"/>
          </a:xfrm>
        </p:grpSpPr>
        <p:sp>
          <p:nvSpPr>
            <p:cNvPr id="53" name="TextBox 52">
              <a:extLst>
                <a:ext uri="{FF2B5EF4-FFF2-40B4-BE49-F238E27FC236}">
                  <a16:creationId xmlns:a16="http://schemas.microsoft.com/office/drawing/2014/main" id="{B0759468-3783-DD45-AC2F-7E3842278B7D}"/>
                </a:ext>
              </a:extLst>
            </p:cNvPr>
            <p:cNvSpPr txBox="1"/>
            <p:nvPr/>
          </p:nvSpPr>
          <p:spPr>
            <a:xfrm>
              <a:off x="2401825" y="1786188"/>
              <a:ext cx="2677754" cy="1526203"/>
            </a:xfrm>
            <a:prstGeom prst="rect">
              <a:avLst/>
            </a:prstGeom>
            <a:noFill/>
          </p:spPr>
          <p:txBody>
            <a:bodyPr wrap="square" rtlCol="0">
              <a:spAutoFit/>
            </a:bodyPr>
            <a:lstStyle/>
            <a:p>
              <a:pPr algn="ctr"/>
              <a:r>
                <a:rPr lang="en-US" sz="4400" b="1">
                  <a:solidFill>
                    <a:srgbClr val="8D3786"/>
                  </a:solidFill>
                  <a:latin typeface="Arial" panose="020B0604020202020204" pitchFamily="34" charset="0"/>
                  <a:cs typeface="Arial" panose="020B0604020202020204" pitchFamily="34" charset="0"/>
                </a:rPr>
                <a:t>19%</a:t>
              </a:r>
            </a:p>
          </p:txBody>
        </p:sp>
        <p:cxnSp>
          <p:nvCxnSpPr>
            <p:cNvPr id="54" name="Straight Connector 53">
              <a:extLst>
                <a:ext uri="{FF2B5EF4-FFF2-40B4-BE49-F238E27FC236}">
                  <a16:creationId xmlns:a16="http://schemas.microsoft.com/office/drawing/2014/main" id="{7499D1F6-6F64-E045-A629-F16A8AF17DEB}"/>
                </a:ext>
              </a:extLst>
            </p:cNvPr>
            <p:cNvCxnSpPr/>
            <p:nvPr/>
          </p:nvCxnSpPr>
          <p:spPr>
            <a:xfrm flipV="1">
              <a:off x="2114979" y="3256871"/>
              <a:ext cx="3407806" cy="10321"/>
            </a:xfrm>
            <a:prstGeom prst="line">
              <a:avLst/>
            </a:prstGeom>
            <a:ln w="28575">
              <a:solidFill>
                <a:srgbClr val="8D3786"/>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8D3786"/>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8D3786"/>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56" name="Group 55">
            <a:extLst>
              <a:ext uri="{FF2B5EF4-FFF2-40B4-BE49-F238E27FC236}">
                <a16:creationId xmlns:a16="http://schemas.microsoft.com/office/drawing/2014/main" id="{D0557C50-0B31-9348-AF2A-301002B74889}"/>
              </a:ext>
            </a:extLst>
          </p:cNvPr>
          <p:cNvGrpSpPr/>
          <p:nvPr userDrawn="1"/>
        </p:nvGrpSpPr>
        <p:grpSpPr>
          <a:xfrm>
            <a:off x="6395376" y="1210655"/>
            <a:ext cx="2184743" cy="1349665"/>
            <a:chOff x="1985262" y="1786188"/>
            <a:chExt cx="3594613" cy="2579532"/>
          </a:xfrm>
        </p:grpSpPr>
        <p:sp>
          <p:nvSpPr>
            <p:cNvPr id="57" name="TextBox 56">
              <a:extLst>
                <a:ext uri="{FF2B5EF4-FFF2-40B4-BE49-F238E27FC236}">
                  <a16:creationId xmlns:a16="http://schemas.microsoft.com/office/drawing/2014/main" id="{B0759468-3783-DD45-AC2F-7E3842278B7D}"/>
                </a:ext>
              </a:extLst>
            </p:cNvPr>
            <p:cNvSpPr txBox="1"/>
            <p:nvPr/>
          </p:nvSpPr>
          <p:spPr>
            <a:xfrm>
              <a:off x="2401825" y="1786188"/>
              <a:ext cx="2677754" cy="1526203"/>
            </a:xfrm>
            <a:prstGeom prst="rect">
              <a:avLst/>
            </a:prstGeom>
            <a:noFill/>
          </p:spPr>
          <p:txBody>
            <a:bodyPr wrap="square" rtlCol="0">
              <a:spAutoFit/>
            </a:bodyPr>
            <a:lstStyle/>
            <a:p>
              <a:pPr algn="ctr"/>
              <a:r>
                <a:rPr lang="en-US" sz="4400" b="1">
                  <a:solidFill>
                    <a:srgbClr val="10746A"/>
                  </a:solidFill>
                  <a:latin typeface="Arial" panose="020B0604020202020204" pitchFamily="34" charset="0"/>
                  <a:cs typeface="Arial" panose="020B0604020202020204" pitchFamily="34" charset="0"/>
                </a:rPr>
                <a:t>19%</a:t>
              </a:r>
            </a:p>
          </p:txBody>
        </p:sp>
        <p:cxnSp>
          <p:nvCxnSpPr>
            <p:cNvPr id="58" name="Straight Connector 57">
              <a:extLst>
                <a:ext uri="{FF2B5EF4-FFF2-40B4-BE49-F238E27FC236}">
                  <a16:creationId xmlns:a16="http://schemas.microsoft.com/office/drawing/2014/main" id="{7499D1F6-6F64-E045-A629-F16A8AF17DEB}"/>
                </a:ext>
              </a:extLst>
            </p:cNvPr>
            <p:cNvCxnSpPr/>
            <p:nvPr/>
          </p:nvCxnSpPr>
          <p:spPr>
            <a:xfrm flipV="1">
              <a:off x="2114979" y="3256871"/>
              <a:ext cx="3407804" cy="10321"/>
            </a:xfrm>
            <a:prstGeom prst="line">
              <a:avLst/>
            </a:prstGeom>
            <a:ln w="28575">
              <a:solidFill>
                <a:srgbClr val="10746A"/>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10746A"/>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10746A"/>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60" name="Group 59">
            <a:extLst>
              <a:ext uri="{FF2B5EF4-FFF2-40B4-BE49-F238E27FC236}">
                <a16:creationId xmlns:a16="http://schemas.microsoft.com/office/drawing/2014/main" id="{D0557C50-0B31-9348-AF2A-301002B74889}"/>
              </a:ext>
            </a:extLst>
          </p:cNvPr>
          <p:cNvGrpSpPr/>
          <p:nvPr userDrawn="1"/>
        </p:nvGrpSpPr>
        <p:grpSpPr>
          <a:xfrm>
            <a:off x="1800890" y="2785639"/>
            <a:ext cx="2268189" cy="1349665"/>
            <a:chOff x="1985262" y="1786188"/>
            <a:chExt cx="3594613" cy="2579532"/>
          </a:xfrm>
        </p:grpSpPr>
        <p:sp>
          <p:nvSpPr>
            <p:cNvPr id="61" name="TextBox 60">
              <a:extLst>
                <a:ext uri="{FF2B5EF4-FFF2-40B4-BE49-F238E27FC236}">
                  <a16:creationId xmlns:a16="http://schemas.microsoft.com/office/drawing/2014/main" id="{B0759468-3783-DD45-AC2F-7E3842278B7D}"/>
                </a:ext>
              </a:extLst>
            </p:cNvPr>
            <p:cNvSpPr txBox="1"/>
            <p:nvPr/>
          </p:nvSpPr>
          <p:spPr>
            <a:xfrm>
              <a:off x="2401825" y="1786188"/>
              <a:ext cx="2677754" cy="1470585"/>
            </a:xfrm>
            <a:prstGeom prst="rect">
              <a:avLst/>
            </a:prstGeom>
            <a:noFill/>
          </p:spPr>
          <p:txBody>
            <a:bodyPr wrap="square" rtlCol="0">
              <a:spAutoFit/>
            </a:bodyPr>
            <a:lstStyle/>
            <a:p>
              <a:pPr algn="ctr"/>
              <a:r>
                <a:rPr lang="en-US" sz="4400" b="1">
                  <a:solidFill>
                    <a:srgbClr val="F18500"/>
                  </a:solidFill>
                  <a:latin typeface="Arial" panose="020B0604020202020204" pitchFamily="34" charset="0"/>
                  <a:cs typeface="Arial" panose="020B0604020202020204" pitchFamily="34" charset="0"/>
                </a:rPr>
                <a:t>19%</a:t>
              </a:r>
            </a:p>
          </p:txBody>
        </p:sp>
        <p:cxnSp>
          <p:nvCxnSpPr>
            <p:cNvPr id="62" name="Straight Connector 61">
              <a:extLst>
                <a:ext uri="{FF2B5EF4-FFF2-40B4-BE49-F238E27FC236}">
                  <a16:creationId xmlns:a16="http://schemas.microsoft.com/office/drawing/2014/main" id="{7499D1F6-6F64-E045-A629-F16A8AF17DEB}"/>
                </a:ext>
              </a:extLst>
            </p:cNvPr>
            <p:cNvCxnSpPr/>
            <p:nvPr/>
          </p:nvCxnSpPr>
          <p:spPr>
            <a:xfrm flipV="1">
              <a:off x="2114979" y="3256871"/>
              <a:ext cx="3407805" cy="10321"/>
            </a:xfrm>
            <a:prstGeom prst="line">
              <a:avLst/>
            </a:prstGeom>
            <a:ln w="28575">
              <a:solidFill>
                <a:srgbClr val="F18500"/>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F18500"/>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F18500"/>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64" name="Group 63">
            <a:extLst>
              <a:ext uri="{FF2B5EF4-FFF2-40B4-BE49-F238E27FC236}">
                <a16:creationId xmlns:a16="http://schemas.microsoft.com/office/drawing/2014/main" id="{D0557C50-0B31-9348-AF2A-301002B74889}"/>
              </a:ext>
            </a:extLst>
          </p:cNvPr>
          <p:cNvGrpSpPr/>
          <p:nvPr userDrawn="1"/>
        </p:nvGrpSpPr>
        <p:grpSpPr>
          <a:xfrm>
            <a:off x="4949634" y="2785639"/>
            <a:ext cx="2289366" cy="1349665"/>
            <a:chOff x="1985262" y="1786188"/>
            <a:chExt cx="3594613" cy="2579532"/>
          </a:xfrm>
        </p:grpSpPr>
        <p:sp>
          <p:nvSpPr>
            <p:cNvPr id="65" name="TextBox 64">
              <a:extLst>
                <a:ext uri="{FF2B5EF4-FFF2-40B4-BE49-F238E27FC236}">
                  <a16:creationId xmlns:a16="http://schemas.microsoft.com/office/drawing/2014/main" id="{B0759468-3783-DD45-AC2F-7E3842278B7D}"/>
                </a:ext>
              </a:extLst>
            </p:cNvPr>
            <p:cNvSpPr txBox="1"/>
            <p:nvPr/>
          </p:nvSpPr>
          <p:spPr>
            <a:xfrm>
              <a:off x="2401825" y="1786188"/>
              <a:ext cx="2677753" cy="1470585"/>
            </a:xfrm>
            <a:prstGeom prst="rect">
              <a:avLst/>
            </a:prstGeom>
            <a:noFill/>
          </p:spPr>
          <p:txBody>
            <a:bodyPr wrap="square" rtlCol="0">
              <a:spAutoFit/>
            </a:bodyPr>
            <a:lstStyle/>
            <a:p>
              <a:pPr algn="ctr"/>
              <a:r>
                <a:rPr lang="en-US" sz="4400" b="1">
                  <a:solidFill>
                    <a:srgbClr val="73B82B"/>
                  </a:solidFill>
                  <a:latin typeface="Arial" panose="020B0604020202020204" pitchFamily="34" charset="0"/>
                  <a:cs typeface="Arial" panose="020B0604020202020204" pitchFamily="34" charset="0"/>
                </a:rPr>
                <a:t>19%</a:t>
              </a:r>
            </a:p>
          </p:txBody>
        </p:sp>
        <p:cxnSp>
          <p:nvCxnSpPr>
            <p:cNvPr id="66" name="Straight Connector 65">
              <a:extLst>
                <a:ext uri="{FF2B5EF4-FFF2-40B4-BE49-F238E27FC236}">
                  <a16:creationId xmlns:a16="http://schemas.microsoft.com/office/drawing/2014/main" id="{7499D1F6-6F64-E045-A629-F16A8AF17DEB}"/>
                </a:ext>
              </a:extLst>
            </p:cNvPr>
            <p:cNvCxnSpPr/>
            <p:nvPr/>
          </p:nvCxnSpPr>
          <p:spPr>
            <a:xfrm flipV="1">
              <a:off x="2114979" y="3271937"/>
              <a:ext cx="3407805" cy="10321"/>
            </a:xfrm>
            <a:prstGeom prst="line">
              <a:avLst/>
            </a:prstGeom>
            <a:ln w="28575">
              <a:solidFill>
                <a:srgbClr val="73B82B"/>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73B82B"/>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73B82B"/>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sp>
        <p:nvSpPr>
          <p:cNvPr id="23" name="Content Placeholder 2"/>
          <p:cNvSpPr>
            <a:spLocks noGrp="1"/>
          </p:cNvSpPr>
          <p:nvPr>
            <p:ph sz="quarter" idx="10" hasCustomPrompt="1"/>
          </p:nvPr>
        </p:nvSpPr>
        <p:spPr>
          <a:xfrm>
            <a:off x="186596" y="211096"/>
            <a:ext cx="8672097" cy="1171575"/>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Tree>
    <p:extLst>
      <p:ext uri="{BB962C8B-B14F-4D97-AF65-F5344CB8AC3E}">
        <p14:creationId xmlns:p14="http://schemas.microsoft.com/office/powerpoint/2010/main" val="24768753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ontent slide 3">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4348A56A-D03E-7C4E-AE8E-F896E6A5A11B}"/>
              </a:ext>
            </a:extLst>
          </p:cNvPr>
          <p:cNvGraphicFramePr/>
          <p:nvPr userDrawn="1">
            <p:extLst>
              <p:ext uri="{D42A27DB-BD31-4B8C-83A1-F6EECF244321}">
                <p14:modId xmlns:p14="http://schemas.microsoft.com/office/powerpoint/2010/main" val="286463332"/>
              </p:ext>
            </p:extLst>
          </p:nvPr>
        </p:nvGraphicFramePr>
        <p:xfrm>
          <a:off x="2925649" y="1218723"/>
          <a:ext cx="4923808" cy="3149179"/>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5" name="Text Placeholder 2">
            <a:extLst>
              <a:ext uri="{FF2B5EF4-FFF2-40B4-BE49-F238E27FC236}">
                <a16:creationId xmlns:a16="http://schemas.microsoft.com/office/drawing/2014/main" id="{A91CD518-0B4F-4DDD-8245-74B5057E9664}"/>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5838018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Content slide 3">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ADE844C2-66A4-7347-BB76-EF1AA2EFEA89}"/>
              </a:ext>
            </a:extLst>
          </p:cNvPr>
          <p:cNvGraphicFramePr/>
          <p:nvPr userDrawn="1">
            <p:extLst>
              <p:ext uri="{D42A27DB-BD31-4B8C-83A1-F6EECF244321}">
                <p14:modId xmlns:p14="http://schemas.microsoft.com/office/powerpoint/2010/main" val="1544693725"/>
              </p:ext>
            </p:extLst>
          </p:nvPr>
        </p:nvGraphicFramePr>
        <p:xfrm>
          <a:off x="3380198" y="1259540"/>
          <a:ext cx="5003514" cy="3295755"/>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6" name="Text Placeholder 2">
            <a:extLst>
              <a:ext uri="{FF2B5EF4-FFF2-40B4-BE49-F238E27FC236}">
                <a16:creationId xmlns:a16="http://schemas.microsoft.com/office/drawing/2014/main" id="{796BE319-1C15-41CC-A596-E46D2BF7CC74}"/>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9708132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Content slide 3">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EF8E69A5-8A32-3B48-8662-8A79DC2E0921}"/>
              </a:ext>
            </a:extLst>
          </p:cNvPr>
          <p:cNvGraphicFramePr/>
          <p:nvPr userDrawn="1">
            <p:extLst>
              <p:ext uri="{D42A27DB-BD31-4B8C-83A1-F6EECF244321}">
                <p14:modId xmlns:p14="http://schemas.microsoft.com/office/powerpoint/2010/main" val="3268563056"/>
              </p:ext>
            </p:extLst>
          </p:nvPr>
        </p:nvGraphicFramePr>
        <p:xfrm>
          <a:off x="2586555" y="1209354"/>
          <a:ext cx="5804951" cy="3027488"/>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5" name="Text Placeholder 2">
            <a:extLst>
              <a:ext uri="{FF2B5EF4-FFF2-40B4-BE49-F238E27FC236}">
                <a16:creationId xmlns:a16="http://schemas.microsoft.com/office/drawing/2014/main" id="{020285F8-6946-46F6-9325-70AD32F1D6C8}"/>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148262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Content slide 3">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AFD6674-8208-4117-92B8-8BA50FAB180F}"/>
              </a:ext>
            </a:extLst>
          </p:cNvPr>
          <p:cNvGraphicFramePr>
            <a:graphicFrameLocks noGrp="1"/>
          </p:cNvGraphicFramePr>
          <p:nvPr userDrawn="1">
            <p:extLst>
              <p:ext uri="{D42A27DB-BD31-4B8C-83A1-F6EECF244321}">
                <p14:modId xmlns:p14="http://schemas.microsoft.com/office/powerpoint/2010/main" val="2266213361"/>
              </p:ext>
            </p:extLst>
          </p:nvPr>
        </p:nvGraphicFramePr>
        <p:xfrm>
          <a:off x="287338" y="1689652"/>
          <a:ext cx="7137192" cy="1106344"/>
        </p:xfrm>
        <a:graphic>
          <a:graphicData uri="http://schemas.openxmlformats.org/drawingml/2006/table">
            <a:tbl>
              <a:tblPr firstRow="1" bandRow="1">
                <a:tableStyleId>{5C22544A-7EE6-4342-B048-85BDC9FD1C3A}</a:tableStyleId>
              </a:tblPr>
              <a:tblGrid>
                <a:gridCol w="1189532">
                  <a:extLst>
                    <a:ext uri="{9D8B030D-6E8A-4147-A177-3AD203B41FA5}">
                      <a16:colId xmlns:a16="http://schemas.microsoft.com/office/drawing/2014/main" val="3822116847"/>
                    </a:ext>
                  </a:extLst>
                </a:gridCol>
                <a:gridCol w="1189532">
                  <a:extLst>
                    <a:ext uri="{9D8B030D-6E8A-4147-A177-3AD203B41FA5}">
                      <a16:colId xmlns:a16="http://schemas.microsoft.com/office/drawing/2014/main" val="1796008628"/>
                    </a:ext>
                  </a:extLst>
                </a:gridCol>
                <a:gridCol w="1189532">
                  <a:extLst>
                    <a:ext uri="{9D8B030D-6E8A-4147-A177-3AD203B41FA5}">
                      <a16:colId xmlns:a16="http://schemas.microsoft.com/office/drawing/2014/main" val="3879958063"/>
                    </a:ext>
                  </a:extLst>
                </a:gridCol>
                <a:gridCol w="1189532">
                  <a:extLst>
                    <a:ext uri="{9D8B030D-6E8A-4147-A177-3AD203B41FA5}">
                      <a16:colId xmlns:a16="http://schemas.microsoft.com/office/drawing/2014/main" val="3650332254"/>
                    </a:ext>
                  </a:extLst>
                </a:gridCol>
                <a:gridCol w="1189532">
                  <a:extLst>
                    <a:ext uri="{9D8B030D-6E8A-4147-A177-3AD203B41FA5}">
                      <a16:colId xmlns:a16="http://schemas.microsoft.com/office/drawing/2014/main" val="3035283889"/>
                    </a:ext>
                  </a:extLst>
                </a:gridCol>
                <a:gridCol w="1189532">
                  <a:extLst>
                    <a:ext uri="{9D8B030D-6E8A-4147-A177-3AD203B41FA5}">
                      <a16:colId xmlns:a16="http://schemas.microsoft.com/office/drawing/2014/main" val="2593290401"/>
                    </a:ext>
                  </a:extLst>
                </a:gridCol>
              </a:tblGrid>
              <a:tr h="276586">
                <a:tc>
                  <a:txBody>
                    <a:bodyPr/>
                    <a:lstStyle/>
                    <a:p>
                      <a:pPr algn="ctr"/>
                      <a:r>
                        <a:rPr lang="en-US" sz="800" b="0" i="0">
                          <a:latin typeface="+mj-lt"/>
                        </a:rPr>
                        <a:t>XXXXXXXXXXXXX</a:t>
                      </a: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a:t>
                      </a:r>
                      <a:endParaRPr lang="en-US" sz="800">
                        <a:latin typeface="+mj-lt"/>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extLst>
                  <a:ext uri="{0D108BD9-81ED-4DB2-BD59-A6C34878D82A}">
                    <a16:rowId xmlns:a16="http://schemas.microsoft.com/office/drawing/2014/main" val="1577180098"/>
                  </a:ext>
                </a:extLst>
              </a:tr>
              <a:tr h="276586">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988255196"/>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001B71"/>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3377887121"/>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001B71"/>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2157991891"/>
                  </a:ext>
                </a:extLst>
              </a:tr>
            </a:tbl>
          </a:graphicData>
        </a:graphic>
      </p:graphicFrame>
      <p:graphicFrame>
        <p:nvGraphicFramePr>
          <p:cNvPr id="6" name="Table 5">
            <a:extLst>
              <a:ext uri="{FF2B5EF4-FFF2-40B4-BE49-F238E27FC236}">
                <a16:creationId xmlns:a16="http://schemas.microsoft.com/office/drawing/2014/main" id="{485AC98B-3184-4158-8DB1-FD0896BAEA5C}"/>
              </a:ext>
            </a:extLst>
          </p:cNvPr>
          <p:cNvGraphicFramePr>
            <a:graphicFrameLocks noGrp="1"/>
          </p:cNvGraphicFramePr>
          <p:nvPr userDrawn="1">
            <p:extLst>
              <p:ext uri="{D42A27DB-BD31-4B8C-83A1-F6EECF244321}">
                <p14:modId xmlns:p14="http://schemas.microsoft.com/office/powerpoint/2010/main" val="2248348035"/>
              </p:ext>
            </p:extLst>
          </p:nvPr>
        </p:nvGraphicFramePr>
        <p:xfrm>
          <a:off x="287338" y="3153802"/>
          <a:ext cx="7137192" cy="1106344"/>
        </p:xfrm>
        <a:graphic>
          <a:graphicData uri="http://schemas.openxmlformats.org/drawingml/2006/table">
            <a:tbl>
              <a:tblPr firstRow="1" bandRow="1">
                <a:tableStyleId>{5C22544A-7EE6-4342-B048-85BDC9FD1C3A}</a:tableStyleId>
              </a:tblPr>
              <a:tblGrid>
                <a:gridCol w="1189532">
                  <a:extLst>
                    <a:ext uri="{9D8B030D-6E8A-4147-A177-3AD203B41FA5}">
                      <a16:colId xmlns:a16="http://schemas.microsoft.com/office/drawing/2014/main" val="3822116847"/>
                    </a:ext>
                  </a:extLst>
                </a:gridCol>
                <a:gridCol w="1189532">
                  <a:extLst>
                    <a:ext uri="{9D8B030D-6E8A-4147-A177-3AD203B41FA5}">
                      <a16:colId xmlns:a16="http://schemas.microsoft.com/office/drawing/2014/main" val="1796008628"/>
                    </a:ext>
                  </a:extLst>
                </a:gridCol>
                <a:gridCol w="1189532">
                  <a:extLst>
                    <a:ext uri="{9D8B030D-6E8A-4147-A177-3AD203B41FA5}">
                      <a16:colId xmlns:a16="http://schemas.microsoft.com/office/drawing/2014/main" val="3879958063"/>
                    </a:ext>
                  </a:extLst>
                </a:gridCol>
                <a:gridCol w="1189532">
                  <a:extLst>
                    <a:ext uri="{9D8B030D-6E8A-4147-A177-3AD203B41FA5}">
                      <a16:colId xmlns:a16="http://schemas.microsoft.com/office/drawing/2014/main" val="3650332254"/>
                    </a:ext>
                  </a:extLst>
                </a:gridCol>
                <a:gridCol w="1189532">
                  <a:extLst>
                    <a:ext uri="{9D8B030D-6E8A-4147-A177-3AD203B41FA5}">
                      <a16:colId xmlns:a16="http://schemas.microsoft.com/office/drawing/2014/main" val="3035283889"/>
                    </a:ext>
                  </a:extLst>
                </a:gridCol>
                <a:gridCol w="1189532">
                  <a:extLst>
                    <a:ext uri="{9D8B030D-6E8A-4147-A177-3AD203B41FA5}">
                      <a16:colId xmlns:a16="http://schemas.microsoft.com/office/drawing/2014/main" val="2593290401"/>
                    </a:ext>
                  </a:extLst>
                </a:gridCol>
              </a:tblGrid>
              <a:tr h="276586">
                <a:tc>
                  <a:txBody>
                    <a:bodyPr/>
                    <a:lstStyle/>
                    <a:p>
                      <a:pPr algn="ctr"/>
                      <a:r>
                        <a:rPr lang="en-US" sz="800" b="0" i="0">
                          <a:latin typeface="+mj-lt"/>
                        </a:rPr>
                        <a:t>XXXXXXXXXXXXX</a:t>
                      </a:r>
                    </a:p>
                  </a:txBody>
                  <a:tcPr marL="32707" marR="32707" marT="49061" marB="49061" anchor="ctr">
                    <a:lnL w="12700" cap="flat" cmpd="sng" algn="ctr">
                      <a:solidFill>
                        <a:srgbClr val="2DB8C5"/>
                      </a:solidFill>
                      <a:prstDash val="solid"/>
                      <a:round/>
                      <a:headEnd type="none" w="med" len="med"/>
                      <a:tailEnd type="none" w="med" len="med"/>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a:t>
                      </a:r>
                      <a:endParaRPr lang="en-US" sz="800">
                        <a:latin typeface="+mj-lt"/>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extLst>
                  <a:ext uri="{0D108BD9-81ED-4DB2-BD59-A6C34878D82A}">
                    <a16:rowId xmlns:a16="http://schemas.microsoft.com/office/drawing/2014/main" val="1577180098"/>
                  </a:ext>
                </a:extLst>
              </a:tr>
              <a:tr h="276586">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8255196"/>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887121"/>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7991891"/>
                  </a:ext>
                </a:extLst>
              </a:tr>
            </a:tbl>
          </a:graphicData>
        </a:graphic>
      </p:graphicFrame>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3ABA65EC-BE67-47F1-855B-E0BFD2EA8CE3}"/>
              </a:ext>
            </a:extLst>
          </p:cNvPr>
          <p:cNvSpPr>
            <a:spLocks noGrp="1"/>
          </p:cNvSpPr>
          <p:nvPr>
            <p:ph type="body" sz="quarter" idx="13" hasCustomPrompt="1"/>
          </p:nvPr>
        </p:nvSpPr>
        <p:spPr>
          <a:xfrm>
            <a:off x="186596" y="1311275"/>
            <a:ext cx="86720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p:txBody>
      </p:sp>
    </p:spTree>
    <p:extLst>
      <p:ext uri="{BB962C8B-B14F-4D97-AF65-F5344CB8AC3E}">
        <p14:creationId xmlns:p14="http://schemas.microsoft.com/office/powerpoint/2010/main" val="3833570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End slide_Logo">
    <p:bg>
      <p:bgPr>
        <a:solidFill>
          <a:srgbClr val="1C3D74"/>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F016AB-50EC-D145-8FEE-4F74E8E3B1D6}"/>
              </a:ext>
            </a:extLst>
          </p:cNvPr>
          <p:cNvPicPr>
            <a:picLocks noChangeAspect="1"/>
          </p:cNvPicPr>
          <p:nvPr userDrawn="1"/>
        </p:nvPicPr>
        <p:blipFill>
          <a:blip r:embed="rId2"/>
          <a:stretch>
            <a:fillRect/>
          </a:stretch>
        </p:blipFill>
        <p:spPr>
          <a:xfrm>
            <a:off x="2126986" y="3228967"/>
            <a:ext cx="4335556" cy="1158812"/>
          </a:xfrm>
          <a:prstGeom prst="rect">
            <a:avLst/>
          </a:prstGeom>
        </p:spPr>
      </p:pic>
      <p:sp>
        <p:nvSpPr>
          <p:cNvPr id="2" name="TextBox 1">
            <a:extLst>
              <a:ext uri="{FF2B5EF4-FFF2-40B4-BE49-F238E27FC236}">
                <a16:creationId xmlns:a16="http://schemas.microsoft.com/office/drawing/2014/main" id="{AF811C00-D549-464E-ADFA-3C1836754071}"/>
              </a:ext>
            </a:extLst>
          </p:cNvPr>
          <p:cNvSpPr txBox="1"/>
          <p:nvPr userDrawn="1"/>
        </p:nvSpPr>
        <p:spPr>
          <a:xfrm>
            <a:off x="3282511" y="1820461"/>
            <a:ext cx="2770419" cy="646331"/>
          </a:xfrm>
          <a:prstGeom prst="rect">
            <a:avLst/>
          </a:prstGeom>
          <a:noFill/>
        </p:spPr>
        <p:txBody>
          <a:bodyPr wrap="square" rtlCol="0">
            <a:spAutoFit/>
          </a:bodyPr>
          <a:lstStyle/>
          <a:p>
            <a:pPr algn="l"/>
            <a:r>
              <a:rPr lang="en-GB" sz="3600" b="1">
                <a:solidFill>
                  <a:schemeClr val="bg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2635927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End slide_Logo">
    <p:bg>
      <p:bgPr>
        <a:solidFill>
          <a:srgbClr val="1C3D74"/>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F016AB-50EC-D145-8FEE-4F74E8E3B1D6}"/>
              </a:ext>
            </a:extLst>
          </p:cNvPr>
          <p:cNvPicPr>
            <a:picLocks noChangeAspect="1"/>
          </p:cNvPicPr>
          <p:nvPr userDrawn="1"/>
        </p:nvPicPr>
        <p:blipFill>
          <a:blip r:embed="rId2"/>
          <a:stretch>
            <a:fillRect/>
          </a:stretch>
        </p:blipFill>
        <p:spPr>
          <a:xfrm>
            <a:off x="2126986" y="1954745"/>
            <a:ext cx="4335556" cy="1158812"/>
          </a:xfrm>
          <a:prstGeom prst="rect">
            <a:avLst/>
          </a:prstGeom>
        </p:spPr>
      </p:pic>
    </p:spTree>
    <p:extLst>
      <p:ext uri="{BB962C8B-B14F-4D97-AF65-F5344CB8AC3E}">
        <p14:creationId xmlns:p14="http://schemas.microsoft.com/office/powerpoint/2010/main" val="4293692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image" Target="../media/image2.jpeg"/><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F016AB-50EC-D145-8FEE-4F74E8E3B1D6}"/>
              </a:ext>
            </a:extLst>
          </p:cNvPr>
          <p:cNvPicPr>
            <a:picLocks noChangeAspect="1"/>
          </p:cNvPicPr>
          <p:nvPr userDrawn="1"/>
        </p:nvPicPr>
        <p:blipFill>
          <a:blip r:embed="rId9"/>
          <a:stretch>
            <a:fillRect/>
          </a:stretch>
        </p:blipFill>
        <p:spPr>
          <a:xfrm>
            <a:off x="298188" y="373575"/>
            <a:ext cx="2489200" cy="665316"/>
          </a:xfrm>
          <a:prstGeom prst="rect">
            <a:avLst/>
          </a:prstGeom>
        </p:spPr>
      </p:pic>
      <p:cxnSp>
        <p:nvCxnSpPr>
          <p:cNvPr id="4" name="Straight Connector 3">
            <a:extLst>
              <a:ext uri="{FF2B5EF4-FFF2-40B4-BE49-F238E27FC236}">
                <a16:creationId xmlns:a16="http://schemas.microsoft.com/office/drawing/2014/main" id="{CA670BE8-3C46-EF4F-BC90-6793A5222276}"/>
              </a:ext>
            </a:extLst>
          </p:cNvPr>
          <p:cNvCxnSpPr/>
          <p:nvPr userDrawn="1"/>
        </p:nvCxnSpPr>
        <p:spPr>
          <a:xfrm>
            <a:off x="298188" y="4830791"/>
            <a:ext cx="856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6779460"/>
      </p:ext>
    </p:extLst>
  </p:cSld>
  <p:clrMap bg1="lt1" tx1="dk1" bg2="lt2" tx2="dk2" accent1="accent1" accent2="accent2" accent3="accent3" accent4="accent4" accent5="accent5" accent6="accent6" hlink="hlink" folHlink="folHlink"/>
  <p:sldLayoutIdLst>
    <p:sldLayoutId id="2147483717" r:id="rId1"/>
    <p:sldLayoutId id="2147483750" r:id="rId2"/>
    <p:sldLayoutId id="2147483765" r:id="rId3"/>
    <p:sldLayoutId id="2147483766" r:id="rId4"/>
    <p:sldLayoutId id="2147483767" r:id="rId5"/>
    <p:sldLayoutId id="2147483768" r:id="rId6"/>
    <p:sldLayoutId id="2147483769" r:id="rId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158" userDrawn="1">
          <p15:clr>
            <a:srgbClr val="F26B43"/>
          </p15:clr>
        </p15:guide>
        <p15:guide id="3" pos="176" userDrawn="1">
          <p15:clr>
            <a:srgbClr val="F26B43"/>
          </p15:clr>
        </p15:guide>
        <p15:guide id="4" orient="horz" pos="2981" userDrawn="1">
          <p15:clr>
            <a:srgbClr val="F26B43"/>
          </p15:clr>
        </p15:guide>
        <p15:guide id="5" pos="5585" userDrawn="1">
          <p15:clr>
            <a:srgbClr val="F26B43"/>
          </p15:clr>
        </p15:guide>
        <p15:guide id="6" orient="horz" pos="1620" userDrawn="1">
          <p15:clr>
            <a:srgbClr val="F26B43"/>
          </p15:clr>
        </p15:guide>
        <p15:guide id="7" orient="horz" pos="554" userDrawn="1">
          <p15:clr>
            <a:srgbClr val="F26B43"/>
          </p15:clr>
        </p15:guide>
        <p15:guide id="8" orient="horz" pos="690" userDrawn="1">
          <p15:clr>
            <a:srgbClr val="F26B43"/>
          </p15:clr>
        </p15:guide>
        <p15:guide id="9" orient="horz" pos="826" userDrawn="1">
          <p15:clr>
            <a:srgbClr val="F26B43"/>
          </p15:clr>
        </p15:guide>
        <p15:guide id="10" pos="2812" userDrawn="1">
          <p15:clr>
            <a:srgbClr val="F26B43"/>
          </p15:clr>
        </p15:guide>
        <p15:guide id="11" pos="2948" userDrawn="1">
          <p15:clr>
            <a:srgbClr val="F26B43"/>
          </p15:clr>
        </p15:guide>
        <p15:guide id="12" pos="1474" userDrawn="1">
          <p15:clr>
            <a:srgbClr val="F26B43"/>
          </p15:clr>
        </p15:guide>
        <p15:guide id="13" pos="4263" userDrawn="1">
          <p15:clr>
            <a:srgbClr val="F26B43"/>
          </p15:clr>
        </p15:guide>
        <p15:guide id="14" orient="horz" pos="2822" userDrawn="1">
          <p15:clr>
            <a:srgbClr val="F26B43"/>
          </p15:clr>
        </p15:guide>
        <p15:guide id="15" orient="horz" pos="27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23B30F1-BEAB-1D48-98D9-E0838B9BE62A}"/>
              </a:ext>
            </a:extLst>
          </p:cNvPr>
          <p:cNvPicPr>
            <a:picLocks noChangeAspect="1"/>
          </p:cNvPicPr>
          <p:nvPr userDrawn="1"/>
        </p:nvPicPr>
        <p:blipFill rotWithShape="1">
          <a:blip r:embed="rId19"/>
          <a:srcRect t="86937"/>
          <a:stretch/>
        </p:blipFill>
        <p:spPr>
          <a:xfrm>
            <a:off x="0" y="4471626"/>
            <a:ext cx="9144000" cy="671874"/>
          </a:xfrm>
          <a:prstGeom prst="rect">
            <a:avLst/>
          </a:prstGeom>
        </p:spPr>
      </p:pic>
      <p:pic>
        <p:nvPicPr>
          <p:cNvPr id="10" name="Picture 9">
            <a:extLst>
              <a:ext uri="{FF2B5EF4-FFF2-40B4-BE49-F238E27FC236}">
                <a16:creationId xmlns:a16="http://schemas.microsoft.com/office/drawing/2014/main" id="{F674CA67-DD21-8043-AD24-58925882A109}"/>
              </a:ext>
            </a:extLst>
          </p:cNvPr>
          <p:cNvPicPr>
            <a:picLocks noChangeAspect="1"/>
          </p:cNvPicPr>
          <p:nvPr userDrawn="1"/>
        </p:nvPicPr>
        <p:blipFill>
          <a:blip r:embed="rId20">
            <a:alphaModFix/>
          </a:blip>
          <a:stretch>
            <a:fillRect/>
          </a:stretch>
        </p:blipFill>
        <p:spPr>
          <a:xfrm>
            <a:off x="298188" y="4539884"/>
            <a:ext cx="1760102" cy="470442"/>
          </a:xfrm>
          <a:prstGeom prst="rect">
            <a:avLst/>
          </a:prstGeom>
        </p:spPr>
      </p:pic>
      <p:sp>
        <p:nvSpPr>
          <p:cNvPr id="13" name="TextBox 12">
            <a:extLst>
              <a:ext uri="{FF2B5EF4-FFF2-40B4-BE49-F238E27FC236}">
                <a16:creationId xmlns:a16="http://schemas.microsoft.com/office/drawing/2014/main" id="{5EFACAD1-D0A6-9749-A5C6-07C38D8E6F7D}"/>
              </a:ext>
            </a:extLst>
          </p:cNvPr>
          <p:cNvSpPr txBox="1"/>
          <p:nvPr userDrawn="1"/>
        </p:nvSpPr>
        <p:spPr>
          <a:xfrm>
            <a:off x="7926850" y="4846638"/>
            <a:ext cx="939338" cy="138499"/>
          </a:xfrm>
          <a:prstGeom prst="rect">
            <a:avLst/>
          </a:prstGeom>
          <a:noFill/>
        </p:spPr>
        <p:txBody>
          <a:bodyPr wrap="square" lIns="0" tIns="0" rIns="0" bIns="0" rtlCol="0">
            <a:spAutoFit/>
          </a:bodyPr>
          <a:lstStyle/>
          <a:p>
            <a:pPr algn="r"/>
            <a:fld id="{A98891B2-5225-5C40-A770-7C3A43B5E5B1}" type="slidenum">
              <a:rPr lang="en-US" sz="900" b="0" i="0" smtClean="0">
                <a:solidFill>
                  <a:schemeClr val="bg1"/>
                </a:solidFill>
                <a:latin typeface="Arial" panose="020B0604020202020204" pitchFamily="34" charset="0"/>
                <a:cs typeface="Arial" panose="020B0604020202020204" pitchFamily="34" charset="0"/>
              </a:rPr>
              <a:pPr algn="r"/>
              <a:t>‹#›</a:t>
            </a:fld>
            <a:endParaRPr lang="en-US" sz="900" b="0"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695733"/>
      </p:ext>
    </p:extLst>
  </p:cSld>
  <p:clrMap bg1="lt1" tx1="dk1" bg2="lt2" tx2="dk2" accent1="accent1" accent2="accent2" accent3="accent3" accent4="accent4" accent5="accent5" accent6="accent6" hlink="hlink" folHlink="folHlink"/>
  <p:sldLayoutIdLst>
    <p:sldLayoutId id="2147483885"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 id="2147483883"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86">
          <p15:clr>
            <a:srgbClr val="F26B43"/>
          </p15:clr>
        </p15:guide>
        <p15:guide id="2" pos="18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3466171"/>
      </p:ext>
    </p:extLst>
  </p:cSld>
  <p:clrMap bg1="lt1" tx1="dk1" bg2="lt2" tx2="dk2" accent1="accent1" accent2="accent2" accent3="accent3" accent4="accent4" accent5="accent5" accent6="accent6" hlink="hlink" folHlink="folHlink"/>
  <p:sldLayoutIdLst>
    <p:sldLayoutId id="2147483844" r:id="rId1"/>
    <p:sldLayoutId id="214748388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customXml" Target="../ink/ink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10.png"/></Relationships>
</file>

<file path=ppt/slides/_rels/slide1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customXml" Target="../ink/ink8.xml"/><Relationship Id="rId18" Type="http://schemas.openxmlformats.org/officeDocument/2006/relationships/image" Target="../media/image22.png"/><Relationship Id="rId3" Type="http://schemas.openxmlformats.org/officeDocument/2006/relationships/customXml" Target="../ink/ink3.xml"/><Relationship Id="rId7" Type="http://schemas.openxmlformats.org/officeDocument/2006/relationships/customXml" Target="../ink/ink5.xml"/><Relationship Id="rId12" Type="http://schemas.openxmlformats.org/officeDocument/2006/relationships/image" Target="../media/image19.png"/><Relationship Id="rId17" Type="http://schemas.openxmlformats.org/officeDocument/2006/relationships/customXml" Target="../ink/ink10.xml"/><Relationship Id="rId2" Type="http://schemas.openxmlformats.org/officeDocument/2006/relationships/notesSlide" Target="../notesSlides/notesSlide15.xml"/><Relationship Id="rId16"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16.png"/><Relationship Id="rId11" Type="http://schemas.openxmlformats.org/officeDocument/2006/relationships/customXml" Target="../ink/ink7.xml"/><Relationship Id="rId5" Type="http://schemas.openxmlformats.org/officeDocument/2006/relationships/customXml" Target="../ink/ink4.xml"/><Relationship Id="rId15" Type="http://schemas.openxmlformats.org/officeDocument/2006/relationships/customXml" Target="../ink/ink9.xml"/><Relationship Id="rId10" Type="http://schemas.openxmlformats.org/officeDocument/2006/relationships/image" Target="../media/image18.png"/><Relationship Id="rId19" Type="http://schemas.openxmlformats.org/officeDocument/2006/relationships/image" Target="../media/image23.png"/><Relationship Id="rId4" Type="http://schemas.openxmlformats.org/officeDocument/2006/relationships/image" Target="../media/image15.png"/><Relationship Id="rId9" Type="http://schemas.openxmlformats.org/officeDocument/2006/relationships/customXml" Target="../ink/ink6.xml"/><Relationship Id="rId1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36.png"/><Relationship Id="rId4" Type="http://schemas.openxmlformats.org/officeDocument/2006/relationships/customXml" Target="../ink/ink11.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39.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customXml" Target="../ink/ink12.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48.png"/><Relationship Id="rId5" Type="http://schemas.openxmlformats.org/officeDocument/2006/relationships/customXml" Target="../ink/ink13.xml"/><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54.png"/><Relationship Id="rId4" Type="http://schemas.openxmlformats.org/officeDocument/2006/relationships/customXml" Target="../ink/ink14.xml"/></Relationships>
</file>

<file path=ppt/slides/_rels/slide27.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type="title" idx="4294967295"/>
          </p:nvPr>
        </p:nvSpPr>
        <p:spPr>
          <a:xfrm>
            <a:off x="943599" y="1751595"/>
            <a:ext cx="7870825" cy="11715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buNone/>
              <a:defRPr sz="4000" b="1">
                <a:solidFill>
                  <a:schemeClr val="bg1"/>
                </a:solidFill>
                <a:latin typeface="Arial" panose="020B0604020202020204" pitchFamily="34" charset="0"/>
                <a:cs typeface="Arial" panose="020B0604020202020204" pitchFamily="34" charset="0"/>
              </a:defRPr>
            </a:lvl1pPr>
          </a:lstStyle>
          <a:p>
            <a:pPr lvl="0">
              <a:spcBef>
                <a:spcPts val="750"/>
              </a:spcBef>
              <a:defRPr/>
            </a:pPr>
            <a:r>
              <a:rPr lang="en-US" dirty="0"/>
              <a:t>EMS702UP Statistical Thinking and Applied Machine Learning</a:t>
            </a:r>
            <a:br>
              <a:rPr lang="en-US" dirty="0"/>
            </a:br>
            <a:br>
              <a:rPr lang="en-US" dirty="0"/>
            </a:br>
            <a:endParaRPr kumimoji="0" lang="en-US" sz="4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7"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dirty="0"/>
              <a:t>W2.3 Sample Distributions and </a:t>
            </a:r>
            <a:r>
              <a:rPr lang="en-US"/>
              <a:t>Estimation Statistics</a:t>
            </a:r>
          </a:p>
          <a:p>
            <a:r>
              <a:rPr lang="en-US"/>
              <a:t>Jun </a:t>
            </a:r>
            <a:r>
              <a:rPr lang="en-US" dirty="0"/>
              <a:t>Chen</a:t>
            </a:r>
          </a:p>
        </p:txBody>
      </p:sp>
    </p:spTree>
    <p:extLst>
      <p:ext uri="{BB962C8B-B14F-4D97-AF65-F5344CB8AC3E}">
        <p14:creationId xmlns:p14="http://schemas.microsoft.com/office/powerpoint/2010/main" val="1863928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Sampling Distributions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2" name="TextBox 1">
            <a:extLst>
              <a:ext uri="{FF2B5EF4-FFF2-40B4-BE49-F238E27FC236}">
                <a16:creationId xmlns:a16="http://schemas.microsoft.com/office/drawing/2014/main" id="{E3557D00-50C6-7D21-B888-1027CE8D2317}"/>
              </a:ext>
            </a:extLst>
          </p:cNvPr>
          <p:cNvSpPr txBox="1"/>
          <p:nvPr/>
        </p:nvSpPr>
        <p:spPr>
          <a:xfrm>
            <a:off x="186595" y="1261621"/>
            <a:ext cx="8672097" cy="2226250"/>
          </a:xfrm>
          <a:prstGeom prst="rect">
            <a:avLst/>
          </a:prstGeom>
          <a:noFill/>
        </p:spPr>
        <p:txBody>
          <a:bodyPr wrap="square">
            <a:spAutoFit/>
          </a:bodyPr>
          <a:lstStyle/>
          <a:p>
            <a:pPr algn="just">
              <a:spcAft>
                <a:spcPts val="8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Considering samples from a </a:t>
            </a:r>
            <a:r>
              <a:rPr lang="en-GB" sz="1400" b="1" i="1" dirty="0">
                <a:effectLst/>
                <a:latin typeface="Calibri" panose="020F0502020204030204" pitchFamily="34" charset="0"/>
                <a:ea typeface="DengXian" panose="02010600030101010101" pitchFamily="2" charset="-122"/>
                <a:cs typeface="Times New Roman" panose="02020603050405020304" pitchFamily="18" charset="0"/>
              </a:rPr>
              <a:t>distribution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enables us to obtain information about a population where we cannot, for reasons of practicality, economy, or both, inspect the whole of the population. </a:t>
            </a:r>
          </a:p>
          <a:p>
            <a:pPr marL="285750" indent="-285750" algn="just">
              <a:spcAft>
                <a:spcPts val="800"/>
              </a:spcAft>
              <a:buFont typeface="Arial" panose="020B0604020202020204" pitchFamily="34" charset="0"/>
              <a:buChar char="•"/>
              <a:tabLst>
                <a:tab pos="3616325" algn="l"/>
              </a:tabLst>
            </a:pPr>
            <a:r>
              <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For example, it is impossible to check the complete output of some manufacturing processes. </a:t>
            </a:r>
          </a:p>
          <a:p>
            <a:pPr marL="285750" indent="-285750" algn="just">
              <a:spcAft>
                <a:spcPts val="800"/>
              </a:spcAft>
              <a:buFont typeface="Arial" panose="020B0604020202020204" pitchFamily="34" charset="0"/>
              <a:buChar char="•"/>
              <a:tabLst>
                <a:tab pos="3616325" algn="l"/>
              </a:tabLst>
            </a:pPr>
            <a:r>
              <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In addition, testing is sometimes destructive - one would not wish to destroy the whole production of a given component. </a:t>
            </a:r>
            <a:endParaRPr lang="en-GB" sz="1400" dirty="0">
              <a:solidFill>
                <a:srgbClr val="FF0000"/>
              </a:solidFill>
              <a:latin typeface="Calibri" panose="020F0502020204030204" pitchFamily="34" charset="0"/>
              <a:ea typeface="DengXian" panose="02010600030101010101" pitchFamily="2" charset="-122"/>
              <a:cs typeface="Times New Roman" panose="02020603050405020304" pitchFamily="18" charset="0"/>
            </a:endParaRPr>
          </a:p>
          <a:p>
            <a:pPr algn="just">
              <a:spcAft>
                <a:spcPts val="8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Hence we have to deal with samples taken from a population and estimate those population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parameters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that we need.</a:t>
            </a:r>
          </a:p>
          <a:p>
            <a:pPr algn="just">
              <a:spcAft>
                <a:spcPts val="8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45838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Sampling Distributions – The Law of Large Numbers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7F5E79CA-794F-21FD-DE81-263E49B8DF52}"/>
              </a:ext>
            </a:extLst>
          </p:cNvPr>
          <p:cNvSpPr txBox="1"/>
          <p:nvPr/>
        </p:nvSpPr>
        <p:spPr>
          <a:xfrm>
            <a:off x="285307" y="724796"/>
            <a:ext cx="8573386" cy="1261884"/>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We have an </a:t>
            </a:r>
            <a:r>
              <a:rPr lang="en-GB" sz="1400" b="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intuition</a:t>
            </a:r>
            <a:r>
              <a:rPr lang="en-GB" sz="1400" dirty="0">
                <a:effectLst/>
                <a:latin typeface="Calibri" panose="020F0502020204030204" pitchFamily="34" charset="0"/>
                <a:ea typeface="DengXian" panose="02010600030101010101" pitchFamily="2" charset="-122"/>
                <a:cs typeface="Calibri" panose="020F0502020204030204" pitchFamily="34" charset="0"/>
              </a:rPr>
              <a:t> that more observations are better. </a:t>
            </a: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This is the same intuition behind the idea that if we collect more data, our sample of data will be more representative of the problem domain (population).  </a:t>
            </a: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There is a theorem in statistics and probability that supports this intuition, which is called </a:t>
            </a:r>
            <a:r>
              <a:rPr lang="en-GB" sz="1400" b="1" dirty="0">
                <a:effectLst/>
                <a:latin typeface="Calibri" panose="020F0502020204030204" pitchFamily="34" charset="0"/>
                <a:ea typeface="DengXian" panose="02010600030101010101" pitchFamily="2" charset="-122"/>
                <a:cs typeface="Calibri" panose="020F0502020204030204" pitchFamily="34" charset="0"/>
              </a:rPr>
              <a:t>the law of large numbers</a:t>
            </a:r>
            <a:r>
              <a:rPr lang="en-GB" sz="1400" dirty="0">
                <a:effectLst/>
                <a:latin typeface="Calibri" panose="020F0502020204030204" pitchFamily="34" charset="0"/>
                <a:ea typeface="DengXian" panose="02010600030101010101" pitchFamily="2" charset="-122"/>
                <a:cs typeface="Calibri" panose="020F0502020204030204" pitchFamily="34" charset="0"/>
              </a:rPr>
              <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7" name="TextBox 6">
            <a:extLst>
              <a:ext uri="{FF2B5EF4-FFF2-40B4-BE49-F238E27FC236}">
                <a16:creationId xmlns:a16="http://schemas.microsoft.com/office/drawing/2014/main" id="{31759881-DC6F-D0C5-8E12-35930C70371B}"/>
              </a:ext>
            </a:extLst>
          </p:cNvPr>
          <p:cNvSpPr txBox="1"/>
          <p:nvPr/>
        </p:nvSpPr>
        <p:spPr>
          <a:xfrm>
            <a:off x="285307" y="2261678"/>
            <a:ext cx="8573386" cy="1477328"/>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The law of large numbers is a theorem from probability and statistics suggesting that the average result from repeating an experiment multiple times will better approximate the </a:t>
            </a:r>
            <a:r>
              <a:rPr lang="en-GB" sz="1400" b="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true</a:t>
            </a:r>
            <a:r>
              <a:rPr lang="en-GB" sz="1400" dirty="0">
                <a:effectLst/>
                <a:latin typeface="Calibri" panose="020F0502020204030204" pitchFamily="34" charset="0"/>
                <a:ea typeface="DengXian" panose="02010600030101010101" pitchFamily="2" charset="-122"/>
                <a:cs typeface="Calibri" panose="020F0502020204030204" pitchFamily="34" charset="0"/>
              </a:rPr>
              <a:t> or </a:t>
            </a:r>
            <a:r>
              <a:rPr lang="en-GB" sz="1400" b="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expected</a:t>
            </a:r>
            <a:r>
              <a:rPr lang="en-GB" sz="1400" dirty="0">
                <a:effectLst/>
                <a:latin typeface="Calibri" panose="020F0502020204030204" pitchFamily="34" charset="0"/>
                <a:ea typeface="DengXian" panose="02010600030101010101" pitchFamily="2" charset="-122"/>
                <a:cs typeface="Calibri" panose="020F0502020204030204" pitchFamily="34" charset="0"/>
              </a:rPr>
              <a:t> </a:t>
            </a:r>
            <a:r>
              <a:rPr lang="en-GB" sz="1400" b="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underlying</a:t>
            </a:r>
            <a:r>
              <a:rPr lang="en-GB" sz="1400" dirty="0">
                <a:effectLst/>
                <a:latin typeface="Calibri" panose="020F0502020204030204" pitchFamily="34" charset="0"/>
                <a:ea typeface="DengXian" panose="02010600030101010101" pitchFamily="2" charset="-122"/>
                <a:cs typeface="Calibri" panose="020F0502020204030204" pitchFamily="34" charset="0"/>
              </a:rPr>
              <a:t> result.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It is important to make sure the trial of the experiment is run in</a:t>
            </a:r>
            <a:r>
              <a:rPr lang="en-GB" sz="1400" dirty="0">
                <a:effectLst/>
                <a:latin typeface="Arial" panose="020B0604020202020204" pitchFamily="34" charset="0"/>
                <a:ea typeface="DengXian" panose="02010600030101010101" pitchFamily="2" charset="-122"/>
                <a:cs typeface="Times New Roman" panose="02020603050405020304" pitchFamily="18" charset="0"/>
              </a:rPr>
              <a:t> </a:t>
            </a:r>
            <a:r>
              <a:rPr lang="en-GB" sz="1400" dirty="0">
                <a:effectLst/>
                <a:latin typeface="Calibri" panose="020F0502020204030204" pitchFamily="34" charset="0"/>
                <a:ea typeface="DengXian" panose="02010600030101010101" pitchFamily="2" charset="-122"/>
                <a:cs typeface="Calibri" panose="020F0502020204030204" pitchFamily="34" charset="0"/>
              </a:rPr>
              <a:t>an </a:t>
            </a:r>
            <a:r>
              <a:rPr lang="en-GB" sz="1400" i="1" dirty="0">
                <a:effectLst/>
                <a:latin typeface="Calibri" panose="020F0502020204030204" pitchFamily="34" charset="0"/>
                <a:ea typeface="DengXian" panose="02010600030101010101" pitchFamily="2" charset="-122"/>
                <a:cs typeface="Calibri" panose="020F0502020204030204" pitchFamily="34" charset="0"/>
              </a:rPr>
              <a:t>identical</a:t>
            </a:r>
            <a:r>
              <a:rPr lang="en-GB" sz="1400" dirty="0">
                <a:effectLst/>
                <a:latin typeface="Calibri" panose="020F0502020204030204" pitchFamily="34" charset="0"/>
                <a:ea typeface="DengXian" panose="02010600030101010101" pitchFamily="2" charset="-122"/>
                <a:cs typeface="Calibri" panose="020F0502020204030204" pitchFamily="34" charset="0"/>
              </a:rPr>
              <a:t> manner and </a:t>
            </a:r>
            <a:r>
              <a:rPr lang="en-GB" sz="1400" i="1" dirty="0">
                <a:effectLst/>
                <a:latin typeface="Calibri" panose="020F0502020204030204" pitchFamily="34" charset="0"/>
                <a:ea typeface="DengXian" panose="02010600030101010101" pitchFamily="2" charset="-122"/>
                <a:cs typeface="Calibri" panose="020F0502020204030204" pitchFamily="34" charset="0"/>
              </a:rPr>
              <a:t>does</a:t>
            </a:r>
            <a:r>
              <a:rPr lang="en-GB" sz="1400" dirty="0">
                <a:effectLst/>
                <a:latin typeface="Calibri" panose="020F0502020204030204" pitchFamily="34" charset="0"/>
                <a:ea typeface="DengXian" panose="02010600030101010101" pitchFamily="2" charset="-122"/>
                <a:cs typeface="Calibri" panose="020F0502020204030204" pitchFamily="34" charset="0"/>
              </a:rPr>
              <a:t> </a:t>
            </a:r>
            <a:r>
              <a:rPr lang="en-GB" sz="1400" i="1" dirty="0">
                <a:effectLst/>
                <a:latin typeface="Calibri" panose="020F0502020204030204" pitchFamily="34" charset="0"/>
                <a:ea typeface="DengXian" panose="02010600030101010101" pitchFamily="2" charset="-122"/>
                <a:cs typeface="Calibri" panose="020F0502020204030204" pitchFamily="34" charset="0"/>
              </a:rPr>
              <a:t>not depend</a:t>
            </a:r>
            <a:r>
              <a:rPr lang="en-GB" sz="1400" dirty="0">
                <a:effectLst/>
                <a:latin typeface="Calibri" panose="020F0502020204030204" pitchFamily="34" charset="0"/>
                <a:ea typeface="DengXian" panose="02010600030101010101" pitchFamily="2" charset="-122"/>
                <a:cs typeface="Calibri" panose="020F0502020204030204" pitchFamily="34" charset="0"/>
              </a:rPr>
              <a:t> </a:t>
            </a:r>
            <a:r>
              <a:rPr lang="en-GB" sz="1400" i="1" dirty="0">
                <a:effectLst/>
                <a:latin typeface="Calibri" panose="020F0502020204030204" pitchFamily="34" charset="0"/>
                <a:ea typeface="DengXian" panose="02010600030101010101" pitchFamily="2" charset="-122"/>
                <a:cs typeface="Calibri" panose="020F0502020204030204" pitchFamily="34" charset="0"/>
              </a:rPr>
              <a:t>on</a:t>
            </a:r>
            <a:r>
              <a:rPr lang="en-GB" sz="1400" dirty="0">
                <a:effectLst/>
                <a:latin typeface="Calibri" panose="020F0502020204030204" pitchFamily="34" charset="0"/>
                <a:ea typeface="DengXian" panose="02010600030101010101" pitchFamily="2" charset="-122"/>
                <a:cs typeface="Calibri" panose="020F0502020204030204" pitchFamily="34" charset="0"/>
              </a:rPr>
              <a:t> the results of any other trial (i.e. </a:t>
            </a:r>
            <a:r>
              <a:rPr lang="en-GB" sz="1400" b="1" i="1" dirty="0" err="1">
                <a:effectLst/>
                <a:latin typeface="Calibri" panose="020F0502020204030204" pitchFamily="34" charset="0"/>
                <a:ea typeface="DengXian" panose="02010600030101010101" pitchFamily="2" charset="-122"/>
                <a:cs typeface="Calibri" panose="020F0502020204030204" pitchFamily="34" charset="0"/>
              </a:rPr>
              <a:t>iid</a:t>
            </a:r>
            <a:r>
              <a:rPr lang="en-GB" sz="1400" dirty="0">
                <a:effectLst/>
                <a:latin typeface="Calibri" panose="020F0502020204030204" pitchFamily="34" charset="0"/>
                <a:ea typeface="DengXian" panose="02010600030101010101" pitchFamily="2" charset="-122"/>
                <a:cs typeface="Calibri" panose="020F0502020204030204" pitchFamily="34" charset="0"/>
              </a:rPr>
              <a:t>).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This is to ensure that the samples are indeed drawn from the same underlying population distribution.</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9879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Sampling Distributions – The Law of Large Numbers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7F5E79CA-794F-21FD-DE81-263E49B8DF52}"/>
              </a:ext>
            </a:extLst>
          </p:cNvPr>
          <p:cNvSpPr txBox="1"/>
          <p:nvPr/>
        </p:nvSpPr>
        <p:spPr>
          <a:xfrm>
            <a:off x="285307" y="724796"/>
            <a:ext cx="8573386" cy="1631216"/>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rPr>
              <a:t>Using the terms from statistics: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rPr>
              <a:t>As the size of the sample increases, the </a:t>
            </a:r>
            <a:r>
              <a:rPr lang="en-GB" sz="1400" b="1" dirty="0">
                <a:effectLst/>
                <a:latin typeface="Calibri" panose="020F0502020204030204" pitchFamily="34" charset="0"/>
                <a:ea typeface="DengXian" panose="02010600030101010101" pitchFamily="2" charset="-122"/>
              </a:rPr>
              <a:t>mean</a:t>
            </a:r>
            <a:r>
              <a:rPr lang="en-GB" sz="1400" dirty="0">
                <a:effectLst/>
                <a:latin typeface="Calibri" panose="020F0502020204030204" pitchFamily="34" charset="0"/>
                <a:ea typeface="DengXian" panose="02010600030101010101" pitchFamily="2" charset="-122"/>
              </a:rPr>
              <a:t> value of the sample will better approximate the mean or expected value in the population.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As the sample size goes to infinity, the </a:t>
            </a:r>
            <a:r>
              <a:rPr lang="en-GB" sz="1400" b="1" i="1" dirty="0">
                <a:effectLst/>
                <a:latin typeface="Calibri" panose="020F0502020204030204" pitchFamily="34" charset="0"/>
                <a:ea typeface="DengXian" panose="02010600030101010101" pitchFamily="2" charset="-122"/>
                <a:cs typeface="Calibri" panose="020F0502020204030204" pitchFamily="34" charset="0"/>
              </a:rPr>
              <a:t>sample mean</a:t>
            </a:r>
            <a:r>
              <a:rPr lang="en-GB" sz="1400" b="1" dirty="0">
                <a:effectLst/>
                <a:latin typeface="Calibri" panose="020F0502020204030204" pitchFamily="34" charset="0"/>
                <a:ea typeface="DengXian" panose="02010600030101010101" pitchFamily="2" charset="-122"/>
                <a:cs typeface="Calibri" panose="020F0502020204030204" pitchFamily="34" charset="0"/>
              </a:rPr>
              <a:t> </a:t>
            </a:r>
            <a:r>
              <a:rPr lang="en-GB" sz="1400" dirty="0">
                <a:effectLst/>
                <a:latin typeface="Calibri" panose="020F0502020204030204" pitchFamily="34" charset="0"/>
                <a:ea typeface="DengXian" panose="02010600030101010101" pitchFamily="2" charset="-122"/>
                <a:cs typeface="Calibri" panose="020F0502020204030204" pitchFamily="34" charset="0"/>
              </a:rPr>
              <a:t>will converge to the </a:t>
            </a:r>
            <a:r>
              <a:rPr lang="en-GB" sz="1400" i="1" dirty="0">
                <a:effectLst/>
                <a:latin typeface="Calibri" panose="020F0502020204030204" pitchFamily="34" charset="0"/>
                <a:ea typeface="DengXian" panose="02010600030101010101" pitchFamily="2" charset="-122"/>
                <a:cs typeface="Calibri" panose="020F0502020204030204" pitchFamily="34" charset="0"/>
              </a:rPr>
              <a:t>population mean</a:t>
            </a:r>
            <a:r>
              <a:rPr lang="en-GB" sz="14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F5F088A-D2D6-CD41-A564-866D9EA08985}"/>
                  </a:ext>
                </a:extLst>
              </p:cNvPr>
              <p:cNvSpPr txBox="1"/>
              <p:nvPr/>
            </p:nvSpPr>
            <p:spPr>
              <a:xfrm>
                <a:off x="285307" y="2292889"/>
                <a:ext cx="8573386" cy="1477328"/>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The law of large numbers helps us understand why we cannot trust a single observation from an experiment in isolation.  </a:t>
                </a: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The law reminds us to </a:t>
                </a:r>
                <a:r>
                  <a:rPr lang="en-GB" sz="1400" b="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repeat</a:t>
                </a:r>
                <a:r>
                  <a:rPr lang="en-GB" sz="1400" dirty="0">
                    <a:effectLst/>
                    <a:latin typeface="Calibri" panose="020F0502020204030204" pitchFamily="34" charset="0"/>
                    <a:ea typeface="DengXian" panose="02010600030101010101" pitchFamily="2" charset="-122"/>
                    <a:cs typeface="Calibri" panose="020F0502020204030204" pitchFamily="34" charset="0"/>
                  </a:rPr>
                  <a:t> the experiment in order to develop a large and representative sample of observations before we start making inferences about what the result means. </a:t>
                </a: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It is why we must be sceptical of inferences from small sample sizes, called </a:t>
                </a:r>
                <a:r>
                  <a:rPr lang="en-GB" sz="1400" b="1" dirty="0">
                    <a:effectLst/>
                    <a:latin typeface="Calibri" panose="020F0502020204030204" pitchFamily="34" charset="0"/>
                    <a:ea typeface="DengXian" panose="02010600030101010101" pitchFamily="2" charset="-122"/>
                    <a:cs typeface="Calibri" panose="020F0502020204030204" pitchFamily="34" charset="0"/>
                  </a:rPr>
                  <a:t>small </a:t>
                </a:r>
                <a14:m>
                  <m:oMath xmlns:m="http://schemas.openxmlformats.org/officeDocument/2006/math">
                    <m:r>
                      <a:rPr lang="en-GB" sz="1400" b="1" i="1">
                        <a:effectLst/>
                        <a:latin typeface="Cambria Math" panose="02040503050406030204" pitchFamily="18" charset="0"/>
                        <a:ea typeface="DengXian" panose="02010600030101010101" pitchFamily="2" charset="-122"/>
                        <a:cs typeface="Calibri" panose="020F0502020204030204" pitchFamily="34" charset="0"/>
                      </a:rPr>
                      <m:t>𝒏</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7F5F088A-D2D6-CD41-A564-866D9EA08985}"/>
                  </a:ext>
                </a:extLst>
              </p:cNvPr>
              <p:cNvSpPr txBox="1">
                <a:spLocks noRot="1" noChangeAspect="1" noMove="1" noResize="1" noEditPoints="1" noAdjustHandles="1" noChangeArrowheads="1" noChangeShapeType="1" noTextEdit="1"/>
              </p:cNvSpPr>
              <p:nvPr/>
            </p:nvSpPr>
            <p:spPr>
              <a:xfrm>
                <a:off x="285307" y="2292889"/>
                <a:ext cx="8573386" cy="1477328"/>
              </a:xfrm>
              <a:prstGeom prst="rect">
                <a:avLst/>
              </a:prstGeom>
              <a:blipFill>
                <a:blip r:embed="rId3"/>
                <a:stretch>
                  <a:fillRect l="-213" t="-826" r="-213" b="-3719"/>
                </a:stretch>
              </a:blipFill>
            </p:spPr>
            <p:txBody>
              <a:bodyPr/>
              <a:lstStyle/>
              <a:p>
                <a:r>
                  <a:rPr lang="en-GB">
                    <a:noFill/>
                  </a:rPr>
                  <a:t> </a:t>
                </a:r>
              </a:p>
            </p:txBody>
          </p:sp>
        </mc:Fallback>
      </mc:AlternateContent>
    </p:spTree>
    <p:extLst>
      <p:ext uri="{BB962C8B-B14F-4D97-AF65-F5344CB8AC3E}">
        <p14:creationId xmlns:p14="http://schemas.microsoft.com/office/powerpoint/2010/main" val="2587368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Sampling Distributions – The Central Limit Theorem</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5" name="TextBox 4">
            <a:extLst>
              <a:ext uri="{FF2B5EF4-FFF2-40B4-BE49-F238E27FC236}">
                <a16:creationId xmlns:a16="http://schemas.microsoft.com/office/drawing/2014/main" id="{61722C0E-CE25-61E1-A19B-39E6B56C1550}"/>
              </a:ext>
            </a:extLst>
          </p:cNvPr>
          <p:cNvSpPr txBox="1"/>
          <p:nvPr/>
        </p:nvSpPr>
        <p:spPr>
          <a:xfrm>
            <a:off x="186596" y="775553"/>
            <a:ext cx="8672096" cy="307777"/>
          </a:xfrm>
          <a:prstGeom prst="rect">
            <a:avLst/>
          </a:prstGeom>
          <a:noFill/>
        </p:spPr>
        <p:txBody>
          <a:bodyPr wrap="square">
            <a:spAutoFit/>
          </a:bodyPr>
          <a:lstStyle/>
          <a:p>
            <a:r>
              <a:rPr lang="en-GB" sz="1400" dirty="0">
                <a:effectLst/>
                <a:latin typeface="Calibri" panose="020F0502020204030204" pitchFamily="34" charset="0"/>
                <a:ea typeface="DengXian" panose="02010600030101010101" pitchFamily="2" charset="-122"/>
              </a:rPr>
              <a:t>The </a:t>
            </a:r>
            <a:r>
              <a:rPr lang="en-GB" sz="1400" b="1" dirty="0">
                <a:effectLst/>
                <a:latin typeface="Calibri" panose="020F0502020204030204" pitchFamily="34" charset="0"/>
                <a:ea typeface="DengXian" panose="02010600030101010101" pitchFamily="2" charset="-122"/>
              </a:rPr>
              <a:t>Central Limit Theorem</a:t>
            </a:r>
            <a:r>
              <a:rPr lang="en-GB" sz="1400" dirty="0">
                <a:effectLst/>
                <a:latin typeface="Calibri" panose="020F0502020204030204" pitchFamily="34" charset="0"/>
                <a:ea typeface="DengXian" panose="02010600030101010101" pitchFamily="2" charset="-122"/>
              </a:rPr>
              <a:t>, or </a:t>
            </a:r>
            <a:r>
              <a:rPr lang="en-GB" sz="1400" b="1" i="1" dirty="0">
                <a:solidFill>
                  <a:srgbClr val="FF0000"/>
                </a:solidFill>
                <a:effectLst/>
                <a:latin typeface="Calibri" panose="020F0502020204030204" pitchFamily="34" charset="0"/>
                <a:ea typeface="DengXian" panose="02010600030101010101" pitchFamily="2" charset="-122"/>
              </a:rPr>
              <a:t>CLT</a:t>
            </a:r>
            <a:r>
              <a:rPr lang="en-GB" sz="1400" dirty="0">
                <a:effectLst/>
                <a:latin typeface="Calibri" panose="020F0502020204030204" pitchFamily="34" charset="0"/>
                <a:ea typeface="DengXian" panose="02010600030101010101" pitchFamily="2" charset="-122"/>
              </a:rPr>
              <a:t> for short, is an important finding and pillar in the fields of statistics and probability.</a:t>
            </a:r>
            <a:r>
              <a:rPr lang="en-GB" sz="1400" dirty="0">
                <a:effectLst/>
                <a:latin typeface="Arial" panose="020B0604020202020204" pitchFamily="34" charset="0"/>
                <a:ea typeface="DengXian" panose="02010600030101010101" pitchFamily="2" charset="-122"/>
              </a:rPr>
              <a:t> </a:t>
            </a:r>
            <a:endParaRPr lang="en-GB" sz="1400" dirty="0"/>
          </a:p>
        </p:txBody>
      </p:sp>
      <p:sp>
        <p:nvSpPr>
          <p:cNvPr id="8" name="TextBox 7">
            <a:extLst>
              <a:ext uri="{FF2B5EF4-FFF2-40B4-BE49-F238E27FC236}">
                <a16:creationId xmlns:a16="http://schemas.microsoft.com/office/drawing/2014/main" id="{53FD8543-A885-F5B7-4EAF-03716CBBC68E}"/>
              </a:ext>
            </a:extLst>
          </p:cNvPr>
          <p:cNvSpPr txBox="1"/>
          <p:nvPr/>
        </p:nvSpPr>
        <p:spPr>
          <a:xfrm>
            <a:off x="186596" y="1118741"/>
            <a:ext cx="8672096" cy="1107996"/>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rPr>
              <a:t>The theorem states that as the size of the sample increases, the distribution of the mean across </a:t>
            </a:r>
            <a:r>
              <a:rPr lang="en-GB" sz="1400" b="1" i="1" dirty="0">
                <a:solidFill>
                  <a:srgbClr val="FF0000"/>
                </a:solidFill>
                <a:effectLst/>
                <a:latin typeface="Calibri" panose="020F0502020204030204" pitchFamily="34" charset="0"/>
                <a:ea typeface="DengXian" panose="02010600030101010101" pitchFamily="2" charset="-122"/>
              </a:rPr>
              <a:t>multiple</a:t>
            </a:r>
            <a:r>
              <a:rPr lang="en-GB" sz="1400" dirty="0">
                <a:effectLst/>
                <a:latin typeface="Calibri" panose="020F0502020204030204" pitchFamily="34" charset="0"/>
                <a:ea typeface="DengXian" panose="02010600030101010101" pitchFamily="2" charset="-122"/>
              </a:rPr>
              <a:t> samples will approximate a Gaussian distribution.</a:t>
            </a:r>
            <a:r>
              <a:rPr lang="en-GB" sz="1400" dirty="0">
                <a:effectLst/>
                <a:latin typeface="Arial" panose="020B0604020202020204" pitchFamily="34" charset="0"/>
                <a:ea typeface="DengXian" panose="02010600030101010101" pitchFamily="2" charset="-122"/>
              </a:rPr>
              <a:t> </a:t>
            </a:r>
          </a:p>
          <a:p>
            <a:pPr marL="285750" indent="-285750">
              <a:spcBef>
                <a:spcPts val="600"/>
              </a:spcBef>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rPr>
              <a:t>The central limit theorem describes the </a:t>
            </a:r>
            <a:r>
              <a:rPr lang="en-GB" sz="1400" b="1" i="1" dirty="0">
                <a:solidFill>
                  <a:srgbClr val="FF0000"/>
                </a:solidFill>
                <a:effectLst/>
                <a:latin typeface="Calibri" panose="020F0502020204030204" pitchFamily="34" charset="0"/>
                <a:ea typeface="DengXian" panose="02010600030101010101" pitchFamily="2" charset="-122"/>
              </a:rPr>
              <a:t>shape</a:t>
            </a:r>
            <a:r>
              <a:rPr lang="en-GB" sz="1400" dirty="0">
                <a:effectLst/>
                <a:latin typeface="Calibri" panose="020F0502020204030204" pitchFamily="34" charset="0"/>
                <a:ea typeface="DengXian" panose="02010600030101010101" pitchFamily="2" charset="-122"/>
              </a:rPr>
              <a:t> or the distribution of sample means as a </a:t>
            </a:r>
            <a:r>
              <a:rPr lang="en-GB" sz="1400" b="1" dirty="0">
                <a:effectLst/>
                <a:latin typeface="Calibri" panose="020F0502020204030204" pitchFamily="34" charset="0"/>
                <a:ea typeface="DengXian" panose="02010600030101010101" pitchFamily="2" charset="-122"/>
              </a:rPr>
              <a:t>Gaussian</a:t>
            </a:r>
            <a:r>
              <a:rPr lang="en-GB" sz="1400" dirty="0">
                <a:effectLst/>
                <a:latin typeface="Calibri" panose="020F0502020204030204" pitchFamily="34" charset="0"/>
                <a:ea typeface="DengXian" panose="02010600030101010101" pitchFamily="2" charset="-122"/>
              </a:rPr>
              <a:t>, which is a distribution that statistics knows a lot about. </a:t>
            </a:r>
            <a:endParaRPr lang="en-GB" sz="1400" dirty="0"/>
          </a:p>
        </p:txBody>
      </p:sp>
      <p:sp>
        <p:nvSpPr>
          <p:cNvPr id="10" name="TextBox 9">
            <a:extLst>
              <a:ext uri="{FF2B5EF4-FFF2-40B4-BE49-F238E27FC236}">
                <a16:creationId xmlns:a16="http://schemas.microsoft.com/office/drawing/2014/main" id="{6D53D458-EC18-D0F2-0E87-FC31761643A5}"/>
              </a:ext>
            </a:extLst>
          </p:cNvPr>
          <p:cNvSpPr txBox="1"/>
          <p:nvPr/>
        </p:nvSpPr>
        <p:spPr>
          <a:xfrm>
            <a:off x="186595" y="2354721"/>
            <a:ext cx="8672095" cy="523220"/>
          </a:xfrm>
          <a:prstGeom prst="rect">
            <a:avLst/>
          </a:prstGeom>
          <a:noFill/>
        </p:spPr>
        <p:txBody>
          <a:bodyPr wrap="square">
            <a:spAutoFit/>
          </a:bodyPr>
          <a:lstStyle/>
          <a:p>
            <a:pPr>
              <a:spcBef>
                <a:spcPts val="600"/>
              </a:spcBef>
              <a:spcAft>
                <a:spcPts val="600"/>
              </a:spcAft>
            </a:pPr>
            <a:r>
              <a:rPr lang="en-GB" sz="1400" dirty="0">
                <a:effectLst/>
                <a:latin typeface="Calibri" panose="020F0502020204030204" pitchFamily="34" charset="0"/>
                <a:ea typeface="DengXian" panose="02010600030101010101" pitchFamily="2" charset="-122"/>
              </a:rPr>
              <a:t>If we calculate the mean of a sample, it will be an estimate of the mean of the population distribution.  But, like any estimate, it will be wrong and will contain some error</a:t>
            </a:r>
            <a:r>
              <a:rPr lang="en-GB" sz="1400" dirty="0">
                <a:latin typeface="Calibri" panose="020F0502020204030204" pitchFamily="34" charset="0"/>
                <a:ea typeface="DengXian" panose="02010600030101010101" pitchFamily="2" charset="-122"/>
              </a:rPr>
              <a:t> – it is a </a:t>
            </a:r>
            <a:r>
              <a:rPr lang="en-GB" sz="1400" b="1" dirty="0">
                <a:solidFill>
                  <a:srgbClr val="FF0000"/>
                </a:solidFill>
                <a:latin typeface="Calibri" panose="020F0502020204030204" pitchFamily="34" charset="0"/>
                <a:ea typeface="DengXian" panose="02010600030101010101" pitchFamily="2" charset="-122"/>
              </a:rPr>
              <a:t>random variable</a:t>
            </a:r>
            <a:r>
              <a:rPr lang="en-GB" sz="1400" dirty="0">
                <a:latin typeface="Calibri" panose="020F0502020204030204" pitchFamily="34" charset="0"/>
                <a:ea typeface="DengXian" panose="02010600030101010101" pitchFamily="2" charset="-122"/>
              </a:rPr>
              <a:t>! </a:t>
            </a:r>
            <a:endParaRPr lang="en-GB" sz="14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E191684-7844-96F7-77E7-9EC6C6C94E38}"/>
                  </a:ext>
                </a:extLst>
              </p:cNvPr>
              <p:cNvSpPr txBox="1"/>
              <p:nvPr/>
            </p:nvSpPr>
            <p:spPr>
              <a:xfrm>
                <a:off x="186594" y="3066048"/>
                <a:ext cx="8672095" cy="985398"/>
              </a:xfrm>
              <a:prstGeom prst="rect">
                <a:avLst/>
              </a:prstGeom>
              <a:noFill/>
            </p:spPr>
            <p:txBody>
              <a:bodyPr wrap="square">
                <a:spAutoFit/>
              </a:bodyPr>
              <a:lstStyle/>
              <a:p>
                <a:pPr algn="just">
                  <a:spcBef>
                    <a:spcPts val="600"/>
                  </a:spcBef>
                  <a:spcAft>
                    <a:spcPts val="600"/>
                  </a:spcAft>
                </a:pPr>
                <a:r>
                  <a:rPr lang="en-GB" sz="1400" dirty="0">
                    <a:effectLst/>
                    <a:latin typeface="Calibri" panose="020F0502020204030204" pitchFamily="34" charset="0"/>
                    <a:ea typeface="DengXian" panose="02010600030101010101" pitchFamily="2" charset="-122"/>
                  </a:rPr>
                  <a:t>If we draw multiple independent samples of size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𝑛</m:t>
                    </m:r>
                  </m:oMath>
                </a14:m>
                <a:r>
                  <a:rPr lang="en-GB" sz="1400" dirty="0">
                    <a:effectLst/>
                    <a:latin typeface="Calibri" panose="020F0502020204030204" pitchFamily="34" charset="0"/>
                    <a:ea typeface="DengXian" panose="02010600030101010101" pitchFamily="2" charset="-122"/>
                  </a:rPr>
                  <a:t>, where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𝑛</m:t>
                    </m:r>
                  </m:oMath>
                </a14:m>
                <a:r>
                  <a:rPr lang="en-GB" sz="1400" dirty="0">
                    <a:effectLst/>
                    <a:latin typeface="Calibri" panose="020F0502020204030204" pitchFamily="34" charset="0"/>
                    <a:ea typeface="DengXian" panose="02010600030101010101" pitchFamily="2" charset="-122"/>
                  </a:rPr>
                  <a:t> is </a:t>
                </a:r>
                <a:r>
                  <a:rPr lang="en-GB" sz="1400" b="1" i="1" dirty="0">
                    <a:solidFill>
                      <a:srgbClr val="FF0000"/>
                    </a:solidFill>
                    <a:effectLst/>
                    <a:latin typeface="Calibri" panose="020F0502020204030204" pitchFamily="34" charset="0"/>
                    <a:ea typeface="DengXian" panose="02010600030101010101" pitchFamily="2" charset="-122"/>
                  </a:rPr>
                  <a:t>large</a:t>
                </a:r>
                <a:r>
                  <a:rPr lang="en-GB" sz="1400" dirty="0">
                    <a:effectLst/>
                    <a:latin typeface="Calibri" panose="020F0502020204030204" pitchFamily="34" charset="0"/>
                    <a:ea typeface="DengXian" panose="02010600030101010101" pitchFamily="2" charset="-122"/>
                  </a:rPr>
                  <a:t> enough, and calculate their means </a:t>
                </a:r>
                <a14:m>
                  <m:oMath xmlns:m="http://schemas.openxmlformats.org/officeDocument/2006/math">
                    <m:acc>
                      <m:accPr>
                        <m:chr m:val="̅"/>
                        <m:ctrlPr>
                          <a:rPr lang="en-GB" sz="1400" i="1">
                            <a:effectLst/>
                            <a:latin typeface="Cambria Math" panose="02040503050406030204" pitchFamily="18" charset="0"/>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𝑋</m:t>
                        </m:r>
                      </m:e>
                    </m:acc>
                  </m:oMath>
                </a14:m>
                <a:r>
                  <a:rPr lang="en-GB" sz="1400" dirty="0">
                    <a:effectLst/>
                    <a:latin typeface="Calibri" panose="020F0502020204030204" pitchFamily="34" charset="0"/>
                    <a:ea typeface="DengXian" panose="02010600030101010101" pitchFamily="2" charset="-122"/>
                  </a:rPr>
                  <a:t>, the distribution of those means will form a Gaussian distribution</a:t>
                </a:r>
              </a:p>
              <a:p>
                <a:pPr algn="ctr">
                  <a:spcBef>
                    <a:spcPts val="600"/>
                  </a:spcBef>
                  <a:spcAft>
                    <a:spcPts val="600"/>
                  </a:spcAft>
                </a:pPr>
                <a:r>
                  <a:rPr lang="en-GB" sz="1400" dirty="0">
                    <a:effectLst/>
                    <a:latin typeface="Calibri" panose="020F0502020204030204" pitchFamily="34" charset="0"/>
                    <a:ea typeface="DengXian" panose="02010600030101010101" pitchFamily="2" charset="-122"/>
                  </a:rPr>
                  <a:t> </a:t>
                </a:r>
                <a14:m>
                  <m:oMath xmlns:m="http://schemas.openxmlformats.org/officeDocument/2006/math">
                    <m:acc>
                      <m:accPr>
                        <m:chr m:val="̅"/>
                        <m:ctrlPr>
                          <a:rPr lang="en-GB" sz="1400" i="1">
                            <a:effectLst/>
                            <a:latin typeface="Cambria Math" panose="02040503050406030204" pitchFamily="18" charset="0"/>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𝑋</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𝑁</m:t>
                    </m:r>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𝜇</m:t>
                    </m:r>
                    <m:r>
                      <a:rPr lang="en-GB" sz="1400" i="1">
                        <a:effectLst/>
                        <a:latin typeface="Cambria Math" panose="02040503050406030204" pitchFamily="18" charset="0"/>
                        <a:ea typeface="DengXian" panose="02010600030101010101" pitchFamily="2" charset="-122"/>
                        <a:cs typeface="Calibri" panose="020F0502020204030204" pitchFamily="34" charset="0"/>
                      </a:rPr>
                      <m:t>, </m:t>
                    </m:r>
                    <m:f>
                      <m:fPr>
                        <m:ctrlPr>
                          <a:rPr lang="en-GB" sz="1400" i="1">
                            <a:effectLst/>
                            <a:latin typeface="Cambria Math" panose="02040503050406030204" pitchFamily="18" charset="0"/>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𝜎</m:t>
                        </m:r>
                      </m:num>
                      <m:den>
                        <m:rad>
                          <m:radPr>
                            <m:degHide m:val="on"/>
                            <m:ctrlPr>
                              <a:rPr lang="en-GB" sz="1400" i="1">
                                <a:effectLst/>
                                <a:latin typeface="Cambria Math" panose="02040503050406030204" pitchFamily="18" charset="0"/>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r>
                      <a:rPr lang="en-GB" sz="1400" i="1">
                        <a:effectLst/>
                        <a:latin typeface="Cambria Math" panose="02040503050406030204" pitchFamily="18" charset="0"/>
                        <a:ea typeface="DengXian" panose="02010600030101010101" pitchFamily="2" charset="-122"/>
                        <a:cs typeface="Calibri" panose="020F0502020204030204" pitchFamily="34" charset="0"/>
                      </a:rPr>
                      <m:t>)</m:t>
                    </m:r>
                  </m:oMath>
                </a14:m>
                <a:r>
                  <a:rPr lang="en-GB" sz="1400" dirty="0">
                    <a:effectLst/>
                    <a:latin typeface="Calibri" panose="020F0502020204030204" pitchFamily="34" charset="0"/>
                    <a:ea typeface="DengXian" panose="02010600030101010101" pitchFamily="2" charset="-122"/>
                  </a:rPr>
                  <a:t> </a:t>
                </a:r>
                <a:endParaRPr lang="en-GB" sz="1400" dirty="0"/>
              </a:p>
            </p:txBody>
          </p:sp>
        </mc:Choice>
        <mc:Fallback xmlns="">
          <p:sp>
            <p:nvSpPr>
              <p:cNvPr id="12" name="TextBox 11">
                <a:extLst>
                  <a:ext uri="{FF2B5EF4-FFF2-40B4-BE49-F238E27FC236}">
                    <a16:creationId xmlns:a16="http://schemas.microsoft.com/office/drawing/2014/main" id="{6E191684-7844-96F7-77E7-9EC6C6C94E38}"/>
                  </a:ext>
                </a:extLst>
              </p:cNvPr>
              <p:cNvSpPr txBox="1">
                <a:spLocks noRot="1" noChangeAspect="1" noMove="1" noResize="1" noEditPoints="1" noAdjustHandles="1" noChangeArrowheads="1" noChangeShapeType="1" noTextEdit="1"/>
              </p:cNvSpPr>
              <p:nvPr/>
            </p:nvSpPr>
            <p:spPr>
              <a:xfrm>
                <a:off x="186594" y="3066048"/>
                <a:ext cx="8672095" cy="985398"/>
              </a:xfrm>
              <a:prstGeom prst="rect">
                <a:avLst/>
              </a:prstGeom>
              <a:blipFill>
                <a:blip r:embed="rId3"/>
                <a:stretch>
                  <a:fillRect l="-211" t="-617" r="-211"/>
                </a:stretch>
              </a:blipFill>
            </p:spPr>
            <p:txBody>
              <a:bodyPr/>
              <a:lstStyle/>
              <a:p>
                <a:r>
                  <a:rPr lang="en-GB">
                    <a:noFill/>
                  </a:rPr>
                  <a:t> </a:t>
                </a:r>
              </a:p>
            </p:txBody>
          </p:sp>
        </mc:Fallback>
      </mc:AlternateContent>
    </p:spTree>
    <p:extLst>
      <p:ext uri="{BB962C8B-B14F-4D97-AF65-F5344CB8AC3E}">
        <p14:creationId xmlns:p14="http://schemas.microsoft.com/office/powerpoint/2010/main" val="1847389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Sampling Distributions – The Central Limit Theorem</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E191684-7844-96F7-77E7-9EC6C6C94E38}"/>
                  </a:ext>
                </a:extLst>
              </p:cNvPr>
              <p:cNvSpPr txBox="1"/>
              <p:nvPr/>
            </p:nvSpPr>
            <p:spPr>
              <a:xfrm>
                <a:off x="186598" y="722898"/>
                <a:ext cx="8672095" cy="577017"/>
              </a:xfrm>
              <a:prstGeom prst="rect">
                <a:avLst/>
              </a:prstGeom>
              <a:noFill/>
            </p:spPr>
            <p:txBody>
              <a:bodyPr wrap="square">
                <a:spAutoFit/>
              </a:bodyPr>
              <a:lstStyle/>
              <a:p>
                <a:pPr algn="ctr">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GB" sz="1400" i="1">
                              <a:effectLst/>
                              <a:latin typeface="Cambria Math" panose="02040503050406030204" pitchFamily="18" charset="0"/>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𝑋</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𝑁</m:t>
                      </m:r>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𝜇</m:t>
                      </m:r>
                      <m:r>
                        <a:rPr lang="en-GB" sz="1400" i="1">
                          <a:effectLst/>
                          <a:latin typeface="Cambria Math" panose="02040503050406030204" pitchFamily="18" charset="0"/>
                          <a:ea typeface="DengXian" panose="02010600030101010101" pitchFamily="2" charset="-122"/>
                          <a:cs typeface="Calibri" panose="020F0502020204030204" pitchFamily="34" charset="0"/>
                        </a:rPr>
                        <m:t>, </m:t>
                      </m:r>
                      <m:f>
                        <m:fPr>
                          <m:ctrlPr>
                            <a:rPr lang="en-GB" sz="1400" i="1">
                              <a:effectLst/>
                              <a:latin typeface="Cambria Math" panose="02040503050406030204" pitchFamily="18" charset="0"/>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𝜎</m:t>
                          </m:r>
                        </m:num>
                        <m:den>
                          <m:rad>
                            <m:radPr>
                              <m:degHide m:val="on"/>
                              <m:ctrlPr>
                                <a:rPr lang="en-GB" sz="1400" i="1">
                                  <a:effectLst/>
                                  <a:latin typeface="Cambria Math" panose="02040503050406030204" pitchFamily="18" charset="0"/>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r>
                        <a:rPr lang="en-GB" sz="1400" i="1">
                          <a:effectLst/>
                          <a:latin typeface="Cambria Math" panose="02040503050406030204" pitchFamily="18" charset="0"/>
                          <a:ea typeface="DengXian" panose="02010600030101010101" pitchFamily="2" charset="-122"/>
                          <a:cs typeface="Calibri" panose="020F0502020204030204" pitchFamily="34" charset="0"/>
                        </a:rPr>
                        <m:t>)</m:t>
                      </m:r>
                    </m:oMath>
                  </m:oMathPara>
                </a14:m>
                <a:endParaRPr lang="en-GB" sz="1400" dirty="0"/>
              </a:p>
            </p:txBody>
          </p:sp>
        </mc:Choice>
        <mc:Fallback xmlns="">
          <p:sp>
            <p:nvSpPr>
              <p:cNvPr id="12" name="TextBox 11">
                <a:extLst>
                  <a:ext uri="{FF2B5EF4-FFF2-40B4-BE49-F238E27FC236}">
                    <a16:creationId xmlns:a16="http://schemas.microsoft.com/office/drawing/2014/main" id="{6E191684-7844-96F7-77E7-9EC6C6C94E38}"/>
                  </a:ext>
                </a:extLst>
              </p:cNvPr>
              <p:cNvSpPr txBox="1">
                <a:spLocks noRot="1" noChangeAspect="1" noMove="1" noResize="1" noEditPoints="1" noAdjustHandles="1" noChangeArrowheads="1" noChangeShapeType="1" noTextEdit="1"/>
              </p:cNvSpPr>
              <p:nvPr/>
            </p:nvSpPr>
            <p:spPr>
              <a:xfrm>
                <a:off x="186598" y="722898"/>
                <a:ext cx="8672095" cy="57701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A0E29D8-E733-6CE8-CE7A-6687742F9BFF}"/>
                  </a:ext>
                </a:extLst>
              </p:cNvPr>
              <p:cNvSpPr txBox="1"/>
              <p:nvPr/>
            </p:nvSpPr>
            <p:spPr>
              <a:xfrm>
                <a:off x="186596" y="1188555"/>
                <a:ext cx="8672094" cy="616066"/>
              </a:xfrm>
              <a:prstGeom prst="rect">
                <a:avLst/>
              </a:prstGeom>
              <a:noFill/>
            </p:spPr>
            <p:txBody>
              <a:bodyPr wrap="square">
                <a:spAutoFit/>
              </a:bodyPr>
              <a:lstStyle/>
              <a:p>
                <a:pPr algn="just">
                  <a:spcBef>
                    <a:spcPts val="600"/>
                  </a:spcBef>
                  <a:spcAft>
                    <a:spcPts val="600"/>
                  </a:spcAft>
                </a:pPr>
                <a:r>
                  <a:rPr lang="en-GB" sz="1400" dirty="0">
                    <a:effectLst/>
                    <a:latin typeface="Calibri" panose="020F0502020204030204" pitchFamily="34" charset="0"/>
                    <a:ea typeface="DengXian" panose="02010600030101010101" pitchFamily="2" charset="-122"/>
                  </a:rPr>
                  <a:t>As </a:t>
                </a:r>
                <a14:m>
                  <m:oMath xmlns:m="http://schemas.openxmlformats.org/officeDocument/2006/math">
                    <m:f>
                      <m:fPr>
                        <m:ctrlPr>
                          <a:rPr lang="en-GB" sz="1400" i="1">
                            <a:effectLst/>
                            <a:latin typeface="Cambria Math" panose="02040503050406030204" pitchFamily="18" charset="0"/>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𝜎</m:t>
                        </m:r>
                      </m:num>
                      <m:den>
                        <m:rad>
                          <m:radPr>
                            <m:degHide m:val="on"/>
                            <m:ctrlPr>
                              <a:rPr lang="en-GB" sz="1400" i="1">
                                <a:effectLst/>
                                <a:latin typeface="Cambria Math" panose="02040503050406030204" pitchFamily="18" charset="0"/>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oMath>
                </a14:m>
                <a:r>
                  <a:rPr lang="en-GB" sz="1400" dirty="0">
                    <a:effectLst/>
                    <a:latin typeface="Calibri" panose="020F0502020204030204" pitchFamily="34" charset="0"/>
                    <a:ea typeface="DengXian" panose="02010600030101010101" pitchFamily="2" charset="-122"/>
                  </a:rPr>
                  <a:t> indicates the </a:t>
                </a:r>
                <a:r>
                  <a:rPr lang="en-GB" sz="1400" b="1" dirty="0">
                    <a:solidFill>
                      <a:srgbClr val="FF0000"/>
                    </a:solidFill>
                    <a:effectLst/>
                    <a:latin typeface="Calibri" panose="020F0502020204030204" pitchFamily="34" charset="0"/>
                    <a:ea typeface="DengXian" panose="02010600030101010101" pitchFamily="2" charset="-122"/>
                  </a:rPr>
                  <a:t>uncertainty</a:t>
                </a:r>
                <a:r>
                  <a:rPr lang="en-GB" sz="1400" dirty="0">
                    <a:effectLst/>
                    <a:latin typeface="Calibri" panose="020F0502020204030204" pitchFamily="34" charset="0"/>
                    <a:ea typeface="DengXian" panose="02010600030101010101" pitchFamily="2" charset="-122"/>
                  </a:rPr>
                  <a:t> in the process of </a:t>
                </a:r>
                <a:r>
                  <a:rPr lang="en-GB" sz="1400" dirty="0">
                    <a:effectLst/>
                    <a:latin typeface="Calibri" panose="020F0502020204030204" pitchFamily="34" charset="0"/>
                    <a:ea typeface="DengXian" panose="02010600030101010101" pitchFamily="2" charset="-122"/>
                    <a:cs typeface="Times New Roman" panose="02020603050405020304" pitchFamily="18" charset="0"/>
                  </a:rPr>
                  <a:t>predicting the underlying population mean from the mean of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a sample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or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samples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it is often called 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standard error of the mean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and denoted as </a:t>
                </a:r>
                <a14:m>
                  <m:oMath xmlns:m="http://schemas.openxmlformats.org/officeDocument/2006/math">
                    <m:sSub>
                      <m:sSubPr>
                        <m:ctrlPr>
                          <a:rPr lang="en-GB" sz="1400" i="1">
                            <a:effectLst/>
                            <a:latin typeface="Cambria Math" panose="020405030504060302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400" dirty="0"/>
              </a:p>
            </p:txBody>
          </p:sp>
        </mc:Choice>
        <mc:Fallback xmlns="">
          <p:sp>
            <p:nvSpPr>
              <p:cNvPr id="3" name="TextBox 2">
                <a:extLst>
                  <a:ext uri="{FF2B5EF4-FFF2-40B4-BE49-F238E27FC236}">
                    <a16:creationId xmlns:a16="http://schemas.microsoft.com/office/drawing/2014/main" id="{CA0E29D8-E733-6CE8-CE7A-6687742F9BFF}"/>
                  </a:ext>
                </a:extLst>
              </p:cNvPr>
              <p:cNvSpPr txBox="1">
                <a:spLocks noRot="1" noChangeAspect="1" noMove="1" noResize="1" noEditPoints="1" noAdjustHandles="1" noChangeArrowheads="1" noChangeShapeType="1" noTextEdit="1"/>
              </p:cNvSpPr>
              <p:nvPr/>
            </p:nvSpPr>
            <p:spPr>
              <a:xfrm>
                <a:off x="186596" y="1188555"/>
                <a:ext cx="8672094" cy="616066"/>
              </a:xfrm>
              <a:prstGeom prst="rect">
                <a:avLst/>
              </a:prstGeom>
              <a:blipFill>
                <a:blip r:embed="rId4"/>
                <a:stretch>
                  <a:fillRect l="-211" r="-211" b="-9901"/>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14DD213B-45FE-CF27-777C-3D1389C1674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153047" y="1884836"/>
            <a:ext cx="2837906" cy="1373827"/>
          </a:xfrm>
          <a:prstGeom prst="rect">
            <a:avLst/>
          </a:prstGeom>
          <a:noFill/>
          <a:ln>
            <a:noFill/>
          </a:ln>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FF6DFF7-C4F7-FDED-D9D0-2C435103F16A}"/>
                  </a:ext>
                </a:extLst>
              </p:cNvPr>
              <p:cNvSpPr txBox="1"/>
              <p:nvPr/>
            </p:nvSpPr>
            <p:spPr>
              <a:xfrm>
                <a:off x="186596" y="3338878"/>
                <a:ext cx="8672094" cy="1107996"/>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It is important that each trial (event) that results in an observation be </a:t>
                </a:r>
                <a:r>
                  <a:rPr lang="en-GB" sz="1400" i="1" dirty="0" err="1">
                    <a:effectLst/>
                    <a:latin typeface="Calibri" panose="020F0502020204030204" pitchFamily="34" charset="0"/>
                    <a:ea typeface="DengXian" panose="02010600030101010101" pitchFamily="2" charset="-122"/>
                    <a:cs typeface="Calibri" panose="020F0502020204030204" pitchFamily="34" charset="0"/>
                  </a:rPr>
                  <a:t>iid</a:t>
                </a:r>
                <a:r>
                  <a:rPr lang="en-GB" sz="1400" dirty="0">
                    <a:effectLst/>
                    <a:latin typeface="Calibri" panose="020F0502020204030204" pitchFamily="34" charset="0"/>
                    <a:ea typeface="DengXian" panose="02010600030101010101" pitchFamily="2" charset="-122"/>
                    <a:cs typeface="Calibri" panose="020F0502020204030204" pitchFamily="34" charset="0"/>
                  </a:rPr>
                  <a:t>, which is to ensure that the sample is drawing from the same underlying population distribution.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The underlying population </a:t>
                </a:r>
                <a:r>
                  <a:rPr lang="en-GB" sz="1400" b="1" dirty="0">
                    <a:effectLst/>
                    <a:latin typeface="Calibri" panose="020F0502020204030204" pitchFamily="34" charset="0"/>
                    <a:ea typeface="DengXian" panose="02010600030101010101" pitchFamily="2" charset="-122"/>
                    <a:cs typeface="Calibri" panose="020F0502020204030204" pitchFamily="34" charset="0"/>
                  </a:rPr>
                  <a:t>need not be normal</a:t>
                </a:r>
                <a:r>
                  <a:rPr lang="en-GB" sz="1400" dirty="0">
                    <a:effectLst/>
                    <a:latin typeface="Calibri" panose="020F0502020204030204" pitchFamily="34" charset="0"/>
                    <a:ea typeface="DengXian" panose="02010600030101010101" pitchFamily="2" charset="-122"/>
                    <a:cs typeface="Calibri" panose="020F0502020204030204" pitchFamily="34" charset="0"/>
                  </a:rPr>
                  <a:t>. </a:t>
                </a:r>
                <a:r>
                  <a:rPr lang="en-GB" sz="1400" dirty="0">
                    <a:effectLst/>
                    <a:latin typeface="Calibri" panose="020F0502020204030204" pitchFamily="34" charset="0"/>
                    <a:ea typeface="DengXian" panose="02010600030101010101" pitchFamily="2" charset="-122"/>
                    <a:cs typeface="Times New Roman" panose="02020603050405020304" pitchFamily="18" charset="0"/>
                  </a:rPr>
                  <a:t>In the case where the underlying distribution is normal, even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𝑛</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small</a:t>
                </a:r>
                <a:r>
                  <a:rPr lang="en-GB" sz="1400" dirty="0">
                    <a:effectLst/>
                    <a:latin typeface="Calibri" panose="020F0502020204030204" pitchFamily="34" charset="0"/>
                    <a:ea typeface="DengXian" panose="02010600030101010101" pitchFamily="2" charset="-122"/>
                    <a:cs typeface="Times New Roman" panose="02020603050405020304" pitchFamily="18" charset="0"/>
                  </a:rPr>
                  <a:t>, the theorem still holds. </a:t>
                </a:r>
              </a:p>
            </p:txBody>
          </p:sp>
        </mc:Choice>
        <mc:Fallback xmlns="">
          <p:sp>
            <p:nvSpPr>
              <p:cNvPr id="9" name="TextBox 8">
                <a:extLst>
                  <a:ext uri="{FF2B5EF4-FFF2-40B4-BE49-F238E27FC236}">
                    <a16:creationId xmlns:a16="http://schemas.microsoft.com/office/drawing/2014/main" id="{6FF6DFF7-C4F7-FDED-D9D0-2C435103F16A}"/>
                  </a:ext>
                </a:extLst>
              </p:cNvPr>
              <p:cNvSpPr txBox="1">
                <a:spLocks noRot="1" noChangeAspect="1" noMove="1" noResize="1" noEditPoints="1" noAdjustHandles="1" noChangeArrowheads="1" noChangeShapeType="1" noTextEdit="1"/>
              </p:cNvSpPr>
              <p:nvPr/>
            </p:nvSpPr>
            <p:spPr>
              <a:xfrm>
                <a:off x="186596" y="3338878"/>
                <a:ext cx="8672094" cy="1107996"/>
              </a:xfrm>
              <a:prstGeom prst="rect">
                <a:avLst/>
              </a:prstGeom>
              <a:blipFill>
                <a:blip r:embed="rId6"/>
                <a:stretch>
                  <a:fillRect l="-141" t="-1105" r="-211" b="-4972"/>
                </a:stretch>
              </a:blipFill>
            </p:spPr>
            <p:txBody>
              <a:bodyPr/>
              <a:lstStyle/>
              <a:p>
                <a:r>
                  <a:rPr lang="en-GB">
                    <a:noFill/>
                  </a:rPr>
                  <a:t> </a:t>
                </a:r>
              </a:p>
            </p:txBody>
          </p:sp>
        </mc:Fallback>
      </mc:AlternateContent>
    </p:spTree>
    <p:extLst>
      <p:ext uri="{BB962C8B-B14F-4D97-AF65-F5344CB8AC3E}">
        <p14:creationId xmlns:p14="http://schemas.microsoft.com/office/powerpoint/2010/main" val="2014800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Sampling Distributions – The Central Limit Theorem</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D4BE45A-F022-DB5D-16F8-03200D37BD58}"/>
                  </a:ext>
                </a:extLst>
              </p:cNvPr>
              <p:cNvSpPr txBox="1"/>
              <p:nvPr/>
            </p:nvSpPr>
            <p:spPr>
              <a:xfrm>
                <a:off x="186596" y="664198"/>
                <a:ext cx="8672096" cy="1692771"/>
              </a:xfrm>
              <a:prstGeom prst="rect">
                <a:avLst/>
              </a:prstGeom>
              <a:noFill/>
            </p:spPr>
            <p:txBody>
              <a:bodyPr wrap="square">
                <a:spAutoFit/>
              </a:bodyPr>
              <a:lstStyle/>
              <a:p>
                <a:pPr algn="just">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Calibri" panose="020F0502020204030204" pitchFamily="34" charset="0"/>
                  </a:rPr>
                  <a:t>Example 1</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Two-centimetre number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10</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woodscrews are manufactured in their millions but packed in boxes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200</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to be sold to the public or trade. If the length of the screws is known to be normally distributed with a mean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2 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𝑐𝑚</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and variance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0.05 </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𝑐𝑚</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 find the mean and standard deviation of the sample mean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200</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boxed screws. What is the probability that the sample mean length of the screws in a box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200</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greater than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2.02 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𝑐𝑚</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a:t>
                </a:r>
                <a:r>
                  <a:rPr lang="en-GB" sz="1400" dirty="0">
                    <a:effectLst/>
                    <a:latin typeface="Calibri" panose="020F0502020204030204" pitchFamily="34" charset="0"/>
                    <a:ea typeface="DengXian" panose="02010600030101010101" pitchFamily="2" charset="-122"/>
                    <a:cs typeface="Calibri" panose="020F0502020204030204" pitchFamily="34" charset="0"/>
                  </a:rPr>
                  <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1D4BE45A-F022-DB5D-16F8-03200D37BD58}"/>
                  </a:ext>
                </a:extLst>
              </p:cNvPr>
              <p:cNvSpPr txBox="1">
                <a:spLocks noRot="1" noChangeAspect="1" noMove="1" noResize="1" noEditPoints="1" noAdjustHandles="1" noChangeArrowheads="1" noChangeShapeType="1" noTextEdit="1"/>
              </p:cNvSpPr>
              <p:nvPr/>
            </p:nvSpPr>
            <p:spPr>
              <a:xfrm>
                <a:off x="186596" y="664198"/>
                <a:ext cx="8672096" cy="1692771"/>
              </a:xfrm>
              <a:prstGeom prst="rect">
                <a:avLst/>
              </a:prstGeom>
              <a:blipFill>
                <a:blip r:embed="rId3"/>
                <a:stretch>
                  <a:fillRect l="-211" t="-719" r="-211" b="-2518"/>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2C2639D-71DB-3767-DEC8-B5A6FF9D9D57}"/>
                  </a:ext>
                </a:extLst>
              </p14:cNvPr>
              <p14:cNvContentPartPr/>
              <p14:nvPr/>
            </p14:nvContentPartPr>
            <p14:xfrm>
              <a:off x="1509120" y="1852560"/>
              <a:ext cx="6900120" cy="2276280"/>
            </p14:xfrm>
          </p:contentPart>
        </mc:Choice>
        <mc:Fallback>
          <p:pic>
            <p:nvPicPr>
              <p:cNvPr id="2" name="Ink 1">
                <a:extLst>
                  <a:ext uri="{FF2B5EF4-FFF2-40B4-BE49-F238E27FC236}">
                    <a16:creationId xmlns:a16="http://schemas.microsoft.com/office/drawing/2014/main" id="{B2C2639D-71DB-3767-DEC8-B5A6FF9D9D57}"/>
                  </a:ext>
                </a:extLst>
              </p:cNvPr>
              <p:cNvPicPr/>
              <p:nvPr/>
            </p:nvPicPr>
            <p:blipFill>
              <a:blip r:embed="rId5"/>
              <a:stretch>
                <a:fillRect/>
              </a:stretch>
            </p:blipFill>
            <p:spPr>
              <a:xfrm>
                <a:off x="1499760" y="1843200"/>
                <a:ext cx="6918840" cy="2295000"/>
              </a:xfrm>
              <a:prstGeom prst="rect">
                <a:avLst/>
              </a:prstGeom>
            </p:spPr>
          </p:pic>
        </mc:Fallback>
      </mc:AlternateContent>
    </p:spTree>
    <p:extLst>
      <p:ext uri="{BB962C8B-B14F-4D97-AF65-F5344CB8AC3E}">
        <p14:creationId xmlns:p14="http://schemas.microsoft.com/office/powerpoint/2010/main" val="967441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Sampling Distributions – Implications in Machine Learning</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C45E4874-789C-741F-71AA-99081F2ABF0B}"/>
              </a:ext>
            </a:extLst>
          </p:cNvPr>
          <p:cNvSpPr txBox="1"/>
          <p:nvPr/>
        </p:nvSpPr>
        <p:spPr>
          <a:xfrm>
            <a:off x="186595" y="637595"/>
            <a:ext cx="8140975" cy="325538"/>
          </a:xfrm>
          <a:prstGeom prst="rect">
            <a:avLst/>
          </a:prstGeom>
          <a:noFill/>
        </p:spPr>
        <p:txBody>
          <a:bodyPr wrap="square">
            <a:spAutoFit/>
          </a:bodyPr>
          <a:lstStyle/>
          <a:p>
            <a:pPr algn="just">
              <a:lnSpc>
                <a:spcPct val="115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Calibri" panose="020F0502020204030204" pitchFamily="34" charset="0"/>
              </a:rPr>
              <a:t>The law of large numbers </a:t>
            </a:r>
            <a:r>
              <a:rPr lang="en-GB" sz="1400" dirty="0">
                <a:effectLst/>
                <a:latin typeface="Calibri" panose="020F0502020204030204" pitchFamily="34" charset="0"/>
                <a:ea typeface="DengXian" panose="02010600030101010101" pitchFamily="2" charset="-122"/>
                <a:cs typeface="Calibri" panose="020F0502020204030204" pitchFamily="34" charset="0"/>
              </a:rPr>
              <a:t>has the following important implications in applied machine learning.</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7" name="TextBox 6">
            <a:extLst>
              <a:ext uri="{FF2B5EF4-FFF2-40B4-BE49-F238E27FC236}">
                <a16:creationId xmlns:a16="http://schemas.microsoft.com/office/drawing/2014/main" id="{9D87263E-7EA8-5D0B-6379-CEBA8974E89B}"/>
              </a:ext>
            </a:extLst>
          </p:cNvPr>
          <p:cNvSpPr txBox="1"/>
          <p:nvPr/>
        </p:nvSpPr>
        <p:spPr>
          <a:xfrm>
            <a:off x="186594" y="963133"/>
            <a:ext cx="8672097" cy="523220"/>
          </a:xfrm>
          <a:prstGeom prst="rect">
            <a:avLst/>
          </a:prstGeom>
          <a:noFill/>
        </p:spPr>
        <p:txBody>
          <a:bodyPr wrap="square">
            <a:spAutoFit/>
          </a:bodyPr>
          <a:lstStyle/>
          <a:p>
            <a:pPr marL="285750" lvl="0" indent="-285750" algn="just">
              <a:spcBef>
                <a:spcPts val="600"/>
              </a:spcBef>
              <a:spcAft>
                <a:spcPts val="600"/>
              </a:spcAft>
              <a:buFont typeface="Arial" panose="020B0604020202020204" pitchFamily="34" charset="0"/>
              <a:buChar char="•"/>
              <a:tabLst>
                <a:tab pos="3616325" algn="l"/>
              </a:tabLst>
            </a:pPr>
            <a:r>
              <a:rPr lang="en-GB" sz="1400" b="1" dirty="0">
                <a:effectLst/>
                <a:latin typeface="Calibri" panose="020F0502020204030204" pitchFamily="34" charset="0"/>
                <a:ea typeface="DengXian" panose="02010600030101010101" pitchFamily="2" charset="-122"/>
                <a:cs typeface="Calibri" panose="020F0502020204030204" pitchFamily="34" charset="0"/>
              </a:rPr>
              <a:t>Training data</a:t>
            </a:r>
            <a:r>
              <a:rPr lang="en-GB" sz="1400" dirty="0">
                <a:effectLst/>
                <a:latin typeface="Calibri" panose="020F0502020204030204" pitchFamily="34" charset="0"/>
                <a:ea typeface="DengXian" panose="02010600030101010101" pitchFamily="2" charset="-122"/>
                <a:cs typeface="Calibri" panose="020F0502020204030204" pitchFamily="34" charset="0"/>
              </a:rPr>
              <a:t> must be representative of the observations from the domain. This means that it must contain enough information to generalize to the true unknown and underlying distribution of the population.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9" name="TextBox 8">
            <a:extLst>
              <a:ext uri="{FF2B5EF4-FFF2-40B4-BE49-F238E27FC236}">
                <a16:creationId xmlns:a16="http://schemas.microsoft.com/office/drawing/2014/main" id="{32CED56A-16E0-52DC-5843-CBFD90AF3D80}"/>
              </a:ext>
            </a:extLst>
          </p:cNvPr>
          <p:cNvSpPr txBox="1"/>
          <p:nvPr/>
        </p:nvSpPr>
        <p:spPr>
          <a:xfrm>
            <a:off x="551088" y="1486353"/>
            <a:ext cx="8254093" cy="892552"/>
          </a:xfrm>
          <a:prstGeom prst="rect">
            <a:avLst/>
          </a:prstGeom>
          <a:noFill/>
        </p:spPr>
        <p:txBody>
          <a:bodyPr wrap="square">
            <a:spAutoFit/>
          </a:bodyPr>
          <a:lstStyle/>
          <a:p>
            <a:pPr algn="just">
              <a:spcBef>
                <a:spcPts val="600"/>
              </a:spcBef>
              <a:spcAft>
                <a:spcPts val="600"/>
              </a:spcAft>
            </a:pPr>
            <a:r>
              <a:rPr lang="en-GB" sz="1400" dirty="0">
                <a:solidFill>
                  <a:srgbClr val="FF0000"/>
                </a:solidFill>
                <a:effectLst/>
                <a:latin typeface="Calibri" panose="020F0502020204030204" pitchFamily="34" charset="0"/>
                <a:ea typeface="DengXian" panose="02010600030101010101" pitchFamily="2" charset="-122"/>
              </a:rPr>
              <a:t>Keep this in mind during data collection, data cleaning, and data preparation.</a:t>
            </a:r>
          </a:p>
          <a:p>
            <a:pPr algn="just">
              <a:spcBef>
                <a:spcPts val="600"/>
              </a:spcBef>
              <a:spcAft>
                <a:spcPts val="600"/>
              </a:spcAft>
            </a:pPr>
            <a:r>
              <a:rPr lang="en-GB" sz="1400" dirty="0">
                <a:solidFill>
                  <a:srgbClr val="FF0000"/>
                </a:solidFill>
                <a:latin typeface="Calibri" panose="020F0502020204030204" pitchFamily="34" charset="0"/>
                <a:ea typeface="DengXian" panose="02010600030101010101" pitchFamily="2" charset="-122"/>
              </a:rPr>
              <a:t>Y</a:t>
            </a:r>
            <a:r>
              <a:rPr lang="en-GB" sz="1400" dirty="0">
                <a:solidFill>
                  <a:srgbClr val="FF0000"/>
                </a:solidFill>
                <a:effectLst/>
                <a:latin typeface="Calibri" panose="020F0502020204030204" pitchFamily="34" charset="0"/>
                <a:ea typeface="DengXian" panose="02010600030101010101" pitchFamily="2" charset="-122"/>
              </a:rPr>
              <a:t>ou may choose to exclude sections of the underlying population by setting hard limits on observed values (e.g. for outliers) where you expect data to be too sparse to model effectively.</a:t>
            </a:r>
            <a:endParaRPr lang="en-GB" sz="1400" dirty="0">
              <a:solidFill>
                <a:srgbClr val="FF0000"/>
              </a:solidFill>
            </a:endParaRPr>
          </a:p>
        </p:txBody>
      </p:sp>
      <p:sp>
        <p:nvSpPr>
          <p:cNvPr id="11" name="TextBox 10">
            <a:extLst>
              <a:ext uri="{FF2B5EF4-FFF2-40B4-BE49-F238E27FC236}">
                <a16:creationId xmlns:a16="http://schemas.microsoft.com/office/drawing/2014/main" id="{659BC549-C8F0-D844-B686-280037A43008}"/>
              </a:ext>
            </a:extLst>
          </p:cNvPr>
          <p:cNvSpPr txBox="1"/>
          <p:nvPr/>
        </p:nvSpPr>
        <p:spPr>
          <a:xfrm>
            <a:off x="186594" y="2401383"/>
            <a:ext cx="6671406" cy="307777"/>
          </a:xfrm>
          <a:prstGeom prst="rect">
            <a:avLst/>
          </a:prstGeom>
          <a:noFill/>
        </p:spPr>
        <p:txBody>
          <a:bodyPr wrap="square">
            <a:spAutoFit/>
          </a:bodyPr>
          <a:lstStyle/>
          <a:p>
            <a:pPr marL="285750" lvl="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The above implication in training data applies to </a:t>
            </a:r>
            <a:r>
              <a:rPr lang="en-GB" sz="1400" b="1" dirty="0">
                <a:effectLst/>
                <a:latin typeface="Calibri" panose="020F0502020204030204" pitchFamily="34" charset="0"/>
                <a:ea typeface="DengXian" panose="02010600030101010101" pitchFamily="2" charset="-122"/>
                <a:cs typeface="Calibri" panose="020F0502020204030204" pitchFamily="34" charset="0"/>
              </a:rPr>
              <a:t>test data </a:t>
            </a:r>
            <a:r>
              <a:rPr lang="en-GB" sz="1400" dirty="0">
                <a:effectLst/>
                <a:latin typeface="Calibri" panose="020F0502020204030204" pitchFamily="34" charset="0"/>
                <a:ea typeface="DengXian" panose="02010600030101010101" pitchFamily="2" charset="-122"/>
                <a:cs typeface="Calibri" panose="020F0502020204030204" pitchFamily="34" charset="0"/>
              </a:rPr>
              <a:t>as well.</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3" name="TextBox 12">
            <a:extLst>
              <a:ext uri="{FF2B5EF4-FFF2-40B4-BE49-F238E27FC236}">
                <a16:creationId xmlns:a16="http://schemas.microsoft.com/office/drawing/2014/main" id="{5947D18C-DBCE-3CFC-9CC5-52CEA1ADF531}"/>
              </a:ext>
            </a:extLst>
          </p:cNvPr>
          <p:cNvSpPr txBox="1"/>
          <p:nvPr/>
        </p:nvSpPr>
        <p:spPr>
          <a:xfrm>
            <a:off x="186595" y="2796179"/>
            <a:ext cx="8618586" cy="1384995"/>
          </a:xfrm>
          <a:prstGeom prst="rect">
            <a:avLst/>
          </a:prstGeom>
          <a:noFill/>
        </p:spPr>
        <p:txBody>
          <a:bodyPr wrap="square">
            <a:spAutoFit/>
          </a:bodyPr>
          <a:lstStyle/>
          <a:p>
            <a:pPr marL="285750" indent="-285750" algn="jus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rPr>
              <a:t>The theorem highlights the need to develop a sample of </a:t>
            </a:r>
            <a:r>
              <a:rPr lang="en-GB" sz="1400" b="1" dirty="0">
                <a:effectLst/>
                <a:latin typeface="Calibri" panose="020F0502020204030204" pitchFamily="34" charset="0"/>
                <a:ea typeface="DengXian" panose="02010600030101010101" pitchFamily="2" charset="-122"/>
              </a:rPr>
              <a:t>multiple independent (or close to independent) evaluations</a:t>
            </a:r>
            <a:r>
              <a:rPr lang="en-GB" sz="1400" dirty="0">
                <a:effectLst/>
                <a:latin typeface="Calibri" panose="020F0502020204030204" pitchFamily="34" charset="0"/>
                <a:ea typeface="DengXian" panose="02010600030101010101" pitchFamily="2" charset="-122"/>
              </a:rPr>
              <a:t> of a given model such that the </a:t>
            </a:r>
            <a:r>
              <a:rPr lang="en-GB" sz="1400" b="1" dirty="0">
                <a:solidFill>
                  <a:srgbClr val="FF0000"/>
                </a:solidFill>
                <a:effectLst/>
                <a:latin typeface="Calibri" panose="020F0502020204030204" pitchFamily="34" charset="0"/>
                <a:ea typeface="DengXian" panose="02010600030101010101" pitchFamily="2" charset="-122"/>
              </a:rPr>
              <a:t>mean reported skill </a:t>
            </a:r>
            <a:r>
              <a:rPr lang="en-GB" sz="1400" dirty="0">
                <a:effectLst/>
                <a:latin typeface="Calibri" panose="020F0502020204030204" pitchFamily="34" charset="0"/>
                <a:ea typeface="DengXian" panose="02010600030101010101" pitchFamily="2" charset="-122"/>
              </a:rPr>
              <a:t>from the sample is an accurate enough estimate of the population mean. </a:t>
            </a:r>
          </a:p>
          <a:p>
            <a:pPr marL="285750" indent="-285750" algn="just">
              <a:buFont typeface="Arial" panose="020B0604020202020204" pitchFamily="34" charset="0"/>
              <a:buChar char="•"/>
            </a:pPr>
            <a:endParaRPr lang="en-GB" sz="1400" dirty="0">
              <a:effectLst/>
              <a:latin typeface="Calibri" panose="020F0502020204030204" pitchFamily="34" charset="0"/>
              <a:ea typeface="DengXian" panose="02010600030101010101" pitchFamily="2" charset="-122"/>
            </a:endParaRPr>
          </a:p>
          <a:p>
            <a:pPr marL="269875" algn="just"/>
            <a:r>
              <a:rPr lang="en-GB" sz="1400" dirty="0">
                <a:solidFill>
                  <a:srgbClr val="FF0000"/>
                </a:solidFill>
                <a:effectLst/>
                <a:latin typeface="Calibri" panose="020F0502020204030204" pitchFamily="34" charset="0"/>
                <a:ea typeface="DengXian" panose="02010600030101010101" pitchFamily="2" charset="-122"/>
              </a:rPr>
              <a:t>It provides a defence for not simply reporting or proceeding with a model based on </a:t>
            </a:r>
            <a:r>
              <a:rPr lang="en-GB" sz="1400" i="1" dirty="0">
                <a:solidFill>
                  <a:srgbClr val="FF0000"/>
                </a:solidFill>
                <a:effectLst/>
                <a:latin typeface="Calibri" panose="020F0502020204030204" pitchFamily="34" charset="0"/>
                <a:ea typeface="DengXian" panose="02010600030101010101" pitchFamily="2" charset="-122"/>
              </a:rPr>
              <a:t>a</a:t>
            </a:r>
            <a:r>
              <a:rPr lang="en-GB" sz="1400" dirty="0">
                <a:solidFill>
                  <a:srgbClr val="FF0000"/>
                </a:solidFill>
                <a:effectLst/>
                <a:latin typeface="Calibri" panose="020F0502020204030204" pitchFamily="34" charset="0"/>
                <a:ea typeface="DengXian" panose="02010600030101010101" pitchFamily="2" charset="-122"/>
              </a:rPr>
              <a:t> skill score from </a:t>
            </a:r>
            <a:r>
              <a:rPr lang="en-GB" sz="1400" i="1" dirty="0">
                <a:solidFill>
                  <a:srgbClr val="FF0000"/>
                </a:solidFill>
                <a:effectLst/>
                <a:latin typeface="Calibri" panose="020F0502020204030204" pitchFamily="34" charset="0"/>
                <a:ea typeface="DengXian" panose="02010600030101010101" pitchFamily="2" charset="-122"/>
              </a:rPr>
              <a:t>a</a:t>
            </a:r>
            <a:r>
              <a:rPr lang="en-GB" sz="1400" dirty="0">
                <a:solidFill>
                  <a:srgbClr val="FF0000"/>
                </a:solidFill>
                <a:effectLst/>
                <a:latin typeface="Calibri" panose="020F0502020204030204" pitchFamily="34" charset="0"/>
                <a:ea typeface="DengXian" panose="02010600030101010101" pitchFamily="2" charset="-122"/>
              </a:rPr>
              <a:t> single train/test evaluation.</a:t>
            </a:r>
            <a:endParaRPr lang="en-GB" sz="1400" dirty="0">
              <a:solidFill>
                <a:srgbClr val="FF0000"/>
              </a:solidFill>
            </a:endParaRPr>
          </a:p>
        </p:txBody>
      </p:sp>
    </p:spTree>
    <p:extLst>
      <p:ext uri="{BB962C8B-B14F-4D97-AF65-F5344CB8AC3E}">
        <p14:creationId xmlns:p14="http://schemas.microsoft.com/office/powerpoint/2010/main" val="2675636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Sampling Distributions – Implications in Machine Learning</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C45E4874-789C-741F-71AA-99081F2ABF0B}"/>
              </a:ext>
            </a:extLst>
          </p:cNvPr>
          <p:cNvSpPr txBox="1"/>
          <p:nvPr/>
        </p:nvSpPr>
        <p:spPr>
          <a:xfrm>
            <a:off x="186595" y="637595"/>
            <a:ext cx="8140975" cy="382092"/>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Calibri" panose="020F0502020204030204" pitchFamily="34" charset="0"/>
              </a:rPr>
              <a:t>The central limit theorem </a:t>
            </a:r>
            <a:r>
              <a:rPr lang="en-GB" sz="1400" dirty="0">
                <a:effectLst/>
                <a:latin typeface="Calibri" panose="020F0502020204030204" pitchFamily="34" charset="0"/>
                <a:ea typeface="DengXian" panose="02010600030101010101" pitchFamily="2" charset="-122"/>
                <a:cs typeface="Calibri" panose="020F0502020204030204" pitchFamily="34" charset="0"/>
              </a:rPr>
              <a:t>has the following important implications in applied machine learning.</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TextBox 3">
            <a:extLst>
              <a:ext uri="{FF2B5EF4-FFF2-40B4-BE49-F238E27FC236}">
                <a16:creationId xmlns:a16="http://schemas.microsoft.com/office/drawing/2014/main" id="{2829E0EE-3EBE-E527-EF3F-FD35ACFC1AF3}"/>
              </a:ext>
            </a:extLst>
          </p:cNvPr>
          <p:cNvSpPr txBox="1"/>
          <p:nvPr/>
        </p:nvSpPr>
        <p:spPr>
          <a:xfrm>
            <a:off x="186594" y="1066320"/>
            <a:ext cx="8672097" cy="738664"/>
          </a:xfrm>
          <a:prstGeom prst="rect">
            <a:avLst/>
          </a:prstGeom>
          <a:noFill/>
        </p:spPr>
        <p:txBody>
          <a:bodyPr wrap="square">
            <a:spAutoFit/>
          </a:bodyPr>
          <a:lstStyle/>
          <a:p>
            <a:pPr marL="285750" indent="-285750" algn="just">
              <a:buFont typeface="Arial" panose="020B0604020202020204" pitchFamily="34" charset="0"/>
              <a:buChar char="•"/>
            </a:pPr>
            <a:r>
              <a:rPr lang="en-GB" sz="1400" b="1" dirty="0">
                <a:effectLst/>
                <a:latin typeface="Calibri" panose="020F0502020204030204" pitchFamily="34" charset="0"/>
                <a:ea typeface="DengXian" panose="02010600030101010101" pitchFamily="2" charset="-122"/>
              </a:rPr>
              <a:t>Significance tests</a:t>
            </a:r>
            <a:r>
              <a:rPr lang="en-GB" sz="1400" dirty="0">
                <a:effectLst/>
                <a:latin typeface="Calibri" panose="020F0502020204030204" pitchFamily="34" charset="0"/>
                <a:ea typeface="DengXian" panose="02010600030101010101" pitchFamily="2" charset="-122"/>
              </a:rPr>
              <a:t> (see Parametric Hypothesis Test in </a:t>
            </a:r>
            <a:r>
              <a:rPr lang="en-GB" sz="1400" b="1" dirty="0">
                <a:effectLst/>
                <a:latin typeface="Calibri" panose="020F0502020204030204" pitchFamily="34" charset="0"/>
                <a:ea typeface="DengXian" panose="02010600030101010101" pitchFamily="2" charset="-122"/>
              </a:rPr>
              <a:t>Week</a:t>
            </a:r>
            <a:r>
              <a:rPr lang="en-GB" sz="1400" dirty="0">
                <a:effectLst/>
                <a:latin typeface="Calibri" panose="020F0502020204030204" pitchFamily="34" charset="0"/>
                <a:ea typeface="DengXian" panose="02010600030101010101" pitchFamily="2" charset="-122"/>
              </a:rPr>
              <a:t> 3.2) are tools based on the </a:t>
            </a:r>
            <a:r>
              <a:rPr lang="en-GB" sz="1400" b="1" dirty="0">
                <a:solidFill>
                  <a:srgbClr val="FF0000"/>
                </a:solidFill>
                <a:effectLst/>
                <a:latin typeface="Calibri" panose="020F0502020204030204" pitchFamily="34" charset="0"/>
                <a:ea typeface="DengXian" panose="02010600030101010101" pitchFamily="2" charset="-122"/>
              </a:rPr>
              <a:t>CLT</a:t>
            </a:r>
            <a:r>
              <a:rPr lang="en-GB" sz="1400" dirty="0">
                <a:effectLst/>
                <a:latin typeface="Calibri" panose="020F0502020204030204" pitchFamily="34" charset="0"/>
                <a:ea typeface="DengXian" panose="02010600030101010101" pitchFamily="2" charset="-122"/>
              </a:rPr>
              <a:t> that estimate the likelihood that the two samples of model skill scores were drawn from the same or a different unknown underlying distribution of model skill scores. </a:t>
            </a:r>
            <a:endParaRPr lang="en-GB" sz="1400" dirty="0"/>
          </a:p>
        </p:txBody>
      </p:sp>
      <p:sp>
        <p:nvSpPr>
          <p:cNvPr id="8" name="TextBox 7">
            <a:extLst>
              <a:ext uri="{FF2B5EF4-FFF2-40B4-BE49-F238E27FC236}">
                <a16:creationId xmlns:a16="http://schemas.microsoft.com/office/drawing/2014/main" id="{91153446-E84C-AB90-A689-BA749B8CD040}"/>
              </a:ext>
            </a:extLst>
          </p:cNvPr>
          <p:cNvSpPr txBox="1"/>
          <p:nvPr/>
        </p:nvSpPr>
        <p:spPr>
          <a:xfrm>
            <a:off x="469447" y="1804984"/>
            <a:ext cx="8389244" cy="738664"/>
          </a:xfrm>
          <a:prstGeom prst="rect">
            <a:avLst/>
          </a:prstGeom>
          <a:noFill/>
        </p:spPr>
        <p:txBody>
          <a:bodyPr wrap="square">
            <a:spAutoFit/>
          </a:bodyPr>
          <a:lstStyle/>
          <a:p>
            <a:pPr algn="just"/>
            <a:r>
              <a:rPr lang="en-GB" sz="1400" dirty="0">
                <a:solidFill>
                  <a:srgbClr val="FF0000"/>
                </a:solidFill>
                <a:effectLst/>
                <a:latin typeface="Calibri" panose="020F0502020204030204" pitchFamily="34" charset="0"/>
                <a:ea typeface="DengXian" panose="02010600030101010101" pitchFamily="2" charset="-122"/>
              </a:rPr>
              <a:t>If it looks like (implying that the </a:t>
            </a:r>
            <a:r>
              <a:rPr lang="en-GB" sz="1400" i="1" dirty="0">
                <a:solidFill>
                  <a:srgbClr val="FF0000"/>
                </a:solidFill>
                <a:effectLst/>
                <a:latin typeface="Calibri" panose="020F0502020204030204" pitchFamily="34" charset="0"/>
                <a:ea typeface="DengXian" panose="02010600030101010101" pitchFamily="2" charset="-122"/>
              </a:rPr>
              <a:t>shapes</a:t>
            </a:r>
            <a:r>
              <a:rPr lang="en-GB" sz="1400" dirty="0">
                <a:solidFill>
                  <a:srgbClr val="FF0000"/>
                </a:solidFill>
                <a:effectLst/>
                <a:latin typeface="Calibri" panose="020F0502020204030204" pitchFamily="34" charset="0"/>
                <a:ea typeface="DengXian" panose="02010600030101010101" pitchFamily="2" charset="-122"/>
              </a:rPr>
              <a:t> of the sample distributions need to be considered) the samples were drawn from the same population, then no difference between the models skill is assumed, and any actual differences are due to </a:t>
            </a:r>
            <a:r>
              <a:rPr lang="en-GB" sz="1400" b="1" dirty="0">
                <a:solidFill>
                  <a:srgbClr val="FF0000"/>
                </a:solidFill>
                <a:effectLst/>
                <a:latin typeface="Calibri" panose="020F0502020204030204" pitchFamily="34" charset="0"/>
                <a:ea typeface="DengXian" panose="02010600030101010101" pitchFamily="2" charset="-122"/>
              </a:rPr>
              <a:t>statistical noise</a:t>
            </a:r>
            <a:r>
              <a:rPr lang="en-GB" sz="1400" dirty="0">
                <a:solidFill>
                  <a:srgbClr val="FF0000"/>
                </a:solidFill>
                <a:effectLst/>
                <a:latin typeface="Calibri" panose="020F0502020204030204" pitchFamily="34" charset="0"/>
                <a:ea typeface="DengXian" panose="02010600030101010101" pitchFamily="2" charset="-122"/>
              </a:rPr>
              <a:t>.</a:t>
            </a:r>
            <a:endParaRPr lang="en-GB" sz="1400" dirty="0">
              <a:solidFill>
                <a:srgbClr val="FF0000"/>
              </a:solidFill>
            </a:endParaRPr>
          </a:p>
        </p:txBody>
      </p:sp>
      <p:sp>
        <p:nvSpPr>
          <p:cNvPr id="12" name="TextBox 11">
            <a:extLst>
              <a:ext uri="{FF2B5EF4-FFF2-40B4-BE49-F238E27FC236}">
                <a16:creationId xmlns:a16="http://schemas.microsoft.com/office/drawing/2014/main" id="{B357E8E6-B9DC-766F-F6BE-357678915917}"/>
              </a:ext>
            </a:extLst>
          </p:cNvPr>
          <p:cNvSpPr txBox="1"/>
          <p:nvPr/>
        </p:nvSpPr>
        <p:spPr>
          <a:xfrm>
            <a:off x="186594" y="2693538"/>
            <a:ext cx="8672096" cy="1538883"/>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rPr>
              <a:t>With the CLT, we can use knowledge of the Gaussian distribution to estimate the likelihood of the sample mean based on the sample size and calculate an </a:t>
            </a:r>
            <a:r>
              <a:rPr lang="en-GB" sz="1400" b="1" dirty="0">
                <a:effectLst/>
                <a:latin typeface="Calibri" panose="020F0502020204030204" pitchFamily="34" charset="0"/>
                <a:ea typeface="DengXian" panose="02010600030101010101" pitchFamily="2" charset="-122"/>
              </a:rPr>
              <a:t>interval of desired confidence</a:t>
            </a:r>
            <a:r>
              <a:rPr lang="en-GB" sz="1400" dirty="0">
                <a:effectLst/>
                <a:latin typeface="Calibri" panose="020F0502020204030204" pitchFamily="34" charset="0"/>
                <a:ea typeface="DengXian" panose="02010600030101010101" pitchFamily="2" charset="-122"/>
              </a:rPr>
              <a:t> (i.e. how skilful the model is expected to be in practice) around the skill of the model.</a:t>
            </a:r>
          </a:p>
          <a:p>
            <a:pPr marL="266700" algn="just">
              <a:spcBef>
                <a:spcPts val="600"/>
              </a:spcBef>
              <a:spcAft>
                <a:spcPts val="600"/>
              </a:spcAft>
            </a:pPr>
            <a:r>
              <a:rPr lang="en-GB" sz="1400" dirty="0">
                <a:solidFill>
                  <a:srgbClr val="FF0000"/>
                </a:solidFill>
                <a:effectLst/>
                <a:latin typeface="Calibri" panose="020F0502020204030204" pitchFamily="34" charset="0"/>
                <a:ea typeface="DengXian" panose="02010600030101010101" pitchFamily="2" charset="-122"/>
              </a:rPr>
              <a:t>We can develop multiple </a:t>
            </a:r>
            <a:r>
              <a:rPr lang="en-GB" sz="1400" b="1" dirty="0">
                <a:solidFill>
                  <a:srgbClr val="FF0000"/>
                </a:solidFill>
                <a:effectLst/>
                <a:latin typeface="Calibri" panose="020F0502020204030204" pitchFamily="34" charset="0"/>
                <a:ea typeface="DengXian" panose="02010600030101010101" pitchFamily="2" charset="-122"/>
              </a:rPr>
              <a:t>independent (or close to independent) evaluations</a:t>
            </a:r>
            <a:r>
              <a:rPr lang="en-GB" sz="1400" dirty="0">
                <a:solidFill>
                  <a:srgbClr val="FF0000"/>
                </a:solidFill>
                <a:effectLst/>
                <a:latin typeface="Calibri" panose="020F0502020204030204" pitchFamily="34" charset="0"/>
                <a:ea typeface="DengXian" panose="02010600030101010101" pitchFamily="2" charset="-122"/>
              </a:rPr>
              <a:t> of a model accuracy to result in a population of candidate skill estimates. The mean of these skill estimates will be an estimate (</a:t>
            </a:r>
            <a:r>
              <a:rPr lang="en-GB" sz="1400" b="1" dirty="0">
                <a:solidFill>
                  <a:srgbClr val="FF0000"/>
                </a:solidFill>
                <a:effectLst/>
                <a:latin typeface="Calibri" panose="020F0502020204030204" pitchFamily="34" charset="0"/>
                <a:ea typeface="DengXian" panose="02010600030101010101" pitchFamily="2" charset="-122"/>
              </a:rPr>
              <a:t>with error</a:t>
            </a:r>
            <a:r>
              <a:rPr lang="en-GB" sz="1400" dirty="0">
                <a:solidFill>
                  <a:srgbClr val="FF0000"/>
                </a:solidFill>
                <a:effectLst/>
                <a:latin typeface="Calibri" panose="020F0502020204030204" pitchFamily="34" charset="0"/>
                <a:ea typeface="DengXian" panose="02010600030101010101" pitchFamily="2" charset="-122"/>
              </a:rPr>
              <a:t>) of the true underlying estimate of the model skill on the problem. </a:t>
            </a:r>
            <a:endParaRPr lang="en-GB" sz="1400" dirty="0">
              <a:solidFill>
                <a:srgbClr val="FF0000"/>
              </a:solidFill>
            </a:endParaRPr>
          </a:p>
        </p:txBody>
      </p:sp>
    </p:spTree>
    <p:extLst>
      <p:ext uri="{BB962C8B-B14F-4D97-AF65-F5344CB8AC3E}">
        <p14:creationId xmlns:p14="http://schemas.microsoft.com/office/powerpoint/2010/main" val="2533040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Introduction to Estimation Statistics</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5" name="TextBox 4">
            <a:extLst>
              <a:ext uri="{FF2B5EF4-FFF2-40B4-BE49-F238E27FC236}">
                <a16:creationId xmlns:a16="http://schemas.microsoft.com/office/drawing/2014/main" id="{79EE1823-C811-C8AD-889C-72FBED8D976A}"/>
              </a:ext>
            </a:extLst>
          </p:cNvPr>
          <p:cNvSpPr txBox="1"/>
          <p:nvPr/>
        </p:nvSpPr>
        <p:spPr>
          <a:xfrm>
            <a:off x="186595" y="752601"/>
            <a:ext cx="8672097" cy="523220"/>
          </a:xfrm>
          <a:prstGeom prst="rect">
            <a:avLst/>
          </a:prstGeom>
          <a:noFill/>
        </p:spPr>
        <p:txBody>
          <a:bodyPr wrap="square">
            <a:spAutoFit/>
          </a:bodyPr>
          <a:lstStyle/>
          <a:p>
            <a:pPr algn="just"/>
            <a:r>
              <a:rPr lang="en-GB" sz="1400" b="1" dirty="0">
                <a:effectLst/>
                <a:latin typeface="Calibri" panose="020F0502020204030204" pitchFamily="34" charset="0"/>
                <a:ea typeface="DengXian" panose="02010600030101010101" pitchFamily="2" charset="-122"/>
              </a:rPr>
              <a:t>Estimation statistics </a:t>
            </a:r>
            <a:r>
              <a:rPr lang="en-GB" sz="1400" dirty="0">
                <a:effectLst/>
                <a:latin typeface="Calibri" panose="020F0502020204030204" pitchFamily="34" charset="0"/>
                <a:ea typeface="DengXian" panose="02010600030101010101" pitchFamily="2" charset="-122"/>
              </a:rPr>
              <a:t>are a group of methods to quantify the magnitude of effects and the amount of uncertainty for estimated values. </a:t>
            </a:r>
            <a:endParaRPr lang="en-GB" sz="1400" dirty="0"/>
          </a:p>
        </p:txBody>
      </p:sp>
      <p:sp>
        <p:nvSpPr>
          <p:cNvPr id="9" name="TextBox 8">
            <a:extLst>
              <a:ext uri="{FF2B5EF4-FFF2-40B4-BE49-F238E27FC236}">
                <a16:creationId xmlns:a16="http://schemas.microsoft.com/office/drawing/2014/main" id="{D33F54BD-640E-99C0-6780-16C73BA39417}"/>
              </a:ext>
            </a:extLst>
          </p:cNvPr>
          <p:cNvSpPr txBox="1"/>
          <p:nvPr/>
        </p:nvSpPr>
        <p:spPr>
          <a:xfrm>
            <a:off x="186594" y="1522852"/>
            <a:ext cx="8672097" cy="892552"/>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GB" sz="1400" b="1" dirty="0">
                <a:latin typeface="Calibri" panose="020F0502020204030204" pitchFamily="34" charset="0"/>
                <a:ea typeface="DengXian" panose="02010600030101010101" pitchFamily="2" charset="-122"/>
              </a:rPr>
              <a:t>S</a:t>
            </a:r>
            <a:r>
              <a:rPr lang="en-GB" sz="1400" b="1" dirty="0">
                <a:effectLst/>
                <a:latin typeface="Calibri" panose="020F0502020204030204" pitchFamily="34" charset="0"/>
                <a:ea typeface="DengXian" panose="02010600030101010101" pitchFamily="2" charset="-122"/>
              </a:rPr>
              <a:t>tatistical hypothesis tests </a:t>
            </a:r>
            <a:r>
              <a:rPr lang="en-GB" sz="1400" dirty="0">
                <a:effectLst/>
                <a:latin typeface="Calibri" panose="020F0502020204030204" pitchFamily="34" charset="0"/>
                <a:ea typeface="DengXian" panose="02010600030101010101" pitchFamily="2" charset="-122"/>
              </a:rPr>
              <a:t>talk about whether the samples come from the same distribution or not.</a:t>
            </a:r>
          </a:p>
          <a:p>
            <a:pPr marL="285750" indent="-285750" algn="just">
              <a:spcBef>
                <a:spcPts val="600"/>
              </a:spcBef>
              <a:spcAft>
                <a:spcPts val="600"/>
              </a:spcAft>
              <a:buFont typeface="Arial" panose="020B0604020202020204" pitchFamily="34" charset="0"/>
              <a:buChar char="•"/>
            </a:pPr>
            <a:r>
              <a:rPr lang="en-GB" sz="1400" b="1" dirty="0">
                <a:latin typeface="Calibri" panose="020F0502020204030204" pitchFamily="34" charset="0"/>
                <a:ea typeface="DengXian" panose="02010600030101010101" pitchFamily="2" charset="-122"/>
              </a:rPr>
              <a:t>E</a:t>
            </a:r>
            <a:r>
              <a:rPr lang="en-GB" sz="1400" b="1" dirty="0">
                <a:effectLst/>
                <a:latin typeface="Calibri" panose="020F0502020204030204" pitchFamily="34" charset="0"/>
                <a:ea typeface="DengXian" panose="02010600030101010101" pitchFamily="2" charset="-122"/>
              </a:rPr>
              <a:t>stimation statistics </a:t>
            </a:r>
            <a:r>
              <a:rPr lang="en-GB" sz="1400" dirty="0">
                <a:effectLst/>
                <a:latin typeface="Calibri" panose="020F0502020204030204" pitchFamily="34" charset="0"/>
                <a:ea typeface="DengXian" panose="02010600030101010101" pitchFamily="2" charset="-122"/>
              </a:rPr>
              <a:t>describe the size and confidence of the difference. This allows us to comment on how different one method is from another. </a:t>
            </a:r>
          </a:p>
        </p:txBody>
      </p:sp>
      <p:sp>
        <p:nvSpPr>
          <p:cNvPr id="11" name="TextBox 10">
            <a:extLst>
              <a:ext uri="{FF2B5EF4-FFF2-40B4-BE49-F238E27FC236}">
                <a16:creationId xmlns:a16="http://schemas.microsoft.com/office/drawing/2014/main" id="{8757378E-3B3D-D41F-598B-A5A2534B7BEC}"/>
              </a:ext>
            </a:extLst>
          </p:cNvPr>
          <p:cNvSpPr txBox="1"/>
          <p:nvPr/>
        </p:nvSpPr>
        <p:spPr>
          <a:xfrm>
            <a:off x="1730758" y="2946286"/>
            <a:ext cx="5583767" cy="523220"/>
          </a:xfrm>
          <a:prstGeom prst="rect">
            <a:avLst/>
          </a:prstGeom>
          <a:noFill/>
        </p:spPr>
        <p:txBody>
          <a:bodyPr wrap="square">
            <a:spAutoFit/>
          </a:bodyPr>
          <a:lstStyle/>
          <a:p>
            <a:pPr algn="ctr">
              <a:spcBef>
                <a:spcPts val="600"/>
              </a:spcBef>
              <a:spcAft>
                <a:spcPts val="600"/>
              </a:spcAft>
            </a:pPr>
            <a:r>
              <a:rPr lang="en-GB" sz="1400" dirty="0">
                <a:effectLst/>
                <a:latin typeface="Calibri" panose="020F0502020204030204" pitchFamily="34" charset="0"/>
                <a:ea typeface="DengXian" panose="02010600030101010101" pitchFamily="2" charset="-122"/>
              </a:rPr>
              <a:t>Among many estimation statistics, we will focus on two basic methods: </a:t>
            </a:r>
            <a:r>
              <a:rPr lang="en-GB" sz="1400" b="1" dirty="0">
                <a:solidFill>
                  <a:srgbClr val="FF0000"/>
                </a:solidFill>
                <a:effectLst/>
                <a:latin typeface="Calibri" panose="020F0502020204030204" pitchFamily="34" charset="0"/>
                <a:ea typeface="DengXian" panose="02010600030101010101" pitchFamily="2" charset="-122"/>
              </a:rPr>
              <a:t>point estimation</a:t>
            </a:r>
            <a:r>
              <a:rPr lang="en-GB" sz="1400" dirty="0">
                <a:solidFill>
                  <a:srgbClr val="FF0000"/>
                </a:solidFill>
                <a:effectLst/>
                <a:latin typeface="Calibri" panose="020F0502020204030204" pitchFamily="34" charset="0"/>
                <a:ea typeface="DengXian" panose="02010600030101010101" pitchFamily="2" charset="-122"/>
              </a:rPr>
              <a:t> </a:t>
            </a:r>
            <a:r>
              <a:rPr lang="en-GB" sz="1400" dirty="0">
                <a:effectLst/>
                <a:latin typeface="Calibri" panose="020F0502020204030204" pitchFamily="34" charset="0"/>
                <a:ea typeface="DengXian" panose="02010600030101010101" pitchFamily="2" charset="-122"/>
              </a:rPr>
              <a:t>and </a:t>
            </a:r>
            <a:r>
              <a:rPr lang="en-GB" sz="1400" b="1" dirty="0">
                <a:solidFill>
                  <a:srgbClr val="FF0000"/>
                </a:solidFill>
                <a:effectLst/>
                <a:latin typeface="Calibri" panose="020F0502020204030204" pitchFamily="34" charset="0"/>
                <a:ea typeface="DengXian" panose="02010600030101010101" pitchFamily="2" charset="-122"/>
              </a:rPr>
              <a:t>interval</a:t>
            </a:r>
            <a:r>
              <a:rPr lang="en-GB" sz="1400" dirty="0">
                <a:solidFill>
                  <a:srgbClr val="FF0000"/>
                </a:solidFill>
                <a:effectLst/>
                <a:latin typeface="Calibri" panose="020F0502020204030204" pitchFamily="34" charset="0"/>
                <a:ea typeface="DengXian" panose="02010600030101010101" pitchFamily="2" charset="-122"/>
              </a:rPr>
              <a:t> </a:t>
            </a:r>
            <a:r>
              <a:rPr lang="en-GB" sz="1400" b="1" dirty="0">
                <a:solidFill>
                  <a:srgbClr val="FF0000"/>
                </a:solidFill>
                <a:effectLst/>
                <a:latin typeface="Calibri" panose="020F0502020204030204" pitchFamily="34" charset="0"/>
                <a:ea typeface="DengXian" panose="02010600030101010101" pitchFamily="2" charset="-122"/>
              </a:rPr>
              <a:t>estimation</a:t>
            </a:r>
            <a:r>
              <a:rPr lang="en-GB" sz="1400" dirty="0">
                <a:effectLst/>
                <a:latin typeface="Calibri" panose="020F0502020204030204" pitchFamily="34" charset="0"/>
                <a:ea typeface="DengXian" panose="02010600030101010101" pitchFamily="2" charset="-122"/>
              </a:rPr>
              <a:t> </a:t>
            </a:r>
            <a:endParaRPr lang="en-GB" sz="1400" dirty="0"/>
          </a:p>
        </p:txBody>
      </p:sp>
    </p:spTree>
    <p:extLst>
      <p:ext uri="{BB962C8B-B14F-4D97-AF65-F5344CB8AC3E}">
        <p14:creationId xmlns:p14="http://schemas.microsoft.com/office/powerpoint/2010/main" val="3587461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200" b="1" dirty="0">
                <a:effectLst/>
                <a:ea typeface="DengXian" panose="02010600030101010101" pitchFamily="2" charset="-122"/>
                <a:cs typeface="Times New Roman" panose="02020603050405020304" pitchFamily="18" charset="0"/>
              </a:rPr>
              <a:t>Estimation Statistics – Point Estimations vs. Interval Estimation</a:t>
            </a:r>
            <a:endParaRPr kumimoji="0" lang="en-US" sz="22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0F1A7A0B-C2A9-E0D2-1730-DD3011C3F0B2}"/>
              </a:ext>
            </a:extLst>
          </p:cNvPr>
          <p:cNvSpPr txBox="1"/>
          <p:nvPr/>
        </p:nvSpPr>
        <p:spPr>
          <a:xfrm>
            <a:off x="186592" y="684017"/>
            <a:ext cx="8672097" cy="1107996"/>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tabLst>
                <a:tab pos="3616325" algn="l"/>
              </a:tabLst>
            </a:pPr>
            <a:r>
              <a:rPr lang="en-GB" sz="1400" b="1" dirty="0">
                <a:latin typeface="Calibri" panose="020F0502020204030204" pitchFamily="34" charset="0"/>
                <a:ea typeface="DengXian" panose="02010600030101010101" pitchFamily="2" charset="-122"/>
                <a:cs typeface="Times New Roman" panose="02020603050405020304" pitchFamily="18" charset="0"/>
              </a:rPr>
              <a:t>P</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oint estimation </a:t>
            </a:r>
            <a:r>
              <a:rPr lang="en-GB" sz="1400" dirty="0">
                <a:effectLst/>
                <a:latin typeface="Calibri" panose="020F0502020204030204" pitchFamily="34" charset="0"/>
                <a:ea typeface="DengXian" panose="02010600030101010101" pitchFamily="2" charset="-122"/>
                <a:cs typeface="Times New Roman" panose="02020603050405020304" pitchFamily="18" charset="0"/>
              </a:rPr>
              <a:t>gives single numbers which, in the sense defined below, are the </a:t>
            </a:r>
            <a:r>
              <a:rPr lang="en-GB" sz="1400" b="1" i="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best</a:t>
            </a:r>
            <a:r>
              <a:rPr lang="en-GB" sz="1400" i="1" dirty="0">
                <a:effectLst/>
                <a:latin typeface="Calibri" panose="020F0502020204030204" pitchFamily="34" charset="0"/>
                <a:ea typeface="DengXian" panose="02010600030101010101" pitchFamily="2" charset="-122"/>
                <a:cs typeface="Times New Roman" panose="02020603050405020304" pitchFamily="18" charset="0"/>
              </a:rPr>
              <a:t> estimates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of population parameters.</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r>
              <a:rPr lang="en-GB" sz="1400" b="1" dirty="0">
                <a:latin typeface="Calibri" panose="020F0502020204030204" pitchFamily="34" charset="0"/>
                <a:ea typeface="DengXian" panose="02010600030101010101" pitchFamily="2" charset="-122"/>
                <a:cs typeface="Times New Roman" panose="02020603050405020304" pitchFamily="18" charset="0"/>
              </a:rPr>
              <a:t>I</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nterval estimates </a:t>
            </a:r>
            <a:r>
              <a:rPr lang="en-GB" sz="1400" dirty="0">
                <a:effectLst/>
                <a:latin typeface="Calibri" panose="020F0502020204030204" pitchFamily="34" charset="0"/>
                <a:ea typeface="DengXian" panose="02010600030101010101" pitchFamily="2" charset="-122"/>
                <a:cs typeface="Times New Roman" panose="02020603050405020304" pitchFamily="18" charset="0"/>
              </a:rPr>
              <a:t>give a range of values together with a figure called the </a:t>
            </a:r>
            <a:r>
              <a:rPr lang="en-GB" sz="1400" b="1" i="1" dirty="0">
                <a:solidFill>
                  <a:srgbClr val="1C3D74"/>
                </a:solidFill>
                <a:effectLst/>
                <a:latin typeface="Calibri" panose="020F0502020204030204" pitchFamily="34" charset="0"/>
                <a:ea typeface="DengXian" panose="02010600030101010101" pitchFamily="2" charset="-122"/>
                <a:cs typeface="Times New Roman" panose="02020603050405020304" pitchFamily="18" charset="0"/>
              </a:rPr>
              <a:t>confidence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of the true value of a parameter lies within the calculated range. Such ranges are usually called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confidence intervals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p:txBody>
      </p:sp>
      <p:sp>
        <p:nvSpPr>
          <p:cNvPr id="10" name="TextBox 9">
            <a:extLst>
              <a:ext uri="{FF2B5EF4-FFF2-40B4-BE49-F238E27FC236}">
                <a16:creationId xmlns:a16="http://schemas.microsoft.com/office/drawing/2014/main" id="{D57A3478-010A-5B81-D30C-8EAA40D880C5}"/>
              </a:ext>
            </a:extLst>
          </p:cNvPr>
          <p:cNvSpPr txBox="1"/>
          <p:nvPr/>
        </p:nvSpPr>
        <p:spPr>
          <a:xfrm>
            <a:off x="186592" y="1871825"/>
            <a:ext cx="8672096" cy="523220"/>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In statistics, the word ‘estimate’ does not mean a guess. It is an agreed precise </a:t>
            </a:r>
            <a:r>
              <a:rPr lang="en-GB" sz="1400" b="1" i="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procedures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used to find the required values which are ‘best values’ as they should be:</a:t>
            </a:r>
          </a:p>
        </p:txBody>
      </p:sp>
      <p:sp>
        <p:nvSpPr>
          <p:cNvPr id="13" name="TextBox 12">
            <a:extLst>
              <a:ext uri="{FF2B5EF4-FFF2-40B4-BE49-F238E27FC236}">
                <a16:creationId xmlns:a16="http://schemas.microsoft.com/office/drawing/2014/main" id="{24363C90-13BF-65F2-2020-455B69408F30}"/>
              </a:ext>
            </a:extLst>
          </p:cNvPr>
          <p:cNvSpPr txBox="1"/>
          <p:nvPr/>
        </p:nvSpPr>
        <p:spPr>
          <a:xfrm>
            <a:off x="186592" y="2571750"/>
            <a:ext cx="8672096" cy="1846659"/>
          </a:xfrm>
          <a:prstGeom prst="rect">
            <a:avLst/>
          </a:prstGeom>
          <a:noFill/>
        </p:spPr>
        <p:txBody>
          <a:bodyPr wrap="square">
            <a:spAutoFit/>
          </a:bodyPr>
          <a:lstStyle/>
          <a:p>
            <a:pPr marL="285750" lvl="0" indent="-285750" algn="just">
              <a:spcBef>
                <a:spcPts val="600"/>
              </a:spcBef>
              <a:spcAft>
                <a:spcPts val="600"/>
              </a:spcAft>
              <a:buFont typeface="Arial" panose="020B0604020202020204" pitchFamily="34" charset="0"/>
              <a:buChar char="•"/>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consistent</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in the sense that the difference between the true value and the estimate approaches zero as the sample size used to do the calculation increases;</a:t>
            </a:r>
          </a:p>
          <a:p>
            <a:pPr marL="285750" indent="-285750" algn="just">
              <a:spcBef>
                <a:spcPts val="600"/>
              </a:spcBef>
              <a:spcAft>
                <a:spcPts val="600"/>
              </a:spcAft>
              <a:buFont typeface="Arial" panose="020B0604020202020204" pitchFamily="34" charset="0"/>
              <a:buChar char="•"/>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unbiased</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in the sense that the expected value of the estimator is equal to the true value;</a:t>
            </a:r>
          </a:p>
          <a:p>
            <a:pPr marL="285750" indent="-285750" algn="just">
              <a:spcBef>
                <a:spcPts val="600"/>
              </a:spcBef>
              <a:spcAft>
                <a:spcPts val="600"/>
              </a:spcAft>
              <a:buFont typeface="Arial" panose="020B0604020202020204" pitchFamily="34" charset="0"/>
              <a:buChar char="•"/>
              <a:tabLst>
                <a:tab pos="3616325" algn="l"/>
              </a:tabLst>
            </a:pPr>
            <a:r>
              <a:rPr lang="en-GB" sz="1400" b="1" dirty="0">
                <a:latin typeface="Calibri" panose="020F0502020204030204" pitchFamily="34" charset="0"/>
                <a:ea typeface="DengXian" panose="02010600030101010101" pitchFamily="2" charset="-122"/>
                <a:cs typeface="Times New Roman" panose="02020603050405020304" pitchFamily="18" charset="0"/>
              </a:rPr>
              <a:t>e</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fficient</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in the sense that the variance of the estimator is small.</a:t>
            </a:r>
          </a:p>
          <a:p>
            <a:pPr lvl="0"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It is </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not always </a:t>
            </a:r>
            <a:r>
              <a:rPr lang="en-GB" sz="1400" dirty="0">
                <a:effectLst/>
                <a:latin typeface="Calibri" panose="020F0502020204030204" pitchFamily="34" charset="0"/>
                <a:ea typeface="DengXian" panose="02010600030101010101" pitchFamily="2" charset="-122"/>
                <a:cs typeface="Times New Roman" panose="02020603050405020304" pitchFamily="18" charset="0"/>
              </a:rPr>
              <a:t>possible to find a ‘best’ estimator. You might have to decide (for example) between one which is </a:t>
            </a:r>
            <a:r>
              <a:rPr lang="en-GB" sz="1400" i="1" dirty="0">
                <a:effectLst/>
                <a:latin typeface="Calibri" panose="020F0502020204030204" pitchFamily="34" charset="0"/>
                <a:ea typeface="DengXian" panose="02010600030101010101" pitchFamily="2" charset="-122"/>
                <a:cs typeface="Times New Roman" panose="02020603050405020304" pitchFamily="18" charset="0"/>
              </a:rPr>
              <a:t>consistent, biased and efficient</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and one which is </a:t>
            </a:r>
            <a:r>
              <a:rPr lang="en-GB" sz="1400" i="1" dirty="0">
                <a:effectLst/>
                <a:latin typeface="Calibri" panose="020F0502020204030204" pitchFamily="34" charset="0"/>
                <a:ea typeface="DengXian" panose="02010600030101010101" pitchFamily="2" charset="-122"/>
                <a:cs typeface="Times New Roman" panose="02020603050405020304" pitchFamily="18" charset="0"/>
              </a:rPr>
              <a:t>consistent, unbiased and inefficient.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75734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Point Estimations – Estimating the Mean</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pic>
        <p:nvPicPr>
          <p:cNvPr id="2" name="Picture 1">
            <a:extLst>
              <a:ext uri="{FF2B5EF4-FFF2-40B4-BE49-F238E27FC236}">
                <a16:creationId xmlns:a16="http://schemas.microsoft.com/office/drawing/2014/main" id="{DC868CFC-7900-C5FE-C99D-6FDA08CA0E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83379" y="1092207"/>
            <a:ext cx="3478530" cy="617855"/>
          </a:xfrm>
          <a:prstGeom prst="rect">
            <a:avLst/>
          </a:prstGeom>
          <a:noFill/>
          <a:ln>
            <a:noFill/>
          </a:ln>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0D9BB21-89C1-31E2-066A-DC0DF4FD710B}"/>
                  </a:ext>
                </a:extLst>
              </p:cNvPr>
              <p:cNvSpPr txBox="1"/>
              <p:nvPr/>
            </p:nvSpPr>
            <p:spPr>
              <a:xfrm>
                <a:off x="186596" y="2121353"/>
                <a:ext cx="8672097" cy="1873526"/>
              </a:xfrm>
              <a:prstGeom prst="rect">
                <a:avLst/>
              </a:prstGeom>
              <a:noFill/>
            </p:spPr>
            <p:txBody>
              <a:bodyPr wrap="square">
                <a:spAutoFit/>
              </a:bodyPr>
              <a:lstStyle/>
              <a:p>
                <a:pPr algn="just">
                  <a:spcBef>
                    <a:spcPts val="600"/>
                  </a:spcBef>
                  <a:spcAft>
                    <a:spcPts val="600"/>
                  </a:spcAf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It is sensible to use </a:t>
                </a:r>
              </a:p>
              <a:p>
                <a:pPr algn="just">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GB" sz="1400" i="1" smtClean="0">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𝜇</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sSub>
                            <m:sSub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b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sub>
                              <m:r>
                                <a:rPr lang="en-GB" sz="1400" i="1">
                                  <a:effectLst/>
                                  <a:latin typeface="Cambria Math" panose="02040503050406030204" pitchFamily="18" charset="0"/>
                                  <a:ea typeface="DengXian" panose="02010600030101010101" pitchFamily="2" charset="-122"/>
                                  <a:cs typeface="Calibri" panose="020F0502020204030204" pitchFamily="34" charset="0"/>
                                </a:rPr>
                                <m:t>1</m:t>
                              </m:r>
                            </m:sub>
                          </m:sSub>
                          <m:r>
                            <a:rPr lang="en-GB" sz="1400" i="1">
                              <a:effectLst/>
                              <a:latin typeface="Cambria Math" panose="02040503050406030204" pitchFamily="18" charset="0"/>
                              <a:ea typeface="DengXian" panose="02010600030101010101" pitchFamily="2" charset="-122"/>
                              <a:cs typeface="Calibri" panose="020F0502020204030204" pitchFamily="34" charset="0"/>
                            </a:rPr>
                            <m:t>+</m:t>
                          </m:r>
                          <m:sSub>
                            <m:sSub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b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sub>
                              <m:r>
                                <a:rPr lang="en-GB" sz="1400" i="1">
                                  <a:effectLst/>
                                  <a:latin typeface="Cambria Math" panose="02040503050406030204" pitchFamily="18" charset="0"/>
                                  <a:ea typeface="DengXian" panose="02010600030101010101" pitchFamily="2" charset="-122"/>
                                  <a:cs typeface="Calibri" panose="020F0502020204030204" pitchFamily="34" charset="0"/>
                                </a:rPr>
                                <m:t>2</m:t>
                              </m:r>
                            </m:sub>
                          </m:sSub>
                          <m:r>
                            <a:rPr lang="en-GB" sz="1400" i="1">
                              <a:effectLst/>
                              <a:latin typeface="Cambria Math" panose="02040503050406030204" pitchFamily="18" charset="0"/>
                              <a:ea typeface="DengXian" panose="02010600030101010101" pitchFamily="2" charset="-122"/>
                              <a:cs typeface="Calibri" panose="020F0502020204030204" pitchFamily="34" charset="0"/>
                            </a:rPr>
                            <m:t>+⋯</m:t>
                          </m:r>
                          <m:sSub>
                            <m:sSub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b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sub>
                              <m:r>
                                <a:rPr lang="en-GB" sz="1400" i="1">
                                  <a:effectLst/>
                                  <a:latin typeface="Cambria Math" panose="02040503050406030204" pitchFamily="18" charset="0"/>
                                  <a:ea typeface="DengXian" panose="02010600030101010101" pitchFamily="2" charset="-122"/>
                                  <a:cs typeface="Calibri" panose="020F0502020204030204" pitchFamily="34" charset="0"/>
                                </a:rPr>
                                <m:t>𝑛</m:t>
                              </m:r>
                            </m:sub>
                          </m:sSub>
                        </m:num>
                        <m:den>
                          <m:r>
                            <a:rPr lang="en-GB" sz="1400" i="1">
                              <a:effectLst/>
                              <a:latin typeface="Cambria Math" panose="02040503050406030204" pitchFamily="18" charset="0"/>
                              <a:ea typeface="DengXian" panose="02010600030101010101" pitchFamily="2" charset="-122"/>
                              <a:cs typeface="Calibri" panose="020F0502020204030204" pitchFamily="34" charset="0"/>
                            </a:rPr>
                            <m:t>𝑛</m:t>
                          </m:r>
                        </m:den>
                      </m:f>
                    </m:oMath>
                  </m:oMathPara>
                </a14:m>
                <a:endParaRPr lang="en-GB" sz="1400" dirty="0">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pPr>
                <a:r>
                  <a:rPr lang="en-GB" sz="1400" dirty="0">
                    <a:effectLst/>
                    <a:latin typeface="Calibri" panose="020F0502020204030204" pitchFamily="34" charset="0"/>
                    <a:ea typeface="DengXian" panose="02010600030101010101" pitchFamily="2" charset="-122"/>
                    <a:cs typeface="Times New Roman" panose="02020603050405020304" pitchFamily="18" charset="0"/>
                  </a:rPr>
                  <a:t>as the estimator of the population mean since the difference between the population mean and the sample mean disappears with increasing sample size (i.e. </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consistent</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according to </a:t>
                </a:r>
                <a:r>
                  <a:rPr lang="en-GB" sz="1400" b="1" i="1" dirty="0">
                    <a:effectLst/>
                    <a:latin typeface="Calibri" panose="020F0502020204030204" pitchFamily="34" charset="0"/>
                    <a:ea typeface="DengXian" panose="02010600030101010101" pitchFamily="2" charset="-122"/>
                    <a:cs typeface="Times New Roman" panose="02020603050405020304" pitchFamily="18" charset="0"/>
                  </a:rPr>
                  <a:t>the law of large numbers</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 </a:t>
                </a:r>
                <a:r>
                  <a:rPr lang="en-GB" sz="1400" dirty="0">
                    <a:effectLst/>
                    <a:latin typeface="Calibri" panose="020F0502020204030204" pitchFamily="34" charset="0"/>
                    <a:ea typeface="DengXian" panose="02010600030101010101" pitchFamily="2" charset="-122"/>
                    <a:cs typeface="Times New Roman" panose="02020603050405020304" pitchFamily="18" charset="0"/>
                  </a:rPr>
                  <a:t>and </a:t>
                </a:r>
                <a:r>
                  <a:rPr lang="en-GB" sz="1400" b="1" i="1" dirty="0">
                    <a:effectLst/>
                    <a:latin typeface="Calibri" panose="020F0502020204030204" pitchFamily="34" charset="0"/>
                    <a:ea typeface="DengXian" panose="02010600030101010101" pitchFamily="2" charset="-122"/>
                    <a:cs typeface="Times New Roman" panose="02020603050405020304" pitchFamily="18" charset="0"/>
                  </a:rPr>
                  <a:t>the central limit theorem</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algn="just">
                  <a:lnSpc>
                    <a:spcPct val="107000"/>
                  </a:lnSpc>
                  <a:spcAft>
                    <a:spcPts val="800"/>
                  </a:spcAf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A0D9BB21-89C1-31E2-066A-DC0DF4FD710B}"/>
                  </a:ext>
                </a:extLst>
              </p:cNvPr>
              <p:cNvSpPr txBox="1">
                <a:spLocks noRot="1" noChangeAspect="1" noMove="1" noResize="1" noEditPoints="1" noAdjustHandles="1" noChangeArrowheads="1" noChangeShapeType="1" noTextEdit="1"/>
              </p:cNvSpPr>
              <p:nvPr/>
            </p:nvSpPr>
            <p:spPr>
              <a:xfrm>
                <a:off x="186596" y="2121353"/>
                <a:ext cx="8672097" cy="1873526"/>
              </a:xfrm>
              <a:prstGeom prst="rect">
                <a:avLst/>
              </a:prstGeom>
              <a:blipFill>
                <a:blip r:embed="rId4"/>
                <a:stretch>
                  <a:fillRect l="-211" t="-651" r="-211"/>
                </a:stretch>
              </a:blipFill>
            </p:spPr>
            <p:txBody>
              <a:bodyPr/>
              <a:lstStyle/>
              <a:p>
                <a:r>
                  <a:rPr lang="en-GB">
                    <a:noFill/>
                  </a:rPr>
                  <a:t> </a:t>
                </a:r>
              </a:p>
            </p:txBody>
          </p:sp>
        </mc:Fallback>
      </mc:AlternateContent>
    </p:spTree>
    <p:extLst>
      <p:ext uri="{BB962C8B-B14F-4D97-AF65-F5344CB8AC3E}">
        <p14:creationId xmlns:p14="http://schemas.microsoft.com/office/powerpoint/2010/main" val="3714571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Point Estimations – Estimating the Mean</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0326AF79-A887-64EF-CC1E-DC7B125108CE}"/>
              </a:ext>
            </a:extLst>
          </p:cNvPr>
          <p:cNvSpPr txBox="1"/>
          <p:nvPr/>
        </p:nvSpPr>
        <p:spPr>
          <a:xfrm>
            <a:off x="186595" y="780584"/>
            <a:ext cx="8672097" cy="1046440"/>
          </a:xfrm>
          <a:prstGeom prst="rect">
            <a:avLst/>
          </a:prstGeom>
          <a:noFill/>
        </p:spPr>
        <p:txBody>
          <a:bodyPr wrap="square">
            <a:spAutoFit/>
          </a:bodyPr>
          <a:lstStyle/>
          <a:p>
            <a:pPr algn="just">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2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Prove the above estimator for the population mean is unbiased.</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1848F5AF-BD22-AC77-5F96-09AEDD5C0361}"/>
                  </a:ext>
                </a:extLst>
              </p14:cNvPr>
              <p14:cNvContentPartPr/>
              <p14:nvPr/>
            </p14:nvContentPartPr>
            <p14:xfrm>
              <a:off x="1751400" y="1608840"/>
              <a:ext cx="4485960" cy="1860120"/>
            </p14:xfrm>
          </p:contentPart>
        </mc:Choice>
        <mc:Fallback xmlns="">
          <p:pic>
            <p:nvPicPr>
              <p:cNvPr id="10" name="Ink 9">
                <a:extLst>
                  <a:ext uri="{FF2B5EF4-FFF2-40B4-BE49-F238E27FC236}">
                    <a16:creationId xmlns:a16="http://schemas.microsoft.com/office/drawing/2014/main" id="{1848F5AF-BD22-AC77-5F96-09AEDD5C0361}"/>
                  </a:ext>
                </a:extLst>
              </p:cNvPr>
              <p:cNvPicPr/>
              <p:nvPr/>
            </p:nvPicPr>
            <p:blipFill>
              <a:blip r:embed="rId4"/>
              <a:stretch>
                <a:fillRect/>
              </a:stretch>
            </p:blipFill>
            <p:spPr>
              <a:xfrm>
                <a:off x="1742040" y="1599480"/>
                <a:ext cx="4504680" cy="1878840"/>
              </a:xfrm>
              <a:prstGeom prst="rect">
                <a:avLst/>
              </a:prstGeom>
            </p:spPr>
          </p:pic>
        </mc:Fallback>
      </mc:AlternateContent>
    </p:spTree>
    <p:extLst>
      <p:ext uri="{BB962C8B-B14F-4D97-AF65-F5344CB8AC3E}">
        <p14:creationId xmlns:p14="http://schemas.microsoft.com/office/powerpoint/2010/main" val="719003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Point Estimations – Estimating the Variance</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pic>
        <p:nvPicPr>
          <p:cNvPr id="2" name="Picture 1">
            <a:extLst>
              <a:ext uri="{FF2B5EF4-FFF2-40B4-BE49-F238E27FC236}">
                <a16:creationId xmlns:a16="http://schemas.microsoft.com/office/drawing/2014/main" id="{DA93CE1E-B1A4-44DC-9073-022E003BDA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67672" y="881592"/>
            <a:ext cx="3208655" cy="679450"/>
          </a:xfrm>
          <a:prstGeom prst="rect">
            <a:avLst/>
          </a:prstGeom>
          <a:noFill/>
          <a:ln>
            <a:noFill/>
          </a:ln>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50708D2-449F-A928-FC4B-F81467C9B9FF}"/>
                  </a:ext>
                </a:extLst>
              </p:cNvPr>
              <p:cNvSpPr txBox="1"/>
              <p:nvPr/>
            </p:nvSpPr>
            <p:spPr>
              <a:xfrm>
                <a:off x="186596" y="1638831"/>
                <a:ext cx="8672096" cy="2725170"/>
              </a:xfrm>
              <a:prstGeom prst="rect">
                <a:avLst/>
              </a:prstGeom>
              <a:noFill/>
            </p:spPr>
            <p:txBody>
              <a:bodyPr wrap="square">
                <a:spAutoFit/>
              </a:bodyPr>
              <a:lstStyle/>
              <a:p>
                <a:pPr algn="just">
                  <a:spcBef>
                    <a:spcPts val="600"/>
                  </a:spcBef>
                  <a:spcAft>
                    <a:spcPts val="600"/>
                  </a:spcAf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It is </a:t>
                </a:r>
                <a:r>
                  <a:rPr lang="en-GB" sz="1400" i="1" dirty="0">
                    <a:effectLst/>
                    <a:latin typeface="Calibri" panose="020F0502020204030204" pitchFamily="34" charset="0"/>
                    <a:ea typeface="DengXian" panose="02010600030101010101" pitchFamily="2" charset="-122"/>
                    <a:cs typeface="Times New Roman" panose="02020603050405020304" pitchFamily="18" charset="0"/>
                  </a:rPr>
                  <a:t>intuitive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to use </a:t>
                </a:r>
              </a:p>
              <a:p>
                <a:pPr algn="just">
                  <a:spcBef>
                    <a:spcPts val="600"/>
                  </a:spcBef>
                  <a:spcAft>
                    <a:spcPts val="600"/>
                  </a:spcAft>
                </a:pPr>
                <a14:m>
                  <m:oMathPara xmlns:m="http://schemas.openxmlformats.org/officeDocument/2006/math">
                    <m:oMathParaPr>
                      <m:jc m:val="centerGroup"/>
                    </m:oMathParaPr>
                    <m:oMath xmlns:m="http://schemas.openxmlformats.org/officeDocument/2006/math">
                      <m:sSup>
                        <m:sSupPr>
                          <m:ctrlPr>
                            <a:rPr lang="en-GB" sz="1400" i="1" smtClean="0">
                              <a:effectLst/>
                              <a:latin typeface="Cambria Math" panose="02040503050406030204" pitchFamily="18" charset="0"/>
                              <a:ea typeface="DengXian" panose="02010600030101010101" pitchFamily="2" charset="-122"/>
                              <a:cs typeface="Calibri" panose="020F0502020204030204" pitchFamily="34" charset="0"/>
                            </a:rPr>
                          </m:ctrlPr>
                        </m:sSupPr>
                        <m:e>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𝜎</m:t>
                              </m:r>
                            </m:e>
                          </m:acc>
                        </m:e>
                        <m:sup>
                          <m:r>
                            <a:rPr lang="en-GB" sz="1400" i="1">
                              <a:effectLst/>
                              <a:latin typeface="Cambria Math" panose="02040503050406030204" pitchFamily="18" charset="0"/>
                              <a:ea typeface="DengXian" panose="02010600030101010101" pitchFamily="2" charset="-122"/>
                              <a:cs typeface="Calibri" panose="020F0502020204030204" pitchFamily="34" charset="0"/>
                            </a:rPr>
                            <m:t>2</m:t>
                          </m:r>
                        </m:sup>
                      </m:sSup>
                      <m:r>
                        <a:rPr lang="en-GB" sz="14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nary>
                            <m:naryPr>
                              <m:chr m:val="∑"/>
                              <m:limLoc m:val="undOvr"/>
                              <m:subHide m:val="on"/>
                              <m:sup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naryPr>
                            <m:sub/>
                            <m:sup/>
                            <m:e>
                              <m:sSup>
                                <m:sSup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pPr>
                                <m:e>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𝑥</m:t>
                                  </m:r>
                                  <m:r>
                                    <a:rPr lang="en-GB" sz="1400" i="1">
                                      <a:effectLst/>
                                      <a:latin typeface="Cambria Math" panose="02040503050406030204" pitchFamily="18" charset="0"/>
                                      <a:ea typeface="DengXian" panose="02010600030101010101" pitchFamily="2" charset="-122"/>
                                      <a:cs typeface="Calibri" panose="020F0502020204030204" pitchFamily="34" charset="0"/>
                                    </a:rPr>
                                    <m:t>−</m:t>
                                  </m:r>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𝜇</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e>
                                <m:sup>
                                  <m:r>
                                    <a:rPr lang="en-GB" sz="1400" i="1">
                                      <a:effectLst/>
                                      <a:latin typeface="Cambria Math" panose="02040503050406030204" pitchFamily="18" charset="0"/>
                                      <a:ea typeface="DengXian" panose="02010600030101010101" pitchFamily="2" charset="-122"/>
                                      <a:cs typeface="Calibri" panose="020F0502020204030204" pitchFamily="34" charset="0"/>
                                    </a:rPr>
                                    <m:t>2</m:t>
                                  </m:r>
                                </m:sup>
                              </m:sSup>
                            </m:e>
                          </m:nary>
                        </m:num>
                        <m:den>
                          <m:r>
                            <a:rPr lang="en-GB" sz="1400" i="1">
                              <a:effectLst/>
                              <a:latin typeface="Cambria Math" panose="02040503050406030204" pitchFamily="18" charset="0"/>
                              <a:ea typeface="DengXian" panose="02010600030101010101" pitchFamily="2" charset="-122"/>
                              <a:cs typeface="Calibri" panose="020F0502020204030204" pitchFamily="34" charset="0"/>
                            </a:rPr>
                            <m:t>𝑛</m:t>
                          </m:r>
                        </m:den>
                      </m:f>
                    </m:oMath>
                  </m:oMathPara>
                </a14:m>
                <a:endParaRPr lang="en-GB" sz="1400" dirty="0">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pPr>
                <a:r>
                  <a:rPr lang="en-GB" sz="1400" dirty="0">
                    <a:effectLst/>
                    <a:latin typeface="Calibri" panose="020F0502020204030204" pitchFamily="34" charset="0"/>
                    <a:ea typeface="DengXian" panose="02010600030101010101" pitchFamily="2" charset="-122"/>
                    <a:cs typeface="Times New Roman" panose="02020603050405020304" pitchFamily="18" charset="0"/>
                  </a:rPr>
                  <a:t>as the estimator of the population variance since the difference between the population variance and the estimated variance disappears with increasing sample size (i.e. </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consistent</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according to </a:t>
                </a:r>
                <a:r>
                  <a:rPr lang="en-GB" sz="1400" b="1" i="1" dirty="0">
                    <a:effectLst/>
                    <a:latin typeface="Calibri" panose="020F0502020204030204" pitchFamily="34" charset="0"/>
                    <a:ea typeface="DengXian" panose="02010600030101010101" pitchFamily="2" charset="-122"/>
                    <a:cs typeface="Times New Roman" panose="02020603050405020304" pitchFamily="18" charset="0"/>
                  </a:rPr>
                  <a:t>the law of large numbers</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 </a:t>
                </a:r>
                <a:r>
                  <a:rPr lang="en-GB" sz="1400" dirty="0">
                    <a:effectLst/>
                    <a:latin typeface="Calibri" panose="020F0502020204030204" pitchFamily="34" charset="0"/>
                    <a:ea typeface="DengXian" panose="02010600030101010101" pitchFamily="2" charset="-122"/>
                    <a:cs typeface="Times New Roman" panose="02020603050405020304" pitchFamily="18" charset="0"/>
                  </a:rPr>
                  <a:t>and </a:t>
                </a:r>
                <a:r>
                  <a:rPr lang="en-GB" sz="1400" b="1" i="1" dirty="0">
                    <a:effectLst/>
                    <a:latin typeface="Calibri" panose="020F0502020204030204" pitchFamily="34" charset="0"/>
                    <a:ea typeface="DengXian" panose="02010600030101010101" pitchFamily="2" charset="-122"/>
                    <a:cs typeface="Times New Roman" panose="02020603050405020304" pitchFamily="18" charset="0"/>
                  </a:rPr>
                  <a:t>the central limit theorem</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algn="just">
                  <a:spcBef>
                    <a:spcPts val="600"/>
                  </a:spcBef>
                  <a:spcAft>
                    <a:spcPts val="600"/>
                  </a:spcAft>
                </a:pPr>
                <a:endParaRPr lang="en-GB" sz="1400" dirty="0">
                  <a:latin typeface="Calibri" panose="020F0502020204030204" pitchFamily="34" charset="0"/>
                  <a:ea typeface="DengXian" panose="02010600030101010101" pitchFamily="2" charset="-122"/>
                  <a:cs typeface="Times New Roman" panose="02020603050405020304" pitchFamily="18" charset="0"/>
                </a:endParaRPr>
              </a:p>
              <a:p>
                <a:pPr algn="ctr">
                  <a:spcBef>
                    <a:spcPts val="600"/>
                  </a:spcBef>
                  <a:spcAft>
                    <a:spcPts val="600"/>
                  </a:spcAft>
                </a:pP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However, we have a better estimator than this as the above estimator is biased!!</a:t>
                </a:r>
              </a:p>
              <a:p>
                <a:pPr algn="just">
                  <a:spcBef>
                    <a:spcPts val="600"/>
                  </a:spcBef>
                  <a:spcAft>
                    <a:spcPts val="6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F50708D2-449F-A928-FC4B-F81467C9B9FF}"/>
                  </a:ext>
                </a:extLst>
              </p:cNvPr>
              <p:cNvSpPr txBox="1">
                <a:spLocks noRot="1" noChangeAspect="1" noMove="1" noResize="1" noEditPoints="1" noAdjustHandles="1" noChangeArrowheads="1" noChangeShapeType="1" noTextEdit="1"/>
              </p:cNvSpPr>
              <p:nvPr/>
            </p:nvSpPr>
            <p:spPr>
              <a:xfrm>
                <a:off x="186596" y="1638831"/>
                <a:ext cx="8672096" cy="2725170"/>
              </a:xfrm>
              <a:prstGeom prst="rect">
                <a:avLst/>
              </a:prstGeom>
              <a:blipFill>
                <a:blip r:embed="rId4"/>
                <a:stretch>
                  <a:fillRect l="-211" t="-447" r="-211"/>
                </a:stretch>
              </a:blipFill>
            </p:spPr>
            <p:txBody>
              <a:bodyPr/>
              <a:lstStyle/>
              <a:p>
                <a:r>
                  <a:rPr lang="en-GB">
                    <a:noFill/>
                  </a:rPr>
                  <a:t> </a:t>
                </a:r>
              </a:p>
            </p:txBody>
          </p:sp>
        </mc:Fallback>
      </mc:AlternateContent>
    </p:spTree>
    <p:extLst>
      <p:ext uri="{BB962C8B-B14F-4D97-AF65-F5344CB8AC3E}">
        <p14:creationId xmlns:p14="http://schemas.microsoft.com/office/powerpoint/2010/main" val="1239435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Point Estimations – Estimating the Variance</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C4858EC4-C384-4F46-9ED8-4C3554F465BD}"/>
              </a:ext>
            </a:extLst>
          </p:cNvPr>
          <p:cNvSpPr txBox="1"/>
          <p:nvPr/>
        </p:nvSpPr>
        <p:spPr>
          <a:xfrm>
            <a:off x="186596" y="688292"/>
            <a:ext cx="8672096" cy="1046440"/>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3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Prove the above estimator for the population variance is </a:t>
            </a:r>
            <a:r>
              <a:rPr lang="en-GB" sz="1400" b="1" dirty="0">
                <a:effectLst/>
                <a:latin typeface="Calibri" panose="020F0502020204030204" pitchFamily="34" charset="0"/>
                <a:ea typeface="DengXian" panose="02010600030101010101" pitchFamily="2" charset="-122"/>
                <a:cs typeface="Calibri" panose="020F0502020204030204" pitchFamily="34" charset="0"/>
              </a:rPr>
              <a:t>biased</a:t>
            </a:r>
            <a:r>
              <a:rPr lang="en-GB" sz="1400" dirty="0">
                <a:effectLst/>
                <a:latin typeface="Calibri" panose="020F0502020204030204" pitchFamily="34" charset="0"/>
                <a:ea typeface="DengXian" panose="02010600030101010101" pitchFamily="2" charset="-122"/>
                <a:cs typeface="Calibri" panose="020F0502020204030204" pitchFamily="34" charset="0"/>
              </a:rPr>
              <a: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D96E8321-DF10-87E9-68BD-6DA8879F98F7}"/>
                  </a:ext>
                </a:extLst>
              </p14:cNvPr>
              <p14:cNvContentPartPr/>
              <p14:nvPr/>
            </p14:nvContentPartPr>
            <p14:xfrm>
              <a:off x="2293560" y="1404720"/>
              <a:ext cx="939240" cy="357120"/>
            </p14:xfrm>
          </p:contentPart>
        </mc:Choice>
        <mc:Fallback xmlns="">
          <p:pic>
            <p:nvPicPr>
              <p:cNvPr id="9" name="Ink 8">
                <a:extLst>
                  <a:ext uri="{FF2B5EF4-FFF2-40B4-BE49-F238E27FC236}">
                    <a16:creationId xmlns:a16="http://schemas.microsoft.com/office/drawing/2014/main" id="{D96E8321-DF10-87E9-68BD-6DA8879F98F7}"/>
                  </a:ext>
                </a:extLst>
              </p:cNvPr>
              <p:cNvPicPr/>
              <p:nvPr/>
            </p:nvPicPr>
            <p:blipFill>
              <a:blip r:embed="rId4"/>
              <a:stretch>
                <a:fillRect/>
              </a:stretch>
            </p:blipFill>
            <p:spPr>
              <a:xfrm>
                <a:off x="2284200" y="1395360"/>
                <a:ext cx="95796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01BF9CAC-E823-1AB3-C474-D9E4A5CDA2DB}"/>
                  </a:ext>
                </a:extLst>
              </p14:cNvPr>
              <p14:cNvContentPartPr/>
              <p14:nvPr/>
            </p14:nvContentPartPr>
            <p14:xfrm>
              <a:off x="1467000" y="1296000"/>
              <a:ext cx="5492880" cy="3842280"/>
            </p14:xfrm>
          </p:contentPart>
        </mc:Choice>
        <mc:Fallback xmlns="">
          <p:pic>
            <p:nvPicPr>
              <p:cNvPr id="10" name="Ink 9">
                <a:extLst>
                  <a:ext uri="{FF2B5EF4-FFF2-40B4-BE49-F238E27FC236}">
                    <a16:creationId xmlns:a16="http://schemas.microsoft.com/office/drawing/2014/main" id="{01BF9CAC-E823-1AB3-C474-D9E4A5CDA2DB}"/>
                  </a:ext>
                </a:extLst>
              </p:cNvPr>
              <p:cNvPicPr/>
              <p:nvPr/>
            </p:nvPicPr>
            <p:blipFill>
              <a:blip r:embed="rId6"/>
              <a:stretch>
                <a:fillRect/>
              </a:stretch>
            </p:blipFill>
            <p:spPr>
              <a:xfrm>
                <a:off x="1457640" y="1286640"/>
                <a:ext cx="5511600" cy="3861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EC39D7A3-6D9B-FB62-4090-B98468DC0A5D}"/>
                  </a:ext>
                </a:extLst>
              </p14:cNvPr>
              <p14:cNvContentPartPr/>
              <p14:nvPr/>
            </p14:nvContentPartPr>
            <p14:xfrm>
              <a:off x="3521160" y="3056400"/>
              <a:ext cx="742320" cy="245160"/>
            </p14:xfrm>
          </p:contentPart>
        </mc:Choice>
        <mc:Fallback xmlns="">
          <p:pic>
            <p:nvPicPr>
              <p:cNvPr id="14" name="Ink 13">
                <a:extLst>
                  <a:ext uri="{FF2B5EF4-FFF2-40B4-BE49-F238E27FC236}">
                    <a16:creationId xmlns:a16="http://schemas.microsoft.com/office/drawing/2014/main" id="{EC39D7A3-6D9B-FB62-4090-B98468DC0A5D}"/>
                  </a:ext>
                </a:extLst>
              </p:cNvPr>
              <p:cNvPicPr/>
              <p:nvPr/>
            </p:nvPicPr>
            <p:blipFill>
              <a:blip r:embed="rId8"/>
              <a:stretch>
                <a:fillRect/>
              </a:stretch>
            </p:blipFill>
            <p:spPr>
              <a:xfrm>
                <a:off x="3511800" y="3047040"/>
                <a:ext cx="76104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A70B42E5-833B-CE0B-C8ED-7815D392DF7D}"/>
                  </a:ext>
                </a:extLst>
              </p14:cNvPr>
              <p14:cNvContentPartPr/>
              <p14:nvPr/>
            </p14:nvContentPartPr>
            <p14:xfrm>
              <a:off x="6576120" y="1348560"/>
              <a:ext cx="479520" cy="254520"/>
            </p14:xfrm>
          </p:contentPart>
        </mc:Choice>
        <mc:Fallback xmlns="">
          <p:pic>
            <p:nvPicPr>
              <p:cNvPr id="16" name="Ink 15">
                <a:extLst>
                  <a:ext uri="{FF2B5EF4-FFF2-40B4-BE49-F238E27FC236}">
                    <a16:creationId xmlns:a16="http://schemas.microsoft.com/office/drawing/2014/main" id="{A70B42E5-833B-CE0B-C8ED-7815D392DF7D}"/>
                  </a:ext>
                </a:extLst>
              </p:cNvPr>
              <p:cNvPicPr/>
              <p:nvPr/>
            </p:nvPicPr>
            <p:blipFill>
              <a:blip r:embed="rId10"/>
              <a:stretch>
                <a:fillRect/>
              </a:stretch>
            </p:blipFill>
            <p:spPr>
              <a:xfrm>
                <a:off x="6566760" y="1339200"/>
                <a:ext cx="49824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726A08D3-176E-81B0-EC00-6B5C91E4BFF5}"/>
                  </a:ext>
                </a:extLst>
              </p14:cNvPr>
              <p14:cNvContentPartPr/>
              <p14:nvPr/>
            </p14:nvContentPartPr>
            <p14:xfrm>
              <a:off x="4385880" y="1909440"/>
              <a:ext cx="404280" cy="279000"/>
            </p14:xfrm>
          </p:contentPart>
        </mc:Choice>
        <mc:Fallback xmlns="">
          <p:pic>
            <p:nvPicPr>
              <p:cNvPr id="17" name="Ink 16">
                <a:extLst>
                  <a:ext uri="{FF2B5EF4-FFF2-40B4-BE49-F238E27FC236}">
                    <a16:creationId xmlns:a16="http://schemas.microsoft.com/office/drawing/2014/main" id="{726A08D3-176E-81B0-EC00-6B5C91E4BFF5}"/>
                  </a:ext>
                </a:extLst>
              </p:cNvPr>
              <p:cNvPicPr/>
              <p:nvPr/>
            </p:nvPicPr>
            <p:blipFill>
              <a:blip r:embed="rId12"/>
              <a:stretch>
                <a:fillRect/>
              </a:stretch>
            </p:blipFill>
            <p:spPr>
              <a:xfrm>
                <a:off x="4376520" y="1900080"/>
                <a:ext cx="42300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3ED08E30-6A9B-6AD6-0CEA-5F5FD1686EDD}"/>
                  </a:ext>
                </a:extLst>
              </p14:cNvPr>
              <p14:cNvContentPartPr/>
              <p14:nvPr/>
            </p14:nvContentPartPr>
            <p14:xfrm>
              <a:off x="6395040" y="1902240"/>
              <a:ext cx="487440" cy="263880"/>
            </p14:xfrm>
          </p:contentPart>
        </mc:Choice>
        <mc:Fallback xmlns="">
          <p:pic>
            <p:nvPicPr>
              <p:cNvPr id="18" name="Ink 17">
                <a:extLst>
                  <a:ext uri="{FF2B5EF4-FFF2-40B4-BE49-F238E27FC236}">
                    <a16:creationId xmlns:a16="http://schemas.microsoft.com/office/drawing/2014/main" id="{3ED08E30-6A9B-6AD6-0CEA-5F5FD1686EDD}"/>
                  </a:ext>
                </a:extLst>
              </p:cNvPr>
              <p:cNvPicPr/>
              <p:nvPr/>
            </p:nvPicPr>
            <p:blipFill>
              <a:blip r:embed="rId14"/>
              <a:stretch>
                <a:fillRect/>
              </a:stretch>
            </p:blipFill>
            <p:spPr>
              <a:xfrm>
                <a:off x="6385680" y="1892880"/>
                <a:ext cx="50616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9" name="Ink 18">
                <a:extLst>
                  <a:ext uri="{FF2B5EF4-FFF2-40B4-BE49-F238E27FC236}">
                    <a16:creationId xmlns:a16="http://schemas.microsoft.com/office/drawing/2014/main" id="{536C0552-9618-12FC-49F1-F5B780BC74FB}"/>
                  </a:ext>
                </a:extLst>
              </p14:cNvPr>
              <p14:cNvContentPartPr/>
              <p14:nvPr/>
            </p14:nvContentPartPr>
            <p14:xfrm>
              <a:off x="4330440" y="2876400"/>
              <a:ext cx="2395080" cy="416520"/>
            </p14:xfrm>
          </p:contentPart>
        </mc:Choice>
        <mc:Fallback xmlns="">
          <p:pic>
            <p:nvPicPr>
              <p:cNvPr id="19" name="Ink 18">
                <a:extLst>
                  <a:ext uri="{FF2B5EF4-FFF2-40B4-BE49-F238E27FC236}">
                    <a16:creationId xmlns:a16="http://schemas.microsoft.com/office/drawing/2014/main" id="{536C0552-9618-12FC-49F1-F5B780BC74FB}"/>
                  </a:ext>
                </a:extLst>
              </p:cNvPr>
              <p:cNvPicPr/>
              <p:nvPr/>
            </p:nvPicPr>
            <p:blipFill>
              <a:blip r:embed="rId16"/>
              <a:stretch>
                <a:fillRect/>
              </a:stretch>
            </p:blipFill>
            <p:spPr>
              <a:xfrm>
                <a:off x="4321080" y="2867040"/>
                <a:ext cx="2413800" cy="4352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0" name="Ink 19">
                <a:extLst>
                  <a:ext uri="{FF2B5EF4-FFF2-40B4-BE49-F238E27FC236}">
                    <a16:creationId xmlns:a16="http://schemas.microsoft.com/office/drawing/2014/main" id="{2C3A3AA3-A1B3-D510-EADC-9FC514DE8342}"/>
                  </a:ext>
                </a:extLst>
              </p14:cNvPr>
              <p14:cNvContentPartPr/>
              <p14:nvPr/>
            </p14:nvContentPartPr>
            <p14:xfrm>
              <a:off x="3259080" y="3297600"/>
              <a:ext cx="5330160" cy="1085400"/>
            </p14:xfrm>
          </p:contentPart>
        </mc:Choice>
        <mc:Fallback xmlns="">
          <p:pic>
            <p:nvPicPr>
              <p:cNvPr id="20" name="Ink 19">
                <a:extLst>
                  <a:ext uri="{FF2B5EF4-FFF2-40B4-BE49-F238E27FC236}">
                    <a16:creationId xmlns:a16="http://schemas.microsoft.com/office/drawing/2014/main" id="{2C3A3AA3-A1B3-D510-EADC-9FC514DE8342}"/>
                  </a:ext>
                </a:extLst>
              </p:cNvPr>
              <p:cNvPicPr/>
              <p:nvPr/>
            </p:nvPicPr>
            <p:blipFill>
              <a:blip r:embed="rId18"/>
              <a:stretch>
                <a:fillRect/>
              </a:stretch>
            </p:blipFill>
            <p:spPr>
              <a:xfrm>
                <a:off x="3249720" y="3288240"/>
                <a:ext cx="5348880" cy="1104120"/>
              </a:xfrm>
              <a:prstGeom prst="rect">
                <a:avLst/>
              </a:prstGeom>
            </p:spPr>
          </p:pic>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373BE04-DA5D-2995-BA8B-63267B976B07}"/>
                  </a:ext>
                </a:extLst>
              </p:cNvPr>
              <p:cNvSpPr txBox="1"/>
              <p:nvPr/>
            </p:nvSpPr>
            <p:spPr>
              <a:xfrm>
                <a:off x="186596" y="3408769"/>
                <a:ext cx="2030615" cy="1044004"/>
              </a:xfrm>
              <a:prstGeom prst="rect">
                <a:avLst/>
              </a:prstGeom>
              <a:noFill/>
            </p:spPr>
            <p:txBody>
              <a:bodyPr wrap="square">
                <a:spAutoFit/>
              </a:bodyPr>
              <a:lstStyle/>
              <a:p>
                <a:pPr algn="just"/>
                <a:r>
                  <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This result is </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biased</a:t>
                </a:r>
                <a:r>
                  <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 for an unbiased estimator the result should be </a:t>
                </a:r>
                <a14:m>
                  <m:oMath xmlns:m="http://schemas.openxmlformats.org/officeDocument/2006/math">
                    <m:sSup>
                      <m:sSupPr>
                        <m:ctrlPr>
                          <a:rPr lang="en-GB" sz="1400" i="1">
                            <a:solidFill>
                              <a:srgbClr val="FF0000"/>
                            </a:solidFill>
                            <a:effectLst/>
                            <a:latin typeface="Cambria Math" panose="02040503050406030204" pitchFamily="18" charset="0"/>
                          </a:rPr>
                        </m:ctrlPr>
                      </m:sSupPr>
                      <m:e>
                        <m:r>
                          <a:rPr lang="en-GB" sz="1400"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2</m:t>
                        </m:r>
                      </m:sup>
                    </m:sSup>
                  </m:oMath>
                </a14:m>
                <a:r>
                  <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 not </a:t>
                </a:r>
                <a14:m>
                  <m:oMath xmlns:m="http://schemas.openxmlformats.org/officeDocument/2006/math">
                    <m:sSup>
                      <m:sSupPr>
                        <m:ctrlPr>
                          <a:rPr lang="en-GB" sz="1400" i="1">
                            <a:solidFill>
                              <a:srgbClr val="FF0000"/>
                            </a:solidFill>
                            <a:effectLst/>
                            <a:latin typeface="Cambria Math" panose="02040503050406030204" pitchFamily="18" charset="0"/>
                          </a:rPr>
                        </m:ctrlPr>
                      </m:sSupPr>
                      <m:e>
                        <m:f>
                          <m:fPr>
                            <m:ctrlPr>
                              <a:rPr lang="en-GB" sz="1400" i="1">
                                <a:solidFill>
                                  <a:srgbClr val="FF0000"/>
                                </a:solidFill>
                                <a:effectLst/>
                                <a:latin typeface="Cambria Math" panose="02040503050406030204" pitchFamily="18" charset="0"/>
                              </a:rPr>
                            </m:ctrlPr>
                          </m:fPr>
                          <m:num>
                            <m:r>
                              <a:rPr lang="en-GB" sz="1400"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−1</m:t>
                            </m:r>
                          </m:num>
                          <m:den>
                            <m:r>
                              <a:rPr lang="en-GB" sz="1400"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𝑛</m:t>
                            </m:r>
                          </m:den>
                        </m:f>
                        <m:r>
                          <a:rPr lang="en-GB" sz="1400"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2</m:t>
                        </m:r>
                      </m:sup>
                    </m:sSup>
                  </m:oMath>
                </a14:m>
                <a:r>
                  <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 </a:t>
                </a:r>
                <a:endParaRPr lang="en-GB" sz="1400" dirty="0">
                  <a:solidFill>
                    <a:srgbClr val="FF0000"/>
                  </a:solidFill>
                </a:endParaRPr>
              </a:p>
            </p:txBody>
          </p:sp>
        </mc:Choice>
        <mc:Fallback xmlns="">
          <p:sp>
            <p:nvSpPr>
              <p:cNvPr id="21" name="TextBox 20">
                <a:extLst>
                  <a:ext uri="{FF2B5EF4-FFF2-40B4-BE49-F238E27FC236}">
                    <a16:creationId xmlns:a16="http://schemas.microsoft.com/office/drawing/2014/main" id="{1373BE04-DA5D-2995-BA8B-63267B976B07}"/>
                  </a:ext>
                </a:extLst>
              </p:cNvPr>
              <p:cNvSpPr txBox="1">
                <a:spLocks noRot="1" noChangeAspect="1" noMove="1" noResize="1" noEditPoints="1" noAdjustHandles="1" noChangeArrowheads="1" noChangeShapeType="1" noTextEdit="1"/>
              </p:cNvSpPr>
              <p:nvPr/>
            </p:nvSpPr>
            <p:spPr>
              <a:xfrm>
                <a:off x="186596" y="3408769"/>
                <a:ext cx="2030615" cy="1044004"/>
              </a:xfrm>
              <a:prstGeom prst="rect">
                <a:avLst/>
              </a:prstGeom>
              <a:blipFill>
                <a:blip r:embed="rId19"/>
                <a:stretch>
                  <a:fillRect l="-901" t="-1170" r="-901" b="-1754"/>
                </a:stretch>
              </a:blipFill>
            </p:spPr>
            <p:txBody>
              <a:bodyPr/>
              <a:lstStyle/>
              <a:p>
                <a:r>
                  <a:rPr lang="en-GB">
                    <a:noFill/>
                  </a:rPr>
                  <a:t> </a:t>
                </a:r>
              </a:p>
            </p:txBody>
          </p:sp>
        </mc:Fallback>
      </mc:AlternateContent>
    </p:spTree>
    <p:extLst>
      <p:ext uri="{BB962C8B-B14F-4D97-AF65-F5344CB8AC3E}">
        <p14:creationId xmlns:p14="http://schemas.microsoft.com/office/powerpoint/2010/main" val="3845504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Point Estimations – Estimating the Variance</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8BE5979-D34F-6634-11A6-C29B92129CCF}"/>
                  </a:ext>
                </a:extLst>
              </p:cNvPr>
              <p:cNvSpPr txBox="1"/>
              <p:nvPr/>
            </p:nvSpPr>
            <p:spPr>
              <a:xfrm>
                <a:off x="285306" y="869484"/>
                <a:ext cx="8573386" cy="1263231"/>
              </a:xfrm>
              <a:prstGeom prst="rect">
                <a:avLst/>
              </a:prstGeom>
              <a:noFill/>
            </p:spPr>
            <p:txBody>
              <a:bodyPr wrap="square">
                <a:spAutoFit/>
              </a:bodyPr>
              <a:lstStyle/>
              <a:p>
                <a:pPr algn="just">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The Bessel’s correction </a:t>
                </a:r>
                <a:r>
                  <a:rPr lang="en-GB" sz="1400" dirty="0">
                    <a:effectLst/>
                    <a:latin typeface="Calibri" panose="020F0502020204030204" pitchFamily="34" charset="0"/>
                    <a:ea typeface="DengXian" panose="02010600030101010101" pitchFamily="2" charset="-122"/>
                    <a:cs typeface="Times New Roman" panose="02020603050405020304" pitchFamily="18" charset="0"/>
                  </a:rPr>
                  <a:t>is used as the remedy in this case as below. </a:t>
                </a:r>
              </a:p>
              <a:p>
                <a:pPr algn="just">
                  <a:spcBef>
                    <a:spcPts val="600"/>
                  </a:spcBef>
                  <a:spcAft>
                    <a:spcPts val="6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sSup>
                        <m:sSup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pPr>
                        <m:e>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𝜎</m:t>
                              </m:r>
                            </m:e>
                          </m:acc>
                        </m:e>
                        <m:sup>
                          <m:r>
                            <a:rPr lang="en-GB" sz="1400" i="1">
                              <a:effectLst/>
                              <a:latin typeface="Cambria Math" panose="02040503050406030204" pitchFamily="18" charset="0"/>
                              <a:ea typeface="DengXian" panose="02010600030101010101" pitchFamily="2" charset="-122"/>
                              <a:cs typeface="Calibri" panose="020F0502020204030204" pitchFamily="34" charset="0"/>
                            </a:rPr>
                            <m:t>2</m:t>
                          </m:r>
                        </m:sup>
                      </m:sSup>
                      <m:r>
                        <a:rPr lang="en-GB" sz="14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𝑛</m:t>
                          </m:r>
                        </m:num>
                        <m:den>
                          <m:r>
                            <a:rPr lang="en-GB" sz="1400" i="1">
                              <a:effectLst/>
                              <a:latin typeface="Cambria Math" panose="02040503050406030204" pitchFamily="18" charset="0"/>
                              <a:ea typeface="DengXian" panose="02010600030101010101" pitchFamily="2" charset="-122"/>
                              <a:cs typeface="Calibri" panose="020F0502020204030204" pitchFamily="34" charset="0"/>
                            </a:rPr>
                            <m:t>𝑛</m:t>
                          </m:r>
                          <m:r>
                            <a:rPr lang="en-GB" sz="1400" i="1">
                              <a:effectLst/>
                              <a:latin typeface="Cambria Math" panose="02040503050406030204" pitchFamily="18" charset="0"/>
                              <a:ea typeface="DengXian" panose="02010600030101010101" pitchFamily="2" charset="-122"/>
                              <a:cs typeface="Calibri" panose="020F0502020204030204" pitchFamily="34" charset="0"/>
                            </a:rPr>
                            <m:t>−1</m:t>
                          </m:r>
                        </m:den>
                      </m:f>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nary>
                            <m:naryPr>
                              <m:chr m:val="∑"/>
                              <m:limLoc m:val="undOvr"/>
                              <m:subHide m:val="on"/>
                              <m:sup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naryPr>
                            <m:sub/>
                            <m:sup/>
                            <m:e>
                              <m:sSup>
                                <m:sSup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pPr>
                                <m:e>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𝑥</m:t>
                                  </m:r>
                                  <m:r>
                                    <a:rPr lang="en-GB" sz="1400" i="1">
                                      <a:effectLst/>
                                      <a:latin typeface="Cambria Math" panose="02040503050406030204" pitchFamily="18" charset="0"/>
                                      <a:ea typeface="DengXian" panose="02010600030101010101" pitchFamily="2" charset="-122"/>
                                      <a:cs typeface="Calibri" panose="020F0502020204030204" pitchFamily="34" charset="0"/>
                                    </a:rPr>
                                    <m:t>−</m:t>
                                  </m:r>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𝜇</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e>
                                <m:sup>
                                  <m:r>
                                    <a:rPr lang="en-GB" sz="1400" i="1">
                                      <a:effectLst/>
                                      <a:latin typeface="Cambria Math" panose="02040503050406030204" pitchFamily="18" charset="0"/>
                                      <a:ea typeface="DengXian" panose="02010600030101010101" pitchFamily="2" charset="-122"/>
                                      <a:cs typeface="Calibri" panose="020F0502020204030204" pitchFamily="34" charset="0"/>
                                    </a:rPr>
                                    <m:t>2</m:t>
                                  </m:r>
                                </m:sup>
                              </m:sSup>
                            </m:e>
                          </m:nary>
                        </m:num>
                        <m:den>
                          <m:r>
                            <a:rPr lang="en-GB" sz="1400" i="1">
                              <a:effectLst/>
                              <a:latin typeface="Cambria Math" panose="02040503050406030204" pitchFamily="18" charset="0"/>
                              <a:ea typeface="DengXian" panose="02010600030101010101" pitchFamily="2" charset="-122"/>
                              <a:cs typeface="Calibri" panose="020F0502020204030204" pitchFamily="34" charset="0"/>
                            </a:rPr>
                            <m:t>𝑛</m:t>
                          </m:r>
                        </m:den>
                      </m:f>
                      <m:r>
                        <a:rPr lang="en-GB" sz="14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nary>
                            <m:naryPr>
                              <m:chr m:val="∑"/>
                              <m:limLoc m:val="undOvr"/>
                              <m:subHide m:val="on"/>
                              <m:sup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naryPr>
                            <m:sub/>
                            <m:sup/>
                            <m:e>
                              <m:sSup>
                                <m:sSup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pPr>
                                <m:e>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𝑥</m:t>
                                  </m:r>
                                  <m:r>
                                    <a:rPr lang="en-GB" sz="1400" i="1">
                                      <a:effectLst/>
                                      <a:latin typeface="Cambria Math" panose="02040503050406030204" pitchFamily="18" charset="0"/>
                                      <a:ea typeface="DengXian" panose="02010600030101010101" pitchFamily="2" charset="-122"/>
                                      <a:cs typeface="Calibri" panose="020F0502020204030204" pitchFamily="34" charset="0"/>
                                    </a:rPr>
                                    <m:t>−</m:t>
                                  </m:r>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𝜇</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e>
                                <m:sup>
                                  <m:r>
                                    <a:rPr lang="en-GB" sz="1400" i="1">
                                      <a:effectLst/>
                                      <a:latin typeface="Cambria Math" panose="02040503050406030204" pitchFamily="18" charset="0"/>
                                      <a:ea typeface="DengXian" panose="02010600030101010101" pitchFamily="2" charset="-122"/>
                                      <a:cs typeface="Calibri" panose="020F0502020204030204" pitchFamily="34" charset="0"/>
                                    </a:rPr>
                                    <m:t>2</m:t>
                                  </m:r>
                                </m:sup>
                              </m:sSup>
                            </m:e>
                          </m:nary>
                        </m:num>
                        <m:den>
                          <m:r>
                            <a:rPr lang="en-GB" sz="1400" i="1">
                              <a:effectLst/>
                              <a:latin typeface="Cambria Math" panose="02040503050406030204" pitchFamily="18" charset="0"/>
                              <a:ea typeface="DengXian" panose="02010600030101010101" pitchFamily="2" charset="-122"/>
                              <a:cs typeface="Calibri" panose="020F0502020204030204" pitchFamily="34" charset="0"/>
                            </a:rPr>
                            <m:t>𝑛</m:t>
                          </m:r>
                          <m:r>
                            <a:rPr lang="en-GB" sz="1400" i="1">
                              <a:effectLst/>
                              <a:latin typeface="Cambria Math" panose="02040503050406030204" pitchFamily="18" charset="0"/>
                              <a:ea typeface="DengXian" panose="02010600030101010101" pitchFamily="2" charset="-122"/>
                              <a:cs typeface="Calibri" panose="020F0502020204030204" pitchFamily="34" charset="0"/>
                            </a:rPr>
                            <m:t>−1</m:t>
                          </m:r>
                        </m:den>
                      </m:f>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F8BE5979-D34F-6634-11A6-C29B92129CCF}"/>
                  </a:ext>
                </a:extLst>
              </p:cNvPr>
              <p:cNvSpPr txBox="1">
                <a:spLocks noRot="1" noChangeAspect="1" noMove="1" noResize="1" noEditPoints="1" noAdjustHandles="1" noChangeArrowheads="1" noChangeShapeType="1" noTextEdit="1"/>
              </p:cNvSpPr>
              <p:nvPr/>
            </p:nvSpPr>
            <p:spPr>
              <a:xfrm>
                <a:off x="285306" y="869484"/>
                <a:ext cx="8573386" cy="1263231"/>
              </a:xfrm>
              <a:prstGeom prst="rect">
                <a:avLst/>
              </a:prstGeom>
              <a:blipFill>
                <a:blip r:embed="rId3"/>
                <a:stretch>
                  <a:fillRect l="-213" t="-96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7E8B3CD-8230-0BAF-EEA0-01F69495DBEC}"/>
                  </a:ext>
                </a:extLst>
              </p:cNvPr>
              <p:cNvSpPr txBox="1"/>
              <p:nvPr/>
            </p:nvSpPr>
            <p:spPr>
              <a:xfrm>
                <a:off x="285306" y="2488912"/>
                <a:ext cx="8520027" cy="1785104"/>
              </a:xfrm>
              <a:prstGeom prst="rect">
                <a:avLst/>
              </a:prstGeom>
              <a:noFill/>
            </p:spPr>
            <p:txBody>
              <a:bodyPr wrap="square">
                <a:spAutoFit/>
              </a:bodyPr>
              <a:lstStyle/>
              <a:p>
                <a:pPr algn="just">
                  <a:spcBef>
                    <a:spcPts val="600"/>
                  </a:spcBef>
                  <a:spcAft>
                    <a:spcPts val="600"/>
                  </a:spcAft>
                </a:pPr>
                <a:r>
                  <a:rPr lang="en-GB" sz="1400" dirty="0">
                    <a:effectLst/>
                    <a:latin typeface="Calibri" panose="020F0502020204030204" pitchFamily="34" charset="0"/>
                    <a:ea typeface="DengXian" panose="02010600030101010101" pitchFamily="2" charset="-122"/>
                  </a:rPr>
                  <a:t>Two points to note here:</a:t>
                </a:r>
              </a:p>
              <a:p>
                <a:pPr marL="285750" indent="-285750" algn="just">
                  <a:spcBef>
                    <a:spcPts val="600"/>
                  </a:spcBef>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cs typeface="Times New Roman" panose="02020603050405020304" pitchFamily="18" charset="0"/>
                  </a:rPr>
                  <a:t>You should not take samples of size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since the variance cannot be estimated from such samples.</a:t>
                </a:r>
              </a:p>
              <a:p>
                <a:pPr marL="285750" indent="-285750" algn="just">
                  <a:spcBef>
                    <a:spcPts val="600"/>
                  </a:spcBef>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cs typeface="Calibri" panose="020F0502020204030204" pitchFamily="34" charset="0"/>
                  </a:rPr>
                  <a:t>This is also the reason why we used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𝑛</m:t>
                    </m:r>
                    <m:r>
                      <a:rPr lang="en-GB" sz="1400" i="1">
                        <a:effectLst/>
                        <a:latin typeface="Cambria Math" panose="02040503050406030204" pitchFamily="18" charset="0"/>
                        <a:ea typeface="DengXian" panose="02010600030101010101" pitchFamily="2" charset="-122"/>
                        <a:cs typeface="Calibri" panose="020F0502020204030204" pitchFamily="34" charset="0"/>
                      </a:rPr>
                      <m:t>−1</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to calculate the sample variance in </a:t>
                </a:r>
                <a:r>
                  <a:rPr lang="en-GB" sz="1400" b="1" dirty="0">
                    <a:effectLst/>
                    <a:latin typeface="Calibri" panose="020F0502020204030204" pitchFamily="34" charset="0"/>
                    <a:ea typeface="DengXian" panose="02010600030101010101" pitchFamily="2" charset="-122"/>
                    <a:cs typeface="Calibri" panose="020F0502020204030204" pitchFamily="34" charset="0"/>
                  </a:rPr>
                  <a:t>Week </a:t>
                </a:r>
                <a:r>
                  <a:rPr lang="en-GB" sz="1400" dirty="0">
                    <a:effectLst/>
                    <a:latin typeface="Calibri" panose="020F0502020204030204" pitchFamily="34" charset="0"/>
                    <a:ea typeface="DengXian" panose="02010600030101010101" pitchFamily="2" charset="-122"/>
                    <a:cs typeface="Calibri" panose="020F0502020204030204" pitchFamily="34" charset="0"/>
                  </a:rPr>
                  <a:t>1.3.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lgn="just">
                  <a:spcBef>
                    <a:spcPts val="600"/>
                  </a:spcBef>
                  <a:spcAft>
                    <a:spcPts val="600"/>
                  </a:spcAft>
                  <a:buFont typeface="Arial" panose="020B0604020202020204" pitchFamily="34" charset="0"/>
                  <a:buChar char="•"/>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pPr>
                <a:endParaRPr lang="en-GB" sz="1400" dirty="0"/>
              </a:p>
            </p:txBody>
          </p:sp>
        </mc:Choice>
        <mc:Fallback xmlns="">
          <p:sp>
            <p:nvSpPr>
              <p:cNvPr id="7" name="TextBox 6">
                <a:extLst>
                  <a:ext uri="{FF2B5EF4-FFF2-40B4-BE49-F238E27FC236}">
                    <a16:creationId xmlns:a16="http://schemas.microsoft.com/office/drawing/2014/main" id="{E7E8B3CD-8230-0BAF-EEA0-01F69495DBEC}"/>
                  </a:ext>
                </a:extLst>
              </p:cNvPr>
              <p:cNvSpPr txBox="1">
                <a:spLocks noRot="1" noChangeAspect="1" noMove="1" noResize="1" noEditPoints="1" noAdjustHandles="1" noChangeArrowheads="1" noChangeShapeType="1" noTextEdit="1"/>
              </p:cNvSpPr>
              <p:nvPr/>
            </p:nvSpPr>
            <p:spPr>
              <a:xfrm>
                <a:off x="285306" y="2488912"/>
                <a:ext cx="8520027" cy="1785104"/>
              </a:xfrm>
              <a:prstGeom prst="rect">
                <a:avLst/>
              </a:prstGeom>
              <a:blipFill>
                <a:blip r:embed="rId4"/>
                <a:stretch>
                  <a:fillRect l="-215" t="-341"/>
                </a:stretch>
              </a:blipFill>
            </p:spPr>
            <p:txBody>
              <a:bodyPr/>
              <a:lstStyle/>
              <a:p>
                <a:r>
                  <a:rPr lang="en-GB">
                    <a:noFill/>
                  </a:rPr>
                  <a:t> </a:t>
                </a:r>
              </a:p>
            </p:txBody>
          </p:sp>
        </mc:Fallback>
      </mc:AlternateContent>
    </p:spTree>
    <p:extLst>
      <p:ext uri="{BB962C8B-B14F-4D97-AF65-F5344CB8AC3E}">
        <p14:creationId xmlns:p14="http://schemas.microsoft.com/office/powerpoint/2010/main" val="435320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Interval Estimation</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4" name="TextBox 3">
            <a:extLst>
              <a:ext uri="{FF2B5EF4-FFF2-40B4-BE49-F238E27FC236}">
                <a16:creationId xmlns:a16="http://schemas.microsoft.com/office/drawing/2014/main" id="{1CB7577E-AF76-899D-235B-FA74F08C5C92}"/>
              </a:ext>
            </a:extLst>
          </p:cNvPr>
          <p:cNvSpPr txBox="1"/>
          <p:nvPr/>
        </p:nvSpPr>
        <p:spPr>
          <a:xfrm>
            <a:off x="186596" y="780584"/>
            <a:ext cx="8672096" cy="2646878"/>
          </a:xfrm>
          <a:prstGeom prst="rect">
            <a:avLst/>
          </a:prstGeom>
          <a:noFill/>
        </p:spPr>
        <p:txBody>
          <a:bodyPr wrap="square">
            <a:spAutoFit/>
          </a:bodyPr>
          <a:lstStyle/>
          <a:p>
            <a:pPr algn="just">
              <a:spcBef>
                <a:spcPts val="600"/>
              </a:spcBef>
              <a:spcAft>
                <a:spcPts val="600"/>
              </a:spcAft>
            </a:pPr>
            <a:r>
              <a:rPr lang="en-GB" sz="1400" dirty="0">
                <a:effectLst/>
                <a:latin typeface="Calibri" panose="020F0502020204030204" pitchFamily="34" charset="0"/>
                <a:ea typeface="DengXian" panose="02010600030101010101" pitchFamily="2" charset="-122"/>
              </a:rPr>
              <a:t>Much of machine learning involves estimating the performance of a machine learning algorithm on unseen data. </a:t>
            </a:r>
            <a:r>
              <a:rPr lang="en-GB" sz="1400" b="1" dirty="0">
                <a:effectLst/>
                <a:latin typeface="Calibri" panose="020F0502020204030204" pitchFamily="34" charset="0"/>
                <a:ea typeface="DengXian" panose="02010600030101010101" pitchFamily="2" charset="-122"/>
              </a:rPr>
              <a:t>Confidence intervals</a:t>
            </a:r>
            <a:r>
              <a:rPr lang="en-GB" sz="1400" dirty="0">
                <a:effectLst/>
                <a:latin typeface="Calibri" panose="020F0502020204030204" pitchFamily="34" charset="0"/>
                <a:ea typeface="DengXian" panose="02010600030101010101" pitchFamily="2" charset="-122"/>
              </a:rPr>
              <a:t> are a way of quantifying the uncertainty of an estimate. </a:t>
            </a:r>
          </a:p>
          <a:p>
            <a:pPr marL="285750" indent="-285750" algn="just">
              <a:spcBef>
                <a:spcPts val="600"/>
              </a:spcBef>
              <a:spcAft>
                <a:spcPts val="600"/>
              </a:spcAft>
              <a:buFont typeface="Arial" panose="020B0604020202020204" pitchFamily="34" charset="0"/>
              <a:buChar char="•"/>
            </a:pPr>
            <a:r>
              <a:rPr lang="en-GB" sz="1400" b="1" dirty="0">
                <a:effectLst/>
                <a:latin typeface="Calibri" panose="020F0502020204030204" pitchFamily="34" charset="0"/>
                <a:ea typeface="DengXian" panose="02010600030101010101" pitchFamily="2" charset="-122"/>
              </a:rPr>
              <a:t>Confidence intervals</a:t>
            </a:r>
            <a:r>
              <a:rPr lang="en-GB" sz="1400" dirty="0">
                <a:effectLst/>
                <a:latin typeface="Calibri" panose="020F0502020204030204" pitchFamily="34" charset="0"/>
                <a:ea typeface="DengXian" panose="02010600030101010101" pitchFamily="2" charset="-122"/>
              </a:rPr>
              <a:t> are a way of quantifying the </a:t>
            </a:r>
            <a:r>
              <a:rPr lang="en-GB" sz="1400" b="1" dirty="0">
                <a:solidFill>
                  <a:srgbClr val="FF0000"/>
                </a:solidFill>
                <a:effectLst/>
                <a:latin typeface="Calibri" panose="020F0502020204030204" pitchFamily="34" charset="0"/>
                <a:ea typeface="DengXian" panose="02010600030101010101" pitchFamily="2" charset="-122"/>
              </a:rPr>
              <a:t>uncertainty </a:t>
            </a:r>
            <a:r>
              <a:rPr lang="en-GB" sz="1400" dirty="0">
                <a:effectLst/>
                <a:latin typeface="Calibri" panose="020F0502020204030204" pitchFamily="34" charset="0"/>
                <a:ea typeface="DengXian" panose="02010600030101010101" pitchFamily="2" charset="-122"/>
              </a:rPr>
              <a:t>of an estimate. They can be used to add a bounds or likelihood on a population parameter, such as a mean, estimated from a sample of independent observations from the population.</a:t>
            </a:r>
          </a:p>
          <a:p>
            <a:pPr marL="285750" indent="-285750" algn="just">
              <a:spcBef>
                <a:spcPts val="600"/>
              </a:spcBef>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rPr>
              <a:t>A confidence interval is different from a </a:t>
            </a:r>
            <a:r>
              <a:rPr lang="en-GB" sz="1400" i="1" dirty="0">
                <a:effectLst/>
                <a:latin typeface="Calibri" panose="020F0502020204030204" pitchFamily="34" charset="0"/>
                <a:ea typeface="DengXian" panose="02010600030101010101" pitchFamily="2" charset="-122"/>
              </a:rPr>
              <a:t>tolerance interval</a:t>
            </a:r>
            <a:r>
              <a:rPr lang="en-GB" sz="1400" dirty="0">
                <a:effectLst/>
                <a:latin typeface="Calibri" panose="020F0502020204030204" pitchFamily="34" charset="0"/>
                <a:ea typeface="DengXian" panose="02010600030101010101" pitchFamily="2" charset="-122"/>
              </a:rPr>
              <a:t> that describes the bounds of data sampled from the distribution. </a:t>
            </a:r>
          </a:p>
          <a:p>
            <a:pPr marL="285750" indent="-285750" algn="just">
              <a:spcBef>
                <a:spcPts val="600"/>
              </a:spcBef>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rPr>
              <a:t>It is also different from a </a:t>
            </a:r>
            <a:r>
              <a:rPr lang="en-GB" sz="1400" i="1" dirty="0">
                <a:effectLst/>
                <a:latin typeface="Calibri" panose="020F0502020204030204" pitchFamily="34" charset="0"/>
                <a:ea typeface="DengXian" panose="02010600030101010101" pitchFamily="2" charset="-122"/>
              </a:rPr>
              <a:t>prediction interval</a:t>
            </a:r>
            <a:r>
              <a:rPr lang="en-GB" sz="1400" dirty="0">
                <a:effectLst/>
                <a:latin typeface="Calibri" panose="020F0502020204030204" pitchFamily="34" charset="0"/>
                <a:ea typeface="DengXian" panose="02010600030101010101" pitchFamily="2" charset="-122"/>
              </a:rPr>
              <a:t> that describes the bounds on a single observation.</a:t>
            </a:r>
          </a:p>
          <a:p>
            <a:pPr marL="285750" indent="-285750" algn="just">
              <a:spcBef>
                <a:spcPts val="600"/>
              </a:spcBef>
              <a:spcAft>
                <a:spcPts val="600"/>
              </a:spcAft>
              <a:buFont typeface="Arial" panose="020B0604020202020204" pitchFamily="34" charset="0"/>
              <a:buChar char="•"/>
            </a:pPr>
            <a:endParaRPr lang="en-GB" sz="14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64EA119-5595-8B1C-75FF-76C85B3D66F2}"/>
                  </a:ext>
                </a:extLst>
              </p:cNvPr>
              <p:cNvSpPr txBox="1"/>
              <p:nvPr/>
            </p:nvSpPr>
            <p:spPr>
              <a:xfrm>
                <a:off x="186596" y="3325453"/>
                <a:ext cx="8672096" cy="738664"/>
              </a:xfrm>
              <a:prstGeom prst="rect">
                <a:avLst/>
              </a:prstGeom>
              <a:noFill/>
            </p:spPr>
            <p:txBody>
              <a:bodyPr wrap="square">
                <a:spAutoFit/>
              </a:bodyPr>
              <a:lstStyle/>
              <a:p>
                <a:pPr algn="just">
                  <a:spcBef>
                    <a:spcPts val="600"/>
                  </a:spcBef>
                  <a:spcAft>
                    <a:spcPts val="600"/>
                  </a:spcAft>
                </a:pPr>
                <a:r>
                  <a:rPr lang="en-GB" sz="1400" b="1" dirty="0">
                    <a:effectLst/>
                    <a:latin typeface="Calibri" panose="020F0502020204030204" pitchFamily="34" charset="0"/>
                    <a:ea typeface="DengXian" panose="02010600030101010101" pitchFamily="2" charset="-122"/>
                  </a:rPr>
                  <a:t>Confidence intervals </a:t>
                </a:r>
                <a:r>
                  <a:rPr lang="en-GB" sz="1400" dirty="0">
                    <a:effectLst/>
                    <a:latin typeface="Calibri" panose="020F0502020204030204" pitchFamily="34" charset="0"/>
                    <a:ea typeface="DengXian" panose="02010600030101010101" pitchFamily="2" charset="-122"/>
                  </a:rPr>
                  <a:t>could be used in presenting the skill of a predictive model, e.g. </a:t>
                </a:r>
                <a:r>
                  <a:rPr lang="en-GB" sz="1400" i="1" dirty="0">
                    <a:effectLst/>
                    <a:latin typeface="Calibri" panose="020F0502020204030204" pitchFamily="34" charset="0"/>
                    <a:ea typeface="DengXian" panose="02010600030101010101" pitchFamily="2" charset="-122"/>
                  </a:rPr>
                  <a:t>the accuracy of the model is </a:t>
                </a:r>
                <a14:m>
                  <m:oMath xmlns:m="http://schemas.openxmlformats.org/officeDocument/2006/math">
                    <m:r>
                      <a:rPr lang="en-GB" sz="1400" b="1"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𝒂</m:t>
                    </m:r>
                    <m:r>
                      <a:rPr lang="en-GB" sz="1400" b="1"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 </m:t>
                    </m:r>
                    <m:r>
                      <a:rPr lang="en-GB" sz="1400" b="1"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𝒃</m:t>
                    </m:r>
                  </m:oMath>
                </a14:m>
                <a:r>
                  <a:rPr lang="en-GB" sz="1400" b="1" i="1" dirty="0">
                    <a:solidFill>
                      <a:srgbClr val="FF0000"/>
                    </a:solidFill>
                    <a:effectLst/>
                    <a:latin typeface="Calibri" panose="020F0502020204030204" pitchFamily="34" charset="0"/>
                    <a:ea typeface="DengXian" panose="02010600030101010101" pitchFamily="2" charset="-122"/>
                  </a:rPr>
                  <a:t> </a:t>
                </a:r>
                <a:r>
                  <a:rPr lang="en-GB" sz="1400" i="1" dirty="0">
                    <a:effectLst/>
                    <a:latin typeface="Calibri" panose="020F0502020204030204" pitchFamily="34" charset="0"/>
                    <a:ea typeface="DengXian" panose="02010600030101010101" pitchFamily="2" charset="-122"/>
                  </a:rPr>
                  <a:t>at the </a:t>
                </a:r>
                <a14:m>
                  <m:oMath xmlns:m="http://schemas.openxmlformats.org/officeDocument/2006/math">
                    <m:r>
                      <a:rPr lang="en-GB" sz="1400" b="1"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𝟗𝟓</m:t>
                    </m:r>
                    <m:r>
                      <a:rPr lang="en-GB" sz="1400" b="1" i="1" smtClean="0">
                        <a:solidFill>
                          <a:srgbClr val="FF0000"/>
                        </a:solidFill>
                        <a:effectLst/>
                        <a:latin typeface="Cambria Math" panose="02040503050406030204" pitchFamily="18" charset="0"/>
                        <a:ea typeface="DengXian" panose="02010600030101010101" pitchFamily="2" charset="-122"/>
                        <a:cs typeface="Calibri" panose="020F0502020204030204" pitchFamily="34" charset="0"/>
                      </a:rPr>
                      <m:t>%</m:t>
                    </m:r>
                  </m:oMath>
                </a14:m>
                <a:r>
                  <a:rPr lang="en-GB" sz="1400" b="1" i="1" dirty="0">
                    <a:solidFill>
                      <a:srgbClr val="FF0000"/>
                    </a:solidFill>
                    <a:effectLst/>
                    <a:latin typeface="Calibri" panose="020F0502020204030204" pitchFamily="34" charset="0"/>
                    <a:ea typeface="DengXian" panose="02010600030101010101" pitchFamily="2" charset="-122"/>
                  </a:rPr>
                  <a:t> confidence level</a:t>
                </a:r>
                <a:r>
                  <a:rPr lang="en-GB" sz="1400" dirty="0">
                    <a:effectLst/>
                    <a:latin typeface="Calibri" panose="020F0502020204030204" pitchFamily="34" charset="0"/>
                    <a:ea typeface="DengXian" panose="02010600030101010101" pitchFamily="2" charset="-122"/>
                  </a:rPr>
                  <a:t>. The value of a confidence interval is its ability to quantify the uncertainty of the estimate.  It provides both a lower and upper bound and a likelihood. </a:t>
                </a:r>
                <a:endParaRPr lang="en-GB" sz="1400" dirty="0"/>
              </a:p>
            </p:txBody>
          </p:sp>
        </mc:Choice>
        <mc:Fallback xmlns="">
          <p:sp>
            <p:nvSpPr>
              <p:cNvPr id="8" name="TextBox 7">
                <a:extLst>
                  <a:ext uri="{FF2B5EF4-FFF2-40B4-BE49-F238E27FC236}">
                    <a16:creationId xmlns:a16="http://schemas.microsoft.com/office/drawing/2014/main" id="{E64EA119-5595-8B1C-75FF-76C85B3D66F2}"/>
                  </a:ext>
                </a:extLst>
              </p:cNvPr>
              <p:cNvSpPr txBox="1">
                <a:spLocks noRot="1" noChangeAspect="1" noMove="1" noResize="1" noEditPoints="1" noAdjustHandles="1" noChangeArrowheads="1" noChangeShapeType="1" noTextEdit="1"/>
              </p:cNvSpPr>
              <p:nvPr/>
            </p:nvSpPr>
            <p:spPr>
              <a:xfrm>
                <a:off x="186596" y="3325453"/>
                <a:ext cx="8672096" cy="738664"/>
              </a:xfrm>
              <a:prstGeom prst="rect">
                <a:avLst/>
              </a:prstGeom>
              <a:blipFill>
                <a:blip r:embed="rId3"/>
                <a:stretch>
                  <a:fillRect l="-211" t="-1653" r="-211" b="-8264"/>
                </a:stretch>
              </a:blipFill>
            </p:spPr>
            <p:txBody>
              <a:bodyPr/>
              <a:lstStyle/>
              <a:p>
                <a:r>
                  <a:rPr lang="en-GB">
                    <a:noFill/>
                  </a:rPr>
                  <a:t> </a:t>
                </a:r>
              </a:p>
            </p:txBody>
          </p:sp>
        </mc:Fallback>
      </mc:AlternateContent>
    </p:spTree>
    <p:extLst>
      <p:ext uri="{BB962C8B-B14F-4D97-AF65-F5344CB8AC3E}">
        <p14:creationId xmlns:p14="http://schemas.microsoft.com/office/powerpoint/2010/main" val="2997237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Interval Estimation – The Mean</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EC2094E-1CAD-DE33-8BD4-486604F3B819}"/>
                  </a:ext>
                </a:extLst>
              </p:cNvPr>
              <p:cNvSpPr txBox="1"/>
              <p:nvPr/>
            </p:nvSpPr>
            <p:spPr>
              <a:xfrm>
                <a:off x="186595" y="638209"/>
                <a:ext cx="8672097" cy="1345433"/>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sample mean </a:t>
                </a:r>
                <a14:m>
                  <m:oMath xmlns:m="http://schemas.openxmlformats.org/officeDocument/2006/math">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sSub>
                          <m:sSub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b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sub>
                            <m:r>
                              <a:rPr lang="en-GB" sz="1400" i="1">
                                <a:effectLst/>
                                <a:latin typeface="Cambria Math" panose="02040503050406030204" pitchFamily="18" charset="0"/>
                                <a:ea typeface="DengXian" panose="02010600030101010101" pitchFamily="2" charset="-122"/>
                                <a:cs typeface="Calibri" panose="020F0502020204030204" pitchFamily="34" charset="0"/>
                              </a:rPr>
                              <m:t>1</m:t>
                            </m:r>
                          </m:sub>
                        </m:sSub>
                        <m:r>
                          <a:rPr lang="en-GB" sz="1400" i="1">
                            <a:effectLst/>
                            <a:latin typeface="Cambria Math" panose="02040503050406030204" pitchFamily="18" charset="0"/>
                            <a:ea typeface="DengXian" panose="02010600030101010101" pitchFamily="2" charset="-122"/>
                            <a:cs typeface="Calibri" panose="020F0502020204030204" pitchFamily="34" charset="0"/>
                          </a:rPr>
                          <m:t>+</m:t>
                        </m:r>
                        <m:sSub>
                          <m:sSub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b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sub>
                            <m:r>
                              <a:rPr lang="en-GB" sz="1400" i="1">
                                <a:effectLst/>
                                <a:latin typeface="Cambria Math" panose="02040503050406030204" pitchFamily="18" charset="0"/>
                                <a:ea typeface="DengXian" panose="02010600030101010101" pitchFamily="2" charset="-122"/>
                                <a:cs typeface="Calibri" panose="020F0502020204030204" pitchFamily="34" charset="0"/>
                              </a:rPr>
                              <m:t>2</m:t>
                            </m:r>
                          </m:sub>
                        </m:sSub>
                        <m:r>
                          <a:rPr lang="en-GB" sz="1400" i="1">
                            <a:effectLst/>
                            <a:latin typeface="Cambria Math" panose="02040503050406030204" pitchFamily="18" charset="0"/>
                            <a:ea typeface="DengXian" panose="02010600030101010101" pitchFamily="2" charset="-122"/>
                            <a:cs typeface="Calibri" panose="020F0502020204030204" pitchFamily="34" charset="0"/>
                          </a:rPr>
                          <m:t>+⋯</m:t>
                        </m:r>
                        <m:sSub>
                          <m:sSub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b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sub>
                            <m:r>
                              <a:rPr lang="en-GB" sz="1400" i="1">
                                <a:effectLst/>
                                <a:latin typeface="Cambria Math" panose="02040503050406030204" pitchFamily="18" charset="0"/>
                                <a:ea typeface="DengXian" panose="02010600030101010101" pitchFamily="2" charset="-122"/>
                                <a:cs typeface="Calibri" panose="020F0502020204030204" pitchFamily="34" charset="0"/>
                              </a:rPr>
                              <m:t>𝑛</m:t>
                            </m:r>
                          </m:sub>
                        </m:sSub>
                      </m:num>
                      <m:den>
                        <m:r>
                          <a:rPr lang="en-GB" sz="1400" i="1">
                            <a:effectLst/>
                            <a:latin typeface="Cambria Math" panose="02040503050406030204" pitchFamily="18" charset="0"/>
                            <a:ea typeface="DengXian" panose="02010600030101010101" pitchFamily="2" charset="-122"/>
                            <a:cs typeface="Calibri" panose="020F0502020204030204" pitchFamily="34" charset="0"/>
                          </a:rPr>
                          <m:t>𝑛</m:t>
                        </m:r>
                      </m:den>
                    </m:f>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a good estimator of the population mean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𝜇</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However, </a:t>
                </a:r>
                <a14:m>
                  <m:oMath xmlns:m="http://schemas.openxmlformats.org/officeDocument/2006/math">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acc>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unlikely to be exactly equal to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𝜇</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given a sample of size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𝑛</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It is sensible that </a:t>
                </a:r>
                <a:r>
                  <a:rPr lang="en-GB" sz="1400" dirty="0">
                    <a:effectLst/>
                    <a:latin typeface="Calibri" panose="020F0502020204030204" pitchFamily="34" charset="0"/>
                    <a:ea typeface="DengXian" panose="02010600030101010101" pitchFamily="2" charset="-122"/>
                    <a:cs typeface="Calibri" panose="020F0502020204030204" pitchFamily="34" charset="0"/>
                  </a:rPr>
                  <a:t>we construct an </a:t>
                </a:r>
                <a:r>
                  <a:rPr lang="en-GB" sz="1400" b="1" dirty="0">
                    <a:effectLst/>
                    <a:latin typeface="Calibri" panose="020F0502020204030204" pitchFamily="34" charset="0"/>
                    <a:ea typeface="DengXian" panose="02010600030101010101" pitchFamily="2" charset="-122"/>
                    <a:cs typeface="Calibri" panose="020F0502020204030204" pitchFamily="34" charset="0"/>
                  </a:rPr>
                  <a:t>interval</a:t>
                </a:r>
                <a:r>
                  <a:rPr lang="en-GB" sz="1400" dirty="0">
                    <a:effectLst/>
                    <a:latin typeface="Calibri" panose="020F0502020204030204" pitchFamily="34" charset="0"/>
                    <a:ea typeface="DengXian" panose="02010600030101010101" pitchFamily="2" charset="-122"/>
                    <a:cs typeface="Calibri" panose="020F0502020204030204" pitchFamily="34" charset="0"/>
                  </a:rPr>
                  <a:t> around </a:t>
                </a:r>
                <a14:m>
                  <m:oMath xmlns:m="http://schemas.openxmlformats.org/officeDocument/2006/math">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acc>
                  </m:oMath>
                </a14:m>
                <a:r>
                  <a:rPr lang="en-GB" sz="1400" dirty="0">
                    <a:effectLst/>
                    <a:latin typeface="Calibri" panose="020F0502020204030204" pitchFamily="34" charset="0"/>
                    <a:ea typeface="DengXian" panose="02010600030101010101" pitchFamily="2" charset="-122"/>
                    <a:cs typeface="Calibri" panose="020F0502020204030204" pitchFamily="34" charset="0"/>
                  </a:rPr>
                  <a:t> in such a way that we can quantify the </a:t>
                </a:r>
                <a:r>
                  <a:rPr lang="en-GB" sz="1400" b="1" dirty="0">
                    <a:effectLst/>
                    <a:latin typeface="Calibri" panose="020F0502020204030204" pitchFamily="34" charset="0"/>
                    <a:ea typeface="DengXian" panose="02010600030101010101" pitchFamily="2" charset="-122"/>
                    <a:cs typeface="Calibri" panose="020F0502020204030204" pitchFamily="34" charset="0"/>
                  </a:rPr>
                  <a:t>confidence</a:t>
                </a:r>
                <a:r>
                  <a:rPr lang="en-GB" sz="1400" dirty="0">
                    <a:effectLst/>
                    <a:latin typeface="Calibri" panose="020F0502020204030204" pitchFamily="34" charset="0"/>
                    <a:ea typeface="DengXian" panose="02010600030101010101" pitchFamily="2" charset="-122"/>
                    <a:cs typeface="Calibri" panose="020F0502020204030204" pitchFamily="34" charset="0"/>
                  </a:rPr>
                  <a:t> that the interval actually contains the population mean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𝜇</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5EC2094E-1CAD-DE33-8BD4-486604F3B819}"/>
                  </a:ext>
                </a:extLst>
              </p:cNvPr>
              <p:cNvSpPr txBox="1">
                <a:spLocks noRot="1" noChangeAspect="1" noMove="1" noResize="1" noEditPoints="1" noAdjustHandles="1" noChangeArrowheads="1" noChangeShapeType="1" noTextEdit="1"/>
              </p:cNvSpPr>
              <p:nvPr/>
            </p:nvSpPr>
            <p:spPr>
              <a:xfrm>
                <a:off x="186595" y="638209"/>
                <a:ext cx="8672097" cy="1345433"/>
              </a:xfrm>
              <a:prstGeom prst="rect">
                <a:avLst/>
              </a:prstGeom>
              <a:blipFill>
                <a:blip r:embed="rId3"/>
                <a:stretch>
                  <a:fillRect l="-141" r="-211" b="-40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8A9FA35-DC07-AEDD-7C45-51450BA50947}"/>
                  </a:ext>
                </a:extLst>
              </p:cNvPr>
              <p:cNvSpPr txBox="1"/>
              <p:nvPr/>
            </p:nvSpPr>
            <p:spPr>
              <a:xfrm>
                <a:off x="186594" y="2051422"/>
                <a:ext cx="8672097" cy="616066"/>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From the </a:t>
                </a:r>
                <a:r>
                  <a:rPr lang="en-GB" sz="1400" b="1" i="1" dirty="0">
                    <a:effectLst/>
                    <a:latin typeface="Calibri" panose="020F0502020204030204" pitchFamily="34" charset="0"/>
                    <a:ea typeface="DengXian" panose="02010600030101010101" pitchFamily="2" charset="-122"/>
                    <a:cs typeface="Times New Roman" panose="02020603050405020304" pitchFamily="18" charset="0"/>
                  </a:rPr>
                  <a:t>CLT</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r>
                  <a:rPr lang="en-GB" sz="1400" dirty="0">
                    <a:effectLst/>
                    <a:latin typeface="Calibri" panose="020F0502020204030204" pitchFamily="34" charset="0"/>
                    <a:ea typeface="DengXian" panose="02010600030101010101" pitchFamily="2" charset="-122"/>
                    <a:cs typeface="Calibri" panose="020F0502020204030204" pitchFamily="34" charset="0"/>
                  </a:rPr>
                  <a:t>we have </a:t>
                </a:r>
                <a14:m>
                  <m:oMath xmlns:m="http://schemas.openxmlformats.org/officeDocument/2006/math">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acc>
                  </m:oMath>
                </a14:m>
                <a:r>
                  <a:rPr lang="en-GB" sz="1400" dirty="0">
                    <a:effectLst/>
                    <a:latin typeface="Calibri" panose="020F0502020204030204" pitchFamily="34" charset="0"/>
                    <a:ea typeface="DengXian" panose="02010600030101010101" pitchFamily="2" charset="-122"/>
                    <a:cs typeface="Calibri" panose="020F0502020204030204" pitchFamily="34" charset="0"/>
                  </a:rPr>
                  <a:t> follows a normal distribution with mean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𝜇</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and standard deviation </a:t>
                </a:r>
                <a14:m>
                  <m:oMath xmlns:m="http://schemas.openxmlformats.org/officeDocument/2006/math">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𝜎</m:t>
                        </m:r>
                      </m:num>
                      <m:den>
                        <m:rad>
                          <m:radPr>
                            <m:deg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oMath>
                </a14:m>
                <a:r>
                  <a:rPr lang="en-GB" sz="1400" dirty="0">
                    <a:effectLst/>
                    <a:latin typeface="Calibri" panose="020F0502020204030204" pitchFamily="34" charset="0"/>
                    <a:ea typeface="DengXian" panose="02010600030101010101" pitchFamily="2" charset="-122"/>
                    <a:cs typeface="Calibri" panose="020F0502020204030204" pitchFamily="34" charset="0"/>
                  </a:rPr>
                  <a:t> if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𝑛</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is </a:t>
                </a:r>
                <a:r>
                  <a:rPr lang="en-GB" sz="1400" b="1" i="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large</a:t>
                </a:r>
                <a:r>
                  <a:rPr lang="en-GB" sz="1400" dirty="0">
                    <a:effectLst/>
                    <a:latin typeface="Calibri" panose="020F0502020204030204" pitchFamily="34" charset="0"/>
                    <a:ea typeface="DengXian" panose="02010600030101010101" pitchFamily="2" charset="-122"/>
                    <a:cs typeface="Calibri" panose="020F0502020204030204" pitchFamily="34" charset="0"/>
                  </a:rPr>
                  <a:t>. L</a:t>
                </a:r>
                <a:r>
                  <a:rPr lang="en-GB" sz="1400" dirty="0">
                    <a:effectLst/>
                    <a:latin typeface="Calibri" panose="020F0502020204030204" pitchFamily="34" charset="0"/>
                    <a:ea typeface="DengXian" panose="02010600030101010101" pitchFamily="2" charset="-122"/>
                    <a:cs typeface="Times New Roman" panose="02020603050405020304" pitchFamily="18" charset="0"/>
                  </a:rPr>
                  <a:t>ooking at the following extract from the normal probability tables.</a:t>
                </a:r>
              </a:p>
            </p:txBody>
          </p:sp>
        </mc:Choice>
        <mc:Fallback xmlns="">
          <p:sp>
            <p:nvSpPr>
              <p:cNvPr id="7" name="TextBox 6">
                <a:extLst>
                  <a:ext uri="{FF2B5EF4-FFF2-40B4-BE49-F238E27FC236}">
                    <a16:creationId xmlns:a16="http://schemas.microsoft.com/office/drawing/2014/main" id="{D8A9FA35-DC07-AEDD-7C45-51450BA50947}"/>
                  </a:ext>
                </a:extLst>
              </p:cNvPr>
              <p:cNvSpPr txBox="1">
                <a:spLocks noRot="1" noChangeAspect="1" noMove="1" noResize="1" noEditPoints="1" noAdjustHandles="1" noChangeArrowheads="1" noChangeShapeType="1" noTextEdit="1"/>
              </p:cNvSpPr>
              <p:nvPr/>
            </p:nvSpPr>
            <p:spPr>
              <a:xfrm>
                <a:off x="186594" y="2051422"/>
                <a:ext cx="8672097" cy="616066"/>
              </a:xfrm>
              <a:prstGeom prst="rect">
                <a:avLst/>
              </a:prstGeom>
              <a:blipFill>
                <a:blip r:embed="rId4"/>
                <a:stretch>
                  <a:fillRect l="-211" r="-211" b="-8911"/>
                </a:stretch>
              </a:blipFill>
            </p:spPr>
            <p:txBody>
              <a:bodyPr/>
              <a:lstStyle/>
              <a:p>
                <a:r>
                  <a:rPr lang="en-GB">
                    <a:noFill/>
                  </a:rPr>
                  <a:t> </a:t>
                </a:r>
              </a:p>
            </p:txBody>
          </p:sp>
        </mc:Fallback>
      </mc:AlternateContent>
      <p:pic>
        <p:nvPicPr>
          <p:cNvPr id="9" name="Picture 8">
            <a:extLst>
              <a:ext uri="{FF2B5EF4-FFF2-40B4-BE49-F238E27FC236}">
                <a16:creationId xmlns:a16="http://schemas.microsoft.com/office/drawing/2014/main" id="{65E0E756-5C8F-DAFA-8832-CDF0AC7757B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03242" y="2877608"/>
            <a:ext cx="5638800" cy="615950"/>
          </a:xfrm>
          <a:prstGeom prst="rect">
            <a:avLst/>
          </a:prstGeom>
          <a:noFill/>
          <a:ln>
            <a:noFill/>
          </a:ln>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265D527-1435-56AF-6E6D-496683B526A0}"/>
                  </a:ext>
                </a:extLst>
              </p:cNvPr>
              <p:cNvSpPr txBox="1"/>
              <p:nvPr/>
            </p:nvSpPr>
            <p:spPr>
              <a:xfrm>
                <a:off x="186593" y="3559547"/>
                <a:ext cx="8672098" cy="869405"/>
              </a:xfrm>
              <a:prstGeom prst="rect">
                <a:avLst/>
              </a:prstGeom>
              <a:noFill/>
            </p:spPr>
            <p:txBody>
              <a:bodyPr wrap="square">
                <a:spAutoFit/>
              </a:bodyPr>
              <a:lstStyle/>
              <a:p>
                <a:pPr algn="ctr">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If we know the population</a:t>
                </a:r>
                <a:r>
                  <a:rPr lang="en-GB" sz="1400" dirty="0">
                    <a:effectLst/>
                    <a:latin typeface="Calibri" panose="020F0502020204030204" pitchFamily="34" charset="0"/>
                    <a:ea typeface="DengXian" panose="02010600030101010101" pitchFamily="2" charset="-122"/>
                    <a:cs typeface="Calibri" panose="020F0502020204030204" pitchFamily="34" charset="0"/>
                  </a:rPr>
                  <a:t>, we say with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95%</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confidence that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ctr">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𝜇</m:t>
                      </m:r>
                      <m:r>
                        <a:rPr lang="en-GB" sz="1400" i="1">
                          <a:effectLst/>
                          <a:latin typeface="Cambria Math" panose="02040503050406030204" pitchFamily="18" charset="0"/>
                          <a:ea typeface="DengXian" panose="02010600030101010101" pitchFamily="2" charset="-122"/>
                          <a:cs typeface="Calibri" panose="020F0502020204030204" pitchFamily="34" charset="0"/>
                        </a:rPr>
                        <m:t>−1.96</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𝜎</m:t>
                          </m:r>
                        </m:num>
                        <m:den>
                          <m:rad>
                            <m:radPr>
                              <m:deg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r>
                        <a:rPr lang="en-GB" sz="1400" i="1">
                          <a:effectLst/>
                          <a:latin typeface="Cambria Math" panose="02040503050406030204" pitchFamily="18" charset="0"/>
                          <a:ea typeface="DengXian" panose="02010600030101010101" pitchFamily="2" charset="-122"/>
                          <a:cs typeface="Calibri" panose="020F0502020204030204" pitchFamily="34" charset="0"/>
                        </a:rPr>
                        <m:t>≤</m:t>
                      </m:r>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𝜇</m:t>
                      </m:r>
                      <m:r>
                        <a:rPr lang="en-GB" sz="1400" i="1">
                          <a:effectLst/>
                          <a:latin typeface="Cambria Math" panose="02040503050406030204" pitchFamily="18" charset="0"/>
                          <a:ea typeface="DengXian" panose="02010600030101010101" pitchFamily="2" charset="-122"/>
                          <a:cs typeface="Calibri" panose="020F0502020204030204" pitchFamily="34" charset="0"/>
                        </a:rPr>
                        <m:t>+1.96</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𝜎</m:t>
                          </m:r>
                        </m:num>
                        <m:den>
                          <m:rad>
                            <m:radPr>
                              <m:deg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E265D527-1435-56AF-6E6D-496683B526A0}"/>
                  </a:ext>
                </a:extLst>
              </p:cNvPr>
              <p:cNvSpPr txBox="1">
                <a:spLocks noRot="1" noChangeAspect="1" noMove="1" noResize="1" noEditPoints="1" noAdjustHandles="1" noChangeArrowheads="1" noChangeShapeType="1" noTextEdit="1"/>
              </p:cNvSpPr>
              <p:nvPr/>
            </p:nvSpPr>
            <p:spPr>
              <a:xfrm>
                <a:off x="186593" y="3559547"/>
                <a:ext cx="8672098" cy="869405"/>
              </a:xfrm>
              <a:prstGeom prst="rect">
                <a:avLst/>
              </a:prstGeom>
              <a:blipFill>
                <a:blip r:embed="rId6"/>
                <a:stretch>
                  <a:fillRect t="-1399"/>
                </a:stretch>
              </a:blipFill>
            </p:spPr>
            <p:txBody>
              <a:bodyPr/>
              <a:lstStyle/>
              <a:p>
                <a:r>
                  <a:rPr lang="en-GB">
                    <a:noFill/>
                  </a:rPr>
                  <a:t> </a:t>
                </a:r>
              </a:p>
            </p:txBody>
          </p:sp>
        </mc:Fallback>
      </mc:AlternateContent>
    </p:spTree>
    <p:extLst>
      <p:ext uri="{BB962C8B-B14F-4D97-AF65-F5344CB8AC3E}">
        <p14:creationId xmlns:p14="http://schemas.microsoft.com/office/powerpoint/2010/main" val="2111718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Interval Estimation – The Mean</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265D527-1435-56AF-6E6D-496683B526A0}"/>
                  </a:ext>
                </a:extLst>
              </p:cNvPr>
              <p:cNvSpPr txBox="1"/>
              <p:nvPr/>
            </p:nvSpPr>
            <p:spPr>
              <a:xfrm>
                <a:off x="-33540" y="689347"/>
                <a:ext cx="8672098" cy="577017"/>
              </a:xfrm>
              <a:prstGeom prst="rect">
                <a:avLst/>
              </a:prstGeom>
              <a:noFill/>
            </p:spPr>
            <p:txBody>
              <a:bodyPr wrap="square">
                <a:spAutoFit/>
              </a:bodyPr>
              <a:lstStyle/>
              <a:p>
                <a:pPr algn="ctr">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𝜇</m:t>
                      </m:r>
                      <m:r>
                        <a:rPr lang="en-GB" sz="1400" i="1">
                          <a:effectLst/>
                          <a:latin typeface="Cambria Math" panose="02040503050406030204" pitchFamily="18" charset="0"/>
                          <a:ea typeface="DengXian" panose="02010600030101010101" pitchFamily="2" charset="-122"/>
                          <a:cs typeface="Calibri" panose="020F0502020204030204" pitchFamily="34" charset="0"/>
                        </a:rPr>
                        <m:t>−1.96</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𝜎</m:t>
                          </m:r>
                        </m:num>
                        <m:den>
                          <m:rad>
                            <m:radPr>
                              <m:deg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r>
                        <a:rPr lang="en-GB" sz="1400" i="1">
                          <a:effectLst/>
                          <a:latin typeface="Cambria Math" panose="02040503050406030204" pitchFamily="18" charset="0"/>
                          <a:ea typeface="DengXian" panose="02010600030101010101" pitchFamily="2" charset="-122"/>
                          <a:cs typeface="Calibri" panose="020F0502020204030204" pitchFamily="34" charset="0"/>
                        </a:rPr>
                        <m:t>≤</m:t>
                      </m:r>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𝜇</m:t>
                      </m:r>
                      <m:r>
                        <a:rPr lang="en-GB" sz="1400" i="1">
                          <a:effectLst/>
                          <a:latin typeface="Cambria Math" panose="02040503050406030204" pitchFamily="18" charset="0"/>
                          <a:ea typeface="DengXian" panose="02010600030101010101" pitchFamily="2" charset="-122"/>
                          <a:cs typeface="Calibri" panose="020F0502020204030204" pitchFamily="34" charset="0"/>
                        </a:rPr>
                        <m:t>+1.96</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𝜎</m:t>
                          </m:r>
                        </m:num>
                        <m:den>
                          <m:rad>
                            <m:radPr>
                              <m:deg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E265D527-1435-56AF-6E6D-496683B526A0}"/>
                  </a:ext>
                </a:extLst>
              </p:cNvPr>
              <p:cNvSpPr txBox="1">
                <a:spLocks noRot="1" noChangeAspect="1" noMove="1" noResize="1" noEditPoints="1" noAdjustHandles="1" noChangeArrowheads="1" noChangeShapeType="1" noTextEdit="1"/>
              </p:cNvSpPr>
              <p:nvPr/>
            </p:nvSpPr>
            <p:spPr>
              <a:xfrm>
                <a:off x="-33540" y="689347"/>
                <a:ext cx="8672098" cy="57701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6A05DB9-879B-CC3F-76F4-AE38C33772FB}"/>
                  </a:ext>
                </a:extLst>
              </p:cNvPr>
              <p:cNvSpPr txBox="1"/>
              <p:nvPr/>
            </p:nvSpPr>
            <p:spPr>
              <a:xfrm>
                <a:off x="-33540" y="1201137"/>
                <a:ext cx="8672098" cy="869405"/>
              </a:xfrm>
              <a:prstGeom prst="rect">
                <a:avLst/>
              </a:prstGeom>
              <a:noFill/>
            </p:spPr>
            <p:txBody>
              <a:bodyPr wrap="square">
                <a:spAutoFit/>
              </a:bodyPr>
              <a:lstStyle/>
              <a:p>
                <a:pPr algn="ctr">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is equivalent to </a:t>
                </a:r>
                <a:endPar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−1.96</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𝜎</m:t>
                          </m:r>
                        </m:num>
                        <m:den>
                          <m:rad>
                            <m:radPr>
                              <m:deg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𝜇</m:t>
                      </m:r>
                      <m:r>
                        <a:rPr lang="en-GB" sz="1400" i="1">
                          <a:effectLst/>
                          <a:latin typeface="Cambria Math" panose="02040503050406030204" pitchFamily="18" charset="0"/>
                          <a:ea typeface="DengXian" panose="02010600030101010101" pitchFamily="2" charset="-122"/>
                          <a:cs typeface="Calibri" panose="020F0502020204030204" pitchFamily="34" charset="0"/>
                        </a:rPr>
                        <m:t>≤</m:t>
                      </m:r>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+1.96</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𝜎</m:t>
                          </m:r>
                        </m:num>
                        <m:den>
                          <m:rad>
                            <m:radPr>
                              <m:deg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06A05DB9-879B-CC3F-76F4-AE38C33772FB}"/>
                  </a:ext>
                </a:extLst>
              </p:cNvPr>
              <p:cNvSpPr txBox="1">
                <a:spLocks noRot="1" noChangeAspect="1" noMove="1" noResize="1" noEditPoints="1" noAdjustHandles="1" noChangeArrowheads="1" noChangeShapeType="1" noTextEdit="1"/>
              </p:cNvSpPr>
              <p:nvPr/>
            </p:nvSpPr>
            <p:spPr>
              <a:xfrm>
                <a:off x="-33540" y="1201137"/>
                <a:ext cx="8672098" cy="869405"/>
              </a:xfrm>
              <a:prstGeom prst="rect">
                <a:avLst/>
              </a:prstGeom>
              <a:blipFill>
                <a:blip r:embed="rId4"/>
                <a:stretch>
                  <a:fillRect t="-139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E22030B-A36E-82A4-82CF-7E16F95910D8}"/>
                  </a:ext>
                </a:extLst>
              </p:cNvPr>
              <p:cNvSpPr txBox="1"/>
              <p:nvPr/>
            </p:nvSpPr>
            <p:spPr>
              <a:xfrm>
                <a:off x="186596" y="1985885"/>
                <a:ext cx="8672096" cy="523220"/>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This interval is called a </a:t>
                </a:r>
                <a14:m>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𝟗𝟓</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b="1" dirty="0">
                    <a:effectLst/>
                    <a:latin typeface="Calibri" panose="020F0502020204030204" pitchFamily="34" charset="0"/>
                    <a:ea typeface="DengXian" panose="02010600030101010101" pitchFamily="2" charset="-122"/>
                    <a:cs typeface="Times New Roman" panose="02020603050405020304" pitchFamily="18" charset="0"/>
                  </a:rPr>
                  <a:t> confidence interval </a:t>
                </a:r>
                <a:r>
                  <a:rPr lang="en-GB" sz="1400" dirty="0">
                    <a:effectLst/>
                    <a:latin typeface="Calibri" panose="020F0502020204030204" pitchFamily="34" charset="0"/>
                    <a:ea typeface="DengXian" panose="02010600030101010101" pitchFamily="2" charset="-122"/>
                    <a:cs typeface="Times New Roman" panose="02020603050405020304" pitchFamily="18" charset="0"/>
                  </a:rPr>
                  <a:t>for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the mean </a:t>
                </a:r>
                <a14:m>
                  <m:oMath xmlns:m="http://schemas.openxmlformats.org/officeDocument/2006/math">
                    <m:r>
                      <a:rPr lang="en-GB" sz="1400" b="1" i="1">
                        <a:effectLst/>
                        <a:latin typeface="Cambria Math" panose="02040503050406030204" pitchFamily="18" charset="0"/>
                        <a:ea typeface="DengXian" panose="02010600030101010101" pitchFamily="2" charset="-122"/>
                        <a:cs typeface="Calibri" panose="020F0502020204030204" pitchFamily="34" charset="0"/>
                      </a:rPr>
                      <m:t>𝝁</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Since we often don’t know the population variance in practice, we use the </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best</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 </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estimate</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 </a:t>
                </a:r>
                <a:r>
                  <a:rPr lang="en-GB" sz="1400" dirty="0">
                    <a:effectLst/>
                    <a:latin typeface="Calibri" panose="020F0502020204030204" pitchFamily="34" charset="0"/>
                    <a:ea typeface="DengXian" panose="02010600030101010101" pitchFamily="2" charset="-122"/>
                    <a:cs typeface="Times New Roman" panose="02020603050405020304" pitchFamily="18" charset="0"/>
                  </a:rPr>
                  <a:t>of the population variance from a sample of size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given in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Section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2.3.</a:t>
                </a:r>
              </a:p>
            </p:txBody>
          </p:sp>
        </mc:Choice>
        <mc:Fallback xmlns="">
          <p:sp>
            <p:nvSpPr>
              <p:cNvPr id="8" name="TextBox 7">
                <a:extLst>
                  <a:ext uri="{FF2B5EF4-FFF2-40B4-BE49-F238E27FC236}">
                    <a16:creationId xmlns:a16="http://schemas.microsoft.com/office/drawing/2014/main" id="{4E22030B-A36E-82A4-82CF-7E16F95910D8}"/>
                  </a:ext>
                </a:extLst>
              </p:cNvPr>
              <p:cNvSpPr txBox="1">
                <a:spLocks noRot="1" noChangeAspect="1" noMove="1" noResize="1" noEditPoints="1" noAdjustHandles="1" noChangeArrowheads="1" noChangeShapeType="1" noTextEdit="1"/>
              </p:cNvSpPr>
              <p:nvPr/>
            </p:nvSpPr>
            <p:spPr>
              <a:xfrm>
                <a:off x="186596" y="1985885"/>
                <a:ext cx="8672096" cy="523220"/>
              </a:xfrm>
              <a:prstGeom prst="rect">
                <a:avLst/>
              </a:prstGeom>
              <a:blipFill>
                <a:blip r:embed="rId5"/>
                <a:stretch>
                  <a:fillRect l="-211" t="-2326" r="-211" b="-1046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1373FFA-1805-CD75-A9AE-C4A109B94055}"/>
                  </a:ext>
                </a:extLst>
              </p:cNvPr>
              <p:cNvSpPr txBox="1"/>
              <p:nvPr/>
            </p:nvSpPr>
            <p:spPr>
              <a:xfrm>
                <a:off x="235952" y="2571750"/>
                <a:ext cx="8672096" cy="1731628"/>
              </a:xfrm>
              <a:prstGeom prst="rect">
                <a:avLst/>
              </a:prstGeom>
              <a:noFill/>
            </p:spPr>
            <p:txBody>
              <a:bodyPr wrap="square">
                <a:spAutoFit/>
              </a:bodyPr>
              <a:lstStyle/>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acc>
                        <m:accPr>
                          <m:chr m:val="̅"/>
                          <m:ctrlPr>
                            <a:rPr lang="en-GB" sz="1400" i="1" smtClean="0">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−1.96</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𝜎</m:t>
                              </m:r>
                            </m:e>
                          </m:acc>
                        </m:num>
                        <m:den>
                          <m:rad>
                            <m:radPr>
                              <m:deg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𝜇</m:t>
                      </m:r>
                      <m:r>
                        <a:rPr lang="en-GB" sz="1400" i="1">
                          <a:effectLst/>
                          <a:latin typeface="Cambria Math" panose="02040503050406030204" pitchFamily="18" charset="0"/>
                          <a:ea typeface="DengXian" panose="02010600030101010101" pitchFamily="2" charset="-122"/>
                          <a:cs typeface="Calibri" panose="020F0502020204030204" pitchFamily="34" charset="0"/>
                        </a:rPr>
                        <m:t>≤</m:t>
                      </m:r>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+1.96</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𝜎</m:t>
                              </m:r>
                            </m:e>
                          </m:acc>
                        </m:num>
                        <m:den>
                          <m:rad>
                            <m:radPr>
                              <m:deg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b="1" i="1" dirty="0">
                    <a:effectLst/>
                    <a:latin typeface="Calibri" panose="020F0502020204030204" pitchFamily="34" charset="0"/>
                    <a:ea typeface="DengXian" panose="02010600030101010101" pitchFamily="2" charset="-122"/>
                    <a:cs typeface="Times New Roman" panose="02020603050405020304" pitchFamily="18" charset="0"/>
                  </a:rPr>
                  <a:t>Note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that while the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95%</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level is very commonly used. However, we can go through the same procedure to demand we need to be </a:t>
                </a:r>
                <a14:m>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𝟗𝟗</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certain that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𝜇</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lies within the confidence interval developed and we obtain the interval below.</a:t>
                </a: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b="1" i="1">
                          <a:effectLst/>
                          <a:latin typeface="Cambria Math" panose="02040503050406030204" pitchFamily="18" charset="0"/>
                          <a:ea typeface="DengXian" panose="02010600030101010101" pitchFamily="2" charset="-122"/>
                          <a:cs typeface="Calibri" panose="020F0502020204030204" pitchFamily="34" charset="0"/>
                        </a:rPr>
                        <m:t>𝟐</m:t>
                      </m:r>
                      <m:r>
                        <a:rPr lang="en-GB" sz="1400" b="1" i="1">
                          <a:effectLst/>
                          <a:latin typeface="Cambria Math" panose="02040503050406030204" pitchFamily="18" charset="0"/>
                          <a:ea typeface="DengXian" panose="02010600030101010101" pitchFamily="2" charset="-122"/>
                          <a:cs typeface="Calibri" panose="020F0502020204030204" pitchFamily="34" charset="0"/>
                        </a:rPr>
                        <m:t>.</m:t>
                      </m:r>
                      <m:r>
                        <a:rPr lang="en-GB" sz="1400" b="1" i="1">
                          <a:effectLst/>
                          <a:latin typeface="Cambria Math" panose="02040503050406030204" pitchFamily="18" charset="0"/>
                          <a:ea typeface="DengXian" panose="02010600030101010101" pitchFamily="2" charset="-122"/>
                          <a:cs typeface="Calibri" panose="020F0502020204030204" pitchFamily="34" charset="0"/>
                        </a:rPr>
                        <m:t>𝟓𝟖</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𝜎</m:t>
                              </m:r>
                            </m:e>
                          </m:acc>
                        </m:num>
                        <m:den>
                          <m:rad>
                            <m:radPr>
                              <m:deg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𝜇</m:t>
                      </m:r>
                      <m:r>
                        <a:rPr lang="en-GB" sz="1400" i="1">
                          <a:effectLst/>
                          <a:latin typeface="Cambria Math" panose="02040503050406030204" pitchFamily="18" charset="0"/>
                          <a:ea typeface="DengXian" panose="02010600030101010101" pitchFamily="2" charset="-122"/>
                          <a:cs typeface="Calibri" panose="020F0502020204030204" pitchFamily="34" charset="0"/>
                        </a:rPr>
                        <m:t>≤</m:t>
                      </m:r>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𝑥</m:t>
                          </m:r>
                        </m:e>
                      </m:acc>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b="1" i="1">
                          <a:effectLst/>
                          <a:latin typeface="Cambria Math" panose="02040503050406030204" pitchFamily="18" charset="0"/>
                          <a:ea typeface="DengXian" panose="02010600030101010101" pitchFamily="2" charset="-122"/>
                          <a:cs typeface="Calibri" panose="020F0502020204030204" pitchFamily="34" charset="0"/>
                        </a:rPr>
                        <m:t>𝟐</m:t>
                      </m:r>
                      <m:r>
                        <a:rPr lang="en-GB" sz="1400" b="1" i="1">
                          <a:effectLst/>
                          <a:latin typeface="Cambria Math" panose="02040503050406030204" pitchFamily="18" charset="0"/>
                          <a:ea typeface="DengXian" panose="02010600030101010101" pitchFamily="2" charset="-122"/>
                          <a:cs typeface="Calibri" panose="020F0502020204030204" pitchFamily="34" charset="0"/>
                        </a:rPr>
                        <m:t>.</m:t>
                      </m:r>
                      <m:r>
                        <a:rPr lang="en-GB" sz="1400" b="1" i="1">
                          <a:effectLst/>
                          <a:latin typeface="Cambria Math" panose="02040503050406030204" pitchFamily="18" charset="0"/>
                          <a:ea typeface="DengXian" panose="02010600030101010101" pitchFamily="2" charset="-122"/>
                          <a:cs typeface="Calibri" panose="020F0502020204030204" pitchFamily="34" charset="0"/>
                        </a:rPr>
                        <m:t>𝟓𝟖</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acc>
                            <m:accPr>
                              <m: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accPr>
                            <m:e>
                              <m:r>
                                <a:rPr lang="en-GB" sz="1400" i="1">
                                  <a:effectLst/>
                                  <a:latin typeface="Cambria Math" panose="02040503050406030204" pitchFamily="18" charset="0"/>
                                  <a:ea typeface="DengXian" panose="02010600030101010101" pitchFamily="2" charset="-122"/>
                                  <a:cs typeface="Calibri" panose="020F0502020204030204" pitchFamily="34" charset="0"/>
                                </a:rPr>
                                <m:t>𝜎</m:t>
                              </m:r>
                            </m:e>
                          </m:acc>
                        </m:num>
                        <m:den>
                          <m:rad>
                            <m:radPr>
                              <m:degHide m:val="on"/>
                              <m:ctrlPr>
                                <a:rPr lang="en-GB" sz="1400" i="1">
                                  <a:effectLst/>
                                  <a:latin typeface="Cambria Math" panose="02040503050406030204" pitchFamily="18" charset="0"/>
                                  <a:ea typeface="DengXian" panose="02010600030101010101" pitchFamily="2" charset="-122"/>
                                  <a:cs typeface="Calibri" panose="020F0502020204030204" pitchFamily="34" charset="0"/>
                                </a:rPr>
                              </m:ctrlPr>
                            </m:radPr>
                            <m:deg/>
                            <m:e>
                              <m:r>
                                <a:rPr lang="en-GB" sz="1400" i="1">
                                  <a:effectLst/>
                                  <a:latin typeface="Cambria Math" panose="02040503050406030204" pitchFamily="18" charset="0"/>
                                  <a:ea typeface="DengXian" panose="02010600030101010101" pitchFamily="2" charset="-122"/>
                                  <a:cs typeface="Calibri" panose="020F0502020204030204" pitchFamily="34" charset="0"/>
                                </a:rPr>
                                <m:t>𝑛</m:t>
                              </m:r>
                            </m:e>
                          </m:rad>
                        </m:den>
                      </m:f>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41373FFA-1805-CD75-A9AE-C4A109B94055}"/>
                  </a:ext>
                </a:extLst>
              </p:cNvPr>
              <p:cNvSpPr txBox="1">
                <a:spLocks noRot="1" noChangeAspect="1" noMove="1" noResize="1" noEditPoints="1" noAdjustHandles="1" noChangeArrowheads="1" noChangeShapeType="1" noTextEdit="1"/>
              </p:cNvSpPr>
              <p:nvPr/>
            </p:nvSpPr>
            <p:spPr>
              <a:xfrm>
                <a:off x="235952" y="2571750"/>
                <a:ext cx="8672096" cy="1731628"/>
              </a:xfrm>
              <a:prstGeom prst="rect">
                <a:avLst/>
              </a:prstGeom>
              <a:blipFill>
                <a:blip r:embed="rId6"/>
                <a:stretch>
                  <a:fillRect l="-211" r="-211"/>
                </a:stretch>
              </a:blipFill>
            </p:spPr>
            <p:txBody>
              <a:bodyPr/>
              <a:lstStyle/>
              <a:p>
                <a:r>
                  <a:rPr lang="en-GB">
                    <a:noFill/>
                  </a:rPr>
                  <a:t> </a:t>
                </a:r>
              </a:p>
            </p:txBody>
          </p:sp>
        </mc:Fallback>
      </mc:AlternateContent>
    </p:spTree>
    <p:extLst>
      <p:ext uri="{BB962C8B-B14F-4D97-AF65-F5344CB8AC3E}">
        <p14:creationId xmlns:p14="http://schemas.microsoft.com/office/powerpoint/2010/main" val="3042827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Interval Estimation – The Mean</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A2A87D9-AA46-6534-AE42-9D3549A31526}"/>
                  </a:ext>
                </a:extLst>
              </p:cNvPr>
              <p:cNvSpPr txBox="1"/>
              <p:nvPr/>
            </p:nvSpPr>
            <p:spPr>
              <a:xfrm>
                <a:off x="186596" y="694190"/>
                <a:ext cx="8672096" cy="1862689"/>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4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After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1000</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hours of use, the weight loss, in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𝑔𝑚</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due to wear in certain rollers in machines, is normally distributed with mean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𝜇</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and variance </a:t>
                </a:r>
                <a14:m>
                  <m:oMath xmlns:m="http://schemas.openxmlformats.org/officeDocument/2006/math">
                    <m:sSup>
                      <m:sSup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pPr>
                      <m:e>
                        <m:r>
                          <a:rPr lang="en-GB" sz="1400" i="1">
                            <a:effectLst/>
                            <a:latin typeface="Cambria Math" panose="02040503050406030204" pitchFamily="18" charset="0"/>
                            <a:ea typeface="DengXian" panose="02010600030101010101" pitchFamily="2" charset="-122"/>
                            <a:cs typeface="Calibri" panose="020F0502020204030204" pitchFamily="34" charset="0"/>
                          </a:rPr>
                          <m:t>𝜎</m:t>
                        </m:r>
                      </m:e>
                      <m:sup>
                        <m:r>
                          <a:rPr lang="en-GB" sz="1400" i="1">
                            <a:effectLst/>
                            <a:latin typeface="Cambria Math" panose="02040503050406030204" pitchFamily="18" charset="0"/>
                            <a:ea typeface="DengXian" panose="02010600030101010101" pitchFamily="2" charset="-122"/>
                            <a:cs typeface="Calibri" panose="020F0502020204030204" pitchFamily="34" charset="0"/>
                          </a:rPr>
                          <m:t>2</m:t>
                        </m:r>
                      </m:sup>
                    </m:sSup>
                  </m:oMath>
                </a14:m>
                <a:r>
                  <a:rPr lang="en-GB" sz="1400" dirty="0">
                    <a:effectLst/>
                    <a:latin typeface="Calibri" panose="020F0502020204030204" pitchFamily="34" charset="0"/>
                    <a:ea typeface="DengXian" panose="02010600030101010101" pitchFamily="2" charset="-122"/>
                    <a:cs typeface="Calibri" panose="020F0502020204030204" pitchFamily="34" charset="0"/>
                  </a:rPr>
                  <a:t>. Fifty independent observations are taken. (This may be regarded as a “large” sample.) If observation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𝑖</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is </a:t>
                </a:r>
                <a14:m>
                  <m:oMath xmlns:m="http://schemas.openxmlformats.org/officeDocument/2006/math">
                    <m:sSub>
                      <m:sSub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bPr>
                      <m:e>
                        <m:r>
                          <a:rPr lang="en-GB" sz="1400" i="1">
                            <a:effectLst/>
                            <a:latin typeface="Cambria Math" panose="02040503050406030204" pitchFamily="18" charset="0"/>
                            <a:ea typeface="DengXian" panose="02010600030101010101" pitchFamily="2" charset="-122"/>
                            <a:cs typeface="Calibri" panose="020F0502020204030204" pitchFamily="34" charset="0"/>
                          </a:rPr>
                          <m:t>𝑦</m:t>
                        </m:r>
                      </m:e>
                      <m:sub>
                        <m:r>
                          <a:rPr lang="en-GB" sz="1400" i="1">
                            <a:effectLst/>
                            <a:latin typeface="Cambria Math" panose="02040503050406030204" pitchFamily="18" charset="0"/>
                            <a:ea typeface="DengXian" panose="02010600030101010101" pitchFamily="2" charset="-122"/>
                            <a:cs typeface="Calibri" panose="020F0502020204030204" pitchFamily="34" charset="0"/>
                          </a:rPr>
                          <m:t>𝑖</m:t>
                        </m:r>
                      </m:sub>
                    </m:sSub>
                  </m:oMath>
                </a14:m>
                <a:r>
                  <a:rPr lang="en-GB" sz="1400" dirty="0">
                    <a:effectLst/>
                    <a:latin typeface="Calibri" panose="020F0502020204030204" pitchFamily="34" charset="0"/>
                    <a:ea typeface="DengXian" panose="02010600030101010101" pitchFamily="2" charset="-122"/>
                    <a:cs typeface="Calibri" panose="020F0502020204030204" pitchFamily="34" charset="0"/>
                  </a:rPr>
                  <a:t> , then </a:t>
                </a:r>
                <a14:m>
                  <m:oMath xmlns:m="http://schemas.openxmlformats.org/officeDocument/2006/math">
                    <m:nary>
                      <m:naryPr>
                        <m:chr m:val="∑"/>
                        <m:limLoc m:val="undOvr"/>
                        <m:ctrlPr>
                          <a:rPr lang="en-GB" sz="1400" i="1">
                            <a:effectLst/>
                            <a:latin typeface="Cambria Math" panose="02040503050406030204" pitchFamily="18" charset="0"/>
                            <a:ea typeface="DengXian" panose="02010600030101010101" pitchFamily="2" charset="-122"/>
                            <a:cs typeface="Calibri" panose="020F0502020204030204" pitchFamily="34" charset="0"/>
                          </a:rPr>
                        </m:ctrlPr>
                      </m:naryPr>
                      <m:sub>
                        <m:r>
                          <a:rPr lang="en-GB" sz="1400" i="1">
                            <a:effectLst/>
                            <a:latin typeface="Cambria Math" panose="02040503050406030204" pitchFamily="18" charset="0"/>
                            <a:ea typeface="DengXian" panose="02010600030101010101" pitchFamily="2" charset="-122"/>
                            <a:cs typeface="Calibri" panose="020F0502020204030204" pitchFamily="34" charset="0"/>
                          </a:rPr>
                          <m:t>𝑖</m:t>
                        </m:r>
                        <m:r>
                          <a:rPr lang="en-GB" sz="1400" i="1">
                            <a:effectLst/>
                            <a:latin typeface="Cambria Math" panose="02040503050406030204" pitchFamily="18" charset="0"/>
                            <a:ea typeface="DengXian" panose="02010600030101010101" pitchFamily="2" charset="-122"/>
                            <a:cs typeface="Calibri" panose="020F0502020204030204" pitchFamily="34" charset="0"/>
                          </a:rPr>
                          <m:t>=1</m:t>
                        </m:r>
                      </m:sub>
                      <m:sup>
                        <m:r>
                          <a:rPr lang="en-GB" sz="1400" i="1">
                            <a:effectLst/>
                            <a:latin typeface="Cambria Math" panose="02040503050406030204" pitchFamily="18" charset="0"/>
                            <a:ea typeface="DengXian" panose="02010600030101010101" pitchFamily="2" charset="-122"/>
                            <a:cs typeface="Calibri" panose="020F0502020204030204" pitchFamily="34" charset="0"/>
                          </a:rPr>
                          <m:t>50</m:t>
                        </m:r>
                      </m:sup>
                      <m:e>
                        <m:sSub>
                          <m:sSub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bPr>
                          <m:e>
                            <m:r>
                              <a:rPr lang="en-GB" sz="1400" i="1">
                                <a:effectLst/>
                                <a:latin typeface="Cambria Math" panose="02040503050406030204" pitchFamily="18" charset="0"/>
                                <a:ea typeface="DengXian" panose="02010600030101010101" pitchFamily="2" charset="-122"/>
                                <a:cs typeface="Calibri" panose="020F0502020204030204" pitchFamily="34" charset="0"/>
                              </a:rPr>
                              <m:t>𝑦</m:t>
                            </m:r>
                          </m:e>
                          <m:sub>
                            <m:r>
                              <a:rPr lang="en-GB" sz="1400" i="1">
                                <a:effectLst/>
                                <a:latin typeface="Cambria Math" panose="02040503050406030204" pitchFamily="18" charset="0"/>
                                <a:ea typeface="DengXian" panose="02010600030101010101" pitchFamily="2" charset="-122"/>
                                <a:cs typeface="Calibri" panose="020F0502020204030204" pitchFamily="34" charset="0"/>
                              </a:rPr>
                              <m:t>𝑖</m:t>
                            </m:r>
                          </m:sub>
                        </m:sSub>
                        <m:r>
                          <a:rPr lang="en-GB" sz="1400" i="1">
                            <a:effectLst/>
                            <a:latin typeface="Cambria Math" panose="02040503050406030204" pitchFamily="18" charset="0"/>
                            <a:ea typeface="DengXian" panose="02010600030101010101" pitchFamily="2" charset="-122"/>
                            <a:cs typeface="Calibri" panose="020F0502020204030204" pitchFamily="34" charset="0"/>
                          </a:rPr>
                          <m:t>=497.2</m:t>
                        </m:r>
                      </m:e>
                    </m:nary>
                  </m:oMath>
                </a14:m>
                <a:r>
                  <a:rPr lang="en-GB" sz="1400" dirty="0">
                    <a:effectLst/>
                    <a:latin typeface="Calibri" panose="020F0502020204030204" pitchFamily="34" charset="0"/>
                    <a:ea typeface="DengXian" panose="02010600030101010101" pitchFamily="2" charset="-122"/>
                    <a:cs typeface="Calibri" panose="020F0502020204030204" pitchFamily="34" charset="0"/>
                  </a:rPr>
                  <a:t> and </a:t>
                </a:r>
                <a14:m>
                  <m:oMath xmlns:m="http://schemas.openxmlformats.org/officeDocument/2006/math">
                    <m:nary>
                      <m:naryPr>
                        <m:chr m:val="∑"/>
                        <m:limLoc m:val="undOvr"/>
                        <m:ctrlPr>
                          <a:rPr lang="en-GB" sz="1400" i="1">
                            <a:effectLst/>
                            <a:latin typeface="Cambria Math" panose="02040503050406030204" pitchFamily="18" charset="0"/>
                            <a:ea typeface="DengXian" panose="02010600030101010101" pitchFamily="2" charset="-122"/>
                            <a:cs typeface="Calibri" panose="020F0502020204030204" pitchFamily="34" charset="0"/>
                          </a:rPr>
                        </m:ctrlPr>
                      </m:naryPr>
                      <m:sub>
                        <m:r>
                          <a:rPr lang="en-GB" sz="1400" i="1">
                            <a:effectLst/>
                            <a:latin typeface="Cambria Math" panose="02040503050406030204" pitchFamily="18" charset="0"/>
                            <a:ea typeface="DengXian" panose="02010600030101010101" pitchFamily="2" charset="-122"/>
                            <a:cs typeface="Calibri" panose="020F0502020204030204" pitchFamily="34" charset="0"/>
                          </a:rPr>
                          <m:t>𝑖</m:t>
                        </m:r>
                        <m:r>
                          <a:rPr lang="en-GB" sz="1400" i="1">
                            <a:effectLst/>
                            <a:latin typeface="Cambria Math" panose="02040503050406030204" pitchFamily="18" charset="0"/>
                            <a:ea typeface="DengXian" panose="02010600030101010101" pitchFamily="2" charset="-122"/>
                            <a:cs typeface="Calibri" panose="020F0502020204030204" pitchFamily="34" charset="0"/>
                          </a:rPr>
                          <m:t>=1</m:t>
                        </m:r>
                      </m:sub>
                      <m:sup>
                        <m:r>
                          <a:rPr lang="en-GB" sz="1400" i="1">
                            <a:effectLst/>
                            <a:latin typeface="Cambria Math" panose="02040503050406030204" pitchFamily="18" charset="0"/>
                            <a:ea typeface="DengXian" panose="02010600030101010101" pitchFamily="2" charset="-122"/>
                            <a:cs typeface="Calibri" panose="020F0502020204030204" pitchFamily="34" charset="0"/>
                          </a:rPr>
                          <m:t>50</m:t>
                        </m:r>
                      </m:sup>
                      <m:e>
                        <m:sSup>
                          <m:sSup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pPr>
                          <m:e>
                            <m:sSub>
                              <m:sSub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bPr>
                              <m:e>
                                <m:r>
                                  <a:rPr lang="en-GB" sz="1400" i="1">
                                    <a:effectLst/>
                                    <a:latin typeface="Cambria Math" panose="02040503050406030204" pitchFamily="18" charset="0"/>
                                    <a:ea typeface="DengXian" panose="02010600030101010101" pitchFamily="2" charset="-122"/>
                                    <a:cs typeface="Calibri" panose="020F0502020204030204" pitchFamily="34" charset="0"/>
                                  </a:rPr>
                                  <m:t>𝑦</m:t>
                                </m:r>
                              </m:e>
                              <m:sub>
                                <m:r>
                                  <a:rPr lang="en-GB" sz="1400" i="1">
                                    <a:effectLst/>
                                    <a:latin typeface="Cambria Math" panose="02040503050406030204" pitchFamily="18" charset="0"/>
                                    <a:ea typeface="DengXian" panose="02010600030101010101" pitchFamily="2" charset="-122"/>
                                    <a:cs typeface="Calibri" panose="020F0502020204030204" pitchFamily="34" charset="0"/>
                                  </a:rPr>
                                  <m:t>𝑖</m:t>
                                </m:r>
                              </m:sub>
                            </m:sSub>
                          </m:e>
                          <m:sup>
                            <m:r>
                              <a:rPr lang="en-GB" sz="1400" i="1">
                                <a:effectLst/>
                                <a:latin typeface="Cambria Math" panose="02040503050406030204" pitchFamily="18" charset="0"/>
                                <a:ea typeface="DengXian" panose="02010600030101010101" pitchFamily="2" charset="-122"/>
                                <a:cs typeface="Calibri" panose="020F0502020204030204" pitchFamily="34" charset="0"/>
                              </a:rPr>
                              <m:t>2</m:t>
                            </m:r>
                          </m:sup>
                        </m:sSup>
                      </m:e>
                    </m:nary>
                    <m:r>
                      <a:rPr lang="en-GB" sz="1400" i="1">
                        <a:effectLst/>
                        <a:latin typeface="Cambria Math" panose="02040503050406030204" pitchFamily="18" charset="0"/>
                        <a:ea typeface="DengXian" panose="02010600030101010101" pitchFamily="2" charset="-122"/>
                        <a:cs typeface="Calibri" panose="020F0502020204030204" pitchFamily="34" charset="0"/>
                      </a:rPr>
                      <m:t>= 5473.58</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Estimate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𝜇</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and </a:t>
                </a:r>
                <a14:m>
                  <m:oMath xmlns:m="http://schemas.openxmlformats.org/officeDocument/2006/math">
                    <m:sSup>
                      <m:sSup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pPr>
                      <m:e>
                        <m:r>
                          <a:rPr lang="en-GB" sz="1400" i="1">
                            <a:effectLst/>
                            <a:latin typeface="Cambria Math" panose="02040503050406030204" pitchFamily="18" charset="0"/>
                            <a:ea typeface="DengXian" panose="02010600030101010101" pitchFamily="2" charset="-122"/>
                            <a:cs typeface="Calibri" panose="020F0502020204030204" pitchFamily="34" charset="0"/>
                          </a:rPr>
                          <m:t>𝜎</m:t>
                        </m:r>
                      </m:e>
                      <m:sup>
                        <m:r>
                          <a:rPr lang="en-GB" sz="1400" i="1">
                            <a:effectLst/>
                            <a:latin typeface="Cambria Math" panose="02040503050406030204" pitchFamily="18" charset="0"/>
                            <a:ea typeface="DengXian" panose="02010600030101010101" pitchFamily="2" charset="-122"/>
                            <a:cs typeface="Calibri" panose="020F0502020204030204" pitchFamily="34" charset="0"/>
                          </a:rPr>
                          <m:t>2</m:t>
                        </m:r>
                      </m:sup>
                    </m:sSup>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and give a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95%</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confidence interval for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𝜇</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8A2A87D9-AA46-6534-AE42-9D3549A31526}"/>
                  </a:ext>
                </a:extLst>
              </p:cNvPr>
              <p:cNvSpPr txBox="1">
                <a:spLocks noRot="1" noChangeAspect="1" noMove="1" noResize="1" noEditPoints="1" noAdjustHandles="1" noChangeArrowheads="1" noChangeShapeType="1" noTextEdit="1"/>
              </p:cNvSpPr>
              <p:nvPr/>
            </p:nvSpPr>
            <p:spPr>
              <a:xfrm>
                <a:off x="186596" y="694190"/>
                <a:ext cx="8672096" cy="1862689"/>
              </a:xfrm>
              <a:prstGeom prst="rect">
                <a:avLst/>
              </a:prstGeom>
              <a:blipFill>
                <a:blip r:embed="rId3"/>
                <a:stretch>
                  <a:fillRect l="-211" t="-656" r="-211" b="-2623"/>
                </a:stretch>
              </a:blipFill>
            </p:spPr>
            <p:txBody>
              <a:bodyPr/>
              <a:lstStyle/>
              <a:p>
                <a:r>
                  <a:rPr lang="en-GB">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377D059-1A44-C2FA-0393-D444F2ED3A65}"/>
                  </a:ext>
                </a:extLst>
              </p14:cNvPr>
              <p14:cNvContentPartPr/>
              <p14:nvPr/>
            </p14:nvContentPartPr>
            <p14:xfrm>
              <a:off x="1531080" y="2188080"/>
              <a:ext cx="7349400" cy="2797920"/>
            </p14:xfrm>
          </p:contentPart>
        </mc:Choice>
        <mc:Fallback xmlns="">
          <p:pic>
            <p:nvPicPr>
              <p:cNvPr id="5" name="Ink 4">
                <a:extLst>
                  <a:ext uri="{FF2B5EF4-FFF2-40B4-BE49-F238E27FC236}">
                    <a16:creationId xmlns:a16="http://schemas.microsoft.com/office/drawing/2014/main" id="{0377D059-1A44-C2FA-0393-D444F2ED3A65}"/>
                  </a:ext>
                </a:extLst>
              </p:cNvPr>
              <p:cNvPicPr/>
              <p:nvPr/>
            </p:nvPicPr>
            <p:blipFill>
              <a:blip r:embed="rId5"/>
              <a:stretch>
                <a:fillRect/>
              </a:stretch>
            </p:blipFill>
            <p:spPr>
              <a:xfrm>
                <a:off x="1521720" y="2178720"/>
                <a:ext cx="7368120" cy="2816640"/>
              </a:xfrm>
              <a:prstGeom prst="rect">
                <a:avLst/>
              </a:prstGeom>
            </p:spPr>
          </p:pic>
        </mc:Fallback>
      </mc:AlternateContent>
    </p:spTree>
    <p:extLst>
      <p:ext uri="{BB962C8B-B14F-4D97-AF65-F5344CB8AC3E}">
        <p14:creationId xmlns:p14="http://schemas.microsoft.com/office/powerpoint/2010/main" val="1045544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Interval Estimation – The Variance</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76B788-316E-5304-4C49-27A381D96E71}"/>
                  </a:ext>
                </a:extLst>
              </p:cNvPr>
              <p:cNvSpPr txBox="1"/>
              <p:nvPr/>
            </p:nvSpPr>
            <p:spPr>
              <a:xfrm>
                <a:off x="186595" y="780584"/>
                <a:ext cx="8672097" cy="390813"/>
              </a:xfrm>
              <a:prstGeom prst="rect">
                <a:avLst/>
              </a:prstGeom>
              <a:noFill/>
            </p:spPr>
            <p:txBody>
              <a:bodyPr wrap="square">
                <a:spAutoFit/>
              </a:bodyPr>
              <a:lstStyle/>
              <a:p>
                <a:pPr algn="just">
                  <a:lnSpc>
                    <a:spcPct val="150000"/>
                  </a:lnSpc>
                  <a:spcAft>
                    <a:spcPts val="800"/>
                  </a:spcAft>
                  <a:tabLst>
                    <a:tab pos="3616325" algn="l"/>
                  </a:tabLst>
                </a:pPr>
                <a:r>
                  <a:rPr lang="en-GB" sz="1400" dirty="0">
                    <a:latin typeface="Calibri" panose="020F0502020204030204" pitchFamily="34" charset="0"/>
                    <a:ea typeface="DengXian" panose="02010600030101010101" pitchFamily="2" charset="-122"/>
                    <a:cs typeface="Times New Roman" panose="02020603050405020304" pitchFamily="18" charset="0"/>
                  </a:rPr>
                  <a:t>T</a:t>
                </a:r>
                <a:r>
                  <a:rPr lang="en-GB" sz="1400" dirty="0">
                    <a:effectLst/>
                    <a:latin typeface="Calibri" panose="020F0502020204030204" pitchFamily="34" charset="0"/>
                    <a:ea typeface="DengXian" panose="02010600030101010101" pitchFamily="2" charset="-122"/>
                    <a:cs typeface="Times New Roman" panose="02020603050405020304" pitchFamily="18" charset="0"/>
                  </a:rPr>
                  <a: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sample variances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also form a distribution,  called 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chi-squared</a:t>
                </a:r>
                <a:r>
                  <a:rPr lang="en-GB" sz="1400" dirty="0">
                    <a:effectLst/>
                    <a:latin typeface="Calibri" panose="020F0502020204030204" pitchFamily="34" charset="0"/>
                    <a:ea typeface="DengXian" panose="02010600030101010101" pitchFamily="2" charset="-122"/>
                    <a:cs typeface="Times New Roman" panose="02020603050405020304" pitchFamily="18" charset="0"/>
                  </a:rPr>
                  <a:t> (usually written as </a:t>
                </a:r>
                <a14:m>
                  <m:oMath xmlns:m="http://schemas.openxmlformats.org/officeDocument/2006/math">
                    <m:sSubSup>
                      <m:sSub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𝜒</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bSup>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distribution. </a:t>
                </a:r>
              </a:p>
            </p:txBody>
          </p:sp>
        </mc:Choice>
        <mc:Fallback xmlns="">
          <p:sp>
            <p:nvSpPr>
              <p:cNvPr id="4" name="TextBox 3">
                <a:extLst>
                  <a:ext uri="{FF2B5EF4-FFF2-40B4-BE49-F238E27FC236}">
                    <a16:creationId xmlns:a16="http://schemas.microsoft.com/office/drawing/2014/main" id="{F976B788-316E-5304-4C49-27A381D96E71}"/>
                  </a:ext>
                </a:extLst>
              </p:cNvPr>
              <p:cNvSpPr txBox="1">
                <a:spLocks noRot="1" noChangeAspect="1" noMove="1" noResize="1" noEditPoints="1" noAdjustHandles="1" noChangeArrowheads="1" noChangeShapeType="1" noTextEdit="1"/>
              </p:cNvSpPr>
              <p:nvPr/>
            </p:nvSpPr>
            <p:spPr>
              <a:xfrm>
                <a:off x="186595" y="780584"/>
                <a:ext cx="8672097" cy="390813"/>
              </a:xfrm>
              <a:prstGeom prst="rect">
                <a:avLst/>
              </a:prstGeom>
              <a:blipFill>
                <a:blip r:embed="rId3"/>
                <a:stretch>
                  <a:fillRect l="-211" b="-1718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2DFAEB6-7CBD-4C24-3585-5EBB4B965637}"/>
                  </a:ext>
                </a:extLst>
              </p:cNvPr>
              <p:cNvSpPr txBox="1"/>
              <p:nvPr/>
            </p:nvSpPr>
            <p:spPr>
              <a:xfrm>
                <a:off x="235951" y="1564687"/>
                <a:ext cx="8672097" cy="1109343"/>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If </a:t>
                </a:r>
                <a14:m>
                  <m:oMath xmlns:m="http://schemas.openxmlformats.org/officeDocument/2006/math">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 · · ,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a random sample </a:t>
                </a:r>
                <a:r>
                  <a:rPr lang="en-GB" sz="1400" dirty="0">
                    <a:effectLst/>
                    <a:latin typeface="Calibri" panose="020F0502020204030204" pitchFamily="34" charset="0"/>
                    <a:ea typeface="DengXian" panose="02010600030101010101" pitchFamily="2" charset="-122"/>
                    <a:cs typeface="Times New Roman" panose="02020603050405020304" pitchFamily="18" charset="0"/>
                  </a:rPr>
                  <a:t>taken from a </a:t>
                </a: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normal </a:t>
                </a:r>
                <a:r>
                  <a:rPr lang="en-GB" sz="1400" dirty="0">
                    <a:effectLst/>
                    <a:latin typeface="Calibri" panose="020F0502020204030204" pitchFamily="34" charset="0"/>
                    <a:ea typeface="DengXian" panose="02010600030101010101" pitchFamily="2" charset="-122"/>
                    <a:cs typeface="Times New Roman" panose="02020603050405020304" pitchFamily="18" charset="0"/>
                  </a:rPr>
                  <a:t>population with mean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𝜇</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and variance </a:t>
                </a:r>
                <a14:m>
                  <m:oMath xmlns:m="http://schemas.openxmlformats.org/officeDocument/2006/math">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then if the sample variance is denoted by </a:t>
                </a:r>
                <a14:m>
                  <m:oMath xmlns:m="http://schemas.openxmlformats.org/officeDocument/2006/math">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𝑆</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the random variable </a:t>
                </a: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𝛸</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𝑆</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num>
                        <m:den>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den>
                      </m:f>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Sup>
                        <m:sSub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𝜒</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bSup>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F2DFAEB6-7CBD-4C24-3585-5EBB4B965637}"/>
                  </a:ext>
                </a:extLst>
              </p:cNvPr>
              <p:cNvSpPr txBox="1">
                <a:spLocks noRot="1" noChangeAspect="1" noMove="1" noResize="1" noEditPoints="1" noAdjustHandles="1" noChangeArrowheads="1" noChangeShapeType="1" noTextEdit="1"/>
              </p:cNvSpPr>
              <p:nvPr/>
            </p:nvSpPr>
            <p:spPr>
              <a:xfrm>
                <a:off x="235951" y="1564687"/>
                <a:ext cx="8672097" cy="1109343"/>
              </a:xfrm>
              <a:prstGeom prst="rect">
                <a:avLst/>
              </a:prstGeom>
              <a:blipFill>
                <a:blip r:embed="rId4"/>
                <a:stretch>
                  <a:fillRect l="-211" t="-549" r="-2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0C27066-EA6B-ECA4-A29B-DA88663649BA}"/>
                  </a:ext>
                </a:extLst>
              </p:cNvPr>
              <p:cNvSpPr txBox="1"/>
              <p:nvPr/>
            </p:nvSpPr>
            <p:spPr>
              <a:xfrm>
                <a:off x="186596" y="2947216"/>
                <a:ext cx="8672096" cy="677108"/>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cs typeface="Times New Roman" panose="02020603050405020304" pitchFamily="18" charset="0"/>
                  </a:rPr>
                  <a:t>Where,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is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the degrees of freedom </a:t>
                </a:r>
                <a:r>
                  <a:rPr lang="en-GB" sz="1400" dirty="0">
                    <a:effectLst/>
                    <a:latin typeface="Calibri" panose="020F0502020204030204" pitchFamily="34" charset="0"/>
                    <a:ea typeface="DengXian" panose="02010600030101010101" pitchFamily="2" charset="-122"/>
                    <a:cs typeface="Times New Roman" panose="02020603050405020304" pitchFamily="18" charset="0"/>
                  </a:rPr>
                  <a:t>of the sample. </a:t>
                </a:r>
              </a:p>
              <a:p>
                <a:pPr marL="285750" indent="-285750">
                  <a:spcBef>
                    <a:spcPts val="600"/>
                  </a:spcBef>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mathematical formulation of the chi-squared distribution is a little involved, hence omitted here. </a:t>
                </a:r>
                <a:endParaRPr lang="en-GB" sz="1400" dirty="0"/>
              </a:p>
            </p:txBody>
          </p:sp>
        </mc:Choice>
        <mc:Fallback xmlns="">
          <p:sp>
            <p:nvSpPr>
              <p:cNvPr id="9" name="TextBox 8">
                <a:extLst>
                  <a:ext uri="{FF2B5EF4-FFF2-40B4-BE49-F238E27FC236}">
                    <a16:creationId xmlns:a16="http://schemas.microsoft.com/office/drawing/2014/main" id="{80C27066-EA6B-ECA4-A29B-DA88663649BA}"/>
                  </a:ext>
                </a:extLst>
              </p:cNvPr>
              <p:cNvSpPr txBox="1">
                <a:spLocks noRot="1" noChangeAspect="1" noMove="1" noResize="1" noEditPoints="1" noAdjustHandles="1" noChangeArrowheads="1" noChangeShapeType="1" noTextEdit="1"/>
              </p:cNvSpPr>
              <p:nvPr/>
            </p:nvSpPr>
            <p:spPr>
              <a:xfrm>
                <a:off x="186596" y="2947216"/>
                <a:ext cx="8672096" cy="677108"/>
              </a:xfrm>
              <a:prstGeom prst="rect">
                <a:avLst/>
              </a:prstGeom>
              <a:blipFill>
                <a:blip r:embed="rId5"/>
                <a:stretch>
                  <a:fillRect l="-141" t="-893" b="-8929"/>
                </a:stretch>
              </a:blipFill>
            </p:spPr>
            <p:txBody>
              <a:bodyPr/>
              <a:lstStyle/>
              <a:p>
                <a:r>
                  <a:rPr lang="en-GB">
                    <a:noFill/>
                  </a:rPr>
                  <a:t> </a:t>
                </a:r>
              </a:p>
            </p:txBody>
          </p:sp>
        </mc:Fallback>
      </mc:AlternateContent>
    </p:spTree>
    <p:extLst>
      <p:ext uri="{BB962C8B-B14F-4D97-AF65-F5344CB8AC3E}">
        <p14:creationId xmlns:p14="http://schemas.microsoft.com/office/powerpoint/2010/main" val="747123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Interval Estimation – The Variance</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2DFAEB6-7CBD-4C24-3585-5EBB4B965637}"/>
                  </a:ext>
                </a:extLst>
              </p:cNvPr>
              <p:cNvSpPr txBox="1"/>
              <p:nvPr/>
            </p:nvSpPr>
            <p:spPr>
              <a:xfrm>
                <a:off x="235951" y="734954"/>
                <a:ext cx="8672097" cy="601511"/>
              </a:xfrm>
              <a:prstGeom prst="rect">
                <a:avLst/>
              </a:prstGeom>
              <a:noFill/>
            </p:spPr>
            <p:txBody>
              <a:bodyPr wrap="square">
                <a:spAutoFit/>
              </a:bodyPr>
              <a:lstStyle/>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𝛸</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𝑆</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num>
                        <m:den>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den>
                      </m:f>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Sup>
                        <m:sSub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𝜒</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bSup>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F2DFAEB6-7CBD-4C24-3585-5EBB4B965637}"/>
                  </a:ext>
                </a:extLst>
              </p:cNvPr>
              <p:cNvSpPr txBox="1">
                <a:spLocks noRot="1" noChangeAspect="1" noMove="1" noResize="1" noEditPoints="1" noAdjustHandles="1" noChangeArrowheads="1" noChangeShapeType="1" noTextEdit="1"/>
              </p:cNvSpPr>
              <p:nvPr/>
            </p:nvSpPr>
            <p:spPr>
              <a:xfrm>
                <a:off x="235951" y="734954"/>
                <a:ext cx="8672097" cy="601511"/>
              </a:xfrm>
              <a:prstGeom prst="rect">
                <a:avLst/>
              </a:prstGeom>
              <a:blipFill>
                <a:blip r:embed="rId3"/>
                <a:stretch>
                  <a:fillRect/>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1C03616E-B0CD-CD6A-5A68-4748F4E9FCE6}"/>
              </a:ext>
            </a:extLst>
          </p:cNvPr>
          <p:cNvSpPr txBox="1"/>
          <p:nvPr/>
        </p:nvSpPr>
        <p:spPr>
          <a:xfrm>
            <a:off x="235950" y="1366121"/>
            <a:ext cx="8672097" cy="523220"/>
          </a:xfrm>
          <a:prstGeom prst="rect">
            <a:avLst/>
          </a:prstGeom>
          <a:noFill/>
        </p:spPr>
        <p:txBody>
          <a:bodyPr wrap="square">
            <a:spAutoFit/>
          </a:bodyPr>
          <a:lstStyle/>
          <a:p>
            <a:pPr algn="just">
              <a:spcBef>
                <a:spcPts val="600"/>
              </a:spcBef>
              <a:spcAft>
                <a:spcPts val="600"/>
              </a:spcAft>
              <a:tabLst>
                <a:tab pos="3616325" algn="l"/>
              </a:tabLst>
            </a:pPr>
            <a:r>
              <a:rPr lang="en-GB" sz="1400" dirty="0">
                <a:latin typeface="Calibri" panose="020F0502020204030204" pitchFamily="34" charset="0"/>
                <a:ea typeface="DengXian" panose="02010600030101010101" pitchFamily="2" charset="-122"/>
                <a:cs typeface="Times New Roman" panose="02020603050405020304" pitchFamily="18" charset="0"/>
              </a:rPr>
              <a:t>T</a:t>
            </a:r>
            <a:r>
              <a:rPr lang="en-GB" sz="1400" dirty="0">
                <a:effectLst/>
                <a:latin typeface="Calibri" panose="020F0502020204030204" pitchFamily="34" charset="0"/>
                <a:ea typeface="DengXian" panose="02010600030101010101" pitchFamily="2" charset="-122"/>
                <a:cs typeface="Times New Roman" panose="02020603050405020304" pitchFamily="18" charset="0"/>
              </a:rPr>
              <a:t>he following graphs of the chi-squared distribution can be quite intuitive for you to understand the essential characteristics of the distribution. </a:t>
            </a:r>
          </a:p>
        </p:txBody>
      </p:sp>
      <p:pic>
        <p:nvPicPr>
          <p:cNvPr id="5" name="Picture 4">
            <a:extLst>
              <a:ext uri="{FF2B5EF4-FFF2-40B4-BE49-F238E27FC236}">
                <a16:creationId xmlns:a16="http://schemas.microsoft.com/office/drawing/2014/main" id="{E98A5F2D-3449-DC77-5A10-54EC227B826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5950" y="2076191"/>
            <a:ext cx="3648075" cy="2332355"/>
          </a:xfrm>
          <a:prstGeom prst="rect">
            <a:avLst/>
          </a:prstGeom>
          <a:noFill/>
          <a:ln>
            <a:noFill/>
          </a:ln>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F03ED6F-B7F2-3DA4-FA72-7F4718CAB333}"/>
                  </a:ext>
                </a:extLst>
              </p:cNvPr>
              <p:cNvSpPr txBox="1"/>
              <p:nvPr/>
            </p:nvSpPr>
            <p:spPr>
              <a:xfrm>
                <a:off x="4059767" y="2202852"/>
                <a:ext cx="4798926" cy="2079031"/>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As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𝑘</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increases, the peak of each curve occurs at values closer to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𝑘</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As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𝑘</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increases, the shape of the curve appears to become more symmetrical.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As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𝑘</m:t>
                    </m:r>
                    <m:r>
                      <a:rPr lang="en-GB" sz="1400" i="1">
                        <a:effectLst/>
                        <a:latin typeface="Cambria Math" panose="02040503050406030204" pitchFamily="18" charset="0"/>
                        <a:ea typeface="DengXian" panose="02010600030101010101" pitchFamily="2" charset="-122"/>
                        <a:cs typeface="Calibri" panose="020F0502020204030204" pitchFamily="34" charset="0"/>
                      </a:rPr>
                      <m:t>→∞</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the </a:t>
                </a:r>
                <a14:m>
                  <m:oMath xmlns:m="http://schemas.openxmlformats.org/officeDocument/2006/math">
                    <m:sSubSup>
                      <m:sSub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𝜒</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bSup>
                  </m:oMath>
                </a14:m>
                <a:r>
                  <a:rPr lang="en-GB" sz="1400" dirty="0">
                    <a:effectLst/>
                    <a:latin typeface="Calibri" panose="020F0502020204030204" pitchFamily="34" charset="0"/>
                    <a:ea typeface="DengXian" panose="02010600030101010101" pitchFamily="2" charset="-122"/>
                    <a:cs typeface="Calibri" panose="020F0502020204030204" pitchFamily="34" charset="0"/>
                  </a:rPr>
                  <a:t> distribution becomes normal.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The </a:t>
                </a:r>
                <a:r>
                  <a:rPr lang="en-GB" sz="1400" b="1" dirty="0">
                    <a:effectLst/>
                    <a:latin typeface="Calibri" panose="020F0502020204030204" pitchFamily="34" charset="0"/>
                    <a:ea typeface="DengXian" panose="02010600030101010101" pitchFamily="2" charset="-122"/>
                    <a:cs typeface="Calibri" panose="020F0502020204030204" pitchFamily="34" charset="0"/>
                  </a:rPr>
                  <a:t>mean</a:t>
                </a:r>
                <a:r>
                  <a:rPr lang="en-GB" sz="1400" dirty="0">
                    <a:effectLst/>
                    <a:latin typeface="Calibri" panose="020F0502020204030204" pitchFamily="34" charset="0"/>
                    <a:ea typeface="DengXian" panose="02010600030101010101" pitchFamily="2" charset="-122"/>
                    <a:cs typeface="Calibri" panose="020F0502020204030204" pitchFamily="34" charset="0"/>
                  </a:rPr>
                  <a:t> and </a:t>
                </a:r>
                <a:r>
                  <a:rPr lang="en-GB" sz="1400" b="1" dirty="0">
                    <a:effectLst/>
                    <a:latin typeface="Calibri" panose="020F0502020204030204" pitchFamily="34" charset="0"/>
                    <a:ea typeface="DengXian" panose="02010600030101010101" pitchFamily="2" charset="-122"/>
                    <a:cs typeface="Calibri" panose="020F0502020204030204" pitchFamily="34" charset="0"/>
                  </a:rPr>
                  <a:t>variance</a:t>
                </a:r>
                <a:r>
                  <a:rPr lang="en-GB" sz="1400" dirty="0">
                    <a:effectLst/>
                    <a:latin typeface="Calibri" panose="020F0502020204030204" pitchFamily="34" charset="0"/>
                    <a:ea typeface="DengXian" panose="02010600030101010101" pitchFamily="2" charset="-122"/>
                    <a:cs typeface="Calibri" panose="020F0502020204030204" pitchFamily="34" charset="0"/>
                  </a:rPr>
                  <a:t> of the </a:t>
                </a:r>
                <a14:m>
                  <m:oMath xmlns:m="http://schemas.openxmlformats.org/officeDocument/2006/math">
                    <m:sSubSup>
                      <m:sSub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𝜒</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bSup>
                  </m:oMath>
                </a14:m>
                <a:r>
                  <a:rPr lang="en-GB" sz="1400" dirty="0">
                    <a:effectLst/>
                    <a:latin typeface="Calibri" panose="020F0502020204030204" pitchFamily="34" charset="0"/>
                    <a:ea typeface="DengXian" panose="02010600030101010101" pitchFamily="2" charset="-122"/>
                    <a:cs typeface="Calibri" panose="020F0502020204030204" pitchFamily="34" charset="0"/>
                  </a:rPr>
                  <a:t> distribution are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𝑘</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and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2</m:t>
                    </m:r>
                    <m:r>
                      <a:rPr lang="en-GB" sz="1400" i="1">
                        <a:effectLst/>
                        <a:latin typeface="Cambria Math" panose="02040503050406030204" pitchFamily="18" charset="0"/>
                        <a:ea typeface="DengXian" panose="02010600030101010101" pitchFamily="2" charset="-122"/>
                        <a:cs typeface="Calibri" panose="020F0502020204030204" pitchFamily="34" charset="0"/>
                      </a:rPr>
                      <m:t>𝑘</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respectively.</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6F03ED6F-B7F2-3DA4-FA72-7F4718CAB333}"/>
                  </a:ext>
                </a:extLst>
              </p:cNvPr>
              <p:cNvSpPr txBox="1">
                <a:spLocks noRot="1" noChangeAspect="1" noMove="1" noResize="1" noEditPoints="1" noAdjustHandles="1" noChangeArrowheads="1" noChangeShapeType="1" noTextEdit="1"/>
              </p:cNvSpPr>
              <p:nvPr/>
            </p:nvSpPr>
            <p:spPr>
              <a:xfrm>
                <a:off x="4059767" y="2202852"/>
                <a:ext cx="4798926" cy="2079031"/>
              </a:xfrm>
              <a:prstGeom prst="rect">
                <a:avLst/>
              </a:prstGeom>
              <a:blipFill>
                <a:blip r:embed="rId5"/>
                <a:stretch>
                  <a:fillRect l="-254" t="-293" r="-381" b="-2346"/>
                </a:stretch>
              </a:blipFill>
            </p:spPr>
            <p:txBody>
              <a:bodyPr/>
              <a:lstStyle/>
              <a:p>
                <a:r>
                  <a:rPr lang="en-GB">
                    <a:noFill/>
                  </a:rPr>
                  <a:t> </a:t>
                </a:r>
              </a:p>
            </p:txBody>
          </p:sp>
        </mc:Fallback>
      </mc:AlternateContent>
    </p:spTree>
    <p:extLst>
      <p:ext uri="{BB962C8B-B14F-4D97-AF65-F5344CB8AC3E}">
        <p14:creationId xmlns:p14="http://schemas.microsoft.com/office/powerpoint/2010/main" val="621284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Interval Estimation – The Variance</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5901601-523D-9FEA-E6EC-D7641B5E5F71}"/>
                  </a:ext>
                </a:extLst>
              </p:cNvPr>
              <p:cNvSpPr txBox="1"/>
              <p:nvPr/>
            </p:nvSpPr>
            <p:spPr>
              <a:xfrm>
                <a:off x="639561" y="1339384"/>
                <a:ext cx="4690205" cy="2137316"/>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Similar to the normal distribution, the values of the chi-squared distribution are tabulated for ease of use.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table shows the values of </a:t>
                </a:r>
                <a14:m>
                  <m:oMath xmlns:m="http://schemas.openxmlformats.org/officeDocument/2006/math">
                    <m:sSubSup>
                      <m:sSub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𝜒</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𝛼</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𝜐</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bSup>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for a variety of values of the area under the curve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𝛼</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(i.e. the probability) and the number of degrees of freedom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𝜐</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Notice that the table gives the area values corresponding to the right-hand tail of the distribution. For the left-hand area values we need to use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1−</m:t>
                    </m:r>
                    <m:r>
                      <a:rPr lang="en-GB" sz="1400" i="1">
                        <a:effectLst/>
                        <a:latin typeface="Cambria Math" panose="02040503050406030204" pitchFamily="18" charset="0"/>
                        <a:ea typeface="DengXian" panose="02010600030101010101" pitchFamily="2" charset="-122"/>
                        <a:cs typeface="Calibri" panose="020F0502020204030204" pitchFamily="34" charset="0"/>
                      </a:rPr>
                      <m:t>𝛼</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E5901601-523D-9FEA-E6EC-D7641B5E5F71}"/>
                  </a:ext>
                </a:extLst>
              </p:cNvPr>
              <p:cNvSpPr txBox="1">
                <a:spLocks noRot="1" noChangeAspect="1" noMove="1" noResize="1" noEditPoints="1" noAdjustHandles="1" noChangeArrowheads="1" noChangeShapeType="1" noTextEdit="1"/>
              </p:cNvSpPr>
              <p:nvPr/>
            </p:nvSpPr>
            <p:spPr>
              <a:xfrm>
                <a:off x="639561" y="1339384"/>
                <a:ext cx="4690205" cy="2137316"/>
              </a:xfrm>
              <a:prstGeom prst="rect">
                <a:avLst/>
              </a:prstGeom>
              <a:blipFill>
                <a:blip r:embed="rId3"/>
                <a:stretch>
                  <a:fillRect l="-260" t="-571" r="-390" b="-2286"/>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320928CF-77A3-8FAF-7211-1B040A24CC2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17876" y="88899"/>
            <a:ext cx="3204304" cy="4386105"/>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484AB00F-7F9E-9A13-28B7-2BFCA4E64FCE}"/>
                  </a:ext>
                </a:extLst>
              </p14:cNvPr>
              <p14:cNvContentPartPr/>
              <p14:nvPr/>
            </p14:nvContentPartPr>
            <p14:xfrm>
              <a:off x="7267680" y="291240"/>
              <a:ext cx="1351080" cy="465480"/>
            </p14:xfrm>
          </p:contentPart>
        </mc:Choice>
        <mc:Fallback xmlns="">
          <p:pic>
            <p:nvPicPr>
              <p:cNvPr id="9" name="Ink 8">
                <a:extLst>
                  <a:ext uri="{FF2B5EF4-FFF2-40B4-BE49-F238E27FC236}">
                    <a16:creationId xmlns:a16="http://schemas.microsoft.com/office/drawing/2014/main" id="{484AB00F-7F9E-9A13-28B7-2BFCA4E64FCE}"/>
                  </a:ext>
                </a:extLst>
              </p:cNvPr>
              <p:cNvPicPr/>
              <p:nvPr/>
            </p:nvPicPr>
            <p:blipFill>
              <a:blip r:embed="rId6"/>
              <a:stretch>
                <a:fillRect/>
              </a:stretch>
            </p:blipFill>
            <p:spPr>
              <a:xfrm>
                <a:off x="7258320" y="281880"/>
                <a:ext cx="1369800" cy="484200"/>
              </a:xfrm>
              <a:prstGeom prst="rect">
                <a:avLst/>
              </a:prstGeom>
            </p:spPr>
          </p:pic>
        </mc:Fallback>
      </mc:AlternateContent>
    </p:spTree>
    <p:extLst>
      <p:ext uri="{BB962C8B-B14F-4D97-AF65-F5344CB8AC3E}">
        <p14:creationId xmlns:p14="http://schemas.microsoft.com/office/powerpoint/2010/main" val="755484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Interval Estimation – The Variance</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2" name="Rectangle 2">
                <a:extLst>
                  <a:ext uri="{FF2B5EF4-FFF2-40B4-BE49-F238E27FC236}">
                    <a16:creationId xmlns:a16="http://schemas.microsoft.com/office/drawing/2014/main" id="{3362AD11-8B10-6A1D-AEEA-17C9B6BFD627}"/>
                  </a:ext>
                </a:extLst>
              </p:cNvPr>
              <p:cNvSpPr>
                <a:spLocks noChangeArrowheads="1"/>
              </p:cNvSpPr>
              <p:nvPr/>
            </p:nvSpPr>
            <p:spPr bwMode="auto">
              <a:xfrm>
                <a:off x="202294" y="691466"/>
                <a:ext cx="3967496" cy="10811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616325"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3616325"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3616325"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3616325"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3616325"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3616325"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3616325"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3616325"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3616325" algn="l"/>
                  </a:tabLst>
                  <a:defRPr>
                    <a:solidFill>
                      <a:schemeClr val="tx1"/>
                    </a:solidFill>
                    <a:latin typeface="Arial" panose="020B0604020202020204" pitchFamily="34" charset="0"/>
                  </a:defRPr>
                </a:lvl9pPr>
              </a:lstStyle>
              <a:p>
                <a:pPr marL="0" marR="0" lvl="0" indent="0" algn="l" defTabSz="914400" rtl="0" eaLnBrk="0" fontAlgn="base" latinLnBrk="0" hangingPunct="0">
                  <a:spcBef>
                    <a:spcPts val="600"/>
                  </a:spcBef>
                  <a:spcAft>
                    <a:spcPts val="600"/>
                  </a:spcAft>
                  <a:buClrTx/>
                  <a:buSzTx/>
                  <a:buFontTx/>
                  <a:buNone/>
                  <a:tabLst>
                    <a:tab pos="3616325" algn="l"/>
                  </a:tabLst>
                </a:pPr>
                <a:r>
                  <a:rPr kumimoji="0" lang="en-GB" altLang="en-US" sz="1400" b="1"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Example 5</a:t>
                </a:r>
                <a:endParaRPr kumimoji="0" lang="en-GB" altLang="en-US" sz="1400" b="0" i="0" u="none" strike="noStrike" cap="none" normalizeH="0" baseline="0" dirty="0">
                  <a:ln>
                    <a:noFill/>
                  </a:ln>
                  <a:solidFill>
                    <a:schemeClr val="tx1"/>
                  </a:solidFill>
                  <a:effectLst/>
                </a:endParaRPr>
              </a:p>
              <a:p>
                <a:pPr lvl="0" defTabSz="914400">
                  <a:spcBef>
                    <a:spcPts val="600"/>
                  </a:spcBef>
                  <a:spcAft>
                    <a:spcPts val="600"/>
                  </a:spcAft>
                </a:pPr>
                <a:r>
                  <a:rPr kumimoji="0" lang="en-GB" altLang="en-US" sz="14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Find the corresponding values of </a:t>
                </a:r>
                <a14:m>
                  <m:oMath xmlns:m="http://schemas.openxmlformats.org/officeDocument/2006/math">
                    <m:sSubSup>
                      <m:sSubSupPr>
                        <m:ctrlPr>
                          <a:rPr lang="en-GB" sz="1400" i="1" smtClean="0">
                            <a:effectLst/>
                            <a:latin typeface="Cambria Math" panose="02040503050406030204" pitchFamily="18" charset="0"/>
                          </a:rPr>
                        </m:ctrlPr>
                      </m:sSub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𝜒</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0.95,5</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bSup>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r>
                  <a:rPr kumimoji="0" lang="en-GB" altLang="en-US" sz="14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and </a:t>
                </a:r>
                <a14:m>
                  <m:oMath xmlns:m="http://schemas.openxmlformats.org/officeDocument/2006/math">
                    <m:sSubSup>
                      <m:sSubSupPr>
                        <m:ctrlPr>
                          <a:rPr lang="en-GB" sz="1400" i="1">
                            <a:latin typeface="Cambria Math" panose="02040503050406030204" pitchFamily="18" charset="0"/>
                          </a:rPr>
                        </m:ctrlPr>
                      </m:sSubSupPr>
                      <m:e>
                        <m:r>
                          <a:rPr lang="en-GB" sz="1400" i="1">
                            <a:latin typeface="Cambria Math" panose="02040503050406030204" pitchFamily="18" charset="0"/>
                          </a:rPr>
                          <m:t>𝜒</m:t>
                        </m:r>
                      </m:e>
                      <m:sub>
                        <m:r>
                          <a:rPr lang="en-GB" sz="1400" i="1">
                            <a:latin typeface="Cambria Math" panose="02040503050406030204" pitchFamily="18" charset="0"/>
                          </a:rPr>
                          <m:t>0.05,5</m:t>
                        </m:r>
                      </m:sub>
                      <m:sup>
                        <m:r>
                          <a:rPr lang="en-GB" sz="1400" i="1">
                            <a:latin typeface="Cambria Math" panose="02040503050406030204" pitchFamily="18" charset="0"/>
                          </a:rPr>
                          <m:t>2</m:t>
                        </m:r>
                      </m:sup>
                    </m:sSubSup>
                  </m:oMath>
                </a14:m>
                <a:r>
                  <a:rPr kumimoji="0" lang="en-GB" altLang="en-US" sz="1400" b="0" i="0" u="none" strike="noStrike" cap="none" normalizeH="0" baseline="0" dirty="0">
                    <a:ln>
                      <a:noFill/>
                    </a:ln>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t>
                </a:r>
              </a:p>
              <a:p>
                <a:pPr defTabSz="914400">
                  <a:spcBef>
                    <a:spcPts val="600"/>
                  </a:spcBef>
                  <a:spcAft>
                    <a:spcPts val="600"/>
                  </a:spcAft>
                </a:pPr>
                <a:r>
                  <a:rPr kumimoji="0" lang="en-GB" altLang="en-US" sz="1400" b="1" i="0" u="none" strike="noStrike" cap="none" normalizeH="0" baseline="0" dirty="0">
                    <a:ln>
                      <a:noFill/>
                    </a:ln>
                    <a:solidFill>
                      <a:srgbClr val="FF0000"/>
                    </a:solidFill>
                    <a:effectLst/>
                    <a:latin typeface="Calibri" panose="020F0502020204030204" pitchFamily="34" charset="0"/>
                    <a:ea typeface="DengXian" panose="02010600030101010101" pitchFamily="2" charset="-122"/>
                    <a:cs typeface="Calibri" panose="020F0502020204030204" pitchFamily="34" charset="0"/>
                  </a:rPr>
                  <a:t>Solution</a:t>
                </a:r>
                <a:endParaRPr kumimoji="0" lang="en-GB" altLang="en-US" sz="1400" b="0" i="0" u="none" strike="noStrike" cap="none" normalizeH="0" baseline="0" dirty="0">
                  <a:ln>
                    <a:noFill/>
                  </a:ln>
                  <a:solidFill>
                    <a:srgbClr val="FF0000"/>
                  </a:solidFill>
                  <a:effectLst/>
                  <a:latin typeface="Arial" panose="020B0604020202020204" pitchFamily="34" charset="0"/>
                </a:endParaRPr>
              </a:p>
            </p:txBody>
          </p:sp>
        </mc:Choice>
        <mc:Fallback xmlns="">
          <p:sp>
            <p:nvSpPr>
              <p:cNvPr id="2" name="Rectangle 2">
                <a:extLst>
                  <a:ext uri="{FF2B5EF4-FFF2-40B4-BE49-F238E27FC236}">
                    <a16:creationId xmlns:a16="http://schemas.microsoft.com/office/drawing/2014/main" id="{3362AD11-8B10-6A1D-AEEA-17C9B6BFD627}"/>
                  </a:ext>
                </a:extLst>
              </p:cNvPr>
              <p:cNvSpPr>
                <a:spLocks noRot="1" noChangeAspect="1" noMove="1" noResize="1" noEditPoints="1" noAdjustHandles="1" noChangeArrowheads="1" noChangeShapeType="1" noTextEdit="1"/>
              </p:cNvSpPr>
              <p:nvPr/>
            </p:nvSpPr>
            <p:spPr bwMode="auto">
              <a:xfrm>
                <a:off x="202294" y="691466"/>
                <a:ext cx="3967496" cy="1081130"/>
              </a:xfrm>
              <a:prstGeom prst="rect">
                <a:avLst/>
              </a:prstGeom>
              <a:blipFill>
                <a:blip r:embed="rId3"/>
                <a:stretch>
                  <a:fillRect l="-461" b="-561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pic>
        <p:nvPicPr>
          <p:cNvPr id="1025" name="Picture 17">
            <a:extLst>
              <a:ext uri="{FF2B5EF4-FFF2-40B4-BE49-F238E27FC236}">
                <a16:creationId xmlns:a16="http://schemas.microsoft.com/office/drawing/2014/main" id="{B986FC75-179A-58D4-29F5-F1189D1C92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4768" y="780584"/>
            <a:ext cx="2895600" cy="14668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A6088994-D1DC-F3EC-B84F-AC7377AE2408}"/>
                  </a:ext>
                </a:extLst>
              </p14:cNvPr>
              <p14:cNvContentPartPr/>
              <p14:nvPr/>
            </p14:nvContentPartPr>
            <p14:xfrm>
              <a:off x="1689480" y="1897920"/>
              <a:ext cx="1870560" cy="1241640"/>
            </p14:xfrm>
          </p:contentPart>
        </mc:Choice>
        <mc:Fallback xmlns="">
          <p:pic>
            <p:nvPicPr>
              <p:cNvPr id="5" name="Ink 4">
                <a:extLst>
                  <a:ext uri="{FF2B5EF4-FFF2-40B4-BE49-F238E27FC236}">
                    <a16:creationId xmlns:a16="http://schemas.microsoft.com/office/drawing/2014/main" id="{A6088994-D1DC-F3EC-B84F-AC7377AE2408}"/>
                  </a:ext>
                </a:extLst>
              </p:cNvPr>
              <p:cNvPicPr/>
              <p:nvPr/>
            </p:nvPicPr>
            <p:blipFill>
              <a:blip r:embed="rId6"/>
              <a:stretch>
                <a:fillRect/>
              </a:stretch>
            </p:blipFill>
            <p:spPr>
              <a:xfrm>
                <a:off x="1680120" y="1888560"/>
                <a:ext cx="1889280" cy="1260360"/>
              </a:xfrm>
              <a:prstGeom prst="rect">
                <a:avLst/>
              </a:prstGeom>
            </p:spPr>
          </p:pic>
        </mc:Fallback>
      </mc:AlternateContent>
    </p:spTree>
    <p:extLst>
      <p:ext uri="{BB962C8B-B14F-4D97-AF65-F5344CB8AC3E}">
        <p14:creationId xmlns:p14="http://schemas.microsoft.com/office/powerpoint/2010/main" val="2069295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Interval Estimation – The Variance</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1F0B8C1-E6A3-E9BE-8E1B-00CFA85FDE06}"/>
                  </a:ext>
                </a:extLst>
              </p:cNvPr>
              <p:cNvSpPr txBox="1"/>
              <p:nvPr/>
            </p:nvSpPr>
            <p:spPr>
              <a:xfrm>
                <a:off x="186596" y="632417"/>
                <a:ext cx="8672097" cy="1165447"/>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We can now construct a </a:t>
                </a:r>
                <a:r>
                  <a:rPr lang="en-GB" sz="1400" b="1" dirty="0">
                    <a:effectLst/>
                    <a:latin typeface="Calibri" panose="020F0502020204030204" pitchFamily="34" charset="0"/>
                    <a:ea typeface="DengXian" panose="02010600030101010101" pitchFamily="2" charset="-122"/>
                    <a:cs typeface="Calibri" panose="020F0502020204030204" pitchFamily="34" charset="0"/>
                  </a:rPr>
                  <a:t>confidence interval </a:t>
                </a:r>
                <a:r>
                  <a:rPr lang="en-GB" sz="1400" dirty="0">
                    <a:effectLst/>
                    <a:latin typeface="Calibri" panose="020F0502020204030204" pitchFamily="34" charset="0"/>
                    <a:ea typeface="DengXian" panose="02010600030101010101" pitchFamily="2" charset="-122"/>
                    <a:cs typeface="Calibri" panose="020F0502020204030204" pitchFamily="34" charset="0"/>
                  </a:rPr>
                  <a:t>for the sample variance. If the level of confidence is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95%</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which means that we need two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2.5%</m:t>
                    </m:r>
                  </m:oMath>
                </a14:m>
                <a:r>
                  <a:rPr lang="en-GB" sz="1400" dirty="0">
                    <a:effectLst/>
                    <a:latin typeface="Calibri" panose="020F0502020204030204" pitchFamily="34" charset="0"/>
                    <a:ea typeface="DengXian" panose="02010600030101010101" pitchFamily="2" charset="-122"/>
                    <a:cs typeface="Calibri" panose="020F0502020204030204" pitchFamily="34" charset="0"/>
                  </a:rPr>
                  <a:t> tails. Therefore, we have: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𝑃</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Sup>
                            <m:sSub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𝜒</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0.975,</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bSup>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e>
                              </m:d>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𝑆</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num>
                            <m:den>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den>
                          </m:f>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Sup>
                            <m:sSub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𝜒</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0.025,</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bSup>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=0.95</m:t>
                      </m:r>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A1F0B8C1-E6A3-E9BE-8E1B-00CFA85FDE06}"/>
                  </a:ext>
                </a:extLst>
              </p:cNvPr>
              <p:cNvSpPr txBox="1">
                <a:spLocks noRot="1" noChangeAspect="1" noMove="1" noResize="1" noEditPoints="1" noAdjustHandles="1" noChangeArrowheads="1" noChangeShapeType="1" noTextEdit="1"/>
              </p:cNvSpPr>
              <p:nvPr/>
            </p:nvSpPr>
            <p:spPr>
              <a:xfrm>
                <a:off x="186596" y="632417"/>
                <a:ext cx="8672097" cy="1165447"/>
              </a:xfrm>
              <a:prstGeom prst="rect">
                <a:avLst/>
              </a:prstGeom>
              <a:blipFill>
                <a:blip r:embed="rId3"/>
                <a:stretch>
                  <a:fillRect l="-211" t="-1047" r="-2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D6B8152-4786-9B60-F119-3167C64BE729}"/>
                  </a:ext>
                </a:extLst>
              </p:cNvPr>
              <p:cNvSpPr txBox="1"/>
              <p:nvPr/>
            </p:nvSpPr>
            <p:spPr>
              <a:xfrm>
                <a:off x="2087032" y="1797864"/>
                <a:ext cx="3493943" cy="672300"/>
              </a:xfrm>
              <a:prstGeom prst="rect">
                <a:avLst/>
              </a:prstGeom>
              <a:noFill/>
            </p:spPr>
            <p:txBody>
              <a:bodyPr wrap="square">
                <a:spAutoFit/>
              </a:bodyPr>
              <a:lstStyle/>
              <a:p>
                <a:pPr algn="ctr">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m:rPr>
                          <m:nor/>
                        </m:rPr>
                        <a:rPr lang="en-GB" sz="1400" dirty="0" smtClean="0">
                          <a:latin typeface="Calibri" panose="020F0502020204030204" pitchFamily="34" charset="0"/>
                          <a:ea typeface="DengXian" panose="02010600030101010101" pitchFamily="2" charset="-122"/>
                          <a:cs typeface="Calibri" panose="020F0502020204030204" pitchFamily="34" charset="0"/>
                        </a:rPr>
                        <m:t>Hence</m:t>
                      </m:r>
                      <m:r>
                        <a:rPr lang="en-GB" sz="1400" b="0" i="1" dirty="0" smtClean="0">
                          <a:latin typeface="Cambria Math" panose="02040503050406030204" pitchFamily="18" charset="0"/>
                          <a:ea typeface="DengXian" panose="02010600030101010101" pitchFamily="2" charset="-122"/>
                          <a:cs typeface="Calibri" panose="020F0502020204030204" pitchFamily="34" charset="0"/>
                        </a:rPr>
                        <m:t>   </m:t>
                      </m:r>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num>
                        <m:den>
                          <m:sSubSup>
                            <m:sSub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𝜒</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0.025,</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bSup>
                        </m:den>
                      </m:f>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num>
                        <m:den>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e>
                          </m:d>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𝑆</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den>
                      </m:f>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num>
                        <m:den>
                          <m:sSubSup>
                            <m:sSub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𝜒</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0.975,</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bSup>
                        </m:den>
                      </m:f>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DD6B8152-4786-9B60-F119-3167C64BE729}"/>
                  </a:ext>
                </a:extLst>
              </p:cNvPr>
              <p:cNvSpPr txBox="1">
                <a:spLocks noRot="1" noChangeAspect="1" noMove="1" noResize="1" noEditPoints="1" noAdjustHandles="1" noChangeArrowheads="1" noChangeShapeType="1" noTextEdit="1"/>
              </p:cNvSpPr>
              <p:nvPr/>
            </p:nvSpPr>
            <p:spPr>
              <a:xfrm>
                <a:off x="2087032" y="1797864"/>
                <a:ext cx="3493943" cy="672300"/>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9F2B95C-8324-8811-31C9-164C026F8973}"/>
                  </a:ext>
                </a:extLst>
              </p:cNvPr>
              <p:cNvSpPr txBox="1"/>
              <p:nvPr/>
            </p:nvSpPr>
            <p:spPr>
              <a:xfrm>
                <a:off x="186596" y="2470164"/>
                <a:ext cx="8672096" cy="1523302"/>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rPr>
                  <a:t>Therefore, </a:t>
                </a:r>
                <a14:m>
                  <m:oMath xmlns:m="http://schemas.openxmlformats.org/officeDocument/2006/math">
                    <m:f>
                      <m:fPr>
                        <m:ctrlPr>
                          <a:rPr lang="en-GB" sz="1400" b="1" i="1" smtClean="0">
                            <a:solidFill>
                              <a:srgbClr val="FF0000"/>
                            </a:solidFill>
                            <a:effectLst/>
                            <a:latin typeface="Cambria Math" panose="02040503050406030204" pitchFamily="18" charset="0"/>
                          </a:rPr>
                        </m:ctrlPr>
                      </m:fPr>
                      <m:num>
                        <m:d>
                          <m:dPr>
                            <m:ctrlPr>
                              <a:rPr lang="en-GB" sz="1400" b="1" i="1">
                                <a:solidFill>
                                  <a:srgbClr val="FF0000"/>
                                </a:solidFill>
                                <a:effectLst/>
                                <a:latin typeface="Cambria Math" panose="02040503050406030204" pitchFamily="18" charset="0"/>
                              </a:rPr>
                            </m:ctrlPr>
                          </m:dPr>
                          <m:e>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𝒏</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𝟏</m:t>
                            </m:r>
                          </m:e>
                        </m:d>
                        <m:sSup>
                          <m:sSupPr>
                            <m:ctrlPr>
                              <a:rPr lang="en-GB" sz="1400" b="1" i="1">
                                <a:solidFill>
                                  <a:srgbClr val="FF0000"/>
                                </a:solidFill>
                                <a:effectLst/>
                                <a:latin typeface="Cambria Math" panose="02040503050406030204" pitchFamily="18" charset="0"/>
                              </a:rPr>
                            </m:ctrlPr>
                          </m:sSupPr>
                          <m:e>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𝑺</m:t>
                            </m:r>
                          </m:e>
                          <m:sup>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𝟐</m:t>
                            </m:r>
                          </m:sup>
                        </m:sSup>
                      </m:num>
                      <m:den>
                        <m:sSubSup>
                          <m:sSubSupPr>
                            <m:ctrlPr>
                              <a:rPr lang="en-GB" sz="1400" b="1" i="1">
                                <a:solidFill>
                                  <a:srgbClr val="FF0000"/>
                                </a:solidFill>
                                <a:effectLst/>
                                <a:latin typeface="Cambria Math" panose="02040503050406030204" pitchFamily="18" charset="0"/>
                              </a:rPr>
                            </m:ctrlPr>
                          </m:sSubSupPr>
                          <m:e>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𝝌</m:t>
                            </m:r>
                          </m:e>
                          <m:sub>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𝟎</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𝟎𝟐𝟓</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𝒏</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𝟏</m:t>
                            </m:r>
                          </m:sub>
                          <m:sup>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𝟐</m:t>
                            </m:r>
                          </m:sup>
                        </m:sSubSup>
                      </m:den>
                    </m:f>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b="1" i="1">
                            <a:solidFill>
                              <a:srgbClr val="FF0000"/>
                            </a:solidFill>
                            <a:effectLst/>
                            <a:latin typeface="Cambria Math" panose="02040503050406030204" pitchFamily="18" charset="0"/>
                          </a:rPr>
                        </m:ctrlPr>
                      </m:sSupPr>
                      <m:e>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𝝈</m:t>
                        </m:r>
                      </m:e>
                      <m:sup>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𝟐</m:t>
                        </m:r>
                      </m:sup>
                    </m:sSup>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GB" sz="1400" b="1" i="1">
                            <a:solidFill>
                              <a:srgbClr val="FF0000"/>
                            </a:solidFill>
                            <a:effectLst/>
                            <a:latin typeface="Cambria Math" panose="02040503050406030204" pitchFamily="18" charset="0"/>
                          </a:rPr>
                        </m:ctrlPr>
                      </m:fPr>
                      <m:num>
                        <m:d>
                          <m:dPr>
                            <m:ctrlPr>
                              <a:rPr lang="en-GB" sz="1400" b="1" i="1">
                                <a:solidFill>
                                  <a:srgbClr val="FF0000"/>
                                </a:solidFill>
                                <a:effectLst/>
                                <a:latin typeface="Cambria Math" panose="02040503050406030204" pitchFamily="18" charset="0"/>
                              </a:rPr>
                            </m:ctrlPr>
                          </m:dPr>
                          <m:e>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𝒏</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𝟏</m:t>
                            </m:r>
                          </m:e>
                        </m:d>
                        <m:sSup>
                          <m:sSupPr>
                            <m:ctrlPr>
                              <a:rPr lang="en-GB" sz="1400" b="1" i="1">
                                <a:solidFill>
                                  <a:srgbClr val="FF0000"/>
                                </a:solidFill>
                                <a:effectLst/>
                                <a:latin typeface="Cambria Math" panose="02040503050406030204" pitchFamily="18" charset="0"/>
                              </a:rPr>
                            </m:ctrlPr>
                          </m:sSupPr>
                          <m:e>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𝑺</m:t>
                            </m:r>
                          </m:e>
                          <m:sup>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𝟐</m:t>
                            </m:r>
                          </m:sup>
                        </m:sSup>
                      </m:num>
                      <m:den>
                        <m:sSubSup>
                          <m:sSubSupPr>
                            <m:ctrlPr>
                              <a:rPr lang="en-GB" sz="1400" b="1" i="1">
                                <a:solidFill>
                                  <a:srgbClr val="FF0000"/>
                                </a:solidFill>
                                <a:effectLst/>
                                <a:latin typeface="Cambria Math" panose="02040503050406030204" pitchFamily="18" charset="0"/>
                              </a:rPr>
                            </m:ctrlPr>
                          </m:sSubSupPr>
                          <m:e>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𝝌</m:t>
                            </m:r>
                          </m:e>
                          <m:sub>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𝟎</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𝟗𝟕𝟓</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𝒏</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𝟏</m:t>
                            </m:r>
                          </m:sub>
                          <m:sup>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𝟐</m:t>
                            </m:r>
                          </m:sup>
                        </m:sSubSup>
                      </m:den>
                    </m:f>
                  </m:oMath>
                </a14:m>
                <a:r>
                  <a:rPr lang="en-GB" sz="1400" dirty="0">
                    <a:effectLst/>
                    <a:latin typeface="Calibri" panose="020F0502020204030204" pitchFamily="34" charset="0"/>
                    <a:ea typeface="DengXian" panose="02010600030101010101" pitchFamily="2" charset="-122"/>
                  </a:rPr>
                  <a:t> is the confidence interval for the sample variance.</a:t>
                </a:r>
              </a:p>
              <a:p>
                <a:pPr marL="285750" indent="-285750" algn="just">
                  <a:spcBef>
                    <a:spcPts val="600"/>
                  </a:spcBef>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corresponding confidence interval for the standard deviation is found by taking square roots.</a:t>
                </a:r>
              </a:p>
              <a:p>
                <a:pPr marL="285750" indent="-285750" algn="just">
                  <a:spcBef>
                    <a:spcPts val="600"/>
                  </a:spcBef>
                  <a:spcAft>
                    <a:spcPts val="600"/>
                  </a:spcAft>
                  <a:buFont typeface="Arial" panose="020B0604020202020204" pitchFamily="34" charset="0"/>
                  <a:buChar char="•"/>
                </a:pPr>
                <a:r>
                  <a:rPr lang="en-GB" sz="1400" dirty="0">
                    <a:effectLst/>
                    <a:latin typeface="Calibri" panose="020F0502020204030204" pitchFamily="34" charset="0"/>
                    <a:ea typeface="DengXian" panose="02010600030101010101" pitchFamily="2" charset="-122"/>
                    <a:cs typeface="Times New Roman" panose="02020603050405020304" pitchFamily="18" charset="0"/>
                  </a:rPr>
                  <a:t>In general, we have the following for any confidence level that we are interested in.  </a:t>
                </a:r>
                <a:endParaRPr lang="en-GB" sz="1400" dirty="0"/>
              </a:p>
              <a:p>
                <a:pPr algn="ctr"/>
                <a:endParaRPr lang="en-GB" sz="1400" dirty="0"/>
              </a:p>
            </p:txBody>
          </p:sp>
        </mc:Choice>
        <mc:Fallback xmlns="">
          <p:sp>
            <p:nvSpPr>
              <p:cNvPr id="9" name="TextBox 8">
                <a:extLst>
                  <a:ext uri="{FF2B5EF4-FFF2-40B4-BE49-F238E27FC236}">
                    <a16:creationId xmlns:a16="http://schemas.microsoft.com/office/drawing/2014/main" id="{39F2B95C-8324-8811-31C9-164C026F8973}"/>
                  </a:ext>
                </a:extLst>
              </p:cNvPr>
              <p:cNvSpPr txBox="1">
                <a:spLocks noRot="1" noChangeAspect="1" noMove="1" noResize="1" noEditPoints="1" noAdjustHandles="1" noChangeArrowheads="1" noChangeShapeType="1" noTextEdit="1"/>
              </p:cNvSpPr>
              <p:nvPr/>
            </p:nvSpPr>
            <p:spPr>
              <a:xfrm>
                <a:off x="186596" y="2470164"/>
                <a:ext cx="8672096" cy="1523302"/>
              </a:xfrm>
              <a:prstGeom prst="rect">
                <a:avLst/>
              </a:prstGeom>
              <a:blipFill>
                <a:blip r:embed="rId5"/>
                <a:stretch>
                  <a:fillRect l="-14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40EF7EA-F75F-1FF4-A458-E8408466842B}"/>
                  </a:ext>
                </a:extLst>
              </p:cNvPr>
              <p:cNvSpPr txBox="1"/>
              <p:nvPr/>
            </p:nvSpPr>
            <p:spPr>
              <a:xfrm>
                <a:off x="2236644" y="3790985"/>
                <a:ext cx="4572000" cy="6108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GB" sz="1400" i="1" smtClean="0">
                              <a:solidFill>
                                <a:srgbClr val="836967"/>
                              </a:solidFill>
                              <a:latin typeface="Cambria Math" panose="02040503050406030204" pitchFamily="18" charset="0"/>
                            </a:rPr>
                          </m:ctrlPr>
                        </m:fPr>
                        <m:num>
                          <m:d>
                            <m:dPr>
                              <m:ctrlPr>
                                <a:rPr lang="en-GB" sz="1400" i="1">
                                  <a:solidFill>
                                    <a:srgbClr val="836967"/>
                                  </a:solidFill>
                                  <a:latin typeface="Cambria Math" panose="02040503050406030204" pitchFamily="18" charset="0"/>
                                </a:rPr>
                              </m:ctrlPr>
                            </m:dPr>
                            <m:e>
                              <m:r>
                                <a:rPr lang="en-GB" sz="1400" i="1">
                                  <a:latin typeface="Cambria Math" panose="02040503050406030204" pitchFamily="18" charset="0"/>
                                </a:rPr>
                                <m:t>𝑛</m:t>
                              </m:r>
                              <m:r>
                                <a:rPr lang="en-GB" sz="1400" i="0">
                                  <a:latin typeface="Cambria Math" panose="02040503050406030204" pitchFamily="18" charset="0"/>
                                </a:rPr>
                                <m:t>−1</m:t>
                              </m:r>
                            </m:e>
                          </m:d>
                          <m:sSup>
                            <m:sSupPr>
                              <m:ctrlPr>
                                <a:rPr lang="en-GB" sz="1400" i="1">
                                  <a:solidFill>
                                    <a:srgbClr val="836967"/>
                                  </a:solidFill>
                                  <a:latin typeface="Cambria Math" panose="02040503050406030204" pitchFamily="18" charset="0"/>
                                </a:rPr>
                              </m:ctrlPr>
                            </m:sSupPr>
                            <m:e>
                              <m:r>
                                <a:rPr lang="en-GB" sz="1400" i="1">
                                  <a:latin typeface="Cambria Math" panose="02040503050406030204" pitchFamily="18" charset="0"/>
                                </a:rPr>
                                <m:t>𝑆</m:t>
                              </m:r>
                            </m:e>
                            <m:sup>
                              <m:r>
                                <a:rPr lang="en-GB" sz="1400" i="0">
                                  <a:latin typeface="Cambria Math" panose="02040503050406030204" pitchFamily="18" charset="0"/>
                                </a:rPr>
                                <m:t>2</m:t>
                              </m:r>
                            </m:sup>
                          </m:sSup>
                        </m:num>
                        <m:den>
                          <m:sSubSup>
                            <m:sSubSupPr>
                              <m:ctrlPr>
                                <a:rPr lang="en-GB" sz="1400" i="1">
                                  <a:solidFill>
                                    <a:srgbClr val="836967"/>
                                  </a:solidFill>
                                  <a:latin typeface="Cambria Math" panose="02040503050406030204" pitchFamily="18" charset="0"/>
                                </a:rPr>
                              </m:ctrlPr>
                            </m:sSubSupPr>
                            <m:e>
                              <m:r>
                                <a:rPr lang="en-GB" sz="1400" i="1">
                                  <a:latin typeface="Cambria Math" panose="02040503050406030204" pitchFamily="18" charset="0"/>
                                </a:rPr>
                                <m:t>𝜒</m:t>
                              </m:r>
                            </m:e>
                            <m:sub>
                              <m:f>
                                <m:fPr>
                                  <m:type m:val="lin"/>
                                  <m:ctrlPr>
                                    <a:rPr lang="en-GB" sz="1400" i="1">
                                      <a:latin typeface="Cambria Math" panose="02040503050406030204" pitchFamily="18" charset="0"/>
                                    </a:rPr>
                                  </m:ctrlPr>
                                </m:fPr>
                                <m:num>
                                  <m:r>
                                    <a:rPr lang="en-GB" sz="1400" i="1">
                                      <a:latin typeface="Cambria Math" panose="02040503050406030204" pitchFamily="18" charset="0"/>
                                    </a:rPr>
                                    <m:t>𝛼</m:t>
                                  </m:r>
                                </m:num>
                                <m:den>
                                  <m:r>
                                    <a:rPr lang="en-GB" sz="1400" i="0">
                                      <a:latin typeface="Cambria Math" panose="02040503050406030204" pitchFamily="18" charset="0"/>
                                    </a:rPr>
                                    <m:t>2</m:t>
                                  </m:r>
                                </m:den>
                              </m:f>
                              <m:r>
                                <a:rPr lang="en-GB" sz="1400" i="0">
                                  <a:latin typeface="Cambria Math" panose="02040503050406030204" pitchFamily="18" charset="0"/>
                                </a:rPr>
                                <m:t>,</m:t>
                              </m:r>
                              <m:r>
                                <a:rPr lang="en-GB" sz="1400" i="1">
                                  <a:latin typeface="Cambria Math" panose="02040503050406030204" pitchFamily="18" charset="0"/>
                                </a:rPr>
                                <m:t>𝑛</m:t>
                              </m:r>
                              <m:r>
                                <a:rPr lang="en-GB" sz="1400" i="0">
                                  <a:latin typeface="Cambria Math" panose="02040503050406030204" pitchFamily="18" charset="0"/>
                                </a:rPr>
                                <m:t>−1</m:t>
                              </m:r>
                            </m:sub>
                            <m:sup>
                              <m:r>
                                <a:rPr lang="en-GB" sz="1400" i="0">
                                  <a:latin typeface="Cambria Math" panose="02040503050406030204" pitchFamily="18" charset="0"/>
                                </a:rPr>
                                <m:t>2</m:t>
                              </m:r>
                            </m:sup>
                          </m:sSubSup>
                        </m:den>
                      </m:f>
                      <m:r>
                        <a:rPr lang="en-GB" sz="1400" i="0">
                          <a:latin typeface="Cambria Math" panose="02040503050406030204" pitchFamily="18" charset="0"/>
                        </a:rPr>
                        <m:t>≤</m:t>
                      </m:r>
                      <m:sSup>
                        <m:sSupPr>
                          <m:ctrlPr>
                            <a:rPr lang="en-GB" sz="1400" i="1">
                              <a:solidFill>
                                <a:srgbClr val="836967"/>
                              </a:solidFill>
                              <a:latin typeface="Cambria Math" panose="02040503050406030204" pitchFamily="18" charset="0"/>
                            </a:rPr>
                          </m:ctrlPr>
                        </m:sSupPr>
                        <m:e>
                          <m:r>
                            <a:rPr lang="en-GB" sz="1400" i="1">
                              <a:latin typeface="Cambria Math" panose="02040503050406030204" pitchFamily="18" charset="0"/>
                            </a:rPr>
                            <m:t>𝜎</m:t>
                          </m:r>
                        </m:e>
                        <m:sup>
                          <m:r>
                            <a:rPr lang="en-GB" sz="1400" i="0">
                              <a:latin typeface="Cambria Math" panose="02040503050406030204" pitchFamily="18" charset="0"/>
                            </a:rPr>
                            <m:t>2</m:t>
                          </m:r>
                        </m:sup>
                      </m:sSup>
                      <m:r>
                        <a:rPr lang="en-GB" sz="1400" i="0">
                          <a:latin typeface="Cambria Math" panose="02040503050406030204" pitchFamily="18" charset="0"/>
                        </a:rPr>
                        <m:t>≤</m:t>
                      </m:r>
                      <m:f>
                        <m:fPr>
                          <m:ctrlPr>
                            <a:rPr lang="en-GB" sz="1400" i="1">
                              <a:solidFill>
                                <a:srgbClr val="836967"/>
                              </a:solidFill>
                              <a:latin typeface="Cambria Math" panose="02040503050406030204" pitchFamily="18" charset="0"/>
                            </a:rPr>
                          </m:ctrlPr>
                        </m:fPr>
                        <m:num>
                          <m:d>
                            <m:dPr>
                              <m:ctrlPr>
                                <a:rPr lang="en-GB" sz="1400" i="1">
                                  <a:solidFill>
                                    <a:srgbClr val="836967"/>
                                  </a:solidFill>
                                  <a:latin typeface="Cambria Math" panose="02040503050406030204" pitchFamily="18" charset="0"/>
                                </a:rPr>
                              </m:ctrlPr>
                            </m:dPr>
                            <m:e>
                              <m:r>
                                <a:rPr lang="en-GB" sz="1400" i="1">
                                  <a:latin typeface="Cambria Math" panose="02040503050406030204" pitchFamily="18" charset="0"/>
                                </a:rPr>
                                <m:t>𝑛</m:t>
                              </m:r>
                              <m:r>
                                <a:rPr lang="en-GB" sz="1400" i="0">
                                  <a:latin typeface="Cambria Math" panose="02040503050406030204" pitchFamily="18" charset="0"/>
                                </a:rPr>
                                <m:t>−1</m:t>
                              </m:r>
                            </m:e>
                          </m:d>
                          <m:sSup>
                            <m:sSupPr>
                              <m:ctrlPr>
                                <a:rPr lang="en-GB" sz="1400" i="1">
                                  <a:solidFill>
                                    <a:srgbClr val="836967"/>
                                  </a:solidFill>
                                  <a:latin typeface="Cambria Math" panose="02040503050406030204" pitchFamily="18" charset="0"/>
                                </a:rPr>
                              </m:ctrlPr>
                            </m:sSupPr>
                            <m:e>
                              <m:r>
                                <a:rPr lang="en-GB" sz="1400" i="1">
                                  <a:latin typeface="Cambria Math" panose="02040503050406030204" pitchFamily="18" charset="0"/>
                                </a:rPr>
                                <m:t>𝑆</m:t>
                              </m:r>
                            </m:e>
                            <m:sup>
                              <m:r>
                                <a:rPr lang="en-GB" sz="1400" i="0">
                                  <a:latin typeface="Cambria Math" panose="02040503050406030204" pitchFamily="18" charset="0"/>
                                </a:rPr>
                                <m:t>2</m:t>
                              </m:r>
                            </m:sup>
                          </m:sSup>
                        </m:num>
                        <m:den>
                          <m:sSubSup>
                            <m:sSubSupPr>
                              <m:ctrlPr>
                                <a:rPr lang="en-GB" sz="1400" i="1">
                                  <a:solidFill>
                                    <a:srgbClr val="836967"/>
                                  </a:solidFill>
                                  <a:latin typeface="Cambria Math" panose="02040503050406030204" pitchFamily="18" charset="0"/>
                                </a:rPr>
                              </m:ctrlPr>
                            </m:sSubSupPr>
                            <m:e>
                              <m:r>
                                <a:rPr lang="en-GB" sz="1400" i="1">
                                  <a:latin typeface="Cambria Math" panose="02040503050406030204" pitchFamily="18" charset="0"/>
                                </a:rPr>
                                <m:t>𝜒</m:t>
                              </m:r>
                            </m:e>
                            <m:sub>
                              <m:f>
                                <m:fPr>
                                  <m:type m:val="lin"/>
                                  <m:ctrlPr>
                                    <a:rPr lang="en-GB" sz="1400" i="1">
                                      <a:latin typeface="Cambria Math" panose="02040503050406030204" pitchFamily="18" charset="0"/>
                                    </a:rPr>
                                  </m:ctrlPr>
                                </m:fPr>
                                <m:num>
                                  <m:d>
                                    <m:dPr>
                                      <m:ctrlPr>
                                        <a:rPr lang="en-GB" sz="1400" i="1">
                                          <a:latin typeface="Cambria Math" panose="02040503050406030204" pitchFamily="18" charset="0"/>
                                        </a:rPr>
                                      </m:ctrlPr>
                                    </m:dPr>
                                    <m:e>
                                      <m:r>
                                        <a:rPr lang="en-GB" sz="1400" i="0">
                                          <a:latin typeface="Cambria Math" panose="02040503050406030204" pitchFamily="18" charset="0"/>
                                        </a:rPr>
                                        <m:t>1−</m:t>
                                      </m:r>
                                      <m:r>
                                        <a:rPr lang="en-GB" sz="1400" i="1">
                                          <a:latin typeface="Cambria Math" panose="02040503050406030204" pitchFamily="18" charset="0"/>
                                        </a:rPr>
                                        <m:t>𝛼</m:t>
                                      </m:r>
                                    </m:e>
                                  </m:d>
                                </m:num>
                                <m:den>
                                  <m:r>
                                    <a:rPr lang="en-GB" sz="1400" i="0">
                                      <a:latin typeface="Cambria Math" panose="02040503050406030204" pitchFamily="18" charset="0"/>
                                    </a:rPr>
                                    <m:t>2</m:t>
                                  </m:r>
                                </m:den>
                              </m:f>
                              <m:r>
                                <a:rPr lang="en-GB" sz="1400" i="0">
                                  <a:latin typeface="Cambria Math" panose="02040503050406030204" pitchFamily="18" charset="0"/>
                                </a:rPr>
                                <m:t>,</m:t>
                              </m:r>
                              <m:r>
                                <a:rPr lang="en-GB" sz="1400" i="1">
                                  <a:latin typeface="Cambria Math" panose="02040503050406030204" pitchFamily="18" charset="0"/>
                                </a:rPr>
                                <m:t>𝑛</m:t>
                              </m:r>
                              <m:r>
                                <a:rPr lang="en-GB" sz="1400" i="0">
                                  <a:latin typeface="Cambria Math" panose="02040503050406030204" pitchFamily="18" charset="0"/>
                                </a:rPr>
                                <m:t>−1</m:t>
                              </m:r>
                            </m:sub>
                            <m:sup>
                              <m:r>
                                <a:rPr lang="en-GB" sz="1400" i="0">
                                  <a:latin typeface="Cambria Math" panose="02040503050406030204" pitchFamily="18" charset="0"/>
                                </a:rPr>
                                <m:t>2</m:t>
                              </m:r>
                            </m:sup>
                          </m:sSubSup>
                        </m:den>
                      </m:f>
                    </m:oMath>
                  </m:oMathPara>
                </a14:m>
                <a:endParaRPr lang="en-GB" sz="1400" dirty="0"/>
              </a:p>
            </p:txBody>
          </p:sp>
        </mc:Choice>
        <mc:Fallback xmlns="">
          <p:sp>
            <p:nvSpPr>
              <p:cNvPr id="13" name="TextBox 12">
                <a:extLst>
                  <a:ext uri="{FF2B5EF4-FFF2-40B4-BE49-F238E27FC236}">
                    <a16:creationId xmlns:a16="http://schemas.microsoft.com/office/drawing/2014/main" id="{040EF7EA-F75F-1FF4-A458-E8408466842B}"/>
                  </a:ext>
                </a:extLst>
              </p:cNvPr>
              <p:cNvSpPr txBox="1">
                <a:spLocks noRot="1" noChangeAspect="1" noMove="1" noResize="1" noEditPoints="1" noAdjustHandles="1" noChangeArrowheads="1" noChangeShapeType="1" noTextEdit="1"/>
              </p:cNvSpPr>
              <p:nvPr/>
            </p:nvSpPr>
            <p:spPr>
              <a:xfrm>
                <a:off x="2236644" y="3790985"/>
                <a:ext cx="4572000" cy="610873"/>
              </a:xfrm>
              <a:prstGeom prst="rect">
                <a:avLst/>
              </a:prstGeom>
              <a:blipFill>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52849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Interval Estimation – The Variance</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84C2AC8-66A8-7984-29D8-8C7A22396C93}"/>
                  </a:ext>
                </a:extLst>
              </p:cNvPr>
              <p:cNvSpPr txBox="1"/>
              <p:nvPr/>
            </p:nvSpPr>
            <p:spPr>
              <a:xfrm>
                <a:off x="186595" y="646313"/>
                <a:ext cx="8672097" cy="3108543"/>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6</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A random sample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20</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nominally measured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𝑚𝑚</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diameter steel ball bearings is taken and the diameters are measured precisely. The measurements, in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𝑚𝑚</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are as follows:</a:t>
                </a:r>
              </a:p>
              <a:p>
                <a:pPr algn="ctr">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2.02 1.94 2.09 1.95 1.98 2.00 2.03 2.04 2.08 2.07</a:t>
                </a:r>
              </a:p>
              <a:p>
                <a:pPr algn="ctr">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1.99 1.96 1.99 1.95 1.99 1.99 2.03 2.05 2.01 2.03</a:t>
                </a: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Assuming that the diameters are normally distributed with unknown mean,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𝜇</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and unknown variance </a:t>
                </a:r>
                <a14:m>
                  <m:oMath xmlns:m="http://schemas.openxmlformats.org/officeDocument/2006/math">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a:t>
                </a:r>
              </a:p>
              <a:p>
                <a:pPr marL="342900" lvl="0" indent="-342900" algn="just">
                  <a:spcBef>
                    <a:spcPts val="600"/>
                  </a:spcBef>
                  <a:spcAft>
                    <a:spcPts val="600"/>
                  </a:spcAft>
                  <a:buFont typeface="+mj-lt"/>
                  <a:buAutoNum type="alphaLcParen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find a two-sided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95%</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 confidence interval for the variance, </a:t>
                </a:r>
                <a14:m>
                  <m:oMath xmlns:m="http://schemas.openxmlformats.org/officeDocument/2006/math">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p>
                    </m:sSup>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a:t>
                </a:r>
              </a:p>
              <a:p>
                <a:pPr marL="342900" lvl="0" indent="-342900" algn="just">
                  <a:spcBef>
                    <a:spcPts val="600"/>
                  </a:spcBef>
                  <a:spcAft>
                    <a:spcPts val="600"/>
                  </a:spcAft>
                  <a:buFont typeface="+mj-lt"/>
                  <a:buAutoNum type="alphaLcParen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find a two-sided confidence interval for the standard deviation,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𝜎</m:t>
                    </m:r>
                  </m:oMath>
                </a14:m>
                <a:r>
                  <a:rPr lang="en-GB" sz="1400" dirty="0">
                    <a:effectLst/>
                    <a:latin typeface="Calibri" panose="020F0502020204030204" pitchFamily="34" charset="0"/>
                    <a:ea typeface="DengXian" panose="02010600030101010101" pitchFamily="2" charset="-122"/>
                    <a:cs typeface="Times New Roman" panose="02020603050405020304" pitchFamily="18" charset="0"/>
                  </a:rPr>
                  <a:t>.</a:t>
                </a:r>
              </a:p>
              <a:p>
                <a:pPr>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984C2AC8-66A8-7984-29D8-8C7A22396C93}"/>
                  </a:ext>
                </a:extLst>
              </p:cNvPr>
              <p:cNvSpPr txBox="1">
                <a:spLocks noRot="1" noChangeAspect="1" noMove="1" noResize="1" noEditPoints="1" noAdjustHandles="1" noChangeArrowheads="1" noChangeShapeType="1" noTextEdit="1"/>
              </p:cNvSpPr>
              <p:nvPr/>
            </p:nvSpPr>
            <p:spPr>
              <a:xfrm>
                <a:off x="186595" y="646313"/>
                <a:ext cx="8672097" cy="3108543"/>
              </a:xfrm>
              <a:prstGeom prst="rect">
                <a:avLst/>
              </a:prstGeom>
              <a:blipFill>
                <a:blip r:embed="rId3"/>
                <a:stretch>
                  <a:fillRect l="-281" t="-392" r="-211" b="-1176"/>
                </a:stretch>
              </a:blipFill>
            </p:spPr>
            <p:txBody>
              <a:bodyPr/>
              <a:lstStyle/>
              <a:p>
                <a:r>
                  <a:rPr lang="en-GB">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747ECFD6-6CB5-9703-AE4E-AFFBD44E70D8}"/>
                  </a:ext>
                </a:extLst>
              </p14:cNvPr>
              <p14:cNvContentPartPr/>
              <p14:nvPr/>
            </p14:nvContentPartPr>
            <p14:xfrm>
              <a:off x="1594080" y="3768840"/>
              <a:ext cx="4513320" cy="711000"/>
            </p14:xfrm>
          </p:contentPart>
        </mc:Choice>
        <mc:Fallback xmlns="">
          <p:pic>
            <p:nvPicPr>
              <p:cNvPr id="5" name="Ink 4">
                <a:extLst>
                  <a:ext uri="{FF2B5EF4-FFF2-40B4-BE49-F238E27FC236}">
                    <a16:creationId xmlns:a16="http://schemas.microsoft.com/office/drawing/2014/main" id="{747ECFD6-6CB5-9703-AE4E-AFFBD44E70D8}"/>
                  </a:ext>
                </a:extLst>
              </p:cNvPr>
              <p:cNvPicPr/>
              <p:nvPr/>
            </p:nvPicPr>
            <p:blipFill>
              <a:blip r:embed="rId5"/>
              <a:stretch>
                <a:fillRect/>
              </a:stretch>
            </p:blipFill>
            <p:spPr>
              <a:xfrm>
                <a:off x="1584720" y="3759480"/>
                <a:ext cx="4532040" cy="729720"/>
              </a:xfrm>
              <a:prstGeom prst="rect">
                <a:avLst/>
              </a:prstGeom>
            </p:spPr>
          </p:pic>
        </mc:Fallback>
      </mc:AlternateContent>
    </p:spTree>
    <p:extLst>
      <p:ext uri="{BB962C8B-B14F-4D97-AF65-F5344CB8AC3E}">
        <p14:creationId xmlns:p14="http://schemas.microsoft.com/office/powerpoint/2010/main" val="58823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400" b="1" dirty="0">
                <a:effectLst/>
                <a:ea typeface="DengXian" panose="02010600030101010101" pitchFamily="2" charset="-122"/>
                <a:cs typeface="Times New Roman" panose="02020603050405020304" pitchFamily="18" charset="0"/>
              </a:rPr>
              <a:t>Interval Estimation – The Variance</a:t>
            </a:r>
            <a:endParaRPr kumimoji="0" lang="en-US" sz="24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3" name="TextBox 2">
            <a:extLst>
              <a:ext uri="{FF2B5EF4-FFF2-40B4-BE49-F238E27FC236}">
                <a16:creationId xmlns:a16="http://schemas.microsoft.com/office/drawing/2014/main" id="{984C2AC8-66A8-7984-29D8-8C7A22396C93}"/>
              </a:ext>
            </a:extLst>
          </p:cNvPr>
          <p:cNvSpPr txBox="1"/>
          <p:nvPr/>
        </p:nvSpPr>
        <p:spPr>
          <a:xfrm>
            <a:off x="186595" y="646313"/>
            <a:ext cx="8672097" cy="677108"/>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6 Continued </a:t>
            </a:r>
            <a:r>
              <a:rPr lang="en-GB" sz="1400" b="1" dirty="0">
                <a:latin typeface="Calibri" panose="020F0502020204030204" pitchFamily="34" charset="0"/>
                <a:ea typeface="DengXian" panose="02010600030101010101" pitchFamily="2" charset="-122"/>
                <a:cs typeface="Times New Roman" panose="02020603050405020304" pitchFamily="18" charset="0"/>
              </a:rPr>
              <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083F1C6-6C53-A013-4EE3-B6CD57001642}"/>
                  </a:ext>
                </a:extLst>
              </p14:cNvPr>
              <p14:cNvContentPartPr/>
              <p14:nvPr/>
            </p14:nvContentPartPr>
            <p14:xfrm>
              <a:off x="1225800" y="897840"/>
              <a:ext cx="7813800" cy="3244680"/>
            </p14:xfrm>
          </p:contentPart>
        </mc:Choice>
        <mc:Fallback xmlns="">
          <p:pic>
            <p:nvPicPr>
              <p:cNvPr id="2" name="Ink 1">
                <a:extLst>
                  <a:ext uri="{FF2B5EF4-FFF2-40B4-BE49-F238E27FC236}">
                    <a16:creationId xmlns:a16="http://schemas.microsoft.com/office/drawing/2014/main" id="{B083F1C6-6C53-A013-4EE3-B6CD57001642}"/>
                  </a:ext>
                </a:extLst>
              </p:cNvPr>
              <p:cNvPicPr/>
              <p:nvPr/>
            </p:nvPicPr>
            <p:blipFill>
              <a:blip r:embed="rId4"/>
              <a:stretch>
                <a:fillRect/>
              </a:stretch>
            </p:blipFill>
            <p:spPr>
              <a:xfrm>
                <a:off x="1216440" y="888480"/>
                <a:ext cx="7832520" cy="3263400"/>
              </a:xfrm>
              <a:prstGeom prst="rect">
                <a:avLst/>
              </a:prstGeom>
            </p:spPr>
          </p:pic>
        </mc:Fallback>
      </mc:AlternateContent>
    </p:spTree>
    <p:extLst>
      <p:ext uri="{BB962C8B-B14F-4D97-AF65-F5344CB8AC3E}">
        <p14:creationId xmlns:p14="http://schemas.microsoft.com/office/powerpoint/2010/main" val="292114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854AB-2AA7-23CE-EA38-F8598A81E9D4}"/>
              </a:ext>
            </a:extLst>
          </p:cNvPr>
          <p:cNvSpPr>
            <a:spLocks noGrp="1"/>
          </p:cNvSpPr>
          <p:nvPr>
            <p:ph type="title" idx="4294967295"/>
          </p:nvPr>
        </p:nvSpPr>
        <p:spPr>
          <a:xfrm>
            <a:off x="628650" y="-993775"/>
            <a:ext cx="7886700" cy="993775"/>
          </a:xfrm>
          <a:prstGeom prst="rect">
            <a:avLst/>
          </a:prstGeom>
        </p:spPr>
        <p:txBody>
          <a:bodyPr anchor="b"/>
          <a:lstStyle/>
          <a:p>
            <a:r>
              <a:rPr lang="en-US"/>
              <a:t>End slide</a:t>
            </a:r>
          </a:p>
        </p:txBody>
      </p:sp>
    </p:spTree>
    <p:extLst>
      <p:ext uri="{BB962C8B-B14F-4D97-AF65-F5344CB8AC3E}">
        <p14:creationId xmlns:p14="http://schemas.microsoft.com/office/powerpoint/2010/main" val="3080253289"/>
      </p:ext>
    </p:extLst>
  </p:cSld>
  <p:clrMapOvr>
    <a:masterClrMapping/>
  </p:clrMapOvr>
</p:sld>
</file>

<file path=ppt/theme/theme1.xml><?xml version="1.0" encoding="utf-8"?>
<a:theme xmlns:a="http://schemas.openxmlformats.org/drawingml/2006/main" name="Office Theme">
  <a:themeElements>
    <a:clrScheme name="Channel 4 1">
      <a:dk1>
        <a:srgbClr val="000000"/>
      </a:dk1>
      <a:lt1>
        <a:srgbClr val="FFFFFF"/>
      </a:lt1>
      <a:dk2>
        <a:srgbClr val="585858"/>
      </a:dk2>
      <a:lt2>
        <a:srgbClr val="FFFFFF"/>
      </a:lt2>
      <a:accent1>
        <a:srgbClr val="6D2B83"/>
      </a:accent1>
      <a:accent2>
        <a:srgbClr val="D0091D"/>
      </a:accent2>
      <a:accent3>
        <a:srgbClr val="FFD611"/>
      </a:accent3>
      <a:accent4>
        <a:srgbClr val="85B6E2"/>
      </a:accent4>
      <a:accent5>
        <a:srgbClr val="62CBC5"/>
      </a:accent5>
      <a:accent6>
        <a:srgbClr val="7F7878"/>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Queen Mary">
      <a:dk1>
        <a:srgbClr val="21386A"/>
      </a:dk1>
      <a:lt1>
        <a:sysClr val="window" lastClr="FFFFFF"/>
      </a:lt1>
      <a:dk2>
        <a:srgbClr val="21386A"/>
      </a:dk2>
      <a:lt2>
        <a:srgbClr val="D8D8D8"/>
      </a:lt2>
      <a:accent1>
        <a:srgbClr val="123181"/>
      </a:accent1>
      <a:accent2>
        <a:srgbClr val="792273"/>
      </a:accent2>
      <a:accent3>
        <a:srgbClr val="2DB8C5"/>
      </a:accent3>
      <a:accent4>
        <a:srgbClr val="CDA60C"/>
      </a:accent4>
      <a:accent5>
        <a:srgbClr val="BD1C1C"/>
      </a:accent5>
      <a:accent6>
        <a:srgbClr val="73B82B"/>
      </a:accent6>
      <a:hlink>
        <a:srgbClr val="E6007E"/>
      </a:hlink>
      <a:folHlink>
        <a:srgbClr val="2DB8C5"/>
      </a:folHlink>
    </a:clrScheme>
    <a:fontScheme name="Queen Mar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368CCBB75DFF4FBBF35D2CFE6FAFE5" ma:contentTypeVersion="13" ma:contentTypeDescription="Create a new document." ma:contentTypeScope="" ma:versionID="f1311ced04cfc325e5928d5533fce59e">
  <xsd:schema xmlns:xsd="http://www.w3.org/2001/XMLSchema" xmlns:xs="http://www.w3.org/2001/XMLSchema" xmlns:p="http://schemas.microsoft.com/office/2006/metadata/properties" xmlns:ns2="ae20048c-4bd1-477c-818b-309dfd2ea730" xmlns:ns3="ec8e96b7-88f6-4348-9ed3-1857a504f459" targetNamespace="http://schemas.microsoft.com/office/2006/metadata/properties" ma:root="true" ma:fieldsID="5849b0596d969c419648485de5277e80" ns2:_="" ns3:_="">
    <xsd:import namespace="ae20048c-4bd1-477c-818b-309dfd2ea730"/>
    <xsd:import namespace="ec8e96b7-88f6-4348-9ed3-1857a504f45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LengthInSecond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0048c-4bd1-477c-818b-309dfd2ea7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c8e96b7-88f6-4348-9ed3-1857a504f45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ec8e96b7-88f6-4348-9ed3-1857a504f459">
      <UserInfo>
        <DisplayName>Stuart Richard Peters</DisplayName>
        <AccountId>249</AccountId>
        <AccountType/>
      </UserInfo>
    </SharedWithUsers>
  </documentManagement>
</p:properties>
</file>

<file path=customXml/itemProps1.xml><?xml version="1.0" encoding="utf-8"?>
<ds:datastoreItem xmlns:ds="http://schemas.openxmlformats.org/officeDocument/2006/customXml" ds:itemID="{073B0BFE-8693-41A1-8146-1F50DBFC88B0}">
  <ds:schemaRefs>
    <ds:schemaRef ds:uri="ae20048c-4bd1-477c-818b-309dfd2ea730"/>
    <ds:schemaRef ds:uri="ec8e96b7-88f6-4348-9ed3-1857a504f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B8F29C-7E3B-4051-A5EC-36F526E48729}">
  <ds:schemaRefs>
    <ds:schemaRef ds:uri="http://schemas.microsoft.com/sharepoint/v3/contenttype/forms"/>
  </ds:schemaRefs>
</ds:datastoreItem>
</file>

<file path=customXml/itemProps3.xml><?xml version="1.0" encoding="utf-8"?>
<ds:datastoreItem xmlns:ds="http://schemas.openxmlformats.org/officeDocument/2006/customXml" ds:itemID="{532CF83C-B74F-48F2-8ECA-3B65423852EE}">
  <ds:schemaRefs>
    <ds:schemaRef ds:uri="http://schemas.microsoft.com/office/2006/metadata/properties"/>
    <ds:schemaRef ds:uri="http://schemas.microsoft.com/office/infopath/2007/PartnerControls"/>
    <ds:schemaRef ds:uri="ec8e96b7-88f6-4348-9ed3-1857a504f459"/>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2803</Words>
  <Application>Microsoft Office PowerPoint</Application>
  <PresentationFormat>On-screen Show (16:9)</PresentationFormat>
  <Paragraphs>187</Paragraphs>
  <Slides>28</Slides>
  <Notes>27</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28</vt:i4>
      </vt:variant>
    </vt:vector>
  </HeadingPairs>
  <TitlesOfParts>
    <vt:vector size="37" baseType="lpstr">
      <vt:lpstr>4 Text</vt:lpstr>
      <vt:lpstr>Channel 4 Chadwick</vt:lpstr>
      <vt:lpstr>Arial</vt:lpstr>
      <vt:lpstr>Calibri</vt:lpstr>
      <vt:lpstr>Calibri Light</vt:lpstr>
      <vt:lpstr>Cambria Math</vt:lpstr>
      <vt:lpstr>Office Theme</vt:lpstr>
      <vt:lpstr>1_Custom Design</vt:lpstr>
      <vt:lpstr>2_Custom Design</vt:lpstr>
      <vt:lpstr>EMS702UP Statistical Thinking and Applied Machine Learning  </vt:lpstr>
      <vt:lpstr>Sampling Distributions</vt:lpstr>
      <vt:lpstr>Sampling Distributions – The Law of Large Numbers</vt:lpstr>
      <vt:lpstr>Sampling Distributions – The Law of Large Numbers</vt:lpstr>
      <vt:lpstr>Sampling Distributions – The Central Limit Theorem</vt:lpstr>
      <vt:lpstr>Sampling Distributions – The Central Limit Theorem</vt:lpstr>
      <vt:lpstr>Sampling Distributions – The Central Limit Theorem</vt:lpstr>
      <vt:lpstr>Sampling Distributions – Implications in Machine Learning</vt:lpstr>
      <vt:lpstr>Sampling Distributions – Implications in Machine Learning</vt:lpstr>
      <vt:lpstr>Introduction to Estimation Statistics</vt:lpstr>
      <vt:lpstr>Estimation Statistics – Point Estimations vs. Interval Estimation</vt:lpstr>
      <vt:lpstr>Point Estimations – Estimating the Mean</vt:lpstr>
      <vt:lpstr>Point Estimations – Estimating the Mean</vt:lpstr>
      <vt:lpstr>Point Estimations – Estimating the Variance</vt:lpstr>
      <vt:lpstr>Point Estimations – Estimating the Variance</vt:lpstr>
      <vt:lpstr>Point Estimations – Estimating the Variance</vt:lpstr>
      <vt:lpstr>Interval Estimation</vt:lpstr>
      <vt:lpstr>Interval Estimation – The Mean</vt:lpstr>
      <vt:lpstr>Interval Estimation – The Mean</vt:lpstr>
      <vt:lpstr>Interval Estimation – The Mean</vt:lpstr>
      <vt:lpstr>Interval Estimation – The Variance</vt:lpstr>
      <vt:lpstr>Interval Estimation – The Variance</vt:lpstr>
      <vt:lpstr>Interval Estimation – The Variance</vt:lpstr>
      <vt:lpstr>Interval Estimation – The Variance</vt:lpstr>
      <vt:lpstr>Interval Estimation – The Variance</vt:lpstr>
      <vt:lpstr>Interval Estimation – The Variance</vt:lpstr>
      <vt:lpstr>Interval Estimation – The Variance</vt:lpstr>
      <vt:lpstr>End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J</dc:creator>
  <cp:lastModifiedBy>Jun Chen</cp:lastModifiedBy>
  <cp:revision>314</cp:revision>
  <dcterms:created xsi:type="dcterms:W3CDTF">2020-06-18T12:08:25Z</dcterms:created>
  <dcterms:modified xsi:type="dcterms:W3CDTF">2023-10-10T11:10:14Z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0x010100E1368CCBB75DFF4FBBF35D2CFE6FAFE5</vt:lpwstr>
  </property>
</Properties>
</file>