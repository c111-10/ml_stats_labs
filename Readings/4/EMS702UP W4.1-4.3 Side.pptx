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7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8.xml" ContentType="application/inkml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ink/ink9.xml" ContentType="application/inkml+xml"/>
  <Override PartName="/ppt/notesSlides/notesSlide9.xml" ContentType="application/vnd.openxmlformats-officedocument.presentationml.notesSlide+xml"/>
  <Override PartName="/ppt/ink/ink10.xml" ContentType="application/inkml+xml"/>
  <Override PartName="/ppt/notesSlides/notesSlide10.xml" ContentType="application/vnd.openxmlformats-officedocument.presentationml.notesSlide+xml"/>
  <Override PartName="/ppt/ink/ink11.xml" ContentType="application/inkml+xml"/>
  <Override PartName="/ppt/notesSlides/notesSlide11.xml" ContentType="application/vnd.openxmlformats-officedocument.presentationml.notesSlide+xml"/>
  <Override PartName="/ppt/ink/ink12.xml" ContentType="application/inkml+xml"/>
  <Override PartName="/ppt/notesSlides/notesSlide12.xml" ContentType="application/vnd.openxmlformats-officedocument.presentationml.notesSlide+xml"/>
  <Override PartName="/ppt/ink/ink13.xml" ContentType="application/inkml+xml"/>
  <Override PartName="/ppt/notesSlides/notesSlide13.xml" ContentType="application/vnd.openxmlformats-officedocument.presentationml.notesSlide+xml"/>
  <Override PartName="/ppt/ink/ink14.xml" ContentType="application/inkml+xml"/>
  <Override PartName="/ppt/notesSlides/notesSlide14.xml" ContentType="application/vnd.openxmlformats-officedocument.presentationml.notesSlide+xml"/>
  <Override PartName="/ppt/ink/ink15.xml" ContentType="application/inkml+xml"/>
  <Override PartName="/ppt/notesSlides/notesSlide15.xml" ContentType="application/vnd.openxmlformats-officedocument.presentationml.notesSlide+xml"/>
  <Override PartName="/ppt/ink/ink16.xml" ContentType="application/inkml+xml"/>
  <Override PartName="/ppt/notesSlides/notesSlide16.xml" ContentType="application/vnd.openxmlformats-officedocument.presentationml.notesSlide+xml"/>
  <Override PartName="/ppt/ink/ink17.xml" ContentType="application/inkml+xml"/>
  <Override PartName="/ppt/notesSlides/notesSlide17.xml" ContentType="application/vnd.openxmlformats-officedocument.presentationml.notesSlide+xml"/>
  <Override PartName="/ppt/ink/ink18.xml" ContentType="application/inkml+xml"/>
  <Override PartName="/ppt/notesSlides/notesSlide18.xml" ContentType="application/vnd.openxmlformats-officedocument.presentationml.notesSlide+xml"/>
  <Override PartName="/ppt/ink/ink19.xml" ContentType="application/inkml+xml"/>
  <Override PartName="/ppt/notesSlides/notesSlide19.xml" ContentType="application/vnd.openxmlformats-officedocument.presentationml.notesSlide+xml"/>
  <Override PartName="/ppt/ink/ink20.xml" ContentType="application/inkml+xml"/>
  <Override PartName="/ppt/notesSlides/notesSlide20.xml" ContentType="application/vnd.openxmlformats-officedocument.presentationml.notesSlide+xml"/>
  <Override PartName="/ppt/ink/ink21.xml" ContentType="application/inkml+xml"/>
  <Override PartName="/ppt/notesSlides/notesSlide21.xml" ContentType="application/vnd.openxmlformats-officedocument.presentationml.notesSlide+xml"/>
  <Override PartName="/ppt/ink/ink22.xml" ContentType="application/inkml+xml"/>
  <Override PartName="/ppt/ink/ink23.xml" ContentType="application/inkml+xml"/>
  <Override PartName="/ppt/notesSlides/notesSlide22.xml" ContentType="application/vnd.openxmlformats-officedocument.presentationml.notesSlide+xml"/>
  <Override PartName="/ppt/ink/ink24.xml" ContentType="application/inkml+xml"/>
  <Override PartName="/ppt/ink/ink25.xml" ContentType="application/inkml+xml"/>
  <Override PartName="/ppt/notesSlides/notesSlide23.xml" ContentType="application/vnd.openxmlformats-officedocument.presentationml.notesSlide+xml"/>
  <Override PartName="/ppt/ink/ink26.xml" ContentType="application/inkml+xml"/>
  <Override PartName="/ppt/notesSlides/notesSlide24.xml" ContentType="application/vnd.openxmlformats-officedocument.presentationml.notesSlide+xml"/>
  <Override PartName="/ppt/ink/ink27.xml" ContentType="application/inkml+xml"/>
  <Override PartName="/ppt/notesSlides/notesSlide25.xml" ContentType="application/vnd.openxmlformats-officedocument.presentationml.notesSlide+xml"/>
  <Override PartName="/ppt/ink/ink28.xml" ContentType="application/inkml+xml"/>
  <Override PartName="/ppt/notesSlides/notesSlide26.xml" ContentType="application/vnd.openxmlformats-officedocument.presentationml.notesSlide+xml"/>
  <Override PartName="/ppt/ink/ink29.xml" ContentType="application/inkml+xml"/>
  <Override PartName="/ppt/notesSlides/notesSlide27.xml" ContentType="application/vnd.openxmlformats-officedocument.presentationml.notesSlide+xml"/>
  <Override PartName="/ppt/ink/ink30.xml" ContentType="application/inkml+xml"/>
  <Override PartName="/ppt/ink/ink31.xml" ContentType="application/inkml+xml"/>
  <Override PartName="/ppt/notesSlides/notesSlide28.xml" ContentType="application/vnd.openxmlformats-officedocument.presentationml.notesSlide+xml"/>
  <Override PartName="/ppt/ink/ink32.xml" ContentType="application/inkml+xml"/>
  <Override PartName="/ppt/notesSlides/notesSlide29.xml" ContentType="application/vnd.openxmlformats-officedocument.presentationml.notesSlide+xml"/>
  <Override PartName="/ppt/ink/ink33.xml" ContentType="application/inkml+xml"/>
  <Override PartName="/ppt/ink/ink34.xml" ContentType="application/inkml+xml"/>
  <Override PartName="/ppt/notesSlides/notesSlide30.xml" ContentType="application/vnd.openxmlformats-officedocument.presentationml.notesSlide+xml"/>
  <Override PartName="/ppt/ink/ink35.xml" ContentType="application/inkml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ink/ink36.xml" ContentType="application/inkml+xml"/>
  <Override PartName="/ppt/notesSlides/notesSlide34.xml" ContentType="application/vnd.openxmlformats-officedocument.presentationml.notesSlide+xml"/>
  <Override PartName="/ppt/ink/ink37.xml" ContentType="application/inkml+xml"/>
  <Override PartName="/ppt/notesSlides/notesSlide35.xml" ContentType="application/vnd.openxmlformats-officedocument.presentationml.notesSlide+xml"/>
  <Override PartName="/ppt/ink/ink38.xml" ContentType="application/inkml+xml"/>
  <Override PartName="/ppt/ink/ink39.xml" ContentType="application/inkml+xml"/>
  <Override PartName="/ppt/ink/ink4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4"/>
    <p:sldMasterId id="2147483866" r:id="rId5"/>
    <p:sldMasterId id="2147483843" r:id="rId6"/>
  </p:sldMasterIdLst>
  <p:notesMasterIdLst>
    <p:notesMasterId r:id="rId43"/>
  </p:notesMasterIdLst>
  <p:handoutMasterIdLst>
    <p:handoutMasterId r:id="rId44"/>
  </p:handoutMasterIdLst>
  <p:sldIdLst>
    <p:sldId id="256" r:id="rId7"/>
    <p:sldId id="330" r:id="rId8"/>
    <p:sldId id="391" r:id="rId9"/>
    <p:sldId id="390" r:id="rId10"/>
    <p:sldId id="392" r:id="rId11"/>
    <p:sldId id="394" r:id="rId12"/>
    <p:sldId id="393" r:id="rId13"/>
    <p:sldId id="396" r:id="rId14"/>
    <p:sldId id="395" r:id="rId15"/>
    <p:sldId id="397" r:id="rId16"/>
    <p:sldId id="398" r:id="rId17"/>
    <p:sldId id="399" r:id="rId18"/>
    <p:sldId id="402" r:id="rId19"/>
    <p:sldId id="400" r:id="rId20"/>
    <p:sldId id="401" r:id="rId21"/>
    <p:sldId id="403" r:id="rId22"/>
    <p:sldId id="404" r:id="rId23"/>
    <p:sldId id="405" r:id="rId24"/>
    <p:sldId id="406" r:id="rId25"/>
    <p:sldId id="407" r:id="rId26"/>
    <p:sldId id="408" r:id="rId27"/>
    <p:sldId id="410" r:id="rId28"/>
    <p:sldId id="411" r:id="rId29"/>
    <p:sldId id="412" r:id="rId30"/>
    <p:sldId id="413" r:id="rId31"/>
    <p:sldId id="414" r:id="rId32"/>
    <p:sldId id="423" r:id="rId33"/>
    <p:sldId id="415" r:id="rId34"/>
    <p:sldId id="416" r:id="rId35"/>
    <p:sldId id="417" r:id="rId36"/>
    <p:sldId id="418" r:id="rId37"/>
    <p:sldId id="419" r:id="rId38"/>
    <p:sldId id="420" r:id="rId39"/>
    <p:sldId id="421" r:id="rId40"/>
    <p:sldId id="422" r:id="rId41"/>
    <p:sldId id="294" r:id="rId42"/>
  </p:sldIdLst>
  <p:sldSz cx="9144000" cy="5143500" type="screen16x9"/>
  <p:notesSz cx="6858000" cy="9144000"/>
  <p:defaultTextStyle>
    <a:defPPr>
      <a:defRPr lang="en-US"/>
    </a:defPPr>
    <a:lvl1pPr marL="0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892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783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675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566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457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348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240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132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lide templates" id="{7DD0B69D-9948-46F3-B07D-8BF81D90CAFD}">
          <p14:sldIdLst>
            <p14:sldId id="256"/>
            <p14:sldId id="330"/>
            <p14:sldId id="391"/>
            <p14:sldId id="390"/>
            <p14:sldId id="392"/>
            <p14:sldId id="394"/>
            <p14:sldId id="393"/>
            <p14:sldId id="396"/>
            <p14:sldId id="395"/>
            <p14:sldId id="397"/>
            <p14:sldId id="398"/>
            <p14:sldId id="399"/>
            <p14:sldId id="402"/>
            <p14:sldId id="400"/>
            <p14:sldId id="401"/>
            <p14:sldId id="403"/>
            <p14:sldId id="404"/>
            <p14:sldId id="405"/>
            <p14:sldId id="406"/>
            <p14:sldId id="407"/>
            <p14:sldId id="408"/>
            <p14:sldId id="410"/>
            <p14:sldId id="411"/>
            <p14:sldId id="412"/>
            <p14:sldId id="413"/>
            <p14:sldId id="414"/>
            <p14:sldId id="423"/>
            <p14:sldId id="415"/>
            <p14:sldId id="416"/>
            <p14:sldId id="417"/>
            <p14:sldId id="418"/>
            <p14:sldId id="419"/>
            <p14:sldId id="420"/>
            <p14:sldId id="421"/>
            <p14:sldId id="422"/>
            <p14:sldId id="29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3D74"/>
    <a:srgbClr val="1F7791"/>
    <a:srgbClr val="10746A"/>
    <a:srgbClr val="EC008C"/>
    <a:srgbClr val="2DB8C5"/>
    <a:srgbClr val="73B82B"/>
    <a:srgbClr val="F18500"/>
    <a:srgbClr val="8D3786"/>
    <a:srgbClr val="CDA60C"/>
    <a:srgbClr val="2DB8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17" d="100"/>
          <a:sy n="117" d="100"/>
        </p:scale>
        <p:origin x="162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theme" Target="theme/theme1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viewProps" Target="viewProps.xml"/><Relationship Id="rId20" Type="http://schemas.openxmlformats.org/officeDocument/2006/relationships/slide" Target="slides/slide14.xml"/><Relationship Id="rId41" Type="http://schemas.openxmlformats.org/officeDocument/2006/relationships/slide" Target="slides/slide3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Teaching\EMS702UP%20Statistical%20Thinking%20&amp;%20Applied%20Machine%20Learning\Week%204\2023\Example%201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0"/>
          <a:lstStyle/>
          <a:p>
            <a:pPr>
              <a:defRPr sz="1400" b="0" i="0" u="none" strike="noStrike" kern="1200" spc="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i="0">
                <a:solidFill>
                  <a:srgbClr val="001B7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</c:rich>
      </c:tx>
      <c:layout>
        <c:manualLayout>
          <c:xMode val="edge"/>
          <c:yMode val="edge"/>
          <c:x val="0.30859996977948773"/>
          <c:y val="1.4467262737367422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0"/>
        <a:lstStyle/>
        <a:p>
          <a:pPr>
            <a:defRPr sz="1400" b="0" i="0" u="none" strike="noStrike" kern="1200" spc="0" baseline="0">
              <a:solidFill>
                <a:srgbClr val="001B7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5.5009355875836059E-2"/>
          <c:y val="0.13986788302602043"/>
          <c:w val="0.67931177666812181"/>
          <c:h val="0.76021553992215929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CA9-4D25-9A08-E785591F912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CA9-4D25-9A08-E785591F912F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CA9-4D25-9A08-E785591F912F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CA9-4D25-9A08-E785591F912F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CCA9-4D25-9A08-E785591F912F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CCA9-4D25-9A08-E785591F912F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CCA9-4D25-9A08-E785591F912F}"/>
              </c:ext>
            </c:extLst>
          </c:dPt>
          <c:cat>
            <c:strRef>
              <c:f>Sheet1!$A$2:$A$8</c:f>
              <c:strCache>
                <c:ptCount val="7"/>
                <c:pt idx="0">
                  <c:v>Lorem ipsum</c:v>
                </c:pt>
                <c:pt idx="1">
                  <c:v>Lorem ipsum</c:v>
                </c:pt>
                <c:pt idx="2">
                  <c:v>Lorem ipsum</c:v>
                </c:pt>
                <c:pt idx="3">
                  <c:v>Lorem ipsum</c:v>
                </c:pt>
                <c:pt idx="4">
                  <c:v>Lorem ipsum</c:v>
                </c:pt>
                <c:pt idx="5">
                  <c:v>Lorem ipsum</c:v>
                </c:pt>
                <c:pt idx="6">
                  <c:v>Lorem ipsum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</c:v>
                </c:pt>
                <c:pt idx="1">
                  <c:v>6</c:v>
                </c:pt>
                <c:pt idx="2">
                  <c:v>4</c:v>
                </c:pt>
                <c:pt idx="3">
                  <c:v>3</c:v>
                </c:pt>
                <c:pt idx="4">
                  <c:v>2</c:v>
                </c:pt>
                <c:pt idx="5">
                  <c:v>1</c:v>
                </c:pt>
                <c:pt idx="6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CCA9-4D25-9A08-E785591F91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4"/>
      </c:doughnut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4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5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6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ayout>
        <c:manualLayout>
          <c:xMode val="edge"/>
          <c:yMode val="edge"/>
          <c:x val="0.69977572318967052"/>
          <c:y val="0.1928179891354784"/>
          <c:w val="0.30022436435136202"/>
          <c:h val="0.6528360482908676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rgbClr val="001B71"/>
              </a:solidFill>
              <a:latin typeface="Frutiger 55 Roman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0"/>
          <a:lstStyle/>
          <a:p>
            <a:pPr>
              <a:defRPr sz="1400" b="0" i="0" u="none" strike="noStrike" kern="1200" spc="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i="0">
                <a:solidFill>
                  <a:srgbClr val="001B7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</c:rich>
      </c:tx>
      <c:layout>
        <c:manualLayout>
          <c:xMode val="edge"/>
          <c:yMode val="edge"/>
          <c:x val="0.34416114174553275"/>
          <c:y val="1.406254332746147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0"/>
        <a:lstStyle/>
        <a:p>
          <a:pPr>
            <a:defRPr sz="1400" b="0" i="0" u="none" strike="noStrike" kern="1200" spc="0" baseline="0">
              <a:solidFill>
                <a:srgbClr val="001B7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3.7531567990058079E-2"/>
          <c:y val="0.11931885404850991"/>
          <c:w val="0.63197913902634784"/>
          <c:h val="0.65308987739149349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151-495A-8996-44DF7C239E04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151-495A-8996-44DF7C239E04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151-495A-8996-44DF7C239E04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151-495A-8996-44DF7C239E04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3151-495A-8996-44DF7C239E04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3151-495A-8996-44DF7C239E04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3151-495A-8996-44DF7C239E04}"/>
              </c:ext>
            </c:extLst>
          </c:dPt>
          <c:cat>
            <c:strRef>
              <c:f>Sheet1!$A$2:$A$8</c:f>
              <c:strCache>
                <c:ptCount val="7"/>
                <c:pt idx="0">
                  <c:v>Lorem ipsum</c:v>
                </c:pt>
                <c:pt idx="1">
                  <c:v>Lorem ipsum</c:v>
                </c:pt>
                <c:pt idx="2">
                  <c:v>Lorem ipsum</c:v>
                </c:pt>
                <c:pt idx="3">
                  <c:v>Lorem ipsum</c:v>
                </c:pt>
                <c:pt idx="4">
                  <c:v>Lorem ipsum</c:v>
                </c:pt>
                <c:pt idx="5">
                  <c:v>Lorem ipsum</c:v>
                </c:pt>
                <c:pt idx="6">
                  <c:v>Lorem ipsum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0.5</c:v>
                </c:pt>
                <c:pt idx="1">
                  <c:v>1.5</c:v>
                </c:pt>
                <c:pt idx="2">
                  <c:v>2.5</c:v>
                </c:pt>
                <c:pt idx="3">
                  <c:v>3.5</c:v>
                </c:pt>
                <c:pt idx="4">
                  <c:v>4.5</c:v>
                </c:pt>
                <c:pt idx="5">
                  <c:v>5.5</c:v>
                </c:pt>
                <c:pt idx="6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3151-495A-8996-44DF7C239E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853237616"/>
        <c:axId val="774982448"/>
      </c:barChart>
      <c:valAx>
        <c:axId val="7749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01B71"/>
                </a:solidFill>
                <a:latin typeface="Frutiger 55 Roman" pitchFamily="2" charset="0"/>
                <a:ea typeface="+mn-ea"/>
                <a:cs typeface="+mn-cs"/>
              </a:defRPr>
            </a:pPr>
            <a:endParaRPr lang="en-US"/>
          </a:p>
        </c:txPr>
        <c:crossAx val="853237616"/>
        <c:crosses val="autoZero"/>
        <c:crossBetween val="between"/>
      </c:valAx>
      <c:catAx>
        <c:axId val="85323761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6350" cap="flat" cmpd="sng" algn="ctr">
            <a:solidFill>
              <a:schemeClr val="dk1"/>
            </a:solidFill>
            <a:prstDash val="solid"/>
            <a:miter lim="800000"/>
          </a:ln>
          <a:effectLst/>
        </c:spPr>
        <c:txPr>
          <a:bodyPr rot="540000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7498244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4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5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6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ayout>
        <c:manualLayout>
          <c:xMode val="edge"/>
          <c:yMode val="edge"/>
          <c:x val="0.72056497372130657"/>
          <c:y val="0.23026675851480399"/>
          <c:w val="0.24631125718087762"/>
          <c:h val="0.6069796070865118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rgbClr val="001B71"/>
              </a:solidFill>
              <a:latin typeface="Frutiger 55 Roman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0"/>
          <a:lstStyle/>
          <a:p>
            <a:pPr>
              <a:defRPr sz="1400" b="0" i="0" u="none" strike="noStrike" kern="1200" spc="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i="0">
                <a:solidFill>
                  <a:srgbClr val="001B7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</c:rich>
      </c:tx>
      <c:layout>
        <c:manualLayout>
          <c:xMode val="edge"/>
          <c:yMode val="edge"/>
          <c:x val="0.39648043799212601"/>
          <c:y val="1.406249913493484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0"/>
        <a:lstStyle/>
        <a:p>
          <a:pPr>
            <a:defRPr sz="1400" b="0" i="0" u="none" strike="noStrike" kern="1200" spc="0" baseline="0">
              <a:solidFill>
                <a:srgbClr val="001B7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8017085530237922"/>
          <c:y val="0.11931885404850991"/>
          <c:w val="0.59848297447332355"/>
          <c:h val="0.80052066313077841"/>
        </c:manualLayout>
      </c:layout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E79-46EC-ACD0-05064C0E4F15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E79-46EC-ACD0-05064C0E4F15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E79-46EC-ACD0-05064C0E4F15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E79-46EC-ACD0-05064C0E4F15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4E79-46EC-ACD0-05064C0E4F15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4E79-46EC-ACD0-05064C0E4F15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4E79-46EC-ACD0-05064C0E4F15}"/>
              </c:ext>
            </c:extLst>
          </c:dPt>
          <c:cat>
            <c:strRef>
              <c:f>Sheet1!$A$2:$A$8</c:f>
              <c:strCache>
                <c:ptCount val="7"/>
                <c:pt idx="0">
                  <c:v>Lorem ipsum</c:v>
                </c:pt>
                <c:pt idx="1">
                  <c:v>Lorem ipsum</c:v>
                </c:pt>
                <c:pt idx="2">
                  <c:v>Lorem ipsum</c:v>
                </c:pt>
                <c:pt idx="3">
                  <c:v>Lorem ipsum</c:v>
                </c:pt>
                <c:pt idx="4">
                  <c:v>Lorem ipsum</c:v>
                </c:pt>
                <c:pt idx="5">
                  <c:v>Lorem ipsum</c:v>
                </c:pt>
                <c:pt idx="6">
                  <c:v>Lorem ipsum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</c:v>
                </c:pt>
                <c:pt idx="1">
                  <c:v>6</c:v>
                </c:pt>
                <c:pt idx="2">
                  <c:v>5</c:v>
                </c:pt>
                <c:pt idx="3">
                  <c:v>4</c:v>
                </c:pt>
                <c:pt idx="4">
                  <c:v>3</c:v>
                </c:pt>
                <c:pt idx="5">
                  <c:v>2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4E79-46EC-ACD0-05064C0E4F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9"/>
        <c:axId val="853237616"/>
        <c:axId val="774982448"/>
      </c:barChart>
      <c:valAx>
        <c:axId val="77498244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01B71"/>
                </a:solidFill>
                <a:latin typeface="Frutiger 55 Roman" pitchFamily="2" charset="0"/>
                <a:ea typeface="+mn-ea"/>
                <a:cs typeface="+mn-cs"/>
              </a:defRPr>
            </a:pPr>
            <a:endParaRPr lang="en-US"/>
          </a:p>
        </c:txPr>
        <c:crossAx val="853237616"/>
        <c:crosses val="autoZero"/>
        <c:crossBetween val="between"/>
      </c:valAx>
      <c:catAx>
        <c:axId val="85323761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01B71"/>
                </a:solidFill>
                <a:latin typeface="+mj-lt"/>
                <a:ea typeface="+mn-ea"/>
                <a:cs typeface="+mn-cs"/>
              </a:defRPr>
            </a:pPr>
            <a:endParaRPr lang="en-US"/>
          </a:p>
        </c:txPr>
        <c:crossAx val="77498244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4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5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6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ayout>
        <c:manualLayout>
          <c:xMode val="edge"/>
          <c:yMode val="edge"/>
          <c:x val="0.72396512040726835"/>
          <c:y val="9.6391868962480462E-2"/>
          <c:w val="0.2760348679438433"/>
          <c:h val="0.8092373063621798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rgbClr val="001B71"/>
              </a:solidFill>
              <a:latin typeface="Frutiger 55 Roman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Boxes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Box 1</c:v>
                </c:pt>
                <c:pt idx="1">
                  <c:v>Box 2</c:v>
                </c:pt>
                <c:pt idx="2">
                  <c:v>Box 3</c:v>
                </c:pt>
                <c:pt idx="3">
                  <c:v>Box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4.5</c:v>
                </c:pt>
                <c:pt idx="1">
                  <c:v>3.5</c:v>
                </c:pt>
                <c:pt idx="2">
                  <c:v>2.8</c:v>
                </c:pt>
                <c:pt idx="3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243-4477-A7E3-DCB8D7B261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779484527"/>
        <c:axId val="1779485359"/>
      </c:barChart>
      <c:catAx>
        <c:axId val="1779484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79485359"/>
        <c:crosses val="autoZero"/>
        <c:auto val="1"/>
        <c:lblAlgn val="ctr"/>
        <c:lblOffset val="100"/>
        <c:noMultiLvlLbl val="0"/>
      </c:catAx>
      <c:valAx>
        <c:axId val="17794853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794845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 Boxes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Box 1</c:v>
                </c:pt>
                <c:pt idx="1">
                  <c:v>Box 2</c:v>
                </c:pt>
                <c:pt idx="2">
                  <c:v>Box 3</c:v>
                </c:pt>
                <c:pt idx="3">
                  <c:v>Box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4.5</c:v>
                </c:pt>
                <c:pt idx="1">
                  <c:v>3.5</c:v>
                </c:pt>
                <c:pt idx="2">
                  <c:v>2.8</c:v>
                </c:pt>
                <c:pt idx="3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5D5-4FA2-BAC3-06869C43CB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24921536"/>
        <c:axId val="495550272"/>
      </c:barChart>
      <c:catAx>
        <c:axId val="924921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5550272"/>
        <c:crosses val="autoZero"/>
        <c:auto val="1"/>
        <c:lblAlgn val="ctr"/>
        <c:lblOffset val="100"/>
        <c:noMultiLvlLbl val="0"/>
      </c:catAx>
      <c:valAx>
        <c:axId val="4955502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49215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9664FB5-82AF-48A4-80F1-9AEEE0DF4B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F0742E-D5E1-4FF3-A442-958EA2A7869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D066F8-4FE9-4315-A56E-3EA256F5907F}" type="datetimeFigureOut">
              <a:rPr lang="en-GB" smtClean="0"/>
              <a:t>23/10/2023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F2F771-FAFF-4FF6-AE5C-96F43E8CB75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EB88F3-0CB9-4921-9214-BFA9C4B808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F73B9F-E786-4DE9-B054-AF2D3B6423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51152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10-23T00:35:06.797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7398 9594 4607 0,'-2'0'400'0,"1"0"-400"0,0 0 0 0,0 0 0 16,1 1 672-16,0-1 48 0,-1 0 16 0,1 0 0 31,0 0 512-31,0 0 96 0,-1-1 32 0,1 1 0 0,0-2 336 0,0 1 64 0,0-2 16 0,0 0 0 16,0 0 0-16,0 1 0 15,-1 0 0-15,0 0 0 0,0-1-400 0,-1-1-80 0,0 3-16 0,0-1 0 16,-1 2-208-16,1-2-32 0,-2 0-16 15,0 1 0-15,1-1-208 0,-2-1-32 16,1 3-16-16,-1-2 0 0,0 0-128 0,-1-2-16 16,0 1-16-16,-2 0 0 0,1-1-128 0,-2-1-32 15,0 0 0-15,-3 0 0 0,1 0-160 0,-2-1-48 0,-1-2 0 0,0 2 0 16,-3-2-32-16,-2 1-16 0,-2-2 0 0,-2 1 0 0,2 1-80 0,-2 2 0 31,-1-1-128-31,-2-1 192 0,0 4-192 0,0 1 0 16,0-1 0-16,0 1 0 0,0 0-176 0,2 1-80 15</inkml:trace>
  <inkml:trace contextRef="#ctx0" brushRef="#br0" timeOffset="1342.4">4173 9298 6447 0,'-1'-2'576'15,"0"-1"-576"-15,0 3 0 0,1-2 0 16,0 2 896-16,-1 0 80 0,1 0 16 0,-1 0 0 16,0 0 336-16,0 2 64 0,0 1 16 0,0-1 0 0,0 3-304 0,0 2-48 15,1 0-16-15,0 2 0 0,0 3-128 0,0 2-16 31,1 3-16-31,0 1 0 0,0 2-16 0,1-1 0 0,1 3 0 0,-1 1 0 0,0-2-80 0,0 1-16 32,1-3 0-32,-1-2 0 0,1-1-320 0,0-4-64 0,0 0 0 0,0-5-16 0,0 2-368 0,-1-4 0 15,0 0 0-15,0-4 0 0,0 0 0 0,0-1-160 0,-1-2 160 0,0 0-208 32,0-1-1392-32,-1-3-288 0,0 0-48 0,0-1-8880 0</inkml:trace>
  <inkml:trace contextRef="#ctx0" brushRef="#br0" timeOffset="1642.02">4142 9376 5519 0,'-3'-9'240'0,"1"3"64"0,1 2-304 0,0-1 0 0,0 2 0 0,1 2 0 31,0-1 1216-31,-1-3 176 0,1 0 32 0,0-2 16 16,2 0 272-16,0-1 48 0,1 2 16 0,2 1 0 15,-1 0-464-15,-4 5-96 0,0 0 0 0,24-12-16 0,-24 12-256 0,0 0-48 16,33-12-16-16,-33 12 0 0,0 0-384 0,35-7-80 15,-35 7-16-15,0 0 0 0,0 0-16 0,46 3 0 16,-46-3 0-16,0 0 0 0,0 0 96 0,36 26 16 16,-36-26 0-16,0 0 0 0,18 30 48 0,-15-18 16 15,-1 3 0-15,-2 1 0 0,-1-3-256 0,-2 1-48 16,-1 0-16-16,0 0 0 0,-2 0-240 0,0-2 144 16,-2 1-144-16,0-2 128 0,0 0-128 0,-1 1 160 15,0-2-160-15,1 1 160 0,0-2-160 0,1-1 0 0,0-1 144 0,1-2-144 16,0 2 0-16,2-2 0 0,-1 0 0 0,1-3 128 15,2-2-128-15,1 0 0 0,0 0-128 0,1-2 128 32,2 0-1024-32,0-3-128 0</inkml:trace>
  <inkml:trace contextRef="#ctx0" brushRef="#br0" timeOffset="4448.17">4475 9452 7359 0,'0'2'656'0,"0"-2"-528"16,0 0-128-16,0 0 0 0,0 0 704 0,0 0 128 15,0 1 0-15,1 1 16 0,0-2 400 0,0 2 80 16,-1-2 16-16,2 0 0 0,-2 0-208 0,2 0-48 15,1 0 0-15,-1 0 0 0,0 0 128 0,0-2 0 16,1 2 16-16,0-3 0 0,0 1-160 0,0 1-48 16,0-2 0-16,0 0 0 0,1 0-496 0,0 0-96 0,-1-2-32 0,0 2 0 15,2-2-240-15,-2 1-160 16,3-2 192-16,-1 0-192 0,-2 1 0 0,1-2 0 0,0 2 0 0,-2-1 0 16,1 0 0-16,-1 1 0 15,1-2 0-15,-2 0 0 0,-1 2 0 0,0-2-176 0,-1 3 176 0,0-1-160 16,-2 0-128-16,0 1-32 0,0 1 0 0,-2 0 0 15,0 1-192 1,0 2-64-16,-1 2 0 0,-1 1 0 0,0-1 400 0,0 3 176 0,0 0-160 0,2 0 160 16,-2-1 0-16,2 3 0 0,-1-2 0 0,2 2 0 0,-2 0 0 0,0-1-144 15,2 2 144-15,-1-2 0 16,1 1 0-16,0 0 0 0,1-1 0 0,0 2 0 0,1-4 128 0,2 4-128 16,-1-4 128-16,0 4-128 0,2-2 448 15,-1 2 32-15,1 1 0 0,0-2 0 0,2 3 416 0,0-1 64 16,-3-9 32-16,0 0 0 0,12 27-192 0,-12-27-32 15,0 0-16-15,0 0 0 0,0 0-352 0,0 0-64 16,42 21-16-16,-42-21 0 0,0 0-320 0,0 0 0 16,34-10 0-16,-25 5 0 0,0-1 0 0,-2-2 0 0,1 1 0 15,-2-2-128 1,1-1-848-16,1 0-176 0,-2 2-16 0,1-1-12912 0</inkml:trace>
  <inkml:trace contextRef="#ctx0" brushRef="#br0" timeOffset="4842.55">4721 9297 4191 0,'3'-4'0'0,"-2"2"176"0,0-1-48 0,0 1 0 0,0 1-128 0,-1 0 0 0,0 1 0 0,1-2 0 15,-1-1 2048-15,0 1 384 0,0-1 80 0,0 1 16 16,-2 0-800-16,0 2-176 0,0 0-16 16,0 2-16-16,-1 0-288 0,0 1-48 0,-1 0-16 0,1 2 0 15,-2-1-464-15,1 1-112 16,0 1-16-16,-1 0 0 0,1 0-352 0,1 0-80 0,0 0-16 0,0 1 0 0,0-2 256 0,1 0 32 31,1 0 16-31,0 1 0 0,1-1 32 0,1-2 16 0,0 1 0 0,2-1 0 0,0 0-304 0,0-1-176 16,0 0 192-16,-3-2-192 0,0 0 0 0,0 0 0 15,0 0 0-15,0 0 0 0,0 0 0 0,0 0 0 16,45 4 0-16,-45-4 0 0,0 0 1152 0,0 0 128 31,0 0 32-31,0 0 0 0,0 0-880 0,44 9-176 0,-44-9-48 0,0 0 0 16,0 0-864-16,0 0-176 0,0 0-48 0,0 0 0 0,0 0 880 0,0 0 128 0,0 0 64 0,0 0 0 15,0 0-48-15,0 0 0 0,0 0 0 0,0 0 0 16,0 0-144-16,10 25 0 0,-18-21 144 0,1 1-144 16,-1 0 0-16,0 0 0 0,1 2 0 0,0-3 0 15,2 2 0-15,-1-3 0 16,1 0 0-16,2 2 0 0,0-4 0 0,1 1-128 0,2-2 128 0,1-2-9744 16,1 1-1840-16</inkml:trace>
  <inkml:trace contextRef="#ctx0" brushRef="#br0" timeOffset="5162.96">5035 9192 10991 0,'-1'-3'240'0,"0"3"48"0,1-2 16 0,-1 1 16 0,0 1-320 0,0 0 0 16,-1 0 0-16,-1 1 0 0,-2 1 1456 0,-2-1 224 15,-1 1 48-15,0 2 16 0,0-1-944 0,0 1-192 16,1 1-32-16,0-2-16 0,1 2 80 0,0 0 32 0,1 1 0 0,-1-1 0 16,1 0-368-16,1 2-80 15,-1-3-16-15,1 2 0 0,2 2-80 0,-1 0 0 0,1-1-128 0,-1 0 192 16,1 2 320-16,1-1 64 0,1 2 16 0,-1 1 0 16,2 1-16-16,-1 0-16 15,0-12 0-15,6 21 0 0,-6-21-224 0,0 0-32 0,0 0-16 0,0 0 0 16,28 29 32-16,-28-29 0 0,0 0 0 0,0 0 0 0,0 0-128 15,0 0-32-15,41-6 0 0,-34 3 0 0,1-3-160 0,2-1 0 16,-2-2 0-16,0 1 0 16,0 0-352-16,-1 0-160 15,1-1-16-15,-2 1-12192 0</inkml:trace>
  <inkml:trace contextRef="#ctx0" brushRef="#br0" timeOffset="5525.18">5097 9224 9215 0,'-1'-2'400'0,"0"0"96"0,1 0-496 0,0 0 0 0,0 1 0 0,0 1 0 16,1-3 1296-16,0 1 176 0,2-2 16 15,1-4 16-15,0 2 496 0,0 0 112 16,1 0 0-16,0 1 16 0,1 0-1888 0,-1 3-384 16,-5 2-80-16,0 0-16 0,0 0 944 0,0 0 176 0,0 0 32 0,0 0 16 15,0 0-384-15,40 10-80 0,-40-10-16 0,0 0 0 16,0 0-256-16,13 30-64 0,-13-30-128 0,4 19 192 15,-2-10-32-15,-1 1-16 0,0 0 0 0,-1-1 0 16,0 0-144-16,0 1 160 0,0-3-160 0,-1 0 160 16,0-2-160-16,0 0 0 0,0-3 0 0,1 0 128 15,0 0 128-15,-1-4 0 0,0 2 16 0,1-2 0 16,-1 0 240-16,0-3 64 0,0 0 0 0,0 0 0 0,1-2 256 16,-1 1 48-16,0-2 16 0,0 1 0 0,2-2-448 0,0 0-96 15,0-1-16-15,1 2 0 0,1-1-336 0,0-1 0 16,1 1 0-16,0-1 0 0,0 1 0 0,-1 0 0 15,2 1 0-15,-1 1 0 16,0 0-384-16,1 0 0 0,0 0 0 0,-2 1 0 16,2 0-1664-16,0 1-336 0</inkml:trace>
  <inkml:trace contextRef="#ctx0" brushRef="#br0" timeOffset="5731.21">5343 9066 6447 0,'2'-2'576'0,"-1"1"-576"0,0 1 0 0,0-2 0 16,0 2 2336-16,0-2 352 0,1 2 80 16,1-1 16-16,1-1 112 0,0 1 32 0,-4 1 0 0,0 0 0 15,0 0-1344-15,0 0-272 0,0 0-48 0,38-3-16 16,-38 3-912-16,0 0-176 16,0 0-32-16,0 0-128 0,0 0-208 15,0 0-160-15,0 0-16 0,0 0-13408 0</inkml:trace>
  <inkml:trace contextRef="#ctx0" brushRef="#br0" timeOffset="5888.7">5392 9170 10127 0,'0'2'448'0,"0"-2"96"0,0 3-544 0,0-1 0 0,0-2 0 0,0 3 0 16,0-1 1600-16,0 2 192 0,1 2 64 0,0 3 0 0,0 1 640 0,1 0 144 15,-1-1 32-15,0 0 0 0,-1-9-944 0,0 0-192 16,0 0-48-16,0 0 0 0,12 26-1136 0,-10-23-224 15,2-1-128-15,-1-2-9408 0,1-2-1936 16</inkml:trace>
  <inkml:trace contextRef="#ctx0" brushRef="#br0" timeOffset="6172.78">5532 9081 6447 0,'2'-1'576'0,"-1"1"-576"0,-1 0 0 0,0 0 0 15,0 1 1744-15,0 0 240 16,0 1 64-16,0-1 0 0,0 4 464 0,0 1 112 0,1 4 0 0,-1-2 16 31,0 3-800-31,1-2-176 0,0 1-16 0,0 2-16 16,-1-12-512-16,3 26-96 0,-3-26-32 0,5 28 0 0,-5-28-400 0,5 31-80 16,-3-14 0-16,1 2-16 0,-3-19-272 0,6 33-48 15,-4-14-16-15,1 1 0 0,0 0-160 0,-3-20 0 16,6 38 0-16,-6-38 128 0,6 33-128 0,-6-33 0 15,5 24 0-15,-5-24 0 0,0 0 0 0,6 25 0 16,-6-25 0-16,0 0 0 0,0 0-432 0,0 0 48 16,0 0 0-16,7-9 0 15,-7 1-2256-15,0-1-448 0</inkml:trace>
  <inkml:trace contextRef="#ctx0" brushRef="#br0" timeOffset="6456.69">5487 9130 3679 0,'0'-5'320'0,"0"3"-320"0,0 1 0 0,1-1 0 16,-1 0 1584-16,1 2 240 0,1-2 48 0,1-3 16 15,3 0-48-15,1 0-16 0,2-4 0 0,1 1 0 16,0 2-816-16,-1-1-176 0,-9 7-16 0,21-8-16 16,-21 8 224-16,0 0 64 0,0 0 0 0,38 1 0 15,-38-1-320-15,0 0-48 0,0 0-16 0,0 0 0 16,37 30-192-16,-37-30-64 0,0 0 0 0,10 28 0 15,-9-18-16-15,-1-2-16 0,-1 0 0 0,-2 1 0 0,0-1-208 16,-1-1-32-16,1-1-16 0,-3 0 0 16,1-1-160-16,-2 0 0 0,1 0 144 0,0-1-144 0,1-1 0 0,0-3 0 15,1 0 0-15,0 0 0 0,1-2 0 16,-1 1 0-16,1-1-144 0,0-1 144 16,1 1-1024-16,0 0-144 15,1 0-32-15,1 0-10912 0</inkml:trace>
  <inkml:trace contextRef="#ctx0" brushRef="#br0" timeOffset="7141.52">5809 8871 7359 0,'0'0'656'0,"0"-2"-528"0,0 2-128 0,0 0 0 0,0 0 1328 0,-1 0 224 16,1-2 48-16,-1 2 16 15,1 0 128-15,-1 2 32 0,0 0 0 0,0 2 0 16,0 2-432-16,-1 1-64 0,1 0-32 0,-1 2 0 0,1 1-256 0,0 4-48 15,0 0-16-15,0 1 0 16,1 4-416-16,0-3-64 0,0 3-32 0,0 0 0 0,0 0-112 0,1 0-32 16,1 0 0-16,1 0 0 0,1-3 64 0,-4-16 16 0,9 26 0 0,-9-26 0 15,0 0-144-15,0 0-16 16,24 29-16 0,-24-29 0-16,0 0 144 0,0 0 48 0,0 0 0 0,40-2 0 15,-33-3 16-15,0 0 16 0,0-3 0 0,0 0 0 16,-3 3-400-16,0-4 0 0,0 4 128 0,-2-2-128 31,0 0-832-31,-2 0-192 0,0 2-32 0,-1-3-16 0,-1 4-1904 0,-1-3-384 0</inkml:trace>
  <inkml:trace contextRef="#ctx0" brushRef="#br0" timeOffset="7362.07">5720 9042 7359 0,'-7'5'320'0,"2"-3"80"0,2 1-400 0,0-1 0 16,0 0 0-16,2-2 0 0,0 2 1152 0,-2-1 160 15,0 3 32-15,-1-3 0 0,0 1 448 0,2-1 80 16,2-2 32-16,2-2 0 0,1-1 48 0,2 0 16 16,1-2 0-16,1 1 0 0,0-2-144 0,1-2-32 15,3 1 0-15,-2-1 0 0,2 0-864 0,0-1-176 16,-1 3-48-16,0-2 0 0,1 1-528 0,-1 2-176 16,-10 6 0-16,21-12 0 0,-21 12 0 0,22-12 0 15,-22 12 0-15,19-11 0 16,-19 11-288-16,0 0-112 0,27-13-32 0,-27 13-14784 0</inkml:trace>
  <inkml:trace contextRef="#ctx0" brushRef="#br0" timeOffset="7525.01">6002 8867 14735 0,'4'-1'640'0,"-2"-1"160"0,0 2-640 0,-1-1-160 0,0 1 0 0,0 0 0 15,0-1 1040-15,2 1 176 0,1-2 48 0,0 0 0 0,1 1-656 16,-5 1-128-16,0 0-32 0,0 0 0 15,0 0-448-15,0 0 0 0,0 0 0 0,0 0 0 16,0 0-1520-16,0 0-192 0</inkml:trace>
  <inkml:trace contextRef="#ctx0" brushRef="#br0" timeOffset="7724.95">6010 8945 6591 0,'1'2'288'0,"-1"-2"64"0,0 0-352 0,0 0 0 0,0 0 0 0,0 0 0 15,1 1 1696-15,-1 1 272 0,1 0 48 0,0 2 32 16,-1 0 768-16,1 2 160 0,0 1 32 0,0-2 0 16,-1 3-832-16,0 0-176 0,0 1-16 0,0-1-16 15,0 1-1072-15,0-1-192 0,0-1-64 0,1 0 0 16,-1 0-432-16,1-1-80 0,-1-3-128 0,2 2 176 16,0-4-176-16,-1 1-176 15,1-2 48-15,1-2-10032 0,0 1-2000 0</inkml:trace>
  <inkml:trace contextRef="#ctx0" brushRef="#br0" timeOffset="8501.31">6160 8924 8287 0,'1'0'736'0,"-1"-2"-592"16,0 2-144-16,0 0 0 0,0 0 1600 0,0 0 304 15,0 0 48-15,0 2 16 0,-1-2 544 0,0 3 112 16,0 1 32-16,-1 1 0 0,0 1-800 0,0 2-144 15,2 1-48-15,-2 0 0 0,1 1-560 0,1 0-112 16,0-1-32-16,1 0 0 0,0-1-384 0,1-1-96 16,1 0-16-16,-3-7 0 0,0 0-288 0,0 0-176 15,0 0 192-15,0 0-192 0,0 0 192 0,0 0-64 16,0 0 0-16,43-4-128 16,-36-3 160-16,1-1-160 0,-2-1 128 0,1 1-128 0,0-1 0 0,0-1 0 15,-1-1 0-15,1 1 0 0,-2-2 0 0,1 2 0 0,-2 1 0 16,-1 0 0-16,0-1-192 0,-1 3 192 0,-2-2-160 0,-1 2 160 15,0 2-256-15,-3-2 32 16,0 3 16-16,0 1 0 0,-2-2-16 0,0 2 0 0,-1 3 0 0,0-1 0 16,-1 2 224-16,1 1 0 0,0 4 0 0,-1-2 0 15,2 3 0-15,-1-2 0 0,2 2 0 0,0 0 0 16,0 1 0-16,2-1 0 0,1 0 0 0,0-3 0 16,1 1 0-16,1-2 0 0,0 0 128 0,2-2-128 15,0 1 0-15,1-2 128 0,0 0-128 0,1-2 0 16,1 1 128-16,0-2-128 0,1-2 0 0,0 0 0 0,0 0 0 0,0-2 0 15,2 1 0-15,0-1 0 0,0-1 0 0,1 1 0 16,-1-1 0-16,0 2 0 0,1-2 0 0,-1 1 0 16,0 0 0-16,1 0 0 0,-2 2 0 0,2-1 0 15,-9 6 0-15,0 0 0 0,25-10 0 0,-25 10 0 16,0 0 0-16,0 0 0 0,0 0 0 0,0 0 0 16,0 0 0-16,39 16 0 15,-39-16 0-15,0 0 0 0,7 25 0 0,-7-25 0 0,2 21 0 0,-1-10 0 0,-1-2 0 16,0 1 0-16,0 2 0 0,0-2 0 0,0 1 128 0,-1-1-128 15,1-2 240-15,0-1-16 0,0-1 0 0,0-1 0 32,0 0 96-32,0-3 32 0,0 0 0 0,0-2 0 0,1 0-96 0,-1-2 0 0,1 0-16 0,0-1 0 15,0-1-112-15,-1 0 0 16,2-2-128-16,1-1 192 0,0 0-192 0,1-3 0 0,-1 1 0 0,2-3 0 16,0 2 0-16,0-1 0 0,3 1 0 0,-2-2 0 31,1 3-480-31,-1-3 16 0,1 2 0 0,0 1 0 15,-1 2 16-15,1-2 16 0,-1 4 0 0,1-2 0 0,-2 4 432 0,1 1 0 0,-1 0 0 0,-2 2 0 16,-3 0 0-16,0 0 0 0,0 0 144 0,0 0-144 16,0 0 608-16,24 29 16 0,-24-29 0 0,0 0 0 0,9 32-256 0,-7-20-48 15,-2-12-16-15,4 27 0 0,-3-13-160 0,0 0-16 16,0 2-128-16,-1-2 192 0,-1 1-192 0,1-1 0 16,-1 0 0-16,0-2-17584 15</inkml:trace>
  <inkml:trace contextRef="#ctx0" brushRef="#br0" timeOffset="9213.12">4275 9943 19343 0,'2'0'1728'0,"0"0"-1392"0,-1 0-336 0,0 0 0 16,0 0 896-16,2 2 96 0,0-2 32 0,-3 0 0 16,0 0 480-16,0 0 96 0,0 0 32 0,42 19 0 15,-42-19-928-15,0 0-192 0,0 0-48 0,0 0 0 16,34 27-464-16,-34-27 128 0,0 0-128 0,0 0-13584 16</inkml:trace>
  <inkml:trace contextRef="#ctx0" brushRef="#br0" timeOffset="9416.59">4312 10119 12831 0,'0'-1'272'16,"0"-1"64"-16,1 1 16 0,-1 0 32 0,0 1-384 0,1 0 0 0,0 0 0 0,0 0 0 0,1 0 2512 0,1 1 432 15,0 2 96-15,-1 0 16 0,0 4-720 0,0 0-144 16,-1 0-16-16,1 3-16 0,-1-1-1280 0,0 3-256 15,1-2-48-15,-1 1-16 0,1-1-432 0,0-3-128 16,1 0 0-16,-3-7 0 16,0 0-608-16,0 0-176 0,0 0-48 0,0 0-13312 15</inkml:trace>
  <inkml:trace contextRef="#ctx0" brushRef="#br0" timeOffset="9794.08">4510 10010 13823 0,'3'-3'608'0,"-1"3"128"0,0-2-592 0,-1 1-144 0,0 1 0 0,-1 0 0 16,1 0 1344-16,1 1 256 0,1 1 32 0,0 1 16 16,-1 1 352-16,1 3 80 0,-1 0 16 0,0 1 0 15,-1 1-560-15,0 0-96 0,0 1-32 0,0-2 0 16,-1 1-624-16,1 0-128 0,-1-1-16 0,0 0-16 16,0-2-384-16,0-2-80 0,0 1-16 0,-1-3 0 15,1-1-144-15,0 1 0 0,0 0 0 0,0-4 0 0,-1 2 0 0,0-3 0 16,1 1 0-16,-1-1 0 0,0-1 0 0,0-1 0 15,1-1 0-15,-1 0 0 0,1-1 0 0,0 0 0 16,1 0 0-16,0-1 0 0,1 0 0 0,1 0 0 31,-1-1 0-31,2-1 0 0,0 1 0 0,0-1 0 0,1 1 0 0,1 2 0 0,0-1-128 0,1 1 128 16,-1 0 0-16,1 3 0 0,0-1 0 16,-1 2 0-16,-6 3 0 0,0 0 0 15,0 0 0-15,0 0 0 0,0 0 128 0,39 20-128 0,-39-20 384 0,0 0-16 16,14 32 0-16,-14-32 0 0,7 31-160 0,-4-14-16 0,-2-3-16 0,-1 0 0 15,1 1-48-15,0-3-128 0,1-1 192 0,-1-3-64 16,2-2-128-16,-1-1 0 0,1-2 0 0,0-3-11120 16,1 0-2208-16</inkml:trace>
  <inkml:trace contextRef="#ctx0" brushRef="#br0" timeOffset="10726.25">5090 9756 15663 0,'1'0'1392'0,"0"-2"-1120"15,-1 2-272-15,0 0 0 0,0 0 864 0,1-1 112 16,0 1 32-16,1 0 0 0,0 0 432 0,0 0 96 16,0 1 0-16,-1 1 16 0,0 2-336 0,-1 2-80 15,1 2-16-15,0 1 0 0,-1 2 304 0,0 1 64 16,0 0 16-16,-1 2 0 0,1 2-992 0,0-2-192 16,-1 3-32-16,1-2-16 15,0 2-912-15,0-2-176 0,-1 0-32 0,0-1-16 0,1-3 864 0,-1 1 0 16,0-4 0-16,1 1 192 0,-1-3 16 0,0 0 16 15,0-1 0-15,0-3 0 0,0 1-16 0,0 1 0 0,-1-4 0 16,2 1 0-16,-2-1-64 0,1-1-16 0,-1-1 0 0,1-3 0 16,0 3-128-16,0-5 0 0,0 2 0 0,0-4 0 15,0 1 0-15,1-1 0 0,0-1 0 0,0-2 0 16,0 0 0-16,-1 1 0 0,1-3 0 0,-1 1 0 16,0 2 0-16,0-1 0 0,0-2 0 0,0 2 0 15,1 2 0-15,0 1 0 0,0-1 0 0,1 1 0 16,2 2 0-16,-2-1 0 0,3 4 0 0,-1-1 0 15,0 0 0-15,-1 2 160 0,2 0-160 0,0 2 160 0,0 1 304 0,0 0 64 16,-4 0 16-16,0 0 0 0,0 0-224 0,0 0-32 16,0 0-16-16,30 30 0 0,-30-30-96 0,0 0-32 15,18 27 0-15,-18-27 0 0,0 0-144 0,21 37 0 16,-21-37 144-16,0 0-144 0,19 37 0 0,-19-37 0 16,0 0 0-16,19 33 0 0,-19-33 0 0,0 0 0 15,0 0 0-15,0 0 0 0,0 0 0 0,0 0 0 16,32 24 0-16,-29-25 0 0,0-3 0 15,0-1 0-15,-1 0 0 0,0-2 0 0,0-2 336 0,0-3 0 16,0 2 0-16,-1-1 0 0,1 1-64 0,-1-4-16 0,0-3 0 16,1 1 0-16,-1 2-128 0,1-3-128 0,0-2 192 0,0 1-192 15,0 0 0-15,-1 2 0 0,1-1 0 0,0 3 0 16,0 3 0-16,-1 3 0 0,1 1 0 0,0 2 0 16,0 5 0-16,-2 0-192 0,0 5 16 0,0 0-11856 15,0 4-2384-15</inkml:trace>
  <inkml:trace contextRef="#ctx0" brushRef="#br0" timeOffset="11268.6">5404 9903 3679 0,'5'-4'160'0,"-3"1"32"0,0 0-192 15,0 1 0-15,-1 0 0 0,0 1 0 0,1 1 1408 0,1-3 256 16,1-1 32-16,2-1 16 0,-1-1 1120 0,1-1 240 15,-1 2 32-15,-1 0 16 0,0 0-672 0,-1 0-128 16,0 0-16-16,-1-1-16 0,0 1-720 0,0-1-144 16,-2 0-16-16,0-1-16 15,0 0-560-15,-1 2-128 0,0-2 0 0,-1 2-16 0,0-1-240 0,0 0-64 16,-1 4 0-16,-1-3 0 0,0 1-256 0,0 3-128 16,-1-1 128-16,1 2-128 0,-1 0 0 0,-1 2 0 15,3-1 0-15,-1 3 0 0,0 1 0 0,1-1 0 16,0 1 0-16,0 0 0 15,1 2 0-15,0 0 0 0,0-1 0 0,1 2 0 0,1 0 0 0,0-1 0 16,0 2 0-16,0 1 0 16,0-1-128-16,1-1 128 0,0 3 0 0,0-1 0 15,1-1 0-15,1 0 0 0,-1 0 0 0,-2-9 0 0,0 0 0 0,0 0 0 16,0 0 0-16,21 27 128 0,-21-27-128 0,0 0 0 16,0 0 0-16,0 0 0 0,0 0 0 0,33-14 0 15,-27 5 0-15,0 2 0 0,-1-2 0 0,1-1 0 16,-1 2 0-16,1-5 0 0,-1 0 0 0,0 1 0 15,-2 3 0-15,1-1 0 0,-2 1 0 0,0 0 0 16,1 2 0-16,-2 2 0 0,0 0 0 0,-1 0 0 16,0 3 0-16,0-1 0 0,0 3 0 0,0 1 0 15,0 1 0-15,0 2 0 0,0 1 0 0,1 0 0 16,0-1 0-16,0 4 0 0,0-1 0 0,2 2 0 0,-3-9 0 16,0 0 0-16,10 24 0 0,-10-24 0 15,0 0 0-15,0 0 0 0,0 0 0 0,0 0 0 16,0 0 144-16,0 0-144 0,0 0 0 0,42 14 144 0,-37-18-144 15,0-1 0-15,0 0 0 0,0 1 0 0,0-2 0 0,1 2 0 32,-2-1-1408-32,2-2-320 0</inkml:trace>
  <inkml:trace contextRef="#ctx0" brushRef="#br0" timeOffset="11630.3">5731 9590 12095 0,'-1'-2'256'0,"0"1"64"0,0 1 16 0,1 0 0 0,0-2-336 0,-1 2 0 16,1 0 0-16,-1 0 0 0,1 0 1504 0,-1-2 224 16,0 2 64-16,0 2 0 0,0 0-368 0,1 1-64 15,-1-1-16-15,1 3 0 0,0 2 80 0,0 0 16 16,0 3 0-16,1 1 0 0,-1 3-368 0,1 1-80 15,-1 2-16-15,1-1 0 0,-1 0-592 0,1-1-112 0,-1 2-16 16,1-1-16-16,1 0-240 0,-1 1 128 16,0-2-128-16,1-1 0 0,1-2 160 0,0-3-160 0,0-2 160 0,-1 0-160 15,-2-7 0-15,0 0 128 0,0 0-128 0,0 0 0 16,0 0 0-16,0 0 0 0,0 0 0 0,0 0 0 16,0 0 0-16,0 0 0 0,34-12 0 0,-31 5 0 15,-1 1-144-15,1-2-80 0,0 1-16 16,-1-2 0-1,0 2-1872-15,0-1-384 0,-1 0-80 0,1 0-9328 0</inkml:trace>
  <inkml:trace contextRef="#ctx0" brushRef="#br0" timeOffset="11851.75">5705 9718 5519 0,'-7'1'240'0,"3"0"64"0,2-1-304 0,-1 2 0 16,1-1 0-16,1 1 0 0,0 0 1584 0,0 1 256 15,-1 1 48-15,1 1 16 16,0 1 976-16,1-2 208 0,2 1 48 0,0-1 0 0,-2-4-560 0,0 0-96 15,0 0-32-15,0 0 0 0,0 0-944 0,40-5-192 16,-40 5-32-16,20-13-16 0,-10 6-624 0,0-3-128 16,1 2-32-16,0-3 0 0,-2 1-336 0,3 0-144 15,-1 1 128-15,0 0-128 0,0 1 0 0,0-1 0 16,-11 9 0-16,22-14 0 16,-22 14-704-16,20-12-112 0,-20 12-16 0,0 0-15616 0</inkml:trace>
  <inkml:trace contextRef="#ctx0" brushRef="#br0" timeOffset="12246.96">5946 9600 11055 0,'-2'4'480'0,"1"-3"112"0,0 0-464 0,0 1-128 0,0-1 0 15,1 1 0-15,-1-2 1424 0,0 3 272 0,-1 1 48 0,1 3 16 16,-2-2 416-16,1 5 96 16,0-3 16-16,1 2 0 0,0 3-608 0,0-4-112 0,1 3-32 0,1-2 0 15,1 1-832-15,0-1-160 0,-2-9-32 0,0 0-16 0,0 0-96 16,0 0-16-16,0 0 0 15,0 0 0-15,34 19-224 0,-34-19-160 0,0 0 192 0,21-16-192 0,-15 8 128 0,1 0-128 16,-1 0 0-16,1-2 0 0,-1 2 0 0,1 0 0 16,-2-2 0-16,2 1-144 15,-2 0-432-15,0-1-64 0,0 1-32 16,0 2 0-16,0-2-320 0,-2 1-64 0,0 2-16 0,-1 0 0 0,0 1 688 0,-1 1 144 16,0-1 32-16,0 2 0 0,-1 1 208 0,-1-2 0 0,0 3 0 0,1 1 160 15,-1 0 208-15,1 0 32 0,0 3 16 0,0-1 0 16,-1 0 240-1,1 3 48-15,-1 0 16 0,1 2 0 0,0 0-144 0,0 1-48 0,0 3 0 0,1-1 0 16,-1 2 32-16,1 2 0 0,0 0 0 0,0-3 0 16,1-1-64-16,-1 0-16 0,-1-10 0 0,0 0 0 15,0 0-224-15,0 0-32 0,19 28-16 0,-19-28 0 16,0 0-208-16,0 0 176 0,0 0-176 0,0 0 160 16,0 0-160-16,30-12 0 0,-25 5 0 15,0 0 0-15,-1 0-464 0,1 0-80 16,1-1-16-16,-2 0-15952 0</inkml:trace>
  <inkml:trace contextRef="#ctx0" brushRef="#br0" timeOffset="12579.92">6184 9553 3679 0,'0'-3'320'0,"0"1"-320"0,0 1 0 0,1 1 0 0,-1-3 1760 0,1 3 288 15,0-2 48-15,1 0 16 16,0 0 704-16,3-3 160 0,0-1 32 0,0 2 0 0,0 2-1328 0,0-1-256 15,-1 3-48-15,-4 0-16 0,0 0-320 0,0 0-64 16,0 0-16-16,0 0 0 0,0 0-448 0,30 29-80 16,-30-29-32-16,0 0 0 0,7 26-256 15,-6-17-144-15,0-1 160 0,-2 1-160 0,0 0 192 0,-1-1-64 16,1-1-128-16,1-2 192 16,-2 0 0-16,-2-1 0 0,1 1 0 0,0-3 0 15,0 1 80-15,0-1 16 0,1 0 0 0,-1-2 0 16,2-2 96-16,0 0 0 0,1-1 16 0,-1-1 0 15,2-1-48-15,-1-2-16 0,1-1 0 0,1-1 0 16,1 0-48-16,1-2-16 0,0-1 0 0,1-1 0 16,0 1-272-16,-1-1 128 0,3 0-128 0,-2 0 0 15,2 2 0-15,-3-1 0 0,2 1 0 0,0 4 0 16,-1-1 0-16,1 4 0 0,-2-1-192 0,1 2 48 16,0 1-1616-16,-5 2-320 0,0 0-64 0,0 0-12448 15</inkml:trace>
  <inkml:trace contextRef="#ctx0" brushRef="#br0" timeOffset="13268.72">6422 9571 8287 0,'0'0'736'0,"0"0"-592"15,0 0-144-15,0 0 0 0,0 0 2048 0,0 0 368 16,0 0 80-16,0 0 0 0,0 0 80 0,28-15 16 16,-22 9 0-16,-2-2 0 0,1 1-1056 0,-2-2-192 15,0 1-64-15,-1-1 0 0,0 0-528 0,-1-1-112 16,1 1-32-16,-3 2 0 0,1-1-432 0,-2 2-176 0,0 0 128 15,-1 2-128-15,-1 2 0 0,-1-1-256 0,1 3 48 0,-2 1 0 32,1 3-208-32,0 0-32 0,-1 2-16 0,0 3 0 0,0-1 304 0,2 1 160 0,-2 2-160 0,2-1 160 15,1 1 0-15,0-1 0 0,1 3 0 0,1-2 160 16,1 1 32-16,0 0 0 0,0-3 0 0,1-2 0 16,-1-7 192-16,0 0 32 0,0 0 16 0,0 0 0 15,0 0 128-15,0 0 16 0,0 0 16 0,32 25 0 0,-32-25-272 16,0 0-64-16,0 0-16 0,26-15 0 0,-26 15-112 15,14-12-128-15,-7 4 176 0,-1-1-176 0,1 2 128 0,-1-2-128 16,1 2 0-16,-2-1 0 0,1 1 0 0,-1 0 0 16,-1 2 0-16,-1 0-192 15,0 1-320-15,-1 2-64 0,-1-3-16 16,1 2 0-16,-2-1-16 0,1-1 0 0,0 2 0 0,-1-1 0 0,1-1 240 0,-1 0 48 16,0 3 16-16,0 0 0 0,-1-3 304 0,1 5 0 15,0-2 0-15,-1 4 0 0,1-2 0 0,1 3 0 16,-1 1 144-16,0 0-144 0,1 4 416 0,0-3 0 0,1 4 0 0,0-2 0 15,1 0 64-15,-1 0 16 0,1 0 0 0,-3-7 0 16,0 0-144-16,0 0-32 0,0 0 0 0,0 0 0 16,0 0-160-16,0 0-32 0,0 0-128 0,41 8 192 15,-36-13-192-15,0-2 128 0,2-1-128 0,-1 0 0 16,0 0 0-16,-1-1 0 0,2-1 0 0,-1-2 0 16,1-2-448-1,-1 0 0-15,1-1 16 0,-2 3 0 0,1-1-2128 0,-1 0-416 0,-1 1-96 0,0-2 0 31,-1 0 880-31,-2 0 176 0,-1 1 32 0,-1 0 16 0,-2-1 400 0,-1 2 80 0,-1-2 16 0,1 2 0 0,-1 1 1216 0,1 3 256 16,2 3 0-16,-1 3 0 16,0 2 2160-16,1 1 320 0,-1 2 64 0,2 3 16 0,-2 0-112 0,1 4-16 15,0 2 0-15,0 0 0 0,1 2-768 0,-1 2-176 16,2 4-16-16,-1 3-16 0,1-2-560 0,0 5-96 0,1 0-32 16,2 1 0-16,0-2-176 0,1-1-32 0,-1-2-16 15,2-1 0 1,-5-21-304-16,10 33-64 0,-10-33-16 0,0 0 0 0,15 28-160 0,-15-28 0 0,0 0 0 0,0 0 0 31,0 0-1168-31,0 0-112 0</inkml:trace>
  <inkml:trace contextRef="#ctx0" brushRef="#br0" timeOffset="15424.18">4863 10333 14735 0,'0'0'1312'0,"0"0"-1056"16,0 0-256-16,-1 0 0 0,1 0 512 0,0 1 32 15,-1 1 16-15,-1 1 0 0,-1 0 416 0,0 3 96 16,-1 0 16-16,0 2 0 0,1 2-592 0,-1 0-112 16,1 0-32-16,-1 3 0 0,0 2 32 0,0 1 0 15,1 4 0-15,-1 3 0 0,0 0 64 0,2 4 32 16,0 2 0-16,0 2 0 0,1-1 0 0,1 1 0 16,1-1 0-16,1-4 0 0,2 0 224 0,1-6 32 15,-5-20 16-15,12 28 0 0,-12-28-464 0,0 0-96 16,0 0 0-16,0 0-16 0,42 22-176 0,-42-22 0 15,21-10 0-15,-9 0 0 0,0-1 256 0,0-2 32 0,0-3 0 16,-1-1 0-16,2 1-16 0,-2-3 0 0,-1 0 0 16,0 2 0-16,-2 3-272 0,0 2 0 0,-1 0-176 0,-1 3-14032 15</inkml:trace>
  <inkml:trace contextRef="#ctx0" brushRef="#br0" timeOffset="16247.31">5112 10618 14735 0,'1'3'640'0,"-1"-3"160"0,1 1-640 0,0-1-160 0,-1 0 0 0,1 0 0 15,0 0 1344-15,0-1 256 0,2-1 32 0,0-1 16 16,1-1 80-16,-1-3 0 0,0 2 16 0,-1-3 0 16,1 2-832-16,-2-2-160 0,0-1-48 0,-1 2 0 0,-1-1-464 0,-1 0-112 15,-1 2 0-15,-1 0-128 0,0 3 128 0,-1 0-128 16,0 1 0-16,-1 4 0 0,-1-1 848 0,-2 4 112 15,2 1 32-15,-2 2 0 16,1 1-1632-16,1 1-336 0,-1 1-64 0,1 1-16 0,1 2 768 0,1-2 160 16,0 2 128-16,2 1-192 0,1-1 192 0,1 0 0 15,1 1 0-15,0-1 0 0,1-2 0 0,-1-2 0 16,2-1 0-16,1 0 0 0,0-5 0 0,0 2 256 16,-3-6-48-16,0 0 0 0,0 0 1008 0,0 0 208 0,0 0 48 0,0 0 0 31,33-8-1824-31,-26 2-352 0,0-3-80 0,-1-2-16 0,3 2 800 0,-2-3 0 0,1 0 192 15,-2 0-48-15,0 0-144 0,-2 1 0 0,2 1 0 0,-2 0-176 16,-2 2 784-16,0 0 160 0,0 3 16 0,-1 0 16 31,0 1-992-31,-1 2-192 0,0 1-32 0,-1 1-16 0,1 1 240 0,-1 1 64 0,1 0 0 0,-2 3 0 16,2 2 128-16,0 1 0 0,0 1 0 0,1 0 0 16,1 3 192-16,-1 0-48 0,0 0 0 0,2-2 0 15,-1 1-608 1,1-1-128-16,-3-10-32 0,0 0 0 0,0 0 624 0,17 28 160 0,-17-28 16 0,0 0 0 0,0 0-176 0,0 0 0 15,0 0 0-15,0 0 0 0,35-7 0 0,-29-1 0 16,-1-1 0-16,1 0 0 0,0-3 0 0,0 0 0 16,-1-2 0-16,1 0-176 15,0-1-640-15,-1 1-128 0,1-2-16 0,0 1-16 16,0 3-304-16,-1-2-48 0,1 2-16 0,-1 0 0 16,0 3 736-16,-1 3 144 0,0 1 16 0,-3 4 16 0,1-1 640 0,0 4 128 15,-2 1 32-15,0 3 0 0,0 2 560 16,-1-1 112-16,-1 4 32 0,0 1 0 0,2 0-240 0,-2 3-64 15,1 1 0-15,-2 2 0 0,1 0-384 0,-1-2-96 0,1 1-16 16,-1-3 0-16,2-2-144 0,-1 0-128 16,2-4 192-16,-1-2-192 0,1-3 288 0,0-1-48 0,0 0-16 15,0-4 0-15,0-1-224 0,0 0 128 0,2-2-128 16,-1-2 0-16,1-1 0 0,0-4 0 0,0 0 0 16,1-4 0-16,0 3 0 0,1-3-160 0,-1 0 32 0,2 1 0 31,0 1-944-31,0 0-176 0,1-3-32 0,-1 4-16 0,1 0 0 0,-1 1 0 0,1 3 0 0,-1 4 0 15,-1 0 976-15,0 0 192 0,0 5 128 0,-1 0-160 16,0 3 944-16,-1 0 192 0,1 1 48 0,-1 4 0 0,-1 3-16 16,1-2 0-16,0 3 0 0,0 2 0 0,0-2-304 15,-1 2-64-15,1 1-16 0,-1-3 0 16,0 2-240-16,0-5-64 0,1 2 0 0,0-3 0 0,0-1-176 0,1-2-144 16,-1 1 192-16,-1-3-192 0,2 0 0 0,1-2 0 15,-1-1 0-15,0-1 0 16,0-3-560-16,1 1-112 0</inkml:trace>
  <inkml:trace contextRef="#ctx0" brushRef="#br0" timeOffset="16670.74">5600 10548 18431 0,'3'-5'816'0,"-1"2"160"0,1 1-784 0,-1 0-192 0,-1 0 0 0,0 1 0 15,1-1 1536-15,-1-3 272 0,3-1 48 0,1-2 16 16,0-5-208-16,0 1-32 0,0-1-16 0,-2 1 0 15,0 0-672-15,-1 1-144 0,0 1-32 0,-2-1 0 16,-1 2-496-16,-2 0-96 0,0 0-32 0,-1 0 0 16,-3 2-144-1,0 2 0-15,-1 2 0 0,0 2 0 0,1 2 0 0,-1 2 0 0,1 2 0 0,-1 2 0 32,3 2 128-32,-2 0-128 0,3 1 0 0,0 2 128 0,1-2-128 0,2 2 0 0,0 2 0 0,1 0 0 0,0-2 128 15,1 0-128-15,-1-12 128 0,6 23-128 0,-6-23 160 0,0 0-160 16,17 31 192-16,-17-31-192 0,0 0 192 15,0 0-192-15,27 29 192 0,-27-29-192 0,0 0 176 0,0 0-176 16,35 33 160-16,-35-33-160 16,0 0 0-16,23 35 128 0,-23-35-128 0,12 29 0 0,-12-29 0 0,8 33 0 15,-6-17 0-15,-3 1 0 0,0 0 0 0,-2 2 0 16,1-4 0-16,-3 0 0 0,-1 4 0 0,-2-2 0 16,3-5 0-16,-3-2 0 0,2 4 128 0,-4-5-128 15,1 0 0-15,-1-1 144 0,-1-2-144 0,0-3 0 0,0 0 0 16,1-5 0-16,2 1 0 0,-1-2 0 15,0-1 128-15,2-5-128 0,0 4 0 0,1-5 0 0,-1 1 0 0,1-3 0 16,0 0 0-16,3-2-256 0,1 4 64 16,1-1 16-1,0 1-1968-15,2 3-400 0</inkml:trace>
  <inkml:trace contextRef="#ctx0" brushRef="#br0" timeOffset="17298.3">5801 10379 12895 0,'-1'-2'576'0,"0"0"112"0,0 1-560 0,1 1-128 0,-1 0 0 0,1 1 0 0,-1 1 1280 0,0 1 208 16,0 2 48-16,0 2 16 16,-1 4-128-16,-1 1-16 0,2 0-16 0,-1 4 0 15,1-1-304-15,0 1-48 0,1 0-16 0,1-1 0 0,0-1-256 16,1-2-64-16,1-3-16 0,1-1 0 0,-4-8-368 0,0 0-64 16,0 0 0-16,0 0-16 0,0 0-240 0,0 0 128 15,38-8-128-15,-32-1 0 0,1 0 272 0,0-3-32 16,1-2-16-16,0-1 0 0,-2 1-224 0,0-1-128 15,1-1 128-15,1 2-208 16,-3-2-320-16,0 1-64 0,-1 1-16 0,-2 0 0 0,1 4 352 0,-2 1 80 0,-1 1 16 0,0 2 0 16,-1 0 160-16,-1 4 0 0,1 0 0 0,-1 3 0 15,1 0 0-15,-1 4 176 0,0 1-16 0,0 0 0 16,0 1 288-16,1 3 48 0,-1 2 16 0,1 2 0 16,1 1-128-16,0 0-32 0,0-1 0 0,0-1 0 15,1 0 32-15,1 2 0 16,1-3 0-16,-3-12 0 0,7 20 112 0,-7-20 16 0,0 0 16 0,0 0 0 15,0 0-272-15,0 0-48 0,0 0-16 0,35 20 0 16,-35-20-192-16,0 0 0 0,0 0 0 0,20-17-10656 16,-15 11-2096-16</inkml:trace>
  <inkml:trace contextRef="#ctx0" brushRef="#br0" timeOffset="18817.45">6145 10392 11055 0,'0'0'976'0,"0"0"-784"16,0 2-192-16,0-2 0 0,0 0 1632 0,0 0 288 16,1 0 48-16,-1 0 16 0,1-2 304 0,1 1 64 15,0-3 16-15,-1 2 0 0,2-1-832 0,-1-2-176 16,1 0-16-16,0-1-16 0,0 0-240 0,0 2-32 15,0-3-16-15,-1 2 0 0,0-2-384 0,0 2-80 16,-2-2 0-16,1 2-16 0,-1 0-272 0,0 0-48 16,0-1-16-16,-1 1 0 0,1 1-224 0,-2 1 0 15,0-2 128-15,0 0-128 0,-1 3 0 0,0 0 0 16,1 1 0-16,-2 1 0 0,1 1 0 0,-1 1 0 16,1 2 0-16,-2 1 0 0,0 0 0 0,1 2 0 15,-1 0 0-15,0 0 0 0,2 0 0 0,-2 3-160 16,2-1 160-16,1-1-192 0,0 1 192 0,-1-1-160 15,1 1 160-15,0 2-160 0,1-1 160 0,1-3 0 0,0 2 0 16,-1 1 0-16,2-1 0 0,-1-2 0 0,1-1 0 0,1 0 0 16,0-1 0-16,0 0 192 0,1-3-32 0,-1 1-16 15,-2-3-144-15,0 0 0 0,0 0 144 0,0 0-144 16,0 0 0-16,0 0 0 0,0 0 0 0,32-14 0 16,-27 9 0-16,-2-2 0 0,2 2 0 0,0-2 0 15,-2 2 0-15,1-2 0 0,0-2 0 0,-2 1 0 16,2 1 0-16,-2 0 0 0,1 0 0 0,-1 0-128 0,0-1 128 0,-1 0 0 15,0 2 0-15,-1 0 0 0,1 0 0 0,-1 2 0 16,0 2 0-16,-1-1-128 0,1 1 128 0,-1 1 0 16,0 2 0-16,1 1 0 0,-1-1 0 0,1 1 0 15,-1 1 0-15,1 0 0 0,-1 0 0 0,0 2 0 16,1-3 0-16,-1 1 0 0,1 1 0 0,0-1 0 16,1 1 0-16,0-1 0 0,0 4 0 0,0-3 0 15,0 2 0-15,1 0 0 0,1-1 0 0,0 0 0 16,-3-5 160-16,0 0-160 0,0 0 256 0,0 0-64 15,0 0 0-15,0 0 0 0,35 19-32 0,-35-19-16 16,0 0 0-16,0 0 0 0,0 0-144 0,33-10 0 16,-33 10 0-16,11-9 0 0,-6 2 0 0,0 2 0 0,0-4 0 15,-1 2 0 1,1-1-784-16,-2 1-144 0,0 0-32 0,0 2-15536 0</inkml:trace>
  <inkml:trace contextRef="#ctx0" brushRef="#br0" timeOffset="20097.87">6440 10280 16575 0,'0'2'1472'0,"0"-2"-1168"15,0 0-304-15,0 0 0 0,0 0 1536 0,1 0 240 16,0 2 48-16,0-2 16 0,2 0 192 0,-1-2 32 15,2 2 16-15,-1-2 0 0,1-1-720 0,0-2-144 16,-1 1-16-16,1-1-16 0,-3 0-416 0,2-1-64 31,-1 0-32-31,-1-1 0 0,1 0-384 0,-3 1-80 16,1-2-16-16,-2 1 0 0,0 1-192 0,0 0 0 16,0 1 128-16,-1 3-128 0,-1 0 0 0,0-1 0 0,-2 3 0 0,-1 1 0 15,1 1 0-15,-1 2 0 0,0 1 0 0,1 1 0 16,1-2 0-16,-1 3 0 0,0 2 0 0,-1 1 0 15,2 1 0-15,0 1 0 0,1 0 0 0,-1 0 0 16,2 1 0-16,0 0 0 0,2-1 0 0,0 0 0 16,1-3 0-16,0 1 0 0,0-2 0 0,2-2 0 15,0-1 0-15,-2-5 0 0,0 0 0 0,0 0 0 16,0 0 128-16,0 0-128 0,0 0 0 0,37-2 144 16,-37 2-144-16,16-12 128 0,-9 4-128 0,1 1 128 0,-2-1-128 0,0-1 0 15,0 0 0-15,0 0 0 0,-1 1 0 0,-2-1 0 16,0 2 0-16,-1 0 0 15,0 0-480-15,0 2 32 0,-1-1 0 16,0 1 0-16,-1-1 0 0,-1 2 16 0,0 1 0 0,0 1 0 0,0-1 432 0,-1 3-160 16,1 0 160-16,-1 3 0 0,0-1 0 0,1 1 0 15,0 2 0-15,0 2 0 0,0 2 160 0,0 0-16 16,0 3 0-16,1 2 0 0,0 3 112 0,1 2 32 16,1 3 0-16,-1 1 0 0,2 3-16 0,-1-2 0 0,0 0 0 15,0 2 0-15,1 2 0 0,-1-1 0 0,2 1 0 16,-1-2 0-16,0-2-112 0,-1-5-32 0,-2 0 0 15,-1-4 0-15,-2 0-128 0,0-3 0 0,0-2 0 0,0-3 0 16,-2 1 0-16,-1-4 128 0,1-1-128 0,-3-1 128 16,1 0-128-16,-2-2 128 0,-2-2-128 0,-2-1 128 15,0 1-128-15,0-1 0 0,0 1 0 0,1-3 0 16,1 0-288-16,1 1 16 0,1-1 0 0,1-2 0 31,3 0-1600-31,0 0-320 0</inkml:trace>
  <inkml:trace contextRef="#ctx0" brushRef="#br0" timeOffset="20507.25">6548 10339 19343 0,'2'0'848'0,"-1"-2"192"0,1 2-832 0,-1-1-208 15,0 1 0-15,0 0 0 0,1 0 1536 0,1-2 272 16,2 1 48-16,-5 1 16 0,0 0-176 0,0 0-32 15,31-13-16-15,-31 13 0 0,0 0-624 0,22-14-112 16,-22 14-16-16,12-10-16 0,-6 4-496 0,-2 0-80 16,1 0-32-16,-1 0 0 0,-2 2-272 0,1-1 128 15,0-2-128-15,-2 2 0 0,-1-2 0 0,-1 2 0 16,-1 0 0-16,0 1 0 0,-1-1 0 0,-1 0-256 0,-2 3 64 16,1-3 0-1,-2 3-832-15,1-1-176 0,-1 1-16 0,0 2-16 16,1 0 496-16,0 0 96 0,1 3 32 0,0 1 0 0,1 1 928 0,0 2 192 0,1 0 48 0,0 1 0 15,0 1 208-15,0 2 32 0,1 1 16 0,-1 0 0 16,2 2 128-16,-1 1 16 0,1 0 16 0,0-1 0 16,1 2-272-16,0-4-64 0,0 2-16 0,2-4 0 15,0 1-240-15,0-4-32 0,-2-7-16 0,0 0 0 16,0 0-192-16,0 0-144 0,0 0 192 0,0 0-192 0,39 14 144 0,-39-14-144 16,0 0 0-16,24-16 144 0,-24 16-144 15,18-14 0-15,-18 14 0 0,17-17 0 0,-9 9-176 0,0-1-16 16,2 0 0-16,-1 1 0 15,0-1-2080-15,0 1-416 16</inkml:trace>
  <inkml:trace contextRef="#ctx0" brushRef="#br0" timeOffset="20825.93">6884 10164 17503 0,'1'-3'768'0,"-1"1"176"0,0 1-752 0,0 0-192 0,0 0 0 16,0 1 0-16,-1 0 2240 0,1 0 432 0,-1-2 80 0,-1 2 0 15,1 0-384-15,0 0-96 16,0 0-16-16,-2 0 0 0,1 3-1104 0,-2 2-208 0,2 0-48 0,-3 1-16 16,1 1-432-16,-1 1-96 0,-1 0-16 0,1 2 0 15,-2 0-80-15,1 2-32 0,1-3 0 0,0 3 0 16,2-1 16-16,0-2 0 16,1 0 0-16,1-2 0 0,3 0-48 0,0-3 0 0,-2-4 0 0,0 0 0 15,0 0-192-15,0 0 0 0,0 0 128 0,0 0-128 16,44 20 0-16,-44-20 0 15,0 0 0-15,0 0 0 0,0 0 0 0,48 16 0 0,-48-16 0 0,0 0 0 0,0 0 0 16,0 0 128-16,34 26-128 0,-31-21 0 0,-2 2 0 0,-1 0 0 16,-2 0 0-16,-2 1 0 0,-2 3 0 0,-1-2 0 15,-1 1 0-15,-3-3 0 0,-2 2 0 0,-2-3 0 16,-2 0 0-16,-2-1 0 0,-3 0 0 0</inkml:trace>
  <inkml:trace contextRef="#ctx0" brushRef="#br0" timeOffset="22417.89">18058 9680 5519 0,'0'0'496'0,"0"0"-496"16,0 0 0-16,0 0 0 0,0 0 1008 0,-1 0 96 15,1 0 32-15,-1 1 0 0,0 0 480 0,-1 1 112 16,0-2 0-16,0 3 16 0,0-1-480 0,1-2-112 15,-1 3 0-15,1-3-16 0,-1 0-128 0,1 0-32 16,1 0 0-16,-1 0 0 0,1 0-64 0,0-2-16 16,-1 1 0-16,1-1 0 0,1 0 64 0,-1 1 0 15,1-2 0-15,1 0 0 0,1-3-192 0,-1 2-16 16,3-3-16-16,1 0 0 0,1-3-80 0,2-1-16 16,4-1 0-16,2-1 0 0,5-3-144 0,3 0-48 15,3-4 0-15,1 2 0 0,1-2-192 0,4 0-64 0,5-2 0 0,2-2 0 16,-1 3 48-16,2 0 0 0,4-1 0 0,-2 3 0 15,0 2 160-15,-4 1 48 0,-4 3 0 0,-4 1 0 16,-2 1-448-16,-5 2 128 0,-3 4-128 0,-3-1 0 16,-17 6-480-1,22-6-176-15,-22 6-48 0,0 0-16384 0</inkml:trace>
  <inkml:trace contextRef="#ctx0" brushRef="#br0" timeOffset="27227.58">19288 9128 21183 0,'2'-2'1888'0,"-1"1"-1504"15,0-1-384-15,0 1 0 0,0 1 1120 0,0-2 160 16,1 0 16-16,0-3 16 0,3-2-48 0,0 2-16 16,0-3 0-16,-1 2 0 15,1 1 16-15,-3 1 0 0,1 1 0 0,-1 3 0 0,-1 0-512 0,-1 3-112 16,0-3 0-16,0 0-16 16,0 0-112-16,-8 28-32 0,3-15 0 0,-1 5 0 0,2 3-208 0,-4 3-32 15,0 0-16-15,1 2 0 16,-2-2-224-16,2-1 0 0,0 1 0 0,2-3 0 0,0-2 0 0,5-19 128 15,-4 31-128-15,4-31 0 0,0 0 0 0,0 0 128 16,6 34-128-16,-6-34 0 16,0 0 128-16,0 0-128 0,0 0 0 0,25-1 144 15,-18-6-144-15,2 0 0 0,0-2 0 0,0-3 0 16,1-3 0-16,0 1 0 0,1 0-144 0,0 0 144 31,0 0-1920-31,0-1-288 0,1 1-48 0,0-2-16 0,-1 1-1344 16,0 1-272-16,0 0-48 0,-1 0-16 0,-2 2 1216 0,2 0 240 0,-3 0 64 0,0 1 0 15,-1 3 2432-15,-1-1 256 0,-1 4 160 0,-2-2 32 0,0 4 1840 0,-2-1 352 16,1 2 80-16,-2 1 16 0,0 1-256 0,-1 0-48 16,0 0-16-16,-1 1 0 0,-1 3-864 0,0-2-160 15,1 3-48-15,-2 0 0 0,0 4-320 0,0-2-80 16,0 5-16-16,-1 0 0 0,0 2-288 0,0 3-48 16,-1 0-16-16,2-1 0 0,-1 1-224 0,0 2-48 15,6-19-16-15,-7 30 0 0,7-30-80 0,-2 24-16 16,2-24 0-16,0 0 0 0,0 0-64 0,0 0-128 15,14 33 176-15,-14-33-176 0,0 0 0 0,0 0 0 16,31-2 0-16,-21-4 0 0,1 0 0 0,0-1 0 16,0-2 0-16,1 2 0 15,2-3-1664-15,0-2-304 0,1 0-48 0,1 1-16 16,0-1-2192-16,-1-1-448 0,1 0-96 0,0 0-16 0,0 0 3808 0,-2 0 752 0,-1-1 224 0,-1 0 0 16,1 2-176-16,-3 0 32 0,-2 3 0 0,0-1 16 15,-2 2 1648-15,-1 2 336 0,-1-1 64 0,-1 2 0 16,-1 0 1136-16,-1 2 208 0,-1 2 64 0,-2 1 0 0,-2 0-1168 0,0 2-240 15,-2 1-32-15,-1 2 32 0,-3 2-1024 0,0 2-192 16,-2 0-32-16,-2 3-16 0,1-2-256 0,-1 2-48 16,0 2-16-16,2-3 48 0,0 1-384 0,2-2 0 15,1 0 0-15,1-1-128 0,3-2 0 0,1 0 0 16,4-7 0-16,0 0 0 0,0 0-48 0,0 0 0 16,0 0 0-16,0 0 48 0,0 0-32 0,0 0 0 15,34 29 0-15,-34-29 0 0,0 0 160 0,0 0-208 16,39 9 80-16,-39-9 128 0,0 0-272 0,0 0 16 15,39 14 16-15,-39-14 0 0,0 0-32 0,0 0-16 16,0 0 0-16,0 0 0 0,29 29 288 0,-29-29-192 0,0 0 192 0,0 0-160 16,-5 16 160-16,1-13 0 0,-2 2 0 0,0-3 0 15,-1 0 0-15,0 0 0 0,-1-1 0 0,-2-1 0 16,1 2 0-16,0-2 0 0,-1 0 0 0,1 2 0 16,1-2 0-16,-1 1 0 0,3 1 0 0,-1-1-128 31,4 0-1264-31,0-1-240 0</inkml:trace>
  <inkml:trace contextRef="#ctx0" brushRef="#br0" timeOffset="27574.44">19784 9288 12895 0,'0'0'1152'16,"0"0"-928"-16,0 0-224 0,0 0 0 15,0 0 1632-15,0 0 288 0,0 0 48 0,0 0 16 0,32 0-176 0,-32 0-16 16,26-4-16-16,-26 4 0 0,28-7-1232 0,-15 2-240 15,0 0-48-15,-1 0-16 16,1-1-704-16,-2 0-144 0,0 0-32 0,-1-1 0 31,-1 2-736-31,-3 0-160 0,-1-1-16 0,-2 0-16 16,0 1 288-16,-2-1 48 0,-1 0 16 0,-2 0 0 0,-1 1 656 0,-1 1 144 0,-3 1 32 0,1 1 0 16,-1 2 1216-16,-2 2 256 0,0 0 64 0,0 2 0 0,0 1 80 0,2 0 32 0,-1 2 0 0,1-2 0 15,0 2 304-15,-1 2 64 0,2 1 16 16,-1 0 0-16,1 2-240 0,-1 0-32 0,1 0-16 0,6-12 0 15,-10 23-368-15,10-23-80 0,-5 21-16 0,5-21 0 16,0 0-144-16,0 0-48 0,4 34 0 0,-4-34 0 16,0 0-304-16,0 0-64 15,0 0-16-15,34 18 0 0,-34-18-320 0,0 0 128 0,36 0-128 0,-36 0 0 16,29-4-448 0,-12-1-144-16,-1 0-48 0,1 0-16560 0</inkml:trace>
  <inkml:trace contextRef="#ctx0" brushRef="#br0" timeOffset="28000.85">20462 9151 14735 0,'0'0'1312'0,"-1"-2"-1056"16,1 1-256-16,-1 1 0 15,0 0 736-15,0 0 96 0,-1-1 0 0,-1 0 16 0,-1 1 800 0,-2 0 144 0,-1 0 48 0,1 2 0 16,0 1-352-16,-2 2-64 0,1 2-16 0,-1 0 0 16,1 1-576-16,0 1-112 15,1 2-16-15,6-11-16 0,-11 20 240 0,11-20 48 0,-9 21 16 0,9-21 0 16,0 0-160-16,0 0-16 0,1 33-16 0,-1-33 0 16,0 0-352-16,0 0-80 15,0 0-16-15,36 14 0 16,-36-14-208-16,22-2-144 0,-22 2 192 0,23-10-192 15,-11 6 128-15,-1-4-128 0,0 2 0 16,-1-2 0-16,1 1 0 0,-3-1 0 0,-1 0 0 0,0 1 0 0,-2-3 0 16,-3 3 0-16,0 0 0 0,-3-1 0 0,-1 2-224 15,-3-1 0-15,-1 3 0 0,-1 0 0 0,-1 2 224 0,-2 0-192 16,1 2 192-16,-1 2-192 0,1 0 192 16,-1 1 0-16,2-1 0 0,1 3 0 0,2-2 0 0,5-3 0 15,0 0 0-15,0 0 0 0,0 0 0 0,0 0 0 16,0 0 0-16,0 0-11584 15,0 0-2208-15</inkml:trace>
  <inkml:trace contextRef="#ctx0" brushRef="#br0" timeOffset="28347.97">20851 9056 14735 0,'15'-7'640'0,"-8"2"160"0,2 1-640 0,0-3-160 0,-3 3 0 0,-2 1 0 15,1 0 2048-15,1-4 384 0,5-5 80 0,4 0 16 16,1-4-144-16,-2 2-16 0,-3-1-16 0,-3 3 0 15,-3 3-976-15,-3 0-192 0,-2 4-32 0,-3 0-16 16,-2 0-560-16,-2 4-128 0,-1 1 0 0,-3 1-16 16,-1 2-256-16,-1 1-48 0,1 1-128 0,0 2 192 15,2-1-64-15,0 2 0 0,1 0-128 0,0 2 192 16,2 1 0-16,0-2-16 0,7-9 0 0,-11 24 0 16,11-24 64-16,-8 26 16 0,8-26 0 0,-6 29 0 15,6-29-80-15,-3 32-16 0,3-32 0 0,-2 38 0 0,2-38-160 0,-3 50 160 16,3-50-160-16,-3 55 160 0,3-55-16 0,-4 57 0 15,1-29 0-15,-2-1 0 0,1 1-144 0,-1 0 192 16,-1-2-192-16,1-1 192 0,5-25-192 0,-11 46 0 16,11-46 0-16,-12 36 128 15,12-36-128-15,-11 31 0 0,11-31 0 0,-9 20 0 0,9-20 0 0,0 0 0 16,-10 13 0-16,10-13 0 0,-4-2 0 0,2-3 0 16,2-2 0-16,-1-3 0 15,1-2-832-15,-1 0-160 0,0-1-32 0,-1 0-16656 0</inkml:trace>
  <inkml:trace contextRef="#ctx0" brushRef="#br0" timeOffset="28521.23">20677 9173 25791 0,'0'-1'1152'0,"0"-1"224"0,0 2-1104 0,0 0-272 0,0 0 0 0,0 0 0 16,0 0 2096-16,0 0 352 16,0 0 80-16,0 0 16 0,0 0-800 0,37 16-144 0,-37-16-48 0,31 3 0 15,-31-3-976-15,39-2-208 0,-17-1-48 0,1-1 0 16,-2-3-176-16,2 2-144 0,0-3 192 0,1 0-192 15,-1 2 0-15,-1-1 0 0,-1 2 0 0,-2 1-12480 16,-19 4-2400-16</inkml:trace>
  <inkml:trace contextRef="#ctx0" brushRef="#br0" timeOffset="29333.22">21665 9073 19343 0,'0'-2'1728'0,"-1"1"-1392"16,1 1-336-16,0 0 0 16,1 0 1712-16,-1-2 272 0,0 2 48 0,0-1 16 0,1 0 0 0,-1 1 16 15,0 0 0-15,-1 0 0 0,1 0-848 0,0 0-192 16,0 0-16-16,-6 26-16 15,6-26-512-15,-7 28-96 0,7-28-32 0,-8 40 0 16,8-40-176-16,-9 46-48 0,9-46 0 0,-10 45 0 16,10-45 64-16,-10 45 0 0,10-45 0 0,-9 40 0 0,9-40-32 15,-9 31 0-15,9-31 0 0,-6 24 0 16,6-24-160-16,0 0 0 0,-7 25 0 0,7-25 0 0,0 0 0 0,0 0 0 16,0 0 0-16,0 0 0 0,-6 6-272 0,7-11-48 15,0 0 0-15,0-4 0 16,2 1-1904-16,-1-1-384 0,1-3-80 15,0-1 0-15,1 0 48 0,-1-1 16 0,-1-3 0 0,0 0 0 16,1 1 1312-16,-1-3 272 0,1-2 48 0,-1 1 16 0,1 2 816 0,0-1 160 16,1 2 0-16,-2 3 0 0,3 0 1152 0,-1 3 128 15,0 0 48-15,1 2 0 0,2 4 64 0,-1-2 16 0,2 2 0 0,2 3 0 16,-10 2-144-16,19-7-32 0,-19 7 0 0,25-3 0 16,-25 3-208-16,26 2-64 0,-26-2 0 0,0 0 0 15,37 10-224-15,-37-10-48 0,0 0-16 0,0 0 0 16,34 28-368-16,-34-28-80 0,0 0-16 0,0 0 0 15,3 39 0-15,-3-39 0 0,-12 23 0 0,3-13 0 16,-1-1-64-16,-2 0-16 0,-2 1 0 0,-1-3 0 16,1 0-128-16,-1 1 128 0,1-4-128 0,1 1 128 15,2-2-128-15,1-1 0 0,3-2 144 0,1-2-144 0,2-1 0 16,3-2 0-16,2 1 0 0,2-1-11696 16,4-1-2320-16</inkml:trace>
  <inkml:trace contextRef="#ctx0" brushRef="#br0" timeOffset="30279.6">22041 8852 24879 0,'-6'0'1088'0,"4"0"256"16,0 0-1088-16,0 0-256 0,1 1 0 0,0 0 0 0,1-1 800 15,0 0 96-15,0 0 32 0,0 0 0 0,0 0-112 0,-8 34-32 0,8-34 0 0,0 0 0 16,-1 33 336-16,1-33 64 0,0 0 16 0,-2 43 0 15,2-43-784-15,-4 33-160 0,4-33-16 0,-6 36-16 16,6-36 48-16,-10 40 16 0,10-40 0 0,-14 40 0 16,14-40 96-16,-15 39 32 15,15-39 0-15,-14 34 0 0,14-34-144 0,-10 26-16 16,10-26-16-16,0 0 0 0,-10 24-96 0,10-24-16 0,0 0 0 0,0 0 0 16,0 0-128-16,0 0 0 0,0 0 0 0,0 0 0 15,11-9 128-15,-7 2-128 0,3-3 0 0,-1 1 128 16,2-2-128-16,1-1 0 0,0-1 144 15,0 2-144-15,2-1 0 0,-1 0 0 0,0 2 0 0,0 1 128 0,-1 0-128 16,1 3 0-16,-2 2 0 16,0-1 0-16,-8 5 0 0,0 0 0 0,0 0 0 0,0 0 0 0,0 0 0 0,0 0 0 15,0 0 0-15,0 0 0 0,29 26 0 0,-29-26 0 16,0 0 0-16,0 0 0 0,-4 31 0 0,4-31 0 16,0 0 0-16,-5 26 0 0,5-26 0 0,0 0 0 15,-5 28 0-15,5-28 0 0,0 0 0 0,0 0 0 16,-3 29 0-16,3-29 0 0,0 0 0 0,0 0 0 15,0 0 0-15,0 0 0 0,0 0 0 0,0 0 0 16,28 19 0-16,-28-19 0 0,15-7 0 0,-6 2 0 16,1 0 0-16,1-3-128 15,0 0-560-15,1 1-96 0,1-3-32 0,1-2 0 16,-1 1-1952-16,1-1-400 0,-2 0-80 0,0 0-16 16,-1 0-32-16,-1 0-16 0,-1 0 0 0,-2 1 0 15,-1 2 2080-15,-2 1 400 0,-1 1 96 0,-1 0 16 0,0 3 2256 0,-1 1 448 0,0-2 80 0,-1 3 32 16,-1 1 880-16,0 1 176 0,0 0 48 0,-1 3 0 15,2-3-1152-15,0 0-240 0,0 0-32 0,0 0-16 16,-7 21-800-16,7-21-144 0,0 0-48 0,-7 31 0 16,7-31-368-16,0 0-80 0,-6 36 0 15,6-36-16-15,0 0-176 0,-3 40-128 16,3-40 144-16,0 0-144 0,1 33 0 0,-1-33 0 16,0 0 0-16,0 0 0 0,0 0 0 0,0 0 0 0,0 0 0 0,0 0 0 0,27 26 0 15,-27-26 0-15,13-7 0 0,-8 1 0 16,3-2-128-16,-2 1-80 15,1-3-16-15,-1-2 0 0,1 0-912 0,0 0-176 0,-2-2-32 0,1 2-16 16,0 0 368-16,-2-2 80 0,0 0 16 0,0 2 0 0,-1 0 624 0,0 1 128 16,0 2 144-16,0 1-208 0,0 3 864 0,-2 0 176 15,1 3 48-15,-1 1 0 0,0 1 272 0,-1 0 48 16,0 0 16-16,0 0 0 0,0 0-576 0,0 0-128 16,0 0 0-16,-3 37-16 0,3-37-304 0,0 0-64 0,-6 36-128 15,6-36 192-15,-7 35-192 0,7-35 0 0,-8 43 128 0,2-17-128 16,0-3 0-16,-1 4 128 0,-2 2-128 0,-1 0 0 15,-2 0 144-15,-1 2-144 0,-1-2 128 0,0 1-128 16,-1-1 0-16,1-5 128 0,0 0-128 0,1-4 0 16,0-1 0-16,1-2 0 0,0-5 0 0,3-3 0 15,1-2 0-15,1-2 0 0,1-2 0 0,1-3 0 16,1-3 0-16,2 1 0 0,0-1 0 0,0-1 0 16,2-4 0-16,0 0 0 0,1 0 0 0,1-2 0 15,0-1 0-15,2 1 0 0,0-2 0 0,1-1 0 16,2 0 0-16,0-3 0 15,3 1 0-15,1-3 0 0,2-4-160 0,1 1-64 0,1-2-16 0,2-1 0 16,2 0-736-16,-1-2-160 16,3 0-16-16,-3 0-15792 0</inkml:trace>
  <inkml:trace contextRef="#ctx0" brushRef="#br0" timeOffset="30659.28">22634 9035 7359 0,'2'0'656'0,"1"-2"-528"16,-1 1-128-16,0 1 0 0,-1-2 2784 0,1 2 528 0,0-1 96 0,3-2 32 16,1 0-128-16,0 0-32 15,-2 1 0-15,-1 0 0 0,-3 0-1424 0,-2 2-272 0,-3 2-64 0,-1-1-16 16,-1 0-800-16,-2 4-144 16,-2 0-48-16,-2-1 0 0,-1 4-96 0,-1-3-32 0,2 4 0 0,1-2 0 15,0-1-144-15,3 2-48 0,1-1 0 0,2-1 0 16,6-6-32-16,0 0-16 0,0 0 0 0,0 0 0 15,-5 28-144-15,5-28 0 0,0 0 0 0,0 0 0 16,0 0 0-16,34 23 0 0,-34-23 128 0,0 0-128 16,31 17 0-16,-31-17 0 0,0 0 0 0,31 24 128 0,-31-24-128 15,0 0 0-15,0 0 0 0,27 36 128 0,-27-36-128 0,0 0 0 16,0 0 0-16,0 0 128 0,8 37-128 0,-8-37 160 16,0 0-160-16,-11 17 160 15,6-15-160-15,-2 3 0 0,-1-3 0 0,-1-1 0 0,0 1 0 0,-2-2 0 16,2 0 0-16,-1 0 0 0,1-2 0 0,0 1 0 15,2-1 0-15,0 2 0 0,2-2 0 0,0 1 0 16,2-1 0-16,0 0 0 16,0 0-448-16,3 1-80 0,0-3-16 15,1 1-17632-15</inkml:trace>
  <inkml:trace contextRef="#ctx0" brushRef="#br0" timeOffset="30848.22">22769 9066 21183 0,'0'0'1888'0,"0"0"-1504"0,7-3-384 0,-7 3 0 16,0 0 1536-16,0 0 256 0,0 0 32 0,0 0 16 16,26 3 400-16,-26-3 96 0,0 0 16 0,33 1 0 15,-33-1-1136-15,0 0-208 0,28 3-48 0,-28-3-16 16,0 0-688-16,0 0-128 0,24 5-128 0,-24-5 192 16,0 0-1488-16,0 0-304 0</inkml:trace>
  <inkml:trace contextRef="#ctx0" brushRef="#br0" timeOffset="30995.94">22791 9154 11967 0,'0'0'528'0,"0"0"112"0,0 0-512 0,0 0-128 0,0 0 0 0,0 0 0 0,0 0 2432 0,0 0 448 15,0 0 80-15,0 0 32 0,2 35-224 0,-2-35-32 16,0 0-16-16,0 0 0 0,-5 38-864 0,5-38-192 16,0 0-16-16,-10 31-16 0,10-31-1040 0,0 0-208 15,-12 30-32-15,12-30-16 0,0 0-336 0,0 0 0 16,-7 24 0-16,7-24 0 15,0 0-848-15,0 0-240 0,0 0-64 0,0 0-15296 0</inkml:trace>
  <inkml:trace contextRef="#ctx0" brushRef="#br0" timeOffset="31439.32">23157 9147 10127 0,'-1'-1'208'0,"1"1"48"0,-1-2 16 0,1 2 48 0,0 0-320 0,0 0 0 0,-2-2 0 0,2 2 0 0,0 0 2032 0,-2-3 336 0,1 1 80 0,1 0 16 15,0 1 128-15,0-2 32 0,0 2 0 0,1-3 0 31,-1 4-928-31,2-4-176 0,-2 4-48 0,2-3 0 16,-2 3-656-16,1-3-144 0,-1 3-32 0,0 0 0 16,0-2-192-16,0 2-64 0,0 0 0 0,-5 0 0 15,1 0-128-15,0 2-48 0,-2-2 0 0,0 2 0 16,-3 0-208-16,0 3 176 0,-2 0-176 0,-1 0 160 16,1 2-160-16,-1 2 0 0,0-2 0 0,0 4 0 15,1 0 0-15,0-2 128 0,1 3-128 0,0-1 192 0,10-11 80 0,-16 21 32 16,16-21 0-16,0 0 0 0,-9 25 32 0,9-25 16 15,0 0 0-15,0 0 0 0,0 0-224 0,0 0-128 16,38 24 128-16,-38-24-128 0,28 0 0 0,-12-2 128 16,-16 2-128-16,35-6 0 0,-19 4 0 0,1-3 0 15,1 0 0-15,-3-1 0 16,2 1-1136-16,0 1-240 0</inkml:trace>
  <inkml:trace contextRef="#ctx0" brushRef="#br0" timeOffset="32148.41">23324 9184 19343 0,'0'0'848'0,"6"-4"192"0,-6 4-832 0,6-5-208 0,-6 5 0 0,0 0 0 15,6-5 1472-15,-6 5 240 0,7-5 48 0,0 0 16 16,1-1-688-16,0-1-128 0,-2 2-16 0,0 0-16 16,-2 0-416-16,-3 0-64 0,1 1-32 0,-3 1 0 15,-1 1-416-15,1 0 128 0,-3 2-128 0,-1 0 0 16,1 0 528-16,-2 2 32 0,0 0 0 0,-2 1 0 15,1 2 272-15,7-5 48 0,-15 12 16 0,15-12 0 16,-15 17-80-16,15-17-16 0,-13 20 0 0,13-20 0 16,-14 21-288-16,14-21-64 0,-11 22-16 0,11-22 0 15,0 0-224-15,-8 27-32 0,8-27-16 0,0 0 0 0,0 0-160 0,0 0 0 16,0 0 0-16,4 35 0 0,-4-35 0 0,0 0 0 16,0 0 0-16,0 0 0 0,0 0 0 0,26-3 0 15,-26 3 0-15,13-7 0 0,-4 2-352 0,0-3 0 16,1-1 0-16,1 0 0 15,-1 0-336-15,0-1-64 0,-1 0-16 0,-1-1 0 0,0 1 320 0,-2-1 64 16,0 1 16-16,-3 0 0 0,1 2 368 0,-1 2 0 16,-1 2-144-16,-2-1 144 0,0 3 192 0,0 2 112 15,0 0 16-15,0 0 0 0,0 0 384 0,0 0 96 0,-12 19 16 16,12-19 0-16,0 0-432 0,-9 28-64 0,9-28-32 16,0 0 0-16,-2 33-128 0,2-33-32 0,0 0 0 0,3 35 0 15,-3-35 16-15,0 0 0 0,0 0 0 0,18 38 0 16,-18-38-144-16,0 0 160 0,0 0-160 0,28 23 160 15,-28-23-160-15,0 0 0 0,26 1 0 0,-26-1 0 16,19-7 0-16,-9 2 0 0,2-2 0 0,-1-2 0 16,3-1 0-16,0-2-256 0,0 0 48 0,2-2 0 15,0 2-848 1,0-2-160-16,-1-1-48 0,0 0 0 0,-1 0-1296 0,0-2-256 0,-1 1-48 0,0-2-16 16,-2 0 928-16,0 0 176 0,0-2 48 0,-2 0 0 0,0 0 1104 15,-2 2 240-15,0 1 32 0,-1-1 16 0,-2 3 336 0,1 3 160 16,-2 0-16-16,-1 2 0 0,1 3 1024 0,-1 0 208 15,0 3 32-15,-2 1 16 0,1 1 496 0,-1 2 112 16,0 0 16-16,0 0 0 0,0 0-624 0,-12 21-112 16,12-21-32-16,-11 22 0 0,11-22-592 15,-16 35-128-15,6-14-32 0,-1 3 0 0,-2 4-176 0,0 1-32 16,-1 4-16-16,-1 0 0 0,0 0 144 0,1-2 48 16,2-2 0-16,2-5 0 0,10-24-96 0,-9 40-16 15,9-40 0-15,0 0 0 0,0 38-192 0,0-38-64 16,0 0 0-16,0 0 0 0,0 0-128 0,32 21 0 15,-32-21 0-15,16-3 0 0,-7-1-288 0,-1-1-96 0</inkml:trace>
  <inkml:trace contextRef="#ctx0" brushRef="#br0" timeOffset="32994.89">19741 9906 18431 0,'1'-3'1632'0,"0"0"-1312"15,0 2-320-15,-1 0 0 0,1 1 1152 0,-1-2 144 0,1-1 48 0,0-2 0 16,2-2 608-16,0-1 128 16,1 0 32-16,-2 3 0 0,1 0-576 0,-1 0-128 0,0 3 0 0,-1 1-16 15,0 1-624-15,-2 0-112 0,1 0-16 0,0 0-16 16,0 0-224-16,0 0-32 16,-10 20-16-16,10-20 0 0,-11 17-144 0,11-17-16 0,-11 28-16 0,4-11 0 31,-1 3-176-31,-2 0 0 0,0 1 0 0,-1 2 0 0,-1 0 0 0,0-2 0 0,1 2 0 0,-3-1 0 31,2-1 0-31,0 1 0 0,0 0 0 0,1-2 0 0,2-1 0 0,1-2 0 16,1 0 0-16,7-17 0 0,-10 32 0 0,10-32 0 15,-5 26 0-15,5-26 0 0,0 0 0 0,0 0 0 16,6 38 0-16,-6-38 0 0,0 0 0 0,0 0 0 16,38 13 0-16,-38-13 0 0,28-1 272 0,-28 1-16 0,34-9-16 15,-15 2 0-15,-2-3-240 0,0 1 128 0,0 0-128 0,-2 0 0 16,-1 1-832-1,-1 3-272-15</inkml:trace>
  <inkml:trace contextRef="#ctx0" brushRef="#br0" timeOffset="33955.94">19905 10208 16863 0,'2'0'368'0,"-1"-2"80"0,0 2 0 0,0 0 48 0,0 0-496 0,0 0 0 15,-1 0 0-15,2 0 0 0,1-1 3120 0,-3 1 528 16,0 0 96-16,14-3 32 16,-14 3-1440-16,9-6-288 0,-3 4-48 0,-1 0-16 0,-1-3-1280 0,1 1-272 15,-1 0-48-15,-2 0-16 0,0-1-128 0,0 1-32 16,-2-1 0-16,1 0 0 0,-2 1-48 0,0-1-16 0,-1 0 0 0,-1 1 0 31,1 1-144-31,-2-2 128 0,0 3-128 0,-1 0 128 16,0 0-128-16,-1 1 0 0,-1 1 144 0,0 3-144 0,-1 0 0 0,0 1 0 15,0 3 0-15,-2 0 0 16,0 2 0-16,-1 3 0 0,-1 0 0 0,1 2 0 16,1 0-160-16,0-1 160 0,3 3-192 0,-1-1 192 0,8-15-144 0,-10 28 144 0,10-28 0 0,-5 23-144 0,5-23 144 15,0 0 0-15,0 0 0 0,0 0 128 0,0 0-128 0,0 0 0 16,34 24 0-16,-34-24 128 16,22-7-128-16,-11 0 0 0,0 2 0 0,2-2 0 0,-1 0 0 0,0-3 0 31,-1 1 0-31,-1 2 0 0,1-3 0 0,-1 3 0 15,1-2 0-15,-2-1-128 0,-1 3 128 0,0 0 0 16,-2 0-144-16,-1 2 144 0,-2 3 0 0,0 0 0 16,-1 2 0-16,-2 0 0 0,0 0 0 0,0 0 0 15,0 0 0-15,0 0 0 0,0 0 0 0,0 0 0 16,-6 28 0-16,6-28 0 0,0 0 0 0,-7 27 0 16,7-27 0-16,0 0 128 0,-4 32-128 0,4-32 0 15,0 0 0-15,0 0 128 0,4 33-128 0,-4-33 0 0,0 0 0 0,0 0 0 16,0 0 0-16,0 0 0 0,37 10 128 0,-37-10-128 15,22-10 0-15,-10 3 0 0,-1-1 0 0,1-1 0 16,0 0 0-16,1-3-272 0,0 1 64 0,0-1 16 31,-1 0-624-31,-1 0-112 0,-1 0-32 0,0 2 0 0,0-2 144 16,-3 3 32-16,-1-2 0 0,1 2 0 0,-2-1 432 0,-2 3 96 0,1 1 0 0,-1 3 16 16,-1 0 400-16,-1 2 80 0,-1 1 16 0,0 0 0 15,0 0 528-15,0 0 112 0,-7 20 32 0,7-20 0 16,-8 21-416-16,8-21-64 0,-11 27-32 0,11-27 0 15,-11 29-224-15,11-29-32 0,-7 30-16 0,7-30 0 0,-5 25-144 16,5-25 160-16,0 0-160 0,0 0 160 0,0 0-160 0,8 32 0 16,-8-32 0-16,0 0 0 0,0 0 0 0,19-3 0 15,-19 3 128-15,16-11-128 0,-7 5 0 0,0-1 0 16,-2 0 0-16,1 0 0 0,3-3 0 0,2-3-176 16,0 0 16-16,0-1 0 0,-1 2-112 0,0-2-32 15,-1 2 0-15,-1-2 0 0,0 3 96 0,-1 0 16 16,-2 2 0-16,-1 2 0 0,0 2 192 0,-2 0 0 15,-1 4 0-15,-2 0 0 0,-1 1 0 0,0 0 128 16,0 0 0-16,0 0-128 0,0 0 480 0,-3 28-16 16,3-28 0-16,-6 19 0 0,6-19-256 0,-5 24-48 0,5-24-16 15,-2 26 0-15,2-26-144 0,0 0 0 0,2 36 0 0,-2-36 128 16,0 0-128-16,0 0 192 0,13 37-192 0,-13-37 192 16,0 0-32-16,0 0 0 0,0 0 0 0,0 0 0 15,33 18 32-15,-33-18 16 0,0 0 0 0,16-6 0 16,-16 6-32-16,10-9-16 0,-10 9 0 0,11-9 0 15,-6 2-160-15,0 2 160 0,1 0-160 0,-2-2 160 16,2 2-160-16,0-2 192 0,-1 0-192 0,1 0 192 16,0-3-192-16,1 1 160 0,-1-1-160 0,2-1 160 15,0-1-160-15,-1-2 0 0,2 0 0 0,-1 1 0 16,-1-1 0-16,1 0 0 0,-2 0 0 0,1 4 0 16,-3 3-416-1,0 0-64-15,-1 2-16 0,-1 4-17984 0</inkml:trace>
  <inkml:trace contextRef="#ctx0" brushRef="#br0" timeOffset="34366.4">20706 10145 13823 0,'0'0'608'0,"0"0"128"0,11-3-592 0,-11 3-144 16,0 0 0-16,0 0 0 0,0 0 1936 0,13-4 368 15,-8 1 64-15,-5 3 0 0,14-6-320 0,-7 3-64 16,-1-2 0-16,0 2-16 0,-2-1-1008 0,0 1-208 15,-1-2-48-15,-1 1 0 0,-1 2-240 0,-1-3-48 16,0 2-16-16,-1 1 0 0,1 2 304 0,-3 0 64 0,0-2 16 16,-1 4 0-16,1-2-80 0,-3 0 0 0,0 2-16 0,1 1 0 15,-2 2-320-15,0-1-64 0,0 1-16 0,0 0 0 16,1 0-48-16,-2 2-16 0,2 2 0 0,-1-2 0 16,7-7-48-16,-11 19-16 0,11-19 0 0,-6 17 0 15,6-17-32-15,0 0-128 0,0 0 192 0,0 36-64 16,0-36-128-16,0 0 128 0,0 0-128 0,16 35 128 15,-16-35 0-15,0 0 0 0,0 0 0 0,34 28 0 16,-34-28-128-16,0 0 160 0,30 19-160 0,-30-19 160 0,0 0-160 16,0 0 0-16,35 17 144 0,-35-17-144 0,0 0 0 15,0 0 128-15,0 0-128 0,0 0 0 0,0 0 0 0,0 0 144 16,0 0-144-16,-15 21 0 0,2-19 128 0,-3-2-128 16,-2 1 0-16,-2-1 0 0,-2 2 0 0,-2 0 0 15,-2-1 0-15,0 2-19088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49.003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0"/>
      <inkml:brushProperty name="anchorY" value="0"/>
      <inkml:brushProperty name="scaleFactor" value="0.5"/>
    </inkml:brush>
  </inkml:definitions>
  <inkml:trace contextRef="#ctx0" brushRef="#br0">15 1 919 0 0,'0'0'0'0'0,"0"0"80"0"0,0 0-93 0 0,-1 1 362 0 0,1-1 321 0 0,-1 1 111 0 0,0 0 260 0 0,0 0-642 0 0,-1 1 150 0 0,0 0 445 0 0,0 0-688 0 0,0 0 2 0 0,0 0 203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1.263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1320.70264"/>
      <inkml:brushProperty name="anchorY" value="1269.15466"/>
      <inkml:brushProperty name="scaleFactor" value="0.5"/>
    </inkml:brush>
  </inkml:definitions>
  <inkml:trace contextRef="#ctx0" brushRef="#br0">30 49 1327 0 0,'0'0'0'0'0,"0"0"120"0"0,0-2-140 0 0,1-1 40 0 0,-1 0 335 0 0,2-1 430 0 0,-1-1-530 0 0,1 1 264 0 0,1-2 451 0 0,0-1-431 0 0,-1 1-271 0 0,0 1-68 0 0,-1 2-205 0 0,-3 2 31 0 0,-1 4-324 0 0,-2 1-280 0 0,-2 3 314 0 0,-1 1 287 0 0,0-1-82 0 0,1-1 59 0 0,0-2-4879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0.192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652.41656"/>
      <inkml:brushProperty name="anchorY" value="620.38525"/>
      <inkml:brushProperty name="scaleFactor" value="0.5"/>
    </inkml:brush>
  </inkml:definitions>
  <inkml:trace contextRef="#ctx0" brushRef="#br0">30 14 455 0 0,'0'0'0'0'0,"-1"-1"184"0"0,0 0 196 0 0,-1 0-261 0 0,1 0 450 0 0,0 0-58 0 0,0 0 49 0 0,0 1 603 0 0,-1-1-271 0 0,1 0 68 0 0,-2 0 456 0 0,1 0-1304 0 0,0 0 734 0 0,0 0-635 0 0,-1 0-116 0 0,1 1-70 0 0,0-1-2 0 0,-1 1-259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1.791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1985.26807"/>
      <inkml:brushProperty name="anchorY" value="1914.22668"/>
      <inkml:brushProperty name="scaleFactor" value="0.5"/>
    </inkml:brush>
  </inkml:definitions>
  <inkml:trace contextRef="#ctx0" brushRef="#br0">28 0 1839 0 0,'0'0'0'0'0,"0"0"160"0"0,1 1-186 0 0,-1-1 444 0 0,1 0 338 0 0,-1 1-61 0 0,1 1 72 0 0,-2 0-290 0 0,0 2-317 0 0,-2-1-39 0 0,0 0-118 0 0,-1 0 85 0 0,0 0-35 0 0,1-1-63 0 0,-1 0 20 0 0,1-1-206 0 0,0 0 56 0 0,1 0-28 0 0,3 1-2484 0 0,-1-1 1551 0 0,0 0-204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2.247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2646.98975"/>
      <inkml:brushProperty name="anchorY" value="2517.01685"/>
      <inkml:brushProperty name="scaleFactor" value="0.5"/>
    </inkml:brush>
  </inkml:definitions>
  <inkml:trace contextRef="#ctx0" brushRef="#br0">10 0 1375 0 0,'0'0'0'0'0,"0"0"128"0"0,1 0-149 0 0,0 0 350 0 0,0 0 283 0 0,1 0-413 0 0,0 0 192 0 0,0 0 350 0 0,0 0-513 0 0,0 1-41 0 0,-1-1-43 0 0,0 0-27 0 0,-2 2-4 0 0,-1-1-131 0 0,0 1 36 0 0,-1 0-139 0 0,0 0-208 0 0,-1 1 229 0 0,0 0 101 0 0,1 0-28 0 0,1 0 27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10-23T00:43:45.046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5124 10541 3967 0,'-3'-1'0'0,"0"1"176"0,1 0-48 15,2-2-128-15,0 2 0 0,0 0 0 0,0-1 0 0,0 0 0 0,1 1 400 0,-1-2-16 16,0 1-16-16,1-1 0 0,1-1-368 0,-1 1-320 16,-1 1 64-16,1 0 16 15,-2 1-224-15,0 0-48 0,-1-2-16 0,0 2 0 0,-1 0 528 0,-1 0 128 16,-1 2 0-16,0-2 16 0,-1 1 576 0,0 0 112 16,0 1 32-16,0-1 0 0,-1 1-96 0,0 0 0 15,0-1-16-15,0 1 0 0,0-2-336 0,0 1-64 16,0-1-16-16,-1 0 0 0,2 0-160 0,-2 0-48 0,0-1 0 0,-1 1 0 15,-1 1 96-15,0-1 16 0,3 1 0 16,-3-1 0-16,-2 2 288 0,-1 1 64 0,0-1 16 0,-1 1 0 16,0 1-48-16,-1-1-16 0,0 4 0 0,0-3 0 15,0 1-160-15,1 0-16 0,0 0-16 0,0 0 0 16,0-2-208-16,-1 0-144 0,1 0 192 0,1 0-192 16,0 0 160-16,1-2-160 0,-1 1 128 0,-1-1-128 15,0 1 384-15,-1 0 0 0,2-2 0 0,-1 0 0 16,-1 0 48-16,0 0 0 0,1 0 0 0,-1-2 0 0,-1 0-48 15,1 1 0-15,0-1 0 0,-1 2 0 0,0-1-160 0,0 0-32 16,-2-1-16-16,-1 1 0 0,2-1-176 0,-2 0 160 16,0 1-160-16,-2-1 160 0,0 1-160 15,0-2 0-15,-1 1 0 0,-1 1 0 0,-1-3 0 0,-2 3 0 16,0-1 0-16,-1 2 0 0,-1-2 0 0,1 0 0 16,-2 1 0-16,1 1 0 0,-1 0 0 0,0 0 0 15,-2 0 0-15,0 0 0 0,2 0 128 0,-3 0-128 16,2 1 0-16,-3 1 128 0,3-2 16 0,-2 2 0 15,-1-2 0-15,-1 2 0 0,2 1-144 0,0-1 160 16,0-2-160-16,-1 1 160 0,1-1-160 0,-1 0 0 16,1 0 144-16,-1 0-144 0,-1-1 0 0,1 1 128 0,-1 0-128 0,2 0 0 15,1-2 0-15,0-1 0 0,0 1 0 0,-1-2 0 16,0 1 0-16,1-2 0 0,0 1 0 0,0-2 0 16,3 2 0-16,-4-1 0 0,0 0 128 0,-2 2-128 15,6 0 160-15,-3 0-32 0,0 1-128 0,1 1 192 16,-1-1-192-16,1 0 176 0,1 0-176 0,0 0 160 15,2-1-160-15,-1 0 0 0,-1-1 0 0,2-1 0 16,5 2 0-16,-2 0 0 0,-2 0 128 0,-1 0-128 16,0 0 128-16,-2 0-128 0,2 0 192 0,-3 0-64 15,2-1 192-15,-1 1 48 0,1-1 0 0,0 1 0 0,2-2-48 16,0 3 0-16,1 0 0 0,1 0 0 0,0 1-320 16,1 1 144-16,1-2-144 0,0 0 0 0,-2 1 0 15,-1-1 0-15,1 2 0 16,0-5 0-16,2 3 0 0,-2-3 0 0,2-1 0 0,0 0 0 0,0 0 0 0,2 0 0 15,2 0 0-15,-1 0 0 0,2 0 0 0,1-2 0 16,1 1 0-16,-1 0 0 0,1 2 0 0,1-2 0 16,1 1 0-16,1-2 0 0,1 1 0 0,1 0 0 15,0-3 0-15,0 1 0 0,2-1 0 0,1 1 0 16,-1-3 0-16,1 2 0 0,2 1 0 0,0 0 0 16,1-1 0-16,0-2 0 0,0 1 0 0,2-1 128 15,-1-1-128-15,1 0 0 0,1 0 256 0,1 0-48 16,1 0-16-16,0-2 0 0,2 0 192 0,0-1 48 0,2 1 0 0,1 1 0 15,-1 2-272-15,2 0-160 0,1 0 192 0,0 0-192 16,2 0 0-16,-1 3 0 0,1-3 0 0,1 3 0 16,0 0 0-16,1 1 0 0,1 1 0 0,-1 0 0 15,2-1 768-15,-2 2 208 0,2-1 48 0,1 2 0 32,0 0-1664-32,1-1-320 0,2 0-64 0,1 0 0 0,2 0 800 0,2-1 224 0,0 2 0 0,0-3 0 15,2 2 0-15,-1-1 0 0,1-2 0 0,1 2 0 16,1-1 0-16,0 1 128 0,-2 0-128 0,0-2 128 15,3 0-128-15,0 1 0 0,-2-2 0 0,3 2 0 0,2 1 0 16,-1 1 0-16,-5 1 0 16,-1 1 0-16,1 1 0 0,1-2 0 0,1 1 0 0,0 0 0 0,3 0 0 0,-1 2 0 15,-1 0 0-15,0 2 0 0,1 0 0 0,0 0 0 16,1 2 0-16,-1-1 0 0,-29-1 0 0,57 4 0 16,-28-4 0-16,-1 0-128 0,3 0 128 0,-1-2 0 15,-1 2 0-15,1-1 0 0,0 1 0 0,1 1 0 16,3 1 0-16,0-2 0 0,-3 1 0 0,2-1 0 15,1-1 0-15,1-3 0 0,2 1 0 0,0-1 0 16,1 1 0-16,2-2 128 0,0 4-128 0,2 0 0 16,0-2 0-16,-1-2 128 0,-1 2-128 0,-1-3 0 15,-1 1 0-15,2-1 128 0,4 0-128 0,0 2 0 0,2 2 0 16,-2-4 0-16,1 2 0 0,-1-3 0 0,-1 2 0 0,0-2 0 16,1 1 0-16,2 0 0 0,1 4 0 0,0-3 0 31,0 1 0-31,-3-1 0 0,1 0 0 0,-1-2 0 0,2 3 0 0,-2 1 0 0,3 0 0 0,-2 1 0 15,0-1 0-15,0 0 0 0,0-1 128 0,-1-1-128 16,0 2 0-16,0 0 0 0,1 0 0 0,-1 1 128 16,2 0-128-16,-2 1 0 0,-1 1 0 0,-2-2 0 15,-2-3 800-15,3 5 192 0,2-2 32 0,-1 2 16 32,1 0-1680-32,-1 0-320 0,0 2-80 0,-1-2-16 0,0 1 1696 0,0-1 320 0,1 0 80 0,1 2 16 15,0-2-1696-15,0 2-320 0,1 0-80 0,0-2-16 0,-2 0 848 0,1 0 208 16,1-2 0-16,0 2 0 0,1 0 0 0,0 0 0 15,3 2 0-15,-2-2 0 0,0 1 0 0,0-2 0 16,0-1 0-16,1 2 0 16,3 0 0-16,-2 0 0 0,1 0 0 0,0 0 0 0,-2 0 0 0,0 0 0 15,0-2 0-15,0 2 0 0,0 0 0 0,0 2 0 32,0-2 0-32,0 0 0 0,-5 0 0 0,3 0 0 0,2 0 0 0,-1-2 0 0,0 4 0 0,1-2 0 15,-1 0 0-15,-1 2 0 0,-1-2 0 0,-1 1 0 16,2 1 0-16,-3-2 0 0,2 2 0 0,-1 1 0 0,0 1 0 15,0-2 0-15,-2 1 0 0,2-1 0 0,-2-2 0 16,-2 1 0 0,2 1 832-16,0 0 176 0,0 1 16 0,0 1 16 15,1 1-1664-15,-1-3-336 0,-2 0-64 0,-1-1 0 0,0 1 832 0,0 1 192 0,0-1 0 0,2 2 0 16,1 1 0-16,-1-2 0 0,-2-1 0 0,0 0 0 16,-1-2 0-16,1 0 0 0,-1 0 0 0,1 3 0 15,2 0 0-15,0 1 0 0,1-4 0 0,-2 0 0 31,0 0 0-31,-2-4 0 0,0 3 0 0,2-1 0 0,0 0 0 0,1 1 0 16,2 1 0-16,-2 0 0 0,1 0 0 0,-2-2 0 16,-1 2 0-16,0-2 0 0,0-1 0 0,-1 1 0 15,1-1 0-15,0 3 0 0,0 0 0 0,-1 1-128 16,-1 1 128-16,1-2 0 0,-2 0 0 0,-1-3 0 16,2 3 0-16,-2 0 0 0,-1 0 0 0,2 3 0 15,2 0 0-15,-2 1 0 0,1 1 0 0,-3-3 0 16,-1 1 0-16,1-1 0 0,0-1 0 0,0 0 0 0,2 2 0 15,-1 1 0-15,2-1 0 0,-1-1 0 0,1 3 0 0,0 0 0 16,-1-3 0-16,0-1 0 0,-3-1 0 0,2 0 0 16,3 0 0-16,1 1 0 0,1-1 0 0,1 2 0 15,0 1 0-15,-2-2 0 0,1 1 0 0,-2-2 0 16,0-2 0-16,0 2 0 0,1-1 0 0,1 2 0 16,0 1 0-16,3-2 0 0,-2 2 0 0,-1-2 0 15,0 0 0-15,-2-2 0 0,3 2 0 0,-2-3 0 16,-1 1 880-16,0 2 128 0,2 2 16 0,-1 1 16 15,0-1-1648 1,-2-2-336-16,0 0-64 0,-1 0-16 0,0 0 832 0,0-2 192 0,1 4 0 0,0-2 0 0,2 2 0 16,-1 0 0-16,-1 1 0 0,-1-3 0 0,0 0 0 15,0-2 0-15,1 1 0 0,-1-1 0 16,-1 2 128-16,1 0-128 0,1 0 0 0,1 2 0 0,0 1 128 0,-1-1-128 16,-1-2 192-16,-2 0-192 0,-2 0 192 0,0 0-192 15,2 0 192-15,0 3-192 0,0 1 128 0,0 1-128 16,-2 1 0-16,0 0 0 0,-3 1 0 0,-1 0 0 15,-28-7 0-15,52 13 0 0,-52-13 0 0,49 13 0 16,-49-13 0-16,56 17 0 0,-56-17 0 0,52 19 0 16,-52-19 128-16,51 20-128 0,-51-20 0 0,47 23 0 0,-47-23 0 15,44 24 0-15,-44-24 128 0,39 28-128 16,-39-28 0-16,36 26 0 0,-36-26 144 0,0 0-16 0,45 38-128 0,-45-38 192 16,0 0-32-16,36 35-16 0,-36-35 0 0,0 0 0 15,0 0-144-15,31 47 0 0,-31-47 144 0,0 0-144 16,0 0 128-16,11 51-128 0,-11-51 128 0,0 0-128 15,-3 37 128-15,-1-22-128 0,-3 1 128 0,0-3-128 16,-2 3 0-16,0-2 128 0,-1-2-128 0,-2 0 0 16,-1 2 0-16,-1-4 144 0,-2 1-144 15,0-1 0-15,-2-1 0 0,-1-1 0 0,1-1 0 0,-4 0 0 16,2-3 128-16,-2-1-128 0,-1-1 0 0,-1 0 0 0,-1-2 128 16,0 1-128-16,-1-1 0 0,-1 0 0 0,-1 0 128 15,-2 0-128-15,0 2 0 0,0-2 0 16,-2 0 144-16,0 1-144 0,-2-1 0 0,-2 0 144 0,0 0-144 0,-1 0 0 15,-1 1 0-15,-1 1 0 0,-2-1 0 0,-1 1 0 16,-2 3 0-16,-2-3 0 0,1-1 0 0,1-1 0 16,-2 1 0-16,-2-1 0 0,-1 2 0 0,-3 2 0 15,1 0 0-15,-3-3 0 0,2 0 0 0,-3-1 0 16,1 0 0-16,-3 3 0 0,0 1 0 0,-3-1 0 16,2-1 0-16,-2 0 0 0,2 1 0 0,-1-1 0 15,-2 3 0-15,0-3 0 0,1 3 0 0,-1-5 0 0,2 1 0 16,-2 1 0-16,-1 1 0 0,0-2 0 0,-1 1 0 15,1-1 0-15,2-1 0 0,0 0 0 0,-2 2 0 0,-2 0 0 16,0 1 0-16,-2-3 0 0,0 2 128 16,2-2-128-16,-1 3 0 0,-2 2 0 0,1 1 0 0,-1-1 0 15,4-2 0-15,-2 1 0 0,0 3 0 0,-3-1 0 16,1-2 0-16,-1 0 0 0,1 1 0 0,0 0 0 16,1 2 0-16,-2-2-144 0,1 0 144 0,1-1 0 15,5 1-240-15,-1 1 64 0,-2 2 16 0,-1-1 0 16,-2-1 160-16,-1 0 0 0,0 1 0 0,1 0 0 15,6 1 0-15,-4-1 0 0,-2 1 0 0,-1 0 0 16,1 1 0-16,1-1 0 0,0-1 0 0,1 0 0 16,3 0 0-16,-3 2 0 0,-1 0 0 0,-1-1 0 0,3-1 0 0,-1 3 0 15,1-3 0-15,0 0 0 0,2 1 0 0,0-2 0 16,1 1 0-16,0-2 0 0,2 0 0 0,-2 2 0 16,2-2 0-1,0 2 0-15,4 0 0 0,-3-2 0 0,2-1 0 16,1-1 0-16,2 2 0 0,-1-1 0 0,1 2 0 0,-1-1 0 0,2-2 0 0,0 0 0 15,1-1 0-15,-1-1 0 16,-1 3 0-16,1-2 0 0,1 3 0 0,1-2 0 0,-1-3 0 0,2-3 0 16,0 1 0-16,2 1 128 0,3 0-128 0,-2 0 0 15,2-1 0-15,-1 0 0 16,0-3 128-16,0 0-128 0,3 0 160 0,-1 0-160 0,0 3 208 0,0 0-48 16,0 0-16-16,1-1 0 0,0-1-144 0,-1 1 0 0,1-2 0 0,1 0 128 31,1 2-128-31,-1 0 0 0,0 0 0 0,0 0 0 15,2 2 0-15,-2 0 0 0,1-1 0 0,1-2 0 0,4 3 0 0,-3-3 0 0,-1 1 0 0,1 1 0 16,1-2 352-16,0 0-16 0,2-2 0 0,1-4 0 16,0 3-32-16,1 0-16 0,1-1 0 0,-1 0 0 15,3 0-32-15,-1 1-16 0,-2-2 0 0,2 1 0 0,0 1-32 16,1-2 0-16,-1 1 0 0,0 2 0 16,-1-1 0-1,1 3 0-15,4 0 0 0,0 2 0 0,-1 2-208 0,0 0 0 16,1 2 128-16,1 2-128 0,1 0 0 0,-2 3 0 15,-1-1 0-15,0 2-17760 16</inkml:trace>
  <inkml:trace contextRef="#ctx0" brushRef="#br0" timeOffset="11363.07">9571 5882 911 0,'-2'-2'0'0,"1"1"0"16,0 1 0-16,0-2 0 0,0 2 704 0,1 0 48 0,-1 0 16 0,1 0 0 16,-1 0-48-16,1 0 0 0,-1 2 0 0,0-2 0 15,1 0-464-15,0 1-80 0,0 1-32 0,0-2 0 16,1 0-144-16,0 0 0 0,0 2 0 0,0-2 128 15,1 0 160-15,-1 0 32 0,0 0 0 0,1 0 0 0,-1 2 80 0,0-2 32 16,0 2 0-16,0-1 0 0,-1 2-80 0,1 1-16 16,-1-2 0-16,0 1 0 0,1 1 48 0,0 1 16 15,-1-2 0-15,1 2 0 0,0 0-144 0,1-1-16 16,0 3-16-16,0-3 0 0,1 1-96 0,-1 0-128 16,2-1 176-16,1 0-176 0,-1 0 0 0,1-2 0 15,0 0 0-15,1 1 0 0,1-1 0 0,0-1 0 16,1 1 0-16,1-2 0 15,0 2 208-15,1-2-16 0,0 0 0 0,1 2 0 0,0-2 128 0,0 1 32 0,1 1 0 0,0 0 0 16,2-1-144-16,0 1-16 0,2 1-16 0,0-2 0 16,2 1-176-16,-1 1 0 0,3-1 0 0,0-1 128 15,0 1-128-15,-1-2 0 0,2 0 0 16,0 0 0-16,1 0 0 0,1-3 0 16,2 3 0-16,1-2 0 0,0 2 0 0,4-2 0 0,2 2 0 0,1 0 0 15,3 2 192-15,0-2 64 0,1-3 16 0,0 1 0 16,2-2 288-16,1 1 48 0,5-2 16 0,1 3 0 15,5 0-240-15,1-1-64 0,3-1 0 0,0 0 0 16,-2-2-176-16,3-1-144 0,5 0 192 0,3 2-192 0,3 0 0 16,-1-2 0-16,-1-2 0 0,1 0 0 15,1 1 0-15,3 1 0 0,2-2 0 0,1-1 0 0,0 0 176 0,1-2-176 16,3 1 160-16,1-1-160 0,-1 0 416 0,0-2-16 16,1-1 0-16,0 1 0 0,1 0 192 0,3 0 48 15,2-2 0-15,-1 1 0 0,-2 3-96 0,2-2-16 16,3-3 0-16,5 1 0 0,4 2-240 0,-1-2-48 15,-1-2-16-15,-2 3 0 0,-1 2-80 0,-2 0-16 16,-3-2 0-16,0 1 0 0,0 4-128 0,-2-3 192 16,-4 1-192-16,-2 0 192 0,-4-1-192 0,-2 3 160 15,-2 1-160-15,-5 0 160 0,-6 1-32 0,-4-1-128 16,-4 3 192-16,-3-2-64 0,0 2-128 0,-5 0 0 0,-3 1 144 16,-3 1-144-16,-5 1 0 0,-3-1 0 0,-2 1 0 0,-3-1 0 31,-1 1-384-16,-5 0-32-15</inkml:trace>
  <inkml:trace contextRef="#ctx0" brushRef="#br0" timeOffset="12649.21">15220 5097 9215 0,'-1'-3'816'0,"1"-1"-656"0,0 2-160 0,0 1 0 16,0 1 512-16,0-4 64 0,1 1 0 0,-2-3 16 16,1-1 352-16,0-1 64 15,-1 3 16-15,1 0 0 0,-1 1-144 0,0 1-32 0,1 1 0 0,-1 0 0 16,-1 0 32-16,1 1 0 0,0 1 0 0,-2 0 0 15,1 1 80-15,-3 1 32 0,1 1 0 0,-3 1 0 16,0 4-352-16,-2 0-80 0,0 4-16 0,-1 2 0 16,-2 1-272-16,0 3-48 0,1-1-16 0,-1 4 0 15,-2 3-208-15,1 0 0 0,2-3 0 0,-1 3 0 16,0 4 0-16,1 2 0 0,0 0 0 0,2-1 0 0,1-1 0 0,3-2 176 16,1-3-48-16,4-23-128 0,-2 38 240 0,2-38-64 15,0 0-16-15,0 0 0 0,10 45-160 16,-10-45 0-16,0 0 0 0,0 0 0 0,0 0 192 15,38 17 48-15,-25-19 16 0,0-1 0 0,3-2 288 0,1-2 64 16,1 0 16-16,1-2 0 0,2-1-240 16,1-2-64-16,1-4 0 0,0-1 0 0,-1 0-320 0,0 1 128 15,0-3-128-15,-3 0 0 0,0 0 0 0,-2-1 0 16,-2-3 0-16,0 0 0 0,-3-3 0 0,-2 0 0 16,-2 0 0-16,-5 2 0 0,-4 2 0 0,-5 1 0 15,-4 3 0-15,-3 5 0 0,-3 4 0 0,-2 1 0 16,-4 4 0-16,0 2 0 0,1 2 0 0,-1 2-160 0,3 2 160 0,0 2 0 15,3 1-384-15,0 2 48 0,3-2 0 0,1 0-9088 16,2 3-1824-16</inkml:trace>
  <inkml:trace contextRef="#ctx0" brushRef="#br0" timeOffset="12892.12">15139 5343 12895 0,'1'-4'576'0,"0"1"112"0,1 1-560 0,0 0-128 32,0 2 0-32,-2 0 0 0,2 2 1392 0,0-2 240 0,3 1 48 0,-5-1 16 0,0 0 352 0,0 0 64 15,31 29 0 1,-31-29 16-16,0 0-1104 0,29 44-208 16,-29-44-48-16,0 0-16 0,33 47-208 0,-33-47-32 15,0 0-16-15,33 36 0 0,-33-36 0 0,0 0 0 0,0 0 0 0,44 30 0 16,-44-30-320-16,0 0-176 0,33 9 192 0,-23-9-192 15,1 0 0-15,-1-2 0 0,2 1 0 0,-2-2-14784 16</inkml:trace>
  <inkml:trace contextRef="#ctx0" brushRef="#br0" timeOffset="13596.9">15679 5206 7359 0,'2'-8'656'0,"0"4"-528"0,-1-1-128 0,0 0 0 0,0 5 1296 0,-1-2 240 16,0 2 32-16,0-1 16 0,0 0 208 0,-1-2 64 15,0 3 0-15,-1 3 0 0,-3 1-560 0,-1 6-96 16,1 0-32-16,-2 2 0 0,2-1-240 0,-3 4-48 16,0 3-16-16,-1 4 0 0,-1 1-288 0,-2 1-48 15,3 0-16-15,0-3 0 0,1-2-128 0,2-5-48 16,0-2 0-16,3-3 0 0,-1-1-160 0,1-3-48 0,0-1 0 0,3-4 0 15,-2-2 16-15,1-1 0 0,1 0 0 0,0-2 0 16,1-1 176-16,0-1 16 0,1-2 16 0,2-3 0 16,0 2-224-16,-1 1-128 0,1-2 128 0,1 1-128 15,0-2 0-15,1-2 0 0,1-3 0 0,2 0 0 16,-1-1 0-16,1-1 0 0,1 2 0 0,-1 0 0 16,0 0 0-16,0 2 0 0,0 2 0 0,-2 1 0 15,2 3 0-15,-3 2 0 0,1 0 0 16,-1 4 0-16,0 3 0 0,-3 0 0 0,1 5 0 0,-1 2 0 15,-3-7 0-15,0 0 0 0,0 0 0 0,5 50 128 0,-5-50-128 16,-1 36 0-16,1-36 0 0,-4 38 0 16,4-38 0-16,-5 44 128 0,5-44-128 0,-7 46 0 0,7-46 0 15,-8 38 0-15,8-38 0 0,-5 30 128 0,5-30-128 0,0 0 0 16,-4 26 0-16,3-21 128 0,2-3 0 0,0-2 0 16,2 0 0-16,0-4 0 0,-1 1 80 0,3-4 32 15,0 0 0-15,-1-2 0 0,2 0-112 0,-1-3-128 16,3 0 176-16,-2 0-176 0,1 0 0 15,-1-2 0-15,3-3 0 0,-1 0 0 0,1 1 0 0,1-3 0 0,1 1 0 16,-1 0 0-16,-2 4 0 0,1-1 0 16,1-1 0-16,-1 0 0 0,1 1 0 0,-1 1 0 0,1 2 0 0,-1-2 0 15,0 2 0-15,0 1 0 16,-2 3 0-16,0 3 0 0,-1 0 0 0,-1 3 0 0,-1 2 0 0,-2 2 0 16,1 3 0-16,-2 0 0 0,0 2 0 0,-1-7 0 0,0 0 0 15,0 0 0-15,-3 38 0 0,3-38 0 0,0 0 0 0,-5 41 0 16,5-41 0-16,0 0 0 0,-3 40 128 0,3-40-128 15,-4 33 0-15,4-33 0 0,-4 38 432 0,4-38-32 16,-4 40 0-16,4-40 0 0,-4 41-208 0,4-41-32 16,-4 35-16-16,4-35 0 15,-3 29-144-15,3-29 0 0,0 0 0 0,0 0 0 0,0 0 0 0,0 30 0 16,1-30 0-16,1-1 0 16,0-2 0-16,1-2 0 0,1-2 0 0,-1-1 0 31,2 0-976-31,0 0-128 0</inkml:trace>
  <inkml:trace contextRef="#ctx0" brushRef="#br0" timeOffset="14050.6">16265 5102 3679 0,'7'-8'0'0,"-2"1"144"16,0 0-144-16,-2 3 208 0,-1 1-208 0,-2 3 0 0,2-3 0 0,2-1 0 0,0-3 1248 0,-1 1 208 15,1 0 32-15,-2 3 16 0,-1 1-208 0,-2 2-32 16,-2 5-16-16,-2 1 0 0,0 2-208 0,-1 4-32 16,-1 0-16-16,-1 3 0 0,1 1 144 0,0-1 16 15,0 0 16-15,0 2 0 0,-2 1-336 0,1 0-80 16,-1 3-16-16,-1 0 0 0,1 0 144 0,0 1 16 15,1-2 16-15,0 0 0 0,1 2-256 0,-1-3-48 16,3 2-16-16,5-21 0 0,-7 31-80 0,7-31-32 16,0 0 0-16,0 40 0 0,0-40 48 0,0 0 16 0,0 0 0 0,0 0 0 15,25 39 0-15,-16-35 0 16,1-3 0-16,1-1 0 0,1-1-288 0,2-4-64 0,1 0-16 16,0-2 0-16,3-4 32 0,0-1 16 0,-1 0 0 0,-1-2 0 15,-1-1-224-15,0 1 0 0,1-3 0 0,-3 1 0 16,-2 2 0-16,-2-1 0 0,0-2 0 0,0-1 0 15,-1-4 0-15,0-1 0 0,0-1 0 0,-3 0 0 16,1 3 0-16,-2 2 0 0,-2 5 0 0,0 2 0 16,-1 1-208-16,-1 3-48 0,1 1 0 0,0 2 0 15,0 0-944 1,-1 1-192-16,0 1-32 0,1 1-8240 0,0 0-1664 0</inkml:trace>
  <inkml:trace contextRef="#ctx0" brushRef="#br0" timeOffset="14492.84">16708 5018 4607 0,'5'-7'192'0,"-2"5"64"0,-1-1-256 0,1-1 0 0,-2 4 0 0,-1 0 0 16,0-2 1408-16,1 2 256 0,1-2 32 0,0 1 16 15,0 1 112-15,-1 1 32 16,-2 3 0-16,0 1 0 0,-2 3-560 0,0 0-96 16,-1 4-32-16,0 0 0 0,-1 2-272 0,0 1-64 0,5-15-16 15,-10 32 0-15,10-32-272 0,-9 34-48 0,9-34-16 0,-8 33 0 16,8-33-112-16,-10 31-32 0,10-31 0 0,-11 35 0 16,4-16-80-16,0 1-32 0,1 1 0 0,-1 0 0 15,0-2 64-15,7-19 16 0,-11 33 0 0,11-33 0 16,-9 31 176-16,9-31 32 0,0 0 16 0,-6 33 0 0,6-33-144 15,0 0-16-15,0 0-16 0,0 0 0 0,0 0-224 0,0 0-128 16,0 0 160-16,0 0-160 0,36 31 192 0,-26-34-48 16,0 1-16-16,1 0 0 0,0-2-128 0,-1 1 192 15,0 0-192-15,1-1 192 0,0 1-192 0,-1 1 0 16,1-3 144-16,0 1-144 0,0 1 0 0,-1 0 128 16,2 1-128-16,-3 0 0 0,1 0 0 15,-1-1 0-15,1 3 0 0,-2-2 0 16,-1 2 0-16,0 0 0 0,-2 0 0 0,1 0-128 0,-1 0 128 0,-1 2-192 15</inkml:trace>
  <inkml:trace contextRef="#ctx0" brushRef="#br0" timeOffset="15743.52">17587 5256 3679 0,'1'-2'320'0,"-2"1"-320"0,1 1 0 0,0 0 0 15,0 0 752-15,0 0 80 0,0 0 0 0,0 0 16 16,0 0-576-16,-1 1-112 0,1-1-32 0,0 2 0 31,1-2-576-31,-1-2-128 0,0 2-32 0,1-1 0 16,0 1 16-16,0-2 0 0,0 2 0 0,0-2 0 0,1 1 592 0,-1 1 0 0,0-2 0 0,0 2 0 15,0-1 256-15,-1 0 128 0,1 1 32 0,-1-2 0 16,0 1 576-16,0 0 112 0,-1 0 32 0,1 1 0 0,-1-2 96 0,1 1 32 16,-1 1 0-16,0 0 0 0,0-2 16 0,1 2 0 15,-1-1 0-15,0 0 0 0,1 1-160 0,-1 0-32 16,1 0 0-16,0 0 0 0,-1 0-64 0,1 0-32 16,0 0 0-16,-1 0 0 0,1 0-64 0,-1 1-16 15,1-1 0-15,0 1 0 0,0-1-208 0,0 0-64 16,0 0 0-16,0 0 0 0,0 0-112 0,1 0-16 15,0-1-16-15,0 0 0 0,0-1-32 0,0 0 0 16,0-1 0-16,1 0 0 0,-1 1-256 0,1-3-48 16,-1 0-16-16,1 1 0 0,-1-3 176 0,0 0 48 15,0 0 0-15,0 0 0 0,-2-1 64 0,2 1 16 16,-1 0 0-16,0 0 0 0,0 2-160 0,0-1-32 0,0 2 0 0,0 0 0 16,-1 2-96-16,1-1-32 0,-1 1 0 0,1 2 0 15,-1-2-128-15,0 2 0 0,0 0 0 0,0 0 128 16,0 0-128-16,0 2 0 0,-1-2 0 0,1 0 0 15,0 2 0-15,0-2 0 0,0 0 0 0,-1 0 0 16,1 0 0-16,-1 0 0 0,2 0 0 0,-2 0 0 16,1 0 0-16,-1 0 0 0,1 0 0 0,0 0 0 15,0 0 0-15,-1 0 0 0,1 0 0 0,0 0 0 16,0 0 0-16,1 0 0 0,-1 1 0 0,0-1 0 0,1 2 0 16,-1-2 0-16,1 0 0 0,0 2 0 15,0-2 0-15,0 0 0 0,0 0 0 0,0-2 0 16,0 2 0-16,0 0 0 0,1 0 0 0,-1-2 0 15,1 2 0-15,-1-1 0 0,1 1 0 0,-1-2 0 16,-1 2 0-16,1-2 0 0,-1 1 0 0,0-1 0 0,1 2 0 0,-2-1 0 16,1 0 0-16,0 1 0 0,0 0 0 0,0-2 0 15,0 2 0-15,0 0 0 16,0 2 0-16,1-2 0 0,-1 0 0 0,0 1 0 0,1-1 0 0,-1 1 0 16,0-1 0-16,1 0 0 0,-1 0 0 15,1 2 0-15,-1-2 0 0,0 0 0 0,-1 3 0 0,-1-3 0 16,2 2 0-16,-3 1 0 0,1-1 0 0,-1 0 0 15,0 0 0-15,-2 2 0 0,1 1 0 0,-1-2 0 16,0 2 0-16,0 0 0 0,0-2 0 0,1 2 0 0,-1-1 0 16,0 0 0-16,1 4 0 0,0-3 0 0,0 4 0 0,0-2 0 15,1 2 0-15,-2 3 0 0,0 2 0 0,6-14 0 16,-11 27 0-16,11-27 0 16,-9 31 0-16,9-31 0 0,-6 30 0 0,6-30 0 0,0 0 0 0,-5 38 0 15,5-38 0-15,0 0 0 16,0 0 0-16,0 0 0 0,6 41-128 0,-4-36 128 0,1-1 0 0,0-2 0 15,0-1 0-15,-1-1 0 0,2 0 0 0,0-1 0 16,1-1 0-16,0 0 0 0,1-3 0 0,0 2 0 16,0-1 0-16,1-1 0 0,2-2 0 0,0 0 0 0,-1 2 0 15,1-2 0-15,2-2 0 0,1-2 0 0,-1 0 0 16,0 1 0-16,-1 1 0 0,1-4 0 0,0 1 0 0,0-1 0 16,-1 2 0-16,-1-1 0 0,-2 0 0 0,0 2 0 15,-2 3 0-15,-3 0 0 0,0 2 0 0,-1 0 0 16,0 2 0-16,-2 2 0 0,0-1 0 0,-2 4 0 15,1 0 0-15,-2 3 0 0,-1 1 0 0,0 3 0 16,-1 2 0-16,1 1 0 0,0 0 0 16,5-12 0-16,-9 31 0 0,9-31 0 0,-8 33 0 0,8-33 0 15,0 0 0-15,-2 45 0 0,2-45 0 0,0 0 0 16,0 0 0-16,0 0 0 0,20 38 0 0,-14-36 0 0,2 0 0 16,-1-2 0-1,1-2-128-15,0 0 128 0,1-3 0 0,1-2 0 16,0 0-448-16,2 0 0 0,1-3-16 0,1 0-10768 0,0 1-2144 0</inkml:trace>
  <inkml:trace contextRef="#ctx0" brushRef="#br0" timeOffset="16519.71">17973 4988 7359 0,'4'-10'320'0,"-2"8"80"0,0-3-400 0,-1 2 0 15,-1 2 0-15,0 0 0 0,0 1 992 0,-1 0 112 16,1-2 32-16,-1 2 0 0,-1 0 16 15,0 0 16-15,-1 0 0 0,0 0 0 0,1 2-288 0,-2 0-64 16,0 1-16-16,2-2 0 0,-2 1 256 0,1 1 48 16,0 0 16-16,0 0 0 0,0 2-80 0,0-1-16 15,-1 2 0-15,0 2 0 0,0 1-224 0,-2 4-48 16,0 1-16-16,-2 3 0 16,0 3-112-16,-2 1-32 0,0 2 0 0,-1 0 0 0,-2 1-80 0,2 2-32 15,-1 1 0-15,1-1 0 16,0 0-160-16,2-3-16 0,9-23-16 0,-10 34 0 15,10-34-160-15,0 0-128 0,0 0 192 0,1 44-192 16,-1-44 160-16,0 0-160 0,0 0 128 0,0 0-128 16,0 0 480-16,33 24 16 0,-24-25 0 0,0 0 0 0,2-1-128 15,-1-1-32-15,0 1 0 0,-1-1 0 0,2 1-336 0,1-3 0 0,0 0 0 0,0 1 0 16,0-1 0-16,0 0 0 16,0-1 0-16,-1 0-128 0,1 0-208 0,1-2-48 0,0 1 0 0,1-2 0 15,-1-1-1120-15,1-2-224 0,1 0-64 0,-1-2 0 16,1 0 512-16,-2-2 112 15,0-1 16-15,-1 0 0 0,-1 1 448 16,-2-1 80-16,-1 0 32 0,-1 2 0 0,-3 3 384 0,0 1 80 0,-1 4 128 0,-2 2-208 16,0 3 528-16,-2 1 128 15,-1 4 0-15,-1 0 16 0,-1 2 432 0,-1 2 64 16,-2 4 32-16,-1 2 0 0,0 1-160 0,-1 2-48 16,1 1 0-16,1-1 0 0,-2-1-336 0,3 1-64 15,6-16 0-15,-11 29-16 0,11-29 112 0,0 0 32 16,-7 33 0-16,7-33 0 0,0 0-240 0,0 0-32 15,0 0-16-15,7 41 0 0,-3-37-224 0,2-2 0 0,-1-1 0 16,2-2 0-16,-1 1 0 0,3-2 0 0,-1 0 0 0,0-1 0 16,2-1 0-16,-2 1 0 0,3-1 0 0,-1-3-160 31,2 2-368-31,-1-3-80 0,2 1-16 0,-1 0 0 0,-1-2-1136 16,0 0-224-16,2-1-64 0,0-2 0 0,0-2 576 15,0 2 128-15,-1-2 0 0,-1 0 16 16,-1 0 432-16,-1 1 64 0,1 2 32 0,-2 1 0 0,-1 0 560 0,-2 4 240 0,1 0-192 0,-3 4 192 15,0 0 288-15,-1 2 176 0,0 0 48 0,-2 1 0 16,1 0 352-16,-2 4 80 0,-1-2 16 0,0 3 0 0,-1-1 0 0,1 2 16 16,-3 1 0-16,0-1 0 0,1 2-112 15,-2 1-32-15,1 0 0 0,-1 1 0 0,1-2-192 0,0 3-64 16,-1-1 0-16,2 0 0 0,0-4 112 0,-1 4 16 16,5-11 0-16,-8 22 0 0,8-22-256 0,0 0-64 15,-8 36 0-15,8-36 0 0,0 0-240 0,0 0-144 16,-1 38 160-16,1-38-160 0,0 0 0 0,0 0 0 15,0 0 0-15,0 0 0 0,0 0 0 0,27 37-160 16,-21-36 160-16,1 1-15440 16</inkml:trace>
  <inkml:trace contextRef="#ctx0" brushRef="#br0" timeOffset="17235.2">18618 5185 8287 0,'0'-3'368'0,"0"1"80"0,0 0-448 0,0 1 0 0,0 1 0 0,0 0 0 16,0 0 1216-16,-1 0 176 0,0 1 16 0,-1 1 16 0,0 2 160 15,-1 1 16-15,-2 3 16 0,-2 3 0 0,2 1-288 0,-3 2-64 16,-1 3-16-16,0 0 0 15,-1 1-320-15,-1 1-64 0,2-2-16 0,-1 2 0 0,1-4 48 0,-1 1 16 16,3-2 0-16,1-4 0 0,2-4-224 16,1 0-48-16,2-2-16 0,1-2 0 0,1-2-64 0,2 0-16 0,1-4 0 0,0-1 0 31,3 0-96-31,0-4-32 0,2 0 0 0,2-3 0 0,1 0-224 0,1-2-64 0,0-1 0 0,0 1 0 16,-2 0-128-16,2 0 0 0,1-1 0 0,0-1 0 15,-1 0 0-15,1 1 0 0,0 0 0 0,-1 2 0 16,-2 3 0-16,-1 1 0 0,0 3 0 0,-2 2 0 15,0-1 0-15,-2 5 0 0,-1 0 0 0,-1 0 0 0,-1 3 0 0,-1 0 0 16,0 1 0-16,-2 3 0 0,0-7 0 0,0 0 0 16,0 0 0-16,-8 38 0 0,8-38 128 0,-9 31 112 15,9-31 16-15,-15 38 0 0,6-16 48 0,0-1 16 16,-1 2 0-16,-1-2 0 0,3-2-144 0,8-19-32 16,-14 31 0-16,14-31 0 0,-9 22-144 0,6-15 0 15,1 0 0-15,1-1 128 16,1-3-128-16,0-1 0 0,2-2 0 15,1-2 128-15,1-1-128 0,0-1 0 0,3-1 0 0,1-2 128 0,1-5-128 0,2 0 0 16,0 0 0-16,0 0 128 0,0-2-128 0,0 0 0 16,1 0 0-16,0-2 0 0,0 1 0 0,1-4 0 0,3 0 0 0,2-4 0 31,-2 3-144-31,0 0 144 0,0 2 0 0,-2 4 0 16,0 0 0-16,-2 2-128 0,-1 5 128 0,-2 0 0 15,-1 5 0-15,-3-1 0 0,1 3 0 0,-3 0 0 16,0 1 0-16,-1 3 0 0,0-1 0 0,-2 4 0 15,0-7 0-15,0 0 0 0,0 0 0 0,-6 38 0 16,6-38 0-16,0 0 0 0,-10 40 0 0,10-40 0 16,0 0 0-16,-10 38 0 0,10-38 0 0,-11 30 0 15,11-30 0-15,-13 31 0 0,4-14 0 0,1-3 0 16,-1 1 0-16,1-1 0 0,0 0 0 0,3-5 0 16,0 1 0-16,1-3 0 0,1 0 0 0,2-4 0 15,0 1 0-15,1-1 0 0,0-3 0 0,1 0 0 0,0 0-320 0,1-3 0 16,1 1 0-16,0-1-16608 15</inkml:trace>
  <inkml:trace contextRef="#ctx0" brushRef="#br0" timeOffset="18133.57">19209 5232 7359 0,'0'-5'656'0,"0"3"-528"0,0 0-128 0,0 1 0 15,0-1 896-15,1 1 128 16,-1 0 48-16,0-2 0 0,1 1 928 0,0-3 192 15,0 1 48-15,0-1 0 0,0 2-496 0,-1 2-80 16,0 0-32-16,-1-1 0 0,0 4-512 0,-1-2-96 16,1 2-32-16,-3 3 0 0,-1 2-192 0,0 1-32 0,-2 3-16 0,1-2 0 15,1 1-240-15,-2 2-64 0,-3 4 0 0,0 1 0 16,-1 1-240-16,0-1-48 0,0 0-16 0,0 0 0 16,1-3 48-16,2-2 16 0,1-2 0 0,0-1 0 15,2-3-80-15,2-2 0 0,-1 0-128 0,2-3 192 16,0 1 0-16,1-2-16 0,1 0 0 0,0-2 0 15,1-1 80-15,0 0 0 0,2 0 16 0,-1-1 0 0,2-1-272 0,-1-1 0 16,1 1 128-16,1-2-128 16,1-1 0-16,1-1 0 0,0 2 0 0,0-5 0 15,3 2 0-15,0-2 0 0,-1 1 0 0,2-1 0 16,2-4 0-16,1 1 0 0,1 1-128 0,1 0 128 16,-1 2 0-16,-1-1 0 0,2 2 0 0,-1-1-144 15,-2 5 144-15,-1-1 0 0,-1 2 0 0,-1 3 0 0,-2 0 0 0,-1 2 0 16,-1-1 0-16,-2 2-128 15,-1 2 128-15,1-1 0 0,-2 0 0 0,0 2 0 0,-1 1 0 0,0 0 0 16,-1 0 0-16,0 3 0 0,-2-2 0 0,0 4 0 16,2-9 0-16,0 0 128 0,-9 28-128 0,9-28 0 15,-9 22 0-15,9-22 0 0,-10 24 128 0,10-24-128 16,-11 26 160-16,4-12-160 0,7-14 240 0,-10 24-48 16,10-24-16-16,-10 23 0 0,10-23-176 0,0 0 0 15,-9 29 0-15,8-25 0 0,0 3 0 0,1-4 0 16,1-1 0-16,2-2 0 0,-1 0 0 0,2-1-224 15,2-2 80-15,0 0-16224 0</inkml:trace>
  <inkml:trace contextRef="#ctx0" brushRef="#br0" timeOffset="18350.43">19590 5082 11055 0,'5'-2'480'0,"-1"1"112"0,0 0-464 0,-1 1-128 0,-2 0 0 0,0 0 0 16,1 0 1248-16,3 0 224 0,0 0 64 0,3 0 0 16,1 1-336-16,0 0-64 0,1 1-16 0,-3 1 0 15,-1 0-208-15,-1 1-32 0,-5-4-16 0,0 0 0 16,0 0-352-16,0 0-80 0,0 0-16 0,0 0 0 16,13 45-416-16,-14-38 0 0,-1 0 0 0,0 0-11168 15</inkml:trace>
  <inkml:trace contextRef="#ctx0" brushRef="#br0" timeOffset="18484.52">19578 5300 11055 0,'-3'4'480'0,"0"0"112"0,1-2-464 0,0 1-128 0,1 1 0 0,1-4 0 0,-2 3 2112 0,-1 1 416 16,-2 4 80-16,-1 3 16 0,-2 2 304 0,1 1 64 16,0-3 16-16,7-11 0 0,-11 21-1920 0,11-21-368 15,0 0-80-15,0 0 0 0,0 0-640 0,-7 30 0 16</inkml:trace>
  <inkml:trace contextRef="#ctx0" brushRef="#br0" timeOffset="25316.57">7198 5833 911 0,'0'1'0'0,"0"-1"0"0,0 0 0 0,-1 0 0 0,1 0 304 0,1 0-32 15,-1-1 0-15,1 1 0 0,1-1-64 0,0-1-16 16,1-1 0-16</inkml:trace>
  <inkml:trace contextRef="#ctx0" brushRef="#br0" timeOffset="32800.06">7356 5798 6447 0,'0'-3'576'0,"-1"2"-576"0,0-1 0 0,0 0 0 15,1 2 704-15,0 0 16 0,-1-1 16 0,-1 1 0 16,-1 0 320-16,-1 0 64 0,0 0 16 0,-1-2 0 16,-1 2 64-16,1-1 16 0,-2 1 0 0,1 0 0 15,-1 1-96-15,1 1-16 0,-2 1 0 0,1-3 0 0,0 2-144 0,-3 0-48 32,2 0 0-32,-1 3 0 0,-1-2-240 0,0-2-48 15,-1 2-16-15,0 0 0 0,-1-1-240 0,0 1-48 16,-1-3-16-16,0 2 0 0,1-2-96 0,-1-2-16 15,2 2 0-15,-1-3 0 0,1 1 160 0,-1-1 32 0,-1-1 0 0,1-1 0 0,0 2 32 0,0 0 16 0,0 0 0 0,0 0 0 16,-1 0-80 0,-1 0-16-16,-1 0 0 0,1 0 0 15,-2 1-80-15,-1-1-32 0,1 0 0 0,1 0 0 16,-1 0 0-16,0 1 0 0,0 1 0 0,1-1 0 16,0 0-96-16,0-2 0 0,2 1-128 0,0 0 192 15,0 1-192-15,2-3 176 0,2 0-176 0,-1 1 160 16,1-1-160-16,0-2 128 0,0-3-128 0,2 3 128 15,0-1-128-15,2 0 192 0,-2-2-192 0,1-1 192 16,-1-1-64-16,2-2 0 0,-2 2 0 0,3 0 0 0,-1 1-128 16,0 0 0-16,3-1 144 0,-2 1-144 0,0 1 0 0,1-2 0 15,2 1 0-15,-1-1 0 0,1 2 0 16,1-2 128-16,2 0-128 0,0 0 0 0,2 0 0 0,0 1 0 16,0 2 0-16,-1 0 0 0,4-2 0 0,-1 0 0 15,2 1 0-15,-1-1 0 0,1 3 0 0,0-1 0 16,0 2 0-16,2-1 0 0,1 2 0 0,0 0 0 15,1-1 0-15,0 0 0 0,3 1 0 0,1-2 0 16,0 3 0-16,2-3 0 0,0-1 0 0,2 3 0 16,-4-2 0-16,3-1 0 0,3-3 0 0,1 1 128 0,1-1-128 15,-1 0 0-15,0 1 192 0,-2 0-48 0,1 1 0 16,0 1 0-16,0 0 48 0,0-1 16 0,1 3 0 0,-1 0 0 16,2 0-48-16,-1 1-16 0,1 0 0 0,1 0 0 15,-1 0-144-15,-2-2 192 0,0 2-192 0,-1-1 192 16,0 2-192-16,0-2 192 0,1 2-192 0,2 0 192 15,-2 1-192-15,1 0 128 0,0 0-128 0,1 1 128 16,1 0-128-16,2 0 0 0,1-1 0 0,-1 1 128 16,0 1-128-16,-1-1 0 0,0 1 0 0,-1-1 128 15,0 1-128-15,1 0 0 0,1 0 0 0,1 0 0 16,1 1 0-16,3 1 0 0,0 0 128 0,1-2-128 16,1 4 0-16,-1-2 0 0,2 3 0 0,-2-3 0 0,1 0 0 0,-1 0 0 15,0-2 128-15,1 2-128 0,2-1 0 0,0 1 0 16,0 0 0-16,2 0 0 0,0-2 128 0,0 2-128 15,0-2 0-15,-2 1 128 0,0 1-128 0,-1-2 160 16,1 2-160-16,0-2 160 0,0 2-160 0,-1 0 0 16,1 0 0-16,-2-2 128 0,-3 2-128 0,1-1 0 15,2 1 0-15,-1-2 0 0,1 0 0 0,-2 1 0 16,1 1 0-16,1 0 0 0,1 0 0 0,0 0 0 16,1 3 0-16,-1 0 0 0,-4-1 0 0,-1 2 0 15,-30-4 0-15,58 5 0 0,-26-2 0 0,0 1 0 0,1-1 0 16,0 1 0-16,1 1 0 0,2 0 0 0,-2 0 0 0,0-2 0 15,1 0 0-15,-2 0 0 0,0 0 0 0,0-1 0 16,0 0 0-16,2 1 0 0,1 1 0 0,1-1 0 16,-2-1 0-16,-1 0 0 0,-1-1 0 0,-1 1 0 15,1 0 0-15,0-1 0 0,2 1 0 0,1 0 0 16,0 0 0-16,1 0 0 0,1 1 0 0,1-3 0 16,-2 2 0-16,-1-2 0 0,-1 0 0 0,-3 0 0 15,0 0 0-15,3 3 0 0,1-2 0 0,1 2 0 16,-2 0 0-16,1-1 0 0,1-2 128 0,-3 3-128 15,-1-3 0-15,-2 2 0 0,-2-1 0 0,1 0 0 16,1 1 0-16,1 2 0 0,1 1 0 0,-2-2 0 0,0 0 0 0,0 0 0 16,2 1 0-16,-2-2 0 0,-1-1 0 15,-1 1 0-15,-1 0 0 0,-1 1 0 0,-1 0 0 0,2 0 0 16,-28-3 0-16,58 10 0 0,-58-10 0 0,58 10 0 16,-58-10 0-16,54 6 0 0,-54-6 0 0,47 6 0 15,-47-6 128-15,47 6-128 0,-47-6 0 0,44 5 0 16,-44-5 0-16,38 7 0 0,-38-7 0 0,43 8 0 15,-43-8 0-15,41 9 0 0,-41-9 0 0,39 7 0 16,-39-7 0-16,40 8 0 0,-40-8 0 0,38 6 0 0,-38-6 0 16,32 6 0-16,-32-6 0 0,0 0 0 0,41 8 0 0,-41-8 0 15,0 0 0-15,41 12 0 0,-41-12 0 16,0 0 0-16,0 0 0 0,43 18 0 0,-43-18 0 16,0 0 0-16,0 0 0 0,0 0 0 0,40 31 0 0,-40-31 0 15,0 0 0-15,0 0 0 0,0 0 0 0,0 0 0 16,0 0 0-16,26 39 0 0,-25-32 0 0,0-2 0 15,0 2 0-15,-1 0 0 0,-1 0 0 0,-1 0 0 16,0 1 0-16,-1 1 0 0,0-2 0 0,-4 1 0 16,1-1 0-16,-4 2 0 0,1-2 0 0,-2-1 0 15,0 0 0-15,-2 1 0 0,-1-2 0 16,-2 2 0-16,-1-3 0 0,-3 4 0 0,0-3 0 0,-3 2 0 0,-2 0 0 16,-1 1 0-16,-1 0 0 0,0-3 0 0,1 0 0 0,-2 0 0 15,-1 1 0-15,-1-1 0 0,0 2 0 0,0-1 0 16,3 0 0-16,0 1 0 0,-1 0 0 0,-3 3 0 15,-3-3 0-15,-1 0 0 0,3 0 0 0,1-2 0 16,3 2 0-16,-4-2 0 0,1 0 0 0,-4 2 0 16,1-2 0-16,-2 2 0 0,1 0 0 0,-3-2 0 15,0 1 0-15,-2-1 0 0,1-2 0 0,1 1 0 16,2 1 0-16,0-2 0 0,1 1 0 0,-2 1 0 16,-1-2 0-16,-1 1 0 0,2-1 0 0,-1 1 0 15,-3 1 0-15,1-2 0 0,0 2 0 0,0-1 0 0,1 0 0 16,-3 1 0-16,0 0 0 0,-2 0 0 0,2 0 0 0,-2-2 0 31,0 1 0-31,0 1 0 0,2-1 0 0,1-1 0 0,0 1 0 0,-3-1 0 0,1-2 0 0,-3 0 0 16,2 1 0-16,-1-2 0 0,3 0 0 0,-1 0 0 15,0 1 0-15,0-1 0 16,-1-1 0-16,-1 1 0 0,2-2 0 0,-3 0 0 0,2-1 0 0,-1-1 0 16,0 3 0-16,0-2 0 0,2 0 0 0,-3 0 0 15,-1 0 0-15,1-1 0 16,1 2 0-16,2 2 0 0,1-3 0 0,-2 3 0 0,-2-2 0 0,-2-1 0 15,0 3 0-15,-1-2 0 0,1 4 0 0,0-2 0 16,0 3 0-16,-2-3 0 0,2 2 0 0,-2-1 0 16,-2 1 0-16,1 0 0 0,3 0 0 0,0 1 0 15,0 0 0-15,1 1 0 0,0-3 0 0,-1 0 0 0,-1 2 0 0,2-1 0 16,1 0 0-16,0-1 0 0,2 1 0 0,-1-1 0 16,1 0 0-16,-2-1 0 15,-2 0 0-15,2 0 0 0,0 2 0 0,4-2 0 0,2 0 0 0,-2 1 0 31,1 1 0-31,-1 0 0 0,1-2 0 0,0-2 0 0,1 2 128 0,2-3-128 16,6 3 0-16,1-2 128 0,2 2-128 0,1-2 0 16,3 0 0-16,1-1 0 0,3 3 0 0,-6-3-18176 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10-23T00:49:24.090"/>
    </inkml:context>
    <inkml:brush xml:id="br0">
      <inkml:brushProperty name="width" value="0.05292" units="cm"/>
      <inkml:brushProperty name="height" value="0.05292" units="cm"/>
      <inkml:brushProperty name="color" value="#002060"/>
    </inkml:brush>
    <inkml:brush xml:id="br1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5985 6422 1839 0,'0'0'160'0,"0"-1"-160"0,1 0 0 0,-1 1 0 15,0 0 848-15,0-2 144 0,0 1 32 0,1-1 0 16,0-1 528-16,0 1 112 0,0-2 32 0,0 2 0 15,0 1-112-15,-1-1-32 0,0 2 0 0,0 0 0 16,-1 2-448-16,0-1-80 0,-1 4-32 0,0 1 0 16,1 1-368-16,-3 5-80 0,1 0-16 0,-1 4 0 15,1 4 32-15,0 1 0 0,-1 5 0 0,1-2 0 0,1 1-16 0,-1-1 0 16,1-2 0-16,-1-6 0 0,3-16 32 0,-2 31 16 16,2-31 0-16,-1 27 0 0,2-16-128 0,0-4-16 15,0 0-16-15,1-1 0 0,0-3-64 0,1-2-16 16,-1 1 0-16,2-6 0 15,0 1-96-15,1-2 0 0,0-3-16 0,1-1 0 0,1-2-240 0,1-3 144 0,-1 2-144 0,1-2 128 16,1 1-128-16,-1-3 0 0,0-2 0 0,1 0 0 16,0 0 0-16,-2-1-144 0,2 2 144 0,-2 0 0 15,0 1-192-15,-1 2 192 0,1 4-192 0,-2-2 192 16,2 1-160-16,-3 3 160 0,2 1-128 0,-2 4 128 16,-1 1 0-16,-1 2 0 0,0 1 0 0,0 4 0 15,-1 1 0-15,-1 4 128 0,0-1-128 0,0-9 176 0,0 0 64 0,-2 38 16 16,2-38 0-16,-1 33 0 0,1-33-32 15,0 36 0-15,0-36 0 0,1 33 0 16,-1-33-32-16,0 0 0 0,3 36 0 0,-3-36 0 0,0 0-32 0,0 0-16 16,0 0 0-16,0 0 0 0,0 0 16 15,0 0 0-15,0 0 0 0,0 0 0 0,0 0 80 0,39 17 16 16,-31-25 0-16,0-2 0 0,1-3 0 0,0 0 16 16,0-3 0-16,1-3 0 0,2 2-272 0,-2-4 128 15,2 0-128-15,-1-1 0 0,-1 4 192 0,-1-2-192 16,2 2 192-16,-3 1-192 0,-1 2 176 0,-1 4-176 15,-1 4 160-15,-3 0-160 0,2 4 0 16,-2 2 0-16,-2 2 0 0,-1 2 0 0,-1 4 0 0,-1-2 0 0,0 5-144 16,-1 1 144-1,-1-1-1664-15,2 2-224 0</inkml:trace>
  <inkml:trace contextRef="#ctx0" brushRef="#br0" timeOffset="346.11">6379 6587 14735 0,'3'3'640'0,"-2"0"160"16,1 0-640-16,0-1-160 0,-1 0 0 0,1-2 0 0,0 1 1616 0,1 0 304 0,3 2 48 0,2-1 16 15,2 1-288-15,0-3-48 0,1-3-16 0,0 0 0 16,0-3-800-16,0-1-144 0,0 2-48 0,0-5 0 16,-1 3-384-16,-1-2-64 0,-1-1-32 0,-2 1 0 15,1-1-160-15,-4 1 0 0,1-1 0 0,-3 3 0 16,-1 0 0-16,-1-2-176 0,-2 2 176 0,-1 1-128 0,-1 0 128 0,-2-1-128 31,0 3 128-31,-1 1-128 0,0 2 128 0,-1 1 0 16,-2 3-144-16,-2 1 144 0,-1 2 0 0,0 2 0 0,1 2 0 0,0 2 0 0,2 0 0 0,1 2 0 15,0 2 0-15,1 2 128 0,2 0 192 0,1-1 16 16,2-2 16-16,3-2 0 16,0-3 224-16,1-10 64 0,0 0 0 0,0 0 0 15,0 0 80-15,0 0 32 0,35 33 0 0,-22-35 0 0,0 2-224 0,1-3-32 0,2-2-16 0,1 1 0 16,1-3-352-16,-1 2-128 0,2-2 0 0,-1 2-11264 15,0 0-2304-15</inkml:trace>
  <inkml:trace contextRef="#ctx0" brushRef="#br0" timeOffset="1212.6">7021 6502 6447 0,'1'1'272'0,"0"-1"80"0,1 0-352 0,-1 0 0 15,0 0 0-15,0 0 0 0,0 0 2144 0,0 0 352 16,2 2 80-16,0-2 16 0,1 0 96 0,1-2 32 16,-2 0 0-16,1 1 0 0,1-1-1184 0,-2-2-224 15,2 1-48-15,-1-2-16 0,0-1-464 0,0 0-80 16,1-1-32-16,-1 0 0 0,-1 0-432 0,0-2-96 16,-1 1-16-16,-2 2 0 0,-1 0-128 0,0 0 128 0,-1 1-128 0,-2 2 128 15,2-1-128-15,-4 1 0 0,0 3 0 0,0 0 0 16,-1 1 0-16,-2 1 0 15,1 2 144-15,-2 1-144 0,-2 2 144 0,0 3-144 0,0-1 192 16,1 3-192-16,1 0 0 0,0 0 0 0,1 2 0 0,0 1 0 16,1 1 128-16,1 0-128 0,2 1 0 0,0-2 0 15,5-15 272-15,-3 28 0 0,3-28 0 0,0 0 0 16,0 0 192-16,0 0 48 0,0 0 0 0,0 0 0 16,0 0-256-16,41 23-32 0,-31-27-16 0,2-1 0 0,1-3-80 0,0-1-128 15,0 0 176-15,-1-1-176 0,0 1 0 0,-1-1 0 16,-1-1 0-16,0 1 0 0,-1 0 0 0,0 1 0 15,-1 0 0-15,-2 1 0 0,-1 4-240 0,0-3 48 16,-2 4 16-16,-1 1 0 0,-1-1 32 0,-1 3 0 16,-1 1 0-16,1 2 0 0,-3 0 144 0,0 2 0 15,0 2 0-15,-1-1 0 0,2 2 0 0,-2 1 0 16,0-1 0-16,2-1 128 0,1 3-128 0,1-3 176 16,0 0-176-16,1-4 192 0,2 2 64 0,1-1 0 15,1-3 16-15,-1-1 0 0,3-1-144 0,-1-1-128 16,3-3 192-16,-1 0-192 0,1-2 176 0,1 0-176 0,1-1 160 15,1-3-160-15,0 2 0 0,-1 1 0 0,0 1 0 0,0-2 0 16,0-1 0-16,0 0 0 0,0 4 0 0,-1-2 0 16,-2 2 0-16,1 0 0 0,0 2 0 15,0-1 0-15,-2 1 0 0,1 3 0 0,-2 1 0 0,0 0 0 16,-2 2 0-16,0 2 0 0,-4-4 0 0,0 0 0 16,0 0 0-16,0 0 0 0,12 51 0 0,-12-51 0 15,-2 31 128-15,2-31-128 0,-3 34 0 0,0-16 0 16,0-1 192-16,0-2-64 0,1-2-128 0,-1-5 192 15,0 1-16-15,1-2-16 0,0-2 0 0,2-3 0 16,0 0-160-16,1-2 128 0,1-3-128 0,1-1 128 0,1-1-128 16,0-1 0-16,2-4 0 0,-1-2 128 0,1-2-128 0,1-2 0 15,1 1 0-15,-1-1 0 0,1 1 0 0,-1 1 0 16,1-2 0-16,0 2 0 0,-1 2 0 0,1 2 0 16,0 0 0-16,-1 1 0 0,1 2 0 0,-2 2 0 15,2 0 0-15,-2 4 0 0,0 0-384 0,-2 1-16 16,1 2 0-16,-1 1 0 15,-1 2-1552-15,-3-5-304 16,0 0-64-16,0 0-12368 0</inkml:trace>
  <inkml:trace contextRef="#ctx0" brushRef="#br0" timeOffset="1527.59">7547 6522 16575 0,'1'0'736'0,"-1"1"160"0,1 0-720 0,-1 1-176 0,1-2 0 15,-1 1 0-15,1 1 1920 0,1 0 368 0,1-1 64 0,1 3 16 16,-4-4 0-16,0 0 16 0,0 0 0 0,36 7 0 15,-24-9-1216-15,1-1-240 0,0 1-48 0,0-3-16 16,2-2-560-16,-1 0-112 0,2 0-32 0,-2-2 0 16,-1 1-160-16,-1-1 0 0,-2-1 0 0,0 1 0 15,1-1-256-15,-4 1 32 0,-2-1 0 0,-4 3 0 16,-1-1-256 0,-3 2-48-16,-3 1-16 0,-3 1 0 0,0 2 272 0,-3 2 48 15,-2 2 16-15,-3 2 0 0,0 1 208 0,1 1 0 16,-1 2 0-16,2-1 0 0,3 3 432 0,1-1-32 0,2 1 0 0,2 1 0 0,1 1 352 0,1 1 64 15,5-13 16-15,-4 28 0 0,4-28-288 0,0 0-48 16,0 0-16-16,23 47 0 0,-23-47-272 0,0 0-48 16,46 20-16-16,-46-20 0 15,39 6-144-15,-19-6 0 0,2 0 0 0,1-1 0 0,0 0-288 0,0-4-96 16,0 3 0-16,0-1-17280 0</inkml:trace>
  <inkml:trace contextRef="#ctx0" brushRef="#br0" timeOffset="3201">8295 6247 9215 0,'-1'-1'816'0,"0"1"-656"15,1 0-160-15,-1 0 0 0,0 0 704 0,0 1 128 16,0-1 0-16,-2 2 16 0,1 1 512 0,-2 0 112 0,-1 3 0 0,2-1 16 15,0 2-320-15,-1 0-64 0,1 2-16 0,0 1 0 16,0 2-272-16,0 2-64 0,0-2-16 0,3-12 0 16,-3 28-112-16,3-28-32 0,-1 31 0 0,1-31 0 15,-1 36 16-15,1-36 0 16,-1 36 0-16,1-36 0 0,0 35-48 0,0-35-16 16,0 0 0-16,2 45 0 0,-2-45-128 0,0 0-32 0,0 0 0 0,0 0 0 15,0 0-160-15,5 38-32 0,-4-38-16 0,0 0 0 16,0-3-32-16,0 1 0 0,-1-3 0 0,0 1 0 15,1-1-144-15,-1 0 0 0,0-2 144 0,1-2-144 0,0 1 0 0,1 1 0 16,-1-4 0-16,1 2 0 0,1 0 0 0,0 3 0 16,1-4 0-16,0 4 0 0,2 0 0 0,-1 0 0 15,3 1 0-15,-1 1 0 0,1 0 0 0,2 0 0 16,0 1 0-16,0 3 0 0,-1 0 0 0,1 0 0 16,-2 3 0-16,-8-3 0 0,0 0 0 0,0 0 128 15,0 0-128-15,34 31 128 0,-34-31-128 0,0 0 128 16,0 0-128-16,11 41 128 0,-11-41-128 0,-4 23 0 15,-2-12 0-15,-2 1 0 0,-1-3 0 0,-3 1 0 16,-1 2 0-16,-3-2 0 0,1-1 0 0,0-2 0 16,2 0 0-16,-1-2 0 0,1-1 0 0,-1 1 0 0,1-2 0 15,1-1 0-15,2 0 0 0,1-1 0 0,2-1 0 0,2 0 0 16,1-1 0-16,3 1 0 0,1-2 0 0,3 0 0 16,2-3 0-16,2 0-208 0,2 1 80 0,3-3 128 31,1 2-1776-31,3-3-224 0,1 2-48 0,2-4-10624 15</inkml:trace>
  <inkml:trace contextRef="#ctx0" brushRef="#br0" timeOffset="3946.18">8532 6510 6447 0,'12'-2'272'0,"-4"-1"80"0,-2 0-352 0,0 1 0 0,-3 2 0 0,-2-2 0 16,2 2 1408-16,2-4 192 0,2 1 64 0,2-4 0 16,3 0 288-16,-2 0 64 15,0-1 16-15,-3 1 0 0,-1 0-1056 0,-2 0-208 0,-2 0-32 0,0 0-16 16,-2 1-528-16,-1 0-192 0,0 0 0 0,-2 1 144 15,-1 2-144-15,0 0 0 0,-1 0 0 0,-1 2 0 0,-1 1 128 16,-2 1-128-16,1 2 192 0,0 2-64 0,-1 2 80 0,0 0 16 16,1 3 0-16,-1 1 0 0,2 1 448 0,0 1 96 15,0 3 0-15,1 1 16 0,0-1 240 0,1 1 32 16,2-2 16-16,0-1 0 16,3-14-176-16,0 0-16 0,0 0-16 0,4 37 0 0,-1-32-288 0,1-3-48 15,1 0-16-15,-1-2 0 0,3-2-208 0,-1 0-48 0,2-3-16 16,0-2 0-16,0 2-96 0,0-3-16 15,1 0 0-15,1-2 0 0,1-1-128 0,-1-1 0 0,0 1 0 0,-1 0 0 32,0-1-272-32,0 1-48 0,-2 2 0 0,0 1 0 15,-2 1-208-15,-1 2-48 0,0 3-16 0,-3-1 0 0,0 3 384 0,-2 0 80 0,-1 3 128 0,-1 1-208 16,-1 1 208-16,0 2 0 0,-1 1 0 0,-1 1 0 16,2 1 128-16,-2 1 80 0,2 1 16 0,1 0 0 15,0 0 224-15,3-12 64 16,0 0 0-16,0 0 0 0,0 0-16 0,0 0 0 0,0 0 0 15,29 36 0-15,-18-37-240 0,1-1-32 0,2-4-16 0,1 0 0 16,1-1-64-16,-1-3-16 16,2-1 0-16,1-1 0 0,-1 2-128 0,0-1 0 0,0-1 0 0,-2 0 0 15,1 0 0-15,-2 0-144 0,1 0 144 0,-3 1 0 0,0 3-272 0,0-3 48 16,-2 1 16-16,0 0 0 0,-1 1 208 0,-4 2-176 16,0 0 176-16,-2 3-160 15,-2-1 160-15,-2 2 0 0,-1 0 0 0,-2 3 0 0,1 0 0 0,-1 0 0 31,-1 0 0-31,0 3 0 0,-1-1 0 0,0 3 0 0,0-3 0 0,0 1 128 16,2 2-128-16,0-1 0 0,0-1 0 0,2 1 0 16,0 1 0-16,0-2 0 0,0 2 0 0,2 0 0 15,-1-1 0-15,1 0 0 0,1 1 0 0,-1 0 128 16,2-2-128-16,1 2 128 0,-1-1-128 0,2 1 128 16,1-2 112-16,-1 0 16 0,-4-3 16 0,0 0 0 15,0 0-48-15,0 0-16 0,35 26 0 0,-35-26 0 16,0 0-208-16,0 0 144 0,0 0-144 0,32 26 128 0,-32-26-128 0,0 0 0 15,0 0 0-15,0 0 128 0,0 0-128 0,0 0 128 16,0 0-128-16,0 0 128 0,0 0-128 0,0 0 0 16,0 0 144-16,-7 35-144 15,-4-32 128-15,-1 0-128 0,0 2 160 0,-1-1-160 0,0 1 0 0,0 0 128 16,0 2-128-16,1-2 0 0,2-1 0 0,3-1 0 16,2 0 0-16,2-1 0 0,2 0 0 0,1-2 0 15,2-2 0-15,3-1 0 16,1-1-1120-16,4-1-112 0</inkml:trace>
  <inkml:trace contextRef="#ctx0" brushRef="#br0" timeOffset="4166.2">9179 6403 15663 0,'6'-7'688'0,"-1"3"144"0,0 1-656 0,-1 0-176 0,-1 0 0 0,-1 2 0 15,0-1 1792-15,2-3 320 0,3 0 64 0,2-2 0 16,1 0 16-16,-1-1 0 0,0 4 0 0,-2-3 0 15,0 4-912-15,-3 1-192 0,1 0-48 0,-1 2 0 16,-2 2-528-16,-1-2-128 16,1 2 0-16,-2 1-16 0,-1-1-240 0,0 3-128 0,-1-1 160 0,-1 1-160 31,0 0-272-31,0 0-160 0,0 0-16 0,1 1-16 0,-2-2-2480 0,1 1-512 0</inkml:trace>
  <inkml:trace contextRef="#ctx0" brushRef="#br0" timeOffset="4275.87">9231 6436 3679 0,'0'2'320'0,"-1"-1"-320"0,0 1 0 0,1-2 0 0,-1 3 1760 0,0 0 288 16,-2 5 48-16,-2 2 16 0,5-10 1088 0,-10 31 240 16,10-31 32-16,-6 26 16 0,6-26-1168 0,0 0-224 15,0 0-48-15,0 0-16 0,6 38-1312 0,-2-36-256 16,1 0-48-16,1-4-9888 16,1 2-1968-16</inkml:trace>
  <inkml:trace contextRef="#ctx0" brushRef="#br0" timeOffset="4706.6">9466 6436 5871 0,'4'-4'128'0,"-1"1"16"0,-1 1 16 0,-1-1 16 0,0 1-176 15,-1 2 0-15,1-1 0 0,-1 0 0 0,2-3 2688 0,-2 0 496 16,0 0 96-16,-1 0 32 16,-1 1-496-16,-2 0-80 0,-1 1-32 0,-2 1 0 0,2 1-928 0,-3-1-192 0,1 2-48 0,0 0 0 15,-1 1-704-15,0 1-160 0,0 0-32 0,0 2 0 16,0 1-320-16,-1 1-64 0,2 0 0 0,-1 2-16 15,0 1 64-15,1 2 16 0,0 2 0 0,0 0 0 32,1-1 64-32,3 1 0 0,0-2 16 0,3-12 0 0,0 0-128 0,0 35-16 0,0-35-16 31,0 0 0-31,0 0-240 0,0 0 0 0,0 0 0 0,30 33 0 0,-19-32 0 0,0-2 0 0,2-3 0 0,1 0 0 31,0 0 0-31,0-4 0 0,4-3 0 0,-1 0-160 0,0 1-1248 16,1-2-240-16,-1 3-48 0,-1-1-16 15,-2 3-2000-15,-1 2-416 0</inkml:trace>
  <inkml:trace contextRef="#ctx0" brushRef="#br0" timeOffset="5147.41">9671 6480 911 0,'2'-1'0'0,"0"-1"0"16,-1 1 0-16,-1 1 0 0,1-2 1344 0,0 1 176 15,0-2 32-15,2-2 16 0,0 0 544 0,1-2 96 16,-2 0 32-16,1-1 0 0,-2 2-256 0,0-2-64 15,0 4 0-15,-2-1 0 0,0 0-720 0,-2 3-160 16,1 2-16-16,-2-2-16 0,0 4-48 0,0-2-16 16,0 2 0-16,-1 0 0 0,0 2-320 0,-2 1-64 15,1-1-16-15,-3 3 0 0,2-1 16 0,-1 2 0 0,-1 1 0 16,1-2 0-16,0 4-128 0,0-2-32 0,1 2 0 0,-1-1 0 16,2 1 0-16,0-1 0 0,2 0 0 15,1-1 0-15,3-9-144 0,0 0-48 0,-5 26 0 0,5-26 0 16,0 0-32-16,0 0-16 0,0 0 0 0,0 0 0 15,0 0-160-15,0 0 0 0,36 15 0 0,-25-21 128 16,-1 2-128-16,0-5 0 0,1 2 0 0,0-1 0 16,-1-1-320-16,1 0 0 0,-2 1 0 0,-1-2 0 15,1 2-448 1,-4 0-96-16,1 1-16 0,-2 0 0 0,0 2 352 0,-2 0 64 0,0 3 16 0,-1-2 0 0,0 3 272 0,-2-1 176 16,1 4-192-16,-2-2 192 0,1 3 0 0,-1-1 0 15,-1 2 0-15,1 0 144 0,1 2 272 0,-1 1 48 16,0 1 16-16,0 2 0 0,2-10 400 0,0 0 80 15,0 0 0-15,0 0 16 0,5 41-400 0,-5-41-96 16,0 0-16-16,0 0 0 0,0 0-272 0,0 0-64 16,40 20-128-16,-30-23 192 0,0-1-192 0,0-1 0 15,0 0 0-15,1-2 0 16,1-1-576-16,0-1-144 0,1 0-48 16,0-2-10048-16,-1 0-2000 0</inkml:trace>
  <inkml:trace contextRef="#ctx0" brushRef="#br0" timeOffset="6100.74">10003 6232 4607 0,'4'-12'192'0,"-2"3"64"0,0 2-256 0,-2 2 0 0,1 3 0 0,-1 0 0 16,0 1 1984-16,1-1 336 0,0 1 80 0,-1 0 16 15,-1 2 320-15,-1 3 64 0,0 5 16 0,-3 3 0 16,5-12-640-16,-11 30-128 0,4-13-32 0,0 1 0 16,-1 2-944-16,-1 1-192 0,2 1-48 0,-1-1 0 15,0 0-32-15,2-1-16 0,-3 1 0 0,1 2 0 16,0 0-176-16,8-23-32 0,-9 44-16 0,9-44 0 15,-2 38-240-15,2-38-64 0,0 0 0 0,0 0 0 0,12 38-256 0,-6-36 0 16,0-2 0-16,1-5 0 0,0 1 0 0,2-4 0 16,0-3-208-16,1-1 80 15,1-2-624-15,0-1-112 0,0 0-32 0,0 0 0 16,0-1-640-16,1-2-144 0,1-2-32 0,0 0 0 16,-1 1-576-16,-1 0-112 0,-1 3-32 0,0 1 0 15,-2 2 880-15,-1 1 160 0,1 3 48 0,-3 1 0 0,0 3 1168 0,-1 0 176 16,-2 3 176-16,0-1-48 0,-1 3 1360 0,-1 0 272 15,0 0 48-15,-1 0 16 0,0 3 96 0,-1-1 32 16,0 1 0-16,-1-1 0 0,1 0-752 0,-1 3-160 16,1-2-16-16,-1 1-16 0,-1 1-352 0,0 2-64 15,1-2-16-15,-1 4 0 0,-1 3-48 0,1 2-16 0,-2 1 0 16,1 4 0-16,5-19-80 0,-10 38-32 0,10-38 0 16,-9 40 0-16,9-40-48 0,-4 38-16 0,4-38 0 0,0 0 0 15,1 43-336-15,-1-43 128 0,0 0-128 0,0 0 0 16,0 0 0-16,0 0 0 0,40 22 0 0,-29-26 0 15,2-3 0-15,0-2 0 16,1-3 0-16,0-3 0 16,0 1-784-16,0-1-80 0,-1 0-16 0,-1-1 0 0,0 1-720 0,-2 0-160 0,0 1-32 0,-1 0 0 15,-2 2 320-15,-2 1 64 0,-1 3 16 0,-1-1 0 16,-1 2 848-16,-2 4 160 0,-1 2 48 0,-2 2 0 16,1 1 912-16,-2 1 176 0,1 2 32 0,-2-1 16 0,1 4 432 15,-2 1 96-15,2 0 16 0,-2 1 0 16,6-10-512-16,-7 20-112 0,7-20-16 0,0 0 0 0,-7 34-240 0,7-34-48 15,0 0-16-15,2 38 0 0,-2-38 0 0,0 0 0 16,5 39 0-16,-5-39 0 0,0 0-96 0,0 0-32 16,22 42 0-16,-22-42 0 0,0 0-80 0,0 0 0 0,36 15-16 0,-27-17 0 15,2-2-176-15,0 0 0 0,0-5 0 0,-1 1 128 16,1-3-128-16,-2 1 0 16,2-3 0-16,-2 1 0 0,0-1 0 0,0-1-144 0,0-2 144 0,-1 1-208 15,-1 1-112-15,-1-1-32 0,0 1 0 0,-2 0 0 16,-1 4 48-16,0-1 16 0,-2 1 0 0,0-1 0 15,-1 3 96-15,-1 1 0 0,-1 2 16 0,0 3 0 16,0 2 176-16,-2 0 0 0,2 2 0 0,-2 1 0 16,0 2 128-16,1-1 0 0,-1 1 0 0,1 0 0 15,-1 0 144-15,2 2 48 0,-2 0 0 0,-1 2 0 16,5-9-128-16,-6 19-32 0,6-19 0 0,-8 24 0 16,8-24 0-16,-6 28 0 0,6-28 0 0,-8 33 0 0,8-33 32 0,-8 43 16 15,8-43 0-15,-9 47 0 0,9-47 16 0,-11 51 0 16,4-23 0-1,0 0 0-15,0 2-96 0,-1 2 0 0,0 1-128 0,-1 1 192 0,2-5-192 0,1-2 0 16,6-27 0-16,-10 41 0 0,10-41 0 0,-6 28 0 31,6-28 0-31,0 0 0 0,0 0 176 0,0 0-176 0,0 0 192 0,0-2-192 0,4-10 256 0,2-5-64 16,1-2-16-16,1-2 0 0,1-3-176 0,1 0 160 16,1-4-160-16,1 0 160 0,2-1-160 0,0 0 0 15,0 3 0-15,-1 3 0 0,1 2 0 0,-2 1 0 0,0 2 0 16,-1 2 0-1,-1 3-464-15,-1 1 16 0,-1 1 16 0,0 3-17744 0</inkml:trace>
  <inkml:trace contextRef="#ctx0" brushRef="#br0" timeOffset="9252.5">11223 6403 9215 0,'1'-2'816'0,"-1"-1"-656"0,1 1-160 0,-1 0 0 15,0 2 640-15,1-2 80 0,0 1 32 0,0-4 0 16,0 1 656-16,1-3 128 0,0 3 16 0,-1 1 16 16,-1 1-256-16,0 1-48 0,0 2-16 0,-1 1 0 15,0 1-352-15,-1 0-80 0,-1 3-16 0,0 0 0 16,0 3-80-16,-1 2-16 0,-1 1 0 0,-1 4 0 16,-1 0-128-16,0 1-48 0,0 2 0 0,-2 0 0 15,2 0 752-15,-1-2 128 0,1-1 48 0,1-1 0 16,2-4-1456-16,0-3-448 15,2 1-16-15,0-5 0 0,1 0 464 0,1 0 256 0,0-4-16 0,1 0-16 0,1-2-224 0,0-1 128 16,1-2-128-16,2 1 0 0,-1-4 0 0,3-1 128 16,-1 0-128-16,1-3 0 0,-1 1-192 0,2-2-96 15,-2-1-16-15,1-2 0 16,0 3-608-16,0 0-128 0,1 0-32 0,-2-1 0 16,2 2 288-16,-2 3 48 0,0-1 16 0,0 3 0 0,1 0 400 0,-1 0 64 0,0 4 32 0,-1 0 0 15,0 2 224-15,0-1 0 0,-1 4 0 0,0 0 0 16,-1 1 304-16,-1 2 0 0,-1 1 0 0,-1 2 0 15,1 1 176-15,-2 1 32 0,1 3 16 0,-2-1 0 16,0 0-160-16,-2 0-48 0,1 0 0 0,0-2 0 16,-1 1 0-16,1-3 0 0,0 1 0 0,1-4 0 15,-1 0 48-15,1-2 0 16,1-2 0-16,1 1 0 0,-1-2-176 0,2 0-48 0,0-3 0 0,1 0 0 16,0-2-144-16,0 0 0 0,2-2 0 0,-1 0 0 15,2-1 0-15,-1 0 0 0,3-2 0 0,-1 0 0 16,1 1-224-16,0-1-32 0,1-2 0 0,2-1 0 15,0 1-672 1,-1 2-144-16,0-2-16 0,0 2-16 0,0 1 80 0,0 2 0 16,1-1 16-16,-2 2 0 0,-1 1 608 0,0 2 112 0,-1 1 32 0,-1 1 0 0,-1 2 256 0,-2-1 0 15,-1 3 0-15,0 1 144 0,-1 3 384 0,-1 1 80 16,0 1 16-16,-1-2 0 0,-1 5-32 0,0 0 0 16,-1 0 0-16,0 2 0 0,-1-1-16 0,1 0 0 15,1-1 0-15,0-3 0 0,1 0-80 0,1-1-32 16,1-1 0-16,1-2 0 0,1-3-144 0,0 1-48 15,0-1 0-15,0-2 0 0,2-2-272 0,0 1 0 16,1-1 0-16,-1-2 0 16,3 1-400-1,-1-2-96-15,1 3-16 0,0-3-13488 0</inkml:trace>
  <inkml:trace contextRef="#ctx0" brushRef="#br0" timeOffset="9923.08">11606 6398 4191 0,'3'-7'0'0,"-1"2"176"0,0 1-48 0,-1 0 0 0,0 3-128 0,-1 1 0 0,0 0 0 0,0-2 0 16,0 1 1680-16,-1 1 304 0,-1 1 64 0,-1 2 16 15,1 3-144-15,-3-1-48 0,-1 4 0 0,1 2 0 16,-1 1-304-16,0 2-64 0,0 2-16 0,1 1 0 16,0-1-400-16,1 0-64 0,4-16-32 0,-3 27 0 15,3-27-320-15,0 0-64 0,0 0-16 0,8 38 0 0,-3-33-192 0,-1-1-32 16,2-4-16-16,0-2 0 0,0 0-64 0,1-3-16 15,3-2 0-15,0-3 0 0,1-1-144 0,0 0-128 16,0-3 144-16,-1 2-144 16,0 0-320-16,-2 0-144 0,0-1-48 0,0 1 0 31,-2 0-320-31,-1 0-80 0,-2 2-16 0,-2 1 0 0,-2-1 240 0,-3 1 48 0,-2-2 16 0,0 3 0 0,-3-2 400 16,0 4 80-16,-1 1 16 0,1 2 0 0,-1 1 256 0,2 2 48 15,0 0 16-15,-1 2 0 0,1 3 448 0,0 2 80 0,1 0 32 0,1 0 0 16,2 1 0-16,0-2 0 0,2 2 0 0,0 1 0 15,2-2-176-15,1-1-16 0,1 0-16 0,1-3 0 16,2 1-112-16,0-3-32 16,4-1 0-16,-1-1 0 0,1-1-80 0,2-1-32 0,1-1 0 0,1-1 0 15,0-1-288-15,0 0 0 0,0 1 0 0,0-2 0 16,-1 2-128-16,1-1-96 0,0 0-16 0,0 0 0 16,0 1-176-1,-1 0-32-15,-1 0-16 0,-1-2 0 0,-1 3 272 0,0 1 192 0,-2-2-208 0,-1 3 80 16,-1-2 128-16,-1 1 0 15,-1 0 0-15,-1 1 0 0,0 2 0 0,-1-2 0 16,-1 2 0-16,0 0 0 0,0 0 144 0,-1 0-144 16,0 1 192-16,0 0-192 0,-1 2 368 0,2 1-48 15,-1 1 0-15,-1 0 0 0,1 3 80 0,0 0 16 16,0 2 0-16,0 1 0 0,1-1-32 0,0-10 0 0,0 0 0 16,3 38 0-16,-3-38-128 0,0 0-48 0,9 40 0 15,-9-40 0-15,0 0 64 0,0 0 16 0,26 38 0 0,-26-38 0 16,0 0-96-16,0 0-32 0,33 11 0 0,-26-12 0 15,1-1 16-15,0-3 0 0,-1 0 0 0,0 0 0 16,-1 0-32-16,2-3 0 0,-2 0 0 0,1-2 0 16,-2 1-144-16,1-2 0 0,-1 1 144 0,1-1-144 15,-2 0 0-15,2-3 128 0,0 0-128 0,-2 0 0 16,1 0 0-16,-1 2 0 0,-1 2 0 0,1 0 0 16,1 2 0-16,-2 2-160 0,1 2 16 0,0 1-17488 15</inkml:trace>
  <inkml:trace contextRef="#ctx0" brushRef="#br0" timeOffset="10100.78">12161 6330 15663 0,'5'-3'688'0,"-1"1"144"0,0 0-656 0,-1 1-176 16,0-1 0-16,-1 1 0 0,0 0 2272 0,4-1 416 16,2-4 96-16,3 2 16 0,2-3-480 0,-1 2-80 15,0 1-32-15,-3 1 0 0,-1 0-1472 0,0 3-288 16,-2-2-64-16,0 4-16 15,-2-1-768-15,0 3-160 0,-2 0-16 0,0 2-9456 16,-2-1-1872-16</inkml:trace>
  <inkml:trace contextRef="#ctx0" brushRef="#br0" timeOffset="10259.02">12246 6382 3679 0,'-1'0'320'0,"0"1"-320"0,0 0 0 16,0-1 0-16,1 0 1952 0,-1 2 320 0,-1-2 64 0,-1 3 16 15,-1 2 720-15,-1-1 160 0,-1 4 32 0,0 1 0 16,-1 1-736-16,0 1-144 0,1 3-16 0,0-2-16 15,0 0-1232-15,3 0-240 16,3-12-48-16,-5 24-16 0,5-24-592 0,0 0-224 0,0 0 176 0,0 0-176 16,0 0 0-16,0 0-128 0,0 0-16 0,0 0 0 31,0 0-1328-31,35 26-256 0,-26-33-48 0,1-2-12016 0</inkml:trace>
  <inkml:trace contextRef="#ctx0" brushRef="#br0" timeOffset="10669.11">12408 6356 8287 0,'4'-3'368'0,"-3"3"80"0,1 0-448 0,-1 0 0 16,0 0 0-16,-1 0 0 0,0 3 2400 0,-1-2 400 16,1 2 80-16,-1 2 0 0,0 2-128 0,-1 3-16 15,-1 0-16-15,-1 2 0 0,-1 0-1120 0,1 1-240 16,-1-1-32-16,1-2-16 0,1 1-496 0,0 0-112 16,0-3 0-16,1-1-16 0,1 1-368 0,0-6-80 15,1 2-16-15,-1-1 0 0,2-3-224 0,-1 0 0 16,0-2 128-16,1 0-128 15,1-1 0-15,0 1 0 0,0-3 0 0,1-1 0 0,0 1 0 16,-1-1 0-16,3-3 0 0,1 0 0 0,0 1-416 0,1-3 32 16,1 1 0-16,-1-1 0 15,1 1-560-15,0 0-96 0,0-2-32 0,3 0 0 16,-1 1 448-16,0 1 96 0,0 1 16 0,0 1 0 0,1 1 304 0,-3 2 64 0,1 1 16 0,0 2 0 16,-2 2 128-16,-1 0 0 0,0 2 0 0,-2 0 0 15,-1 3 416-15,-1 0 16 0,0 0 0 0,-2-5 0 16,0 0 272-16,0 0 48 0,-1 33 16 0,-1-24 0 15,0 0-304-15,-1 3-48 0,-1 0-16 0,0 0 0 16,1 0-64-16,-1-2-16 0,1 1 0 0,0-3 0 16,2 1-96-16,1-4-32 0,0 0 0 0,0-1 0 0,1-2-192 0,1-1 0 15,0 1 0-15,1-2 0 0,0-2 0 0,-1 1-192 16,3-2 16-16,-1 0-10576 16,0 0-2128-16</inkml:trace>
  <inkml:trace contextRef="#ctx0" brushRef="#br0" timeOffset="11110.49">12738 6450 13823 0,'5'0'608'16,"-3"0"128"-16,2-2-592 0,-1 1-144 0,-1 0 0 0,0 1 0 0,0-2 1536 0,3-1 256 0,2-1 64 0,3 1 16 16,3-4-48-16,0 0-16 15,1-1 0-15,0 2 0 0,0-4-592 0,-1 3-112 16,1-2-16-16,-2 0-16 0,0 1-512 0,0-2-112 0,-2 2 0 0,-2 0-16 31,-1-2-192-31,-2 3-48 0,-1 0 0 0,-2 0 0 0,-2 0-192 0,-1 1 0 16,-3 2 0-16,-2-1 0 0,0 3 0 0,-1 2 144 0,-2 0-144 0,1 0 128 15,-1 2 224-15,-2 3 32 16,2-2 16-16,0 2 0 0,1 0-208 0,0 1-64 0,2-1 0 0,0 1 0 16,0 3 128-16,1 0 0 0,-1 2 16 0,2-2 0 0,0 4 176 0,1-1 16 15,3-12 16-15,-3 26 0 0,3-26-96 0,0 0-32 16,5 43 0-16,-5-43 0 0,0 0-192 0,10 47-32 15,-10-47-128 1,10 39 192-16,-10-39-192 0,12 41 0 0,-12-41 0 0,9 38 0 0,-9-38 0 0,0 0 128 16,6 50-128-16,-6-50 0 0,0 0 0 0,-4 38 0 15,-1-26 0-15,-1-2 0 16,-2-3 144-16,0 1-144 0,-3 0 128 0,0-1-128 0,0-2 128 0,-1 0-128 16,-2-3 0-16,-2 3 128 0,-1-3 0 0,-2 1-128 15,-2-1 192-15,1 0-64 0,2 1-128 0,0-1 128 16,1-2-128-16,0 1 128 0,2-1-128 0,3-1 0 0,3-1 0 15,2 0 0-15,3-1 0 0,1 1 0 0,4-5 0 0,2 0 0 16,5-3 0-16,5-2-320 0</inkml:trace>
  <inkml:trace contextRef="#ctx0" brushRef="#br0" timeOffset="14451.7">13730 6247 3679 0,'2'-3'320'0,"-2"1"-320"15,1 0 0-15,-1-1 0 0,0 1 864 0,0 2 96 16,1-2 32-16,-1-1 0 0,0 1 528 0,0-3 96 16,0-1 32-16,-1 1 0 0,0 1-288 0,0 0-48 15,0 2-16-15,0 2 0 0,0-2-352 0,-1 1-80 16,1 2-16-16,-2 1 0 0,2-2-144 0,-3 2-48 16,2 2 0-16,-3 0 0 0,0 2-288 0,1-1-64 15,-1 2-16-15,-1 0 0 0,1 2 80 0,-1 1 16 0,1 2 0 0,0 0 0 16,0 1 96-16,-1 2 32 15,-1 5 0-15,0 3 0 0,2-4-80 0,-1 2-16 0,1 4 0 0,1 1 0 16,-1 4 96-16,0-1 0 0,2 4 16 0,-1-3 0 16,1-1-320-16,3-29-64 0,-3 45-16 0,3-45 0 15,0 33 0-15,0-33-128 0,0 0 192 0,-5 33-64 16,2-26 0-16,1-2-128 0,-1 0 192 0,1-3-64 0,0 1-128 16,-1-3 192-16,1 0-192 0,0-3 192 15,2-2-192-15,-1 1-272 0,2-6 64 0,0 1-9328 16,-1 0-1856-16</inkml:trace>
  <inkml:trace contextRef="#ctx0" brushRef="#br0" timeOffset="14671.39">13529 6480 11055 0,'-3'-3'480'0,"2"2"112"0,0-1-464 0,1 2-128 0,0 0 0 0,0 0 0 0,0-1 1376 0,0 1 256 15,1-1 48-15,0 1 16 0,1-2 464 0,1-1 80 16,2 1 32-16,-1-1 0 0,2 0-624 0,0-1-128 15,4-1-32-15,-1 1 0 0,2-3-688 0,2 0-144 16,1-1-16-16,1 1-16 16,0 0-272-16,-1-2-48 0,2 2-16 0,-2-1 0 15,-1 0-288-15,-2 2 0 0,-1 0 128 0,0 1-128 0,-2 1 0 0,0 0-304 0,1 2 64 0,-3-1 16 32,1 1-1808-32,-2 2-352 0</inkml:trace>
  <inkml:trace contextRef="#ctx0" brushRef="#br0" timeOffset="15034.28">13796 6377 2751 0,'-2'0'256'0,"1"0"-256"0,1 0 0 0,-1-2 0 0,1 2 1728 0,0-1 320 15,1 1 48-15,0 0 16 0,1-2 368 0,1 0 80 16,1 0 0-16,1-1 16 0,0-2-976 0,1 2-208 16,1-1-48-16,0 0 0 15,1 1-832-15,0-1-160 0,-1 1-32 0,2-1-16 16,-3 3 0-16,1-1 0 15,-1 4 0-15,2-1 0 0,-3 3-128 0,-5-4-32 0,0 0 0 0,0 0 0 0,0 0 32 0,21 41 0 16,-21-41 0-16,0 0 0 0,2 35 16 0,-2-35 0 16,0 0 0-16,-5 40 0 0,2-30 0 15,-1 1 0-15,2-1 0 0,-1-3 0 0,0 0 16 0,0-2 16 0,1-2 0 16,0 0 0-16,0-2 352 0,0-1 64 0,1 0 0 16,0-2 16-16,1 0 0 0,0-3 0 15,2 0 0-15,-1-2 0 0,2 1-160 0,-1-3-48 0,3 0 0 0,0-2 0 16,0 1-192-16,2-2-32 0,1 0-16 0,0-1 0 15,2 0-208-15,1 0 0 0,0 0 128 0,0-1-128 16,0 3 0-16,-1 0 0 0,0 2 0 0,-1 2 0 31,0 0-544-31,1 2 0 16,-3 1 0-16,-1 1 0 0,1 3-1664 0,-1 0-336 0,0 0-64 0,0 2-10352 0</inkml:trace>
  <inkml:trace contextRef="#ctx0" brushRef="#br0" timeOffset="15958.56">14114 6372 2751 0,'3'-1'256'0,"-1"0"-256"16,0-1 0-16,-1 2 0 0,0-2 1392 0,0 1 224 15,1-1 48-15,3-1 16 0,1-3 320 0,-1 0 64 16,1 2 16-16,-2-1 0 0,-1 0-608 0,-1 3-112 16,-1 0-16-16,-1-1-16 0,0 3-320 0,-2 0-64 15,0 3-16-15,-2-1 0 0,1 3-240 0,-2 0-48 16,0-1-16-16,1 3 0 0,-1 0-112 0,-1 1-32 15,0 2 0-15,1 1 0 0,1-2 96 0,-1 2 32 16,2 0 0-16,2-2 0 0,0 0-160 0,1-9-16 16,0 0-16-16,0 0 0 0,0 0-16 0,0 0 0 0,0 0 0 0,0 0 0 15,29 34-208-15,-23-36-32 0,0-1-16 0,1-2 0 16,0 1-16-16,1-1 0 0,-2-2 0 0,1 0 0 16,-1 2-128-16,0-2 0 0,-1 0 0 0,0-1 0 31,-1 2-448-31,-1-4 0 0,-1 3-16 0,0 0 0 0,-2-3 656 0,-1 3 128 0,0 0 16 0,-2 0 16 15,0 2-1440-15,-1-1-304 16,-1 1-48-16,-1 2-16 0,0 1 1136 0,0 0 320 0,-1 1 0 0,1 1-128 16,0 3 128-16,0-1 0 0,1 0 160 0,1 1-160 15,-1 2 416-15,1-3-16 0,1 2 0 0,0-1 0 16,1 0 64-16,1 0 16 0,0 0 0 0,1-2 0 0,1 1-64 0,1 0-16 16,1-1 0-16,1-1 0 0,2-1-208 0,0-1-32 15,1-1-16-15,0 1 0 0,2 0-144 0,1-3 0 16,1 0 0-16,0 1 128 0,-1-1-128 0,0 0 0 15,1 3 0-15,-1-3 0 0,-1 2-224 0,-1 0 80 16,1 2 16-16,-1-1 0 0,0-1 128 0,0 3 0 16,-1 0-144-16,-1 0 144 0,0 3 0 0,-1-1 0 15,-1 2 0-15,-1 1 0 0,-1 0 0 0,-1 0 0 16,-1 2 0-16,-1 2 0 0,-1-2 128 0,1 3 0 0,-1-3 0 16,-2 2 0-16,0 1 176 0,0 0 16 0,-1 1 16 0,0-1 0 15,2-3-64-15,-1 0-16 16,1-2 0-16,0-1 0 0,2 1-48 0,0-4-16 0,-1 1 0 0,2-2 0 15,0 0 0-15,1-2-16 0,0 1 0 0,0-3 0 16,1 1-48-16,2-3 0 0,0 0 0 0,1-1 0 0,2-1-128 0,-1-1 0 31,2 0 0-31,1 0 0 0,0-2 0 0,1-1 0 0,2 1 0 0,-2 0-176 16,-1 2-192-16,0 1-32 0,2-2-16 0,-3 2 0 0,0 1 48 16,0 1 16-16,-3 1 0 0,1 3 0 0,-3 0 224 0,0 2 128 15,0 1-160-15,-1 2 160 0,-1 0 0 0,0 2 0 16,-1-1 0-16,1 2 0 15,-1 2 0-15,-1 0 208 0,0-1-64 0,-1 2-16 16,1 1 128-16,-1-1 0 0,2-9 16 0,0 0 0 16,-4 24 16-16,2-18 0 0,-1 0 0 0,0 2 0 15,0-1-96-15,0 1 0 0,0-3-16 0,-1 0 0 16,0-1-176-16,2 0 192 0,-1-2-192 0,-1 0 192 0,2 0-192 16,1-2 160-16,0 0-160 0,1-1 160 0,0 0-160 15,0-1 0-15,2-1 0 0,0-1 0 0,3 1 0 0,-1-4 0 16,3 1 0-16,-1-2 0 0,0 3 0 0,1-4 0 15,4-1-192-15,1-2 192 16,1-2-704-16,0 2-32 16,1-2 0-16,0 2 0 0,-1 1-160 0,-2 3-48 0,-1-1 0 0,-1 4 0 0,-1 2 1456 0,0 1 304 15,-2 2 48-15,-1 2 16 16,-2 1-1424-16,-1 1-288 0,-1 1-48 0,-1 2-16 0,-1 3 1344 0,-2-1 256 16,0 1 48-16,-1 2 16 0,0-1-32 0,-1 1 0 15,1-2 0-15,1-1 0 0,-3 1-416 0,2 1-64 16,1-1-32-16,1-2 0 0,1-1-224 0,1 0 0 15,1-3 0-15,1 1-11328 16,0-2-2224-16</inkml:trace>
  <inkml:trace contextRef="#ctx0" brushRef="#br0" timeOffset="16385.8">15069 6247 911 0,'3'-3'0'0,"-1"1"0"16,0 0 0-16,0 0 0 0,-2 2 2560 0,0 0 448 16,0 0 64-16,0 2 32 0,0-2-432 0,-1 2-96 15,-1 2-16-15,-1 2 0 0,0 0-960 0,-2 4-208 16,0-2-48-16,0 3 0 0,-1 1-624 0,1 2-128 16,-2 1-16-16,1 1-16 0,0-2-224 0,1 2-32 15,-1 1-16-15,1-2 0 0,5-15 416 0,-6 26 64 0,6-26 32 0,0 0 0 16,-4 33-144-16,4-33-16 15,0 0-16-15,0 0 0 0,0 0-416 0,0 0-80 0,0 0 0 16,0 0-128-16,0 0 128 0,0 0-128 16,0 0 0-16,35 16 0 0,-31-21-992 15,-1 1-256-15,0-3-48 0,-2 0-12848 0</inkml:trace>
  <inkml:trace contextRef="#ctx0" brushRef="#br0" timeOffset="17142.14">14882 6360 8287 0,'-8'1'368'0,"2"-1"80"0,2 2-448 0,1-2 0 15,2 2 0-15,1-2 0 0,1 0 2128 0,0 3 352 16,1-1 64-16,1 0 16 0,-3-2 752 0,0 0 144 16,0 0 48-16,40 14 0 0,-40-14-1552 0,33 5-304 15,-14-2-64-15,2-3-16 0,3-2-736 0,0 1-160 16,0-1-32-16,1-1 0 16,2-1-416-16,-3-1-96 0,0 0 0 0,-4 1-128 0,1-1 0 0,-3-2-176 15,-3 0 0-15,1 2 0 16,-2-5-1744-16,-2 3-368 0,-1-4-64 0,-2 1-16 15,-2 1-768-15,-2-1-144 0,-2-1-48 0,-1-1 0 16,0 0 704-16,-2-2 128 0,-1-1 16 0,1 0 16 0,-2-1 1648 0,1 2 336 0,0 0 64 0,-1 2 16 16,2 2 1552-16,0 1 320 0,-1 4 64 0,1 0 16 15,-1 3 672-15,0 2 128 0,-1 0 16 0,1 1 16 16,-1 3-384-16,-1-2-80 0,1 5 0 0,-2 2-16 16,-1 3-400-16,1 3-80 0,-2 0-16 0,0 3 0 15,0 3-480-15,-1-2-96 0,0 3-32 0,0-3 0 16,-1 3-256-16,1-2-48 0,-2 1-16 0,3-4 0 15,6-17-96-15,-10 30 0 0,3-15-16 0,1 0 0 0,6-15-96 16,-10 31-16-16,10-31 0 0,-7 23 0 0,7-23-48 16,0 0-16-16,0 0 0 0,0 0 0 0,0 0-192 0,0 0 144 15,0 0-144-15,0 0 128 0,34 3-128 16,-25-11 0-16,0 1 0 0,1-2 0 0,-1 1 0 0,2-1 0 16,-1 2 0-16,0-3 0 0,-1 2 0 0,0 2 0 15,-1 0 0-15,-1 1 0 0,1 2 0 0,-1 1 0 16,0-1 0-16,-2 3 0 15,0 0 0-15,-1 1 0 0,-1 1 0 0,0 0 0 0,0 1 0 0,-1 2 0 16,0 0 0-16,0-1 0 0,0 3 0 0,0-3 0 16,-2-4 0-16,0 0 0 0,0 0 0 0,0 0 0 15,0 0 0-15,0 0 0 0,34 31 0 0,-26-28 0 0,2-2 0 16,1 0 0-16,2-1 0 0,0-1 0 0,2 0 0 0,1-2 0 16,1 1 0-16,-1-3 0 0,1 3 0 0,0-3 0 15,-1 0 0-15,1 1 0 16,1-4 0-16,-3 2 0 0,-2 0 0 0,0 0 0 0,-1-2 0 0,0-1 0 15,-1 0 0-15,-2-1 0 0,-2 0 0 0,-1 1 0 16,-2 0 0-16,-2-1 0 0,-1 3 0 0,-2 0 0 16,0-1 0-16,-3 4 0 0,-1-1 0 0,0 3 0 15,-2 2 0-15,1 2 0 0,-2 1 0 0,0-1 0 16,0 2 0-16,-1 2 0 16,2 0 0-16,-1 0 0 0,1 0 0 0,0 2 0 0,-1 1 0 15,1 0 0-15,-1 1 0 0,1 0 0 0,0 2 0 0,2 0 0 0,5-12 128 0,-8 25-128 16,8-25 0-16,0 0 128 0,0 0 48 0,5 38 0 15,-5-38 0-15,0 0 0 0,0 0-176 0,35 27 0 16,-35-27 0-16,28 6 0 0,-10-6 0 0,2-2 0 16,3-3 0-16,2 0-18560 15</inkml:trace>
  <inkml:trace contextRef="#ctx0" brushRef="#br0" timeOffset="20459.24">16603 6282 12895 0,'2'-1'1152'15,"-1"0"-928"-15,0-1-224 0,-1 2 0 0,1-2 1152 0,-1 1 192 16,1-1 48-16,0-1 0 15,0-3 512-15,0 0 96 0,-1 2 32 0,-1-3 0 0,-1 3-1040 0,-1 1-208 16,0-2-32-16,-2 0-16 0,0 3-288 0,-2-1-64 16,0 1-16-16,-1-1 0 0,-2 3-192 0,-1 0-48 15,0 1 0-15,-2 1 0 0,0 3-128 0,-3-1 0 16,-1 2 144-16,0 2-144 0,-2 4 0 0,0 0 0 16,2 3 0-16,0 2 0 0,3 1 0 0,-1 2 0 15,1 3-176-15,1 1 176 0,2 1 0 0,2-1 256 16,2 0-16-16,7-24-16 0,-6 42 384 0,6-42 80 0,0 0 16 0,12 50 0 15,-12-50-96-15,0 0-16 0,0 0 0 0,41 29 0 16,-26-27-240-16,1-4-48 16,1-1-16-16,2-3 0 0,-1-4-48 0,2 1-16 0,-2-1 0 0,2-2 0 15,-2 0-224-15,2-2 0 0,-1 2 0 0,0-1 0 0,-1 3-192 0,-1-1-64 16,-2 3-32-16,-3 1 0 16,-2 0-128-1,-1 2-32-15,1-2 0 0,-3 3 0 0,0 1 192 0,-3 0 16 0,-1 3 16 0,-1 0 0 0,0 0 224 0,-2 1 0 16,-2 1 0-16,0 2 0 15,-1 1 0-15,0 0 0 0,-1 1 0 0,-1 2 0 0,1 1 160 0,0-1 80 16,0 3 16-16,1-1 0 0,1 0 32 0,0 1 16 16,2-11 0-16,0 0 0 0,0 0-80 0,0 0-16 15,10 43 0-15,-10-43 0 0,0 0 0 16,0 0 0-16,0 0 0 0,36 12 0 0,-28-14-32 0,3-1-16 16,-1-2 0-1,1 1 0-15,-1-4-160 0,-1 2 192 0,1 0-192 0,-2-1 192 16,-1 0-192-16,0 1 0 0,-1-2 0 0,-3 1 0 0,1 1 0 0,-3 0-144 0,0-1 144 0,-2 0 0 15,-1 1-320-15,-2 0 32 0,-1 0 16 0,-1 0 0 16,-1 1-80-16,-2 1-16 0,1 1 0 0,-1 1 0 16,0 0 176-1,-1 2 16-15,2 2 16 0,-1 0 0 0,1 3 160 0,1-3 0 0,0 4 0 0,1-1 0 16,1-1 0-16,1 3 0 16,1-3 0-16,2 2 0 0,0 0 0 0,1-1 0 0,1 0 0 0,1-3 0 15,1 0 0-15,1 1 144 0,0-3-144 16,0 0 0-16,2 0 128 0,1-2-128 0,1-1 0 0,0 1 0 0,1-1 0 0,-1 1 0 15,3-3 0-15,0-1 0 16,1 0 0-16,0 2 0 16,0-3 0-16,1 2 0 0,-1 0 0 0,1 0 0 15,0-1-208-15,0 1 80 0,-2 1-32 0,0 1 0 16,-2 0 0-16,-2 3 0 0,0-2 160 0,-2 2 0 16,1 2 0-16,-2-1 0 0,-1 3 0 0,0 0 0 15,-1 1 0-15,-1 1 128 0,0 0 0 0,-1 1 16 16,-1 0 0-16,-1 0 0 0,0 1 96 0,-1-1 16 0,1 0 0 15,-1 0 0-15,0 0-32 0,0-3 0 0,1 0 0 16,0 0 0-16,0 0-224 0,1-3 176 0,0 1-176 0,0 0 160 16,1-1-160-16,-1-1 0 0,2 0 0 0,-1-1 128 15,1-1-128-15,1 0 0 0,1 1 0 16,0-3 0-16,1-1 0 0,2 0 0 0,-1 1 0 0,3-4 0 16,0 0 0-16,0 0 0 0,1-1 0 0,1 1 0 15,1-3-432-15,1 1 48 0,-2 0 0 0,2-1 0 16,1-1-608-1,1 2-112-15,-1-1-32 0,-1 2 0 0,-2 3 464 0,0 1 96 16,-2 2 0-16,-1 2 16 0,-2 1 560 0,-1 2 0 0,-1 0 0 0,-2 3 0 16,-1-5 288-16,0 0 160 0,0 0 48 0,0 0 0 0,-1 43 320 15,1-43 64-15,-5 24 16 0,5-24 0 0,-6 30-304 0,6-30-48 16,-3 31-16-16,3-31 0 0,0 0-96 0,-1 36-32 16,1-36 0-16,0 0 0 0,0 0-208 0,0 0-64 15,0 0 0-15,0 0 0 0,0 0-128 16,28 33 0-16,-22-35 0 0,1-3 128 0,2-2-128 0,-1-1-224 15,1 2 48-15,1-4 16 16,0 1-2144-16,1-1-416 0</inkml:trace>
  <inkml:trace contextRef="#ctx0" brushRef="#br0" timeOffset="20742.95">17353 6401 7359 0,'4'0'320'0,"-3"0"80"15,1 0-400-15,-1-2 0 0,0 2 0 0,-1 0 0 0,1 0 1568 0,0-1 224 0,0 1 64 0,1-2 0 16,0 0-64-16,-1-1-16 0,-1 1 0 0,1-1 0 15,-1-1-800-15,-1 0-144 0,0 0-48 0,-1 2 0 16,-1 0-272-16,-1 0-64 0,0 2-16 0,-1 0 0 16,-1 2 16-16,0 0 0 0,-1 1 0 0,1 2 0 15,-1-1-16-15,-1 3 0 0,-1 0 0 0,0 3 0 16,0 0 192-16,1 1 32 0,0 2 16 0,2-2 0 16,1 1 208-16,3-1 32 0,2-11 16 0,0 0 0 15,0 0-160-15,0 0-48 0,0 0 0 0,0 0 0 16,32 36-128-16,-21-34-16 0,0-2-16 0,1-2 0 0,1 1-288 0,0 0-48 15,0-3-16-15,0 0 0 0,0 0-208 0,0 2 0 16,1-1 0-16,-1 1 0 16,-1-1-608-1,1 0-112-15,-1 0-32 0,-1 0-10368 0,0 1-2064 0</inkml:trace>
  <inkml:trace contextRef="#ctx0" brushRef="#br0" timeOffset="21154.59">17543 6453 9215 0,'-3'0'400'0,"0"2"96"0,1-2-496 0,0 0 0 16,1 1 0-16,1-1 0 0,0 0 1936 0,0 0 304 0,0 2 48 0,1-2 16 16,1 0 16-16,0 0 16 0,2-2 0 0,2 1 0 15,-1-1-960-15,3 2-192 16,-1-3-32-16,2 1-16 0,1 0-656 0,1-2-128 0,0 1-32 0,0 0 0 16,-1 1-192-16,0-2-128 0,1 1 128 0,-2 0-128 15,0 1 0-15,-1 0 0 16,0-2 0-16,-2 1 0 0,2 0 0 0,-3 1 0 15,1-3 0-15,-1 1 0 0,-1 0 0 0,-1-2 0 16,0 1-144-16,-2-2 144 0,-1 0-144 0,-2 0 144 16,0 0-192-16,-2 0 192 0,0 2 0 0,-3-2-128 0,0 4 128 15,-1 1 0-15,0 2 0 0,-1 0 0 0,-1 3 0 0,1 2 0 0,0 1 320 16,-1 1 0-16,1 3 16 0,1-1 0 0,2 1 176 0,-2-1 48 16,1 3 0-16,-1 1 0 0,2 0 16 0,0 0 0 15,2 0 0-15,2-3 0 0,2-10 32 0,0 0 16 16,0 0 0-16,0 0 0 0,0 0-256 0,0 0-48 15,25 43-16-15,-18-43 0 0,2 0-112 0,0-2 0 16,0 1-16-16,1-4 0 0,1 3-176 0,1-3 0 16,0-2 0-16,1 3 128 0,-1-1-128 0,1 0-256 0,1 0 64 15,-1 0 16 1,2 1-1360-16,1-3-256 0,1 2-64 0,-1 0-8752 0,0 0-1744 0</inkml:trace>
  <inkml:trace contextRef="#ctx0" brushRef="#br0" timeOffset="21408.2">17930 6356 911 0,'1'-3'0'0,"0"-2"0"0,-1 3 0 0,0 2 0 16,0 0 2032-16,0-1 320 16,0-2 64-16,2 0 16 0,-1-2 624 0,1 1 128 0,0-1 16 0,-1 2 16 15,1 3-1024-15,-1-2-208 0,1 2-32 0,-2 2-16 16,0 1-624-16,1 0-128 0,-2 3-32 0,1 4 0 16,-2-1-336-16,2-9-80 0,0 0-16 0,-8 41 0 15,8-41-208-15,-8 35-64 0,8-35 0 0,-10 44 0 16,10-44 96-16,-12 49 16 0,12-49 0 0,-11 52 0 0,11-52-176 15,-6 52-16-15,6-52-16 0,-5 45 0 0,5-45-352 0,-2 33 144 16,2-33-144-16,0 0 0 0,0 0 0 0,4 45 0 16,-4-45 0-16,0 0 0 0,0 0-192 0,0 0-112 15,0 0-16-15,0 0 0 16,15-4-1184-16,-12-1-240 0,0-4-48 0,0-1-16 16,1-1-1136-16,0-2-240 0</inkml:trace>
  <inkml:trace contextRef="#ctx0" brushRef="#br0" timeOffset="21675.72">17899 6363 6447 0,'0'-2'576'0,"1"1"-576"0,0-1 0 0,0 2 0 16,0 0 2480-16,0 0 384 0,1-2 80 0,3-1 0 15,2 1-208 1,1-3-48-16,2 3-16 0,1-3 0 16,0 3-1104-16,1-1-224 0,1 1-32 0,0 0-16 15,1 0-768-15,0 1-144 0,1 1-48 0,-1 3 0 16,-2-1-336-16,0 1 144 0,-12-3-144 0,0 0 0 15,0 0 0-15,32 25 0 0,-32-25 0 0,0 0 0 16,0 0 0-16,0 0 0 0,0 41 128 0,-7-32-128 0,-1-1 208 0,-2 1-16 16,-2-1 0-16,0-1 0 15,-1-1 128-15,1 1 0 0,0-2 16 0,0 0 0 0,2 0-144 0,1-3-48 16,1 0 0-16,4-2 0 0,0 2-144 0,2-4 0 16,2 1 0-16,2 0 0 15,1-4-768-15,2 0-144 0,4 1-32 0,1-3-13760 0</inkml:trace>
  <inkml:trace contextRef="#ctx0" brushRef="#br0" timeOffset="21980.08">18315 6306 5519 0,'4'-5'496'0,"0"1"-496"0,-1 3 0 0,-1-1 0 16,-1 1 2608-16,0 0 416 0,1 1 96 0,0 0 16 16,1-3 160-16,1 1 32 0,0 0 16 0,0 1 0 15,-2 1-1616-15,-1 0-336 0,-1 3-64 0,-1 0-16 16,-1 1-784-16,-1 3-144 0,-1 2-48 0,0 0 0 15,-2 2-192-15,0 3-144 0,-1 0 192 0,0 3-192 0,7-17 0 0,-10 31 0 16,10-31 0-16,-13 33 0 16,13-33 128-16,-12 33-128 0,12-33 0 0,0 0 0 15,-8 39 0-15,8-39 160 0,0 0-160 0,0 0 128 0,0 0 112 0,0 0 16 16,0 0 0-16,28 35 0 0,-22-37 64 0,3 1 0 16,0-4 16-16,0 1 0 0,2-1-208 0,0 0-128 15,-2 0 128-15,-1-2-128 0,1 1 0 0,-1 0-192 16,0-1 32-16,0-2 0 15,-1-1-928-15,1 3-176 0,-2-2-32 16,0-1-16-16,-2-1-1056 0,0 3-192 0,-1-1-64 0,-3 1-5424 0,-1-1-1088 0</inkml:trace>
  <inkml:trace contextRef="#ctx0" brushRef="#br0" timeOffset="22153">18188 6408 8287 0,'-9'2'368'0,"3"0"80"0,1 1-448 0,2-3 0 0,2 0 0 0,1 0 0 16,1 0 2112-16,0 0 352 0,2 0 64 0,2-2 16 15,2 1 608-15,3-2 128 0,4 0 32 0,2-2 0 16,3-2-1392-16,3 0-256 0,0 0-64 0,1-1-16 16,0 1-960-16,0 0-192 0,-4 2-48 0,0 1 0 31,-1 1-672-31,0 2-144 0</inkml:trace>
  <inkml:trace contextRef="#ctx0" brushRef="#br0" timeOffset="24273.46">19103 6363 9215 0,'0'-2'816'15,"0"1"-656"-15,1 1-160 0,-1 0 0 0,0 0 1056 0,1-2 176 16,0 2 48-16,0-2 0 16,0 0 624-16,0-1 128 0,1 0 16 0,-1 0 16 15,1 0-592-15,-1 0-128 16,0 1-32-16,0-1 0 0,-1 1-416 0,-1 0-64 0,0 0-32 0,-2 1 0 16,0 1-160-16,0 0-16 0,-3 1-16 0,1 3 0 15,-2-2-192-15,0 3-32 16,-1 0-16-16,0 2 0 0,0-1-64 0,-1 2-16 0,0 4 0 0,-1 0 0 15,0 2-16-15,0 0 0 0,1 3 0 0,1-3 0 0,2 1-64 16,2-2-16-16,4-13 0 0,0 0 0 16,-2 35 0-16,2-35 0 0,0 0 0 0,0 0 0 0,0 0 48 0,35 20 0 0,-22-22 0 15,1-3 0 1,2 0-16-16,1-3 0 0,2-1 0 0,-3 0 0 0,-1 1-224 0,1-3 0 0,1-1 0 16,-2-2 0-16,0 2-240 0,-3 0-80 0,-2 0-32 0,-3 1 0 31,-3 1-64-31,-3-1-16 0,-3 3 0 0,-4 1 0 0,-1 0 240 0,-3 2 64 0,-3 0 0 0,0 3 0 15,-1 2-48-15,1 2 0 16,-1-1 0-16,0 4 0 0,0 1 176 0,2-1 0 0,2 2 0 0,2 1 0 16,3-4 0-1,1 3 0-15,3-2 0 0,2-2 0 0,2 1 0 16,1-1-288-16,5-1 48 0,2-1-14480 16</inkml:trace>
  <inkml:trace contextRef="#ctx0" brushRef="#br0" timeOffset="24664.42">19499 6307 7359 0,'14'-8'320'0,"-6"3"80"0,0 0-400 0,-1 1 0 16,-3 1 0-16,-2 2 0 0,2-2 1136 0,2-2 144 16,3-2 16-16,3-3 16 0,-1-2 544 0,-2 0 96 0,-2 1 32 0,-3 2 0 15,-3 3-64-15,-3 0-16 0,-2 1 0 16,-2 2 0-16,-1 1-256 0,-1 2-48 15,-1 0-16-15,0 0 0 0,0 2-848 0,0 3-160 0,0-2-48 0,1 3 0 16,-1-1-288-16,0 2-64 0,2 0-16 0,-2 1 0 16,2 1 80-16,0 1 16 0,0 1 0 0,2-1 0 15,0-1-16-15,0 3 0 0,5-12 0 0,-6 28 0 16,6-28 16-16,0 0 0 0,-3 43 0 0,3-43 0 16,0 36 0-16,0-36 0 0,3 54 0 0,-3-54 0 15,3 62-256-15,-3-62 144 0,4 64-144 0,-4-64 128 16,4 55-128-16,-4-55 0 0,2 47 0 0,-2-47 0 0,0 35 0 0,0-35 128 15,0 0-128-15,-7 41 0 0,4-32 176 16,-3-1-48-16,1-2-128 0,-1-1 192 16,0-2 0-16,0-1 0 0,-1-2 0 0,-1-2 0 0,1 0-192 0,-3-1 176 15,1-2-176-15,-1-2 160 0,-2 0-160 0,0-3 0 16,-1-1 0-16,1-2 0 16,-1 0-784-16,2-2-144 0,-1-1-32 0,2-4-15680 0</inkml:trace>
  <inkml:trace contextRef="#ctx0" brushRef="#br0" timeOffset="24821.87">19266 6444 11967 0,'9'-3'528'0,"-1"-1"112"0,-1 2-512 0,-1 1-128 0,-3-1 0 0,1 2 0 16,2-2 1888-16,3 1 352 15,7-4 64-15,4 1 0 0,6-1-256 0,1-1-48 0,2 0-16 0,-1-1 0 16,-1 2-944-16,-1-2-192 0,1 3-32 0,-1-2-16 16,0 2-800-16,-2-1 0 0,0 1 0 0,-2 3-13440 15</inkml:trace>
  <inkml:trace contextRef="#ctx0" brushRef="#br0" timeOffset="25091.88">19979 6268 7359 0,'5'-2'160'0,"-1"2"32"0,-2-3 16 0,1 3 0 0,-1-2-208 0,-1 2 0 15,0 0 0-15,2-3 0 16,2 1 1696-16,3 0 288 0,1-2 64 0,1 0 16 0,2 2 368 16,0-2 80-16,1 1 16 0,1-2 0 15,1 1-1104-15,0 1-208 0,1-2-64 0,0 1 0 0,1-1-336 0,1 0-80 16,-1 3-16-16,0-2 0 16,0 1-112-16,-2 0-32 0,0 1 0 0,-1 1 0 15,-2 0-208-15,0-2-48 0,0 1-16 0,-1 0 0 16,0 1-304-16,-2-1 160 0,-1 2-160 0,0-1 128 0,-3 1-288 0,-2 0-64 0,0 0-16 0,-4 0-14656 15</inkml:trace>
  <inkml:trace contextRef="#ctx0" brushRef="#br0" timeOffset="25333.89">20275 6199 7359 0,'-2'0'320'0,"0"0"80"0,1 0-400 15,1 0 0-15,0 0 0 0,0 0 0 0,0 1 2336 0,0 1 384 16,0-2 80-16,0 2 16 0,0 1-96 0,0 4-16 15,-1-3 0-15,0 4 0 0,-2 1-960 0,0 0-192 32,3-9-32-32,-7 26-16 0,7-26-640 0,-10 32-128 15,10-32-32-15,-11 37 0 0,11-37-128 0,-11 36-48 0,11-36 0 0,-8 35 0 16,8-35-112-16,0 0-32 0,-7 45 0 0,7-45 0 0,0 0-256 0,0 0-128 16,2 41 0-16,-2-41 128 0,0 0-128 0,0 0-192 15,0 0 32-15,0 0 16 16,0 0-1376-16,0 0-272 0,0 0-48 0,0 0-13248 0</inkml:trace>
  <inkml:trace contextRef="#ctx0" brushRef="#br0" timeOffset="25963.78">20513 6182 10127 0,'2'-3'896'0,"-1"2"-704"0,0 1-192 16,-1 0 0-16,0 0 1920 0,-1 1 336 0,1 0 80 0,0-1 16 15,0 3 928-15,-1 2 192 0,-1 1 48 0,2-6 0 16,0 0-1664-16,-8 31-336 0,8-31-64 0,-8 29-16 16,8-29-816-16,-10 33-176 0,10-33-16 0,-10 38-16 0,10-38-144 0,-8 38-16 31,8-38-16-31,-6 33 0 0,6-33-96 0,0 0-16 0,-5 43 0 0,5-43 0 0,0 0-128 0,0 0 128 31,-5 37-128-31,4-32 128 0,1-2-128 0,0-2 0 0,0-1 0 0,0-1 0 0,1-3 0 0,0 0 0 16,1 0 0-16,0-3 0 0,0 1-208 0,0-3-32 15,0 1 0-15,0 0 0 16,0-2-592-16,-1-1-112 0,1-1-16 0,-1 0-16 31,-1-3-160-31,0 1-16 0,0-2-16 0,-1 2 0 0,0-3 256 0,0 3 48 0,0-1 16 0,1 1 0 0,0 2 512 0,1 3 96 16,-1 0 32-16,1 1 0 16,0 2 384-16,0 0 80 0,1 3 0 0,0 0 16 15,1 1 544-15,1 1 96 0,0-1 32 0,1 1 0 16,2 1-240-16,-1 0-32 0,2-1-16 0,1 1 0 15,-1 0-48-15,1-1-16 0,2 1 0 0,-1 0 0 16,1-2-240-16,-1 2-48 0,1 2-16 0,-1-1 0 0,1 1-48 0,-2 1-16 16,-1 1 0-16,-1-2 0 0,-1 3-224 15,0-2 128-15,-6-3-128 0,0 0 0 0,0 0 0 0,0 0 0 16,0 0 0-16,0 0 0 0,0 0 0 0,3 44 0 16,-10-39 0-16,-2 1 0 0,0-2 0 0,-3 1 0 15,0-1 0-15,-1 1 0 0,0-2 0 0,-1 1-128 16,0-2-16-16,0 0 0 15,1-2-496-15,1 0-80 16,1 0-32-16,0 0 0 0,4-2 432 0,1 2 96 0,1-1 16 0,1 1 0 0,2 0 208 0,2 0 0 0,0 1 0 0,2-1 0 16,0 2 0-16,1-2 128 0,1 1 0 0,2 1-128 15,0 1 640-15,0-1 32 0,1-1 0 0,1 2 0 16,-1 0-32-16,1-1-16 0,-8-2 0 0,0 0 0 16,25 10-272-16,-16-7-48 0,-9-3-16 0,0 0 0 15,29 11-160-15,-20-9-128 0,-1 1 192 0,1-1-192 16,-1 0 0-16,0 1 0 0,-1-1 0 0,0-2 0 15,0 1-224-15,-2-1-96 0,2 2-32 0,-2-2-17248 16</inkml:trace>
  <inkml:trace contextRef="#ctx0" brushRef="#br0" timeOffset="26357.93">20772 6276 5519 0,'2'-5'240'0,"-1"2"64"0,0 1-304 0,0 0 0 15,0 1 0-15,0 1 0 0,0-2 1776 0,0 0 288 16,3-1 64-16,0-1 16 0,1-2 144 0,1 2 16 16,0-1 16-16,-1 0 0 0,0 2-384 0,-1 2-80 15,-2-2 0-15,1 3-16 0,-1 0-368 0,-2 3-80 16,0-1-16-16,-1 3 0 0,-1 2-48 0,2-7-16 16,0 0 0-16,0 0 0 0,-10 40-608 0,10-40-112 15,0 0-16-15,-8 43-16 16,8-43-256-16,0 0-48 0,-4 46-16 0,4-46 0 0,0 0-112 15,2 47-128-15,-2-47 176 0,0 0-176 0,10 52 160 0,-10-52-160 0,0 0 128 0,18 40-128 16,-18-40 0-16,0 0 128 0,0 0-128 0,34 30 0 16,-34-30 160-16,17 3-160 0,-8-5 192 0,-2-2-192 15,3-2 192-15,0-2-64 0,-1-3 0 0,0-3-128 16,0 1 160-16,-1-2-160 0,0-5 128 16,1 2-128-16,-1-4 0 0,-1 1 0 0,0 0 128 0,-2-1-128 15,0 1 0-15,-1 2 0 0,-2 2 0 0,-2 1 0 0,-2 4 0 16,-2 1 0-16,-1 4 0 0,0 1 0 0,-2 1-256 0,1 3 32 15,-1 1 0-15,2 2-12192 16,0 1-2448-16</inkml:trace>
  <inkml:trace contextRef="#ctx0" brushRef="#br0" timeOffset="26752.06">21204 6266 6447 0,'-3'2'576'16,"0"-2"-576"-16,1 0 0 0,1 0 0 0,0 0 2176 16,-1 0 320-16,-1 2 64 0,-2-2 0 0,-2 3 848 0,2-3 176 15,0 2 16-15,2 1 16 16,1-3-1504-16,2 0-288 0,2 2-64 0,1-4-16 0,2 2-832 0,3-2-160 16,2 1-48-16,1-3 0 0,3 1-272 0,0 1-64 15,2-3-16-15,1 0 0 0,-1 1-208 0,0-1-144 16,0 2 192-16,0 1-192 0,-2-2 0 0,-1 1 0 31,-1 1 0-31,-2 1 0 0,-1 1-128 0,-2-2-144 0,-2 2-32 0,-1 0 0 16,-1 0-2208-16,-2 2-448 0</inkml:trace>
  <inkml:trace contextRef="#ctx0" brushRef="#br0" timeOffset="27067.21">21267 6268 4607 0,'-1'0'192'0,"0"0"64"0,1-2-256 0,0 2 0 0,1-2 0 0,0 2 0 31,-1 0 2160-31,1-1 384 0,2 1 80 0,1 0 0 0,0-2 480 0,-1 4 96 16,1-2 0-16,-2 3 16 0,0 1-1168 0,-2 1-224 0,0-5-48 0,0 0-16 16,0 0-928-16,-10 36-176 0,10-36-32 0,-11 26-16 31,11-26-272-31,-13 26-48 0,13-26-16 0,-12 26 0 16,12-26 0-16,-11 26 0 0,11-26 0 0,0 0 0 15,-12 35 64-15,12-35 16 0,0 0 0 0,0 0 0 0,-5 43-224 0,5-43-128 0,0 0 128 0,0 0-128 31,0 0 0-31,0 0 0 0,17 44 0 0,-12-41 128 0,-5-3-128 0,0 0 0 16,19 4 128-16,-11-5-128 0,-1-1 256 0,1-1-32 16,-1 1 0-16,0-3 0 0,1 1-224 0,-1 1 176 15,1-2-176-15,-1 0 160 0,1-1-160 0,0-1 0 16,-1 2 0-16,1-2 0 0,-1 2 0 0,1-3-144 16,0 4 144-16,3-8-928 15,-6 7 48-15,-2-2-16 0,0 3-16 16,0-2-1280-16,-2 2-256 0,-1-1-48 0,-2 1-10720 0</inkml:trace>
  <inkml:trace contextRef="#ctx0" brushRef="#br0" timeOffset="27240.43">21207 6401 4607 0,'-3'0'400'0,"2"0"-400"0,1 0 0 0,0 0 0 16,1 0 2544-16,1 0 416 0,0 0 96 0,1-2 16 15,2 1 384-15,3 1 64 0,3-2 32 16,3 0 0-16,3-1-1296 0,1-2-256 0,3 1-48 0,1-3-16 15,0 3-1104-15,0-2-208 0,2 1-48 0,-2 2-16 16,-2-1-560-16,-1 2 0 0,-1 2-240 0,-2-2-16272 16</inkml:trace>
  <inkml:trace contextRef="#ctx0" brushRef="#br0" timeOffset="29287.69">22012 6420 13823 0,'0'-2'1216'0,"0"1"-960"16,1 1-256-16,-1 0 0 0,0 0 928 0,1-1 144 16,0 1 16-16,-1-1 16 0,2 1 864 0,-1-2 160 15,-1 2 48-15,0 0 0 0,0 2-1216 0,-1-2-224 16,-1 2-48-16,-1 1-16 0,-1-1-288 0,-1 3-48 16,-1-2-16-16,0 3 0 0,-1 0 192 0,0 2 16 15,-1 0 16-15,-1 1 0 0,2 0 112 0,-1 0 32 16,3 0 0-16,-1 0 0 0,3 0-176 0,1-2-48 15,2-2 0-15,1 0 0 0,1-2-64 0,3-1-16 16,2 0 0-16,2-2 0 0,1 0-128 0,2-2-48 0,1-3 0 0,1 2 0 16,0-1-80-16,0-1 0 0,1-1-128 0,-1 0 192 15,-1-1-192-15,0 0 0 0,-1 0 0 0,0-3 0 16,-4 3-144-16,0 0-32 0,0-3 0 0,-4 1 0 16,-1 2-80-16,-2-2 0 0,-3 1-16 0,-3 1 0 15,-1 3 272-15,-2-3-192 0,-3 4 192 0,-2-1-160 16,-1 1 160-16,-2 3-160 0,0-2 160 0,1 2-160 15,1 2 160-15,1 0 0 0,2 1 0 0,2-1 0 0,2 3 0 16,2-2 0-16,1 1 128 0,2 0-128 0,2-1 0 16,2 0 0-16,2 0 0 0,1-2 0 0,2 1 0 0,1-1 0 15,3 1 0-15,1-2-128 16,1 0-1472-16,1 0-272 0,0-2-64 0,1 1-11936 16</inkml:trace>
  <inkml:trace contextRef="#ctx0" brushRef="#br0" timeOffset="29586.95">22185 6398 4607 0,'1'-2'400'0,"0"2"-400"15,-1 0 0-15,0 0 0 0,0 0 2432 0,2-1 384 16,3 0 96-16,1-4 16 0,4 2 288 0,0-1 64 16,2-1 16-16,-1 0 0 0,0 3-1184 0,0-3-256 15,0 3-32-15,0-1-16 0,-2 3-720 0,0-2-160 16,0 2-32-16,-2 2 0 0,-1-1-464 0,-1 3-112 0,-5-4 0 0,0 0-16 16,0 0-176-16,0 0-128 0,0 0 144 0,16 48-144 15,-16-48 128-15,0 0-128 0,-2 45 0 16,2-45 144-16,-4 35-144 0,4-35 0 15,-5 39 144-15,5-39-144 0,-6 37 128 0,6-37-128 0,0 0 160 0,-7 39-160 16,5-33 208-16,1-1-48 0,-1-2-16 0,1-1 0 16,1-2 144-16,0-3 32 0,1-2 0 0,0-1 0 15,2-2-112-15,1-4-16 0,-1-2 0 0,2 0 0 0,1-4-192 16,1 0 176-16,0 0-176 0,1-1 160 0,-1 2-160 0,1 0 128 16,0-2-128-16,-2 4 128 0,2 2-128 0,-1 0 0 15,1 1 0-15,-1 1 0 0,1 2 0 0,0 2 0 16,-1 0 0-16,2 4 0 15,-2 1-528-15,1 2-48 0,0 0 0 0,0 2-17296 16</inkml:trace>
  <inkml:trace contextRef="#ctx0" brushRef="#br0" timeOffset="30425.93">22851 6220 5519 0,'-8'0'240'0,"2"0"64"0,0 0-304 0,2 0 0 0,2 0 0 0,0 0 0 16,0 1 1664-16,-2 1 288 16,-1-2 48-16,-3 2 16 0,1 1 704 0,1-2 144 0,2 0 16 0,4 1 16 15,0-2-848-15,3 1-160 0,4 1-32 0,0-4-16 31,3 2-640-31,2-1-128 0,2-1-32 0,2 0 0 16,2-3-368-16,0 2-80 0,2-1-16 0,-1-1 0 0,-1 0-176 0,-1 3-32 0,3-3-16 0,-2 1 0 16,0 1-192-16,-2 2-32 0,-2 0-128 0,-2-1 192 15,-2 1-192-15,-3 1 0 0,-1 1 0 0,-3 1 0 16,-2-2-368-16,-2 2-64 0,-3 0-16 16,-1 1 0-1,-2-1-1456-15,-1-1-288 0,-2 3-64 0,1-4-16 0,-1 2-224 0,0-1-32 0,0-1-16 0,0 0 0 16,2-1 896-16,0 1 176 0,1-2 48 0,2 2 0 0,0-2 1552 0,1 2 320 15,1-2 64-15,1 2 16 0,1-1 896 0,0 1 176 16,0 0 48-16,1 3 0 0,0-1-320 0,-1-2-64 16,1 4-16-16,-2 2 0 0,-1 0-32 0,-1 4 0 15,4-10 0-15,-12 26 0 0,12-26-256 0,-15 34-64 16,15-34-16-16,-19 42 0 0,19-42-112 0,-17 40 0 16,17-40-16-16,-15 43 0 0,15-43-160 0,-13 43-16 15,13-43-16-15,-10 40 0 0,10-40-336 0,0 0-64 16,-8 50-16-16,8-50 0 0,0 0-144 0,0 0 0 15,0 0 0-15,-3 40 0 0,5-38 0 0,0-2 0 0,0 0 0 16,0-2 0 0,1 0-368-1,0-3-48-15,0 2-16 0,0-3 0 16,0 1-1616-16,-2-2-320 0,-1 0-64 0,0 2 0 16,-1-2-832-16,-1 2-176 0,-1 0-16 0,-1-2-16 15,1 2 1328-15,-2 0 272 0,0 1 48 0,1-1 16 0,-1 0 2000 0,0 1 416 0,3 1 80 0,-1-2 16 16,1 3 1280-16,1-2 272 0,2 1 48 0,0 0 16 15,2 0-16-15,1 0 0 0,1-2 0 0,1 2 0 16,3-1-544-16,0-1-112 0,1 0-32 0,2 1 0 16,1-2-720-16,1 2-128 0,0-1-48 0,-1-2 0 15,2 3-464-15,0 1-112 0,0-2-16 0,0 3 0 0,2 0-128 16,-1-1 0-16,1 1 0 0,-2-1 0 0,0 1 0 0,-1 2 0 16,0-2 0-16,-1 2 0 0,-1 0-176 0,0-3 176 15,-2 3-128-15,0-2-10752 16,0 2-2128-16</inkml:trace>
  <inkml:trace contextRef="#ctx0" brushRef="#br0" timeOffset="32413.02">23310 6263 8287 0,'1'-2'736'0,"-1"-1"-592"16,1 1-144-16,-1 2 0 0,0 0 1168 0,0-1 208 16,1 0 32-16,0-3 16 0,0 1 1136 0,1 0 240 15,-1-1 32-15,0 1 16 0,1 1-1120 16,-2-1-208-16,1 3-48 0,-2-2-16 0,1 4-512 0,-1-2-112 16,-1 3 0-16,-1 2-16 15,-1-1-96-15,-1 4-16 0,5-8 0 0,-13 21 0 16,4-7-96-16,9-14-32 0,-21 31 0 0,21-31 0 0,-21 35-64 0,21-35-32 15,-21 36 0-15,21-36 0 16,-23 38-224-16,23-38-32 0,-22 38-16 0,22-38 0 0,-18 33-208 16,18-33 0-1,-14 26 0-15,14-26 0 0,0 0 0 0,0 0 0 0,-12 33 0 0,11-30 0 32,2-1-496-32,-1-2-32 0,2 0-16 0,2-2 0 15,0-1-592-15,0-2-112 0,3 1-32 0,-1-1 0 16,2-2-1216-16,-1-2-240 0,2 1-48 0,0-3-16 15,0-1 272-15,0 0 48 0,2-2 16 0,-2-1 0 16,0-3 1248-16,0-1 256 0,1-1 64 0,0 0 0 0,-2 0 896 0,1-1 0 0,2 0 0 0,-3-1 176 16,0 3 528-16,-1 2 128 0,-1 3 0 0,-1 5 16 15,-1 2 832-15,-1 0 176 0,0 4 16 0,-1 2 16 16,-1 1-32-16,0 1-16 0,0 2 0 0,-1 1 0 16,0 1-160-16,0-5-16 0,0 0-16 0,0 0 0 0,-4 40-592 0,4-40-112 15,0 0-32-15,-2 43 0 0,2-43-304 0,0 0-64 16,2 50-16-16,-2-50 0 0,0 0-144 0,3 55-16 15,-3-55-16-15,0 0 0 0,3 54-192 0,-3-54-32 16,0 0-128-16,1 51 192 0,-1-51-192 0,0 0 0 16,0 41 0-16,0-41 0 0,0 0 0 0,0 0 0 15,0 0 0-15,0 0 0 0,0 0-352 0,0 0-16 16,0 0 0-16,0 0 0 16,0 0-1392-16,0 0-288 0,0 0-48 0,0 0-12816 0</inkml:trace>
  <inkml:trace contextRef="#ctx0" brushRef="#br0" timeOffset="32586.1">23234 6459 1839 0,'-4'-1'160'0,"0"1"-160"0,2-2 0 0,2 2 0 16,0 0 1952-16,-1 0 352 0,0 0 80 0,-2-1 16 15,0 1 416-15,0-2 64 0,1 0 32 0,2 1 0 16,2 1-960-16,0-2-192 0,3 2-32 0,-1-1-16 16,2 0-656-16,0-1-128 0,2 0-32 0,0 1 0 15,1-1-512-15,2 0-96 0,-1 1-32 0,1-1 0 16,0 0-256-16,0 0 0 0,0 1-128 0,0-3-9104 15,1 3-1824-15</inkml:trace>
  <inkml:trace contextRef="#ctx0" brushRef="#br0" timeOffset="32949.37">23619 6218 911 0,'2'-4'0'0,"-1"1"0"0,0 0 0 0,-1 2 0 0,0 1 1488 0,0 0 224 16,0 1 32-16,-1-1 16 0,0 1 1760 0,0 1 336 15,-1 1 80-15,0 1 16 0,-1 3-1328 0,-2-2-256 16,0 3-48-16,5-8-16 0,-13 20-1088 0,13-20-240 16,-17 27-32-16,17-27-16 0,-19 35-288 0,19-35-48 0,-19 36-16 0,19-36 0 15,-18 38-160-15,18-38-32 0,-16 38-16 0,16-38 0 16,-16 35-64-16,16-35-16 0,-11 31 0 0,11-31 0 15,0 0-288-15,-11 42 160 0,11-42-160 0,0 0 128 16,0 0-128-16,0 0 0 16,-5 43 0-16,7-39 128 0,1-1 16 0,0-2 0 0,3 1 0 0,1-4 0 0,2-1 112 15,1 1 0-15,1-3 16 0,2 0 0 0,1-1-272 0,2 0 160 16,0-1-160-16,0-2 128 0,-1 1-128 0,-1 2 0 16,0-2 0-16,-1 2 0 0,-2 0-272 0,-2 2-48 15,-1-1 0-15,-3 2 0 16,0 1-1184-16,-2 0-240 15</inkml:trace>
  <inkml:trace contextRef="#ctx0" brushRef="#br0" timeOffset="33470.17">23978 6289 7423 0,'2'-5'160'0,"-1"2"32"0,-1 2 16 0,0-1 0 0,-1 0-208 0,0 2 0 0,0 0 0 0,-2-1 0 16,0 1 2528-16,-3 0 464 0,-1 0 80 0,-4 1 32 15,-1 1-976-15,-1 0-192 0,0-1-32 0,-2 2-16 16,0 0-736-16,1 0-160 0,0 0-32 0,1 0 0 0,2 0 80 16,1 0 16-16,1 1 0 0,2-2 0 0,1 0-256 15,1 1-48-15,1 0-16 0,1 0 0 0,2 0-336 0,0 0-64 16,1 2-16-16,1-3 0 16,0 1-320-16,3 1 144 0,0 1-144 0,1-1 0 15,0 1 0-15,2-1 0 0,-7-4 0 0,0 0 0 0,23 18 0 0,-23-18 0 16,0 0 0-16,25 21 0 0,-25-21 128 0,0 0-128 15,24 21 0-15,-24-21 0 0,0 0 0 0,23 24 0 16,-23-24 0 0,0 0 0-16,0 0 144 0,21 32-144 0,-21-32 0 0,0 0 144 0,0 0-16 0,0 0 0 0,6 41 0 0,-6-41 0 15,0 0 64-15,0 0 0 0,-17 26 0 0,10-20 0 16,-2-2-192-16,-2 1 192 0,0 0-192 0,-2-3 192 16,0 1-64-1,0-1-128-15,0 0 192 0,1 1-64 0,1-1-128 0,0-2 0 0,0 1 0 0,2-1 0 16,1 0-176-16,2 0-16 15,2-1 0-15,1 1-11168 0,2-2-2240 0</inkml:trace>
  <inkml:trace contextRef="#ctx0" brushRef="#br0" timeOffset="33749.44">24048 6310 3679 0,'1'0'320'0,"-1"-2"-320"16,1 2 0-16,0-1 0 0,0 1 784 0,-1-1 96 15,0 1 16-15,2 0 0 0,0-2 1312 0,1 0 272 16,1 1 48-16,0-1 16 16,1-1-704-16,1 0-144 0,0 2-32 0,1-2 0 0,1-1-656 0,1 1-144 15,1 2-32-15,1-2 0 16,1 1-64-16,0 1-32 15,1-1 0-15,-1-1 0 0,0 3-160 0,0-2-16 0,-2 2-16 0,-2 0 0 16,0 0-384-16,-2 0-160 0,0 2 128 0,-2-1-128 31,-2 1-608-31,-2 0-208 0,-1 1-32 0,-1-1-11568 0</inkml:trace>
  <inkml:trace contextRef="#ctx0" brushRef="#br0" timeOffset="34049.99">24149 6289 1839 0,'2'-2'160'0,"-1"2"-160"16,0 0 0-16,-1 0 0 0,1 0 1488 15,-1 0 272-15,0 0 48 0,2 2 16 0,0-2 1056 0,0 1 224 16,-1 1 32-16,-1 0 16 0,-1 3-368 0,-2 0-80 16,0 1-16-16,3-6 0 0,0 0-1072 0,-19 27-208 15,19-27-64-15,-17 26 0 0,17-26-576 0,-17 31-112 16,17-31-16-16,-19 31-16 0,19-31-160 0,-17 33-16 0,17-33-16 0,-13 31 0 16,13-31-96-16,0 0-16 0,-13 47 0 0,13-47 0 15,0 0-192-15,-3 40-128 0,3-40 128 16,0 0-128-16,0 0 0 0,0 0 128 0,15 41-128 0,-10-37 0 15,1-1 128-15,0-1-128 0,1-2 128 0,0 0-128 16,1 0 192-16,-1-2-48 0,0 0 0 16,0 1 0-16,-1-1-144 0,0-1 0 0,-1 0 0 0,-2 0 0 15,1-2 0-15,-1 2 0 0,0-1 0 0,-2-1 0 16,0 0-800 0,0 0-144-16,0 0-16 0,-1 1-16 0,0-1-2272 0,-2-2-448 0</inkml:trace>
  <inkml:trace contextRef="#ctx0" brushRef="#br0" timeOffset="34201.24">24065 6435 11967 0,'0'0'1072'0,"0"0"-864"16,0 1-208-16,1-1 0 0,1 0 2432 0,1 1 448 15,2 0 96-15,3 0 16 0,4 1 752 0,5-1 160 16,6 1 16-16,3 0 16 0,4-2-2272 0,1 0-448 16,2 0-80-16,1-2-32 0,0 2-720 0,0 0-160 15,-3 2-32-15,-2 0-18560 0</inkml:trace>
  <inkml:trace contextRef="#ctx0" brushRef="#br0" timeOffset="37255.72">1173 7150 10127 0,'2'0'896'0,"-2"-2"-704"0,0 2-192 0,0-2 0 16,0 2 944-16,0-1 144 16,0 1 48-16,0-2 0 0,0 0 608 0,0 1 128 0,0-1 32 0,-1 2 0 15,0 2-688-15,-1-1-128 0,0 3-16 0,0-1-16 16,0 1-496-16,0 2-112 0,-1 2 0 0,0 0-16 15,1 1-48-15,-2 1 0 0,1 1 0 0,-1 1 0 16,0 3-32-16,-2 1-16 0,1 3 0 0,-1 1 0 0,1 1-48 16,-2 1-16-16,1-1 0 0,1 0 0 0,-1 0-48 15,2-2-16-15,1-2 0 0,1-1 0 0,1 0 96 0,1-3 16 16,1 0 0-16,0-3 0 0,2 2-320 0,0-5 128 16,1 0-128-16,0 0 0 0,1-2 128 0,1-2-128 15,1-1 0-15,1-2 0 0,1 0 0 0,0-3 160 16,3-1-160-16,-1-3 128 0,-3 3 0 0,1-2-128 15,2-1 192-15,0 0-64 32,0-2-576-32,-2 0-112 0,0 1-16 0,-1 2-16 0,-3 0-880 0,0-1-160 0,-1 2-32 0,-2-2-6400 0,-2 3-1280 0</inkml:trace>
  <inkml:trace contextRef="#ctx0" brushRef="#br0" timeOffset="37485.25">990 7425 7359 0,'-11'3'320'0,"5"-1"80"0,1 0-400 0,2-2 0 0,2 2 0 0,0-2 0 16,1 0 1408-16,-1 0 208 0,-1 0 48 0,1-2 0 16,2 1 944-16,2-2 192 0,0 0 32 0,3 0 16 15,0-1 144-15,2-1 16 0,0 0 16 0,1 1 0 16,1-1-2768-16,1-1-544 0,1 3-112 0,0-2-32 0,0 2 432 0,1 1 144 16,0 0 0-16,0 2 0 0,1 0-144 15,0 0 0-15,-14 0 0 0,28 0 0 0,-14 0-128 0,0 0-128 16,0 0 0-16,0-2-16 31,-1 1-1120-31,0-1-208 0,0 0-64 0,-1 1 0 0,0-2-912 0,-2 2-192 0</inkml:trace>
  <inkml:trace contextRef="#ctx0" brushRef="#br0" timeOffset="37791.97">1370 7342 9215 0,'0'-2'400'0,"0"2"96"0,0-2-496 0,0 1 0 15,0-1 0-15,-1 2 0 0,1 0 1920 0,-1 0 304 16,0-2 48-16,-1 1 16 0,0-1 208 0,0 0 64 0,1 2 0 0,-1-2 0 15,-1 2-960-15,1 2-192 0,-1 0-48 0,1 0 0 16,0 3-512-16,-1 0-96 0,0 3-32 0,0 0 0 16,1 2-256-16,-1 0-48 0,1 0-16 15,0 1 0-15,1 1-80 0,1 0-32 0,0-1 0 0,2-1 0 16,1 0-112-16,0-4-32 0,0-1 0 0,1-1 0 16,1-1 32-16,0-3 0 15,3 0 0-15,0-2 0 16,1 0 48-16,0-5 16 0,2 2 0 0,-1-2 0 15,0-2-112-15,-1 1 0 0,1-1-128 0,-2 0 192 0,-1-1-192 0,-1 0 0 16,-2 3 0-16,-3-2 0 0,-1 2 0 0,-3 0 0 0,-2 1 0 0,-2 2 0 16,-3-1 0-16,-1 3 0 0,0-1 0 0,-1 1 0 15,0 1-144-15,-1 1 144 16,2 0 0-16,0 1-144 0,1 1 0 0,1 1 0 0,3-1 0 0,0 1 0 31,3 1-560-31,1-1-128 0,3 1 0 0,0-1-15296 0</inkml:trace>
  <inkml:trace contextRef="#ctx0" brushRef="#br0" timeOffset="38515.5">2066 7323 7359 0,'0'3'656'0,"1"-3"-528"0,-1 2-128 0,0-2 0 16,0 1 1424-16,0 0 256 0,1 1 48 0,-1 3 16 16,1 0 1392-16,0 0 288 0,1 0 48 0,0-1 16 15,0-1-992-15,1-1-208 0,1-2-48 0,0 0 0 16,0-3-1104-16,1-1-240 0,1 0-32 0,-2-2-16 16,1 2-400-16,-1-4-64 0,0 2-32 0,0-2 0 15,0 1-224-15,-3-2-128 0,1 1 128 0,-1-1-128 16,0 2 0-16,-2 0 0 0,-1 1 0 0,0 0 0 15,-2 1 0-15,-1 3 0 0,-1-3 0 0,-2 3 0 16,0 2 0-16,-2 0 0 0,0 0 0 0,0 2 0 16,0 1 0-16,1 1-128 0,-1 4 128 15,-1 1 0-15,3 3 0 0,-1-1-160 0,1 4 160 0,0-1 0 16,2 1-256-16,-1 2 64 0,1-1 16 0,2 0 0 0,0 1 176 0,1-3-160 16,2-2 160-16,2-3-160 0,0-1 160 0,1-1 0 15,1-1 0-15,1-3 0 0,-1-1 0 0,2-1 0 16,1-2 0-16,0-1 0 0,1-1 0 0,1-1 0 15,-1-1 0-15,2-2 128 0,-1 0-128 0,0-2 0 16,2 1 0-16,-2-1 0 0,0-1 0 0,1 1 0 16,-1-1 0-16,-1 1 0 0,1 2 0 0,-3-1-192 15,0 2 192-15,-1-2-192 0,-1 4-64 0,-1-1 0 0,0 0-16 16,-1 3 0-16,0 2 272 0,-1 0 0 0,-1 1-128 0,0 0 128 16,-1 4 0-16,0 0 0 0,1-1 0 0,-2 2 0 15,2 0 0 1,-1 1 0-16,1 0 0 0,1 3 0 0,0-3 128 15,1 0-128-15,1 0 176 0,1 0-176 0,0-2 352 0,2 0-32 16,1-1-16-16,0-3 0 0,1 1 16 0,1-2 0 0,-1 0 0 0,2-3 0 16,0 1-64-16,0-2-16 0,0 1 0 0,-1-2 0 15,-1 2-240-15,0-1 0 0,-1 2 0 0,0 0-11712 16,-1 1-2400-16</inkml:trace>
  <inkml:trace contextRef="#ctx0" brushRef="#br0" timeOffset="42151.53">3084 7271 11967 0,'0'-2'1072'0,"0"1"-864"16,-1 1-208-16,1 0 0 0,0-2 1408 0,0 2 224 15,0-2 48-15,1 0 16 0,0-3 688 0,0 1 144 16,0-1 32-16,0-1 0 0,1 2-928 0,0-1-176 16,-1-1-48-16,0 0 0 0,-1 1-752 0,0-1-144 15,0 0-48-15,-2 2 0 0,-1-1-256 0,0 0-48 16,0 3-16-16,-3-2 0 0,-2 3-144 0,-2-1 0 16,-3 2 0-16,-2 2 0 0,0-1 0 0,-1 3 0 15,-1 1 0-15,1 2 0 0,-1 0 0 0,0 2 0 16,3 1 0-16,-1-1 0 0,2 1 0 0,0 1 0 0,2 1 0 0,0 0 0 15,2 0 0-15,2 2 0 0,-1 0-128 0,2 1 128 16,0 2 0-16,3-3 0 0,-1 0 0 0,1 2 0 16,1-3 0-16,0 1 0 0,1 2 0 0,1-3 0 15,1 0 128-15,1-3-128 0,1-2 128 0,1-2-128 16,1-1 224-16,1-1-32 0,1-1-16 0,2-3 0 16,-1-2-16-16,2-1 0 0,1-1 0 0,3-4 0 15,1-1 0-15,1-3 0 0,1 0 0 0,1 0 0 0,1-1-160 16,0 0 0-16,1-1 0 0,3 0 0 0,-2 2 0 0,0 0 0 15,-2 3 0-15,-3-1 0 0,-2 3 0 0,-4 1 0 16,-1 1 0-16,-2 2 0 0,-2 3 0 0,-1 0 0 16,-1 5 0-16,-2-2 0 0,-1 3 0 0,-1-1 0 15,-1 0 0-15,0 2 0 0,-2-1 0 0,0-1 0 16,1 0 0-16,-1 2 0 0,0-2 0 0,2-2 0 16,-1 1 0-16,1 1 0 0,1-1 0 0,0 1 0 15,1-1 0-15,1 0 0 0,0 0 0 0,1 1 0 16,0-1 128-16,0 0-128 0,2 1 0 0,0-2 0 0,0 2 0 15,2-2 0-15,0-1 0 0,0-2 0 0,1 0 128 16,0-2-128-16,1-1 0 0,1-2 0 0,0 1 0 0,-1-4 128 16,1 0-128-16,-2 0 0 0,1-1 0 0,-2 2 0 15,1-3 0-15,-3 1 0 0,0 0 0 0,-1 1 0 16,-2-1 0-16,0 4 0 0,-2-3 0 0,-1 2 0 16,-1 1 0-16,-3 2-144 0,0-1 144 0,-2 1 0 15,-3 1 0-15,0 2-128 0,-1 0 128 0,0 2 0 16,-1 3 0-16,0-2-128 0,1 4 128 0,1-1 0 0,2 2 0 0,0-1-128 31,2 2 128-31,0-1 0 0,2-1 0 0,1 0 0 0,1-2 0 0,1 0 0 0,2-1 0 0,1-2 0 16,1 0 0-16,2-2 0 0,1-2 0 0,0 1 0 15,2-2 0-15,1-3 0 0,0 2 0 0,2-5 0 16,0 4 0-16,0-3 0 0,2-1 0 0,-1 1 0 16,0-1 0-16,0 3 0 0,0-2 0 0,0 4 0 15,0-1 0-15,-1 0 0 0,0 3 0 0,0 0 0 0,-2 1-128 16,-1 2 128-16,1 1 0 0,-2 0 0 0,0 3-128 0,-1-2 128 15,-2 2 0-15,1 1 0 0,0-1 0 16,-2 0 0-16,1 2 0 0,-1-2 0 0,0 2 0 0,-1-3 0 31,0 3 0-31,0-2 0 0,-1 0 0 0,-1 0 0 0,1-1 0 0,-1 1 0 0,-1-2 0 0,0 1 0 16,0 1 0-16,-1-2 128 0,2 0-128 0,-2 0 0 16,1 0 0-16,0-3 0 0,0 2 0 0,0-2 0 15,2 1 128-15,-1-1-128 0,1-1 0 0,0-1 0 16,1 0 0-16,0-1 128 0,2-1-128 0,0-1 0 15,2 0 0-15,-1-2 0 0,3 0 0 0,-1-1 0 16,3-1 0-16,-1 0 0 16,1-1 0-16,2 0 0 0,0 1-208 0,1 0 64 0,1-1 16 0,-2 1 0 0,0 2-144 0,-1-1-32 15,-1 4 0-15,0 1 0 0,-2 1 304 0,0 0-128 16,-1 1 128-16,-1 2 0 0,-1 1 0 0,-1 1 0 16,0 1 0-16,-1-1 0 0,-1 2 144 0,0 1-16 15,-1 1 0-15,-1 1 0 0,-1 2 224 0,-1 1 32 16,0-1 16-16,0 2 0 0,0-1-64 0,-1 1-16 15,0-1 0-15,1 1 0 0,1-2-128 0,1 0-16 16,0-1-16-16,1-2 0 0,1-2-160 0,0 0 0 16,2-3 0-16,1 0 128 15,1-2-128-15,-1-2 0 0,1 0 0 0,1-1 0 32,-2-2-896-32,2 1-144 0</inkml:trace>
  <inkml:trace contextRef="#ctx0" brushRef="#br0" timeOffset="42663.53">3765 7242 11055 0,'1'-2'480'0,"0"0"112"0,1-1-464 0,-1-1-128 0,0 3 0 16,0-1 0-16,0 0 1360 0,0-2 256 0,1-2 48 0,0-1 16 15,0-1 528-15,-1-1 96 0,-1 1 32 0,-1 0 0 16,-2 3-656-16,1 0-128 0,-3 1-16 0,-2-1-16 16,1 1-592-16,-2 3-112 0,-2 1-32 0,0 0 0 15,0 3-352-15,0 4-80 0,-2 0-16 0,1 2 0 16,-1 2-16-16,1 2 0 0,0 2 0 0,0 4 0 15,1 1-192-15,0 2-128 0,1 2 128 0,2 0-128 16,-1-1 128-16,4-2-128 0,0-1 160 0,2-4-160 16,3-2 288-16,-1-14-32 0,0 0-16 0,0 0 0 15,0 0-240-15,30 40 144 0,-30-40-144 0,0 0 128 0,32 3-128 16,-19-6 0-16,3-3 0 0,-1-2-176 16,1-1-1136-1,-2-2-224-15,3-1-64 0,0-1-13488 0</inkml:trace>
  <inkml:trace contextRef="#ctx0" brushRef="#br0" timeOffset="43072.49">3840 7285 1839 0,'-5'6'160'0,"1"-3"-160"15,1 1 0-15,1 0 0 0,1 0 2048 0,0-3 368 16,0 3 80-16,0 2 0 0,-1 1 672 0,0 4 128 16,2-2 32-16,2-1 0 0,1-2-864 0,1-2-160 15,2 0-48-15,0-4 0 0,3 0-992 0,0-3-208 16,1-1-32-16,1-1-16 0,-1 0-608 0,1-3-112 15,-1 0-32-15,1 1 0 0,-1-2-256 0,-1 1 0 0,0-1 0 0,-2 1 0 16,1 1 0-16,-1-2 0 0,0 1 0 0,-2 2 0 16,0-2-256-16,-2 2-48 15,-1-2-16-15,-2 3 0 16,0-2-512-16,-2 0-128 0,-2 0 0 0,-1 3-16 16,0 1 240-16,-3 0 48 0,2 1 16 0,-2 4 0 0,-2 1 240 0,1 2 48 0,-1-1 16 0,0 4 0 15,0 1 368-15,0 0 0 0,1 3 0 0,1 0 128 16,-1 3 352-16,3 1 64 0,0 3 16 0,1-3 0 0,0 1 272 15,1-2 48-15,2-3 16 0,1-1 0 0,1-1-128 0,3-1 0 16,1-2-16-16,1-2 0 0,2-3-208 0,1 0-32 16,3-2-16-16,-1 0 0 0,1-2-288 0,0-2-48 15,1-1-16-15,0-1 0 0,0 0-144 16,1-1 0-16,-1-1 0 0,0 2-176 16,0-4-688-16,0 3-144 0,1-2-16 0,-1-1-16 15,0 1-1312-15,1 0-256 0,-1 1-48 0,1-4-9600 0</inkml:trace>
  <inkml:trace contextRef="#ctx0" brushRef="#br0" timeOffset="43308.33">4184 7157 9215 0,'0'-4'400'0,"0"3"96"0,0-1-496 0,-1 2 0 0,1 0 0 0,0 0 0 16,0-2 1664-16,0 2 256 0,0 0 32 0,0 0 16 16,0-2 240-16,0 2 48 0,0 2 16 0,-1 0 0 15,0 1-288-15,0 6-64 0,-1 0-16 0,0 1 0 16,-1 5-688-16,1 3-144 0,-2 1-32 0,0 4 0 15,0 1-464-15,-1 3-112 0,0 3-16 0,0-1 0 16,1-3 0-16,-1 1-16 0,0 1 0 16,1 0 0-16,1-2-128 0,2-3-32 0,0 1 0 0,1-24 0 15,3 36-272-15,-3-36 0 0,0 0 0 0,0 0 0 0,0 0 0 16,0 0 0-16,0 0 0 0,0 0 0 16,0 0-624-16,0 0-80 0,34 2 0 0,-31-14-16 15,2 0-1728-15,-1-2-352 0,-1-1-64 0,1-2-10480 16</inkml:trace>
  <inkml:trace contextRef="#ctx0" brushRef="#br0" timeOffset="43564.64">4164 7227 10127 0,'0'-6'448'0,"-1"1"96"0,1 3-544 0,0 0 0 0,0 0 0 0,0 1 0 0,0 1 1952 0,1-2 288 16,1 0 48-16,1 1 16 0,0-1 64 0,2 0 0 16,2 0 16-16,-1-1 0 0,2 0-896 0,1 1-176 15,0 1-32-15,1 0-16 0,0-1-672 0,2 2-128 16,-1 0-16-16,-2 0-16 15,-1 2-256-15,1 0-48 0,-9-2-128 0,0 0 192 16,0 0-192-16,0 0 128 0,0 0-128 0,22 45 0 0,-23-33 224 0,-4 1-48 0,0 0-16 0,-3 2 0 16,-1-1 64-16,0-2 16 0,0 2 0 15,-3-4 0-15,2 1-64 0,0-4-16 0,1 3 0 0,0-6 0 16,2 1-160-16,1 0 128 0,2-3-128 0,0-2 128 16,2 1-128-16,1-2 0 0,1-1 0 0,2 0 0 15,2-1-656 1,0-1-112-16,1 0-32 0,3-1-9360 0,0-1-1872 0</inkml:trace>
  <inkml:trace contextRef="#ctx0" brushRef="#br0" timeOffset="43881.04">4448 7162 13823 0,'6'-5'608'0,"-2"0"128"0,1 1-592 0,-3 4-144 0,0-3 0 0,-1 3 0 15,0 0 1696-15,0-2 304 0,2 0 64 0,1 1 16 0,-2-1 480 0,1 2 80 16,-2 2 32-16,-1 3 0 15,-1 0-1056-15,-1 2-208 0,0 3-32 0,-1 1-16 16,-1 4-848-16,-1 1-192 0,1 1-16 0,-2 2-16 16,1 0-288-16,-2-2 0 0,3 2 128 0,-1-1-128 15,1-3 0-15,3-1 0 0,1-2 0 0,0-3 0 16,0-9 128-16,0 0-128 0,0 0 0 0,0 0 0 16,0 0 0-16,0 0 0 0,20 40 0 0,-17-39 0 15,0 1 0-15,1-2 0 0,0-2 0 0,-1 1-144 16,1 1-320-16,0-3-64 0,-1 2-16 0,1-2 0 15,0-1-288-15,0 1-64 0,0 1-16 0,0-3 0 16,0 0-144-16,-1 1-32 0,1-1 0 0,0-1 0 16,-1 0-160-16,-1-1-32 0,1 0-16 0,-1-2 0 15,0 1-288-15,-2-2-48 0,1 1-16 16,-2-2-6944-16</inkml:trace>
  <inkml:trace contextRef="#ctx0" brushRef="#br0" timeOffset="44070.24">4328 7311 4607 0,'-10'6'192'0,"3"-3"64"0,0 1-256 0,2-2 0 0,4 0 0 0,0-2 0 16,0 1 2416-16,0 0 432 0,0 1 96 0,1-2 0 16,4 0 688-16,2-3 128 0,5-2 16 15,2-1 16-15,3-1-1072 0,3-2-224 0,1-1-32 0,1 1-16 16,2-1-1360-16,0 1-288 0,1-1-48 0,-2 3-16 16,0 0-544-16,0 2-192 0,-2 1 144 0,0 3-12128 15,-20 1-2432-15</inkml:trace>
  <inkml:trace contextRef="#ctx0" brushRef="#br0" timeOffset="46451.91">5193 7102 11967 0,'1'-2'1072'0,"-1"2"-864"16,0 0-208-16,0 0 0 0,-1 2 944 0,0-2 144 16,0 1 16-16,0 3 16 0,-2 0 576 0,0 2 112 0,-1 3 32 0,-1 2 0 15,-1 2-816-15,1 3-176 0,-1 4-16 0,0-1-16 16,-1 4-256-16,1 3-48 0,-1 0-16 0,2 0 0 15,-1-2 976-15,2 1 192 16,0-4 32-16,1-3 16 0,2-1-992 0,0-5-192 0,2-1-32 0,2-3-16 16,1-3-944-16,-1 0-192 0,2-1-48 0,0-4 0 0,0 0 832 0,2-2 176 15,0-1 16-15,0-2 16 0,3-2 32 0,0 0 0 16,1-2 0-16,1 0 0 16,0-1-176-16,0 0-16 0,-1 1-16 0,0 0 0 0,-1 0-448 0,-2 0-96 15,0 1 0-15,-3 2-16 16,0-1-1760-16,-3 0-336 0,-1 3-80 0,-3-2-10112 0</inkml:trace>
  <inkml:trace contextRef="#ctx0" brushRef="#br0" timeOffset="46641.57">5064 7291 3679 0,'-10'1'320'0,"3"-1"-320"0,2 2 0 0,4-1 0 16,0 1 1728-16,-1-1 288 16,-5 3 48-16,-3 1 16 0,-1 4 736 0,1-2 160 15,4 0 32-15,3 1 0 0,4-2 288 0,3-1 64 16,2-2 16-16,3-3 0 0,2 0-2608 0,2-3-528 15,2-1-112-15,0-1 0 0,1-2 160 0,1 0 32 0,2-3 16 0,-2 0 0 16,0 1-336-16,0-3 128 0,0 3-128 0,1-3 0 16,-2 1-368-16,1 0-144 0,-1-1-16 0,-1 3-16 15,0-2-2048 1,-2 2-416-16</inkml:trace>
  <inkml:trace contextRef="#ctx0" brushRef="#br0" timeOffset="47019.9">5378 7000 2751 0,'-2'-8'256'0,"1"3"-256"31,0 2 0-31,0 1 0 0,1 2 1776 0,-1 0 304 0,0 2 64 0,-1-2 16 0,0 2 528 0,-2 1 128 16,1 4 0-16,-1 1 16 0,0 5-224 0,-1 2-48 15,2 1-16-15,-1 3 0 16,0 0-1040-16,2 0-208 0,0 0-32 0,-1-2-16 16,1 2-528-16,-1 0-96 0,1 2-32 0,1-2 0 0,-1 1-208 0,-1 1-64 0,0 2 0 0,-1 1 0 15,0 1-112-15,0-1-16 16,-1-2-16-16,1-4 0 0,1-3-176 0,1-3 0 0,0-3 0 15,2-1 128 1,0-2-128-16,1-3 0 0,1-3 0 0,1 0 0 0,0-3 0 0,0-1 0 0,2-3 128 0,2 0-128 16,0-2 0-16,1-4 0 15,2 1 0-15,1-2 128 16,0 0-128-16,0-3 0 0,0 1 0 0,0 1 0 16,-2 3-192-16,0 0 192 0,-1 3-192 0,0 2 192 0,-2 2-176 15,0 3 176-15,-1-1-128 0,-1 4 128 0,-1 1 0 0,-1 1 0 16,0 3 0-16,-1 2 0 0,0 1 0 15,0 0 0-15,0 3 0 0,0 0 128 0,0 0-128 0,0 0 176 16,1-2-176-16,-1-1 192 0,0 0-64 0,0 1 0 16,1-5 0-16,1 2 0 0,1-3-128 0,-1-3 0 15,0 1 144-15,2-2-144 0,0-2 0 0,0-1 0 16,0-1 0-16,1-1-11584 16,1 0-2288-16</inkml:trace>
  <inkml:trace contextRef="#ctx0" brushRef="#br0" timeOffset="47685.88">5603 7286 11967 0,'-1'-1'528'0,"0"1"112"0,1-2-512 0,-1 2-128 0,1-2 0 0,0 1 0 15,0 1 1600-15,0-2 272 0,0 0 64 0,0-1 16 16,1-2-336-16,-1-1-64 0,0 1-16 0,0 0 0 16,0 0-480-16,0 0-96 0,-2 1-32 0,1-3 0 15,-1 2-320-15,-1 0-64 0,0 0-16 0,-1 3 0 16,-1 0-272-16,0 2-48 0,-2 2-16 0,1 0 0 15,0 3 64-15,0 1 0 0,-1 2 0 0,1 2 0 16,0 1 112-16,0 1 16 0,1 3 16 0,-1 1 0 16,3 1 0-16,-1-1 0 0,0-1 0 0,3-1 0 15,0-4 48-15,1 1 16 0,0-11 0 0,0 0 0 0,0 0-48 0,0 0-16 16,0 0 0-16,0 0 0 0,33 31-272 0,-27-33-128 16,1 0 0-16,0-2 128 0,1-2-128 0,0-1 0 15,1-2 0-15,1 1 0 0,-2-1 0 0,0-2 0 16,0-2 0-16,-1 1 0 0,-1 1-176 0,-2 1-16 15,0-1 0-15,-1 3 0 0,-1-1-16 0,-1 4-16 16,-1 2 0-16,0-1 0 0,0 3 224 0,0 1 0 16,-1 3 0-16,0 0 0 0,-1 3 0 0,0 0 0 15,0 2 0-15,-1 2 0 0,2 2 0 0,0-2 208 0,-1 1-64 16,2-1-16-16,0-1 160 0,2-1 32 0,-1-1 0 0,1 0 0 16,2-3-96-16,0 1-16 0,0-2 0 0,2-1 0 15,-1-2-208-15,1-2 128 0,0-1-128 0,0-1 0 16,1-1 0-16,2-2 0 0,-1-1 0 0,1-1 0 15,2-3 0-15,-1-2 0 0,0 0 0 0,0-2-160 32,0 1-720-32,0 1-144 0,-2 1-16 0,1-1-16 0,0 0-432 15,-2 0-96-15,1 0-16 0,-3 0 0 0,1 0 672 16,-1-1 128-16,0-2 32 0,-2 1 0 0,-1 2 576 0,0 0 192 0,-1 4 0 0,0 3-160 16,-1 1 752-16,-1 3 160 0,0 2 16 0,0 2 16 15,0 1 560-15,-1 2 96 0,-1 2 32 0,0 2 0 0,0 2-576 16,1 1-96-16,-1 0-32 0,1 1 0 0,-1 4-304 0,1 1-64 15,0 5-16-15,1 1 0 0,0 0-144 0,0 1-48 16,0 0 0-16,1-1 0 0,0 1-48 0,0-2-16 16,0-4 0-16,0-1 0 0,0-17-128 0,1 26 0 15,0-16 0-15,0-2 0 0,0-2 0 0,0-3 0 16,0-1 0-16,0-2 0 0,0-3 0 16,0-2-224-16,1 1 48 0,0-4 16 15,0-1-1408-15,-1 0-288 0,0-2-48 0,-1 0-13344 0</inkml:trace>
  <inkml:trace contextRef="#ctx0" brushRef="#br0" timeOffset="47872.08">5718 7195 1839 0,'-5'0'160'0,"2"-3"-160"15,1 3 0-15,1 0 0 0,1 0 3072 0,1 0 592 16,0 1 112-16,0-1 32 0,2 2-80 0,1-1-16 16,1 1 0-16,3-2 0 0,-1 2-992 0,1-2-208 15,2-2-32-15,-1 2-16 0,1-3-1440 0,0 0-304 0,2 0-48 0,-1-2-16 0,2 0-448 0,-2 1-80 16,1-2-128-16,-1 0 176 0,0 0-176 0,0-1 0 15,0 2 0-15,0-2 0 16,2 0-784-16,1 1-96 0</inkml:trace>
  <inkml:trace contextRef="#ctx0" brushRef="#br0" timeOffset="48224.71">6304 7133 21183 0,'-3'3'944'0,"1"-1"192"0,0 0-912 0,1-2-224 15,0 1 0-15,1 1 0 0,0-2 1888 0,0 2 336 16,-1-1 64-16,1 1 16 0,0 0-192 0,1 0-16 16,1 1-16-16,0 0 0 0,0-1-1088 0,2 1-224 15,-1 0-32-15,1 0-16 0,0 0-512 0,-1 0-208 16,2 0 176-16,0 0-176 0,-3 0 0 0,2-1 0 15,0 1 0-15,0-2-11792 16,-1 1-2352-16</inkml:trace>
  <inkml:trace contextRef="#ctx0" brushRef="#br0" timeOffset="48414.33">6293 7254 9215 0,'0'2'816'0,"0"-1"-656"0,0 1-160 0,0-1 0 0,0 1 2704 16,-1 2 512-16,0 1 112 0,-1 4 0 0,0 5-16 0,-1 1-16 16,0 2 0-16,1-3 0 0,1 0-1888 0,0-2-368 15,2-3-80-15,0-2 0 0,1-1-704 0,1-1-256 16,1-4 176-16,1 1-176 16,-1-4-1200-16,3-2-336 0</inkml:trace>
  <inkml:trace contextRef="#ctx0" brushRef="#br0" timeOffset="48745.55">6568 7172 12895 0,'5'-3'576'0,"-2"0"112"16,0 1-560-16,-1 1-128 0,-1 0 0 0,-1 1 0 0,0 0 2016 0,1-2 368 0,0 2 80 16,0-2 16-16,0 1 272 0,-3 1 64 0,0 0 16 0,-3 0 0 15,2 0-1168-15,-3 3-224 0,-1 0-48 0,1 0-16 16,-1 2-720-16,-1-1-144 15,2 2-16-15,-3-1-16 0,1 1-304 0,1 2-176 0,-1-3 192 0,3 2-192 16,1 0 128-16,0 0-128 0,2-3 0 0,2 2 0 16,0 0 256-16,2-1-48 0,1 0-16 0,-3-5 0 15,0 0-64-15,0 0 0 0,0 0-128 0,0 0 192 16,36 24-192-16,-36-24 0 16,0 0 0-16,0 0 0 0,0 0 144 0,38 26-144 0,-38-26 128 0,0 0-128 15,0 0 128-15,0 0-128 0,0 0 0 0,17 38 128 0,-19-31-128 16,-2 0 0-16,-1-2 144 0,-3 2-144 0,0 0 128 0,-1 0-128 15,-2-2 160-15,-1 2-160 0,-2 0 128 0,-2-2-128 16,-2 2 0-16,0-4 0 0,0 1 0 0,-2 0 0 16,-1-1 0-16,2 0-18336 15</inkml:trace>
  <inkml:trace contextRef="#ctx0" brushRef="#br0" timeOffset="51477.55">7326 7202 11055 0,'-1'-2'976'0,"1"0"-784"0,0 2-192 0,-1 0 0 16,1 0 704-16,-1-2 112 0,-1 1 16 0,0-2 0 15,0 1 496-15,0 0 96 0,-1 0 32 0,0-1 0 16,0 3-224-16,0 3-32 0,0-1-16 0,-1 2 0 0,-1 4-416 0,0 1-96 16,-2 3-16-16,1 5 0 0,-2 1 592 0,0 4 112 15,0 4 32-15,-1-1 0 0,0 0-480 16,0-3-80-16,-1 1-32 0,0-3 0 0,2 0-256 0,1-5-48 15,0-1-16-15,3-5 0 0,2-2-96 16,0-1 0-16,2-2-16 0,0-2 0 0,2-2-208 0,-1-2-32 16,3 0-128-16,0-4 192 0,1 2-192 0,1-6 0 15,0 1 0-15,1-3 0 0,0 0-208 0,0-2-144 16,-1 0-32-16,1-1 0 16,-1 1-512-16,0-1-128 0,-1 0 0 0,-1 0-16 15,0-1 304-15,0 1 64 0,-2 0 16 0,1 0 0 0,0 3 384 0,0 0 80 0,1 2 0 0,0-1 16 16,1 2 176-16,-1 1 0 0,2 3 0 0,-1-2 0 15,2 3 0-15,-1-1 0 0,2 2 192 0,-2 1-64 16,1 2 256-16,-2 0 64 0,2 2 16 0,-2 3 0 16,-5-5 160-16,0 0 16 0,0 0 16 0,0 0 0 15,20 38-208-15,-20-38-64 0,0 0 0 0,5 35 0 16,-5-35-96-16,-2 27-32 0,0-11 0 0,-1-1 0 16,-2 0-128-16,1 0-128 0,-2 0 192 0,0 1-192 15,1-4 160-15,0 0-160 0,3-3 128 0,-1-1-128 0,1-2 0 16,1 0 0-16,1-2 0 0,0-4 0 0,1 0 0 0,2 0-144 15,0-4 144-15,0 1-208 16,2-2-1440-16,0-1-272 0,0 0-64 16,1-1-12032-16</inkml:trace>
  <inkml:trace contextRef="#ctx0" brushRef="#br0" timeOffset="51878.11">7419 7324 7359 0,'-1'2'656'0,"1"-2"-528"15,0 0-128-15,0 0 0 0,0 2 2000 0,0-2 368 0,0 1 80 0,1 0 16 16,0 1 352-16,2 1 64 0,0-1 0 0,1-1 16 16,2-1-1232-16,0-1-240 0,3-1-48 0,-1-1-16 15,2-1-704-15,2-5-144 0,1 2-16 0,-2-2-16 16,1 0-224-16,-1 0-32 16,-1 0-16-16,-1 1 0 0,1 2-208 0,-4-2 0 0,1 4 0 0,-3-1 0 15,1-1 0-15,-2 0 0 16,-2 0 0-16,-1 0 0 0,-1 1-208 0,-3 3 16 15,-1-3 0-15,0 1 0 0,-3 3-288 0,0-2-48 0,-2 2-16 0,-1 1 0 0,0 1 192 0,-1 2 32 16,1 0 16-16,1 4 0 0,0-2 304 0,0 3 0 16,1 1 0-16,2 0 0 0,-1 2 224 0,2 1 48 15,0 3 16-15,1 0 0 0,0 1 224 0,2 0 64 16,1-1 0-16,0-2 0 0,2-1-96 0,1 0-16 16,-1-12 0-16,0 0 0 0,0 0-32 0,0 0-16 0,0 0 0 15,24 40 0-15,-17-37-160 0,1-3-16 0,0 0-16 0,1-2 0 16,1-1-224-16,2-1 176 0,-1-3-176 0,0 0 160 15,-1-1-160-15,1 1 0 0,1 0 0 0,0-2 0 32,0 2-1184-32,0-1-160 0,1 1-48 0,-2-2 0 0,1 1-1904 15,-2 0-384-15</inkml:trace>
  <inkml:trace contextRef="#ctx0" brushRef="#br0" timeOffset="52601.17">7693 7297 7359 0,'3'1'320'0,"-2"-1"80"0,0 0-400 0,-1 0 0 0,0 0 0 0,0 0 0 0,0-1 2064 16,2 1 336-16,0-3 64 0,1 0 16 15,1 0 352-15,-1-2 80 0,2 0 16 0,-1 0 0 16,-1-2-1088-16,1 1-224 16,0 0-32-16,-1-1-16 0,0 2-864 0,0-2-160 0,-1 2-32 0,-1 1-16 0,0-1-352 0,-1 0-144 31,0 3 128-31,-1 0-128 0,-1 0 0 0,-1 2 0 16,0 2 128-16,-1 0-128 0,-2 3 0 0,0 0 0 0,-2 1 0 0,1 2 0 0,0-1 192 0,0 2-64 15,1-1 0-15,0 1 0 0,1 0-128 0,1 1 0 16,0 2 144-16,0 0-144 0,2 0 128 31,0-1-128-31,0 1 128 0,1-3-128 0,2 0 208 0,-1-1-16 0,2-3-16 0,0-1 0 16,0 2 80-16,2-4 0 0,0-1 16 0,-1 0 0 15,2-1-272-15,1-2 0 0,0 0 128 0,1-1-128 16,-1-2 0-16,2 1 0 0,-1-3 0 0,-1 0 0 16,1 1 0-16,-2-3 0 0,2 1-144 0,-1-1 144 31,0 0-480-31,-1 2-16 0,-1-3 0 0,0 3 0 0,-1 0 144 0,-1 0 32 0,-1 2 0 0,-1 1 0 15,0 1 320-15,-1 1-144 0,2-1 144 0,-1 4 0 16,-1 1 0-16,0 0 0 0,0 3 0 0,-2-2 0 16,1 4 0-16,-1-1 144 0,2 2-144 0,-1 1 128 15,-1-2 192-15,1 3 48 0,0-1 0 0,0-1 0 0,1 1-80 16,1-2-16-16,-1-1 0 0,2-2 0 0,0 1-16 0,0-1 0 16,1-2 0-16,0 0 0 0,0-1-80 0,1-1-32 15,-1-1 0-15,1-1 0 0,-1 0-144 0,2 0 0 16,-1-3 0-16,2 0 128 0,1 0-128 0,-1-2 0 15,1 1 0-15,0-3 0 0,2 0-384 0,-2-2-16 16,2-1 0-16,0 1 0 16,0-1-480-16,1 0-80 15,0 0-32-15,-1 0 0 0,0 2 128 0,-1 0 32 0,1 1 0 0,0 2 0 0,-2 0 560 0,2 2 112 16,-3 1 32-16,1 2 0 0,-2 2 128 0,-2 2 128 16,1 1-128-16,-2 1 176 0,1 1 448 0,-1 2 80 0,-1 3 32 0,0-10 0 15,0 0-96-15,0 38-32 0,0-38 0 0,-1 29 0 16,1-29-400-16,-3 29-80 0,1-15 0 0,0-1-128 15,-1 1 128-15,0-3-128 0,0-2 0 0,0 0 0 16,2-1 128-16,-2-3-128 0,1 0 0 0,-1 0 0 16,1-3 0-16,0-1 0 0,1 0 128 0,0-1-128 15,0-1 0-15,1-2 160 0,-1 0-160 0,1-2 128 16,1 1-128-16,0-3 128 0,0 2-128 0,2-4 128 16,0 1 64-16,1-1 0 0,0-2 0 0,2-2 0 15,0 1-192-15,-1 0 128 0,2 0-128 0,-1-2 128 16,1 5-128-16,0-3 0 0,-1 3 0 0,1 1 0 15,-1 1 0-15,0 0-144 0,0 3 144 0,-1-1 0 16,0 2-848-16,-1 1-64 0,1 0-16 0,-1-1-14352 16</inkml:trace>
  <inkml:trace contextRef="#ctx0" brushRef="#br0" timeOffset="52995.51">8024 7328 11055 0,'-2'0'480'0,"1"0"112"0,1 0-464 0,0 0-128 15,1 0 0-15,-1 0 0 0,1-2 1984 0,1 2 368 16,2-3 80-16,1 0 0 0,2 1 384 0,0-2 64 16,1 1 0-16,1-2 16 0,1 2-1024 0,-1 0-208 15,1 0-32-15,1 0-16 0,-2 0-976 0,1 0-208 16,0 1-48-16,1-1 0 0,-2 0-384 0,-1 1 0 16,1-2 128-16,-2 1-128 0,0-2 0 0,0 1 0 0,0-1 0 0,-1 0 0 15,-2 0-256-15,-1 0 64 0,0 1 0 0,-1-1 16 31,-1 0-400-31,-2 3-96 0,0-3-16 0,-2 0 0 16,-1 3 96-16,-1-2 16 0,-2 1 0 0,1 1 0 0,-2 1 256 0,-1 1 48 0,1 0 16 0,0 3 0 16,0 2 256-16,1-1 0 0,-1 4-128 0,2-1 128 15,-1 2 192-15,3 3 80 0,-1 0 32 0,0 0 0 16,2 0 352-16,0 2 80 0,1 0 16 0,0-4 0 16,2 1-32-16,2-4 0 0,-2-7 0 0,0 0 0 15,0 0-208-15,0 0-32 0,0 0-16 0,0 0 0 0,41 24-208 16,-33-24-32-16,1-2-16 0,1-1 0 0,-2-1-208 0,0 1 176 15,1-1-176-15,-1-1 160 0,0 0-160 0,0 3 0 16,0-5 0-16,2 3 0 16,-2-1-1216-1,1-1-192-15</inkml:trace>
  <inkml:trace contextRef="#ctx0" brushRef="#br0" timeOffset="53327.33">8321 7257 1839 0,'-2'0'160'0,"1"0"-160"0,1 0 0 0,-1-1 0 0,1 1 2480 0,1 0 464 0,0 0 80 0,0-2 32 16,1 1-176-16,1-2-48 0,2-2 0 0,1 0 0 16,0 3-720-16,2-3-160 0,-1 0-32 0,1 1 0 15,1-1-896-15,0 0-192 0,0 3-48 0,0-1 0 16,-1 1-512-16,0-1-96 0,0 3-32 0,-2 1 0 16,-6-1 0-16,0 0 0 0,0 0 0 0,0 0 0 15,0 0 64-15,26 43 16 0,-26-43 0 0,0 0 0 16,3 44-48-16,-3-44-16 15,-4 34 0-15,0-18 0 0,0 0-160 0,0-4 0 0,-1-2 144 16,2 0-144-16,0-4 0 0,-1-1 128 0,1-1-128 16,1-3 0-16,0 1 224 0,0-4-32 0,2 1 0 0,0-3 0 0,1-1 448 0,0-1 64 15,2-4 32-15,-1 1 0 0,3-1-272 0,2-4-48 16,0-1-16-16,3-1 0 0,0-2-208 0,1 1-64 16,0 1 0-16,1-1 0 0,0 2-128 0,1-2 0 15,1 2 0-15,-1 2 0 0,-2 1-272 0,0 2 16 16,0 2 0-16,0 2-17536 15</inkml:trace>
  <inkml:trace contextRef="#ctx0" brushRef="#br0" timeOffset="53915.84">9037 7099 3679 0,'4'-6'320'0,"0"1"-320"0,0 1 0 0,-1-1 0 15,-1 3 1216-15,-1 1 192 0,1-1 16 0,3-2 16 16,0-2 848-16,3 0 160 0,-1-2 48 0,1 2 0 15,-3 1 320-15,-1 2 64 0,-1 1 0 0,-2 2 16 16,-1 0-592-16,0 0-128 0,0 4-32 0,-2 1 0 16,0 0-1056-16,-1 2-224 0,0 2-32 0,-1 1-16 0,-2 4-464 15,1 0-96-15,-1 3 0 0,-1 0-16 0,-1 2-240 16,-1 1 0-16,0 3 128 0,-1-2-128 0,2 2 0 16,0-1 0-16,1-1 0 0,2 0 0 0,1-4 0 0,4-17 128 15,-1 29-128-15,1-29 0 0,0 0 0 0,0 0 0 16,0 0 0-16,0 0 0 0,31 30 128 0,-20-30-128 15,2-2 0-15,1-3 0 0,0 0 160 0,1-3-160 16,2 1 160-16,-2-1-160 0,0-2 0 0,-2 1 0 16,0-1 0-16,-1 1 0 0,-3 2 0 0,-3-3-160 0,1 3 0 0,-2 0 0 31,-3 0-1056-31,0 0-192 0,-2 2-64 0,-2-2 0 16,-1 2-1200-16,-3 0-240 0,-1 1-48 0,-4 1-16 15,0-1-1056-15,-3 1-192 0</inkml:trace>
  <inkml:trace contextRef="#ctx0" brushRef="#br0" timeOffset="54105.64">8982 7245 1839 0,'-26'14'160'0,"18"-9"-160"0,5-3 0 0,2-2 0 16,0 0 2048-16,0 2 384 0,-4 1 80 0,0 2 16 16,-2-1 608-16,2 2 128 0,0-1 32 0,3-2 0 15,5-2-688-15,2-2-144 0,1-1-32 0,3 0 0 16,1-3-896-16,2-2-176 16,3 0-32-16,0 1-16 0,0-3-560 0,1 1-112 0,1 0-32 0,0-1 0 0,0 2-352 0,-1 2-80 15,-1 0-16-15,0 0 0 0,0 0-160 0,0 1 0 16,0 0 0-16,0 1 0 15,-2 0 0-15,0 2 0 0,1 0-192 16,-1-1 192-16,0 0-2000 0,-1 1-288 0</inkml:trace>
  <inkml:trace contextRef="#ctx0" brushRef="#br0" timeOffset="54421.33">9413 7178 8287 0,'7'-3'368'0,"-3"2"80"0,1-2-448 0,-2 1 0 16,0 2 0-16,-2-2 0 15,1 1 1712-15,3-1 256 0,0 1 48 0,3-2 16 0,-1 0 464 0,1 1 80 0,-2-1 32 0,-2 3 0 16,-1 0-496-16,-1 0-80 16,-2 1-32-16,-2 3 0 0,0-1-704 0,-1 1-144 15,-1 3-16-15,0 0-16 0,-1 1-560 0,0 2-112 0,-1 1-32 0,0 1 0 16,1 2-176-16,0 1-48 0,1 1 0 0,4-16 0 16,-5 30 192-16,5-30 16 0,0 0 16 0,0 0 0 15,13 44-144-15,-13-44-16 0,0 0-16 0,0 0 0 16,38 16-240-16,-26-18 144 15,3-1-144-15,0-2 128 0,1-2-128 0,1-2 192 0,0-3-192 0,-1-1 192 0,0 0-192 0,0-1 0 16,-1-3 0-16,-3 3 128 0,-1-1-128 16,-4 1 0-16,-3 0 0 0,-5 2 0 0,-1 3 0 0,-4-1 0 15,-5 3 0-15,-4 3 0 16,-4 1 0-16,-2 3-224 0,-3 3 80 0,-1 0 16 16,-2 3-1600-16,0 1-304 0</inkml:trace>
  <inkml:trace contextRef="#ctx0" brushRef="#br0" timeOffset="56851.36">10232 7214 11055 0,'-2'-2'976'0,"1"-1"-784"16,1 1-192-16,0 2 0 0,0-2 896 0,0 2 144 15,0-1 32-15,0-1 0 0,1 0 864 0,0-2 176 16,1 0 48-16,0-2 0 0,2 1 48 0,-1 0 16 15,2 0 0-15,0 0 0 0,0-1-992 0,1 1-192 16,0 0-32-16,1 1-16 0,0-2-480 0,0 2-80 16,0 0-32-16,0 1 0 0,-3 0-128 0,1 2-16 15,0 0-16-15,0 1 0 0,-1 0-112 0,-1 1-128 16,1 2 176-16,-2 0-176 0,1 2 144 0,-1-1-144 16,0 6 0-16,-2-10 144 0,0 0-16 0,6 39 0 0,-6-39 0 15,1 38 0-15,-1-38-128 0,0 41 0 16,0-41 144-16,-2 38-144 0,2-38 0 0,-2 32 0 0,2-21 0 0,1-4 128 15,0-1-128-15,-1-2 0 0,1-2 0 0,0 0 0 16,-1-2 0-16,0-2 128 0,0 2-128 0,0-2 0 16,0-2 144-16,0 0-144 0,1-2 192 0,0-1-192 15,0-1 256-15,0-1-64 0,0-2-16 0,2 0 0 16,-1-1-48-16,1 3-128 0,0 0 192 0,0-1-64 16,2 0-128-16,0-1 0 0,-1 2 0 0,3 1 0 15,-2 2 0-15,2-2 0 0,0 3 0 0,1-2 0 0,1 1 0 0,-1 0 0 16,1 2 0-16,-2 1 0 15,1-2-1456-15,0 3-160 16,-1 0-48-16,2-1-14080 0</inkml:trace>
  <inkml:trace contextRef="#ctx0" brushRef="#br0" timeOffset="57199.13">10519 7214 2751 0,'0'5'256'0,"0"-3"-256"16,0 1 0-16,0-1 0 0,0-1 2160 0,0 0 384 15,1-1 80-15,0 2 0 16,1 1 896-16,2 0 160 0,1-1 32 0,1-1 16 0,2-1-1280 0,-1-1-256 15,2-1-48-15,1-1-16 0,0-2-992 0,1 1-208 0,0-1-32 16,0 0-16-16,-1 0-560 0,0 0-128 16,-1 1 0-16,-2-1-16 0,0 0-176 0,-2 3 0 15,-1-3-160-15,-1 3 160 16,-1-1-768-16,-2 0-48 0,-1 0-16 0,0 0 0 16,-1 1-128-16,-1-1-16 0,-1 2-16 0,-2 0 0 15,0-1 112-15,-2 2 32 0,0 0 0 0,-1 0 0 0,0 2 448 0,-1 0 80 0,1 1 32 0,-1 1 0 16,1 0 288-16,1 0 0 15,1 3 176-15,1-3-176 0,0 4 656 0,0-2 32 0,1 2 0 0,0-1 0 16,0 2 288-16,1 2 64 0,1 0 16 0,-1-2 0 0,2 0-192 0,0 1-32 16,1 0-16-16,1-3 0 0,1 1-240 0,1-2-64 15,1-1 0-15,0-1 0 0,3-2-208 0,0 1-48 16,1-3-16-16,0 0 0 0,4-2-80 0,-1-1-16 16,2 1 0-16,0-3 0 0,1 0-144 0,0 1 0 15,0-3 0-15,0 3 128 0,0-1-128 0,-1 2-144 16,1-2 144-16,0 0-11616 15,0 1-2208-15</inkml:trace>
  <inkml:trace contextRef="#ctx0" brushRef="#br0" timeOffset="57689.01">10883 7198 9215 0,'4'-6'400'0,"-1"2"96"0,-1-1-496 0,0 3 0 0,-1-1 0 0,0 1 0 16,0 1 1296-16,1-3 176 0,0-3 16 0,2 0 16 15,-2-2 240-15,0-1 48 0,0 1 16 0,-2 4 0 16,-2 0-544-16,0 3-112 0,0-1-32 0,-3 3 0 16,0 0-224-16,-1 3-64 0,-1 2 0 0,1-1 0 15,-1 1 640-15,1 0 112 0,-2 2 16 0,0 0 16 16,0 3-1168-16,0-1-224 0,1 0-48 0,-1 2-16 16,2 0 32-16,0-1 16 0,2 2 0 0,-1-1 0 31,0-1-656-31,3 1-144 0,0-3-32 0,1-1 0 0,1 0 848 0,2-3 160 0,1-1 48 0,0-1 0 0,1-1-240 0,1-2-64 15,0 1 0-15,2-4 0 0,-1 1-128 0,2-2 0 16,-1 0 0-16,0-1 0 0,1 1 0 0,0 0 0 16,1-2 0-16,-1 0 0 31,0-1-448-31,1 2-32 0,-2-2 0 0,-1 1 0 0,1 0-320 0,-1 0-64 0,0 1-16 0,0-2 0 16,-1 1 96-16,-1 0 16 0,0 2 0 0,-1 0 0 0,-1 1 496 0,0 1 96 15,-1 3 32-15,-1-2 0 0,0 4 144 0,-2-2 0 16,1 3 160-16,-2 2-160 0,1 1 512 0,-2 1 0 15,1 1 0-15,0 3 0 0,0 1 304 0,1 0 64 16,0 2 16-16,2-14 0 0,0 0-224 0,3 37-32 0,-3-37-16 0,0 0 0 16,0 0-112-16,0 0-32 0,30 32 0 0,-20-32 0 15,1-2-320 1,-1-1-160-16,2-3 160 0,0-2-160 0,-1 3 0 0,0-4 0 0,1-1 0 0,-1 1 0 31,1-1-1296-31,1-1-304 0</inkml:trace>
  <inkml:trace contextRef="#ctx0" brushRef="#br0" timeOffset="57959.36">11236 6970 11967 0,'-2'0'528'0,"1"0"112"0,0 0-512 0,0 0-128 16,0 0 0-16,0 1 0 0,0 0 1424 0,0 1 256 15,-2 1 48-15,1 2 16 0,-2-1 112 0,1 1 32 16,0 2 0-16,-1-1 0 0,0 0-736 0,1 4-128 15,1-3-48-15,-2 2 0 0,0 1-224 0,0 2-48 0,0 0-16 0,-2 2 0 16,2 2-112-16,-1-1 0 0,1-1-16 0,0 3 0 16,-3 1 48-16,2 1 16 0,-1 2 0 0,0 1 0 15,3-3-48-15,3-19-16 0,-3 33 0 0,3-33 0 16,0 0-176-16,0 0-16 0,0 0-16 0,0 0 0 16,30 38-192-16,-20-42-32 0,1-1-128 0,1 0 192 15,-1-3 16-15,3 0 0 0,0 0 0 0,1-4 0 16,1 2-208-16,-1 1 0 0,1-2 0 0,-1 1 0 15,1 1-800 1,-2 1-208-16,1 0-32 0,-1 0-15568 0</inkml:trace>
  <inkml:trace contextRef="#ctx0" brushRef="#br0" timeOffset="58196.18">11387 7178 5519 0,'1'0'496'0,"-1"-2"-496"15,0 2 0-15,0 0 0 0,0 2 2016 0,1-2 304 16,-1 0 64-16,1 0 16 0,0 0 1056 0,1 0 192 16,1 0 64-16,1 1 0 0,0 1-1104 0,2-2-224 15,1 0-32-15,2-2-16 0,1 1-1232 0,0-1-240 16,2 0-48-16,0-1-16 0,2-2-384 0,1 2-80 16,0 0-16-16,0-2 0 0,0 2-320 0,-2 1 128 0,0 0-128 0,-1 0 0 15,1 1 0-15,-4 1 0 0,0 0 0 0,-2 0-17808 16</inkml:trace>
  <inkml:trace contextRef="#ctx0" brushRef="#br0" timeOffset="58764.01">12035 6986 4607 0,'-2'-2'400'0,"0"2"-400"15,2-2 0-15,0 2 0 0,-1 2 944 0,0-2 96 0,1 0 32 0,-2-2 0 16,-1 2 64-16,1-3 16 0,0 3 0 0,0-2 0 16,2-1 192-16,1 0 32 0,-1 2 16 0,1-3 0 15,0 1 176-15,0 0 32 0,-1 1 16 0,1-2 0 16,-1 1 96-16,0 0 16 0,-1 3 0 0,0-2 0 15,0 2-352-15,-1 0-64 0,0 2-16 0,-1 1 0 16,-1 2-256-16,0-1-48 0,0 2-16 0,-1 2 0 0,0 4-416 0,-2 0-96 16,1 3-16-16,-1 1 0 0,1 1-224 15,0-1-48-15,0 1-16 0,1 2 0 0,-1 0-32 0,1 0 0 16,5-19 0-16,-5 38 0 0,5-38 0 0,-1 30-128 16,1-30 192-16,0 0-64 0,0 0-128 0,9 41 0 15,-9-41 0-15,0 0 128 0,0 0-128 0,0 0 0 16,0 0 0-16,0 0 0 0,0 0 0 0,0 0 0 15,0 0 0-15,0 0 0 0,0 0 0 0,0 0 0 16,27 40 0-16,-27-37 0 0,2 0 0 0,0 0 0 16,1-2 0-16,1 1 0 15,0-2-544-15,2-3-96 0,2 0 0 0,0-3-16 16,3-1-2128-16,0 0-416 0</inkml:trace>
  <inkml:trace contextRef="#ctx0" brushRef="#br0" timeOffset="59016.09">12204 7102 5519 0,'1'-4'240'0,"0"2"64"16,0-1-304-16,-1 0 0 0,0 2 0 0,0 1 0 0,1 0 2304 0,-1-1 416 16,0 1 80-16,1-2 16 15,1 2 1088-15,1 0 208 0,-1 0 48 0,1 0 16 0,1 0-1664 0,1-2-336 16,1 2-64-16,0 0 0 0,0 0-1472 0,1 0-272 31,0-2-64-31,1 1-16 0,-2 1-288 0,2-2 0 0,-1 0 0 0,0 1 0 31,-2 1-416-31,0 0-144 0,-1 0-16 0,-2 1-16 0,1 1-2592 0,-1 0-512 0</inkml:trace>
  <inkml:trace contextRef="#ctx0" brushRef="#br0" timeOffset="59157.45">12252 7174 911 0,'-1'1'0'0,"1"-1"0"0,0 1 0 0,0-1 0 15,0 0 1952-15,0 0 304 16,0 2 64-16,-1-2 16 0,1 3 1248 0,0 2 256 0,0-2 64 0,-1 1 0 16,1 3-960-16,0-3-176 0,0 4-32 0,0-3-16 15,1 2-1296-15,0-1-256 0,1-1-48 0,0 0-16 16,1 0-848-16,0-2-256 0,2-1 128 0,1-2-16672 16</inkml:trace>
  <inkml:trace contextRef="#ctx0" brushRef="#br0" timeOffset="59535.67">12584 7044 4143 0,'6'-9'0'0,"-3"1"176"0,2 3-48 0,-2-2 0 0,-1 4-128 0,-1-1 0 16,0-1 0-16,2-2 0 15,2-7 2400-15,0-3 464 0,0 0 80 0,0 2 32 0,-3 4-272 0,-2 2-48 16,0 4-16-16,-3 3 0 15,-1 3-528-15,-1 2-128 0,-1 2 0 0,-2 2-16 0,1 4-576 0,-1 1-112 16,-1 1-32-16,0 1 0 0,0 0-544 0,0 3-96 31,-1-3-32-31,2 3 0 0,1 0-176 0,-1 1-32 16,2 1-16-16,0-2 0 0,6-17-128 0,-8 33-32 16,8-33 0-16,-8 41 0 0,8-41-48 0,-5 52-16 0,5-52 0 15,-5 61 0-15,3-27-128 0,2-34 160 0,-3 64-160 0,3-64 160 16,-1 56-160-16,1-56 0 0,-2 46 0 0,2-46 0 15,-3 40 0-15,3-40 0 0,-7 33 0 0,7-33 0 16,-9 24 0-16,4-13 0 0,-2-3 0 0,1-2 0 16,0 0 0-16,0-4 0 0,2-1 0 0,-1-2 0 15,2-1 0-15,-2-3 0 0,0 1 0 0,0-2 0 16,-1-1-368-16,0-3-144 16,-2 1-48-16,0-5-17008 0</inkml:trace>
  <inkml:trace contextRef="#ctx0" brushRef="#br0" timeOffset="59739.17">12387 7163 19343 0,'4'-1'848'0,"0"-1"192"0,0 2-832 0,-3-2-208 15,1 2 0-15,0 0 0 0,0 0 2000 0,2 0 368 16,2-1 64-16,3 1 0 0,3 0 80 0,1-2 16 16,0 0 0-16,0-1 0 0,3 1-1456 0,-1-1-304 15,0-2-48-15,1 1-16 0,2-4-496 0,0 2-208 16,-1 1 176-16,-4 0-176 0,0 1 0 0,-2 3 0 0,-1-1 0 0,-2 2 0 31,0 0-1136-31,-2 0-160 0,-1 2-48 0,-2-1-15040 0</inkml:trace>
  <inkml:trace contextRef="#ctx0" brushRef="#br0" timeOffset="60045.55">12681 7198 1839 0,'0'4'160'0,"0"-1"-160"0,0 1 0 0,1-3 0 0,0 1 2160 0,-1-2 400 15,1 2 64-15,1-2 32 0,2 3 992 0,0 1 192 16,-4-4 32-16,0 0 16 0,0 0-1696 0,37 5-336 16,-26-7-64-16,1-1 0 15,2-2-912-15,-1 1-176 0,0-3-48 0,-1 2 0 0,0 0-480 0,0-2-176 16,-1 0 0-16,-1-2 144 16,-1 3-144-16,0-2 0 0,-2 0 0 0,-1-1 0 15,-2 1 0-15,-1-1 0 0,-2-1 0 0,-2 1 0 0,-2 2-128 0,-2 2 128 0,-3 0 0 16,0 3 0-16,-1 0 0 0,-3 4 0 0,-1 1 0 0,-2 2 0 31,1 1 0-31,1 1 0 0,1 1 0 0,1 2 128 0,0 2 272 0,1 1 48 0,0 3 16 0,2-1 0 16,1 2 304-16,2 1 48 15,5-18 16-15,-6 34 0 0,6-34-224 0,0 0-32 0,9 45-16 0,-9-45 0 16,0 0-320-16,32 29-64 0,-32-29-16 0,34 13 0 16,-34-13-160-16,42 5 0 0,-19-3 144 0,0-2-144 15,3-3 0-15</inkml:trace>
  <inkml:trace contextRef="#ctx0" brushRef="#br0" timeOffset="62928.11">13257 7337 8287 0,'2'-4'736'0,"0"1"-592"0,-1 2-144 0,0 0 0 16,0 1 1280-16,0 0 240 0,1-4 32 0,1 1 16 15,1 0 448-15,1 2 96 0,-2 2 0 0,0 4 16 16,-2 1-304-16,-1-6-64 0,0 0-16 0,0 0 0 16,3 41-768-16,-4-29-144 0,0 0-48 0,0-1 0 15,0 0-192-15,-1-2-32 0,0 0-16 0,0-3 0 16,0 0-368-16,-1 0-176 0,-1 0 160 0,0-3-160 31,-1 1-448-31,0 0-176 0,0-3-32 0,-1 1-13312 0</inkml:trace>
  <inkml:trace contextRef="#ctx0" brushRef="#br0" timeOffset="63704.95">14061 7230 9215 0,'0'3'816'0,"0"-3"-656"16,1 0-160-16,-1 0 0 0,1 0 1536 0,-1 0 288 15,1 0 48-15,0 0 16 0,2 0 544 0,0-2 96 16,0 1 32-16,1-1 0 0,1 1-720 0,-2-2-144 15,2 0-32-15,0-1 0 0,-1 1-768 0,1-2-144 16,0 0-48-16,-1-1 0 0,2 0-352 0,-1 0-80 16,-2-1-16-16,1 2 0 0,0-3-256 0,-3 2 0 15,1-1 128-15,-1 2-128 16,-1 0 0-16,0-2 0 0,-2 0 0 0,0 2 0 0,-2 0 0 0,-2 0 0 16,1 1 0-16,-1 1 0 15,0 3 128-15,0 0 32 0,0 3 0 0,0 1 0 16,0 1-16-16,0 2 0 0,1-2 0 0,0 4 0 15,-1 1-144-15,0 4 0 0,-2 1 144 0,2 2-144 0,-2 1 128 0,1 1-128 0,-1 1 160 16,0 0-160-16,2 1 192 0,-1-1-64 0,2-2-128 0,-1-1 192 16,2-4-48-16,2-2-16 0,2-2 0 0,1-1 0 15,0-4-128-15,3-2 128 0,0 1-128 0,2-6 128 16,3 1-128-16,2-5 0 0,2-2 0 0,1-1 0 16,2-2 128-16,-2-2-128 0,1 1 0 0,-1-2 128 15,0 1-128-15,-2-1 0 0,-1 3 0 0,-1-2-176 16,-1 2 16-16,-2 1 0 0,0 2 0 0,-2 1 0 0,1 1 160 15,-2 2-160-15,-1 0 160 0,-1 4-160 0,0 1 160 0,-1 1 0 16,0 1 0-16,-1 3 0 16,0 0 0-16,-1 3 0 0,0 0 128 0,1 2-128 0,0-10 368 0,0 0 0 15,0 33 0-15,0-23 0 0,0-10-32 0,0 0 0 16,0 0 0-16,0 0 0 0,0 0-80 0,24 41-32 16,-16-39 0-16,3-2 0 0,0 0-80 0,1-5-16 15,2 1 0-15,0-2 0 0,-1 1-128 0,1-3 0 16,1 1 0-16,1-1-12016 15,0 1-2384-15</inkml:trace>
  <inkml:trace contextRef="#ctx0" brushRef="#br0" timeOffset="64420.25">14950 7068 14735 0,'-1'-3'1312'0,"0"2"-1056"0,1-1-256 0,0 1 0 16,-1 0 1424-16,1 1 240 0,-1-4 32 0,0 1 16 16,-1-3 752-16,1 2 160 0,0-1 16 0,0 2 16 15,0 2-1056-15,0-1-224 0,0 2-32 0,-2 0-16 0,1 0-656 0,-1 2-128 16,-1 0-32-16,-2 3 0 0,1 0-128 0,-3-1-48 16,1 2 0-16,-1 0 0 0,2 0-128 0,-2 0-16 15,-2 2-16-15,0 0 0 0,0 2-176 0,0-3 192 16,0 0-192-16,3-1 192 0,2 0-64 15,0-1-128-15,2 0 192 0,0-3-64 0,2 3-128 16,0-2 128-16,1 1-128 0,2-2 128 0,0 3-128 0,1-2 0 16,1 1 0-16,-4-4 0 0,0 0 0 0,0 0 0 15,0 0 0-15,32 29 0 0,-32-29 0 0,0 0 0 16,0 0 0-16,41 31 0 0,-41-31 0 0,0 0 0 0,0 0 0 0,41 32 0 16,-41-32 0-16,0 0 0 0,0 0 0 15,0 0 0-15,32 24 0 0,-31-19 0 16,0-2 0-16,-3-1 0 0,0 0 0 0,-2 1 0 0,-2 1 0 0,-2-1 0 0,-2 1 0 0,-1-1 0 15,2-1 128-15,-2 3-128 0,-2-3 0 16,-1 3 0-16,-1 0 0 0,3-1 0 0,0-1 0 0,3 2 0 16,1-3 0-16,2 0 0 0,1 1 0 0,3-1 0 15,2-2 0-15,3 0 0 0,2 0 0 0,1-4-224 16,3 1 80-16,2-1 16 16,3-2-1616-16,1 0-320 0,2-2-64 0,1 1-13296 0</inkml:trace>
  <inkml:trace contextRef="#ctx0" brushRef="#br0" timeOffset="65404.68">15121 7198 4607 0,'4'-3'400'0,"-1"0"-400"0,-1 1 0 0,-2 2 0 0,0 0 2240 0,0-1 352 0,1 0 80 0,2-4 16 15,-2 1 128-15,1 0 48 0,-1 1 0 0,-1 0 0 16,-1 3-1200-16,0 0-224 0,-1 2-48 0,-1-1-16 16,0 3-496-16,-1-1-112 15,0 4 0-15,-1-1-16 0,0 2-80 0,0 1-16 0,-2 1 0 0,2 1 0 16,-1 1-112-16,1 0-32 0,1 0 0 0,1 0 0 15,3-12-96-15,0 0-32 0,0 0 0 0,0 0 0 16,5 39-80-16,-2-37-32 16,3 0 0-16,0 0 0 0,0-4-272 0,1 0 160 0,0 0-160 0,1-1 128 15,1-2-128-15,-1 0 0 0,-1 0 0 0,2-2 0 16,-2 3 0-16,2-3 0 0,-2 2 0 0,1-2 0 0,0 4 0 0,-2-3-144 16,2 0 144-16,-2 2-208 15,2-1-176-15,-2 0-16 0,0 0-16 0,0 0 0 0,0 1 112 0,-1 0 32 16,0 1 0-16,-1 0 0 0,-1 1 272 0,0 0-160 15,0-1 160-15,0 1-128 0,-2 0 128 0,1-1 0 16,0 2 0-16,-1 0 0 0,0-1 0 0,-1 0 0 16,0 1 0-16,1-1 0 0,-1 1 0 0,0 1 0 15,0 0 0-15,-1 0 0 0,1 0 0 0,0 0 0 16,0 0 0-16,1 0 0 0,-1 1 0 0,0 1 0 16,0-2 0-16,0 1 0 0,0 1 0 0,1-2 128 15,-1 0-128-15,0 0 0 16,0 2 0-16,1-2 0 0,-1 0 0 0,0 0 128 0,0 1-128 0,0-1 0 0,1 0 0 0,-1 0 0 15,1 0 128-15,0 0-128 0,0 0 128 0,-1 0-128 16,1 0 128-16,0 0-128 0,0 0 128 0,0 1-128 16,0-1 0-16,0 0 144 0,0 0-144 0,-1 0 0 15,1 2 160-15,-1-2-160 0,0 0 128 0,0 0-128 16,1 0 176-16,-1 0-48 16,0 0-128-16,0 0 192 0,1 0 0 0,0 0-16 15,0 0 0-15,-1 0 0 0,1-2-48 0,-1 2 0 0,0 0 0 0,0 0 0 16,1 0-128-16,-1 0 0 0,0 0 0 0,0 0 128 15,-1 0-128-15,1 0 0 0,0 0 0 0,-1 0 0 16,1 2 0 0,-1-2 0-16,0 0 0 0,1 0 0 0,-1 1 0 0,1-1 0 0,-1 0 0 0,1 2 0 15,0-2 0 1,-1 0 0-16,1 0 0 0,0 0 128 0,0 0-128 0,0 0 160 0,0 0-160 0,0 0 160 0,0 0-160 0,0 0 128 16,1 0-128-16,-1 0 128 15,1 0-128-15,-1 0 0 16,0 0 0-16,0 0 0 0,0 0 0 0,-1 0 0 15,1 0 0-15,0 0 0 0,0 0 0 0,0 0 0 16,0 2 0-16,0-2 0 0,0 0 0 0,0 0 0 16,0 0 0-16,0-2 0 0,0 2 0 0,0 0 0 15,1 0 128-15,-1 0-128 0,0 0 0 0,0 0 0 16,1 0 0-16,0-2 128 0,-1 2-128 0,1 2 0 0,-1-2 0 0,0 0 128 16,1 0-128-16,-1 0 0 0,0 0 0 15,0 0 128-15,0 0-128 0,0 0 160 0,0 0-160 16,1 2 160-16,-1-2-160 0,0 0 192 0,0 0-192 0,1 0 192 15,-1 0-192-15,0 0 128 0,0 0-128 0,0 0 128 16,0 1-128-16,0-1 0 0,-1 2 144 0,1 0-144 16,-1-2 0-16,0 3 0 0,-1 1 0 0,0-1 128 15,-1 1-128-15,0 1 0 0,0 1 0 0,0 0 128 0,-1 1-128 16,0 0 128-16,2-2-128 0,-1 2 128 0,0 0-128 16,0-2 0-16,1 0 128 0,2-1-128 0,0 1 128 0,-1 0-128 15,1-3 128-15,1 1-128 0,-1 1 0 0,2-1 144 16,0 0-144-16,1-1 0 0,1-1 128 0,-1 2-128 15,2-2 0-15,1 1 0 0,-1-2 0 0,2 0 0 16,1 0 0-16,0-3 0 0,1 1 0 0,1-1 0 16,0 1 0-16,1-3 0 0,-2 0 0 0,2 1 0 15,-1-1 0-15,0 0 0 0,-1 1 0 0,0-1 0 16,-1 0-240-16,-1 1-12128 16,-1 1-2432-16</inkml:trace>
  <inkml:trace contextRef="#ctx0" brushRef="#br0" timeOffset="66225.03">15379 7032 1839 0,'-1'-7'160'0,"1"4"-160"0,0 1 0 0,-1-1 0 15,1 3 736-15,0-2 112 0,0 2 32 0,-1-2 0 16,0 1 944-16,-1-2 192 0,1 0 32 0,-2 1 16 15,1 1-144-15,0 1-16 0,1-2-16 0,-1 2 0 16,0 2-416-16,0-2-64 0,0 1-32 0,-1 1 0 0,1 0-304 0,1 0-64 16,-2 0-16-16,0 3 0 0,0 1-96 0,0 1-32 15,0 1 0-15,-2 2 0 0,1 4-48 0,-3 1-16 16,1 4 0-16,-2 0 0 0,2 3-176 0,-2 1-48 16,1 3 0-16,-1-3 0 0,2 1-128 0,-1-3-48 15,2 1 0-15,5-22 0 0,-7 33-128 0,7-33-16 16,0 0-16-16,0 0 0 0,0 0-240 0,0 0 128 15,0 0-128-15,0 0 0 0,31 31 0 0,-22-39-336 0,0 0 48 16,2 0-16480-16</inkml:trace>
  <inkml:trace contextRef="#ctx0" brushRef="#br0" timeOffset="66492.35">15271 7136 11967 0,'-6'2'528'0,"3"0"112"0,-1 3-512 0,1-4-128 0,1 1 0 0,1-2 0 15,0 2 2032-15,-1 0 368 0,-1 1 80 0,-2 2 16 16,1 1-192-16,1-1-48 0,1-2 0 0,0-1 0 16,2 1-896-16,1-1-176 0,1-2-32 0,1-2-16 0,-1 1-224 0,4-1-32 15,0-2-16-15,4-1 0 0,-1 0-224 0,1 0-32 16,2-2-16-16,1 0 0 0,2 0-240 0,1-1-48 15,0 0-16-15,1 2 0 0,-2 2-160 0,-1-1-128 16,-1 2 192-16,-2 3-192 16,-2 0 0-16,0-2 0 0,-2 4 0 0,-1-1 0 15,-1 1-1088-15,-2 0-208 0</inkml:trace>
  <inkml:trace contextRef="#ctx0" brushRef="#br0" timeOffset="66772.61">15116 7008 6447 0,'-10'-4'576'0,"3"3"-576"0,2 1 0 0,1 0 0 0,1 2 1840 0,1-2 256 0,1 0 48 0,-1 1 16 0,-3 3 1072 0,0 1 224 15,1 0 32-15,0 1 16 16,3 2-1056-16,1-4-208 0,2 4-32 0,2-3-16 0,-4-5-1216 0,0 0-240 16,0 0-48-16,0 0-16 0,36 23-672 0,-36-23 0 15,0 0 0-15,31 12-16416 16</inkml:trace>
  <inkml:trace contextRef="#ctx0" brushRef="#br0" timeOffset="67346.64">15631 7157 9215 0,'0'-4'816'0,"0"1"-656"0,0 3-160 0,0-2 0 16,0 2 1168-16,0 0 208 0,0-2 32 0,0 1 16 0,1 1 720 0,-1-4 144 16,0 3 16-16,0-1 16 0,0 4-592 0,-2-1-112 15,0 3-16-15,-1-1-16 0,0 4-688 0,-1 0-128 31,-1 3-16-31,-1 2-16 0,2 2-32 0,-2 0-16 0,1 0 0 0,5-14 0 0,-9 28-224 0,9-28-32 16,0 0-16-16,-3 36 0 0,3-36-64 0,0 0-16 16,0 0 0-16,0 0 0 0,0 0-336 0,0 0 144 15,0 0-144-15,31 22 0 0,-24-27 128 0,-1 0-128 16,3-3 0-16,2 0 0 0,0 0 0 0,0-4-256 16,0 0 32-16,1 0 0 15,0 1-544-15,-3 1-128 0,1-1 0 0,-2 1-16 16,0-2 16-16,0 0 0 0,-2 2 0 0,0 1 0 0,-2 2 576 0,-1 0 112 0,0 1 16 0,-1 0 16 31,-1 3 176-31,0 1 224 0,-1 2-48 0,-1 0-16 0,0 3 544 0,-1 0 96 0,0 2 32 0,-1 1 0 16,1 1-16-16,-2 0 0 0,0 2 0 0,0 1 0 15,0 2-240-15,0 0-64 0,4-12 0 16,-6 24 0-16,6-24-192 0,0 0-64 0,-3 33 0 16,3-33 0-16,0 0-64 0,0 0 0 0,0 0-16 0,0 0 0 0,18 40-176 0,-13-35 128 15,2-4-128 1,-2 0 128-16,2-1-128 0,-2 0 0 15,3 0 0-15,-2-2 0 0,1 2-400 0,0-4-64 16,0 3-16-16,1-2-16224 0</inkml:trace>
  <inkml:trace contextRef="#ctx0" brushRef="#br0" timeOffset="68076.57">15975 7207 11967 0,'-1'-2'528'0,"-1"1"112"0,1 1-512 0,0 0-128 0,1 0 0 0,0 0 0 16,0-2 1824-16,0 2 336 0,0-1 64 0,0 0 16 16,1-1 16-16,1-3 16 0,1 2 0 0,-1-1 0 15,2-1-928-15,0-2-192 0,-1 2-48 0,0-2 0 16,0 0-720-16,0 0-128 0,0-3-48 0,-1 3 0 16,-2 0-80-16,0 0-128 0,-1 2 176 0,-3 3-176 15,-1 0 320-15,-2 4-32 0,-2 0-16 0,-2 3 0 16,1 2 96-16,-3 0 16 0,-1 2 0 0,-1 1 0 15,2 4-176-15,-1-2-16 0,1 4-16 0,1-1 0 0,1-1-176 0,1 1 128 16,2 1-128-16,-1-3 128 0,4 0-128 0,0-1 0 16,2-2 0-16,3-10 128 0,0 0 0 0,0 0 0 15,0 0 0-15,0 0 0 0,0 0 0 0,35 23-128 16,-23-27 192-16,2-1-64 0,1-2 16 0,-1 0 0 16,1-1 0-16,-1 1 0 0,0-2-144 0,-2 1 0 15,-1 0 0-15,-1 0-176 0,1-2-160 0,-2 1-48 16,-1 2 0-16,-1-2 0 0,-3 4 96 0,0-2 16 0,-1 3 0 0,-2 1 0 15,-1 0 272-15,-1 1 0 16,0 2-128-16,-1 0 128 0,0 2 0 0,-1 1 0 0,0 0 0 0,-1 1 0 16,0 1 128-16,2 1 0 0,-2 2-128 0,0-2 192 15,2 3 160-15,0 0 32 0,2-9 0 0,0 0 0 16,0 0-160-16,0 0-32 0,0 0 0 0,8 40 0 16,-8-40 0-16,0 0-16 0,0 0 0 0,0 0 0 0,35 6-176 15,-26-9 0-15,2 0 0 0,-2-2 128 0,1 0-128 16,-1 0 0-16,1-2 0 0,-1 1 0 0,1-1-144 15,1-1-16-15,-1-2 0 0,0 2 0 16,0-2-544-16,-2 2-96 0,2-1-32 0,-2-1 0 16,0 1 48-16,-1-1 0 0,0-1 0 0,0 1 0 15,0-3 144-15,0-2 48 0,0 1 0 0,-1-1 0 0,1-2 320 0,-1-1 64 16,0 3 16-16,-1-2 0 0,0 4 192 0,-1 3 0 16,0 1 0-16,-2 4 0 0,0 0 240 0,-1 5 80 15,-1 0 32-15,-1 0 0 0,0 2 352 0,-1 3 80 16,-1 2 16-16,-1 3 0 0,-1-1-32 0,1 4 0 0,-3 3 0 15,1 2 0 1,-1 0-256-16,1 2-48 0,-2 0-16 0,1 1 0 0,0 0-16 0,-1 1-16 0,2-1 0 0,0 0 0 16,6-21-112-16,-8 38-32 0,8-38 0 0,-6 36 0 15,6-36-272-15,0 0 128 16,0 38-128-16,0-38 0 0,0 0 0 0,0 0 0 0,0 0 0 0,0 0 0 16,0 0-160-16,0 0-32 0,0 0-16 0,30 0 0 31,-26-8-1248-31,2-1-240 0,0 0-48 0,-3-3-16 0,2 1-1504 0,-3 0-320 15</inkml:trace>
  <inkml:trace contextRef="#ctx0" brushRef="#br0" timeOffset="68265.98">16147 7122 5519 0,'-6'0'240'0,"1"2"64"16,1 0-304-16,2 0 0 0,0-2 0 0,1 1 0 0,0 1 2048 0,-1-1 336 16,-1 3 80-16,0 0 16 0,1 2 944 0,-1-2 192 15,3-1 32-15,1 1 16 0,1-3-1120 0,1 1-240 31,3-4-32-31,1 1-16 0,2-1-1072 0,1-1-224 0,1-1-32 16,2 1-16-16,2-4-512 0,0 1-96 0,1 0-32 0,1 0 0 0,-1 0-272 0,0 0 0 16,-2 1 0-16,0 0 0 0,0 0-256 0,0 0-128 15,0-1 0-15,-1 1-17024 0</inkml:trace>
  <inkml:trace contextRef="#ctx0" brushRef="#br0" timeOffset="68439.69">16432 7048 11967 0,'2'-2'528'0,"-1"0"112"0,1 1-512 0,-1-1-128 0,1 2 0 0,1-2 0 0,0 1 2096 0,1-1 384 0,3 1 80 0,2-2 0 15,2-2-384-15,1 2-64 0,0-1-32 0,-1 1 0 16,-1 3-1232-16,-2-2-240 0,1 2-48 0,-2-2-16 16,-1 2-704-16,-1 0-144 0,-1 2-16 0,-1 0-12992 15</inkml:trace>
  <inkml:trace contextRef="#ctx0" brushRef="#br0" timeOffset="68643.92">16436 7148 9151 0,'1'0'192'0,"-1"0"64"0,1 0 0 0,-1 0 0 0,0 0-256 0,0 0 0 15,0 0 0-15,0 0 0 0,0 2 3456 0,-1 0 640 16,1 1 128-16,-2 4 16 0,-1 0-1216 0,-1 2-240 15,4-9-48-15,-9 24-16 0,9-24-1344 0,-12 28-272 16,4-11-48-16,1 0-16 0,1-1-656 0,6-16-128 16,-9 29-16-16,9-29-16 15,0 0-224-15,0 0 0 0,0 38 0 0,3-33 0 32,1-2-496-32,0-3-144 0,3-1-16 0,2-4-15920 0</inkml:trace>
  <inkml:trace contextRef="#ctx0" brushRef="#br0" timeOffset="69321.38">16610 7192 11055 0,'-1'0'480'0,"-1"0"112"15,0 1-464-15,0 1-128 0,2-2 0 0,-2 1 0 16,0 1 1856-16,-2 1 336 0,-1 1 80 0,-3 3 16 0,-2 3 496 16,-1 1 96-16,0 3 32 0,1-1 0 0,1 1-912 0,3 0-176 15,-1-3-32-15,3 1-16 0,2-3-944 0,2-9-176 16,0 0-32-16,0 0-16 0,0 0-320 0,0 0-64 15,0 0-16-15,0 0 0 0,32 30-208 0,-24-33 0 16,2-2 0-16,0 0 0 0,1-2 0 0,1-2 0 16,0 0 0-16,0-1 0 0,0-2 0 15,-1 0-208-15,-1 2 16 0,-3-1 0 16,1 2-240-16,-3 0-32 0,0-2-16 0,-2 2 0 16,-1 0-80-16,-1 1-16 0,-2 1 0 0,-1-2 0 0,-2 1 256 0,-3 1 32 15,-1 0 16-15,-2 3 0 0,0-1 112 0,-2 3 32 0,-1 1 0 0,0 2 0 16,0 1-64-16,1 1 0 0,-1 2 0 0,2-1 0 15,3 0 192-15,0 1 144 0,0 0-16 0,2 0-128 16,1-1 704-16,1-2 48 0,3 2 0 0,1-2 0 16,1 0-176-16,3-2-48 0,2 0 0 0,0 0 0 15,4-2-144-15,1-1-48 0,2-2 0 0,1 3 0 16,-1-3-208-16,3 1-128 0,1 0 160 0,0-2-160 16,0 3 0-16,0-1 0 0,-1-1 0 0,-1 0 0 15,0 3 0-15,-1 0 0 0,-2-1 0 0,-1-1 0 0,-1 3 0 16,1-1 0-16,-2 2 0 0,-2 2 0 0,-7-2 0 0,0 0 0 15,0 0 0-15,0 0 0 0,0 0 0 0,24 36 0 16,-24-36 0-16,0 0 0 0,-3 38 128 0,3-38-128 16,-8 26 0-16,8-26 0 0,-9 28 160 0,4-13-160 15,-1-1 160-15,0-4-160 0,1 1 224 0,0-3-48 16,1-2-16-16,0-3 0 0,1 0 32 0,0-1 0 16,1-2 0-16,1-3 0 0,0 1-64 0,0-3-128 15,3 1 192-15,0-4-64 0,2-1-128 0,1-1 128 16,1-1-128-16,2-1 128 0,-1 0-128 0,2 0 0 15,2-2 0-15,-1 0 0 0,0 4 0 0,1-4 0 16,1 0 0-16,2-1 0 0,-1 4 0 0,0-1 0 0,-1 2 0 0,0 4 0 16,0 2 0-16,0 2 0 0,-2 2 0 0,1 0 0 15,-11 0 0-15,0 0 0 0,0 0 0 0,31 22 0 16,-31-22 0-16,0 0 0 0,11 41 0 0,-11-41 0 16,-2 35 0-16,2-35 0 0,-9 42 0 0,2-18 0 15,-2-3 0-15,0-2 128 16,0 0-128-16,0-5-18384 0</inkml:trace>
  <inkml:trace contextRef="#ctx0" brushRef="#br0" timeOffset="72392.25">17533 7096 3679 0,'1'-3'320'16,"0"-2"-320"-16,0 3 0 0,-1 0 0 0,0 2 1152 0,0-2 176 15,0 2 16-15,0-1 16 0,1-1 1072 0,-1-1 192 16,1 0 64-16,-1 2 0 15,1-1-448-15,-2 2-96 0,-1 2-16 0,2-1 0 0,-3 2-848 0,0 2-160 16,-1 0-32-16,0 2-16 0,-1 0-560 0,-1 4-96 16,0 0-32-16,0-1 0 0,0 3-112 0,-2-1-16 15,0 2-16-15,0 1 0 16,-2 1-48-16,-1-1-16 0,0 1 0 0,1 1 0 0,1-3 80 0,0-2 32 0,4-3 0 16,-1 0 0-16,3-1 80 0,-1-3 16 0,2 0 0 0,1-1 0 15,0-4-144-15,2 0-32 0,0-2 0 0,1-1 0 16,0-1-208-16,1-1 144 0,1 0-144 0,1-2 128 15,0-3-128-15,1 3 0 0,0-4 0 0,2 1 0 16,-1-2-320-16,0 2-64 0,0 1 0 0,1-3 0 31,1-1-80-31,0 0-32 0,1-1 0 0,1 0 0 0,0 0-96 0,-1 1-32 0,1 2 0 0,-2 1 0 0,1 2 336 16,-2 0 64-16,0 3 16 0,0 0 0 16,-1 1 208-16,-1 3 0 0,-2-1 0 0,0 4 0 0,-1 1 336 0,-1 0 64 15,-1 3 16-15,-2 4 0 0,-1-1 288 0,-1 3 48 16,0-2 16-16,-1 4 0 0,0 1-320 0,-3 1-64 15,0 2-16-15,0-1 0 0,-1 0-176 0,0-3-16 16,0 0-16-16,1 0 0 0,0-2-160 0,1-2 192 16,1-3-192-16,2-2 192 0,0-1-192 15,2-1 128-15,0-1-128 0,0-4 128 0,2 2-128 0,0-3 0 16,1-1 0-16,0-1 128 0,2-2-128 0,1-2 0 16,0 1 0-16,3-3 0 0,1-1 0 0,0-2 0 15,1 2-160-15,-1 0 160 16,0 0-592-16,1-2-32 0,2-1 0 15,1-1 0-15,-1-1-400 0,0 3-64 0,-1 2-32 0,0 0 0 0,-1 5 608 0,0 0 112 16,0 0 16-16,-2 4 16 0,-1 0 368 0,-1 2 0 16,-1 1 0-16,0 0 0 0,-1 2 0 0,-2 0 240 15,0 3-48-15,-1 0 0 0,-1 2 432 0,0-1 80 0,-1 2 0 0,-1 2 16 16,-1 1-208-16,0 1-64 0,-2 0 0 16,2 0 0-16,-2 2-128 0,0 0-48 0,-2-1 0 0,1 1 0 15,2-3-80-15,-1-1 0 0,1 2-16 16,0-2 0-16,0-3-32 0,1 2 0 15,2-4 0-15,-2-2 0 0,2 1-144 0,0-3 160 0,1 0-160 0,1-1 160 0,-1 0-160 0,1-2 0 16,1 0 0-16,0-1 128 0,2 1-128 16,0-3-144-16,1 1 144 0,1-2-208 15,1 2-1216-15,2-4-240 0,-1 2-64 0,2-2-12480 16</inkml:trace>
  <inkml:trace contextRef="#ctx0" brushRef="#br0" timeOffset="72848.72">17936 7096 12143 0,'0'-3'256'0,"0"1"64"0,0 1 16 0,-1 1 16 0,1 0-352 0,-1 0 0 0,0 1 0 0,0 1 0 16,-1-2 2016-16,-1 3 336 0,-2 0 64 0,0 0 16 31,-1 2-704-31,0 0-144 0,0 3-32 0,0-2 0 16,0 4-640-16,0-1-128 0,0-1-16 0,0 2-16 0,0 1-112 0,0 1-32 0,1 0 0 0,-2 0 0 15,2 2-144-15,-2 0-16 16,2 0-16-16,0-2 0 0,5-12 0 0,-6 26 0 0,3-16 0 0,3-10 0 15,0 0-208-15,0 0-32 0,0 0-16 0,0 0 0 16,0 0-176-16,0 0 0 16,0 0 144-16,33 26-144 0,-24-32 0 0,3 0 0 15,1-2 0-15,0-3 0 16,1 2-448 0,0-1-96-16,0-2-32 0,0 1 0 0,0 0-528 0,-2-1-112 0,-1 1-32 0,-1-3 0 15,1 2 272-15,-3 0 48 0,-1 3 16 0,-1-1 0 16,-1 1 336-16,-1 2 80 0,0-1 16 0,-2 4 0 0,0 2 480 0,-1 1 0 15,-1 1 128-15,0 0-128 0,-1 3 1040 0,0 0 112 16,-1 1 0-16,0 3 16 0,-1-3 144 0,0 4 32 16,1 1 0-16,-2 0 0 0,0 3-448 0,0-1-96 15,1 0-16-15,0 1 0 0,0 0-384 0,2-1-80 16,0-2 0-16,1-9-16 0,0 0-80 0,0 0-16 16,0 0 0-16,0 0 0 0,0 0-208 0,13 41 144 15,-8-40-144-15,0-2 128 0,0 1-128 0,2-3 128 0,0-1-128 16,1 0 128-16,0-1-128 0,0 0 0 0,2 0 0 15,1-2 0 1,-1 2-896-16,1-2-192 0,1 0-64 0,1 0-14656 0</inkml:trace>
  <inkml:trace contextRef="#ctx0" brushRef="#br0" timeOffset="73133.95">18340 7145 911 0,'1'-4'0'0,"1"3"0"0,0-1 0 0,0 1 0 16,-1 0 1920-16,-1 1 288 0,1-2 64 0,0 0 16 0,0 1 32 0,1-2 16 15,-1-1 0-15,0-1 0 0,-1 0-624 0,-1 1-128 16,0 1-32-16,-3 1 0 16,0-1-400-16,0 3-64 0,-2 0-32 0,-1 3 0 0,1-1-320 0,-2 2-64 15,-1 2-16-15,0 1 0 0,-1 0-288 0,0 2-64 16,-2 1-16-16,0 0 0 0,2 4 288 0,1-2 48 16,1 2 16-16,1-2 0 0,2 0 256 0,1 0 64 15,4-12 16-15,0 0 0 0,0 0-384 0,4 38-80 16,-4-38 0-16,0 0-16 0,0 0-288 0,0 0-48 15,33 23-16-15,-23-21 0 0,1-2-144 0,1-1 0 16,1-2 0-16,1 0 0 0,1-1-208 0,-1-3-80 0,2 2-16 0,-2-2 0 31,-1 2-1488-31,1-3-320 0,2-1-48 16,1 0-12272-16</inkml:trace>
  <inkml:trace contextRef="#ctx0" brushRef="#br0" timeOffset="73528.67">18651 6923 7359 0,'0'-5'656'0,"0"0"-528"0,0 3-128 0,-1 1 0 16,1 2 1408-16,-1-2 240 0,1-1 48 0,-1 0 16 0,-1 0 1056 0,0-1 224 16,-1 3 32-16,0 0 16 15,0 3-864-15,-1 1-160 0,0 4-32 0,-1 1-16 16,0 2-752-16,-1 1-160 0,0 3-32 0,6-15 0 16,-13 35-320-16,5-15-64 0,-2 3 0 0,1-2-16 0,0 1-256 0,-2-1-48 15,0 0-16-15,-1 1 0 0,0 1-96 0,0-1-16 16,2-1 0-16,2 0 0 15,1-4-32-15,7-17-16 0,0 0 0 0,-5 33 0 0,6-27-144 0,0-3 0 16,2 0 0-16,0-3 128 0,1-2-128 0,0-1 0 16,1 1 0-16,1-3 128 0,1-2-128 0,-1 2 0 0,3-4 144 15,-2-1-144-15,2 1 0 0,1-1 0 0,-1-1 0 0,0 1 0 16,0 1 0-16,-1-1 0 16,2 1 0-16,-1-1 0 0,0 3-192 0,-2 2 32 0,-1 3 16 0,-1 0 0 15,0 0 144-15,-1 2-208 0,-2 2 80 0,1 1 128 16,-1 0 0-16,-2 5 0 0,0-8 0 0,0 0 0 15,0 0 0-15,-3 36 0 0,3-36 0 0,0 0 0 16,-2 37 0-16,2-37 0 0,0 0 0 0,0 0 0 16,8 45 0-16,-8-45 0 0,0 0 144 0,0 0-144 15,0 0 0-15,34 26 0 0,-25-25 0 0,2-2 128 16,-1 0-128-16,1-2 0 0,1 0 0 0,0-2-17584 16</inkml:trace>
  <inkml:trace contextRef="#ctx0" brushRef="#br0" timeOffset="74559.13">19173 7136 4607 0,'3'-2'400'0,"-1"0"-400"0,0 1 0 0,-1 1 0 16,-1 0 928-16,1 0 96 0,1 0 32 16,1-3 0-16,2 1 1088 0,0 1 224 0,-1 0 32 0,0-1 16 15,-1 2 80-15,-1 0 0 0,0-2 16 0,0 2 0 16,-1 2-448-16,-1-2-80 0,0 2-32 0,0 0 0 16,0 0-656-16,-1 2-128 0,1 0-16 0,-2 1-16 15,0 4-560-15,-1-1-96 0,-2 3-32 0,0 1 0 16,-2 2-192-16,0 1-32 0,-1 1-16 0,1 0 0 15,-1-2-32-15,2 1-16 0,0-1 0 0,2-4 0 0,-1 1-160 0,2-3 192 16,2-2-192-16,0 0 192 0,1-4-192 0,1-1 0 16,0-1 0-16,0-1 128 0,1-1-128 0,1-1 0 15,1-2 0-15,0-2 0 0,2-2 0 0,0-1 0 16,2-1 0-16,-1 1 0 0,2-2 0 0,0-2 0 16,1-1 0-16,0 1 0 0,1 0 0 0,0 0 0 15,0 0 0-15,2 0 0 0,-2 2 0 0,0 0 0 16,1 1 0-16,1 1 0 0,-1 3 0 0,-2 1 0 15,-1 4 0-15,0 0 0 0,-1 2 0 0,-1 0 0 0,-2 2 0 16,-1 3 0-16,-4-5 0 0,0 0 0 0,0 0 0 0,0 0 0 16,0 0 0-16,3 45 0 0,-3-45 0 0,0 0 0 15,-8 39 0-15,8-39 0 0,-7 25 0 0,2-13 0 16,1-2 0-16,1-1 0 0,-1-1 0 0,1-2 0 16,0-1 0-16,1-3 0 0,0 1 0 0,-1-1 0 15,1-2 0-15,0 0 0 0,0 0 0 0,2-2 0 16,-1 1 0-16,1-1 0 0,0-2 0 0,1 1 0 15,0-2 0-15,1 1 0 0,2-1 0 0,1-2 0 16,-1 0-192-16,3 2 192 0,0-4-192 0,1 2 192 16,1-1-656-1,0-2-16-15,1 1 0 0,0-2 0 0,1 1-304 0,1-2-64 0,0 0-16 0,-1 0 0 16,1 1 320-16,-2 1 64 0,1 3 16 0,-2 0 0 0,-1 2 464 0,-1 3 192 16,0-1-176-16,-2 3 176 0,2 0 0 0,-2 0 0 15,-2 1 128-15,1 3-128 0,-1-2 640 0,-1 3 0 16,0 0 16-16,-2 0 0 0,0 2 80 0,0-7 16 15,0 0 0-15,0 0 0 0,0 0-288 0,-2 38-48 16,2-38-16-16,0 0 0 0,-8 27-208 0,5-16-64 16,1-2 0-16,-1 1 0 0,-1 1-128 0,4-11 192 15,0 0-192-15,-8 31 192 0,5-22-192 0,1-1 160 16,1-1-160-16,0 0 160 0,1-4-160 0,1 1 0 16,0-1 144-16,1-1-144 0,0-2 0 0,1 0 0 0,0-2 0 0,0-1 0 31,1 1-528-31,0-1-80 0,0-1-16 0,2-1-16208 0</inkml:trace>
  <inkml:trace contextRef="#ctx0" brushRef="#br0" timeOffset="75269.05">19746 7140 1839 0,'2'-3'160'0,"-1"2"-160"0,0-2 0 0,0 2 0 15,-1 0 2064-15,0 1 384 0,0 0 80 0,0 0 16 16,-1-2 464-16,0 1 80 0,0 1 32 0,-1 0 0 0,1 0-944 0,-2 3-192 15,0-3-48-15,0 2 0 0,0 1-880 0,-2 1-176 16,0 2-48 0,0 0 0-16,-1 2-304 0,-1 1-64 0,-1 0-16 0,2 3 0 0,-1-1 16 0,2 0 0 15,-1 1 0-15,6-12 0 16,0 0-16-16,0 0 0 0,-4 35 0 0,4-35 0 0,0 0-208 0,0 0-48 16,0 0-16-16,0 0 0 0,37 14 0 0,-27-16 0 15,2-3 0-15,1-1 0 0,0 0-48 0,-1-1-128 16,-1 0 192-16,0-2-64 0,1 2-128 0,-2-3 0 15,-1 0 0-15,-3 1 0 0,0 0 0 0,-2-1-144 0,-3 0 144 16,-1 2 0-16,-1 0-176 0,-3 1 176 0,-1 0-160 16,-2-1 160-16,-1 4 0 0,0 2-144 15,-1 0 144-15,-1 4 0 0,1-2 0 0,-1 3 0 0,0 1 0 0,0 3 0 16,0-3 0-16,2 4 0 0,1-6 0 0,1 5 0 16,1-2 0-1,2-1 176-15,1 1-176 0,2-2 192 0,0-1-192 16,2 0 160-16,0-1-160 0,2-1 160 0,2 0-160 0,0-1 128 0,3-1-128 0,-2 1 128 15,1-2 0-15,1 0-128 0,1-2 192 0,1 1-64 16,0-1-128-16,1 0 0 0,1 0 0 0,1-4 0 16,0 2 0-16,0 0 0 15,0 0 0-15,-1 2 0 0,-1 0 0 0,-1 2 0 16,-2 0 0-16,1 0 0 0,-2 3 0 0,-1-2 0 16,1 4 0-16,-3-2 0 0,1 2 0 0,-1 0 0 0,-1 1 0 0,0 1 0 0,-4-4 0 0,0 0 0 15,0 0 128-15,0 0-128 0,0 0 0 0,15 41 0 16,-15-41 0-16,0 0 0 0,0 0 0 0,-1 41 0 15,1-41 0-15,0 0 0 0,-4 32 0 0,4-32 0 16,0 0 128-16,0 0-128 0,-6 33 0 0,6-28 0 16,-1 0 0-16,0-3 0 0,0 0 192 0,0-2-64 15,-1 0 0-15,1 0 0 0,-1-2 64 0,1 0 0 0,0 0 0 16,0-1 0-16,1-2-192 0,0 1 128 0,0-4-128 16,2 2 128-16,0-2-128 15,2 1 0-15,0 0 0 0,0-3 0 0,3 1 0 0,0 0 128 0,1-1-128 0,2 0 0 16,-2 1 0-16,2 0 0 0,0-2 0 0,3 0 0 15,-1 2 0-15,0-1 0 0,0 1 0 0,0 0 0 32,-1 4 0-32,-1-3 0 0,-1 4 0 0,0 0 0 15,-1 3-624-15,-1-2-48 16,0 3-16-16,-1 0 0 0,-1 0-1840 0,0 1-368 0</inkml:trace>
  <inkml:trace contextRef="#ctx0" brushRef="#br0" timeOffset="75617.22">20178 7202 11967 0,'5'-1'528'0,"-1"0"112"0,1 1-512 0,-2-2-128 16,0 0 0-16,-1 2 0 0,1-1 2576 0,2 1 496 15,2-3 80-15,5 1 32 0,2 0-784 0,-1-2-160 16,1 1-16-16,-2 0-16 0,0 1-992 0,0 0-208 16,0-1-48-16,0 1 0 0,1-1-624 0,-1 1-128 15,0 0-16-15,-2-2-16 0,1 1-176 0,-1-2 0 16,-1 3 0-16,-2-1 0 0,1-2 0 0,-3-1-144 15,1 0 144-15,-3 0-160 0,-1-1-96 0,-1 2 0 16,-1-2-16-16,-2 2 0 0,-3 0-96 0,-1 0-16 0,-2 3 0 16,1 2 0-16,-2-2 384 0,0 2 0 0,1 2 0 0,-1-2 0 15,1 4 368-15,-1 2-16 0,0-2 0 0,0 6 0 16,1-3 416-16,-2 4 96 0,0 1 16 0,1 3 0 16,0-1-128-16,1 0-32 0,8-14 0 0,-11 24 0 15,11-24-272-15,0 0-48 0,-4 35-16 0,4-35 0 16,0 0-224-16,0 0-160 0,0 0 192 0,31 36-192 15,-20-34 128-15,3 1-128 0,1-3 0 0,1 0 0 0,2-2 0 0,2 1 0 16,0-1 0-16,2 0 0 16,1 0-752-1,1-1-144-15</inkml:trace>
  <inkml:trace contextRef="#ctx0" brushRef="#br0" timeOffset="80570.88">20997 7039 17503 0,'1'-3'1552'0,"1"1"-1232"0,0 2-320 0,-1 0 0 15,-1 0 768-15,1-2 112 0,2 2 16 0,1-3 0 16,1 0 1152-16,1 1 256 16,0 0 32-16,-1 2 16 0,0 0-576 0,0 2-112 0,-1 1-32 0,-1 2 0 15,-3-5-720-15,0 0-144 0,0 0-16 0,0 0-16 16,0 0-432-16,22 42-96 0,-22-42-16 0,0 0 0 16,0 0-192-16,0 0 0 0,19 40 128 0,-19-40-128 15,0 0 0-15,0 0 0 0,0 0-192 0,0 0-16848 16</inkml:trace>
  <inkml:trace contextRef="#ctx0" brushRef="#br0" timeOffset="80744.39">20997 7195 9215 0,'0'1'400'0,"0"1"96"0,0 0-496 0,0-2 0 16,0 1 0-16,-1 0 0 0,1 1 1440 0,-1 1 192 15,1 2 32-15,0-5 16 0,0 0 464 0,0 0 96 16,-7 31 0-16,7-31 16 0,0 0-864 0,0 0-176 15,-8 40-48-15,8-40 0 0,0 0-784 0,0 0-144 0,-6 35-48 16,6-30 0-16,2-2-192 0,1-1-160 0,3-1 32 0,-1-2-12320 16</inkml:trace>
  <inkml:trace contextRef="#ctx0" brushRef="#br0" timeOffset="81136.17">21232 7128 11055 0,'2'-3'480'0,"-1"2"112"0,1-1-464 0,-1 2-128 0,0 0 0 0,-1 0 0 16,0 2 1584-16,0-1 288 0,1 0 64 0,-1 4 16 16,0-5-272-16,0 0-48 0,0 0-16 0,0 0 0 0,-7 41-512 0,7-41-96 15,0 0-32-15,-10 35 0 16,10-35-304-16,0 0-64 0,-13 35-16 0,13-35 0 0,0 0-192 16,-11 26-32-16,7-21-16 0,0 0 0 15,2-3-112-15,-2 1-32 0,2-1 0 0,0-2 0 0,0 0 16 0,2-2 0 16,-1-1 0-16,1-1 0 0,0-3-80 0,1 2-16 15,0-3 0-15,0 0 0 16,0-1-128-16,0 0 0 0,2 0 0 0,0 0 0 0,0-3 0 0,1 1 0 16,2 0 0-16,-1-1 0 0,2 3 0 0,-1-2 0 0,2-3 0 15,3 1 0-15,0 1 0 0,0 1 0 0,2 1 0 0,0 0 0 16,1 1 0-16,0 3 0 0,0 1 0 16,-2 2 0-16,-1 1-128 0,-1 4 128 15,-1 0 0-15,-9-2 0 0,0 0 0 0,0 0 0 0,0 0 0 0,23 44 0 16,-23-44-128-16,0 0 128 0,-6 53 0 0,6-53 0 15,-10 44 0-15,10-44 0 0,-15 43-144 0,15-43 144 16,-12 34 0-16,12-34 0 0,0 0-128 0,-8 31 128 16,8-31 0-16,0 0-128 0,0 0 128 0,0 0-9600 15,0 0-1840-15</inkml:trace>
  <inkml:trace contextRef="#ctx0" brushRef="#br0" timeOffset="81471.19">21659 6972 5519 0,'3'-1'496'0,"-2"0"-496"15,1-1 0-15,-1 2 0 16,0 0 704-16,0 0 32 0,-1 0 16 0,1 0 0 0,1 0 1104 0,0 2 240 16,0-2 32-16,-1 2 16 15,0 1-400-15,-1 1-80 0,0 1 0 0,-1 0-16 0,1-5-624 0,0 0-112 16,0 0-16-16,-12 35-16 0,12-35-48 0,0 0-16 15,-16 40 0-15,16-40 0 16,-12 30-160-16,12-30-16 0,-12 30-16 0,12-30 0 16,0 0 16-16,-9 40 16 0,9-40 0 0,0 0 0 0,0 0-336 0,0 0-64 15,8 45 0-15,-8-45-16 0,0 0 96 0,0 0 32 0,0 0 0 0,28 17 0 16,-21-16-48-16,1-2 0 0,0-1 0 0,-1-1 0 16,0-2-320-16,1 3 128 0,0-5-128 0,-1 2 0 15,-2-2 0-15,1 1 0 0,-1 0-160 16,-1-1 160-16,-1 0-2400 15,-1 2-368-15</inkml:trace>
  <inkml:trace contextRef="#ctx0" brushRef="#br0" timeOffset="81689.22">21551 7117 4607 0,'-6'2'400'0,"1"1"-400"31,1 1 0-31,3-2 0 0,0-1 2160 0,1 1 336 16,1-2 80-16,-1 2 16 0,2 1 1344 0,-2-3 272 15,0 0 48-15,0 0 16 0,0 0-1680 0,26 14-336 16,-17-14-64-16,-1 0-16 0,2 0-1184 0,-1-2-240 16,2-1-48-16,-1-2-16 0,1 2-432 0,0-2-96 15,0-1-16-15,0 2 0 0,1-4-144 0,0 2 0 16,-1 0 0-16,-1 0 0 0,-1 0 0 0,0 2 0 16,-1-1 0-16,-1 1 0 0,0 1-336 0,-1 1 0 0,1 2 0 15,-3 0-17136-15</inkml:trace>
  <inkml:trace contextRef="#ctx0" brushRef="#br0" timeOffset="82061.25">21791 7119 10127 0,'-2'0'896'0,"1"0"-704"16,0 0-192-16,1 1 0 0,0-1 1600 0,1 0 304 16,0 0 48-16,0 2 16 0,2-2 640 0,2 0 128 15,0 2 16-15,4-2 16 0,0 0-624 0,1-2-128 16,2 2-32-16,0-2 0 0,1 1-896 0,1 1-176 15,-1-2-32-15,1 0-16 0,0 1-544 0,-1-1-96 16,0 1-32-16,-2 0 0 0,0-2-192 0,0 1 0 0,-3-1 0 0,-2 1 0 16,1 0 0-16,-2-2-128 15,-3 1 128-15,0 0 0 0,-2 1 0 0,-1-3-128 0,-2 0 128 0,-2 2 0 16,-2-1-192-16,0 2 32 0,-2-1 0 0,-2 1 0 16,1 1 160-16,-1 1-208 0,0 1 80 0,1 1 128 15,1-1 0-15,0 3 0 16,2 1 0-16,-1 0 0 0,1 2 0 0,0 0 0 0,1 0 0 0,0 3 0 0,6-10 0 15,-10 18 192-15,10-18-192 0,0 0 192 0,-13 29 176 0,13-29 32 16,0 0 16-16,0 0 0 0,0 0-80 0,3 44-16 16,-3-44 0-16,0 0 0 0,0 0-160 0,31 18-32 15,-20-16-128-15,1-2 192 0,1 0-192 0,0-2 0 16,1-1 128-16,-1 1-128 0,1-2 0 0,-1 1 0 16,0-2 0-16,0 3 0 15,0-3-912 1,-1 2-128-16</inkml:trace>
  <inkml:trace contextRef="#ctx0" brushRef="#br0" timeOffset="82456.36">22088 7152 6447 0,'1'-2'272'0,"0"0"80"0,0-1-352 0,0 3 0 0,0-2 0 0,0 0 0 16,0 1 2112-16,1 1 336 0,-1-2 80 0,3-2 16 15,1 1 144-15,0-2 48 16,2 3 0-16,-2-3 0 0,2 1-496 0,-1 1-80 0,0 1-32 0,-1-1 0 15,2 1-1232-15,-1-1-256 0,0 0-64 0,1 0 0 16,0 1-320-16,0 1-64 0,2-2 0 0,-1 1-16 16,1 2-176-16,1 0 0 15,1 0 0-15,-1 0 128 0,0 0-128 0,0 2 0 0,1 1 0 0,-11-3 0 16,0 0 208-16,25 14-32 16,-25-14-16-16,0 0 0 0,0 0-160 0,0 0 192 0,24 41-192 0,-24-41 192 0,0 0-192 0,0 0 0 15,-3 41 0-15,3-41 0 0,0 0 0 0,-12 25 0 16,7-18 0-16,0-2 0 0,-1-3 0 0,1 3 0 15,0-3 0-15,0-2 0 16,2 0 256-16,2-2 32 0,-1-1 0 0,1 0 0 0,2-3 192 0,1-1 32 16,-1 0 16-16,3-2 0 0,0-1-208 0,1-2-64 15,1 2 0-15,1-1 0 0,1 1-112 0,0-4-16 16,2 3-128-16,1 1 192 0,-1-2-192 0,1 0 0 16,2 0 0-16,-1 2 0 0,0-1 0 0,0 2 0 15,1 1 0-15,-1 1 0 31,0 3-1344-31,-1 1-176 0</inkml:trace>
  <inkml:trace contextRef="#ctx0" brushRef="#br0" timeOffset="83165.36">22468 7131 11055 0,'-1'0'976'0,"-1"-2"-784"0,1 1-192 0,0 1 0 16,0 0 1536-16,1 0 256 0,-2 0 48 0,0 0 16 16,-1-2 608-16,1 2 128 0,-1 0 32 0,1 0 0 15,2 2-560-15,1-2-96 0,2 3-32 0,0-2 0 16,1 0-832-16,1 2-160 0,0-2-48 0,3 0 0 16,0 1-528-16,0-2-112 0,2 0-32 0,0 0 0 0,2-2-224 15,1 0 0-15,1-3 0 0,0 2 0 0,1-1 0 0,0-3 0 16,-2 2 0-16,0 0 0 15,0 0 0-15,-1-1 0 0,-1-1 0 0,-3 2 0 0,-1 0 0 0,-1-1 0 16,-2 1-128-16,-2-1 128 0,-1 4 0 0,-2-3 0 16,0 1-128-16,-2 1 128 0,-2 1 0 0,1-1 0 15,-2 1-128-15,-1 0 128 0,0 2 0 0,0-1 0 16,0 1 0-16,0 1 0 0,-1 1 0 0,1 0 0 16,-1 1 0-16,1-1 0 0,0 3 0 0,-1-2 0 15,0 1 0-15,0 1 0 0,0 0 0 0,0 1 0 0,-1 2 0 16,-1-1 0-16,1 2 0 0,-1 1 0 0,0 0 0 0,1 1 0 15,1-2 192-15,8-9-64 0,-12 20-128 0,12-20 192 16,0 0 176-16,0 0 16 0,0 0 16 0,0 0 0 16,0 0-224-16,22 35-48 0,-10-35-128 0,1 0 192 15,2-2-192-15,1-1 128 0,2-1-128 0,0-1 0 16,0 0 0-16,1 0 0 0,0-2 0 0,1 3-17888 16</inkml:trace>
  <inkml:trace contextRef="#ctx0" brushRef="#br0" timeOffset="83511.48">22926 7036 11391 0,'3'-6'256'0,"-2"3"48"0,1 1 16 16,-1 1 0-16,-1 0-320 0,0 1 0 0,0 0 0 0,-1 0 0 0,0-1 1680 0,-1 1 288 16,1 1 48-16,-4 0 16 0,-1 1-160 0,1 1-16 15,-2 2-16-15,0-1 0 0,-2 1-816 0,-1 0-144 16,2 2-48-16,-1-2 0 0,-2 2-384 0,3 0-64 15,0-2-32-15,0 2 0 16,4-2 224-16,-1 0 32 0,3-1 16 0,2-4 0 0,0 0-112 0,0 0 0 16,0 0-16-16,0 0 0 0,0 0-240 0,26 22-32 15,-26-22-16-15,0 0 0 0,0 0-80 0,28 18-128 16,-28-18 176-16,0 0-176 0,0 0 0 0,29 20 0 16,-29-20 0-16,0 0 0 0,0 0 0 0,25 23 0 15,-25-23 0-15,0 0 0 0,0 0 0 0,0 0 0 0,0 0 0 16,0 0 0-16,0 0 0 0,0 0 0 0,0 0 0 0,0 0 0 15,0 0 0-15,0 0 0 0,0 0 0 0,0 0 0 16,-14 29 0-16,5-29 0 0,0 0 0 0,0 0 0 16,1 0 0-16,0 0 0 0,3 0 0 0,1 0 0 15,1 2-320-15,1-2 16 0,3 0 16 0,1 0-14752 16</inkml:trace>
  <inkml:trace contextRef="#ctx0" brushRef="#br0" timeOffset="83847.92">23222 6977 13823 0,'0'-2'1216'0,"1"1"-960"15,-1 1-256-15,0 0 0 0,0 1 1664 0,0-1 272 16,0 2 64-16,0-2 16 0,-1 3 256 0,0 1 48 16,1-4 16-16,0 0 0 0,0 0-1088 0,-16 39-224 15,16-39-32-15,-13 28-16 0,13-28-512 0,-17 35-96 16,17-35-32-16,-15 33 0 15,15-33-16-15,-12 31-16 0,12-31 0 0,0 0 0 0,-8 39-48 0,8-39-16 0,0 0 0 0,0 0 0 32,0 0-240-32,10 39 128 0,-10-39-128 0,0 0 0 15,20 10 464-15,-12-10 0 0,0 0 0 0,2-2 0 16,-1 1-208-16,1-1-64 0,-1-1 0 0,1 1 0 0,1 0-192 0,-1-3 0 16,0 1 0-16,-2 1 0 0,0-2 0 0,-1 0 0 15,0 1 0-15,-1-1 0 0,0-1 0 0,-2 0-128 16,-1-2 128-16,0 0 0 15,-2 1-1152-15,-1-3-128 0,-1 1-32 0,-3 0 0 16,0 1-1472-16,-4-2-288 0</inkml:trace>
  <inkml:trace contextRef="#ctx0" brushRef="#br0" timeOffset="84021.18">22993 7107 21183 0,'-8'4'944'0,"3"-1"192"0,2 0-912 0,2-1-224 0,2-2 0 0,1 1 0 15,1 1 2400-15,1-2 432 0,2 2 96 0,5 0 16 16,3 0-720-16,4-2-144 15,2 0-32-15,2-2 0 0,-1 0-1280 0,0-3-256 16,1 0-48-16,0 1-16 0,-1-1-320 0,0-1-128 0,-3 0 0 0,0 1 0 16,-1 1 0-16,-4 1 0 0,-2-1 0 0,-2 1 0 31,-2 3-1024-31,-1-2-192 0</inkml:trace>
  <inkml:trace contextRef="#ctx0" brushRef="#br0" timeOffset="84211.01">23369 7036 6447 0,'6'-4'576'0,"-1"1"-576"0,1-1 0 0,-3 3 0 0,0 0 1936 0,-2 1 288 16,2 0 48-16,1-1 16 0,2 1 1136 0,3-2 224 16,2 0 64-16,0 1 0 0,-1 1-1216 0,-1 0-224 15,0 0-48-15,1 1-16 0,-2 1-1040 0,-1-2-208 16,2 2-32-16,-3 0-16 0,2-2-608 0,-2 2-128 16,1-1-32-16,-2 1 0 0,2-2-144 0,-3 1 0 15,0 1 0-15,0-2 0 16,-1 2-720-16,-2-2-32 0,-1 2 0 0,0 0 0 15,-2 3-2816-15,-2-2-560 0</inkml:trace>
  <inkml:trace contextRef="#ctx0" brushRef="#br0" timeOffset="84385.79">23467 7098 7359 0,'-1'2'320'0,"0"0"80"0,1-2-400 0,0 1 0 0,1-1 0 16,-1 0 0-16,1 2 2512 0,0-2 432 0,1 2 64 0,1 1 32 16,0 1-224-16,-3-4-64 15,0 0 0-15,0 0 0 0,0 0-1056 0,0 0-224 0,0 0-32 0,3 44-16 16,-3-44-336-16,0 0-64 0,0 0 0 0,-11 38-16 15,11-38-432-15,0 0-96 0,-12 30-16 0,12-30 0 16,0 0-464-16,0 0 0 0,-11 30 0 0,11-30 0 16,0 0 0-16,0 0 0 0,0 0 0 0,0 0-11440 15,0 0-2256-15</inkml:trace>
  <inkml:trace contextRef="#ctx0" brushRef="#br0" timeOffset="84812.9">23619 7120 10127 0,'7'-8'448'0,"-3"3"96"0,-1 1-544 0,-1 1 0 0,0 3 0 0,-2 0 0 0,1 0 2080 0,0 0 304 16,1 0 64-16,0 0 16 0,-1 2 208 0,0 1 32 16,-1-3 16-16,0 0 0 0,0 0-1488 0,0 0-288 15,0 0-64-15,-9 45-16 0,9-45-352 0,0 0-64 0,0 0 0 0,-9 36-16 16,9-36-48-16,0 0-16 0,0 0 0 0,0 0 0 16,0 0 0-16,-11 30 0 15,9-29 0-15,0 1 0 0,1-2 96 0,-1-3 32 0,1 3 0 16,-1-2 0-16,1-3-368 0,1 1-128 0,0-1 0 0,-1 0 0 15,1-1 0-15,0 0 0 0,1-1 0 0,0 0 0 16,1 1 0-16,1 0 0 0,0-1 0 0,1-2 0 16,-1 2 0-16,3-1 0 0,-1-1 0 0,3 0 0 15,-1 0 0-15,2-1 0 0,-1 2 0 0,0-1 0 0,2-1 0 16,0-1 0-16,1 1 0 0,0-1 0 0,0 3 0 0,0-1 0 16,1 2 0-16,0 1 0 0,0 0 128 0,0 1-128 15,0 0 0-15,-2 5 0 0,-2-2 0 0,-1 2 128 16,-1 2-128-16,0 0 0 0,-6-2 256 0,0 0 16 15,0 0 0-15,0 0 0 0,0 0 48 0,4 50 0 16,-4-50 0-16,0 0 0 16,-5 41-128-16,5-41 0 0,0 0-16 0,-7 45 0 15,7-45-176-15,0 0 160 0,-3 44-160 0,3-44 160 0,0 0-160 0,0 0 0 16,5 48 0-16,-5-48 0 0,0 0 0 0,0 0 0 0,0 0 0 0,0 0 0 16,0 0 0-16,29 17 0 15,-24-20 0-15,2-3-18304 0</inkml:trace>
  <inkml:trace contextRef="#ctx0" brushRef="#br0" timeOffset="85413.13">23988 7098 12895 0,'0'0'576'0,"0"0"112"0,0 0-560 0,0 0-128 0,1 0 0 0,1 0 0 15,0 0 2224-15,1 0 400 0,2 0 96 0,2 1 16 16,2-1-448-16,2-1-96 15,2 1-16-15,0-2 0 0,0 0-1152 0,1 1-224 0,0-3-48 0,-1 1-16 0,-1-1-464 0,0 1-80 16,-1-3-32-16,0 1 0 16,-2-1 0-16,-2 0 0 15,0 0 0-15,-4-1 0 0,-2 0-160 0,-2 3 192 16,-1-3-192-16,-4 4 192 0,0-1-192 0,-4 3 192 16,0 1-192-16,0 0 192 0,-1 1-48 0,0 3 0 15,-1 0 0-15,0 4 0 0,0-1 144 0,-1 2 32 16,2 1 0-16,11-10 0 0,-18 19 32 0,18-19 16 0,-15 19 0 15,15-19 0-15,0 0 32 0,0 0 16 0,-14 36 0 0,14-36 0 16,0 0-208-16,0 0-32 0,0 0-16 0,0 0 0 16,0 0-160-16,19 38 0 0,-11-36 0 0,-1-2 128 15,1 0-128-15,0-3 0 0,1 1 0 0,2-1 0 16,-1-1 0-16,0-1 0 0,2 0 0 0,-2 1 0 16,0-1 0-16,1 0 0 0,0-1 0 0,-2 0 0 15,0 2 0-15,0-1 0 0,-3 2 0 0,-1 0 0 16,-2 2 0-16,-1-1 0 0,0 1 0 0,-2 1 0 15,0 1 0-15,-1 1 0 0,-1 0 0 0,1 1 0 16,1-3 0-16,0 0 0 0,0 0 128 0,0 0-128 16,-13 40 0-16,13-40 0 0,0 0 0 0,-10 46 128 15,10-46 0-15,-9 44 0 0,9-44 0 0,-12 57 0 0,12-57 0 0,-16 65-128 16,7-30 192-16,-1 2-64 0,-1 2-128 0,-1 1 0 16,0-2 144-16,-1-1-144 0,0-4 0 0,-1-6 0 15,14-27 0-15,-28 45 0 0,14-31 192 0,0-2-16 16,-2-3-16-16,0-2 0 0,0-2 64 0,1-4 16 15,0-1 0-15,2-4 0 0,1 0-48 0,1-6 0 16,2-2 0-16,3-2 0 0,2-4 80 0,3-2 16 16,4-1 0-16,2 0 0 0,3-3-80 0,3 0-16 15,7-6 0-15,5-6 0 0,8-6-192 0,5-1 0 0,5 0 0 16,3 1 0-16,4 1 0 0,2 3-192 0,0 6 48 16,-1 6-19888-16</inkml:trace>
  <inkml:trace contextRef="#ctx0" brushRef="#br0" timeOffset="91267.84">1128 8020 13823 0,'3'-4'1216'0,"-3"1"-960"16,1 0-256-16,-1 1 0 0,0 2 1760 0,1-2 304 0,0-2 64 0,1-2 16 15,1-1 64-15,0-1 16 0,-1 0 0 0,0 3 0 16,-1 0-944-16,0 3-192 0,-1 2-48 0,0 0 0 16,-1 2-384-16,-1 3-80 0,1 2 0 0,-3 2-16 15,1 3-240-15,-2 5-32 0,1 2-16 0,-2 3 0 16,1 2-128-16,-1 1-16 0,0-1-128 0,0-1 192 0,0 1-192 16,1 0 0-16,0 0 0 0,1-1 0 0,1-4 160 15,0 0-160-15,1-1 160 0,1-3-160 0,1-15 224 0,0 0-48 16,6 29-16-16,-6-29 0 0,0 0-160 0,0 0 128 15,0 0-128-15,0 0 128 16,0 0-128-16,34 0 0 0,-26-7 0 16,-2 0 0-16,2 0 0 0,0-1 0 0,0-1 0 0,0 2 0 0,-2-3-352 0,1 1 48 15,-1 2 16-15,0-3-10704 16,-2 3-2128-16</inkml:trace>
  <inkml:trace contextRef="#ctx0" brushRef="#br0" timeOffset="91502.35">965 8160 7359 0,'-12'5'656'0,"5"-3"-528"16,1 1-128-16,1-1 0 0,3 0 832 0,1-2 144 0,0 2 32 0,-1 1 0 15,-1 0 1360-15,1 1 256 0,0 1 64 0,3-2 16 16,2 1-288-16,3-3-64 0,-6-1-16 0,0 0 0 16,30-1-592-16,-30 1-112 0,28-7-32 0,-28 7 0 31,33-9-832-31,-15 4-192 0,0 0-16 0,1 0-16 0,0 0-416 0,0 1-128 0,-2-1 0 0,0 0 0 15,-2 1 0-15,-15 4 0 16,29-8 0-16,-29 8 0 0,25-6-320 16,-25 6 16-16,22-6 16 0,-13 3-10432 0,1 0-2080 0</inkml:trace>
  <inkml:trace contextRef="#ctx0" brushRef="#br0" timeOffset="91902.52">1308 7885 3679 0,'-4'-9'320'0,"1"4"-320"16,1 0 0-16,1 5 0 0,0 0 2496 0,1 0 416 16,-1 2 96-16,-1 1 0 0,0 2-64 0,-2 1-32 0,0 6 0 0,1 2 0 15,-1 6-896-15,-1 1-176 0,3 3-48 0,-2 4 0 16,1-1-896-16,0 1-176 0,2-1-32 0,-1 0-16 16,0-1-144-16,-1-2-16 0,-1 1-16 0,1-2 0 15,0-4-80-15,0 0-16 0,0-2 0 16,0-4 0-16,2-1-32 0,0-2-16 0,0-4 0 0,1-2 0 0,1 0-112 0,0-4-32 15,0-2 0-15,1-1 0 0,0 0-208 0,1-1 0 16,1-5 0-16,0 1 0 0,1-3 0 0,1 1 0 16,1-3 0-16,-1 1 0 0,2 1 0 0,-2 2 0 15,2 0 0-15,-1 1 0 0,0 4 0 0,-1-1 0 16,1 0 0-16,-1 3 0 0,1-1 0 0,-1 3 0 16,0 0 0-16,-6 0 0 0,0 0 0 0,0 0 0 15,0 0 0-15,0 0 0 0,0 0 0 0,27 33 0 0,-27-33 0 16,0 0 0-16,7 34 0 0,-7-34 0 0,0 0 0 0,6 36 0 15,-6-36 0-15,0 0 0 0,0 0 0 0,12 35 0 16,-12-35 0-16,0 0 0 0,0 0 0 0,0 0 0 16,0 0 0-16,31 2 0 0,-23-9-128 0,-2 0 128 31,1-2-592-31,1 1-64 0</inkml:trace>
  <inkml:trace contextRef="#ctx0" brushRef="#br0" timeOffset="92721.28">1604 8167 11055 0,'0'0'976'0,"0"0"-784"16,0 0-192-16,0 0 0 0,0 1 1824 0,0-1 320 0,0 0 64 0,1 2 16 0,0-2 608 0,0-3 128 15,1 1 32-15,0-1 0 0,1-1-1216 0,0-1-240 16,0 0-64-16,2-4 0 0,-1 2-736 0,0-3-160 16,0 1-16-16,0 0-16 0,-2 1-400 15,-1-1-144-15,-1 4 0 0,-1-2 144 0,0 3-144 16,-2 3 0-16,-1-1 0 0,-2 4 0 0,0-1 0 0,-1 3 0 15,-1 3 0-15,0 2 0 0,-1 1 0 0,-2 1 0 16,2 1 0-16,-1 0 0 0,0 0 0 0,0 0 0 16,4 2 0-16,-1-2 0 0,3 0 0 0,-1-2 0 15,1 1 0-15,1-1 0 0,1-1 0 0,1 1 128 16,1-3-128-16,0 0 0 0,1-4 208 0,1 1-32 0,0 1-16 0,1-4 0 16,1 0 96-16,0 1 32 0,-4-2 0 0,0 0 0 15,0 0-112-15,27-4-32 0,-19 0 0 0,0 0 0 16,1 0-144-16,-1-1 0 0,2-2 0 0,-2 0 0 15,3-2 0-15,-2 1 0 0,1 1 0 0,-1-2 0 16,2-1 0-16,-3 1 0 0,0 0 0 0,0 1 0 16,-2 1-144-16,-1 2 144 0,0 1 0 0,-3-1 0 15,0 3 0-15,-1 1 0 0,0 1 0 16,-2 1 0-16,1 1 0 0,-1 1 0 0,-1 1 0 0,1 1 0 0,0 0 0 16,0-1 0-16,0 3 0 0,0 0 0 0,0 3 0 15,1 0 0-15,0-1 0 0,1 1 0 0,-1-10 0 0,0 0 0 16,5 28 0-16,-5-28 0 15,0 0 0-15,0 0 0 0,0 0 0 0,0 0 0 0,0 0 0 0,0 0 0 16,42 15 0-16,-35-20 0 0,0 0 0 16,1-2 0-16,2-2 0 0,-1-1 0 0,1-2 0 0,0 0 0 15,0 0 0-15,1-1-160 16,-1 2-416-16,0-1-96 0,0 1-16 0,0 1 0 31,-1 1-784-31,0-1-176 0,0 3-16 0,-1 0-16 0,-1-2 1008 0,0 4 208 0,-1 0 32 0,-1 2 16 0,-1 1 416 0,-1 2 0 16,0 2 0-16,-1 1 176 0,-2-3 336 0,0 0 64 0,0 0 0 0,2 26 16 31,-3-17 304-31,0 2 48 0,-1 0 16 0,-1-1 0 0,0 2-576 0,1-1-96 0,-1 3-32 0,0-5 0 16,0 1-80-16,1 0-32 0,0-1 0 0,-1 0 0 15,1-3-144-15,0 0 160 0,1-3-160 0,-1 0 160 16,2-1-160-16,0-2 0 0,0-2 144 0,0 1-144 16,1-3 0-16,0 0 0 0,1-2 0 0,1-1 128 15,0 0-128-15,0-3 0 16,1 1 0-16,2-1 0 0,-1-2 0 0,2 1 0 15,-1 1 0-15,1-2 0 0,0-1 0 0,1 1 0 0,-1 2-144 0,-1-1 144 16,1 1 0-16,-1 3 0 0,0 2-144 0,0 2 144 0,-1 2 0 16,0 1 0-16,-5 0 0 0,0 0 0 0,0 0 0 0,0 0 0 15,0 0 0-15,0 0 0 0,23 39 0 16,-23-39 0-16,0 0 128 0,6 34-128 0,-6-20 160 31,0-2-16-31,0 2 0 0,-1 1 0 0,0 0 192 0,1-3 48 0,0 0 0 0,0 0 0 0,0-12-384 0,0 0 144 16,0 0-144-16,0 0 0 15,15 31 0-15,-11-29 0 0</inkml:trace>
  <inkml:trace contextRef="#ctx0" brushRef="#br0" timeOffset="95182.24">2783 7978 11055 0,'-1'-6'976'0,"1"2"-784"16,0 2-192-16,0-1 0 0,0 3 576 0,-1-2 80 15,0 2 16-15,1-2 0 0,-1 1 1376 0,1-1 256 0,-1 0 64 0,0 2 16 16,0 0-368-16,0 2-80 16,-1 1-16-16,0 2 0 0,0 2-768 0,0 2-144 15,0 1-48-15,0 4 0 0,-1-2-416 0,1 4-96 16,0 0 0-16,-1 1-16 0,1 1-32 0,-2-2 0 0,1 2 0 0,0-3 0 16,-1 0-128-16,0-2-16 0,1-1-16 0,0 0 0 15,0-3-240-15,1 0 144 0,0-1-144 0,0-3 128 16,2 2-128-16,-1-3 192 0,2 1-192 15,-1 0 192-15,0-3-192 0,1 1 128 0,1 1-128 0,-1-1 128 16,1-1-128-16,0 1 0 0,0 1 0 0,0-1 128 0,1 0-128 0,1-1 0 16,0 0 0-16,1 0 0 0,0-1 0 0,0-1 0 15,2 0 0-15,-1-1 0 0,2-3 0 0,-1 1 0 16,1-1 0-16,0-2 0 0,0 0-224 0,1 0 80 16,-1 0 16-16,0-2 0 15,0 2-1920-15,-2 0-384 0,-1 2-80 16,-1-1-11216-16</inkml:trace>
  <inkml:trace contextRef="#ctx0" brushRef="#br0" timeOffset="95433.86">2569 8162 12895 0,'-6'0'576'0,"3"0"112"0,0 0-560 0,1-2-128 16,1 2 0-16,1 0 0 0,0 0 1920 0,0 0 368 0,2-2 64 0,0-1 16 15,2-1 320-15,0 0 80 0,4 1 16 0,1-3 0 16,3 2-1152-16,2-3-224 0,-14 7-64 0,33-10 0 16,-12 5-624-16,-21 5-128 15,43-9-16-15,-43 9-16 0,42-7-352 0,-42 7-64 16,42-9-16-16,-42 9 0 0,37-5-128 0,-37 5 0 0,36-5 0 0,-36 5 0 16,34-5 0-16,-34 5-144 0,33-7 144 0,-33 7 0 15,28-9-1344-15,-15 4-176 0</inkml:trace>
  <inkml:trace contextRef="#ctx0" brushRef="#br0" timeOffset="95847.97">3086 7848 12895 0,'-3'-6'576'0,"1"2"112"0,1 1-560 0,0 1-128 16,0 2 0-16,1 0 0 0,-1 2 1408 0,0 1 256 15,-1-1 64-15,1 5 0 0,-2 2 656 0,-1 3 144 16,0 2 32-16,1 3 0 15,0 2-960-15,-1 1-176 0,2 1-32 0,-1 2-16 0,0-1-544 0,0 1-128 16,-1-1 0-16,1 1-16 0,0-1-64 0,-1-4-16 16,0-1 0-16,2-2 0 0,-1-4-160 0,3-11-16 0,-2 19-16 0,2-12 0 15,0-7-208-15,0 0-32 0,0 0-16 0,0 0 0 32,0 0-160-32,0 0 0 0,0 0 0 0,27-7 0 0,-21 1 0 0,2-2 0 15,-1-2 0-15,1 1 0 0,1 0 0 0,-2-2 0 16,2 0 0-16,-1 2 0 15,0-1 0-15,0 1 0 0,-1 1 0 0,1-1 0 0,-1 2 0 0,-1 2 0 16,0 0 0-16,0 3 0 0,-1 0 0 0,0 2 0 16,0 0 0-16,-5 0 0 0,0 0 0 0,0 0 0 15,0 0 0-15,0 0 0 0,18 43 0 0,-18-43 0 16,2 26 0-16,-2-26 0 0,1 26 0 0,-1-26 0 16,0 28 0-16,0-28 0 0,2 24 0 0,-2-24 0 15,0 0 0-15,0 0 0 0,11 33 0 0,-11-33 0 16,0 0 0-16,0 0 0 0,0 0 0 0,0 0 0 0,39 0 0 15,-32-5 0 1,1-2-640-16,1 0 0 16</inkml:trace>
  <inkml:trace contextRef="#ctx0" brushRef="#br0" timeOffset="96227.03">3392 8101 12895 0,'0'2'576'0,"-1"-1"112"0,1 1-560 0,0 0-128 0,1-2 0 0,-1 2 0 16,0 0 1888-16,0-2 352 16,0 0 64-16,0 0 0 0,0 0-208 0,0 0-48 0,38 23-16 0,-38-23 0 15,0 0-688-15,31 3-128 0,-31-3-16 0,0 0-16 0,35-8-528 16,-22 2-96-16,-1 2-32 0,1-4 0 0,0 2-320 0,-1-2-64 16,0 1-16-16,-1-2 0 0,-2 1-128 0,0 0 0 15,0 0 0-15,-1 1 0 0,-3 0 0 0,-1-1 0 16,0 2 0-16,-3-2 0 0,0 4 0 0,-3-4 0 15,-1 2 0-15,-1-1 0 0,0 3 0 0,-3 0 0 16,-1-1 0-16,-2 2 0 0,-1 2 0 0,-2 1 0 16,-2 1 0-16,-1 3 0 0,1 3 0 0,0 2-224 15,2 0 48-15,2 1 16 0,2 4-176 0,1 0-48 0,1 3 0 0,2 0 0 16,0-1 384-16,2-2 0 0,2 3 160 0,1-17-160 16,1 29 560-16,-1-29 0 0,0 0 0 0,11 30 0 15,-11-30 416-15,0 0 96 0,0 0 16 0,0 0 0 16,45 20-608-16,-45-20-112 0,27-2-32 0,-27 2 0 15,27-6-208-15,-13 2-128 0,1-1 128 0,1 0-128 16,0 0 0-16,-16 5-208 0</inkml:trace>
  <inkml:trace contextRef="#ctx0" brushRef="#br0" timeOffset="97015.76">4417 7802 16575 0,'-1'-5'1472'0,"0"-2"-1168"15,1 5-304-15,-1 0 0 0,1 2 1504 0,0-3 240 16,-1-2 48-16,-2-2 16 0,1-4 976 0,-1 1 192 16,1 2 32-16,1 2 16 0,-1 3-1312 0,1 1-272 15,0 0-48-15,-1 4-16 0,1 3-880 0,-1-1-176 16,1 6-48-16,0 2 0 15,0 2-272-15,0 2 128 0,0 1-128 0,0 1 0 0,-1 0 144 0,-1 5-144 16,0 8 0-16,0 5 144 0,-1 4-144 0,-1 0 128 16,0-1-128-16,0-4 128 0,1-4-128 0,1-9 0 0,1-4 0 0,1-4 0 15,1-14 0-15,0 0 128 0,0 0-128 0,4 32 0 16,-1-28 144-16,0-3-144 0,0-1 160 0,0-3-160 16,-1 0 0-16,2-2 128 0,2-2-128 0,-1-2 0 15,3-2 0-15,-1-2 0 0,0 0 0 0,2 0 0 16,-1-1 0-16,0-2 0 0,2 1 0 0,-1 1 0 15,1 4 0-15,0-2 0 0,1 3 0 0,-1 0 0 16,0 6 0-16,-1-2 0 0,-9 5 0 0,0 0 0 16,0 0 0-16,0 0 0 0,0 0 0 0,37 24 0 15,-37-24 0-15,0 0 0 0,1 33 0 0,-4-21 0 16,-1 0 0-16,-3-3 0 0,1 1 0 0,-1-1 0 0,-2-1 0 16,0-1 0-16,-1 2 0 0,0-4 0 0,1 0 0 0,-1-1 0 15,-1 1 0-15,1-3 0 0,-1 1 0 0,2-3 0 16,2 0 0-16,-1 0 0 0,3-3 0 0,0 1 0 15,1-1 0-15,2 0 0 0,2-2 0 0,0 0 0 16,2 2 0-16,1-4 0 0,2 1 0 0,1 0 0 16,4-1 0-16,-1 0-12160 15,2 0-2384 1</inkml:trace>
  <inkml:trace contextRef="#ctx0" brushRef="#br0" timeOffset="97380.49">4734 7752 8287 0,'0'-7'736'0,"0"2"-592"0,0 1-144 0,0 1 0 0,0 1 1568 0,0 0 288 32,0 1 48-32,0 1 16 0,0-2 960 0,0 0 192 15,0 2 32-15,-2 2 16 0,-1 5-768 0,-1 1-160 16,0 5-16-16,0 2-16 0,-1 4-1232 0,0 0-240 16,0 5-48-16,-1 1-16 0,1-1-352 0,-1 4-64 15,1 4-16-15,-1-1 0 0,2 4 0 0,0-2 0 16,1-2 0-16,1-5 0 0,2-26 80 0,2 42 16 15,-2-42 0-15,0 0 0 0,9 35-144 0,-9-35-16 16,0 0-128-16,0 0 192 0,0 0-192 0,0 0 0 0,41 3 0 16,-32-9 0-16,2-2 0 0,-1-3 0 0,0 1 0 0,-1-1 0 31,1 1-768-31,1-2-128 0</inkml:trace>
  <inkml:trace contextRef="#ctx0" brushRef="#br0" timeOffset="98048.2">4918 8015 6447 0,'2'-1'576'0,"0"0"-576"0,-1 1 0 0,0 0 0 16,0-2 1952-16,-1 1 288 0,3-1 48 0,2-2 16 16,0-1 656-16,2-1 144 0,-1-2 32 0,0 1 0 15,-1-1-1040-15,-1-1-208 0,0 2-32 0,-2-3-16 16,0 1-816-16,-1 2-176 0,0-3-16 0,-2 3-16 0,0 0-352 0,-1 0-64 16,-2 1-16-16,0 0 0 0,0 3-224 15,-2 1-160-15,1 4 192 0,-4 1-192 0,2 2 160 0,-2 0-160 16,-1 4 128-16,1 1-128 0,0 4 144 0,0-2-144 15,0 4 160-15,1-1-160 0,0 3 0 16,2-1 0-16,0-1 0 0,2 1 0 0,1 0 0 0,0-3 0 16,3-14 0-16,-2 24 0 0,2-24 240 0,0 0-48 15,0 0-16-15,0 0 0 0,11 31 16 0,-11-31 0 0,0 0 0 16,0 0 0-16,0 0-192 0,0 0 0 0,36-3 0 0,-28-2 0 16,1-2 0-16,1 1 0 0,-1 0 0 0,0-1 0 15,0-2 0-15,0 1-176 16,-1-1 176-16,0 1-128 0,-2-1-480 0,0 0-96 0,-2 2 0 0,1-3-16 15,-2 4 64-15,0-2 16 0,-1 4 0 0,0-4 0 0,0 4 640 0,-1-1 0 16,0 0 0-16,-1 3 0 0,0 2 0 0,0 0 0 16,-1 2 0-16,-1 1 0 0,1 4 0 0,-1-2 144 15,2-5-144-15,-3 19 0 0,3-19 256 0,-1 23-48 16,1-23-16-16,1 26 0 16,-1-26 0-16,0 0-16 0,8 34 0 0,-8-34 0 0,0 0 144 0,0 0 48 15,0 0 0-15,0 0 0 16,39 28-144-16,-39-28-32 0,0 0 0 0,31-7 0 0,-19 0-192 0,0 0 0 15,2-1 128-15,-1-1-128 0,0 0 0 0,1-1 0 16,-1-3 0-16,0 2-160 31,-1 0-400-31,0-1-80 0,1 0 0 0,-1 0-16 0,-1 2-2416 0,-2 1-496 0,-1-1-80 0,0 1-32 16,-3 2 2448-16,-1 2 480 0,-1 0 112 0,-2 3 0 0,-1 0 640 0,-2 2 0 0,-2 2 0 0,-1 0 192 16,1 1 688-16,-3 1 144 0,-1 1 16 0,0 2 16 15,-2 0 128-15,0 1 32 0,-1 1 0 0,1 0 0 16,0 1 608-16,1-2 128 0,2 1 32 0,-1 0 0 15,2 1-1392-15,0 1-272 0,1-1-48 0,1-1-16 16,1 2 416-16,1-2 80 0,2-9 16 0,0 0 0 16,0 0-384-16,6 29-80 0,-6-29-16 0,0 0 0 0,0 0-288 15,0 0 128-15,0 0-128 0,41 17 0 16,-41-17 0-16,0 0 0 0,30-4 0 16,-19-1 0-16,0 0-800 0,0-1-112 15,1 0-32-15,0 0-15936 0</inkml:trace>
  <inkml:trace contextRef="#ctx0" brushRef="#br0" timeOffset="98538.02">5473 7780 6367 0,'0'0'576'0,"0"0"-576"0,0 0 0 0,0 0 0 0,0-2 0 16,0 2 0-16,1 0 0 0,-1-1 0 0,0 0 592 0,1-1 112 16,-1-1 32-16,0-2 32 0,0 2 784 0,1-1 176 15,-1 0 16-15,0 1 32 0,-1-1 64 0,1 1 16 16,0-2 0-16,0 3 16 0,0 0 96 0,0-1 16 16,0 1 0-16,-1 0 16 0,0 2-352 0,0 2-80 15,0 0-16-15,-1 1 16 0,0 2-352 0,-1 4-80 16,1-2-16-16,-1 5 32 0,0 3-400 0,-1 3-80 15,1 1-16-15,-1 2 32 0,0 5-432 0,-1 0-96 16,2 3-16-16,-2 0 16 0,1 3-160 0,0-2 0 16,0 2 0-16,0-1 0 0,3-5 0 0,1-26 0 0,0 45 0 0,0-45 0 15,0 31-192-15,0-31 48 0,0 0 0 0,0 0 16 16,7 33-144-16,-4-33-32 0,0-1 0 16,1-4-17664-16</inkml:trace>
  <inkml:trace contextRef="#ctx0" brushRef="#br0" timeOffset="98837.99">5596 7930 5519 0,'3'-4'496'0,"-1"3"-496"0,0-1 0 0,-2 0 0 0,1 2 2160 0,-1 0 336 15,0 2 64-15,0-2 0 0,1 0 176 0,-1 2 16 16,0-2 16-16,0 1 0 0,-2 1-880 0,1-1-176 16,-1 0-48-16,-2-1 0 0,-1 2-640 15,0-2-144-15,-1 1-32 0,0 1 0 0,-1 0-288 0,0-2-64 16,-2 3-16-16,0-1 0 15,-1 0-224-15,-1 0-64 0,0 2 0 0,0 0 0 16,1 0-192-16,2 1 0 0,1 0 128 0,1-1-128 16,1 4 576-16,2-4 64 0,1 2 0 0,1 0 16 0,1-6-144 0,0 0-48 15,0 0 0-15,0 0 0 0,0 0-192 0,31 36-32 16,-31-36-16-16,0 0 0 0,39 19 48 0,-39-19 16 16,0 0 0-16,46 23 0 0,-46-23-96 0,0 0-32 0,48 24 0 15,-48-24 0-15,0 0-160 0,45 23 0 0,-45-23 0 0,0 0 0 16,39 21 0-16,-39-21 0 0,0 0-176 0,0 0-18768 15</inkml:trace>
  <inkml:trace contextRef="#ctx0" brushRef="#br0" timeOffset="99458.26">4444 8345 6447 0,'-3'0'576'0,"1"0"-576"16,0 0 0-16,1 0 0 0,1 0 640 0,-2 0 32 15,0 0 0-15,-2-2 0 0,1 2 1040 0,-1-1 208 16,1 1 32-16,2 0 16 0,1 1-48 0,2-1-16 16,2 2 0-16,-4-2 0 0,0 0-176 0,0 0-16 15,36 3-16-15,-36-3 0 0,32 2-272 0,-32-2-48 0,45 0-16 0,-45 0 0 16,55-2-192-16,-26 1-32 0,4-1-16 0,0 2 0 15,3-2-480-15,3 1-80 0,4-1-32 0,2 1 0 16,4 0-208-16,-1 1-64 0,0 0 0 0,0 0 0 16,1 0-128-16,-1 0-128 0,1 0 144 0,0 1-144 15,-1-1 0-15,0 0 0 0,-3 0 0 0,-1-1 0 16,-4 1 0-16,0-2 0 0,1-3 0 0,0 2 0 16,-2-3 0-16,-1 0 0 0,-3 2 0 0,-3-3 0 15,-4 2 0-15,-4-2 0 0,-2 2 0 0,-4 0 0 0,-3-2 0 16,-5 1 0-16,-4 2 0 0,-4 1 0 15,-3 2-448 1,-4-1-128-16,-3 2-16 0,-3 2-16976 0</inkml:trace>
  <inkml:trace contextRef="#ctx0" brushRef="#br0" timeOffset="99919.63">4619 8511 6447 0,'-3'0'272'0,"-1"-2"80"0,1 1-352 0,0 1 0 15,2 0 0-15,0 0 0 0,-1 0 1056 0,-1-2 144 16,-2 1 16-16,0 0 16 16,-2-1 336-16,2-1 64 0,-1 3 16 0,3-2 0 0,-1 1-288 0,1 1-48 15,2 0-16-15,0 0 0 0,1 1-80 0,1 1 0 16,1-1-16-16,-2-1 0 16,0 0-48-16,0 0-16 0,0 0 0 0,0 0 0 0,34 4-192 0,-34-4-48 15,0 0 0-15,36 0 0 0,-36 0 64 0,34-2 0 16,-34 2 0-16,41-2 0 0,-41 2-256 0,52 2-64 15,-52-2 0-15,60 2 0 0,-24 0-160 0,4 0-32 16,2 3-16-16,0-2 0 0,1-3-240 0,0 0-64 0,0-3 0 0,5 1 0 16,5-1-128-16,0-1 0 0,2 0 0 0,-3-2 128 15,-2-1-128-15,-2-2 0 0,-1-1 0 0,-2 1 0 16,-3 2 0-16,-3-3 0 0,-2 1 0 0,-6 2-18192 16</inkml:trace>
  <inkml:trace contextRef="#ctx0" brushRef="#br0" timeOffset="102684.25">6582 8086 17503 0,'2'-2'1552'0,"0"1"-1232"15,-2 0-320-15,1-1 0 16,-1 2 1152-16,1-3 192 15,1 0 16-15,1-3 16 0,2-2 672 0,-2 1 144 16,2-2 32-16,-1 1 0 0,-1 2-1008 0,0-2-192 0,1 0-32 0,-1 1-16 16,-1-1-720-16,-1 1-128 15,0-1-128-15,-1 2 144 0,0-2-144 0,-2 1 0 16,0 2 0-16,-3 1 0 0,0-1 0 0,-1 0 0 0,-1 3 0 0,1 0 0 16,-1 2 0-16,-1 0 0 0,-1 2 176 0,-2 2-176 15,1 1 304-15,1 2-48 0,0 3 0 0,0 0 0 16,2 1-64-16,1 1-32 0,-1 3 0 0,2 1 0 15,0 3-160-15,0 1 128 0,2 0-128 0,0-2 128 16,1-2-128-16,2-16 0 0,-1 30 0 0,1-30 0 16,1 22 256-16,-1-22-48 0,0 0 0 0,0 0 0 15,0 0 48-15,0 0 0 0,0 0 0 0,0 0 0 16,41 21-256-16,-31-28 144 0,0-2-144 0,1-1 128 0,0 0-128 0,1-1 0 16,-1 1 0-16,-2-2 0 0,0 1 0 0,-1 1 0 15,-2 0 0-15,0 3 0 0,-2-1 0 0,-1 0-144 16,0 3 144-16,-2 0 0 0,-1 0 0 0,-1 2 0 15,0 2 0-15,0-2 0 0,0 3 0 0,0 0 0 16,0 3 0-16,0-1 0 0,1 1 0 0,0 4 0 16,0-3 0-16,0-4 0 0,0 0 0 0,0 0 144 15,9 36-144-15,-9-36 128 0,0 0 128 0,0 0 32 16,14 38 0-16,-14-38 0 0,0 0-144 0,0 0-16 0,0 0-128 16,0 0 192-16,38 30-192 0,-32-30 128 15,-6 0-128-15,0 0 0 0,20-4 0 0,-13 0 0 0,-1 1 0 0,1-4 0 16,-1 0 0-16,1 0 0 0,-1-1 0 0,1-1 0 31,-1 0-496-31,0 0-32 0,0-1-16 0,-1 0 0 16,1 1-368-16,-1-1-80 0,0 0-16 0,-1-1 0 0,-1 4 624 0,0-3 128 0,0 3 32 0,0 0 0 15,-1 2 224-15,1 0 0 0,0 1 0 0,0 4 160 16,-2 0 224-16,1 2 64 0,-2 0 0 0,0-2 0 16,0 0 272-16,2 26 64 0,-2-26 16 0,0 29 0 15,0-29-336-15,-2 33-64 0,1-19-16 0,1-14 0 16,-3 26-240-16,1-12-144 0,0-2 160 0,-1-1-160 0,1 0 176 0,1-4-176 15,-1 0 192-15,2-3-192 0,-1 0 160 0,1-2-160 16,0-2 128-16,0-2-128 0,0-1 0 0,0 0 0 16,1-3 0-16,1-2 0 0,-1 1 0 0,3-2 0 15,1-1 0-15,-1-3 0 0,1 2 0 16,1-1 0-16,0-2 0 0,2 2 0 0,-1-2 0 0,-1 0 0 16,3-3 0-16,-2 3 0 0,1 0-160 15,-2 0 160-15,2 4 0 0,-2-1-144 0,1 3 144 0,-2 4 0 16,2-1 0-16,-2 3 0 0,0 2 0 0,-1 1 0 0,-4-1 0 0,0 0 0 15,0 0 0-15,0 0 0 0,0 0 0 16,19 44 0-16,-19-44 0 0,2 26 0 0,-2-26 0 0,0 28 0 16,0-28 0-16,-1 26 0 0,1-26 0 0,0 0 128 15,0 28-128-15,0-28 0 0,0 0 0 0,0 0 0 16,0 0 0-16,0 0 0 0,0 0 0 0,0 0 0 16,0 0 0-16,0 0 0 0,0 0-128 0,0 0-17648 15</inkml:trace>
  <inkml:trace contextRef="#ctx0" brushRef="#br0" timeOffset="103188.92">7146 8098 12895 0,'3'-2'576'0,"-2"0"112"0,1-1-560 0,0 1-128 0,-1 0 0 0,0 1 0 0,0-2 1536 0,1-2 288 16,1-1 48-16,1-5 16 0,1-1 128 0,-1 0 32 15,0 0 0-15,0 0 0 0,0 0-832 16,-1 0-176-16,-1 1-16 0,-1 1-16 0,1 0-544 0,-2 1-96 15,-1 3-32-15,-1 1 0 0,0 2-64 0,-1 3-16 16,-1 0 0-16,-1 5 0 0,-1-1 128 0,-2 6 0 16,0-1 16-16,0 3 0 0,-2 2 128 0,2 1 32 15,0-1 0-15,0 2 0 16,2-1-288-16,0 1-48 0,1-1-16 0,2-4 0 0,3-11-32 0,-5 21-16 0,5-21 0 0,0 0 0 16,-1 24 160-16,2-19 16 0,-1-5 16 0,0 0 0 15,0 0-144-15,0 0-16 0,0 0-16 0,0 0 0 16,0 0-48-16,37-3-128 0,-27-1 192 0,-2-3-64 15,2 0-128-15,-1-1 0 0,2-1 0 0,-1-2 0 16,1 1 0-16,-1-2 0 0,0 0 0 0,0-1 0 16,0 0 0-16,-2-1 0 0,1 0 0 0,-1-3 0 15,0 0 0-15,0-3 0 0,-1-1 0 0,-1-3 0 16,-1 1 0-16,-1-2 0 0,0-1 0 0,-2 2 0 16,0-2-304-16,-1 4 16 0,0 1 0 0,-2 3 0 0,1 5 16 15,-1 5 0-15,1 2 0 0,-1 4 0 0,0 4 272 0,0 0 0 16,0 5 0-16,1 1 0 0,0-8 160 0,-1 26-16 15,1-26 0-15,-2 33 0 0,2-33 224 0,-1 36 32 16,1-36 16-16,-1 45 0 0,1-45-160 0,-2 42-48 16,1-18 0-16,0-2 0 15,1 1-32-15,0-23-16 0,0 45 0 0,0-45 0 0,1 42-160 0,-1-42 0 16,4 39 0-16,-4-39 128 0,4 33-128 0,-4-33 0 16,0 0 0-16,0 0 0 0,18 38-272 0,-18-38-48 15</inkml:trace>
  <inkml:trace contextRef="#ctx0" brushRef="#br0" timeOffset="104312.27">8075 7850 8287 0,'0'-3'736'0,"0"0"-592"0,1 1-144 0,-1 2 0 15,0 0 1168-15,0-1 208 0,1 0 32 0,0-3 16 16,-1 1 1008-16,0 0 208 0,0 0 48 0,-1 2 0 16,0 1-320-16,0 1-48 0,-1 0-16 0,-1 4 0 15,1-2-896-15,-2 3-192 0,0 0-48 0,0 0 0 16,1 2-576-16,-2 1-112 16,0 2-32-16,-1 1 0 0,-1 2-112 0,1 1-16 0,-1-1-16 0,0 3 0 15,0-3-64-15,0 2-16 0,2-1 0 0,0-3 0 16,-1 2-32-16,2-3 0 0,4-11 0 0,-5 22 0 0,5-22-32 0,0 0-16 15,0 0 0-15,0 0 0 0,0 0-144 0,8 33 0 16,-8-33 0-16,0 0 0 0,0 0 0 0,0 0 0 16,21-4 0-16,-15-1 0 0,2 0 0 0,0-2 0 15,0-3 0-15,3 1 0 0,-1-2 0 0,2-1 0 16,0 0 0-16,0 0 0 0,-2 0-176 0,1 0 48 16,1-2 0-16,-1 2 0 0,-1-2-128 15,-1 2 0-15,0 0-16 0,-1 1 0 0,-2 1 272 0,-1 5-128 16,-1-2 128-16,-2 4 0 0,0 1 0 0,-3 2 0 0,1 1 0 15,-1 2 0-15,0 0 0 0,-2 3 0 16,-1 2 0-16,-1-1 0 0,0 3 0 0,0 2 0 0,1-2 0 0,-1 2 0 16,0 1 0-16,2-1 0 0,-1 0 0 0,4-12 0 15,-3 20 0-15,3-20 128 0,0 0-128 0,0 0 0 16,0 0 0-16,0 0 0 0,0 0 0 0,0 0 0 16,29 29 0-16,-22-31 0 0,1 0 0 0,-1-3 0 15,1 0 352-15,1-1-32 0,2-2 0 0,-2 1 0 16,1-1-128-16,0-1-16 0,0 1-16 15,0 0 0-15,-1-2-160 0,1 1 0 0,-2 0 0 0,-1-1 128 0,0 0-128 0,-2 4 0 16,-1-2 0-16,-1 1 128 0,0-2-128 0,-2 1 0 16,0 0 0-1,-2-2 0-15,0 0 0 0,-1-2 0 0,0 3 0 0,0-3 0 0,0 1 0 0,0 1 0 16,1-2 0-16,0 2 0 16,1 1 0-16,0 2 0 0,2 0 0 0,-1 3 0 15,2 1-624-15,1 1-144 16,0 2-48-16,-4 0-16544 0</inkml:trace>
  <inkml:trace contextRef="#ctx0" brushRef="#br0" timeOffset="104972.52">8566 7567 16575 0,'1'-2'1472'0,"-1"2"-1168"16,0 0-304-16,0 0 0 0,0 2 1408 0,-1 1 208 16,0 1 48-16,-1 4 16 0,2-8 528 0,-7 28 96 31,1-4 32-31,-2 2 0 0,-1 2-1184 0,0 3-256 0,-1-2-32 0,-1 0-16 0,1-2-144 0,-1 0-16 15,0 4-16-15,-1-2 0 0,0 0 0 0,2-3 0 16,0-2 0-16,2-2 0 0,3-4-272 0,1-3-48 16,4-15-16-16,-4 24 0 0,4-24-128 0,0 0-16 0,0 0-16 0,0 0 0 15,0 0-176-15,0 0 0 16,0 0 144-16,0 0-144 0,0 0 0 16,0 0 0-16,20-4 0 0,-15-7 128 15,2 0-128-15,-1 1 0 0,2-2 0 0,0 0 0 0,-1 3 0 0,2-3 0 0,1 2 0 0,0-1 0 16,1 2 0-16,0 1 0 0,-1 1 0 15,0 2 0-15,-2 1 0 0,0 1 0 0,1 0 0 0,-2 1 0 16,-7 2 0 0,0 0 0-16,0 0 0 0,0 0 0 0,0 0 0 15,35 14 0-15,-35-14 0 0,0 0 0 0,0 0 0 0,0 0 0 16,13 38 0-16,-13-38 0 0,0 0 0 0,0 35 0 16,0-35 0-16,-3 25 0 0,3-25 0 0,0 0 0 15,-3 30 0-15,3-30 0 0,0 0 0 0,0 0 0 16,0 0 0-16,0 0 0 0,0 0 0 0,0 0 0 15,0 0 0-15,0 0-12160 16,0 0-2400-16</inkml:trace>
  <inkml:trace contextRef="#ctx0" brushRef="#br0" timeOffset="105129.92">8819 7797 15663 0,'1'0'1392'0,"0"0"-1120"0,0 0-272 0,0 0 0 16,0 1 2320-16,0 1 416 0,0 0 80 0,-1-2 0 15,0 0-128-15,0 0-48 0,0 0 0 0,0 0 0 16,0 0-1424-16,0 0-304 0,31 33-48 0,-31-33-16 16,0 0-688-16,0 0-160 0,0 0 0 0,0 0-11360 15,0 0-2272-15</inkml:trace>
  <inkml:trace contextRef="#ctx0" brushRef="#br0" timeOffset="105302.39">8785 7954 7359 0,'0'0'656'0,"0"1"-528"0,0 0-128 0,0-1 0 0,0 2 2176 16,0-1 384-16,0-1 96 0,0 0 16 0,0 0 368 16,0 0 80-16,-4 34 16 0,4-34 0 0,0 0-1152 0,-8 29-208 15,8-29-48-15,0 0-16 0,-6 26-912 0,6-26-176 16,0 0-48-16,0 0 0 0,0 0-576 0,0 0 0 16,0 0-144-16,0 0-15984 15</inkml:trace>
  <inkml:trace contextRef="#ctx0" brushRef="#br0" timeOffset="105492.22">8904 7940 17503 0,'1'2'768'0,"0"-1"176"0,-1-1-752 0,0 0-192 0,0 0 0 0,0 0 0 16,0 0 2240-16,0 0 400 0,0 0 96 0,39 6 16 16,-39-6-240-16,35-3-32 0,-14 0-16 0,-1 0 0 15,1-4-1264-15,-1 2-256 0,0 0-48 0,-1-1-16 16,-3 0-624-16,0 0-112 0,-1 0-16 0,-4 1-128 15,-1 2 0-15,-1-1 0 0,-3-1 0 0,-1 1 0 16,-1-1-480-16,-4 0-160 0,-2 3-16 0,-1-2-16 31,-1 1-2160-31,-2-2-432 0</inkml:trace>
  <inkml:trace contextRef="#ctx0" brushRef="#br0" timeOffset="105701.98">9121 7766 11055 0,'3'-7'480'0,"-2"3"112"0,0 3-464 0,-1 1-128 0,1 0 0 0,-1 0 0 0,0 1 2016 0,0-1 384 16,0 0 80-16,0 0 16 0,-4 25 704 0,4-25 160 15,-8 27 32-15,2-11 0 0,0 1-1312 0,-1-1-256 16,0-1-48-16,-1 2-16 0,0 1-816 0,0 2-176 16,-1 1-16-16,2 0-16 0,0 0-320 0,7-21-64 15,-5 38-16-15,5-38 0 0,2 29-96 0,-2-29-32 16,0 0 0-16,0 0 0 0,18 38-208 0,-18-38 0 16,0 0 128-16,0 0-128 0,0 0 0 0,37 7 0 15,-37-7 0-15,19-5 0 0,-19 5-160 0,17-10 32 16,-7 4 0-16,-1-3 0 0,0-1-1520 15,1 0-288-15,1 1-64 0,0-3-14976 0</inkml:trace>
  <inkml:trace contextRef="#ctx0" brushRef="#br0" timeOffset="106065.49">9292 7892 11055 0,'-2'3'480'0,"0"1"112"0,0-1-464 0,1-1-128 0,0-2 0 0,1 2 0 15,0-1 2880-15,-1 3 544 0,1-4 112 0,0 0 32 0,0 0 32 0,0 0 16 16,0 0 0-16,0 0 0 0,36 32-2016 0,-36-32-416 15,27 0-80-15,-27 0-16 0,34-5-608 0,-16 2-128 16,1-2-32-16,0 0 0 0,1-2-176 0,-1 3-144 16,0-3 192-16,-3 4-192 0,-1-2 0 0,-2-2 0 15,-1 3 0-15,-3-2 0 0,-1 2 0 0,-2-3 0 16,-3 2 0-16,-2 0 0 0,-1 0 0 0,-2-1 0 16,-2 0 0-16,-3 0 0 0,-2 1 0 0,-2 0 0 0,-3 0 0 0,-3 3 0 15,-1-1 0-15,1 3 0 0,2 0 0 0,0 3-144 16,3 2-48-16,0 0 0 15,1 2 0-15,2 2 0 0,2 0 192 0,0 1 0 0,1-3 0 0,6-7 0 16,-7 24 0 0,7-24 0-16,-2 28 0 0,2-28 0 15,0 0 224-15,9 36-32 0,-9-36 0 0,0 0 0 0,32 29-16 0,-32-29-16 0,32 14 0 0,-32-14 0 16,36 10-160-16,-36-10 128 0,39 8-128 0,-39-8 128 0,40 1-128 0,-40-1 0 31,39-1 0-31,-39 1 0 0,37-3-288 0,-37 3-32 0,29-1-16 0,-29 1-18416 16</inkml:trace>
  <inkml:trace contextRef="#ctx0" brushRef="#br0" timeOffset="106663.9">8153 8279 14735 0,'-1'-1'1312'0,"1"-1"-1056"15,0 2-256-15,0 0 0 0,0-1 832 0,0 0 128 16,1 1 0-16,-1-2 16 0,1-1 0 0,0-1 0 15,1 3 0-15,-1-1 0 0,1 0-176 0,0 2-32 16,1-2-16-16,1 1 0 0,-1 1 32 0,2 0 16 16,1-2 0-16,0 2 0 0,-6 0 656 0,0 0 128 15,33-3 16-15,-33 3 16 0,34 0-256 0,-34 0-48 16,44 0-16-16,-14-2 0 0,4 2-464 0,5-2-112 16,5-1-16-16,4-1 0 0,4 1-208 0,4 1-48 0,4 0-16 0,1 2 0 15,-1-3-128-15,-2 1-32 0,0-1 0 0,6 3 0 16,3-2-272-16,-2 1 160 0,-5 0-160 0,-1-4 128 15,-3 0-128-15,0-1 0 0,-2 0 0 0,-4 2 0 16,-3-4 0-16,-6 1 0 0,-5-2 128 0,-7 0-128 16,-4 1 0-16,-7-1 0 0,-7 2 0 0,-7 2 0 15,-4 0 0-15,-5 3 0 0,-5 2 0 0,-6 0 0 16,-4 5-560 0,-4-1-32-16,-3 4-16 0,-7-2-17952 0</inkml:trace>
  <inkml:trace contextRef="#ctx0" brushRef="#br0" timeOffset="107026.15">8456 8402 2751 0,'-3'-4'128'0,"2"3"16"0,-1-1-144 0,1 2 0 0,0 0 0 0,1 0 0 15,-1 0 992-15,0-2 160 0,0 2 48 0,0 0 0 16,-1 0 1184-16,0-1 240 0,1 2 64 0,0-1 0 16,1 2-448-16,-1-2-64 0,1 0-32 0,1 0 0 15,0 2-592-15,1-2-112 0,1 0-32 0,-3 0 0 16,0 0-224-16,0 0-48 0,29-2-16 0,-29 2 0 15,28 0 0-15,-28 0 0 0,40-2 0 0,-40 2 0 16,53-3-208-16,-18 3-32 0,3 0-16 0,3-2 0 16,2 4-464-16,3-4-80 0,2-1-32 0,2-1 0 15,1 1-32-15,4-1-16 0,4-2 0 0,-2 0 0 0,0-2-240 0,-1 1 176 16,-1-2-176-16,-2 0 160 0,-2 2-160 0,2-1 0 16</inkml:trace>
  <inkml:trace contextRef="#ctx0" brushRef="#br0" timeOffset="110332.98">10237 7828 9215 0,'0'-2'816'0,"0"-1"-656"0,1 1-160 0,0 0 0 16,0 1 1392-16,-1-1 240 15,1 0 48-15,1-3 16 0,1-2 896 0,1 2 176 0,-1 0 48 0,1 1 0 16,0 0-496-16,0 4-80 0,-1 2-32 0,-3-2 0 16,0 0-1120-16,0 0-208 0,7 37-48 0,-7-37-16 15,-1 31-544-15,-1-14-96 0,-1 4-32 0,-1 1 0 16,-1 1-144-16,-1 1 0 16,0-1 0-16,-2-1 128 0,2-3-128 0,0 1 0 0,-1-4 0 0,1-2 0 0,3-3 0 0,-1-1 128 15,2-5-128-15,-1-2 0 0,2-1 128 0,1-2-128 16,0-3 0-16,0-2 128 0,2 1-128 0,1-6 192 15,0 0-192-15,1-3 192 0,0 0-192 0,2-3 0 32,-1 2 0-32,1-2 128 0,0 1-128 0,1-2 0 0,0 1 0 0,0 0 0 15,-1 3 0-15,1-1 0 16,-2 2 0-16,3 0 0 0,-2 1 0 0,3 1 0 0,-2 0-144 0,0 4 144 0,1 1 0 0,0 2 0 16,-1 3 0-1,0 0 0-15,-7 0 0 0,0 0 0 0,0 0 0 0,0 0 0 0,0 0 0 0,29 43 0 16,-29-43 0-16,0 0 0 0,5 44 0 0,-5-44 0 15,1 34 0-15,-1-34 0 0,-2 33 0 0,0-18 0 16,0-1 0-16,-1 0 0 0,0-4 0 0,1-1 0 0,0-2 0 0,-1-1 0 16,1-2 144-16,0-2-144 0,1-1 128 0,0-2-128 15,1-2 176-15,0 0-48 0,2-3-128 0,0-2 192 16,1-1-192-16,0-2 0 0,2 1 0 0,1-4 0 16,0 0 0-16,2-1 0 0,-1-1 0 0,1 2 0 15,1-3 0-15,0-3-128 0,3-3 128 0,0 2-160 31,-1 1-208-15,0 3-32-16,1 4-16 0,-3 4 0 0,-1 2 64 0,0 4 16 0,-2 3 0 0,-1 1 0 0,-5-1 336 16,0 0 0-16,0 0 0 0,0 0 0 0,7 40 0 0,-9-26 0 15,2-14 0-15,-3 28 0 0,1-11 0 0,-1-1 0 16,0 4 128-16,-1-2-128 0,2-1 256 0,-1 0-48 16,-1-1 0-16,1-2 0 0,3-14 32 0,-2 22 0 15,2-22 0-15,0 0 0 0,0 0-240 0,0 0 128 16,0 0-128-16,0 0 0 0,0 0 0 0,0 0 0 15,27-5 0-15,-22-2-16592 16</inkml:trace>
  <inkml:trace contextRef="#ctx0" brushRef="#br0" timeOffset="110721.86">10689 7928 2751 0,'-1'-3'256'0,"1"1"-256"16,-1-1 0-16,0 3 0 0,1 0 2400 0,-1 0 432 0,0 0 96 0,-1 0 16 15,-1 0-384-15,-1 0-80 0,1 1-16 0,-3 3 0 16,1 0-720-16,0 0-144 0,-1 5-16 0,2-2-16 16,0 2-336-16,-1 3-64 0,2 0-16 0,-1 2 0 15,1 0-384-15,0-1-64 0,1 1-32 0,2-14 0 16,0 0-48-16,1 31-16 0,-1-31 0 0,0 0 0 16,0 0-16-16,0 0 0 0,0 0 0 0,36 9 0 0,-27-14-304 15,1-2-64-15,2-2-16 0,0-1 0 0,0 0-208 16,0 1 176-16,1-3-176 0,-2 3 160 0,-2-1-160 0,0 1 0 15,0 0 0-15,-2-1 0 0,0 1 0 0,-1 1 0 16,-1 1 0-16,-4-2 0 0,0 2 0 0,-2 0 0 16,-2 2 0-16,-2 0 0 0,-1 2 0 0,-3 1 0 15,-1 2 0-15,-2 0 0 0,0 1 0 0,-1 1 0 16,2 1 0-16,-1 1 0 0,2 0 0 0,3 1 0 16,1-1 128-16,1 0-128 0,2 1 0 0,1 0 0 15,1-2 0-15,2 0 0 0,2 0 0 0,1-1 0 0,-4-2 0 0,0 0 0 16,0 0 0-16,30-4 0 15,-18 1 0-15,-2 0 0 16,1-1-832-16,0 1-64 0</inkml:trace>
  <inkml:trace contextRef="#ctx0" brushRef="#br0" timeOffset="111265.27">10942 7997 13823 0,'0'0'608'0,"0"0"128"0,0 0-592 0,0 0-144 0,0 0 0 0,0 0 0 16,0 0 2256-16,0 0 432 0,0 0 64 0,33 2 32 15,-25-7-224-15,1 0-64 0,-2-2 0 0,-1 0 0 0,-1-2-1184 0,0-1-240 16,0 0-48-16,-3 1-16 0,1 0-432 0,-2-1-64 16,-1 3-32-16,-1 0 0 0,-2 0-272 0,0 1-48 15,-3 0-16-15,0 3 0 0,-3 0-144 0,0 2 0 16,0 1 0 0,-1 0 128-16,0 2 64 0,0 3 16 0,0 1 0 0,0 2 0 0,1-1-208 0,1 3 144 15,0-1-144-15,1 3 128 0,1 1-128 0,-1 1 0 16,2 2 0-16,1-2 0 0,0 2 0 0,1-3 0 15,1 1 0-15,2-14 0 0,0 0 128 0,1 31 0 16,-1-31 0-16,0 0 0 0,0 0 48 0,0 0 0 16,0 0 0-16,35 14 0 0,-27-19-176 15,1 0 0-15,1-2 0 0,0-1 0 0,0-1 0 0,-1 0 0 0,2-2 0 0,1-1 0 16,-1 0 0-16,0-2 0 0,-1 0 0 0,-1 2 0 16,1 0 0-16,-2 0 0 0,0-3 0 0,1-1 0 15,-2 1 0-15,-1-1 0 0,1-3 0 0,-2 0 0 16,-1 0 0-16,0-2 0 0,-1-2 0 0,0-2 0 15,-3-1 0-15,1 0 0 0,1 2 0 0,-1 3 0 16,0 2 0-16,0 3 0 0,1 2 0 0,-1 4 0 16,0 2 0-16,0 4 0 0,0 2 0 0,-1 2 0 15,1 3 0-15,-1 1 0 0,-1 5 0 0,1-9 0 0,-2 25 0 0,0-7 160 32,0 3-160-32,-1 1 160 0,1 2-160 0,1 1 128 0,-2-1-128 0,0 0 128 0,0 2-128 0,-1-2 0 15,2 1 0-15,0-1 0 0,-1-5 144 0,3-19-144 16,-3 43 160-16,3-43-160 15,0 39 128-15,0-39-128 0,2 32 0 0,-2-32 144 16,0 0-144-16,7 31 0 0,-7-31 0 0,0 0 0 0,0 0 0 0,0 0 0 16,0 0 0-16,0 0 0 15,0 0-192-15,0 0-64 0,26 0 0 0,-22-7-18112 0</inkml:trace>
  <inkml:trace contextRef="#ctx0" brushRef="#br0" timeOffset="111643.58">11210 7992 12895 0,'0'2'576'0,"0"0"112"0,0-2-560 0,0 0-128 0,0 0 0 0,0 0 0 0,0 0 2416 0,0 0 448 0,0 0 80 0,0 0 32 15,0 0-16-15,0 0 0 0,16 38 0 0,-16-38 0 32,0 0-1344-32,0 0-272 0,33 0-48 0,-33 0-16 0,21-6-656 0,-10 1-144 0,0 0-32 0,1 0 0 31,-1-2-272-31,0 0-176 0,-1 0 192 0,-1-1-192 0,1 2 0 0,-3-1 0 0,-1 2 0 0,0-3 0 15,-1 1 0-15,-2 0 0 0,0 0 0 0,-2 0 0 0,-1 0 128 16,-1 0-128-16,-1 2 0 0,-1-2 0 0,0 2 0 0,-2-2 0 31,1 5 0-31,-3-1 0 0,1 3 0 0,-1 0 0 16,0 3 0-16,-2 1 0 0,2 1 0 0,-1 2 0 0,1 1 0 0,-1 1 0 0,0 1 0 0,0 1 0 16,1 1 0-16,1 2 0 0,1 0 0 0,1-1 0 15,-1 0 0-15,2 0 0 0,3-13 224 0,-1 23-64 16,1-23-16-16,0 0 0 0,0 0 32 0,0 0 0 15,24 34 0-15,-24-34 0 0,0 0-176 0,0 0 160 16,40 6-160-16,-40-6 160 0,26-3-160 0,-26 3 0 0,26-3 0 0,-26 3 0 16,27-6 0-16,-14 3 0 0,-13 3 0 0,28-6-18864 15</inkml:trace>
  <inkml:trace contextRef="#ctx0" brushRef="#br0" timeOffset="112216.62">11763 7724 17503 0,'0'-5'1552'0,"0"2"-1232"0,1 1-320 0,-1 2 0 0,0 0 1520 0,0-1 240 16,0-2 48-16,0 0 16 15,-1-2 720-15,0 1 144 0,0 1 16 0,-1 1 16 0,-1 2-1280 0,-1 2-256 16,1 1-48-16,-1 2-16 0,0 4-512 0,-1-2-96 15,1 5-32-15,-3 0 0 0,1 4-240 0,-2 1-48 16,2 0-16-16,-2 4 0 0,-1 3-176 0,2-1 160 16,-1 1-160-16,1 2 160 0,0 1 0 0,-1 1 0 15,3 0 0-15,1-3 0 0,4-25-16 0,-4 41 0 0,4-41 0 0,4 31 0 16,-4-31-16 0,0 0-128-16,0 0 192 0,0 0-64 0,33 33-128 0,-33-33 0 0,0 0 0 0,33-3 0 15,-20-1 0-15,0-3 0 0,1 0 0 0,0 0 0 16,-1-2 0-16,-2 2 0 15,2 1 0-15,-1 0-18720 0</inkml:trace>
  <inkml:trace contextRef="#ctx0" brushRef="#br0" timeOffset="115039.01">12186 8080 13823 0,'0'-2'1216'0,"0"1"-960"0,0 1-256 0,0 0 0 16,0-2 1360-16,0 1 240 0,0 1 32 0,0-2 16 15,0 0 256-15,2-2 48 0,1 1 16 0,-1 0 0 16,0 1-752-16,1 0-128 0,1-1-48 0,-1 1 0 15,0 0-560-15,0 1-112 0,1 1-32 0,-2 1 0 16,1 1-16-16,-2 0 0 0,-1-2 0 0,0 0 0 0,0 0-128 16,0 0-16-16,0 0-16 0,-2 27 0 0,0-23-160 0,-2 1 0 15,0 0 0-15,1-1 0 0,-2 1 0 0,1-2 0 16,0-1 0-16,-1 0 0 0,1-2 0 0,0 2 128 16,1-2-128-16,0 0 0 0,1-2 256 0,1 0-48 15,0-2 0-15,1-1 0 0,0 2 224 0,1-4 32 16,1 2 16-16,0-2 0 0,1 2-160 0,1-2-48 15,-1 2 0-15,2-1 0 0,0 1-144 0,-2 2-128 16,2 1 144-16,-1 0-144 0,-1 0 0 0,1 2 0 16,-1 0 0-16,-1 2 0 0,-2-2 0 0,0 0 0 0,0 0 0 15,0 0 0-15,0 0 0 0,-2 24 0 0,0-18-128 0,-1-1 128 16,2 0-256-16,-1-3 0 0,1 0 0 0,1 1-16000 16</inkml:trace>
  <inkml:trace contextRef="#ctx0" brushRef="#br0" timeOffset="116038.87">12903 7859 8287 0,'1'-3'736'0,"0"3"-592"15,-1 0-144-15,0-2 0 0,0 2 1152 0,0 0 208 16,1 0 48-16,0-2 0 0,0 0 1104 0,0 0 240 16,0 1 32-16,-1-1 16 0,0 2-368 0,0 0-80 15,-1 0-16-15,1 2 0 0,0-2-736 0,-1 1-160 16,2 1-32-16,-1 0 0 0,2-2-512 0,-1 1-128 15,3 0 0-15,1-1-16 16,0 2-432-16,2-2-64 0,1 0-32 0,1-2 0 0,2 2-224 0,-1-2 128 16,0 0-128-16,1 0 0 0,1-1 0 0,-1 0 128 0,0 1-128 15,1 0 0-15,-3 0 0 0,-1 1 0 0,0-1 0 0,-4 2 0 16,1-2 0-16,-2 2 0 0,-1 2 0 0,-3-2 0 16,-1 2 0-16,-2 1 0 0,1-1 0 0,-1 0 0 31,-2 1-656-31,0 0-32 0,-1 1 0 0,1-2 0 0,0 1-784 0,0-1-144 0,2 1-48 0,-1-1 0 15,1-2 416-15,2 0 80 0,-1 0 16 0,2 0 0 0,1-2 784 0,-1 1 176 16,2-1 16 0,0-1 16-16,0 1 160 0,1 2 0 15,0-2 160-15,-2 2-160 0,2 0 336 0,-1 0-16 16,0 2-16-16,-1 0 0 0,0 3 720 0,0 0 128 16,-1 2 48-16,-1 2 0 0,2-9-432 0,-4 24-64 0,0-12-32 15,4-12 0-15,-6 26-464 0,2-12-80 0,-1 0-128 0,1 1 176 16,0-3-176-16,-1 0 0 0,5-12 0 0,-8 23 0 15,8-23 0-15,-8 22 0 0,8-22 0 0,-6 16 0 16,2-8 0-16,1-4 0 0,-1-1-176 0,0 1 176 31,-1-3-928-31,2 1-96 0,-2 0-32 0,1-2 0 0,0 0-1040 16,-1 2-208-16,1-2-32 0,-1 0-16 0,1 0 480 16,0 0 80-16,1 0 32 0,-1 0 0 0,1 0 1296 0,0 0 256 0,2 0 48 0,0 0 16 15,2 0 784-15,0 0 176 0,0-2 16 0,2 2 16 16,2 0 1360-16,0-4 272 0,2 1 48 0,0 0 16 0,3-1-368 15,0 0-64-15,1 0 0 0,1-2-16 0,1 1-848 16,1-1-160-16,0 2-48 0,1-1 0 0,-1 1-688 16,-1 2-144-16,2-1-16 0,-2-1-16 0,0 1-176 0,-2 1 0 15,-11 2 0-15,22-3 0 16,-22 3-640-16,19-2-64 0,-19 2-16 0,18-3-16512 16</inkml:trace>
  <inkml:trace contextRef="#ctx0" brushRef="#br0" timeOffset="116432.07">13271 7882 3679 0,'-1'0'320'0,"0"0"-320"0,1 0 0 0,0 0 0 15,0 1 1744-15,0 1 288 0,-1 0 48 0,0 1 16 16,1-3 976-16,0 0 192 0,-5 26 32 0,5-26 16 16,-6 26-1008-16,6-26-192 0,-5 26-32 0,5-26-16 15,-4 26-656-15,4-26-144 0,-5 26-32 0,5-26 0 16,-7 22-304-16,7-22-64 15,-5 18-16-15,5-18 0 0,-7 12-400 0,4-7-64 16,1 0-32-16,0-4 0 0,1 0-160 0,-1 1-16 0,1-4-16 0,1 0 0 16,1 0-160-16,0-4 0 0,2 0 0 0,0-2 0 15,1-1 0-15,1 0 0 0,0-1 0 0,1-2 0 16,0 2 0-16,0-1 0 0,0-1 0 0,1 0 0 16,-1 0 0-16,0 1 0 0,0 1 0 0,0 1 0 0,-1 1-128 0,-1 1 128 15,2 1 0-15,-2 0 0 16,2 2 0-16,0-1 0 0,-2 2 0 0,2 0 0 0,-2 0 0 0,1 2 0 15,1-1 0-15,0 2 0 0,0 2 0 0,-6-2 0 16,0 0 0-16,0 0 128 0,0 0 144 0,0 0 32 16,0 0 0-16,27 41 0 0,-27-41-176 0,0 0-128 15,4 31 192-15,-4-31-192 0,0 0 192 0,-1 35-192 16,1-35 192-16,0 0-192 0,-2 31 128 0,2-31-128 0,0 0 0 16,0 0 0-16,0 0 0 0,-2 28 0 0,3-25 0 15,0-2-18496-15</inkml:trace>
  <inkml:trace contextRef="#ctx0" brushRef="#br0" timeOffset="117189.28">14093 7788 13823 0,'4'-11'608'0,"-2"3"128"0,1 1-592 0,-2 2-144 0,0 0 0 0,0 3 0 16,0-3 1616-16,1-2 304 0,1-6 48 0,-2 0 16 16,2-3 256-16,-2 4 48 0,-2 2 16 0,0 1 0 15,-1 5-448-15,0 1-64 16,-1 2-32-16,-1 1 0 0,1 3-592 0,0-1-112 0,-2 0-32 0,1 3 0 15,0 0-496-15,0 2-96 0,-1 0-32 0,0 0 0 16,0 3-176-16,0 1-32 0,5-11-16 0,-10 25 0 16,5-9-176-16,5-16 128 0,-9 31-128 0,9-31 128 15,-6 33-128-15,6-33 0 0,-7 41 0 0,3-18 0 0,0 3 0 0,0 1 0 16,0 3 0-16,-2-1 0 16,2 4 0-16,0-5 128 0,0 3-128 0,4-31 0 0,-2 47 0 0,2-47 128 15,-1 38-128-15,1-38 0 0,0 0 0 0,0 43 0 16,0-43 0-1,0 0 0-15,-2 27 0 0,1-21 0 0,-2-3 0 0,-1 1 0 0,1-4 0 0,0 0 0 16,-1-2 0-16,-1-3 0 0,2 0-224 0,-2-2-32 16,1-2 0-16,0 0 0 15,-1-1-1216-15,0-2-256 0,1 0-64 0,-2-2 0 16,1 0-928-16,-2-2-192 0,1-2-32 0,-1 0-16 16,2-2-304-16,0-1-64 0,2 2-16 0,1 3 0 15,1 1 1808-15,1 4 384 0,1 0 64 0,1 3 0 0,0 3 2704 0,1 3 544 0,0-1 96 0,2 3 32 16,-5 0 608-16,0 0 128 0,0 0 32 0,29 6 0 15,-29-6-240-15,0 0-32 0,36 1-16 0,-36-1 0 16,32-2-1440-16,-16 0-304 16,2-3-48-16,-1 0-16 0,1 1-608 0,-1-2-128 0,-1 2-32 0,0-4 0 15,0 2-192-15,-1-1 0 0,-1 2 0 0,-3-2 0 16,-1 3 0-16,0-1 0 0,0 0 0 0,-2 2 0 16,-1-1-1456-1,-2 3-224-15</inkml:trace>
  <inkml:trace contextRef="#ctx0" brushRef="#br0" timeOffset="117888.61">14267 7978 15663 0,'3'0'1392'31,"0"0"-1120"-31,-1 0-272 0,-1-2 0 0,0 2 1552 0,0-1 256 0,4-1 48 0,1-1 16 16,3-1 560-16,0-1 96 0,1-2 32 0,0-1 0 15,-1 0-1312-15,-3-1-256 16,1 0-48-16,-1 0-16 0,-2 2-608 0,-1-3-128 0,-2 1-32 0,-1 2 0 16,-2-2-160-16,-2 2 0 0,-1 2 0 0,-4 1 128 15,1 3-128-15,-2 1 0 0,-1 0 0 0,-1 4 128 16,0 1-128-16,0 0 160 0,0 2-160 0,1 2 160 16,2-1-160-16,0 2 0 0,-1 4 0 15,2-2 128-15,1 2-128 0,1 0 0 0,1 0 0 0,5-14 128 16,-5 26 0-16,5-26-128 0,0 0 192 0,2 31-64 15,-2-31 288-15,0 0 48 0,0 0 16 0,0 0 0 16,0 0-272-16,39 21-48 0,-39-21-16 0,20-4 0 16,-9-1-144-16,0 0 0 0,1 0 0 0,-2-2 0 15,1 0 0-15,-2 0 0 0,0-2 0 0,0 1 0 16,-3 1-432-16,1 0-64 0,-3 0-16 0,0 3 0 16,-1-2 48-16,-2 3 0 0,-1 2 0 0,-1-2 0 0,0 3 464 0,0 0 0 15,-1 1-128-15,0 1 128 0,0-1 0 0,1 2 0 16,-1 0 0-16,0 0 160 0,2-3 224 0,0 0 32 15,0 0 16-15,0 0 0 0,0 0 192 0,0 0 32 16,11 35 16-16,-11-35 0 0,0 0-256 0,0 0-48 16,0 0-16-16,41 15 0 0,-41-15-208 0,0 0-144 0,36 1 192 15,-36-1-192-15,27-4 0 0,-13 1 0 0,1 1 0 0,-1-5 0 16,2 1 0-16,1-2 0 0,0 1 0 0,-1-1 0 31,2-1-656-31,-1-1-144 0,-2 1-32 0,0-1 0 16,-2 3-1040-16,0-2-224 0,-1 1-32 0,-1 0-16 0,-1 2 176 0,-2-1 48 0,-2 2 0 0,-2 2 0 15,0 0 1120-15,-2 0 224 0,-2 1 64 0,0-1 0 0,-1 3 1136 0,-2-2 224 16,1 2 48-16,-2 0 16 0,1 0 288 0,-1 0 48 16,-1-2 16-16,1 2 0 0,-2 2-176 0,2-2-48 15,-3 0 0-15,1 2 0 0,-1 1-144 0,1 0-16 16,-1 1-16-16,1 0 0 0,-1 2-192 0,0 0-32 16,-1 4-16-16,1 0 0 0,-1 2-112 0,1 2-32 15,0-3 0-15,0 2 0 0,3 1-192 16,4-14-32-16,-6 21-16 0,6-21 0 0,0 0-32 0,0 0 0 15,0 0 0-15,0 0 0 0,30 35-208 0,-30-35 144 16,22-2-144-16,-22 2 128 0,26-5-128 0,-13 0 0 0,1 1 0 16,0-1 0-1,2-1-464-15,0 0-80 16,0-2-16-16,0 2-17552 0</inkml:trace>
  <inkml:trace contextRef="#ctx0" brushRef="#br0" timeOffset="118249.93">14925 7792 911 0,'2'-12'0'0,"-1"6"0"0,1-2 0 0,0 4 0 16,-1 2 2784-16,0 1 480 0,0 1 80 0,2-4 32 15,1 1 512-15,-1 1 96 16,1-3 32-16,-1 5 0 0,-1 1-1392 0,-2 3-288 16,0-4-48-16,0 0-16 0,-8 24-1152 0,3-12-224 0,-3 2-64 0,1 2 0 15,-2 3-544-15,-1 0-112 0,0 3-32 0,0-1 0 16,1 0 0-16,-2 1 0 0,2 1 0 0,1-2 0 0,0-1 112 15,8-20 0-15,-9 32 16 0,9-32 0 0,0 0-80 16,1 35-32-16,-1-35 0 0,0 0 0 0,0 0-160 0,0 0 0 16,29 25 0-16,-29-25 0 0,19-2 0 0,-9-3 0 15,3 0 0-15,-1 1 0 0,2-4 0 0,-1 2 0 16,0 0 0-16,1-1 0 0,0-2 0 0,-1 0 0 16,-1 2 0-16,-1-1 0 0,0 1 0 0,-1 0 0 15,-1-3 0-15,-2 3 0 16,0 0-656-16,-2-3-16 0,1 2 0 0,-2-2 0 15,-1 0-992-15,0 1-192 0,-1-3-32 0,-2 3-16 16,-1-3-176-16,-1 0-32 0,-1 1-16 0,-4-2 0 16,0 3 80-16,-4 1 32 0,-1 2 0 0,-2 2-6720 0</inkml:trace>
  <inkml:trace contextRef="#ctx0" brushRef="#br0" timeOffset="118376.48">14870 7866 2751 0,'-39'19'256'0,"32"-16"-256"0,6-1 0 0,1-2 0 16,-1 0 3120-16,-1 1 576 0,0 2 112 0,0 0 32 15,2-3 960-15,0 0 192 16,0 0 32-16,0 0 16 0,37 11-2544 0,-19-14-496 15,2-3-96-15,4-1-32 0,1 0-1280 0,1 0-256 0,1-3-48 0,-1 3-16 16,2 0-272-16,-4 1 0 0,0 2 0 0,-5 2-18816 16</inkml:trace>
  <inkml:trace contextRef="#ctx0" brushRef="#br0" timeOffset="120051.39">15738 7987 14735 0,'2'-3'1312'0,"0"1"-1056"16,-1 2-256-16,-1 0 0 0,1 0 1344 0,0 0 192 15,1 0 64-15,-1 0 0 0,3 2 736 0,0-1 160 16,-4-1 16-16,0 0 16 0,0 0-784 0,0 0-144 16,12 43-48-16,-12-43 0 0,0 0-800 0,0 38-176 15,0-38-16-15,-6 25-16 0,4-15-256 0,-4-1-48 16,0 1-16-16,-1-1 0 0,-1-2-224 0,-2 1 0 0,1-2 0 16,-2 2-16848-16</inkml:trace>
  <inkml:trace contextRef="#ctx0" brushRef="#br0" timeOffset="120886.61">16477 7949 10127 0,'-1'0'896'0,"1"0"-704"0,0 1-192 0,0-1 0 15,0 1 2016-15,-1 0 368 0,1 1 80 0,-1-1 16 16,-1 2 672-16,1 0 144 0,-1 0 32 0,1 1 0 0,1-4-1184 0,0 2-224 16,1-2-64-16,0 0 0 0,2 0-928 0,0-2-192 15,2-2-32-15,1-1-16 0,-1 0-432 0,1 0-96 16,0-2-16-16,1 0 0 0,-2 0-144 0,0-1 0 15,-2 0 0-15,-1 2 0 0,-1-1 0 0,-1 0 0 16,-1 2 0-16,-2 0 0 0,-1 1 0 0,-1 0 0 16,-3 3 0-16,0 1 0 0,-2 0 0 0,0 3 0 15,0 0-192-15,0 1 192 0,-1 3-224 0,-1 0 80 16,0 2 16-16,0 2 0 0,0 0 128 0,2 3 0 0,1-1 0 0,0 2-128 16,0 0 128-16,1 1 0 0,2-1 0 0,1 1 0 15,5-16 0-15,-5 28 0 0,5-28 0 0,0 0 0 16,0 31 0-16,0-31 0 0,0 0 0 0,0 0 0 15,0 0 0-15,0 0 0 16,35 17 0-16,-26-21 0 0,2-1 0 0,0 0 0 16,1-2 0-16,1 0 0 0,-1-1 0 0,1-1 0 0,-1 0 0 0,-1 1 0 15,0-2 0-15,0 1 0 0,-3 1 0 0,-1-1 0 16,-1 3 0-16,-1-2 0 0,-2 1 0 0,0 0 0 16,-1 3 0-16,-1-2 0 0,-1 2 0 0,0 2 0 15,0-1 0-15,-1 3 0 0,1 0 0 0,0 1 0 16,0 3 0-16,0-4 128 0,0 0-128 0,0 0 0 0,0 0 320 15,0 0-16-15,10 42 0 0,-10-42 0 0,0 0-112 0,0 0 0 16,29 34-16-16,-29-34 0 0,0 0-176 0,37 19 160 16,-37-19-160-16,0 0 160 0,45 14-160 0</inkml:trace>
  <inkml:trace contextRef="#ctx0" brushRef="#br0" timeOffset="123717.35">17232 7907 911 0,'-1'-3'0'16,"1"1"0"-16,0-1 0 0,-1 1 0 0,1 0 2272 0,1 1 368 16,-1 1 80-16,1-2 16 15,0 0-800-15,1-3-144 0,0 0-48 0,1-1 0 0,-1 1 176 0,2 0 16 31,1 2 16-31,-1-2 0 0,0 2-352 0,1 0-64 0,0 0 0 0,2 0-16 0,0 0-384 0,2 2-80 32,-1-1-16-32,0 2 0 0,-8 0-208 0,0 0-32 0,0 0-16 0,35 9 0 0,-35-9-432 0,0 0-96 15,0 0 0-15,0 0-16 0,27 32-240 0,-27-32 144 16,0 0-144-16,6 35 128 0,-6-35-128 0,-1 32 0 16,1-32 0-16,-5 35 0 0,0-17 0 0,-1 1 0 0,0-1 0 0,0-1 0 15,1 0 0-15,-1-5 0 0,2-2 0 0,-1-1 0 16,1-1 0-16,1-4 0 0,1 1 128 0,0-3-128 15,1-2 160-15,1 0 0 0,1-3 0 0,0-1 0 16,0 1 160-16,0-3 48 0,3-2 0 16,2-4 0-1,0-1-240-15,2-2-128 0,0-1 160 0,0 1-160 16,2 0 0-16,0-1 0 0,1 0 0 0,1 1 0 0,0-1 0 16,-1 4 0-16,-2 2 0 0,1-1 0 0,-1 3 0 0,-1 1 0 15,0 0 0-15,-1 3 0 0,-1 1-128 0,-1 1 128 16,1 1 0-16,-2 1 0 15,-1 0-1136-15,0 0-112 0,0 3-32 0,-1 0-14848 0</inkml:trace>
  <inkml:trace contextRef="#ctx0" brushRef="#br0" timeOffset="124074.49">17511 7989 1839 0,'0'0'160'0,"0"0"-160"0,0 0 0 16,0 0 0-16,0 0 1760 0,0 0 320 0,0 0 64 0,0 0 16 15,0 0 832-15,0 0 160 0,0 0 48 0,0 0 0 16,0 0-768-16,0 0-160 15,36 25-32-15,-28-29 0 0,0 1-960 0,2-3-208 0,1-1-48 0,0 2 0 16,1-2-416-16,0 0-96 0,0 0 0 0,-1 0-16 16,0-2-496-16,0 1 128 0,-1 2-128 0,-2-2 0 15,-1 3 0-15,1-3 0 0,-3 0 0 0,-1 3 0 16,-2-2 0-16,-2 2 0 0,-1 1 0 0,-4 1 0 0,0 3 0 16,-3 0 0-16,-2 2 0 0,-2 1 0 0,0 1 0 0,0 1 0 15,-1 1 0-15,-1 1 0 0,1 1 0 0,0 0 0 16,1 1 128-16,0 0-128 15,2 1 160-15,1-2-16 0,0 0 0 0,2 1 0 0,1-1 192 16,2-1 48-16,1 1 0 0,1-2 0 0,2-6 160 0,0 0 32 16,0 0 16-16,0 0 0 0,0 0-208 0,13 36-64 15,-13-36 0-15,0 0 0 0,0 0-96 0,0 0-32 16,39 12 0-16,-39-12 0 0,23 0-192 0,-10-1 128 16,1 0-128-16,1-4 0 0,0 2 0 0,1-1 0 0,0-4 0 15,1 2 0-15,0-2 0 0,0 0 0 0,2 0 0 0,-1-2 0 31,1 1-1728-31,-2 2-272 0,0-2-64 0,-1 2-13952 0</inkml:trace>
  <inkml:trace contextRef="#ctx0" brushRef="#br0" timeOffset="124757.47">17936 7942 911 0,'3'0'0'0,"-1"0"0"0,-1 0 0 0,-1 0 0 16,0 0 1776-16,1 0 272 0,-1 0 48 0,1 0 16 16,0-2 720-16,1 0 160 0,0 1 16 0,0-3 16 15,0 1-416-15,0 1-96 0,0-3-16 0,-1 0 0 16,0 1-816-16,1-2-160 15,-1 2-48-15,0-3 0 0,0 2-784 0,-1-2-176 0,-1 1-16 0,-1 0-16 0,1-1-288 16,-1 2-64-16,-1 1-128 0,-1 1 192 0,0 1-64 0,0 2-128 16,-2 1 176-16,1 2-176 0,-3 2 272 0,1 2-48 31,-1-1-16-31,1 2 0 0,-1 1-80 0,1 2 0 0,0 1-128 0,-1 2 192 0,2 0-192 16,0-2 0-16,1 0 0 0,1 0 0 0,4-12 128 0,-4 24-128 15,4-24 0-15,0 0 144 0,0 0 144 0,0 0 32 16,0 0 0-16,0 0 0 15,21 34 16-15,-12-36 16 0,-1 0 0 0,1-3 0 16,0 0-224-16,0-1-128 0,0-2 128 0,2 1-128 16,-4 0 0-16,2 0 0 0,0-2 0 0,-1 1 0 15,-1-1 0-15,-1 2 0 0,-1-1 0 0,-1 2 0 16,-1 1 0-16,0 2 0 0,-1-1 0 0,-1 2 0 16,-1 1 0-16,1 1 0 0,0 0 0 0,-1 3 0 0,0-1 0 0,0 1 0 15,-1 2 0-15,1-5 0 0,0 0 0 0,0 0 0 16,0 30 0-16,0-30 128 0,0 0-128 0,0 0 0 15,9 38 128-15,-9-38-128 0,0 0 192 0,0 0-16 16,0 0-16-16,35 28 0 0,-35-28-160 16,0 0 192-16,34 1-192 0,-21-4 192 0,2-1-192 0,0-2 0 15,0 2 0-15,0-4 0 0,-1 2 0 0,1-4 0 16,0 3 0-16,-1-2 0 0,-1-1 0 0,0 3 0 16,0-3-144-16,-1 1 144 15,0 0-1056-15,0-1-96 0,-1 1-32 0,1-3 0 16,1-2-992-16,0-1-208 0,0-2-48 0,-1 1 0 15,-1-1 160-15,1-2 32 0,-2-1 0 0,0 0 0 0,-1 1 1664 0,0 0 320 0,-1 1 80 0,-2 1 16 16,1 2 1296-16,-2 3 256 0,-2 1 48 0,0 4 16 16,0 2 272-16,-2 0 48 0,-2 5 16 0,-1 2 0 15,-1 3-416-15,-1 2-80 0,-2 3-16 0,0 2 0 16,0 0-336-16,0 2-80 0,-1 0-16 0,1 2 0 16,-2 2-480-16,1 2-112 0,-1 0 0 0,1-1-16 15,-1 3 0-15,1-1 0 0,0 0 0 0,0 0 0 16,1 0 0-16,0-2 0 0,1 0 0 0,5-19 0 15,-4 33-48-15,4-33 0 0,0 0 0 0,3 36 0 16,-3-36-192-16,0 0 176 0,0 0-176 0,0 0 160 0,0 0-160 0,34 30 0 16,-34-30 0-16,0 0 0 0,27-2-144 0,-18 0-16 15,0 0 0-15,2-1-12272 16,0-2-2464-16</inkml:trace>
  <inkml:trace contextRef="#ctx0" brushRef="#br0" timeOffset="125657.9">19018 7918 11967 0,'0'-2'1072'0,"0"-2"-864"16,0 3-208-16,0-1 0 0,0 2 1408 0,-1 0 224 16,0-2 48-16,0 0 16 0,-2-1 512 0,0 0 96 15,-1 1 32-15,0 2 0 16,-1 0-800-16,-1 2-144 0,-1 1-48 0,1 2 0 0,-2 2-496 0,0 0-96 15,0 2-32-15,-1 1 0 16,2 0-144-16,-1 1-16 0,1 1-16 0,1 0 0 0,6-12-160 0,-6 23-48 16,6-23 0-16,0 0 0 0,0 0 144 0,10 37 32 15,-10-37 0-15,0 0 0 0,0 0-64 0,40 15-16 16,-40-15 0-16,28-2 0 16,-11-2-224-16,1-2-32 0,1 0-16 0,0-2 0 0,1-1-160 0,-2-2 0 0,1 3 0 0,-4-4 0 15,-1 3 0-15,-2 0 0 0,-3 1 0 0,-2-1 0 16,-2 1 0-16,-3 1 0 0,-3 3 0 0,-4-3 0 15,-2 4 0-15,-3 1 0 0,-3-1 0 16,-3 3 0-16,-2 1 0 0,1 1-144 0,-1 0 144 0,0 3-160 16,1-2 160-16,2 2-128 0,2-1 128 0,2 1-128 15,3-1 128-15,3 1 0 0,2-3 0 0,2 1 0 0,2-1-192 16,2-2 64-16,2 0 0 0,3-2-11776 16,1-1-2368-16</inkml:trace>
  <inkml:trace contextRef="#ctx0" brushRef="#br0" timeOffset="126422.21">19364 7726 2751 0,'3'-6'256'0,"-1"2"-256"0,1 0 0 0,-1 2 0 16,-1-1 2240-16,-1 1 384 0,1 0 96 0,-1-1 16 0,3 1 416 0,0-5 96 15,0 2 16-15,-1-3 0 0,0 4-704 0,-2-1-144 16,0 1-32-16,0 3 0 0,-1 1-1008 16,0 0-208-16,-1 3-32 0,-1 0-16 0,1 1-512 0,-1 3-96 15,3-7-32-15,-7 19 0 0,7-19-128 0,-7 28-32 16,1-11 0-16,6-17 0 0,-9 41-160 0,9-41-32 16,-10 44-128-16,10-44 192 0,-9 48-64 0,9-48-128 15,-7 47 176-15,7-47-176 0,-3 43 192 0,3-43-192 16,0 36 192-16,0-36-192 0,0 0 0 0,6 38 0 15,-6-38 0-15,0 0 0 0,0 0 0 0,0 0 0 16,0 0 0-16,0 0 0 0,0 0 0 0,0 0 0 16,0 0 0-16,0 0 0 0,0 0 0 0,0 0 0 0,23 0 0 0,-21-8 0 15,-1 1 0-15,2-1 0 0,1-1 0 0,0 0 0 16,0 0 0-16,1-1 0 16,0 3 0-16,1 0 0 0,1 0 0 0,1 0 0 0,0 2 0 0,2 0 0 15,1 3 0-15,-1-2 0 0,0 3 0 0,0-1 0 16,-10 2 0-16,0 0 0 0,29 8 0 0,-29-8 0 15,0 0 0-15,0 0 0 0,0 0 0 0,23 33 0 16,-23-33 0-16,0 0 0 0,-4 26 0 0,-2-15 0 16,-1-2 0-16,-1 1 0 0,-2 0 0 0,0-3 0 15,-1 2 0-15,-1-2 0 0,1-1 0 0,1-2 0 0,0 1 0 0,0-2 0 16,1-2 0-16,2 1 0 0,0-2 0 16,3 1 0-16,0-1 0 0,1 0 0 0,2 0 0 0,0 0 0 15,3-1 0-15,1-1 0 0,1 1 0 0,1-2 0 16,4-2 0-16,0 1 0 0,1-2 0 0,2-1 0 15,2 0 0-15,1 0 0 0,1-3 0 0,0 1 0 16,0 2 0-16,-1-3 0 16,0 3 0-16,1-2 0 0,-1-1 0 0,2 0 0 0,-1 1 0 0,-1 1 0 15,-2 2 0-15,0 0 0 0,-2 3 0 0,-2 0 0 16,-9 3 0-16,0 0 0 0,0 0 0 0,0 0 0 16,0 0 0-16,34 18 0 0,-34-18 128 0,0 0-128 0,0 0 0 15,8 47 0-15,-8-47 176 0,-1 37-32 0,1-37 0 0,-3 45 0 16,3-45-144-16,-7 50 0 15,2-24 0-15,0-2 0 0,-1 2 0 0,-1 0 0 0,1 0 0 0,-1 0 0 16,-1-1 0-16,0 0 0 16,-1-3 128-16,1-2-128 0,1 0 0 0,-1-6 0 0,1 0 0 0,0-4 0 15,1-4 0-15,-2-1 0 0,2-2 0 0,-1-3 0 16,-1-3 0-16,-1-2 0 0,0-1 0 16,-3-3-12416-16,-1-2-2352 0</inkml:trace>
  <inkml:trace contextRef="#ctx0" brushRef="#br0" timeOffset="126627.43">19576 7815 9215 0,'11'-5'816'0,"-3"2"-656"16,0 0-160-16,-3 3 0 16,-1 0 2784-16,-1 0 528 0,1 0 96 0,-4 0 32 0,0 0 0 15,33 3 0-15,-33-3 0 0,36 0 0 0,-36 0-1712 0,33 0-320 31,-18 0-80-31,0-2-16 0,-1 1-880 0,-1-1-176 0,0 2-48 0,-2-2 0 0,0 2-208 0,-1 0 0 16,-10 0 0-16,0 0 0 16,0 0-1520-16,0 0-240 0</inkml:trace>
  <inkml:trace contextRef="#ctx0" brushRef="#br0" timeOffset="127006.92">19856 7987 13823 0,'1'2'1216'0,"0"-2"-960"0,0 0-256 0,0 0 0 16,0 0 1984-16,0-2 336 0,2 2 80 0,2 0 16 0,0-2 320 0,3 1 64 15,1-1 16-15,1 0 0 16,0-2-1792-16,2 0-336 0,0 0-80 0,-1-1-16 0,1 0-592 0,-1 1 0 16,1-1 0-16,-2 0 0 15,1-2-576-15,-2 2-128 0,-1-2-16 0,-1 0-16 16,-2 1-608-16,-1-1-128 0,-1-1-32 0,-2 1 0 15,-1-1 608-15,0 2 112 0,-4-1 16 0,0 4 16 0,-1-1 592 0,1 3 160 16,-3-1 0-16,2 4 0 0,-1 1 432 0,0-1 144 16,-1 3 48-16,1 2 0 0,-1 0 720 0,-1 2 160 15,1 1 32-15,-2 2 0 0,1 0-560 0,-1 0-96 16,0 2-32-16,1-2 0 0,0 0-240 0,2 0-48 0,-1 0-16 16,1-1 0-16,6-11-16 0,-8 19 0 0,8-19 0 0,0 0 0 15,0 0-272-15,0 0-48 0,0 0-16 0,0 0 0 16,0 0-192-16,0 0 128 0,32 24-128 15,-21-29 0-15,0 2 144 0,2 0-144 0,1-2 128 0,0 0-128 16,2 2 0-16,0-1 0 0,-1 1 128 0,2 0-128 16,-1-1 0-16,-1 1 0 0,0-1-192 0,2 1 192 15,-1-1-2160 1,2 1-304-16</inkml:trace>
  <inkml:trace contextRef="#ctx0" brushRef="#br0" timeOffset="127338.78">20424 7823 7359 0,'1'-8'656'0,"-1"2"-528"16,0 2-128-16,0 1 0 0,0 3 2048 0,0-2 384 16,0 0 80-16,1-1 16 0,-1 0 320 0,1-1 64 15,0 0 16-15,0 0 0 0,0 2-1328 0,-1 1-256 16,1 1-48-16,-1 0-16 0,-1 1-544 0,0 1-112 16,-1 2-32-16,-1 0 0 0,0 0-160 0,-1 1-48 15,-1 0 0-15,0 3 0 0,-2 0 16 0,0 0 0 16,-1 2 0-16,-1 1 0 0,1 1 48 0,-1 2 16 15,0 0 0-15,0 1 0 0,2 1 64 0,-1-2 16 16,2 3 0-16,6-17 0 0,-10 29-224 0,10-29-64 16,-5 28 0-16,5-28 0 0,0 0-128 0,0 0-128 0,4 39 144 0,-4-39-144 15,0 0 0-15,0 0 0 0,0 0 0 16,0 0 0-16,0 0 0 0,0 0 0 0,0 0 0 0,31 26 0 16,-25-27 0-16,0 1 0 0,2-2 0 0,-1 0 0 15,2-1 0-15,0 0 0 0,1 0 0 0,0-1 0 16,0-1 0-16,1 1 0 0,-1-1-192 0,1 0 192 15,0 1-1024 1,-1-1-80-16,1-1-32 0,-1 0-15952 0</inkml:trace>
  <inkml:trace contextRef="#ctx0" brushRef="#br0" timeOffset="127768.39">20638 7738 10127 0,'1'-2'896'0,"0"-1"-704"0,0 1-192 0,-1 4 0 15,0-2 1808-15,-1 0 336 0,1 1 64 0,0 1 16 16,-1 0 1168-16,-1 1 224 0,-1 6 48 0,3-9 16 16,-8 24-1584-16,8-24-320 15,-13 33-64-15,5-12-16 0,1 3-1008 0,-1 0-208 0,-2 0-32 0,2 1-16 16,0 0-112-16,0 0-32 0,2-1 0 0,6-24 0 16,-10 41-288-16,10-41 0 0,-2 34 128 0,2-34-128 15,0 0 0-15,0 0 0 0,0 0 0 0,25 32 0 16,-16-32 0-16,1-3 0 15,2-2 0-15,1-2 0 0,-1 0 0 0,1-2 0 16,1 0 144-16,0-1-144 0,-1-2 0 0,0 0 0 0,-1 0 0 0,-2 0-160 16,-1 3-1168-16,-3-1-224 0,-1 1-48 0,-3 1-16 15,-2 2-1344-15,-2-1-272 0,-3 3-48 0,-2-1-4896 0,-3 2-976 0</inkml:trace>
  <inkml:trace contextRef="#ctx0" brushRef="#br0" timeOffset="127943.07">20537 7928 5631 0,'-2'0'128'0,"2"0"16"0,0 0 16 0,-2 0 0 0,-3 1-160 0,-3 2 0 0,-3 0 0 0,-2 4 0 16,-1-3 3024-16,3 2 576 0,3 0 112 0,5-1 32 16,3-2-96-16,0-3-32 0,0 0 0 0,0 0 0 0,30 2-1136 0,-15-4-240 15,3-1-32-15,0-2-16 0,4 1-1392 0,0-4-288 16,1 2-48-16,-1-2-16 0,0 2-304 0,0-2-144 16,2 1 128-16,-1 1-128 0,0 0 0 0,-1-1 0 15,-2 3 0-15,-1 1 0 16,-3 0-560-16,-2 1-80 0,-2 1-32 15,-12 1-17216-15</inkml:trace>
  <inkml:trace contextRef="#ctx0" brushRef="#br0" timeOffset="128383.76">20466 7804 20271 0,'0'0'1792'0,"-1"0"-1424"16,1 0-368-16,-1 0 0 0,1 0 2368 0,0 1 416 15,-1 3 80-15,0-1 16 0,1-3-448 0,0 0-96 16,0 0-16-16,0 0 0 0,0 33-1520 0,0-33-304 16,0 0-64-16,0 0-16 0,0 0-416 0,0 0 0 0</inkml:trace>
  <inkml:trace contextRef="#ctx0" brushRef="#br0" timeOffset="133194.21">21415 7864 20271 0,'3'-3'1792'0,"-1"3"-1424"0,-1-2-368 0,0 2 0 16,0-2 1264-16,0 1 176 0,2-1 32 0,3 0 16 16,0-3 608-16,1-2 112 0,3 0 32 0,-2 1 0 15,-1 0-688-15,0 1-128 0,-2 1-16 0,-1-1-16 16,0 0-816-16,-2 3-144 0,-1-1-48 0,-1-1 0 15,-1 3-192-15,-2-2-64 0,-1 2 0 0,-1 1 0 16,-2 0-128-16,-1 0 0 0,-1 1 0 0,-1 2 128 0,1 0-128 16,-1 2 0-16,0-1 0 0,-1 4 0 0,-1-2 0 0,-1 4 0 15,1 0 0-15,1 0 0 0,0 3 0 0,1-1 0 16,2 0 0-16,-1 2 0 0,3-1 0 0,-2 3 0 16,2-1 0-16,-1 1 0 0,7-16 0 0,-10 33 0 15,10-33 128-15,-4 27-128 0,4-27 0 0,0 0 160 16,0 32-160-16,0-32 160 0,0 0-160 0,0 0 128 0,0 0-128 0,0 0 128 15,28 26-128 1,-28-26 0-16,21-6 0 0,-8 0 128 0,1-2-128 16,0-1 0-16,1 0 0 0,1 0 0 0,0-2 0 0,0 0 0 0,2-1 0 0,-1 1 0 15,-1 1 0-15,-1 1 0 0,-1-2 0 0,-1 2 0 16,-2 1 0-16,0 2 0 0,-3-1 0 16,-1 0 0-16,-2 3 0 0,0-2 0 15,-3 4 0-15,0 0 0 0,-1 2 0 0,-1-2 0 0,-1 2 0 0,0 2 0 16,0-2 0-16,-1 2 0 0,1-1 0 0,-1 1 0 15,0 1 0-15,-1 1 0 0,0 0 0 0,1 1 0 0,0-1 0 0,0 0 0 16,2-4 0-16,0 0 0 0,0 0 0 0,0 0 0 16,0 0 0-16,8 38 0 0,-8-38 0 15,0 0 0-15,0 0 0 0,0 0 0 16,0 0 0-16,35 25 0 0,-35-25 0 0,0 0 0 0,0 0 0 16,33 0 0-16,-33 0 0 0,17-4 0 0,-10-1 0 0,0 2 0 15,1-1 0-15,-3-1 0 0,1 0 0 0,-1 3 0 16,-2-3 0-16,1-2 0 0,-2 3-160 0,0-1 160 15,-1 0-208-15,0 0 80 16,-2-2-272-16,0 0-48 0,0 0-16 0,-1-3 0 0,-2 1 64 0,1 0 16 0,-1 0 0 0,-1 1 0 16,0 1 0-16,-2 0 16 0,1 4 0 0,-1 1 0 15,1 2 368 1,-1 1-144-16,1 2 144 0,-1 0 0 0,3 2 0 0,-1 0 0 0,1 0 0 0,4-5 0 16,0 0 160-16,0 0 32 0,0 0 16 0,-5 25 0 15,5-25 112-15,0 0 32 0,0 0 0 0,0 0 0 16,0 0-128-16,0 0-32 0,36 5 0 0,-26-10 0 31,1 1-192-31,2-1 0 0,1-2 128 0,0 2-128 0,2-2-256 0,-1 0-112 0,-1-1-16 0,0 4 0 31,-1-1-336-31,-1 0-80 0,1 3-16 0,-2 0 0 0,0-1 384 0,-11 3 80 0,0 0 16 0,0 0 0 0,0 0 336 0,0 0-176 16,0 0 176-16,29 29-128 16,-29-29 256-16,0 0 64 0,-9 28 16 0,4-14 0 0,-2-2 272 0,0 2 48 15,-1 0 16-15,1-2 0 16,0 1-64-1,1 0-16-15,-1-1 0 0,7-12 0 0,-9 19 16 0,9-19 0 16,0 0 0-16,-7 17 0 0,7-17-192 0,0 0-32 16,0 0-16-16,0 0 0 0,8-2-240 0,-4-5 144 15,1 2-144-15,2-5 128 0,1 1-128 0,0-1 0 16,2-1 0-16,0-1 0 0,1 0-320 0,0-2 64 0,2 2 16 16,-1-2 0-1,0 0-144-15,-1 2-16 0,0 0-16 0,1 2 0 0,-2 3 128 0,-2 0 32 0,1 2 0 0,-3 0 0 16,-6 5 256-16,12-2 0 0,-12 2 0 0,0 0 0 15,0 0 160-15,0 0-16 0,0 0 0 0,0 0 0 16,16 36 240-16,-16-36 32 0,0 0 16 0,-3 33 0 16,3-33-256-16,-4 28-48 0,4-28-128 0,-5 29 192 15,5-29-192-15,-5 28 128 0,5-28-128 0,0 0 0 16,0 33 160-16,0-33-160 0,0 0 160 0,0 0-160 16,0 0 0-16,0 0 128 0,0 0-128 0,27 26 0 15,-27-26 0-15,14-7 0 0,-6 3 0 0,1-2 0 16,-2 0-800-1,2-1-160-15,2 0-16 0,0-1-15952 0</inkml:trace>
  <inkml:trace contextRef="#ctx0" brushRef="#br0" timeOffset="133509.7">22306 7695 23039 0,'0'0'1024'0,"-1"0"192"0,1 1-960 0,0-1-256 15,0 0 0-15,0 0 0 0,0 0 2320 0,-7 14 432 16,7-14 64-16,-9 18 32 0,1-6-1248 0,0 2-240 15,-1 1-48-15,2-1-16 0,-1 1-528 0,0-1-96 16,1 1-32-16,0 0 0 0,-1-1-320 0,1 3-64 16,0-2 0-16,1 2-16 0,6-17-112 0,-11 32 0 0,11-32-128 0,-6 31 192 15,6-31-64-15,0 0-128 0,-3 34 176 0,3-34-176 16,0 0 128-16,0 0-128 0,0 0 0 0,0 0 0 16,18 35 0-16,-18-35 0 0,0 0 0 0,21-3 0 15,-12-1 0-15,1-4 0 0,0 2 0 0,0-2 0 16,-1-1 0-16,1 0-192 0,0-1 48 0,-1 0 16 15,0-2-368 1,0 1-64-16,-3 1-16 0,0-2 0 0,-2 1-1120 0,-2-1-224 0,0 0-64 0,-3 0 0 16,0 0-1072-16,-2 2-208 0,0 2-64 0,-4 2 0 15,0 2 160-15,-2 1 32 0</inkml:trace>
  <inkml:trace contextRef="#ctx0" brushRef="#br0" timeOffset="133667">22207 7852 13823 0,'-35'19'608'0,"28"-14"128"15,6-5-592-15,1 0-144 0,-1 2 0 0,0-1 0 0,-1 2 1664 0,-1 2 320 16,-1 0 48-16,4-5 16 0,0 0 688 0,0 0 144 15,0 0 16-15,0 0 16 0,0 0-896 0,32 5-176 16,-20-10-48-16,2-2 0 0,0 1-992 0,2-2-208 16,1 3-32-16,1-4-16 0,-1 4-320 0,0-3-64 15,1 4-16-15,-1-1 0 16,-1 0-144-16,-1 1 0 0,0 1 0 0,-1-1 0 0,0 1 0 0,-1 1 0 16,0 0 0-16,-13 2-176 15,23-3-1440-15,-23 3-304 0</inkml:trace>
  <inkml:trace contextRef="#ctx0" brushRef="#br0" timeOffset="134348.15">22511 7899 12895 0,'-1'1'576'0,"1"-1"112"0,1 2-560 0,0-2-128 16,0 0 0-16,0-2 0 0,1 1 2528 0,1-1 480 0,1 0 80 0,2-1 32 0,1-2-624 0,2-2-112 16,1 0-16-16,-2 0-16 15,0-2-944-15,0 2-176 0,-2-1-32 0,1 1-16 0,-3 0-544 0,0 2-128 16,-2-2 0-16,-1 0-16 0,-2 2-192 0,-1 3-48 15,-2-3 0-15,0 3 0 16,-3-1 0-16,1 3-16 0,-2 1 0 0,-1 1 0 0,1 3-112 0,-2-1-128 16,0 4 176-16,0 1-176 0,0 0 0 0,0 1 0 15,1 2 0-15,1 0 0 0,0 0 0 0,0 2 0 16,8-14 0-16,-12 26 0 0,12-26 0 0,-8 24 0 16,8-24 0-16,0 0 0 0,0 0 144 0,0 0-144 0,4 35 0 0,-4-35 144 15,0 0-144-15,0 0 0 0,0 0 144 0,31 5-144 16,-23-7 0-16,1-1 0 0,-2-2 0 0,1 3 0 15,-2-2 0-15,1 1 0 0,0-2 0 0,0 0 0 16,0 0 0-16,-2 1 0 0,2-1 0 0,-2 1 0 16,0 1 0-16,-1 1 0 15,0-3 0-15,-2 2 0 0,2 1 0 0,-1-2 0 0,1 1 0 0,-2-1 0 16,2 1 0-16,0-2 0 0,-1-2 0 0,1 2 0 16,1 0 0-16,-1-1 0 15,0 1 0-15,-1 2 0 0,1 1 0 0,-2 2 0 0,-1 0 0 0,0 2 0 16,-1-2 0-16,0 0 0 0,0 0 0 0,0 0 0 0,-3 38 0 15,3-38 0-15,0 0 0 0,-6 34 0 0,6-34 0 0,0 0 0 16,-1 35 0-16,1-35 0 16,0 0 0-16,0 0 0 0,0 0 0 0,19 35 0 0,-19-35 0 0,0 0 0 15,0 0 0-15,34-2 128 16,-22-2-128-16,0-4 0 0,1 1 0 0,0-1 0 0,0-2 0 0,-1 2 0 16,0-1 0-16,0-1 0 0,-2 1 0 0,1 0-160 15,-1 0 160-15,-2 0-160 0,0 1-96 0,-2 0 0 16,1 1-16-16,-3 0 0 0,0 2 272 0,-1 0-128 15,-1 1 128 1,-1 2 0-16,0 2 0 0,-2 0 0 0,1 0 0 0,0 0 0 16,0 0 0-16,0 0 224 0,0 0-64 0,-8 25-16 15,8-25 48-15,0 0 16 0,-7 27 0 0,7-27 0 16,0 0-80-16,-5 32-128 0,5-32 176 0,0 0-176 16,0 34 192-16,0-34-192 0,0 0 192 0,0 0-192 15,4 39 128-15,-4-39-128 0,0 0 0 0,0 0 0 16,0 0 0-16,0 0 0 0,0 0 0 0,0 0 0 15,0 0-176-15,0 0 16 0,0 0 0 0,0 0-12096 16,0 0-2416-16</inkml:trace>
  <inkml:trace contextRef="#ctx0" brushRef="#br0" timeOffset="134522.06">22847 7710 21183 0,'-2'0'1888'0,"1"0"-1504"16,0 2-384-16,1-2 0 0,0 0 1472 0,0 0 240 15,0 0 32-15,0 0 16 0,0 0 976 0,0 0 192 16,5 38 32-16,-5-38 16 0,0 0-1904 0,0 0-384 16,0 0-80-16,23 36-16 0,-23-36-592 0,0 0 0 15,0 0 0-15,0 0-11872 16,30 19-2464-16</inkml:trace>
  <inkml:trace contextRef="#ctx0" brushRef="#br0" timeOffset="134978.65">23055 7882 14735 0,'3'-3'1312'0,"-1"2"-1056"0,-1-1-256 0,0 0 0 15,-1 2 1728-15,1-1 272 0,1-1 64 0,1-1 16 16,-1 1 816-16,2-2 176 0,-1 3 16 0,-1 1 16 16,-1 0-1136-16,-1 0-240 0,0 0-32 0,0 0-16 15,-5 27-976-15,5-27-208 0,-7 26-48 0,7-26 0 0,-10 28-272 0,10-28-176 16,-7 26 192-16,7-26-192 0,-7 25 128 0,7-25-128 15,0 0 0-15,-6 27 0 0,6-27 0 0,0 0 0 16,0 0 0-16,0 0 0 0,0 0 0 0,0 0 0 16,0 0 0-16,0 0 0 0,0 0 0 15,-1 0 0-15,3-6 0 0,0 0 0 0,0-1-224 0,1 0 0 16,0 0 0-16,1-2 0 0,0 1 16 0,2-1 0 16,-1-2 0-16,2 1 0 0,0-1 64 0,1-1 16 15,0 0 0-15,0-1 0 0,-1 1 128 0,1-2 0 16,2 1 0-16,-1 0 0 0,0-1 0 0,1 0 0 15,1 2 0-15,-1 2 0 0,0 1 0 0,-1 4 128 0,1 0-128 16,-2 3 0-16,-8 2 256 0,0 0-32 0,0 0 0 0,0 0 0 16,0 0 16-16,28 33 0 0,-28-33 0 0,0 0 0 15,1 45-64-15,-1-45-16 0,-3 35 0 0,3-35 0 16,-2 35-32-16,2-35-128 0,-3 33 192 0,3-33-64 16,-4 30-128-16,4-30 0 0,0 0 144 0,-2 31-144 15,2-31 0-15,0 0 0 0,0 0 0 0,0 0 128 16,0 0-128-16,0 0 0 0,0 0 0 0,0 0 0 15,0 0 0-15,0 0 0 0,0 0 0 0,21-3-128 16,-16-4-640 0,-1 0-128-16,2 0-32 0,-1 0-16928 0</inkml:trace>
  <inkml:trace contextRef="#ctx0" brushRef="#br0" timeOffset="135387.57">23452 7826 7359 0,'1'-2'656'0,"1"1"-528"0,1-1-128 0,-1 2 0 0,0 0 3488 0,0 0 672 16,-1-2 128-16,3 1 16 0,2-1-784 0,1 1-144 16,1-2-48-16,3 0 0 0,-2-1-2192 0,0 1-448 15,0 1-96-15,-2-1-16 0,0 1-240 0,0-1-48 16,-2 1-16-16,-1 0 0 0,-1 0 16 0,0-1 0 16,-3 1 0-16,0 1 0 0,-2 1 64 0,-2 0 16 15,-1 0 0-15,-2 3 0 0,-1-2-144 0,-2 3-32 16,-2-2 0-16,-1 3 0 15,0 0-64-15,0-1 0 0,0 2-128 0,1 0 192 0,3-1-48 0,0 0-16 0,2 2 0 0,3-2 0 16,4-5-128-16,0 0 192 0,0 0-192 0,0 0 192 16,0 0-192-16,0 0 0 15,12 36 0-15,-12-36 128 0,0 0 0 0,0 0-128 0,30 17 192 16,-30-17-64-16,0 0-128 0,0 0 160 0,30 23-160 0,-30-23 160 16,0 0-160-16,0 0 0 0,17 32 0 0,-17-32 128 15,0 0-128-15,0 0 0 0,-3 41 0 0,3-41 0 16,-12 19 0-16,12-19 0 0,-19 19 0 0,7-10 0 0,0-1 0 15,-1-4 128-15,0 3-128 0,-1-4 0 16,2 1 0-16,-2-4 0 0,2 0 128 0,0-2-128 0,3 0 0 0,1-3 0 16,1-1 0-16,2-2-19328 15</inkml:trace>
  <inkml:trace contextRef="#ctx0" brushRef="#br0" timeOffset="138500.38">1165 8964 19343 0,'2'-2'1728'0,"-2"0"-1392"15,0 2-336-15,0 0 0 0,0-1 1808 0,0 1 304 16,1-2 48-16,-1-1 16 0,1 1 112 0,-1-3 16 15,0 3 16-15,0-3 0 16,0 3-1136-16,-1-1-224 0,0-1-64 0,-1 1 0 0,1 1-576 0,-1-2-128 16,0 3-32-16,-2-2 0 0,2 2-160 0,-4 0 0 15,0 2 0-15,-3 1 128 0,-2 3-128 0,-1-1 192 16,-1 3-192-16,0 0 192 0,-2 4-64 0,1 1 0 16,0 1 0-16,1 3 0 0,-1 1-128 0,0 1 0 15,2 0 0-15,1-2 128 0,4 1-128 0,2-3 0 0,0 3 0 16,2-3 128-16,1 0-128 0,1-4 128 0,1-10-128 15,0 0 128-15,0 0-128 0,0 0 0 0,0 0 0 0,26 35 0 16,-18-33 0-16,-8-2 0 0,0 0 0 0,32 0 0 16,-32 0 0-16,28 3 0 0,-28-3 0 0,0 0 0 15,38 12 0-15,-38-12 0 0,0 0 0 0,0 0 0 16,33 31 0-16,-33-31 0 0,0 0 0 0,0 0 0 16,1 35 0-16,-6-25 0 0,-3-1 0 0,-1 1 0 15,-1-1 0-15,-1 0 0 0,0 0 0 0,-1-1 0 16,0-3 0-16,-1 2 0 0,0-1 0 0,0-3 0 15,3 2 0-15,-1-2 0 0,-1-2 0 0,1 0 0 16,2-1 0-16,2-2 0 0,2 0 0 0,2-1 0 16,2-2-544-1,2 1-144-15,3-1-16 0,0 0-16688 0</inkml:trace>
  <inkml:trace contextRef="#ctx0" brushRef="#br0" timeOffset="138887.29">1167 9270 7359 0,'-1'0'656'0,"0"2"-528"16,2-2-128-16,-1 2 0 0,0-2 2656 0,1 0 496 16,0 0 112-16,0 3 0 0,3-1-64 0,1-1-32 15,-5-1 0-15,0 0 0 0,0 0-1056 0,33-1-224 16,-23-4-32-16,2 1-16 0,0-3-1184 0,0 0-224 16,0-1-48-16,-1-1-16 0,1 0-368 0,-2 1 0 15,0-1 0-15,0 0 0 0,-1 0 0 0,-3-2 0 0,1 2 0 0,-3 2 0 16,-3-1-224-16,0 2 32 0,-1-2 16 0,-2 1 0 31,-2 2-208-31,-2-1-64 0,0 1 0 0,-3 2 0 0,0 1 224 0,-1-2 32 0,-1 4 16 0,-1 2 0 16,0 2 176-16,-2 1 0 0,0 2 0 15,-1 5-128-15,1 0 128 0,2 2-128 0,2 2 128 16,2 1-128-16,1 1 128 0,1 0 0 0,3-1 0 0,-1 1 128 16,2-3 256-16,2-15 64 0,0 28 16 0,0-28 0 15,0 0 128-15,0 0 32 0,19 36 0 0,-19-36 0 16,0 0-176-16,0 0-16 0,38 4-16 0,-26-9 0 15,-1 2-288-15,1-3-128 0,0-1 128 0,1-3-128 0,-1 2 0 0,-1 0 0 16,0-2 0-16,0 3 0 16,0 0-672-16,-1 0-224 0,0 0-32 15,-1 0-16336-15</inkml:trace>
  <inkml:trace contextRef="#ctx0" brushRef="#br0" timeOffset="139218.94">1473 9090 6447 0,'0'-2'576'0,"0"1"-576"0,0 1 0 0,0 0 0 16,0 0 1680-16,-1 1 240 0,1 1 32 0,-1 0 16 15,0 0 1840-15,0 3 368 0,-1 2 80 0,2 1 16 16,-1 3-1744-16,1-11-352 0,0 0-64 0,2 33 0 16,-2-33-1216-16,0 0-256 0,9 38-32 0,-9-38-16 15,0 0-384-15,11 36-80 16,-11-36 0-16,0 0-128 0,0 0 144 0,16 40-144 0,-16-40 0 0,0 0 144 15,0 0-144-15,0 0 0 0,0 0 0 0,0 0 0 16,20 34 0-16,-18-32 0 0,-1-4 128 0,2 1-128 16,0-1 176-16,0-3 0 0,0 1 0 0,0-4 0 15,1 1 0-15,0-2 0 16,0-3 0-16,0 1 0 0,1-2-176 0,-1 1 192 16,0-2-192-16,0-2 192 0,0 1-192 0,1-1 0 0,-1 1 0 0,0 1 128 0,2 2-128 0,-1 0 0 15,-1 3 0-15,1 0 0 0,-1 3-144 0,-1 2-64 16,1 2-16-16,-1 2-11792 15,-1 2-2352-15</inkml:trace>
  <inkml:trace contextRef="#ctx0" brushRef="#br0" timeOffset="139564.76">1642 9195 10127 0,'1'1'896'0,"0"1"-704"0,0-2-192 0,0 0 0 16,0 0 2016-16,0 0 368 0,2 0 80 0,1 1 16 15,2-1 480-15,0-1 112 0,2-1 0 0,-1 1 16 16,1-2-1168-16,-1 0-224 0,1-2-48 0,-2 1-16 15,1-1-976-15,1-1-192 0,-1 0-32 0,1 0-16 16,-2 0-416-16,0 1 0 0,-1-1 128 0,1 0-128 16,-2 2 0-16,-1-1 0 0,-1 0 0 0,0-1 0 15,-1 1 0-15,-2 2 0 0,0-2-144 0,-2 0 144 16,1 2-352-16,-3 0-16 0,-1 0 0 0,0 3 0 16,-2-2-208-16,1 1-32 0,-1 4-16 15,-2-2 0-15,1 4 208 0,0 1 32 0,1 1 16 0,0 1 0 31,2 0 176-31,-1 2 16 0,2 2 16 0,1 1 0 0,-1 0 288 0,2 1 48 0,0 0 16 0,0-1 0 0,1 0 352 0,0-1 80 16,2-12 16-16,-1 22 0 0,1-22 128 0,0 0 16 16,0 0 16-16,0 0 0 0,0 0-224 0,0 0-32 15,0 0-16-15,31 35 0 0,-24-37-288 0,2-1-64 16,1-1-16-16,0-1 0 0,0 0-160 0,0-1 0 16,3-2 0-16,-2 1 0 15,1 0-672-15,-1 0-224 0,1 0-32 0,-1-1-16048 0</inkml:trace>
  <inkml:trace contextRef="#ctx0" brushRef="#br0" timeOffset="139917.29">1843 9165 11967 0,'0'0'1072'0,"0"-2"-864"0,1 0-208 0,0 1 0 15,0 1 1472-15,-1-2 256 0,2 0 64 0,2-2 0 0,2-2 528 0,0-1 112 16,2 0 32-16,1 1 0 16,0 0-1184-16,0 4-256 0,1-2-32 0,-10 4-16 0,0 0-448 0,30 2-80 15,-30-2-32-15,0 0 0 0,0 0-176 0,35 30-48 16,-35-30 0-16,0 0 0 0,19 40-192 0,-19-40 144 16,0 0-144-16,11 41 128 0,-11-41 0 0,0 0 0 15,2 29 0-15,-3-23 0 0,0-1 320 0,-1 0 64 16,0-3 16-16,1-1 0 0,0 1 96 0,-1-5 16 0,0 1 0 0,1-2 0 15,0-2-224-15,1-3-32 0,0 0-16 0,2-1 0 16,1-2-144-16,0 0-32 0,0-2 0 0,1 2 0 16,1-2-48-16,-1 1-16 0,3 0 0 0,-1-1 0 15,1 0-128-15,-1 2 0 0,1 0 0 0,-2 2 0 16,2 1 0-16,-1 2 0 0,1-1 0 0,-1 4-176 31,1 2-1456-31,-2-1-288 0,1 3-64 0,0 0-13872 0</inkml:trace>
  <inkml:trace contextRef="#ctx0" brushRef="#br0" timeOffset="140407.5">2220 9123 3679 0,'0'0'320'0,"0"0"-320"16,0 0 0-16,0 0 0 0,0 0 2400 0,0 0 416 15,0 0 64-15,0 0 32 0,0 0 624 0,39 11 128 16,-31-13 32-16,-2-2 0 0,0 1-1344 0,-2-4-272 16,1 2-48-16,-2-2-16 15,-1-2-1024-15,0 2-208 0,-1-1-32 0,0 1-16 0,-1 0-544 0,-2 0-192 16,0 1 0-16,0 0 144 0,-2 2-144 0,-2 1 0 15,0 1 0-15,-1 0 0 0,-1 2-176 0,-1 2 48 16,-3 2 0-16,0 1 0 16,1 2-448-16,1 0-96 0,1 1-16 0,1 3 0 0,0-1 288 0,2 2 48 15,0 0 16 1,2 0 0-16,1 0 336 0,0 2 0 0,1-2 0 0,2-12 0 0,-2 26 128 0,2-26 32 16,0 0 16-16,3 30 0 15,-3-30 640-15,0 0 128 0,0 0 16 0,0 0 16 0,0 0-368 0,0 0-80 0,40 12-16 0,-31-14 0 16,1-3-272-16,-1-1-64 0,0 0-16 0,1-3 0 15,0 1-160-15,1-3 0 0,-1 1 0 0,-2 1 0 16,1-2 0-16,-2 0 0 0,-1 2 0 0,0 0 0 16,-1 1-320-16,-3 1 16 0,0 0 0 0,-1 2 0 15,-1-2-272 1,-1 3-48-16,-1 1-16 0,1 0 0 0,-1 1 320 0,-1 1 64 0,0 1 16 0,1 1 0 0,0 1 240 0,2 1 0 16,-1 3 0-16,1 0 0 0,0-6 0 0,0 0 160 15,0 0-32-15,6 38 0 0,-6-38 320 0,0 0 48 16,0 0 16-16,21 40 0 0,-21-40-192 0,0 0-48 15,0 0 0-15,0 0 0 0,40 21-144 0,-40-21-128 16,0 0 192 0,26-4-192-16,-16-1 128 0,-2-2-128 0,1 0 0 0,-1-3 0 0,0-1 0 0,-1-1-192 15,2-2 16-15,-2 2 16 16,1 0-1872-16,0-4-368 0,-1 1-80 0,2-2-12192 0</inkml:trace>
  <inkml:trace contextRef="#ctx0" brushRef="#br0" timeOffset="140580.63">2553 8907 11055 0,'4'-26'480'0,"-3"17"112"0,-1 6-464 0,0 1-128 15,0 2 0-15,0-1 0 0,0-5 2672 0,0-2 512 0,-1 1 96 0,0-1 32 16,0 3-224-16,-1 4-32 16,1 3-16-16,-2 3 0 0,0 7-1360 0,-1 0-272 0,0 4-48 0,0 4-16 15,0 3-656-15,-1 1-144 0,2 4-32 0,-1 3 0 16,1 2-208-16,1 0-48 0,1-1-16 0,1-2 0 16,2-2-48-16,-2-28-16 0,9 46 0 0,-9-46 0 15,0 0-176-15,20 36 0 0,-20-36 0 0,0 0 0 16,0 0 0-16,36 11 0 0,-28-14 0 0,2-1-12432 15,-2-3-2544-15</inkml:trace>
  <inkml:trace contextRef="#ctx0" brushRef="#br0" timeOffset="144081.24">3553 9047 1839 0,'-1'-3'160'0,"0"1"-160"0,1 2 0 0,0-2 0 0,0 2 1152 0,0 0 192 16,0-2 32-16,0 1 16 0,1 1 112 0,-1-4 32 16,1 3 0-16,0-2 0 0,0 0 368 0,0 0 80 15,1 0 0-15,-2 1 16 16,1 0-336-16,0 0-64 0,1-1 0 0,0-2-16 15,1 2-320-15,-1-1-64 0,0-1-16 0,1-1 0 0,1-1-592 0,-1 2-112 16,0-3-32-16,-1 2 0 0,0 0-272 0,-1 0-176 16,1-2 192-16,-2 4-192 15,-1-1 0-15,-1 2 0 0,0-1 0 0,-1 2 0 0,-2 2 128 0,-2 0-128 16,2 2 0-16,-3 0 0 0,0 3 320 0,-1 0-32 16,0 2-16-16,-2 0 0 0,1 0-80 0,0 2-32 15,2-1 0-15,-2-1 0 0,3 1-160 0,0 0 160 0,-1 0-160 16,1 1 160-16,1-2-160 0,1 2 0 0,1-1 0 15,-1-1 0-15,2 0 0 0,1 0 0 0,-1 0 0 0,2 0 0 0,1 0 0 0,0 1 160 16,1-1-160-16,1 0 160 0,-2-7 32 0,0 0 16 16,0 0 0-1,0 0 0-15,0 0-64 0,0 0-16 16,41 18 0-16,-30-20 0 0,-2-2-128 0,1-1 128 0,1 0-128 0,-1-2 128 0,0 0-128 0,-1-1 0 16,-1 0 0-16,1 0 0 15,-2-1-176-15,-1 2-16 0,-1 0 0 0,-1 2 0 0,-2 0 0 0,0 0-16 16,-1 3 0-16,-1-2 0 0,-1 3 208 0,0-2 0 15,-1 3 0-15,0 0 0 0,1 0 0 0,-1 1 0 16,0 1 0-16,0 1 0 0,0 1 0 0,-1 1 128 16,2 0-128-16,0 0 160 0,0 2 160 0,1 0 48 0,0 2 0 15,1 1 0-15,-1-10-48 0,0 0-16 16,8 31 0-16,-8-31 0 0,0 0-64 0,10 33-16 0,-10-33 0 0,0 0 0 16,11 38-48-16,-11-38-16 0,3 26 0 0,-3-12 0 15,-2 0-160-15,-1 2 160 0,0-1-160 0,0-1 160 16,-1-2-32-16,-2 2-128 0,0 1 192 0,-4 1-64 15,1-2 48-15,0 0 0 0,0-2 0 0,-2-1 0 16,2-2 80-16,-1-3 32 0,0 2 0 0,0-6 0 16,0 0-128-16,0-2-32 0,-1-2 0 0,1-3 0 15,0-2-128-15,-1-3 160 0,2 1-160 0,1 0 160 16,0-2-160-16,1 0 0 0,1-1 0 0,0-2 0 0,2 1 0 16,0-2 0-16,4-1-144 0,0 1 144 31,1 0-1712-31,2 1-224 0,1 2-48 0,1 0-14096 0</inkml:trace>
  <inkml:trace contextRef="#ctx0" brushRef="#br0" timeOffset="144458.23">3645 9096 8287 0,'0'-2'368'0,"0"0"80"0,1 0-448 0,-1 2 0 16,1-2 0-16,0 1 0 0,-1-1 1920 0,2-1 320 15,1 1 48-15,1-5 16 0,1 0-32 0,3-3 0 16,-1 1 0-16,2 0 0 0,0 0-1184 0,0 0-256 0,0 1-32 0,1 0-16 16,0 3-320-16,-1-2-64 0,0 5-16 0,1-2 0 15,-2 3-16-15,-1 1-16 0,-7 0 0 0,0 0 0 16,0 0 16-16,0 0 0 0,0 0 0 0,30 41 0 16,-30-41 16-16,3 26 16 0,-3-11 0 0,-1 0 0 15,-1 0-144-15,0 1-48 0,-1-1 0 0,0-1 0 16,-1 0-208-16,0-2 176 0,2-2-176 0,-2-2 160 15,1 0-32-15,0-4 0 0,2-1 0 0,0-3 0 16,0 0 240-16,0-3 32 0,1 0 16 0,-1-2 0 16,2-2 32-16,0-3 16 0,0 0 0 0,0-1 0 0,3 1-144 0,1-4-48 15,0 2 0-15,2-3 0 0,0-1-128 16,1 1-16-16,0 0-128 0,1 0 192 0,0-1-192 0,1 1 0 16,-1 3 0-16,1 0 0 0,-1 1 0 0,0 3 0 15,1 1 0-15,-1 0 0 0,1 2-224 0,-3 1 16 16,0 1 0-16,1 3 0 15,-1 0-1472-15,-1 2-304 0,-6-2-48 0,0 0-12880 16</inkml:trace>
  <inkml:trace contextRef="#ctx0" brushRef="#br0" timeOffset="145455.74">3988 9122 13823 0,'4'3'608'0,"-2"-1"128"0,1 1-592 0,0-3-144 0,0 0 0 0,-1 0 0 15,0-3 1600-15,2 1 272 0,3-3 64 0,2 1 16 16,2-6-112-16,-1 3-32 0,1-4 0 0,-1 1 0 15,-1 0-1072-15,-2 0-224 0,0 2-32 0,-3 0-16 16,1-1-336-16,-3 4-128 0,0-3 0 0,-2 4 144 16,-1-1-144-16,-2 0 0 0,-1 1 0 0,-1-1 0 15,-2 2 0-15,-2 0 0 0,1 2 0 0,-3-1 0 16,1 2 256-16,0 2 0 0,1-1 16 0,-1 2 0 16,-1 2 0-16,2 2 0 0,1-1 0 0,-1 2 0 15,3 2-16-15,0 2-16 0,1 0 0 0,1 1 0 0,0 0 16 16,2-1 0-16,1 0 0 0,1 0 0 0,0-12-64 15,0 0-16-15,0 0 0 0,7 30 0 0,-7-30 208 0,0 0 64 16,0 0 0-16,0 0 0 0,0 0-144 0,34 3-32 16,-25-6 0-16,-2-1 0 0,1 1-128 0,-1-4-16 15,0 1-128-15,2 0 192 0,-2-1-192 0,0 0 0 16,1 2 0-16,-1-3 0 0,0 2-320 0,-2 1-64 16,1-2-16-16,-2 0 0 15,-1 3-416-15,-2-1-80 0,1 1 0 0,-1 1-16 0,-1 0 528 0,-1-1 96 16,-1 1 32-16,1 3 0 0,-1-2 256 0,-1 2 0 0,1 0 0 0,0 2 0 15,0-2 0-15,1 3 256 0,0 1-32 16,1 1 0-16,0-1 304 0,0 4 64 0,0-1 16 0,0-7 0 16,0 0 32-16,0 0 16 0,11 35 0 0,-11-35 0 15,0 0-192-15,0 0-32 0,0 0-16 0,31 32 0 16,-31-32-128-16,0 0-32 0,0 0 0 16,40 6 0-16,-40-6-256 0,0 0 128 0,33-7-128 0,-23 3 0 15,-1 0 0-15,0-1 0 0,1-1 0 0,-1 2 0 16,-1-4-992-16,1 2-208 0,1-2-32 0,-2 2-16 31,0 0-1760-31,-1 0-336 0,0-2-80 0,1 3-16 0,-2-2 240 0,0 0 64 0,-1 2 0 0,-1-1 0 31,0 1 1824-31,-1 1 368 0,0-1 80 0,-1 1 16 0,1 0 992 0,-1-1 208 0,0 1 32 0,-1 1 16 0,-1-2 1072 0,1 1 224 16,0 1 32-16,-1-1 16 0,0 1 96 16,-1-2 16-16,0 3 0 0,0 2 0 15,-1-2-336-15,-1 2-64 0,0 0-16 0,0 0 0 0,-2 2-336 0,-1-2-64 16,1 5-16-16,-2-3 0 0,2 3-304 0,-2-3-64 15,0 3-16-15,-1 2 0 0,1-2-160 16,0 2-32-16,1 1-16 0,0 0 0 16,2 2-64-16,-1 2-16 0,1 0 0 0,1 0 0 0,1 0 16 0,0 0 0 0,1 0 0 15,1-12 0-15,0 0-48 0,5 32 0 0,-5-32 0 0,0 0 0 16,0 0-160-16,0 0-32 0,0 0-128 0,0 0 192 16,36 20-192-16,-29-23 0 0,1-2 128 0,0-1-128 31,-1 0 0-31,1-1 128 0,-1-2-128 0,1-1 0 0,0 1 0 0,-1-3 0 0,2 0 0 0,-3-2 0 15,2 0 0-15,-2 0 0 0,1 1 0 0,-2-1 0 16,0-1-256-16,0 0 48 0,-1 0 16 0,-1-2 0 0,0 1-32 16,-1 0 0-16,-1-1 0 0,-1-1 0 0,0 0-64 15,0 0-16 1,0 3 0-16,-1 2 0 0,0 0 304 0,0 3 0 0,0 2-128 16,0 0 128-16,0 1 0 0,-1 0 0 0,1 2 128 0,0 3-128 0,0 1 400 0,1 2-16 15,0 1 0-15,0 4 0 0,0 2 64 0,0-8 16 16,0 24 0-16,0-24 0 0,0 29-192 15,0-29-32 1,0 32-16-16,0-32 0 0,2 30-224 0,-2-12 176 0,0-18-176 0,1 38 160 16,-1-19-160-16,0 1 192 0,0-2-192 0,0 2 192 15,0-20-192-15,0 39 0 0,0-39 144 0,2 33-144 0,-2-33 0 0,2 27 0 16,-2-27 0-16,0 0 128 0,0 0-128 0,0 0 0 16,0 0 0-16,0 0 0 0,0 0 0 0,0 0 0 0,0 0 0 0,42 12 0 46,-36-18-1152-46,1-3-160 0,-2 2-32 0,1-3-15504 0</inkml:trace>
  <inkml:trace contextRef="#ctx0" brushRef="#br0" timeOffset="145839.4">4520 9049 911 0,'0'1'0'0,"0"-1"0"0,1 0 0 0,0 0 0 0,0 0 2176 0,-1 2 368 0,1-2 64 0,1 0 16 16,1 2 864-16,1-1 176 15,-4-1 48-15,0 0 0 0,0 0-1184 0,0 0-224 16,36 3-64-16,-36-3 0 0,0 0-928 0,26-4-192 0,-17 2-32 15,0-3-16-15,-2 2-416 0,2-3-80 16,-1 0 0-16,0 2-16 0,0-3-352 0,-3 2-64 16,1 0-16-16,0-2 0 0,-2 2-128 0,-1-2 0 15,0 3 0-15,-1-4 0 0,-2 4 0 0,-1-3 0 16,0 2 0-16,-2 0 0 0,-1 0 0 0,-1-1 0 16,-1 3 0-16,-1-2 0 0,-2 4 0 0,1 0 0 15,0 1 0-15,-1 1 0 0,1 2-160 0,0 0 160 16,0 4 0-16,0 0-144 0,1 0 144 0,1 3 0 0,0-1 0 0,2 3-128 15,0 0 128-15,0 0 0 0,1 2 0 16,2 0 0-16,0 0 256 0,1-14 0 0,0 0-16 16,4 33 0-16,-4-33 144 0,0 0 16 0,0 0 16 0,0 0 0 15,31 30-224-15,-31-30-64 0,0 0 0 0,0 0 0 16,40 0-128-16,-30-4 0 0,1 1 144 0,1-3-144 16,-1 1 0-16,0-2 0 0,1 2 0 0,0-1 0 15,-1-2-976 1,1 2-176-16,2-2-16 0,0 1-10160 0,0-2-2048 0</inkml:trace>
  <inkml:trace contextRef="#ctx0" brushRef="#br0" timeOffset="146088.88">4970 8921 911 0,'4'-7'0'0,"-2"2"0"0,-1 0 0 0,-1 2 0 0,0 2 2000 0,-1 1 320 16,-1-2 64-16,-1 1 16 0,-2-1 608 0,-2 2 112 16,-2 0 16-16,-3 3 16 0,0 3-976 0,0 0-192 0,0 1-32 0,3 3-16 15,0-1-656-15,1 2-144 16,2-2-32-16,1 1 0 0,2 0 112 0,1-3 32 0,0 0 0 0,2 0 0 15,1-2-480-15,-1-5-80 16,0 0-32-16,0 0 0 0,0 0-304 0,0 0-64 0,0 0-16 0,41 21 0 16,-41-21-96-16,0 0-32 0,34 7 0 0,-34-7 0 15,0 0-144-15,0 0 0 16,36 15 144-16,-36-15-144 0,0 0 0 0,0 0 0 16,0 0 0-16,0 0 128 0,13 35-128 0,-18-28 144 0,-2 0-144 0,-2 0 160 15,-2 1-160-15,-1 1 128 0,-2-2-128 0,-2 0 128 16,0 0-128-16,-2-2 0 0,-1-1 0 0,-1 0 0 15,3 0-448-15,1-2-112 0</inkml:trace>
  <inkml:trace contextRef="#ctx0" brushRef="#br0" timeOffset="148729.96">5700 8968 11055 0,'-1'-2'976'0,"1"1"-784"0,0 0-192 0,-1 1 0 15,1 0 1088-15,-1 0 160 0,0-2 32 0,0-1 16 16,-1 0 672-16,0 1 128 0,-1 0 16 0,-1 0 16 16,2 2-608-16,-1 0-128 0,-2 0-32 0,0 3 0 15,1 0-576-15,-2 3-112 0,1 0-32 0,-1 4 0 16,0 0-128-16,1 1-16 0,-1 1-16 0,1 3 0 16,1 1 64-16,0 0 16 0,1 1 0 0,2-2 0 0,1-15-176 0,1 28-16 15,-1-28-16-15,0 0 0 0,0 0-96 0,0 0 0 16,0 0-16-16,42 19 0 0,-30-24-64 0,1-4-16 15,3-1 0-15,-1-2 0 0,1-2-32 0,-2 2-128 16,-1-2 192-16,-1 0-64 0,-2 2-128 16,-3 0-272-16,-1 1 64 0,-3 1 16 15,0 2-240 1,-3-1-32-16,-2 2-16 0,-1 3 0 0,-4 1 288 0,-1 0 192 0,-2 3-208 0,-3 0 80 0,0 1 128 0,-2 1 0 0,-2 0 0 0,0-2 0 16,0 1 160-16,2-2 16 15,4 1 0-15,1 0 0 0,2-2 192 0,3 4 32 0,2-2 16 0,1 1 0 16,2 1-288-16,3 0-128 0,1 0 0 0,1 1 128 31,-5-3-448-31,0 0-112 0,0 0-16 0,39 14-15536 0</inkml:trace>
  <inkml:trace contextRef="#ctx0" brushRef="#br0" timeOffset="149062.5">6078 8851 7359 0,'7'-14'320'0,"-3"3"80"15,0 2-400-15,-1 0 0 0,-1 4 0 0,-1 2 0 0,0-3 976 0,0-4 112 16,1-4 32-16,1-3 0 16,-2 0 480-16,-2 3 80 0,0 2 32 0,-2 2 0 0,0 4 320 0,-3-1 64 15,0 4 16-15,-1 1 0 0,1 2-384 0,-1 2-80 16,1 0-16-16,-1 3 0 16,2 0-464-16,-1 2-80 0,0 0-32 0,0 6 0 0,1 0-432 0,0 6-96 15,0 0-16-15,1 5 0 0,2 2-192 0,-1-2-32 16,2 2-16-16,0-2 0 0,1 2-16 0,0-2 0 15,1 4 0-15,0-2 0 0,-1 2-80 0,0 3-32 16,0 4 0-16,0 0 0 0,-1 0-144 0,1-2 0 0,-1 0 0 0,-1-5 0 16,1-2 0-16,-1-4 0 0,2-22 0 0,-2 35 0 15,2-35 0-15,-3 26 0 0,1-17 0 0,0 1 0 16,-1-3 0-16,0-2 0 0,0 0 0 0,-2-3 0 16,1-1 0-16,1-1-176 0,-1-1 48 0,0-4 0 31,0 1-640-31,-2-4-112 0,1-1-16 0,-2-2-10016 0,0 1-2000 0</inkml:trace>
  <inkml:trace contextRef="#ctx0" brushRef="#br0" timeOffset="149252.15">5845 9026 1839 0,'3'-6'160'0,"-1"2"-160"16,2 0 0-16,-1 3 0 0,-1 1 2912 0,1 0 544 0,1 0 128 0,2 0 0 15,-6 0 384-15,26-2 64 0,-3 0 0 0,0 1 16 0,-23 1-1680 0,47-4-320 31,-22-1-80-31,0 0-16 0,0 1-1136 0,-2-4-240 0,1 4-32 0,-3-4-16 0,-2 2-528 0,-1 0 0 32,0 0 0-32,-3 1-16944 0</inkml:trace>
  <inkml:trace contextRef="#ctx0" brushRef="#br0" timeOffset="149983.44">6776 8902 16575 0,'1'0'1472'0,"0"0"-1168"0,-1 0-304 0,0 0 0 16,0 0 2000-16,1 2 352 0,0-2 64 0,1 0 16 16,1 3 384-16,0-3 96 0,1 2 16 0,0-2 0 15,1 1-1600-15,-1-1-320 0,1-1-64 0,1-1-16 16,0 2-640-16,0-5-128 0,0 1-32 0,0-2 0 16,0 0-128-16,0-2 0 0,-1 2 0 0,-1 0 128 15,-1 0-128-15,-2-1 0 0,-1 2 0 0,-1 0 0 16,-1 0 0-16,-1 3 0 0,-1-1 0 0,-3 2 0 0,0 1 0 0,-4 1 0 15,1 2 0-15,-2-1 0 0,0 5 0 0,-2-1-144 16,0 3 144-16,-1 0 0 0,2 0-304 0,1 3 48 16,-1 0 16-16,2 0 0 0,2 2-80 0,1-2-32 15,-1 4 0-15,2-3 0 0,1-1 352 0,2 2 0 0,-1 2 0 0,2-3 0 16,0 0 0-16,3-3 0 0,0-10 0 0,0 0 0 16,0 0 0-16,0 0 0 0,0 0 176 0,0 0-176 15,42 19 320-15,-31-24-48 0,3-2 0 0,0-3 0 16,-1 1-112-16,2 0-32 0,0-3 0 0,1 1 0 15,0-1-128-15,0-1 0 0,-1 1 0 0,-3 2 0 16,-1-1 0-16,-4 2 0 0,0 1 0 0,-2 2 0 16,-3 0 0-16,-1 4 0 15,-1-2 0-15,-1 3 0 0,0 1 0 0,-1 1 0 0,-1 3 0 0,-1-2 0 16,1 3 0-16,0 1 0 0,-1 2 0 0,1-1 0 16,2 3 0-16,0-2 0 0,1-8 0 0,0 0 0 0,0 0 256 0,0 0-48 15,16 39 0-15,-16-39 0 0,0 0 0 0,0 0 0 16,39 10 0-16,-39-10 0 0,24 0-208 0,-11-3 128 15,4-1-128-15,0-3 0 16,0 0 0-16,0-1 0 0,0 1-176 0,-3 0-17904 16</inkml:trace>
  <inkml:trace contextRef="#ctx0" brushRef="#br0" timeOffset="150645.73">7471 8897 16575 0,'-3'3'736'0,"0"-1"160"0,1 0-720 0,0-2-176 0,2 1 0 0,0 1 0 0,0 0 2048 0,-1-1 368 15,1 3 80-15,1 1 0 0,0 0 336 0,2 1 64 16,-3-6 16-16,0 0 0 0,0 0-1552 0,0 0-304 15,35 8-64-15,-25-11-16 0,2 1-656 0,1-4-128 32,3 0-16-32,-1-3-16 0,0-1-160 0,-1-2 128 0,-2 1-128 0,-2 1 128 15,-3 1-128-15,-1-1 0 16,-2 1 0-16,-4 1 0 0,1 1 0 0,-2 0 0 0,-2 2 0 0,-3 1 0 16,1-1 0-16,-4 2 0 0,-1 3 0 15,-2 0 0-15,0 1 0 0,0 3 0 0,-1-1 0 0,1 1 0 16,1 1 0-16,-1 2 0 0,1 0 0 0,1 1 0 15,2 1 0-15,0 1 0 0,1-1 0 0,2 0 0 16,0 2 0-16,0 1 0 0,2 1 0 0,2-1 0 16,1-12 0-16,0 0 0 0,3 39 176 0,-3-39-176 15,0 0 192-15,15 41-48 0,-15-41-16 0,0 0 0 16,24 43-128-16,-24-43 128 0,0 0-128 0,24 41 128 16,-24-41-128-16,0 0 0 0,18 40 0 0,-18-40 128 0,0 0-128 0,6 38 0 15,-6-38 0-15,-4 26 0 0,-2-14 128 0,1 0-128 16,-3-3 0-16,1 0 128 0,-1-1-128 0,-1-2 0 15,0 0 0-15,0-3 128 0,-2 3-128 0,2-4 0 16,-1 1 0-16,0-3 0 0,-1 0 0 0,0-2 0 16,0 1 0-16,1-3 0 0,2 0 0 0,-1-2 0 15,1 1 0-15,1-2 0 0,0 0 0 0,2-2 0 16,1 0 0-16,1-1-12400 16,3-2-2448-16</inkml:trace>
  <inkml:trace contextRef="#ctx0" brushRef="#br0" timeOffset="150991.26">7650 8942 12895 0,'7'-7'1152'0,"-2"2"-928"0,2 1-224 0,-3-1 0 16,0 1 1952-16,0 1 352 0,0 1 64 0,5-5 0 16,5-2-112-16,3-3-16 0,3 0-16 0,-2 2 0 15,-1 0-736-15,-1 6-144 0,-3-1-16 0,-13 5-16 16,24-3-768-16,-24 3-160 0,0 0-16 0,0 0-16 15,0 0-128-15,38 34-32 0,-38-34 0 0,0 0 0 16,8 40 48-16,-8-40 0 0,2 28 0 0,-2-28 0 0,-3 29-96 0,3-29-16 16,-2 23 0-16,-1-13 0 15,-1 2-128-15,0-4 128 0,1 0-128 0,-1 0 128 0,1-4-128 0,-1-1 0 16,3-1 144-16,-1-2-144 0,1-2 448 0,0-1 0 16,2-3 16-16,0 0 0 0,1 2-64 0,-1-4-16 15,4-3 0-15,1-1 0 0,1-2-144 0,1 0-48 16,2 1 0-16,0-3 0 0,2 2-192 0,0-3 144 15,3 1-144-15,-2 1 128 0,1 1-128 0,0 1 0 16,-2 2 0-16,-1 0 0 0,-1 4 0 0,-2 2-192 16,1 0 64-16,-4 3 128 15,1 2-2032-15,-2 1-272 0</inkml:trace>
  <inkml:trace contextRef="#ctx0" brushRef="#br0" timeOffset="151306.84">8018 8936 4607 0,'0'3'400'0,"0"-2"-400"0,0-1 0 0,1 0 0 16,-1 2 2944-16,2-2 512 15,-2 0 112-15,0 0 16 0,0 0 144 0,0 0 48 0,39 12 0 0,-26-14 0 16,2-2-1664-16,-1-2-336 0,2 2-64 0,0-4-16 16,1 2-832-16,-1-2-160 0,0-1-48 0,0 2 0 15,0-1-400-15,-2 0-64 0,-1 0-32 0,-1 3 0 16,-3-3-160-16,0 2 0 0,-4-1 0 0,-1 0 0 16,-2 2 0-16,-3-1 0 0,-2 0 0 0,-3 0 0 15,-1 1-128-15,-3 1 128 0,-2 1-160 0,-2 2 160 16,0 1-576-1,-3 3-32-15,1 2 0 0,-2 4 0 16,-1 0-64-16,2 3-16 0,1 0 0 0,3 0 0 0,2 0 256 0,2 0 48 0,1 2 16 0,2 0 0 0,2 0 832 0,2-4 176 16,2-10 16-16,0 0 16 0,4 31 208 0,-4-31 32 15,0 0 16-15,0 0 0 0,0 0-416 0,44 27-96 16,-44-27-16-16,29 0 0 0,-13-1-256 0,1-4-144 16,-2 2 160-16,2-3-160 0,0 1 0 0,-1-4 0 15,0 1 0-15,0 1-18336 0</inkml:trace>
  <inkml:trace contextRef="#ctx0" brushRef="#br0" timeOffset="151737.23">8402 8788 6447 0,'-1'0'576'0,"1"2"-576"0,0-1 0 0,0 1 0 15,0 1 2928-15,0-1 464 0,0-2 112 0,0 0 16 16,0 0-320-16,0 0-64 0,10 43-16 0,-10-43 0 15,0 0-1136-15,14 47-240 0,-14-47-32 0,0 0-16 16,17 42-608-16,-17-42-128 16,0 0-32-16,0 0 0 0,30 39-512 0,-30-39-96 0,0 0-32 0,0 0 0 15,0 0-288-15,39 21 0 0,-31-23 128 0,0-1-128 16,-1-4 0-16,0 0 0 0,0-2 0 0,-1-1 0 16,0-3-208-16,0 0-48 0,-2-1-16 0,1 0 0 15,-1-1-1392-15,-2-1-288 0,2 2-48 16,-1-1-16-1,-1-1 16-15,0-1 0 0,-2 0 0 0,1 3 0 0,0 2 1632 0,-1 1 368 0,0 3 0 0,0 3 0 0,0 3 1600 0,0 4 256 16,0 1 64-16,-1 2 16 0,0 4-160 0,1-9-48 16,-4 26 0-16,4-26 0 0,-5 38-912 0,2-17-192 15,1 3-48-15,-2 4 0 0,1 1-320 0,-1 0-64 0,0 1 0 16,-1 4-16-16,1 1 32 0,-2 0 16 0,-1 1 0 0,1 0 0 16,-1-1-96-16,-3-4-128 15,-1-5 176-15,-1-2-176 0,0-3 0 0,-2-3 0 0,0-3 0 0,-1-2 0 16,0-2 0-16,-4-1 0 0,1-6 0 0,-3-4 0 0,-1-2 0 0,-4-5 0 15,-1 0 0-15,-1-5-12592 32,1-1-2544-32</inkml:trace>
  <inkml:trace contextRef="#ctx0" brushRef="#br0" timeOffset="154069.31">9431 8874 11055 0,'2'-2'976'0,"-1"1"-784"0,0-1-192 0,-1 2 0 0,1-2 1408 0,-1 1 256 0,2-2 32 0,1 0 16 16,0-5 912-16,1 2 192 0,-2 0 48 0,1 0 0 31,-2 0-752-31,-1 2-160 0,0 0-32 0,-2 1 0 15,0 0-912-15,-1-1-192 0,-1 1-48 0,-1-1 0 16,0 3-256-16,-1-1-64 0,0 2-16 0,-3 0 0 16,0 0-224-16,-1 2-32 0,-1 3-16 0,-1-1 0 15,0 4-32-15,0 1-128 0,0 1 192 0,1 2-64 16,1-2-128-16,1 4 160 0,0-2-160 0,1 3 160 0,1 2-160 16,-1 1 0-16,3 0 0 0,0 1 0 0,1-2 0 0,2-3 128 15,2-14-128-15,-1 34 0 0,1-34 128 0,0 0-128 16,9 40 128-16,-9-40-128 0,0 0 128 0,0 0-128 15,36 18 0-15,-23-20 128 0,1-2-128 0,0-2 0 0,1 0 0 0,1-4 0 16,-1 0 0-16,2-1 0 0,1 1 0 0,-1-1 0 31,0 1-448-31,-1 0-32 0,0 1 0 0,-1 2 0 0,-1-2-1136 16,0 4-240-16,-3-3-32 0,-2 4-16 16,1-1-368-16,-4 2-80 0,0 0-16 0,-3 2 0 0,-1-1 256 15,-1 2 32-15,-1 0 16 0,-1 0 0 0,-1 0 1152 0,1 0 224 0,-1 2 48 0,0-4 16 16,-1 2 1120-16,0 0 208 0,1 0 64 0,1-2 0 0,-2 1 528 0,0 1 112 15,1 0 32-15,-1-2 0 0,2 2-96 0,0 2 0 16,-1-2-16-16,1 3 0 0,0-1-304 0,0 0-64 16,1 3-16-16,-1 0 0 0,1 0 64 0,0 2 16 15,0 0 0-15,0 1 0 0,0-8-192 0,0 0-48 16,0 0 0-16,0 0 0 0,17 35-336 0,-17-35-64 16,0 0 0-16,0 0-16 0,0 0-192 0,41 9-48 15,-31-14 0-15,1 1 0 0,0-4-128 0,-1-1 0 16,2-1 0-16,-1 1 128 0,-1-3-128 0,-3 0 0 15,0 2 0-15,-3 1 0 16,-1 0-608-16,-3-1 0 0,-1 3 0 0,-3 0 0 16,-2 0 48-16,-2 2 16 0,-4 1 0 0,-1 1 0 0,-2 3 352 0,-2 0 192 0,-1 0-192 0,1 3 192 15,-1 0-128-15,3 0 128 0,1 2 0 0,3 0 0 16,1 0 192-16,3 2 128 0,1-2 48 0,2 2 0 16,3-3-192-16,2 1-48 0,-1-5 0 0,0 0 0 15,0 0-128-15,0 0-272 0,40 1 64 0,-24-6-15280 16</inkml:trace>
  <inkml:trace contextRef="#ctx0" brushRef="#br0" timeOffset="154396.84">9824 8668 9215 0,'7'-9'400'0,"-3"3"96"0,1 1-496 0,-2 2 0 15,-2 2 0-15,0 1 0 16,-1 0 2128-16,2 0 336 0,0 0 64 0,0 0 16 0,0 1 224 0,-2 2 48 16,-2 5 16-16,-3-1 0 0,1 4-928 0,-2 1-192 15,-1 2-48-15,-1 3 0 16,0 2-640-16,-1 0-144 0,-2 5-32 0,1-1 0 16,0 0-400-16,0 0-96 0,1-2-16 0,-1 2 0 0,3-1-80 15,-1-1-32-15,3 0 0 0,0 1 0 0,2-3 16 0,0 1 0 0,3-20 0 16,2 37 0-1,-2-37-112-15,0 0-128 0,17 36 176 0,-17-36-176 0,0 0 128 0,36 14-128 16,-21-17 0-16,3-2 0 0,1-1 0 0,1-3 0 16,0-2 0-16,1-3 0 0,-3 2 0 0,2 0 0 15,-2-2 0-15,1-2 0 16,0-1-1280-16,0 0-224 0,-2 1-32 16,-1-1-15040-16</inkml:trace>
  <inkml:trace contextRef="#ctx0" brushRef="#br0" timeOffset="155438.15">10075 8858 11967 0,'-1'-1'1072'0,"1"-2"-864"15,0 2-208-15,0 1 0 0,0-1 1616 0,0 1 288 16,0-2 48-16,0-3 16 16,0 0 144-16,0-2 48 0,2 2 0 0,0-1 0 0,2 1-576 0,1-1-112 15,0 0-32-15,1 1 0 0,1 1-432 0,1-2-96 16,0 2-16-16,1 0 0 0,-1 1-144 0,2 0-48 15,-1 1 0-15,-9 2 0 0,0 0-160 0,0 0-32 16,0 0-16-16,40 24 0 0,-40-24-256 0,0 0-48 16,11 40-16-16,-11-40 0 0,-1 33-176 15,-2-18 0-15,-1-1 144 0,-3 0-144 0,0 0 0 0,-2-2 128 0,1 0-128 16,0-2 0-16,-1-3 0 0,-1 2 0 0,1-4 0 16,-1 2 0-1,0-5-592-15,2 1-144 0</inkml:trace>
  <inkml:trace contextRef="#ctx0" brushRef="#br0" timeOffset="157908.31">10150 8810 1887 0,'0'0'0'0,"0"0"0"0,-1 0 0 0,1 0 176 0,0 0-176 0,0 0 0 15,-1 0 0-15,0 1 0 16,0 0 192-16,-1 1 16 0,1 1 0 0,-1-1 0 0,1 1-208 0,-1-1 176 16,2-2-176-16,-1 1 192 0,0 0-192 0,0-1 0 15,0 0 0-15,1 0 0 0,-1 0 0 0,1-1 0 0,-1 1 0 0,1-1 0 16,-1 1 0-16,1 0 0 16,0-2 0-16,1 2 0 0,-1 0 0 0,1-2 0 15,-1 1 0-15,0 1 0 0,1-2 0 0,-1 0 128 0,1 1-128 0,0-1 128 16,0 0 896-16,0-1 192 0,0 1 16 0,1-3 48 15,-1 3 800-15,0 0 160 0,0-1 48 0,0 0 0 16,0 0-32-16,-1 0 0 0,0 1 0 0,-1 1 0 16,0-1-304-16,0 2-64 0,-1 0-16 0,-1-2 0 15,2 4-560-15,-2-2-112 0,1 0-32 0,-1 0 0 16,0 2-480-16,2-1-112 0,-2 1 0 0,1 1-16 16,-1 0-272-16,-1 0-48 0,2 0-16 0,-2 1 0 15,1 1-80-15,-1 1-16 16,0 0 0-16,-1 1 0 0,1 0 16 0,1-1 0 0,-2 2 0 0,0-2 0 0,2 1 16 0,-2 1 0 15,1 0 0-15,-1 1 0 0,0-3-160 0,1 1 192 16,1 1-192-16,-1-2 192 16,1 0-32-16,0 2 0 0,1-2 0 0,0-1 0 0,0 0-32 0,1 2 0 0,1-2 0 0,-1-1 0 15,1-1-128-15,0 0 0 0,0 1 144 0,1-1-144 16,0 1 0-16,0-1 128 16,1-1-128-16,0 1 0 0,0 1 0 0,0-1 144 0,1 0-144 0,0 0 0 15,0 0 128-15,0 0-128 0,-3-3 0 0,0 0 0 16,0 0 128-16,0 0-128 0,0 0 0 0,0 0 0 15,39 9 128-15,-31-12-128 0,-1-1 0 0,2-1 0 32,-1-2 0-32,1 0 0 0,0 0 0 0,1-4 0 0,-1 0 0 0,0 0 0 0,1-1 0 0,0-1 0 15,-1 0 0-15,-2 0 0 0,-1 0 0 0,-1 1 0 16,-3 0-384 0,0 0-64-16</inkml:trace>
  <inkml:trace contextRef="#ctx0" brushRef="#br0" timeOffset="165352.16">10427 8810 9215 0,'1'-3'816'16,"0"-1"-656"-16,0 3-160 0,-1 1 0 15,0 1 1296-15,0-1 240 0,0 0 32 0,-1-1 16 16,1 2 96-16,-1 1 32 0,-1 1 0 0,-2 1 0 0,1 1-304 0,0 2-64 15,-2-2-16-15,1 2 0 0,-1 0-416 0,0-2-80 16,2 1 0-16,-1 2-16 0,0-1-80 0,1 0-16 16,1 3 0-16,-1-1 0 0,0 0-208 0,1 1-64 15,-1 2 0-15,1 0 0 0,1 0-96 0,0 0-32 16,0-1 0-16,1-1 0 0,0-1-64 0,1 1 0 16,1-5-16-16,0 0 0 0,1-1-240 0,1-4 0 15,1 0 0-15,2-2 0 0,0-5 0 0,4 0 0 16,0-3 0-16,1-2 0 0,2-2-256 15,0-3-32-15,-1 1-16 0,1-1 0 16,0 3-1216-16,-1-2-240 0,-2 1-48 0,0 0-16 16,-1 2 720-16,-3 0 144 0,-1 2 16 0,-3 1 16 0,0 1 768 0,-2 1 160 0,-2 5 0 0,0 0 0 15,0 1 704-15,0 4 112 0,-2 0 16 0,0 2 0 16,0 4 80-16,0 1 32 0,0 1 0 0,-1 4 0 16,1 0-192-16,-1-1-48 0,3 3 0 0,-1-2 0 15,2-14-256-15,-1 28-64 0,1-28-16 0,0 0 0 16,5 36-224-16,-5-36-144 0,0 0 192 15,0 0-192-15,0 0 0 0,0 0 0 0,40 26 0 0,-31-26 0 16,-1-4-576-16,1-1-160 16</inkml:trace>
  <inkml:trace contextRef="#ctx0" brushRef="#br0" timeOffset="165735.26">10716 8831 6447 0,'-3'-3'576'0,"2"1"-576"16,-1 2 0-16,1 0 0 16,1 0 1920-16,0 0 288 0,1 0 48 0,-1-1 16 0,2 0 608 0,1 1 112 15,2-4 16-15,1 1 16 0,1 1-1024 0,0-1-208 16,2 1-32-16,-1 0-16 0,1 1-848 0,1-1-160 0,0 2-32 16,-1 2-16-16,-1 1-224 0,-8-3-32 0,0 0-16 0,0 0 0 15,0 0-288-15,34 33-128 16,-34-33 128-16,0 0-128 0,0 0 0 0,13 47 0 0,-13-47 0 0,0 28 0 15,-2-11 0-15,-1-2 0 16,-1-1 128-16,1-2-128 0,0-2 0 0,-1-1 0 0,0 0 0 0,-1-2 128 16,1 0-128-16,1-4 192 0,1-1-192 0,-1-2 192 15,1-3 272-15,1-1 64 0,0-3 16 0,2-3 0 16,0 1-176-16,2-3-48 0,1-2 0 0,-1-2 0 16,4-1-112-16,0 0-16 0,2-2-16 0,3 0 0 15,0 0-176-15,1 0 0 0,0 3 0 0,1-3 0 0,0 4 0 16,-1 3 0-16,0 1 0 0,-1 4 0 15,0 2 0-15,-1 0 0 0,-2 5-160 0,1-2-11744 16,-1 2-2336-16</inkml:trace>
  <inkml:trace contextRef="#ctx0" brushRef="#br0" timeOffset="166318.91">11174 9014 6447 0,'-1'2'272'0,"-1"-2"80"0,1 0-352 0,0-2 0 16,1 2 0-16,0 0 0 0,0 0 1232 0,0-2 176 15,-1 1 48-15,1 1 0 0,1-2 544 0,-1-1 112 16,1 1 32-16,0 1 0 0,0 0-48 0,0 1-16 16,-1-2 0-16,1 1 0 15,1 1-528-15,0 0-96 0,0 0-32 0,1 0 0 0,0 0-432 0,0 0-96 16,0 1 0-16,0-1-16 0,0 2-352 0,-1-2-64 16,1 2-16-16,0-2 0 0,0 2-240 0,-1 1-48 15,-1-1-16-15,1-1 0 16,0 1-144-16,-1 0 0 15,-1 0 0-15,0 1 0 0,-1 0 0 0,-1 1 0 16,0-2 0-16,-1 3 0 0,-1-2 0 0,-1 1 0 16,1-2 0-16,-1 1 0 0,0-1 0 0,0-2 0 15,0 0 0-15,2 0 0 0,-1-2 0 0,0-1 0 0,1 1 0 0,1-3 128 16,1 0 144-16,-1 1 32 0,2-1 0 0,0 0 0 16,0 3 32-16,1 0 16 0,0-1 0 0,0-1 0 15,1 3-192-15,0-1-32 0,1 1-128 0,0 0 192 16,0 1-192-16,0 0 0 0,1 1 0 0,0 0 0 15,-2 1 0-15,1-1 0 0,0 1 0 0,-1 1 0 16,0 1 0-16,0-2 0 0,-2 0 0 0,-1 2 0 16,0 0 0-16,0-2 0 0,-2 1 0 0,0 1 0 15,0-1 0-15,-1-1 0 0,0-2 0 0,0 2 0 0,1-2 0 0,-1 0 0 16,0 0 0-16,1-2 0 0,1 2 144 0,-1-2-144 16,2 0 128-16,0 1-128 0,1-1 192 0,1-1-64 15,1 1 0-15,1 0 0 0,0-2-128 0,1 1 0 16</inkml:trace>
  <inkml:trace contextRef="#ctx0" brushRef="#br1" timeOffset="182817.61">5888 9801 11967 0,'-4'2'1072'0,"1"-1"-864"0,1 1-208 0,1-2 0 0,0 2 1024 15,-1-2 176-15,-1 2 16 0,-2 1 16 0,-2 2 240 0,0 1 64 16,0-1 0-16,4 0 0 0,0-3-96 0,1-2-16 31,2 2 0-31,2-1 0 0,2-2-368 0,0 1-80 0,5-2-16 0,-1 1 0 0,0 0 32 0,3-3 0 16,0 1 0-16,1 0 0 16,0 1-384-16,1 0-80 0,1-1-16 0,-1-2 0 0,0 2-224 0,1 0-48 15,0-3-16-15,0 2 0 0,1-1-224 0,-2 1 0 16,1 0 0-16,-2-1 0 0,-1 1 0 0,-2 2 0 15,-1 0 0-15,-3 0 0 0,0 0 0 0,-3 1 0 16,-1 1 0-16,-2 0-160 0,-1 1 160 0,-2 1-128 0,0-2 128 16,-3 2-128-16,1-1-32 0,-1 0 0 15,0 1 0-15,0-1 0 0,0 1-16 0,1 0 0 0,1 1 0 0,0-1 0 32,1 0 0-32,0 1 0 0,2-1 0 0,0 1 0 15,1-1 176-15,0 0 0 0,0 0 0 0,1 1 0 16,0-2 0-16,0 3 0 0,0-2 0 0,0 3 128 15,0 0 48-15,-1 2 16 0,0 1 0 0,-2 3 0 16,0 1 224-16,0 2 48 0,-1 0 16 0,0 5 0 16,0 0-80-16,0-2-16 0,-1 4 0 0,-1-5 0 15,2 1-80-15,-1-2-32 0,0 1 0 0,1-3 0 0,0 0-96 0,1 1-32 16,1-3 0-16,1-2 0 0,0-1-144 0,1 0 0 16,1-4 0-16,-1-1 0 0,2-1 0 0,0-4 0 15,1 2-192-15,0-3 192 16,0 1-1472-16,2-4-192 0,1 0-16 0,-1-1-14208 15</inkml:trace>
  <inkml:trace contextRef="#ctx0" brushRef="#br1" timeOffset="183260.04">6188 9821 4607 0,'3'-8'400'0,"0"3"-400"16,0 1 0-16,-2 3 0 0,0-1 1920 0,1-1 320 0,1-1 48 0,2-4 16 15,2-1 784-15,-2-2 176 16,1 3 16-16,-3 1 16 0,-1 4-992 0,0 0-192 15,-2 3-32-15,0 1-16 0,-2 4-880 0,1 0-176 0,-1 0-48 0,0 4 0 16,0 0-400-16,-1 3-96 0,1 1-16 0,0 3 0 16,0 0-240-16,-1 3-48 0,1 2-16 0,-1-1 0 15,-1 1 16-15,2 2 0 0,-2-1 0 0,0-3 0 16,1 0-16-16,0-3 0 0,0 1 0 0,0-5 0 16,1 0-144-16,1-3 192 0,0 1-192 0,0-3 192 0,0-2-192 15,-1-1 0-15,1-1 0 0,0 0 128 0,1-1-128 0,0-2 0 16,0-2 0-16,0-1 0 0,0 0 0 0,1-1 0 15,1-3 0-15,-1 2 0 0,1-2 0 0,0 0 0 16,0 0 0-16,1-1 0 0,0 1-144 0,0-2 144 16,2 2 0-16,-1-3 0 0,1 3-192 0,1-2 192 15,-1-1-192-15,2 0 192 0,0 1-176 0,1 2 176 16,0-3-160-16,0 4 160 0,0 0 0 0,-2 3-144 16,2 0 144-16,-3 1 0 0,1 4 0 0,-2 0 0 15,-1 2 0-15,0 1 0 0,0 2 0 0,-2 1 0 16,0 1 0-16,-1 0 0 0,0 1 0 0,-1-2 0 0,-1 3 0 0,-1-2 0 15,1 3 0-15,-1-2 0 0,0-1 0 0,0 1 0 16,1-1 0-16,-1-1 0 16,1 1 0-16,1-2 128 0,0-3-128 0,1 0 0 0,1 0 0 0,0-4 0 15,1 0 0-15,0-2-256 0,2-1 64 16,0-2-16768-16</inkml:trace>
  <inkml:trace contextRef="#ctx0" brushRef="#br1" timeOffset="183638.37">6470 9885 13823 0,'0'-1'1216'0,"0"-1"-960"0,1 2-256 0,-1-1 0 0,1 1 1808 0,0 0 320 16,1 0 64-16,1 0 16 0,2 0 768 0,0-2 160 0,4-1 16 0,0 1 16 15,-1 0-1552-15,0-2-304 0,1 3-64 16,-1-3-16-16,0 1-816 0,-2 3-160 0,1-2-48 15,-2 2 0-15,0 0-208 0,-1 2 0 0,-2-2 0 0,0 2 0 32,-1 3-720-32,0-2-96 0,-2 1-16 0,0 1-9984 15,0 1-2016-15</inkml:trace>
  <inkml:trace contextRef="#ctx0" brushRef="#br1" timeOffset="183784.7">6533 9953 7359 0,'0'2'320'0,"0"-2"80"0,0 0-400 0,-1 2 0 0,1-1 0 15,0 1 0-15,-1 0 1664 0,0 2 240 0,-1 4 48 0,-1 1 16 0,0 4 560 0,0 3 112 16,-2-1 32-16,1 0 0 16,1 0-864-16,-1-1-160 0,2-2-48 15,1-1 0-15,2-2-592 0,-1-9-128 0,0 0-32 0,0 0 0 0,0 0-672 0,0 0-176 0,0 0 0 0,34 8-9712 32,-22-15-1968-17</inkml:trace>
  <inkml:trace contextRef="#ctx0" brushRef="#br1" timeOffset="184146.26">6748 9938 8287 0,'9'-7'368'0,"-2"2"80"0,-1 3-448 0,-1-2 0 0,-2 3 0 0,-1-1 0 15,1 2 1984-15,3-3 320 0,2-1 64 0,1-4 16 16,0 4 160-16,-4-1 16 0,0 1 16 0,-4 1 0 16,0 1-816-16,-4 2-160 0,-1-2-48 0,-1 2 0 15,-2 2-528-15,0-2-128 0,-2 2 0 0,0 3-16 16,-1 0-240-16,1-1-64 0,-2 2 0 0,1 0 0 15,0 1-144-15,1 0-48 0,1 1 0 0,1-4 0 0,2 1-16 0,2-2-16 16,2 0 0-16,1 0 0 0,1-2-192 0,1 1-32 16,2 0-128-16,2 1 192 0,-1-1-192 0,3 0 0 15,-1 0 0-15,-7-2 0 0,0 0 0 0,0 0 0 16,40 17 128-16,-40-17-128 0,0 0 0 0,35 12 128 16,-35-12-128-16,0 0 0 0,0 0 128 0,41 21-128 15,-41-21 0-15,0 0 144 0,0 0-144 0,0 0 0 16,0 0 144-16,0 0-144 0,0 0 128 0,26 38-128 0,-30-32 128 15,0 0-128-15,-3 0 0 0,-2 2 128 0,-1 0-128 16,-2-2 0-16,-2 4 0 0,1-3 144 0,0 0-144 0,-1 1 0 16,-1-1 0-16,2 0 0 0,1 0 0 0,3-4 0 15,2 1 0-15,3-4 0 0,3 2 0 0,1-4-18256 16</inkml:trace>
  <inkml:trace contextRef="#ctx0" brushRef="#br1" timeOffset="184987.1">7477 9941 13823 0,'-1'-7'608'0,"0"2"128"15,2 0-592-15,-1 1-144 0,0 3 0 0,0-1 0 0,0 0 1488 0,-1-1 272 32,1-1 48-32,-1-2 16 0,1 2 752 0,-1-1 160 0,0 3 16 15,-1 2 16-15,0 2-944 0,0 3-192 0,-1 2-32 0,-2 5-16 0,2 0-752 0,-2 2-160 16,0 3-32-16,0-1 0 16,0 3-384-16,0 0-64 0,-1 0-32 0,0-1 0 0,1 0-160 0,-1-1 128 15,3-1-128-15,-1-4 128 0,1 0-128 0,1-6 128 16,2 2-128-16,-1-6 128 0,2 1-128 0,0-3 0 15,1-1 144-15,0-2-144 0,1-2 128 0,0-2-128 0,2-1 160 0,-1-2-160 16,1-3 128-16,0 1-128 0,0 0 0 0,1 0 144 16,0 0-144-16,0-2 0 0,1 2 0 0,-1 0 0 15,1-2 0-15,1 2 0 0,0 0 0 0,1 1 0 16,0 0 0-16,0 0 0 0,0 2 0 0,2 1 0 16,-2 4 0-16,-1 1 0 0,1 1 0 0,-3 4 0 15,-6-2 0 1,0 0 0-16,0 0 0 0,0 0 0 0,21 40 0 0,-21-40 0 0,0 0 0 0,-1 41 0 15,-1-25 128-15,-3-1-128 0,-1 3 0 0,0-1 128 16,-1-1-128-16,1-4 192 16,0 2-192-16,-1-4 192 0,1 2-192 0,0-5 0 0,0 0 144 0,2-2-144 0,0 0 128 0,0-3-128 15,2-2 128-15,0 0-128 0,2 0 0 0,0-4 144 16,2-1-144-16,0 0 0 0,2-2 128 0,2 0-128 16,1-4 0-16,2-1 0 0,1-1 0 0,2-1 0 15,1 0 0-15,1-1 0 0,0-2 0 0,1 1 0 16,0 0 0-16,0-1 0 0,0 0-192 0,0 3 48 15,-1 0 16-15,0 2 0 0,1 0 128 0,-4 5-192 16,0 1 192-16,-1 3-192 0,-3 1 192 0,-1 4 0 16,-1 1 0-16,-1 3 0 0,-4-6 0 0,0 0 0 15,0 0 0 1,4 38 128-16,-6-26-128 0,-3 2 0 0,-1 0 0 0,-1 1 128 0,0-1-128 0,-2 2 192 0,1 1-64 16,-1-2 0-16,1-1-128 0,2 0 144 0,1-4-144 15,3-1 160 1,1-2-160-16,1-2 0 0,2-1 0 0,1-1 0 0,1-3 0 0,1-3 0 0,2-1 0 0,1-1 0 15,2-3 0-15,2-1-192 0,1 0 32 0,0-1 16 32,-1 1-2256-32,1 0-448 0</inkml:trace>
  <inkml:trace contextRef="#ctx0" brushRef="#br1" timeOffset="185842.96">7941 9983 911 0,'3'-2'0'0,"-2"0"0"0,0 1 0 0,0 1 0 0,0-2 2096 16,2 0 336-16,2-6 64 0,4-1 0 15,-2-2 464-15,0 1 96 0,-2 1 16 0,-1 4 0 0,-3 2-928 0,-1 1-176 16,-2 2-48-16,-2 3 0 0,0 3-576 0,-2 2-112 16,-1 1-16-16,1 3-16 0,-1 2-400 0,0 0-80 15,1-1-16-15,-1 1 0 0,2 0-112 0,0-2-16 16,1 2-16-16,1 0 0 0,3-14 32 0,0 0 16 16,1 29 0-16,-1-29 0 0,0 0-176 0,0 0-48 15,0 0 0-15,0 0 0 0,39 18-256 0,-29-23-128 16,3 1 128-16,0-5-128 0,0 1 0 0,-1-4 128 15,1 1-128-15,0-1 0 0,-1-2 0 0,-1-1 0 16,0 1 0-16,-2 0 0 0,-1 2 0 0,-2-2 0 0,-1 2 0 16,-3 0 0-16,-2 0 0 0,-1 3 0 0,-3-1 0 0,-2 1 0 15,-1 2 0-15,-1 2 0 0,-3 2 0 0,-1 3 0 16,-1 1 0-16,0 3 0 0,0 1 0 0,1-1 0 16,4 5 0-16,0-1 0 0,-1 0 0 0,3 2 0 15,1-1 0-15,3-2 0 0,1 2 0 0,2-4 0 16,-1-5 0-16,0 0 0 0,0 0 0 0,0 0 0 15,38 21-144-15,-26-21 144 0,2 0 0 0,1 0 0 16,1 0-592 0,1 0-16-16,0 0 0 0,1 0 0 0,0 0-2736 0,0 0-560 0,-18 0-96 0,34 5-32 15,-34-5 112-15,33 5 16 0,-33-5 0 0,33 2 0 16,-33-2 2560-16,30 2 512 0,-30-2 96 0,27 2 32 16,-15-1 1856-16,0-2 384 0,0-1 80 0,-1-2 16 0,0-1 2000 0,-2 0 400 15,1 0 64-15,-3-2 32 0,1 0-1168 0,-1 0-224 16,0-3-48-16,0 1-16 0,0-2-1488 0,-1 1-288 15,-1 0-64-15,-1 0-16 0,-1 1-512 0,-1 1-112 16,-1 2 0-16,-2-1-16 0,0 2-176 0,-3 0 0 16,0 3 144-16,-2 0-144 0,-1 2 0 0,-2 2 0 15,0 3 0-15,-3 0 0 0,-1 2 0 0,0 2 0 16,0 3 0-16,0-4 0 0,2 3 0 0,0-2 0 16,1 1 0-16,1-1 0 0,2 1 0 0,-1-1 0 15,2 1 0-15,0-1 0 0,2-1 0 0,1 1 0 16,0-2 0-16,3 0 0 0,0 1 0 0,2-2 0 0,0 2 0 0,-2-8 0 15,0 0 0-15,0 0 0 0,0 0 0 0,0 0 0 16,38 16 0-16,-28-16 0 0,0-2 0 0,1-1 0 16,1-1 0-16,-1-1 0 0,1-2 0 0,0 0 0 15,0-1 0-15,-1-3 0 0,0 1 0 16,0-1 0-16,-1 1 0 0,0-4 0 0,0 0 0 0,0-1 0 16,-1-2 0-16,0-1 0 0,0 1 0 0,-2-2 0 15,1 0 0-15,-2 0-128 0,1-2 128 0,-2 2 0 16,0 0-160-16,-2-2 160 0,-1 1-192 0,0 0 192 0,0 2-160 0,-1 2 160 15,-1-1-128-15,1 3 128 0,-1 5 0 0,-1 1 0 16,1 2 0-16,-1 3-128 0,0 3 128 0,0 3 0 16,-1 1 0-16,1 4 0 0,-1 1 0 15,0 3 0-15,0 2 0 0,2-14 128 0,-5 38-128 0,2-10 176 16,-1 3-176-16,0 2 192 0,1 0-64 0,-1 1-128 16,0-3 192-16,0 2-64 0,3-5 16 0,1-28 0 0,-1 50 0 0,1-50 0 15,3 36-144-15,-3-36 0 0,0 0 144 0,13 40-144 16,-13-40 0-16,0 0 0 0,0 0 0 0,0 0 0 15,35 9 0-15,-28-16-256 0,1 0 64 0,1-2-18240 16</inkml:trace>
  <inkml:trace contextRef="#ctx0" brushRef="#br1" timeOffset="186221.65">8664 9932 5519 0,'-1'4'240'0,"1"-2"64"15,0 0-304-15,-1 1 0 0,1-1 0 16,0-2 0-16,0 3 2608 0,1-1 464 0,1 3 80 0,-2-5 32 15,0 0 240-15,0 0 48 0,0 0 16 0,0 0 0 0,38 23-1392 0,-27-25-288 16,2 1-48-16,0-2-16 0,2-3-880 0,0 2-176 31,-1-3-48-31,0 0 0 0,0-3-368 0,-1 3-80 0,1-2 0 0,-2-1-16 0,-1 0-176 0,0 1 0 16,-2 0 0-16,-1-1 0 0,1 3 0 0,-4-2 0 16,0 1 0-16,-2-1 0 15,-3 2 0-15,-1 0 0 0,-3 0 0 0,-2 2 0 0,-1 0 0 16,-2 3 0-16,-2 2 0 0,-1 1 0 0,0 3-128 0,-3 3 128 15,0 3 0-15,-2 1 0 0,1 3 0 0,0 1 0 0,3 1 0 0,-1 1 0 16,2 4 0-16,1-2 0 0,4 0 0 0,0-3 0 16,4-1 176-16,3-15 48 0,0 0 16 15,0 0 0 1,11 36 144-16,-11-36 16 0,0 0 16 0,32 10 0 0,-17-10-224 0,3-1-64 0,0-4 0 0,2 0 0 16,-1-2-128-16,2 0 160 0,1-2-160 0,0 0 160 15,0 1-160-15,1-2 0 0,-2 1 0 0,0 0 0 16,2-2-128-16,-2-2-16 0,1 1 0 0,-1-2-12112 31,0 0-2416-31</inkml:trace>
  <inkml:trace contextRef="#ctx0" brushRef="#br1" timeOffset="186435.55">9248 9599 22111 0,'-2'0'976'0,"0"-2"208"0,1 4-944 0,-1-2-240 15,1 3 0-15,-1-1 0 0,0 2 2000 0,-2 4 368 31,0 4 64-31,-4 6 0 0,-2 8-128 0,0 3-48 0,-1 2 0 0,1 2 0 16,-1 0-1248-16,2 4-256 0,1 0-48 0,0 1-16 16,3-3-368-16,1-4-64 0,4-31 0 0,0 50-16 15,0-50-112-15,9 38-128 16,-9-38 176-16,0 0-176 0,27 38 0 0,-27-38 0 0,0 0 0 0,38 5 0 16,-22-9 0-16,1-4 0 0,1-2 0 0,2-4-18976 15</inkml:trace>
  <inkml:trace contextRef="#ctx0" brushRef="#br1" timeOffset="191887.22">10147 9696 20271 0,'1'-2'1792'0,"0"2"-1424"15,0-2-368-15,0 2 0 0,-1 0 1360 0,0-2 208 16,1 1 32-16,1-1 16 0,0-1 320 0,0 0 64 0,0 2 16 0,-1-1 0 15,-1 2-848-15,-1 2-160 0,-1 0-48 0,-1 3 0 16,0 0-448-16,-1 2-112 16,0 1-16-16,-1 0 0 0,2 0-144 0,-2 3-48 15,0 0 0-15,-1 1 0 0,-1 3-64 0,1 2-128 0,-2 2 176 0,0 2-176 16,1 3 144-16,-2-1-144 0,3 1 0 16,-1 0 144-16,3-3-144 0,4-21 0 0,-7 39 0 0,7-39 0 0,-2 30 128 0,2-30-128 15,0 0 128-15,0 0-128 0,13 40 0 0,-13-40 128 16,0 0-128-16,0 0 0 0,30 3 0 0,-21-8 0 15,2-2 0-15,0 0 0 0,0-3 0 0,0 1 0 16,0-3 0-16,-1 1 0 16,1 1-320-16,-3 0-112 0,-1 0-16 0,-2 1-16768 15</inkml:trace>
  <inkml:trace contextRef="#ctx0" brushRef="#br1" timeOffset="192138.69">9879 9978 7359 0,'-6'3'656'0,"3"-3"-528"0,2 2-128 0,1-2 0 16,0 0 1648-16,0 0 288 0,-2 3 64 0,-1-1 16 15,0-2 1296-15,3 2 256 0,1-2 48 0,3-2 16 16,-4 2-1088-16,15-5-224 0,-5 0-32 0,2-1-16 16,2-2-1072-16,2-1-224 15,-1 2-32-15,2-3-16 0,1 1-608 0,-1 2-112 0,3-1-16 0,-2 0-16 16,1 2-176-16,-2 0 0 0,1 0 0 0,-1 2 0 15,0-1 0-15,0-1 0 0,0 0 0 0,0 1 0 16,-2 1-336-16,2-3 0 0,0 2 0 0,-1-2 0 16,0 2-1552-16,0-2-304 0,-2 2-64 0,-1 1-7792 15,-2 1-1568-15</inkml:trace>
  <inkml:trace contextRef="#ctx0" brushRef="#br1" timeOffset="192519.65">10309 9863 2751 0,'-2'4'256'0,"0"-1"-256"0,2-3 0 0,0 0 0 0,0 2 2256 0,1-2 416 15,-1 1 80-15,0-1 0 0,0 0 624 0,0 0 112 16,0 0 32-16,0 0 0 0,0 0-752 0,0 0-144 16,0 0-16-16,35 6-16 15,-35-6-1008-15,0 0-208 0,26-5-32 0,-26 5-16 0,20-2-800 0,-20 2-144 16,23-5-48-16,-23 5 0 16,23-5-336-16,-12 1 128 0,0-1-128 0,-2 2 0 0,-1-1 0 0,2-3 0 0,-1 2 0 0,-1-2 0 15,0 1 0-15,-2 0 0 16,-1 0 0-16,-2 0 0 0,-1 1-128 0,-1 1 0 15,-2-1 0-15,-1 0 0 0,-3 1-224 0,-1 1-32 16,-1 0-16-16,0-1 0 0,-2 2 96 0,-1-1 32 0,-1 3 0 0,0 0 0 31,-1 0 272-31,1 1-160 0,0 3 160 0,2-2-128 16,1 3 128-16,0 0 0 0,1 2 0 0,-1 2 0 0,3 2 0 0,-1 1 0 16,1 1 0-16,5-13 128 0,-7 26-128 0,7-26 0 0,-3 26 0 0,3-26 128 15,-1 28 64-15,1-28 0 0,0 0 16 0,4 36 0 0,-4-36 160 0,0 0 16 31,0 0 16-31,0 0 0 0,25 33-208 0,-25-33-64 16,0 0 0-16,0 0 0 0,36 1-128 0,-36-1 0 16,24-8 0-16,-11 4 0 0,0-4 0 0,0-1 0 15,1 0 0-15,0-1 0 16,0 0-2176-16,0 1-304 0,0 0-64 0,-1-1-12832 0</inkml:trace>
  <inkml:trace contextRef="#ctx0" brushRef="#br1" timeOffset="192867.84">10649 9822 9215 0,'2'-5'400'0,"-1"1"96"0,-1 3-496 0,0 1 0 0,0 0 0 0,0 0 0 15,0 0 2160-15,1 0 336 0,-1 0 64 0,0 0 0 16,0 0 320-16,0 0 48 0,0 0 16 0,0 0 0 16,0 0-768-16,0 34-160 0,0-34-32 0,0 0 0 15,-1 35-880-15,1-35-176 0,-1 29-32 0,1-29-16 16,-2 26-448-16,2-26-96 0,0 0-16 0,-4 30 0 16,4-30-192-16,0 0-128 0,0 0 128 0,0 0-128 15,-5 24 0-15,3-24 0 0,1 0 0 0,0 0 0 16,0-2 0-16,1 0 0 0,0-3 0 0,0-1 0 15,2-2 0-15,-1-1 0 0,2-1 0 0,1-2 0 0,0 0 0 16,1 0 0-16,1-1 0 0,-1 0 0 0,3 1 0 16,-2-2 0-16,0 2 0 0,0 2 0 0,2-1 0 0,-2 1 0 15,2 1 0-15,-1-1 0 0,0 4 0 0,1 1 0 16,-1 2 0-16,-1 3 0 0,-6 0 0 0,0 0 0 16,0 0 0-16,0 0 0 0,0 0 0 0,25 41 0 15,-25-41 0-15,3 31 0 0,-3-31 0 0,1 35 0 16,-1-35 0-16,-1 33 0 0,1-33 0 0,0 0 0 15,3 38 0-15,-3-38 0 0,0 0 0 0,0 0 0 16,0 0 0-16,0 0 0 0,0 0 0 0,33 21 0 0,-27-25 0 0,1 0 0 31,0-2-944-31,1 0-96 0</inkml:trace>
  <inkml:trace contextRef="#ctx0" brushRef="#br1" timeOffset="193419.87">10993 9848 11967 0,'1'0'528'0,"-1"0"112"0,0 0-512 0,0 0-128 0,0 0 0 0,0 0 0 16,0 0 1776-16,-1 0 320 0,0-1 64 0,0 0 16 0,0-3 240 0,-1 0 48 16,0 1 16-16,1-3 0 15,0 1-912-15,0-2-176 0,0 0-48 0,0 0 0 0,-1 0-832 0,0-2-160 16,-1 1-32-16,0 0-16 16,0-2-304-16,-1 2 0 0,-1 1 0 0,0 1 0 0,0 2 144 0,-1 3-144 15,2 2 0-15,-1 2 144 0,1 2 448 0,0-1 96 16,-1 5 16-16,0 2 0 0,-1 3-160 0,1 0-32 15,5-14 0-15,-8 38 0 0,8-38-256 0,-5 40-64 16,5-40-16-16,-3 41 0 0,3-41 0 0,1 35 0 16,-1-35 0-16,0 0 0 0,9 36-48 0,-9-36 0 15,0 0 0-15,0 0 0 0,0 0-128 0,34 12 0 16,-34-12 0-16,17-8 0 0,-6 2 0 0,-1-4 0 16,1-1 0-16,1-2 0 0,-1-1 0 0,-1-3 0 0,0 1 0 0,-2-1 0 15,0 3 0-15,-2-2 0 0,1 1 0 16,-2-2 0-16,1 2-176 0,-2 0-16 0,-2 0 0 0,1-1 0 15,-1-3-112-15,-2-2-16 0,0 2-16 0,-1-4 0 16,0 1 336-16,-1 0-144 0,1-1 144 0,-2 0 0 16,1 0 0-16,-1 4 0 0,2 5 0 0,0 2 0 15,1 4 256-15,0 5-32 0,0 0-16 0,0 3 0 16,0 0 96-16,0 0 16 0,0 0 0 0,-2 38 0 16,2-38-128-16,-2 40-32 0,2-40 0 15,-2 46 0-15,2-46-160 0,-4 48 192 0,4-48-192 0,-4 47 192 0,4-47-192 0,-1 46 128 16,1-46-128-16,0 43 128 0,0-43-128 0,3 38 0 15,-3-38 144-15,0 0-144 0,12 38 0 0,-12-38 0 16,0 0 0-16,0 0 0 0,0 0 0 0,0 0 0 16,29 22 0-16,-29-22 0 0,0 0 0 0,18-5 0 15,-18 5 0-15,13-8 0 0,-13 8 0 0,11-4 0 16,-5 0 0-16,0 1 0 16,0 0-784-16,1-1-80 0,1 1-16 0,0-4-16976 0</inkml:trace>
  <inkml:trace contextRef="#ctx0" brushRef="#br1" timeOffset="193732.86">11361 9694 11967 0,'0'0'528'0,"0"0"112"0,0 0-512 0,0 0-128 15,0 0 0-15,0 0 0 0,0 0 2032 0,0 0 368 0,0 0 80 0,-8 10 16 16,3-6 240-16,-2 1 48 0,0 0 16 0,-1-1 0 31,0 2-880-31,3-1-192 0,0-3-16 0,-1 3-16 0,1 0-672 0,-3 1-144 0,2 1-32 0,-1 0 0 16,1 0-432-16,0 3-96 0,2-1 0 0,0-1-16 15,4-8-80-15,-6 19-16 0,6-19 0 0,0 0 0 16,-1 29-32-16,1-29-16 0,0 0 0 0,0 0 0 16,0 0-160-16,24 30 0 0,-24-30 144 0,0 0-144 15,0 0 0-15,38 11 0 0,-38-11 0 0,0 0 0 16,31 10 0-16,-31-10 0 0,0 0 0 0,0 0 0 0,28 24 0 0,-28-24 0 16,0 0 0-16,0 0 0 0,1 31 0 0,-1-31 0 15,-14 17 0-15,3-8 0 0,-3 0 0 0,-2-1 128 31,1-2-128-31,-3 1 0 0,-2 0 128 0,-4 1-128 0,2-4 128 0,0 1-128 16,0 0 1664-16,1-3 256 0</inkml:trace>
  <inkml:trace contextRef="#ctx0" brushRef="#br1" timeOffset="195949.17">12187 9658 20271 0,'4'-6'1792'15,"0"1"-1424"-15,-2 4-368 0,-1-1 0 0,0 1 1088 0,1-2 160 16,1-2 32-16,2-2 0 16,2-4 448-16,-2 0 80 0,0 4 32 0,-2 0 0 0,0 2-512 0,-3 3-112 15,0 2 0-15,-2 2-16 0,0 1-560 16,-2 4-96-16,0 2-32 0,-1 5 0 15,-1 1-320-15,1 2-64 0,-2 3 0 0,2 0-128 0,-1-1 128 0,1 2-128 16,0 0 0-16,0 0 0 0,2 1 0 0,0-1 0 16,3-21 0-16,-1 36 0 0,1-36 0 0,0 0 0 15,7 41 0-15,-7-41 0 0,0 0 0 0,0 0 0 16,0 0 0-16,37 17 0 0,-25-20 0 0,-2-3 0 0,1-2 0 16,0 0 0-16,0-2 144 0,-1 1-144 0,0-3 0 0,-1 3 144 15,-2-3-144-15,0 2 0 0,-2-2 0 16,-1 3 0-1,-2 2-1552-15,-2-2-192 0</inkml:trace>
  <inkml:trace contextRef="#ctx0" brushRef="#br1" timeOffset="196176.33">12042 9803 8287 0,'-3'0'736'0,"1"0"-592"0,1 0-144 0,1 0 0 15,1 0 1568-15,-1 0 288 0,0 0 48 0,0 0 16 0,2 3 896 0,1-1 192 16,-3-2 48-16,0 0 0 0,0 0-544 0,34 2-96 15,-34-2-32-15,30-4 0 0,-12-1-1088 0,2 0-208 16,2-2-64-16,0-4 0 0,1 3-656 16,-1-4-144-16,0 2-32 0,-3-2 0 0,1 3-192 0,-3 0 0 15,-2 1 0-15,-1 2 0 0,-1 1-384 0,-2 2 0 16,-11 3-16-16,0 0 0 31,26-2-2304-31,-26 2-464 0,0 0-96 0,0 0-10176 0</inkml:trace>
  <inkml:trace contextRef="#ctx0" brushRef="#br1" timeOffset="196433.21">12435 9704 7359 0,'3'-5'320'0,"-2"3"80"0,-1 1-400 0,0 1 0 16,1 0 0-16,-1 0 0 0,0-2 1408 0,1 2 192 16,-1-2 32-16,-1-1 16 0,-1 3 560 0,1 0 112 15,-2 3 32-15,-1-1 0 0,0 1-608 0,0 4-112 0,-1-1-32 0,1 2 0 16,0 1-384-16,0 0-64 0,0 1-32 0,2 2 0 16,2-12-384-16,-3 24-80 0,3-24-16 15,0 0 0-15,0 0-64 0,14 36 0 0,-14-36-16 0,0 0 0 16,0 0 128-16,43 9 16 0,-27-12 16 0,1-3 0 15,-1-2-336-15,1-1-64 0,-1-1 0 0,-1-2-16 16,-1 1-304-16,-2-1 160 0,-2 0-160 0,-1 0 128 16,-3 0-128-16,-3 3 0 0,-3 2 0 0,-4-1 128 15,-2 6-128-15,-4-2 0 0,-2 4 0 0,-4 0 0 0,0 4 0 16,-1-2 0-16,0 1 0 0,0 2 0 0,1-1 0 16,0 3 0-16,2 0 0 0,4-1 0 15,2 0-496 1,3-1-80-16</inkml:trace>
  <inkml:trace contextRef="#ctx0" brushRef="#br1" timeOffset="197381">13436 9702 13823 0,'0'-3'1216'0,"0"1"-960"15,1 1-256-15,-1 1 0 0,0-2 1520 0,1 2 256 16,0-2 48-16,-1-3 16 16,1 0 592-16,1-2 112 15,-2 2 16-15,1-1 16 0,0 1-784 0,-1 2-144 0,0-1-48 0,0 1 0 0,-1 0-768 0,0 1-144 16,-1 0-48-16,-1 0 0 0,0 0-288 0,-2 1-64 15,0 1-16-15,0-2 0 0,-1 2-16 0,1 0-16 16,-2 0 0-16,0 0 0 0,-1 2-48 0,0-2-16 16,0 3 0-16,-1-1 0 15,0 2-176-15,0 1 192 0,0 2-192 0,0 1 192 0,1 1-192 0,0 1 0 16,1 1 144-16,1 1-144 0,0 2 128 0,0 1-128 0,2 4 128 0,-1-1-128 16,5-18 0-16,-6 36 144 0,6-36-144 0,1 34 0 15,-1-34 144-15,0 0-144 0,15 35 0 0,-15-35 144 16,0 0-144-16,36 9 160 0,-36-9-160 0,33-4 160 15,-16-1-160-15,2-2 0 0,0-3 144 0,-2-1-144 16,2-1 0-16,-2 0 0 16,3-2 0-16,-3 1 0 15,1 0-448 1,-1 1-128-16,-1 2 0 0,1-2-17408 0</inkml:trace>
  <inkml:trace contextRef="#ctx0" brushRef="#br1" timeOffset="198470.92">13715 9431 9215 0,'-2'-5'816'0,"1"4"-656"0,0 1-160 0,-1 0 0 16,1 1 2096-16,0-1 384 0,0 2 80 0,-1 1 0 15,0 2 368-15,-2 0 64 0,-1 5 16 0,0 1 0 16,-2 1-1152-16,2 2-240 0,-1 2-32 0,0 3-16 16,-1 0-720-16,0 5-144 0,-1-2-16 0,0 1-16 15,0 1-256-15,1-1-48 0,0 1-16 0,-1 0 0 16,2-3 16-16,0-2 0 0,1 3 0 0,5-22 0 0,-7 35-128 0,7-35-32 15,0 0 0-15,0 0 0 0,16 36-208 0,-16-36 0 16,0 0 0-16,32-1 0 0,-16-5 0 0,-1-4 0 16,0 3 0-16,1-5 0 0,0 0 0 0,2-2 0 0,-1 0 0 0,0-1 0 15,-1 1-192-15,-1 2-144 0,0-2-32 0,-1 5 0 32,-2-1-656-32,-3 1-144 0,-1 2-32 0,-1 2 0 15,-2 0-2000-15,-1 3-416 0,-2 0-80 0,-1 2-16 16,0 0 1456-16,-2 2 272 0,0-2 64 0,-1 2 16 15,1-2 912-15,-1 0 176 0,0 1 48 0,0-1 0 0,2 0 1536 0,-2-1 304 0,1 1 64 0,-1-2 16 16,1 0 640-16,0 1 128 0,0 1 16 0,0-2 16 16,0 2-96-16,1 0-32 0,-1 0 0 0,0 2 0 15,1-1-336-15,-1 3-64 0,0 1-16 0,1-5 0 16,0 0-352-16,-4 21-80 0,4-21-16 0,-5 21 0 0,5-21-464 0,-3 24-112 16,3-24 0-16,-1 29-16 0,1-29-112 0,0 0-32 15,6 40 0-15,-6-40 0 16,0 0-96-16,0 0-128 0,27 31 176 0,-27-31-176 0,0 0 128 0,32 0-128 15,-21-5 0-15,0 0 0 0,0-1 0 0,-1-2 0 16,-1 1 0-16,1-2 0 0,-2 1 0 0,-1-1 0 16,0-2 0-16,-1 1 0 0,0-1 0 0,-2 0 0 15,-1 0 0-15,-2 1 0 0,-1 1 0 0,-2-1 0 16,-2 0 0-16,-3 2 0 0,-1 1 0 0,-2 1 0 16,-1 1 0-16,-1 2 0 0,1 2 0 0,-2 1 0 15,1 2 0-15,1 1 0 0,0 2 0 0,2 0 0 16,0 1 0-16,1-1 0 0,2 2 0 0,-1 0 0 0,2-2 0 0,1 0 0 15,2-1 0-15,2 1 0 0,1-3 0 0,1 1 0 16,1-2 0-16,1-1 0 0,-4 0 0 16,0 0 0-1,27-3 0-15,-15 0 0 0,2 0 0 0,1 0 0 0,-1 0 0 0,-14 3 0 0,31-3 0 0,-14-1 0 16,-17 4 0-16,32-3 0 0,-32 3 0 0,34-5 0 16,-34 5 0-16,33-5 0 0,-16 1 0 0,-1-1 0 15,0 2 0-15,-2-1 0 0,1-3 0 0,-2 2 0 16,-1 0 0-16,-2 0 0 0,-1 1 0 0,-4-1 0 15,-1 3 0-15,-1 0 0 0,-3 1 0 0,-1 1 0 0,-2 0 0 16,-1 0 0-16,-2 0 0 0,-1 1 0 0,-2 3 144 16,0 1-144-16,0-1 0 0,-2 2 144 0,0 0 0 0,1 2 0 31,1 1 0-31,1-2 0 0,1 3-144 0,1-3 128 0,4 1-128 0,2-8 128 0,0 0-128 0,0 0 192 16,0 0-192-16,0 0 192 0,0 0-192 15,0 0 0-15,28 33 0 0,-28-33 0 0,0 0 0 0,31 4 0 16,-31-4 0-16,0 0 0 0,31 4 0 15,-31-4 0-15,0 0 0 0,0 0 0 0,37 17 0 0,-37-17 0 16,0 0 0-16,0 0 0 0,0 0 0 16,25 31 0-16,-25-31 0 0,0 0 0 0,0 0 0 0,0 0 0 15,-8 28 0-15,4-23 0 0,-3 1 0 0,0-3 0 0,-2 2 0 16,-1-1 0-16,-1-1 0 16,-1 0 0-16,0-1 0 0,-2 1 0 0,1-1 0 0,1 0 0 0,1-1 128 0,1 1-128 15,1 0 0-15,3-2 0 0,1 1 0 0,2 1 0 16,2-2-384-16,1 0 0 0,1-2 0 0,3-1-18016 15</inkml:trace>
  <inkml:trace contextRef="#ctx0" brushRef="#br1" timeOffset="198786.05">14298 9751 6447 0,'4'-2'576'0,"-2"2"-576"0,1 0 0 0,-1 0 0 0,-1 2 3744 0,1-2 640 16,-2 0 128-16,0 0 32 0,0 0-768 0,0 0-128 15,32 2-48-15,-32-2 0 0,26-4-1888 0,-11 1-384 16,2-1-80-16,-2-2-16 0,0 0-832 0,1-2-160 16,-1 1-48-16,1-1 0 0,-1 0-192 0,-2-1 128 15,0 1-128-15,-3 1 0 0,-2-2 0 0,-1 1 0 16,-3 1 0-16,-2 2 0 0,-2-1 0 0,-3 1 0 16,-2 0 0-16,-3 3 0 0,-2 0 0 0,-2 1 128 15,-2 2-128-15,-2 1 0 0,0 2 0 0,-1 1 0 16,-2 2 0-16,2 3 0 0,2-1 0 0,2 0 0 0,2 1 0 15,3 0 0-15,0 2 0 0,4 0 0 0,-1 0 128 0,5-12-128 16,-5 28 208-16,5-28 0 0,0 0 0 0,9 38 0 16,-9-38 48-16,0 0 16 0,28 26 0 0,-28-26 0 15,31 7-272-15,-31-7 0 0,37 2 128 0,-16-4-128 16,-21 2 0-16,42-7 0 0,-20 2 0 0,2-2-19152 16</inkml:trace>
  <inkml:trace contextRef="#ctx0" brushRef="#br1" timeOffset="200726.65">15270 9566 15663 0,'-1'-5'1392'0,"-1"0"-1120"0,1 3-272 0,0 2 0 16,0-1 1088-16,0 0 176 0,-1-2 16 0,-2-1 16 15,0-1 192-15,-1 3 48 0,1-3 0 0,0 5 0 16,0 0-368-16,3 5-64 0,-2-1-16 0,3-4 0 16,-4 22-464-16,4-22-112 0,-4 30 0 0,4-30-16 15,-2 38-128-15,-1-16-32 0,0 2 0 0,3-24 0 16,-5 42-208-16,5-42-128 0,-3 38 160 0,3-38-160 16,-4 34 256-16,4-34-32 0,-1 29-16 15,1-29 0-15,0 0 32 0,0 0 0 0,8 34 0 0,-8-34 0 16,0 0-240-16,0 0 176 0,0 0-176 0,0 0 160 0,31 0-160 15,-24-5 128-15,3-2-128 0,-1-1 128 0,0 0-128 0,1-2 0 16,-1-1-192-16,-1 1-10208 16,1-2-2032-16</inkml:trace>
  <inkml:trace contextRef="#ctx0" brushRef="#br1" timeOffset="200946.71">15040 9749 11055 0,'-7'2'480'0,"4"-2"112"0,0 0-464 0,2 0-128 16,1 0 0-16,1 0 0 0,1-2 2016 0,1 2 384 16,0-1 80-16,4-1 16 0,1 2 848 0,3-2 176 15,3 0 48-15,3-1 0 0,2-1-1776 0,2 1-336 16,2-4-80-16,1-2-16 0,2 0-768 0,1-2-144 0,1-3-48 0,-1 2 0 16,-1 0-400-16,-3 0 0 0,-1 3 0 0,-3-2 0 31,1 3-2112-31,-3-1-368 0</inkml:trace>
  <inkml:trace contextRef="#ctx0" brushRef="#br1" timeOffset="201562.04">15496 9403 4607 0,'-2'-10'400'0,"0"4"-400"0,2 0 0 0,0 1 0 0,0 4 1792 0,0 0 256 16,0 1 64-16,0-2 16 0,0-1 160 15,-1 1 16-15,1 2 16 0,-2 3 0 0,1 5 128 0,-1 1 32 16,2-9 0-16,-4 30 0 0,4-30-944 0,-3 43-192 15,3-43-48-15,-1 52 0 0,-1-26-480 0,0 2-112 16,2-28 0-16,-5 50-16 0,2-28-240 0,3-22-32 16,-6 43-16-16,6-43 0 0,-4 37-208 0,4-37-32 15,-3 28-16-15,3-28 0 0,0 0 0 0,0 33 0 16,0-33 0-16,0 0 0 0,0 0 48 0,0 0 0 16,0 0 0-16,0 0 0 0,0 0-16 0,35 5 0 15,-27-12 0-15,0 0 0 0,0-2-176 0,0 1 192 0,2-3-192 16,2-1 192-16,-2 0-192 0,-2 2 0 0,0 1 0 0,0 2 0 15,-2 2 0-15,0 0 0 0,0 3 0 0,-3 2 0 16,2 0 0-16,-2 2 0 0,-3-2 0 0,0 0 0 16,0 0 0-16,0 0 0 0,12 36 0 0,-12-36 0 15,0 0 0-15,0 0 0 16,10 39 0-16,-10-39 0 0,0 0 0 0,0 0 0 0,22 35 0 16,-22-35 0-16,0 0 0 0,0 0 0 0,35 16 0 0,-35-16 0 15,23-4 0-15,-10 0 160 0,1 0-32 0,0-3-128 16,2-2 160-16,-1 1-160 0,2-3 128 0,-1 3-128 15,0-1 0-15,0-1 0 0,-1-1 128 0,0 3-128 16,-1-1 0-16,-1-3 0 0,-1 3 0 0,0 2 0 16,-3-2 0-16,-1 1 0 0,0-1 0 0,-2 1 0 0,-1-1 0 0,-2 0 0 15,0 0 0-15,-1 0 0 0,-2 1 0 0,-1 0 0 16,-1-1 0-16,-1 2 0 0,-2-1 0 0,-1-1 0 16,-1 2 0-16,-1-1 0 0,0 4 0 0,0-1 0 15,-1 3 0-15,-2 0 0 0,2 2 0 0,0 2 0 16,0 1 0-16,-1 3 0 0,4-1 0 0,-2 4 0 15,1 1 0-15,1 3 0 16,6-13 0-16,-6 29 0 0,6-29 0 0,-3 32 0 0,3-32 0 0,0 29 0 16,0-29 0-16,3 35 0 15,-3-35 0-15,0 0 0 0,12 42 0 0,-12-42 0 0,0 0 176 0,0 0 0 0,36 34 0 0,-36-34 0 16,0 0-176-16,36 11 0 0,-36-11 0 0,24 0 128 16,-24 0-128-16,25-5 0 0,-13 2 0 0,-1-2 0 31,0 1-384-31,1 0-128 0</inkml:trace>
  <inkml:trace contextRef="#ctx0" brushRef="#br1" timeOffset="202149.92">16501 9685 7359 0,'0'-1'656'0,"0"1"-528"0,1 0-128 0,0 0 0 16,-1 0 3008-16,1 0 576 0,1 0 128 0,0 0 0 15,2-2 224-15,0 2 32 0,2-1 16 0,0-2 0 16,2 1-2000-16,-2-1-416 0,4 0-80 0,-2-1-16 15,1-1-992-15,0-1-208 0,2 0-32 0,0-1-16 16,-1-3-224-16,-1 3 0 0,1-2 128 0,-2-1-128 16,-2 3 0-16,-1-1 0 0,0 2 0 0,-3-3 0 15,0 1 0-15,-2 2 0 0,-1 0 0 0,-2 0 0 16,-2 1 0-16,-1 2 0 0,-1 1 0 0,0 0 0 16,-2 2 0-16,1 2 0 0,-2 2 0 0,0 1 0 0,0 2 0 0,1 1 0 15,0-1 0-15,-1 1 0 0,2 0 0 0,1 0 0 16,0 2 0-16,3-1 0 0,4-9 0 15,0 0 0-15,-3 23 0 0,3-23 0 0,0 0 0 0,0 0 0 16,0 0 0-16,0 0 0 0,30 31 0 0,-30-31 0 16,0 0 0-16,0 0 0 0,40 21 0 0,-40-21 0 15,0 0 0-15,27 31 0 0,-27-31 0 0,0 0 0 16,18 45 0-16,-18-45 0 0,4 41 0 0,-4-41 0 0,-1 47 0 0,-2-24 0 16,-2 1 0-16,-1-2 0 0,-2 1 0 0,0-4 0 15,-1-2 0-15,-1-3 0 0,0 0 0 0,0-4 0 16,0-2 224-16,-1-2-48 0,1 0-16 0,0-3 0 15,-1-3-160-15,-2 0 160 0,-1-2-160 0,-2-2 160 16,1-2-160-16,2 2 0 0,3-3 0 0,0 1 0 16,0-3 0-16,2-2 0 0,1-1-160 0,3 0 160 31,2-2-960-31,3-1-112 0,3-1-16 0,3-3-16480 0</inkml:trace>
  <inkml:trace contextRef="#ctx0" brushRef="#br1" timeOffset="202938.4">16880 9715 22111 0,'2'3'976'0,"-1"-3"208"0,0 0-944 0,0 0-240 16,1 0 0-16,-1-2 0 0,1 1 1920 0,1-1 320 16,1-1 80-16,4-1 16 0,1-3-576 0,0 0-112 15,1-3-32-15,-2 1 0 0,-1 2-784 0,1-4-176 16,-3 2-16-16,1 0-16 0,-2 0-336 0,-2-2-64 15,-1 0-16-15,-2 2 0 0,-1-1-208 0,-2 1 176 16,-1-1-176-16,0 3 160 0,-1 2 16 0,0 1 0 16,-2 1 0-16,0 2 0 0,-1 3 16 0,-1 2 0 15,2 1 0-15,-1 2 0 0,0 0-192 0,0 2 0 16,2 1 0-16,-1 2 128 0,2 0-128 0,-2 0 0 16,2 3 0-16,-1 0 0 0,1 2 0 0,0 0 0 0,2-2 0 0,4-15 0 15,-5 25 0-15,5-25 0 0,0 0 0 0,0 0 0 16,9 36 0-16,-9-36 0 0,0 0 0 0,0 0 0 15,38 4 0-15,-27-8 0 0,1-1 0 0,1-4 0 16,1 0 0-16,0-2 0 0,0 0 0 0,-1 1 0 16,0-2 0-16,-1 1-176 0,0 1 176 0,-2-1-192 15,-2 1 32-15,-1 2 0 0,-1 0 0 0,-2 2 0 0,-2-1 160 16,-1 3 0-16,-1 1 0 0,0 0 0 0,0 3 0 0,0 0 0 16,-2 0 0-16,1 3 0 0,1-3 0 0,0 0 176 15,0 0-176-15,-6 21 192 0,6-21-64 0,0 0 0 16,0 0 0-16,2 31 0 0,-2-31-128 0,0 0 0 15,0 0 144-15,0 0-144 0,0 0 0 0,31 33 128 16,-31-33-128-16,0 0 0 0,26 0 0 0,-26 0 0 16,18-6 0-16,-8 3 0 0,1-2 0 0,0-2 0 15,1 0 0-15,0-3 0 0,-1 3 0 0,0-2 0 16,0 1 0-16,-2-1 0 0,2 2 0 0,-3-2-192 16,0 2 64-16,0-1 0 15,-2 2-192-15,0-2-16 0,-1 3-16 0,-1-3 0 0,0 0 352 16,-1 1 0-16,-1-3-144 0,0 3 144 0,0-2 0 0,0 1 0 0,0 2 0 0,0 0 0 15,-1 4 256-15,0 0-64 0,0 2 0 0,1 0 0 32,-2 0 0-32,0 0-16 0,0 0 0 0,0 0 0 0,0 0-48 0,2 33-128 0,-2-33 192 15,0 0-64-15,1 31-128 0,-1-31 160 0,0 0-160 0,0 33 160 16,0-33-32-16,0 0-128 16,-1 32 192-16,1-32-64 0,0 0 0 0,1 32-128 0,-1-32 192 0,0 0-64 15,-2 31-128-15,2-31 0 0,0 0 144 0,-1 33-144 16,1-33 0-16,-3 26 0 0,3-26 0 0,0 29 128 0,0-29-128 15,0 0 0 1,-1 36 0-16,1-36 0 0,0 0 0 0,0 0 0 0,8 33 0 0,-8-33 0 0,0 0 0 0,0 0 0 16,0 0 0-16,0 0 0 0,23-1 0 15,-18-5 0-15,-1 0 0 0,1-1 0 16,0 0-416-16,-2 0 0 0,0 0 0 0,-1 0 0 16,0 1-960-16,-1-2-192 0,1 3-32 0,-2-4-14992 0</inkml:trace>
  <inkml:trace contextRef="#ctx0" brushRef="#br1" timeOffset="203395.31">17317 9594 12895 0,'-1'-3'576'0,"0"0"112"0,0 0-560 0,0 1-128 0,1 1 0 0,0 1 0 16,-1-2 2000-16,0 1 368 0,0 0 80 0,0-4 16 16,0 3-224-16,-1-3-32 15,2 5-16-15,-1-2 0 0,1 2-1088 0,0 0-208 0,0 2-64 0,-1 0 0 0,1 1-96 16,0 0-32-16,0-3 0 0,0 0 0 0,0 0 64 0,-3 25 16 31,3-25 0-31,0 0 0 0,-4 31-272 0,4-31-48 0,-1 25-16 0,1-25 0 0,-2 27-112 0,2-27-16 16,-1 36-16-16,1-36 0 0,0 43-128 0,0-43-32 15,0 48 0-15,0-48 0 16,-1 44-144-16,1-44 128 16,-3 43-128-16,3-43 128 0,-3 33-128 0,3-33 0 15,-5 29 0-15,5-29 128 0,-5 30-128 0,5-30 128 0,-5 21-128 0,5-21 128 16,0 0 0-16,-5 24 0 0,5-24 0 0,0 0 0 15,0 0 0-15,0 0 0 0,0 0 0 0,0 0 0 16,0 0-128-16,0 0 0 0,0 0 0 0,0 0 0 16,0 0 0-16,0 0 0 0,0 0 0 0,19-7 0 15,-17 2 0-15,0 0 0 0,0 1 0 0,-1-1 0 32,0 2-832-32,-1-1-64 0,0-1 0 0,0 0-17120 0</inkml:trace>
  <inkml:trace contextRef="#ctx0" brushRef="#br1" timeOffset="203777.68">17308 9585 11631 0,'-1'-3'256'0,"0"0"48"0,1 2 16 0,-1-1 0 0,1 0-320 0,0 1 0 16,-1-1 0-16,1-1 0 0,-1 1 3136 0,1-5 544 15,0 0 112-15,0-1 32 0,0 0-1168 0,1 0-224 16,1 1-64-16,0 1 0 0,1 0-992 0,1 1-208 15,0 1-32-15,0-1-16 0,3 2-480 0,-2-1-80 16,2 1-32-16,-1-1 0 0,-6 4-208 0,17-5-64 16,-17 5 0-16,18-4 0 0,-18 4-112 0,0 0-16 15,31-1-128-15,-31 1 192 0,0 0-192 0,0 0 176 16,39 12-176-16,-39-12 160 0,0 0-160 0,0 0 0 16,32 38 0-16,-32-38 0 0,9 33 0 0,-9-33 0 0,5 36 128 0,-5-36-128 15,1 35 0-15,-1-35 0 0,-2 33 0 0,2-33 0 16,-5 32 128-16,0-16-128 0,1-3 0 0,-1 0 128 0,-1-3-128 0,0 1 0 15,-2-1 0-15,-1-1 0 0,0-1 144 0,-1-1-144 16,-2 2 160-16,-2-4-160 0,-1 2 128 0,-1-3-128 16,0 1 0-16,1-1 144 0,1-1-144 0,1 0 0 15,1-3 0-15,2 0 0 0,3-2 0 0,0-1 0 16,4-2 0-16,2-3-18784 16</inkml:trace>
  <inkml:trace contextRef="#ctx0" brushRef="#br1" timeOffset="205988.39">18139 9379 13823 0,'0'-3'1216'0,"0"1"-960"0,0 0-256 0,0 2 0 16,1 0 1552-16,-1-3 272 0,1 1 48 0,1-3 16 16,0-2 208-16,0 1 32 0,0 0 16 0,0 1 0 0,0 3-528 0,-1 0-96 15,1 2-32-15,-2 4 0 16,0-4-560-16,0 0-112 0,0 0-32 0,-2 43 0 0,2-43-400 0,-4 43-96 16,4-43-16-16,-3 54 0 15,0-25-144-15,1 2-128 0,0-3 144 0,2-28-144 0,-4 52 0 0,4-52 128 16,-2 43-128-16,2-43 0 0,-2 36 0 0,2-36 0 0,0 0 0 0,-1 35 0 15,1-35 0-15,0 0 0 0,0 0 0 0,0 0 0 16,-6 26 128-16,4-24-128 0,-1 1 0 0,0-1 144 16,-1-2 112-1,2 0 0-15,-2 0 16 0,1 0 0 0,0-2-144 0,1 0-128 0,1 1 192 0,-1-1-192 16,0 0 128-16,1-1-128 0,1-2 0 16,0 1 0-16,1-4 0 0,0 2 0 0,2-4 0 0,0 1 0 15,3-3 0-15,-1 0 0 0,2-3 0 16,1-1 0-16,1 2 0 0,2 0 0 0,2 0 0 0,-2 5 0 0,-1 1 0 15,0 5 0-15,-10 3 0 0,0 0 0 0,0 0 0 0,36 14 0 16,-36-14 0-16,0 0 0 0,0 0 0 0,16 50 0 31,-16-50 0-31,-1 34-144 0,1-34 144 0,-8 35 0 0,2-18 0 0,-1-3 0 0,-1 2 0 0,-2-1 0 32,1-4 0-32,-1-1 0 0,1 0 0 0,-1-3 0 15,2-2 0-15,0-2 0 0,2 0 0 0,-1-5 0 16,2 0 0-16,0-2 0 0,2-1 0 0,0 0 0 15,2-3 0-15,0 0 0 0,2 0 0 0,0-2 0 16,1-1 0-16,0 2 0 16,2 0-992-16,2 1-160 0</inkml:trace>
  <inkml:trace contextRef="#ctx0" brushRef="#br1" timeOffset="206383.71">18268 9718 23039 0,'1'-3'1024'0,"0"1"192"16,2-1-960-16,-1 0-256 0,0 2 0 0,-1-1 0 0,2 2 1472 0,2-3 256 0,2-2 64 0,3 1 0 0,2-4-48 0,1 4 0 15,2-3 0-15,-1 3 0 16,1 1-848-16,-1 0-192 0,0-2-16 0,-1 3-16 16,-1 0-416-16,0-1-96 0,-1-1-16 0,-2 1 0 15,2 1-144-15,-3 0 0 0,-2-1 0 0,0-1 128 0,-1 1-128 0,-2 1 0 16,0-1 0-16,-1-2 0 0,-1 1 0 0,-2-1 0 15,0 0 0-15,-2-1 0 16,0 0 0-16,-1 2 0 0,-2-1 0 0,1 0 0 0,-3-1 0 0,1 0 0 16,-1 4 0-16,-1-2 0 0,1 3 0 0,-1 1 0 15,1 0 0-15,0 3 0 0,-1-1 224 0,1 3-32 16,0 2-16-16,-1 0 0 0,2 0-32 0,0 3 0 0,0 0 0 16,1 3 0-16,0 0 16 0,0 1 0 0,6-14 0 0,-5 29 0 15,5-29 0-15,0 30 0 0,0-30 0 0,0 0 0 16,0 0 80-16,16 45 16 0,-16-45 0 15,0 0 0-15,37 18-256 0,-37-18 176 0,31 3-176 0,-31-3 160 16,34-3-160-16,-19 1 0 0,1-2 0 0,-1-1 0 16,-1 0 0-16,0 0 0 0,1-2 0 0,-2 0 0 15,1 0-1248 1,0 0-128-16</inkml:trace>
  <inkml:trace contextRef="#ctx0" brushRef="#br1" timeOffset="206771.96">18775 9478 16575 0,'0'-2'736'0,"0"0"160"16,1 2-720-16,-1 2-176 0,0-1 0 0,-1 0 0 0,1-1 1952 0,0 0 352 16,-4 17 80-16,-1-5 16 15,5-12-240-15,-12 35-48 0,5-15-16 0,-3 0 0 0,2 2-960 0,-1-1-192 16,0-2-48-16,3-2 0 0,0 0-208 0,0-1-48 16,1-3-16-16,5-13 0 0,-3 25-304 0,3-25-64 15,0 0-16-15,0 0 0 0,0 0-240 0,0 0 0 16,14 38 0-16,-14-38 0 0,0 0 0 0,0 0 0 15,31-4 0-15,-20-1 0 16,1 0-336-16,1-2-64 0,1-2-16 0,2 1 0 16,0-4-2256-16,-1 0-448 0,2 0-80 0,0-2-32 15,0 0-976-15,-2-3-192 0,1 1-32 0,-1-3-16 16,-1 2 1648-16,-1-4 336 0,-2-3 64 0,-1 3 16 0,-2 2 2384 0,0 0 368 0,-2 4 128 0,-2 2 16 16,-1 5 2176-16,-1 1 448 0,-2 5 64 0,-1 0 32 15,0 4 144-15,-2 0 16 0,-1 3 16 0,0 4 0 16,-2 1-1600-16,1 2-320 0,-2 4-64 0,1 1-16 15,-3 2-544-15,1 0-112 0,0 0-32 0,-2 0 0 16,1 1-496-16,-1-2-96 0,1 1-128 0,1-4 176 0,1 0-176 16,-1-2 128-16,1 1-128 0,1-2 128 0,2-1-128 15,0-1 0 1,1-1 0-16,1-4-15760 0</inkml:trace>
  <inkml:trace contextRef="#ctx0" brushRef="#br1" timeOffset="207203.57">18621 9656 12895 0,'-5'0'1152'0,"1"0"-928"15,1 2-224-15,3-2 0 0,-1 0 1024 0,1 0 144 0,0 0 48 0,0 0 0 0,-1 0 1168 0,2-2 240 16,0 1 64-16,3-2 0 0,2 0-448 0,0-2-64 16,4 1-32-16,2-4 0 0,2 1-688 0,4-4-144 15,2 1-32-15,1 0 0 0,0 1-656 0,0 0-144 16,-1 1-32-16,-1 1 0 0,0 2-320 0,-1 1-128 31,-3 0 0-31,0 3 0 0,-15 1 0 0,27 0 0 0,-27 0 0 0,0 0 0 16,31 3-448-16,-31-3-96 0,0 0-16 0,28 6-17056 0</inkml:trace>
  <inkml:trace contextRef="#ctx0" brushRef="#br1" timeOffset="207900.73">19065 9515 7535 0,'-2'-3'160'0,"1"0"32"0,-1 1 16 0,1 1 16 0,0 1-224 0,1-1 0 16,-1 1 0-16,0-1 0 0,0-1 2752 0,-2 2 496 15,-1-2 96-15,1 0 32 0,1 1-480 0,-1-1-80 31,1 0-32-31,0 1 0 0,1 2-672 0,0-1-128 0,0 2-16 0,-1 1-16 16,2-3-880-16,0 0-176 16,-6 16-48-16,6-16 0 0,-7 19-432 0,7-19-96 15,-11 31 0-15,5-15-16 0,-2 3-304 0,-1 2 128 16,-2 1-128-16,0-1 0 0,0 0 128 0,-1 2-128 0,1-3 0 16,1-1 0-16,3-2 0 0,0-3 0 0,7-14 0 0,-7 23 0 15,7-23 0-15,0 0 0 0,0 0 0 0,0 0 0 16,0 0 0-16,0 0 0 0,0 0 0 0,36-4 0 15,-23-6 128-15,0-2-128 0,2 1 144 0,-1-4-144 16,1 1 0-16,0 0 128 0,1-2-128 0,0 1 0 16,-1-1 0-16,-1 1 0 0,-1 1 0 0,-1 0 0 15,-2 2 0-15,-1 2 0 0,1-1 0 0,-3 1 0 16,0 3-128-16,-2 0 128 0,1 2 0 0,-4 1 0 16,1 1 0-16,0 1 0 0,-2-1 0 0,1 3 0 15,-1 0 0-15,0-2 0 0,-1 2 0 0,0 0 0 0,1 0 0 16,-1 2 0-16,0-2 0 0,-1 3 0 0,1-1 0 0,0 1 0 15,-2-1 0-15,0 3 0 0,2-5 0 0,0 0 0 16,-7 19 0-16,7-19 0 0,-5 19 0 0,5-19 0 16,-7 23 0-16,7-23 0 0,-7 24 0 0,7-24 0 15,-8 31 0-15,8-31 0 0,-8 29 0 0,8-29 0 16,-5 28 0-16,5-28 0 0,0 0 0 0,0 0 128 0,6 35-128 0,-6-35 0 16,0 0 128-16,0 0-128 0,0 0 0 15,0 0 0-15,33 5 192 0,-26-10-64 0,2-2-128 0,0 0 192 16,2-2-64-16,0-2 0 0,1-1-128 0,1-2 192 15,0 1-192-15,-2-1 0 0,1 0 0 0,-2 0 0 16,0 1 0-16,-1-3 0 0,-3 2 0 0,1 4 0 16,-4-2 0-16,0 1 0 0,-2 3 0 0,-1 1 0 15,-1 2-256-15,-1 3-64 0,1 2 0 0,-3 0-18192 16</inkml:trace>
  <inkml:trace contextRef="#ctx0" brushRef="#br1" timeOffset="208295.61">19360 9680 19343 0,'2'-2'848'0,"-1"-1"192"0,2 1-832 0,-1 1-208 16,0-1 0-16,0 2 0 0,0-1 1856 0,2-2 320 16,3 0 64-16,2-2 0 0,2-2-64 0,1 0-32 15,0 1 0-15,1 0 0 0,-1-1-832 0,0 2-160 16,0-1-48-16,0 0 0 15,-3 2-656-15,-1-3-144 0,0 2-32 0,-3 0 0 0,0 0-272 0,-1 1 160 16,0-3-160-16,0 0 128 0,-2-1-128 0,-1 0 0 0,-2 0 144 0,0-2-144 16,-2 1 0-16,-1 0 0 0,0-1 0 0,-3 5 128 15,1-2-128-15,-3 5 0 0,1-1 0 0,-1 4 0 16,-1 3 0-16,0 1 0 16,0 4 0-16,0 1 0 0,0 4 0 0,-1 0 128 0,1 5-128 0,1 0 0 15,-1 1 0-15,1 0 0 0,-1 2 0 0,2-3 128 16,0 1-128-16,2-2 0 0,6-18 0 0,-7 31 128 15,7-31 48-15,0 0 16 0,0 0 0 0,10 35 0 16,-10-35-192-16,0 0 160 0,0 0-160 0,35 7 160 16,-24-8-160-16,1-2 192 0,1-2-192 0,1-2 192 0,1 0-192 15,-1 2 0-15,1-3 0 0,-3 2 0 16,1 1-128-16,0-2-64 0,-1 2-16 0,-1 0 0 16,0 3-1936-1,-1-3-384-15</inkml:trace>
  <inkml:trace contextRef="#ctx0" brushRef="#br1" timeOffset="208668.37">19653 9644 13823 0,'0'0'608'0,"0"0"128"0,0 0-592 0,0 0-144 15,0 0 0-15,0 0 0 0,1 2 2192 0,-1-1 416 16,1 1 80-16,-1-2 0 16,0 0 512-16,0 0 80 0,0 0 32 0,0 0 0 15,31 14-1680-15,-31-14-336 0,20-2-64 0,-9-1-16 0,1-1-752 0,0-1-144 0,2 0-48 0,-1-1 0 31,1 0-272-31,-1-1 0 0,0 0 128 0,-2 0-128 0,-1-2 0 0,-2 1 0 0,1 4 0 0,-3-3 0 32,0 2 0-32,-3 0 0 0,1-2 0 0,-3 3 0 0,-1-1 0 0,-2 1 0 0,-1-1 0 0,-1-1 0 15,-1 2 0-15,-1-4 0 16,0 2 0-16,0 0 0 0,-1 0 0 0,1-1 0 16,-1 4 0-16,1 1 0 0,0 2 0 0,0 2 0 0,-1 0 0 0,1 3 0 0,-1 0 0 0,0 4 0 15,-1 3 0 1,0 0 0-16,1 5 0 0,-1-1 0 15,1 3 0-15,-1-2 0 0,1 0 0 0,0 1 128 16,7-18-128-16,-9 33 0 0,9-33 240 0,0 0-64 16,-1 35-16-16,1-35 0 0,0 0-160 0,0 0 128 15,0 0-128-15,31 26 128 0,-31-26-128 0,20 0 0 16,-7-3 0-16,0-2 0 0,0 0-128 0,1-2-16 16,0 1 0-16,1-2-18336 0</inkml:trace>
  <inkml:trace contextRef="#ctx0" brushRef="#br1" timeOffset="209053.79">20046 9547 13823 0,'-1'-3'608'0,"1"0"128"0,0 2-592 0,-1 1-144 0,1 0 0 0,-1 0 0 16,1 0 2336-16,0 0 432 0,0 0 96 0,0 0 16 16,-8 26-192-16,8-26-48 0,-8 24 0 0,8-24 0 15,-9 26-1088-15,9-26-208 0,-10 30-64 0,10-30 0 16,-10 29-528-16,10-29-112 0,-12 29-32 0,5-15 0 15,7-14-256-15,-11 24-48 0,11-24-16 0,-9 16 0 16,9-16-80-16,0 0-16 0,0 0 0 0,-7 16 0 0,7-16-48 0,1-2-16 16,0 0 0-16,2-3 0 15,-1 0-128-15,2-2 192 0,-1-2-192 0,2-1 192 0,0-2-192 0,1 1 0 16,1-1 0-16,0 0 0 0,0 0 0 0,2-2 0 16,-1 2 0-16,1-4 0 0,1 1 0 15,0-1 0-15,0 1 0 0,1 1 0 0,0 0 0 0,-1 4 0 16,2 3 0-16,-2 0 0 0,0 3 0 0,-10 4 0 15,19-1 0-15,-19 1 0 0,0 0 0 0,0 0 0 16,34 19 0-16,-34-19 0 0,0 0 0 0,0 0 0 16,21 43 0-16,-21-43 0 0,0 0 0 0,5 43 0 0,-5-43 0 15,-4 31 0-15,4-31 0 0,-8 30 0 0,8-30 0 16,-9 26 0-16,9-26 0 0,-8 22 0 0,8-22 0 0,0 0 0 16,0 0 0-16,-5 26 0 0,5-25 0 0,0-1-12784 15,0 0-2480-15</inkml:trace>
  <inkml:trace contextRef="#ctx0" brushRef="#br1" timeOffset="211121.3">20883 9582 14735 0,'0'-4'1312'0,"0"-1"-1056"0,1 5-256 0,-1 0 0 0,0 0 1168 0,1 0 176 15,0-2 48-15,0-1 0 0,1-1 800 0,-1-1 176 16,1 2 16-16,-1 0 16 0,2 2-544 0,-3-2-128 16,0 1 0-16,0 2-16 0,0 2-656 0,-1 1-128 15,1-3-32-15,0 0 0 0,-9 26-416 0,9-26-96 16,-10 28 0-16,4-11-16 0,-1 4-224 0,0-1-144 15,-2 1 192-15,2 1-192 0,-1 1 128 0,0-4-128 16,2 0 0-16,6-19 0 0,-10 30 128 0,10-30-128 16,-5 20 0-16,5-20 0 0,0 0 208 0,0 0-64 0,0 0-16 15,0 0 0-15,0 0-128 0,0 0 0 0,0 0 144 0,0 0-144 16,0 0 0-16,12-10 0 0,-6-2 0 0,3-2 0 16,-2 2 0-16,1-4 0 0,1 1 0 0,0-2 0 15,0 1 0-15,1-3 0 0,-1 2 0 0,-1 1 0 16,0-1 0-16,0 0 0 0,0 2 0 0,1 0 0 15,-1 3 0-15,0 0 0 0,1 3 0 0,-2 4 0 16,1 0 0-16,-1 2 0 0,0 3 0 16,-1 0 0-16,-6 0 0 0,0 0 0 0,0 0 0 0,0 0 0 15,0 0 0-15,26 32 0 0,-26-32 128 0,0 0-128 0,0 0 0 0,6 44 128 16,-6-44-128-16,0 0 0 0,-4 41 0 0,4-41 0 16,-9 29 0-16,4-13 0 0,-2 0 0 15,1-3 0-15,-1 0 0 0,-1-1 0 0,2-1 0 0,-2 0 0 16,2-2 0-16,0-2 0 0,2-1 0 15,1-2 0-15,2-2 0 0,1-2 0 0,1-1 0 0,2-2 0 16,2 0 0-16,2-4-11952 16,1 0-2448-16</inkml:trace>
  <inkml:trace contextRef="#ctx0" brushRef="#br1" timeOffset="211791.25">21194 9638 23951 0,'3'-3'1056'0,"0"1"224"0,0 1-1024 0,-1 1-256 0,1-2 0 0,-1 2 0 16,1-2 1104-16,1-1 176 0,3-1 16 0,2 0 16 16,1-2-640-16,1-1-128 15,0 0-32-15,-2 1 0 0,-2-2-64 0,0 3 0 0,-2-2-16 0,-1 2 0 16,-2-2-432-16,-2 1 0 16,-1 2 0-16,-3 0 0 0,1 1 192 0,-4 2-32 0,0 2-16 0,-2 1 0 15,0 1 272-15,0 2 48 0,0 2 16 0,-2 0 0 16,1 3 32-16,0 1 0 0,1 1 0 0,-2 0 0 15,2 0-208-15,1-2-48 16,1 1 0-16,0 1 0 0,0 2-48 0,7-14-16 0,-11 24 0 0,11-24 0 0,-6 22 240 0,6-22 32 16,0 0 16-16,0 0 0 15,0 0-272-15,0 0-48 0,0 0-16 0,24 32 0 0,-17-32-144 0,2-3 0 16,1 0 144-16,0-4-144 0,2 2 0 0,-1-3 144 16,1 1-144-16,0-1 0 0,0 0 0 0,0-2 0 15,0 1 0-15,-2-2 0 0,0 1 0 0,-1 2 0 16,0-1 0-16,-3-1 0 0,1 1 0 0,-3 0 0 15,0 1 0-15,-1 1 0 0,-1 0 0 0,-1 3 0 16,-1 1 0-16,0 3 0 16,-1 0 0-16,0 0 0 0,0 2 0 0,1-2 0 0,0 0 0 0,0 0 0 0,-8 25 0 15,8-25 0-15,0 0 0 16,-7 32 0-16,7-32 0 0,0 0 0 0,-3 36 192 0,3-36-192 0,0 0 192 0,0 0-192 16,0 0 208-16,0 0-64 0,27 35-16 0,-17-35 0 15,-1-2-128-15,1-1 0 0,3-1 0 0,2-5 128 16,0 1-128-16,3-3 0 0,0-1 0 15,0 0 0-15,2 0-240 0,-1-2-16 0,1 0-16 0,-2-1 0 16,0 1-624 0,-2-3-128-16,0 2-32 0,-3 0 0 0,-1-2 288 15,-2 0 48-15,0 3 16 0,-2-2 0 0,-1 1 512 0,-2 1 192 0,1-2 0 0,-2 3-144 0,0 2 768 16,-2 2 144-16,0 3 48 0,-1 2 0 0,-1 2 80 0,-1 2 0 16,-1 2 16-1,0 0 0-15,-1 5-528 0,3-7-96 0,-7 17-32 0,7-17 0 0,-10 27-128 0,10-27-128 31,-12 37 144-31,12-37-144 0,-13 43 128 0,5-20-128 0,2 1 0 0,6-24 0 16,-10 45 128-16,10-45-128 0,-8 38 0 0,8-38 0 16,-4 32 0-16,4-32 0 0,0 0 0 0,0 34 0 15,0-34 0-15,0 0 0 0,0 0 0 0,0 0 0 16,0 0 0-16,0 0 0 0,0 0 0 0,0 0-160 16,0 0-1760-16,0 0-336 0</inkml:trace>
  <inkml:trace contextRef="#ctx0" brushRef="#br1" timeOffset="212001.5">21487 9556 21183 0,'-8'3'944'0,"2"-1"192"0,2 1-912 0,0-1-224 15,3-2 0-15,1 2 0 0,0-1 2512 0,0-1 464 16,0 0 96-16,0 0 0 0,0 0-864 0,0 0-176 16,32 33-48-16,-32-33 0 0,32 6-1104 0,-32-6-240 15,39 0-32-15,-19-4-16 0,1 0-304 0,-1-2-64 16,2-1-16-16,-2-1 0 0,0 0-208 0,-1 1 0 15,-1-3 0-15,0 3 0 0,-4 1 0 0,0 0 0 16,-2 1-128-16,0 1 128 16,-1 1-1920-16,-1-1-288 0</inkml:trace>
  <inkml:trace contextRef="#ctx0" brushRef="#br1" timeOffset="212374.84">21858 9544 8287 0,'1'-2'736'0,"0"2"-592"0,0-1-144 0,0 0 0 16,-1 1 2032-16,0 0 368 0,1-2 80 0,1 0 16 15,0 1 624-15,0-3 128 0,0 3 16 0,0 1 16 16,-1 0-1136-16,-1 0-224 0,0 0-64 0,0 0 0 16,0 0-816-16,-9 34-160 0,9-34-48 0,-11 24 0 0,5-10-448 0,6-14-80 15,-10 28-32-15,10-28 0 0,-8 24-144 0,8-24-128 16,0 0 144-16,0 0-144 0,0 31 144 0,0-31-144 16,0 0 128-16,0 0-128 0,0 0 0 0,0 0 0 15,37 9 0-15,-28-13 0 0,0 1 0 0,1-2 0 16,1 1 0-16,-1-2 0 0,2-2 0 0,-1 0-192 15,1 1 64-15,0-2 128 16,-1 1-816-16,-2-1-32 0,1 0-16 16,-1 1 0-16,-3-1 336 0,1-1 64 0,-2 1 16 0,-2-3 0 0,1 2 448 0,-2 1 0 15,0 2 0-15,-2 0 0 0,0 2 576 0,-1 3 16 16,0 0 0-16,-1 4 0 0,2-2 0 0,0 0 0 16,-8 15 0-16,8-15 0 0,-8 18-224 0,8-18-48 15,-7 24-16-15,7-24 0 0,-7 25-128 0,7-25-32 0,0 0 0 0,-3 38 0 16,3-38 80-16,0 0 16 0,0 0 0 0,9 35 0 15,-9-35-240-15,0 0 144 16,0 0-144-16,0 0 128 0,0 0-128 0,0 0 0 0,31 25 0 0,-31-25 0 16,12-2-208-16,-6 0-32 0,0-1 0 0,1 0-18256 15</inkml:trace>
  <inkml:trace contextRef="#ctx0" brushRef="#br1" timeOffset="212987.44">22110 9611 2751 0,'-1'-2'256'0,"0"1"-256"0,0 1 0 0,0 0 0 0,0 0 2048 0,1-2 352 15,0 2 80-15,-1 0 16 0,0 0 256 0,0-1 64 16,0 0 16-16,0 1 0 0,0 0-944 0,1-2-192 16,-1 2-32-16,1-2-16 0,0 2-432 0,0-1-96 15,0 1-16-15,0 0 0 0,1-2-80 0,0 2-32 16,0-3 0-16,0 1 0 0,1 2-160 0,0-2-16 0,0-1-16 0,0 1 0 16,0-1-288-16,2 0-64 0,0 0-16 0,-1-2 0 31,2 2-208-31,-1-1-32 0,0 1-16 0,1-2 0 0,1 1-176 0,0-1 0 0,0 0 144 0,-1 1-144 15,1-1 0-15,-1 0 0 0,2 1 0 0,-1-1 128 16,0 2-128-16,-1 1 0 0,1 2 0 0,-1-2 0 16,-5 2 0-16,0 0 128 0,0 0-128 0,0 0 0 15,0 0 128-15,0 0-128 0,24 35 160 0,-24-35-160 0,0 0 0 16,0 0 128-16,2 44-128 0,-2-44 0 16,-6 26 0-16,6-26 0 0,0 0 0 0,-11 35 0 0,11-35 0 15,-7 20 0-15,7-20 0 0,-8 17 0 0,8-17 0 0,-6 10 0 16,2-5 0-16,-1-1 0 0,2-1 0 0,-1-1 0 15,0 1 0-15,0-1 0 0,1-2 128 0,0 0-128 16,0-3 176-16,0 1-176 0,2-1 192 0,0 0-192 16,1-3 192-16,0 1-192 0,1-2 192 0,1 0-64 15,1-2 0-15,2-1-128 0,-1 1 224 0,3-3-64 16,1 0-16-16,1-2 0 0,2 0-144 0,1-3 0 16,3 0 144-16,-1 1-144 0,-1 2 0 0,2-1 0 0,-1 4 0 15,-1 1 0-15,0 3 0 0,-2 2 0 0,-1 3 0 16,-2 0 0-16,-8 2 0 0,0 0 0 15,0 0 0-15,0 0 0 0,31 12-368 0,-31-12 16 0,0 0 0 0,0 0-12128 32,0 0-2432-32</inkml:trace>
  <inkml:trace contextRef="#ctx0" brushRef="#br1" timeOffset="213538.81">22490 9602 12895 0,'0'0'576'0,"7"-3"112"0,-7 3-560 16,7-2-128-16,-5 2 0 0,0-2 0 0,1 1 1984 0,2-1 352 15,1 0 80-15,4-3 16 0,2 0-144 0,0-2-32 16,0 0 0-16,-2 2 0 0,0-2-496 0,-2 1-96 16,0 0-32-16,-2-1 0 0,-1 0-768 0,0 0-160 15,-3 1-16-15,0 0-16 0,-2 1-208 0,-2 1-32 16,1-1-16-16,-3 0 0 0,-1 3-112 0,-1-1-32 15,-1 1 0-15,-1 0 0 0,-1 2-144 0,-1 2-128 16,1 0 192-16,-1 2-192 0,1-1 128 0,0 3-128 16,0 0 0-16,0 4 0 0,0-3 0 0,1 3 0 15,-1 1 0-15,9-11 0 0,-16 24 0 0,16-24 0 0,-17 25 128 0,17-25-128 16,-14 26 192-16,14-26-32 0,-9 23 0 0,9-23 0 16,0 0-160-16,0 0 160 0,0 0-160 0,0 0 160 15,10 38-160-15,-10-38 0 0,0 0 0 0,0 0 0 16,27 0 0-16,-18-3 0 0,2 0 0 0,-1-3 0 15,0 1 0-15,1-1 0 0,0-2 0 0,-1 1 0 16,1-1 0-16,-3 2 0 0,0-2 0 0,0 1 0 16,-1 0 0-16,0 0 0 0,-2-2 0 0,1 1 0 15,-2 4 0-15,-1-4 0 0,0 4 0 0,-1 1 0 16,-1 1 0-16,-1-1 0 0,0 4 0 0,-1 1 0 16,1-2 0-16,0 0 0 0,0 0 0 0,0 0 0 0,-6 26 0 0,6-26 0 15,0 0 0-15,0 0 0 0,0 0 0 0,4 41 0 16,-4-41 0-16,0 0 0 0,0 0 208 15,0 0-32-15,28 30-16 0,-28-30 0 0,0 0-160 0,0 0 0 16,34 10 0-16,-34-10 0 0,18 0 0 0,-9-3 0 16,0-1 0-16,1 0 0 0,-2 0-160 0,1-3-16 15,1 0 0-15,-1 0 0 16,0 0-1248-16,0 0-256 0,1-3-48 0,-1 1-15152 0</inkml:trace>
  <inkml:trace contextRef="#ctx0" brushRef="#br1" timeOffset="213748.9">22862 9493 18335 0,'25'-53'1632'0,"-21"42"-1312"0,-3 10-320 16,-1 1 0-16,1-3 0 0,3-5-128 0,1-6 0 0,4-7 128 15,2-6 1920-15,4-5 512 0,0 0 112 0,-1 3 48 16,-1 3-544-16,-1 10-128 16,-2 2 0-16,-3 4 16 0,-1 6 96 0,-3 2 16 15,-3 2 0-15,0 0 32 0,0 0-800 0,0 0-144 0,-5 43-48 0,5-43 48 16,-12 37-656-16,12-37-128 0,-14 40-32 16,5-16 48-16,-1 4-368 0,-1 1 0 0,-1 4 0 0,-1 0 0 15,-1 2 192-15,1-3-64 0,-1-2 0 0,3-1 16 16,3-3-144-16,8-26 0 0,-8 43 0 0,8-43 128 0,0 0-128 0,6 45-240 15,-6-45 64-15,0 0 176 0,0 0-336 0,32 30 48 16,-32-30 16-16,23 0 32 0,-9-2-128 0,1-3-16 16,1 0-16-16,1 0-19520 0</inkml:trace>
  <inkml:trace contextRef="#ctx0" brushRef="#br1" timeOffset="-213882">1092 10740 16575 0,'-2'-2'1472'0,"0"1"-1168"0,2 1-304 0,0 0 0 16,0 1 1056-16,0 1 160 0,0-2 16 0,0 2 16 15,1 1 832-15,1 4 160 16,-2-7 48-16,0 0 0 0,0 0-880 0,0 0-160 0,40 32-32 0,-40-32-16 16,0 0-384-16,42 6-80 0,-26-9-16 0,1-2 0 15,-1 1-336-15,0-6-80 16,0 3-16-16,-1-2 0 0,-1 1-288 0,-2 1 0 0,-2 2 128 0,-2-2-128 16,1 2 0-16,-5 2 0 0,0 0 0 0,-3 0-144 15,-2 3-128-15,-3 0-32 0,-3 3 0 0,-2 1 0 16,-1 1-1872-16,-1 2-368 0,-1 0-80 0,-2 1 0 15,0 3 176-15,0-1 32 0,1 0 16 0,-1-1 0 32,2 0 1216-32,1-2 240 0,1-2 48 0,2-2 16 0,2 1 624 0,1-3 112 0,3 1 144 0,0-2-208 0,1 3 1008 0,1-2 208 15,0 1 32-15,1 1 16 0,0-1 880 0,1 3 176 16,0 2 48-16,0 0 0 0,-1 1-400 0,-1-8-80 16,0 0-16-16,4 33 0 0,-4-33-704 0,0 28-128 15,-1-11-48-15,-2-1 0 16,3-16-352-16,-4 34-80 0,2-20-16 0,0-2 0 0,0 2-144 15,2-14-48 1,0 0 0-16,0 0 0 0,3 28-144 0,-2-23 0 0,1-5 0 16,-2 2-176-1,1-2-976-15,-2-2-192 0</inkml:trace>
  <inkml:trace contextRef="#ctx0" brushRef="#br1" timeOffset="-213689.15">1057 11060 11967 0,'-15'2'528'0,"9"0"112"16,2-2-512-16,2 0-128 0,1 0 0 0,1 0 0 0,-1 1 2048 0,-2 1 368 0,-1-2 80 0,1 2 0 0,2 1 416 0,1-3 80 15,3 2 16-15,3-2 0 0,0 0-1216 0,3-2-224 16,2 0-48-16,1-1-16 0,2 0-640 0,0-1-128 16,3-3-32-16,1 0 0 0,-1-1-384 0,1 1-96 15,0 0-16-15,-1 0 0 0,0 0-208 0,-1 2 0 16,0 0 0-16,-2 1 0 0,0 1 0 0,-1-1 0 16,-13 4 0-16,25-1 0 0,-15-1-176 0,0 2 32 0,-1 0 0 15,-9 0-17696-15</inkml:trace>
  <inkml:trace contextRef="#ctx0" brushRef="#br1" timeOffset="-213254.34">1450 10861 9215 0,'0'-1'816'16,"-1"1"-656"-16,0 0-160 0,0 0 0 15,1 0 1152-15,-1 1 192 0,0 1 32 0,-2 0 16 16,0-1 992-16,0 3 208 0,-1 3 32 0,1 2 16 15,0 1-752-15,1 3-160 0,0 2-16 0,1 2-16 0,1-17-736 16,-2 36-128-16,0-15-48 16,2-21 0-16,-2 33-368 0,2-33-80 0,-1 24-16 0,1-24 0 15,0 0-80-15,0 0-32 0,0 0 0 0,0 0 0 16,0 0-208-16,0 0 144 0,0 0-144 0,0 0 128 0,0 0-128 0,0 0 0 16,25-7 0-16,-21-5 128 0,2 2-128 0,-3-4 0 15,2 2 0-15,-1 0 0 0,0 0 0 0,1 3-144 16,-1-2 144-16,0 1 0 0,-1 1 0 0,1 1 0 15,-1 0 0-15,0 0 0 16,1 3 0-16,-1-2 0 0,0 2 0 0,0 0 0 0,1 0 0 0,-1 1 176 0,0 2 0 16,1-1 0-16,0 1 400 0,0-1 96 0,0 3 16 0,0-2 0 15,1 2-304-15,-2 0-64 0,1 0-16 16,0 2 0-16,0 1-160 0,-4-3-16 0,0 0-128 0,0 0 192 16,0 0-192-16,13 35 144 0,-13-35-144 0,0 0 128 15,2 34-128-15,-3-23 0 0,1-11 144 16,0 0-144-16,-1 31 0 0,1-23 144 0,0-1-144 0,0 0 0 15,0-7 128-15,0 0-128 0,0 0 0 0,0 0 0 16,0 0 0-16,0 0 0 0,0 0 0 0,0 0-17664 16</inkml:trace>
  <inkml:trace contextRef="#ctx0" brushRef="#br1" timeOffset="-212381.75">1804 10668 17503 0,'1'-2'1552'0,"0"1"-1232"0,-1 1-320 0,0 0 0 15,1 0 1072-15,-1 1 144 0,0-1 48 0,0 0 0 16,1 2 704-16,-2 3 144 0,1 2 16 0,-2 1 16 16,1 3-736-16,-1 1-160 0,0 5-32 0,0 2 0 15,0 2-608-15,1 3-128 0,-1 2-32 0,0 0 0 16,-1 0-144-16,0 2-48 0,0 1 0 0,2-3 0 15,0-4-80-15,1-22-32 0,0 35 0 0,0-35 0 16,0 0 32-16,0 0 0 0,0 0 0 0,0 0 0 16,0 0 48-16,0 0 16 0,40 16 0 0,-34-23 0 15,1-1-240-15,2-3 144 0,-2 2-144 0,0-3 128 16,-2 3-128-16,1-1 0 0,-1 0 0 0,0-1-176 31,-1 2-688-31,-2 1-144 0,0 1-16 0,-2 1-16 0,-1 0-2384 0,-2-1-480 0,0 0-80 0,-2 2-32 16,0-2 608-16,-3 0 112 0,0 0 32 0,-1-2 0 15,-1 0 1792 1,-2-2 352-16,0 2 80 0,0 0 16 0,-1-1 1024 0,0 1 144 0,0 2 64 0,1-1 16 0,-1 4 944 0,2 1 192 16,2 3 48-16,1 0 0 0,1 5 816 0,2-1 160 15,1 4 48-15,1 1 0 0,1 3 352 0,1 0 80 16,1-12 16-16,3 27 0 0,-2-16-1072 0,-1-11-208 16,0 0-32-16,0 0-16 0,25 36-576 0,-25-36-112 15,0 0-32-15,0 0 0 0,47 9-240 0,-34-14-48 16,3-2-16-16,-1 0 0 0,1-4-240 0,0 1-48 15,0-2-16-15,0 0 0 0,-3 2-224 0,0 1 0 16,2 0 128-16,-1-1-128 0,0 1 0 0,-2 2 0 0,-2 1 0 16,-2 4-18432-16</inkml:trace>
  <inkml:trace contextRef="#ctx0" brushRef="#br1" timeOffset="-212012.39">1992 10870 15663 0,'3'-2'1392'16,"-1"2"-1120"-16,0 0-272 0,-1 0 0 0,-1 0 1728 0,2 0 272 16,2 0 64-16,2 0 16 15,4-2 160-15,1 1 48 0,1-1 0 0,1-1 0 16,0 1-1008-16,-1-2-192 0,0 1-32 0,0-3-16 0,-1 0-736 0,0 1-160 16,0-2-16-16,0 0-128 15,-2 3 0-15,-1-3 0 0,0 2 0 0,-2 0 0 0,0-1 0 0,-2 0 0 16,-1 1 0-16,-1 1 0 0,-1-1-128 0,-2 0 128 15,-1 3 0-15,-2-3-144 0,-1 2 144 0,-2 1-128 16,-1 0 128-16,-1 2-128 0,0-2 128 0,-2 4 0 16,0-1 0-16,0 2 0 0,1 0 0 0,1 2 0 15,-1 0 0-15,3 2 0 0,-1 0 0 0,2 2 0 16,-1 3 0-16,0 0 128 0,2 2-128 0,0-1 0 0,1 0 128 0,1 4-128 16,1-1 512-16,0 2 48 0,2-18 0 0,1 32 0 15,-1-32 112-15,0 0 32 0,0 0 0 0,20 38 0 16,-20-38-352-16,0 0-64 0,0 0-16 0,42 5 0 15,-30-9-272-15,1-2 128 0,2 2-128 0,-2-3 0 16,0 0 0-16,0-1 0 0,1-1 0 0,1-1-18112 16</inkml:trace>
  <inkml:trace contextRef="#ctx0" brushRef="#br1" timeOffset="-211374.65">2472 10531 15663 0,'-2'2'1392'0,"0"1"-1120"0,0-1-272 0,0 0 0 15,1-1 1168-15,-1 1 176 0,-1 5 48 0,-3 0 0 16,-1 7 528-16,-1 4 96 0,0 3 32 0,0 2 0 16,2 3-688-16,1-2-128 0,2 2-16 0,0 0-16 15,1 0-320-15,1 0-64 0,1 0-16 0,0-26 0 16,5 41-352-16,-5-41-80 0,0 0-16 0,15 37 0 0,-15-37-352 0,0 0 0 15,0 0 0-15,0 0 0 0,38 5-128 0,-30-7 128 16,-1-5-128-16,1 0-15984 16</inkml:trace>
  <inkml:trace contextRef="#ctx0" brushRef="#br1" timeOffset="-211144.78">2635 10633 11967 0,'-2'-12'528'0,"1"5"112"0,0-2-512 0,0 5-128 16,0 3 0-16,0-1 0 0,0 1 1344 0,0-1 256 0,-1-3 32 0,-2 1 16 15,-1 1 352-15,1 3 80 0,-1 1 16 0,0 3 0 16,2 0-624-16,-1 1-112 16,1 2-16-16,0 1-16 0,1 1-224 0,0 0-32 0,0 3-16 15,0 0 0-15,2-12-288 0,-2 31-64 0,2-31-16 0,-1 31 0 16,1-31-80-16,0 33-16 0,0-33 0 0,0 31 0 16,0-31-208-16,3 28-32 15,-3-28-16-15,0 0 0 0,8 34-160 0,-8-34-48 0,0 0 0 0,0 0 0 16,0 0-128-16,0 0 0 0,40 28 0 0,-40-28 0 15,0 0 0-15,0 0 0 0,35 0 0 0,-26-2-17920 16</inkml:trace>
  <inkml:trace contextRef="#ctx0" brushRef="#br1" timeOffset="-210686.4">2830 10785 17503 0,'-1'3'768'0,"0"-1"176"0,1 0-752 0,0-2-192 15,1 1 0-15,0-1 0 0,-1 1 1984 0,2-1 352 0,2 0 80 0,2 0 16 16,1 0-272-16,0-2-48 0,3 0-16 0,0-1 0 15,0 0-1200-15,0-1-224 0,1-1-48 0,0-2-16 16,0 3-240-16,-2-2-48 0,0 0-16 0,0-2 0 16,-1 4-304-16,-1-3 0 0,-2 2 0 0,-1 0 0 15,-1 0 0-15,-3 1 0 0,0-1 0 0,-1 2 0 16,-1-1 0-16,-1 1 0 0,-3-1 0 0,0 1 0 16,-1 2 0-16,0 0 0 0,0-1 0 0,-3 0 0 15,1 1 0-15,0 1 0 0,0 1 0 0,-1 1 0 0,1 2 0 0,0 1 0 16,0 0 0-16,3 2 0 15,-1 2 0-15,1 2 0 0,0 2 0 0,3 0 0 0,-1 2 384 0,1-1 0 16,0 3 16-16,1-2 0 0,2 3-112 0,0-18-32 16,2 27 0-16,-2-27 0 0,0 0 0 0,0 0-16 15,21 37 0-15,-21-37 0 0,0 0-240 0,0 0 144 16,34 6-144-16,-24-9 128 0,1 0-128 0,0-1 0 16,0-3 0-16,0 0 0 15,1-1 0-15,0 1-272 0</inkml:trace>
  <inkml:trace contextRef="#ctx0" brushRef="#br1" timeOffset="-210383.58">3282 10654 4607 0,'-3'-2'400'0,"1"0"-400"0,1 0 0 0,-1 1 0 16,1 1 1824-16,0 0 288 0,0 0 48 0,-1 0 16 15,-2 0 800-15,0 0 160 0,-1 3 48 0,-1-1 0 16,0 2-352-16,1 1-64 0,-1 2-16 0,-1 1 0 0,2 1-1136 0,-1 3-224 16,0 0-48-16,-1 2-16 0,1 1-768 0,-1 2-160 31,1-1-16-31,-1 1-16 0,0 1-208 0,0-2-32 16,1 2-128-16,0-1 192 0,3 1-192 0,1-1 128 15,2-1-128-15,0-16 0 0,0 0 144 0,0 0-144 0,18 38 128 16,-18-38-128-16,0 0 0 0,0 0 0 0,46 1 128 0,-31-7-128 15,-1-1 0-15,0-3 0 0,1 1 0 0,-1-3 0 16,0 1 0-16,-1 1 0 0,-1-2 0 0,-2 2 0 31,1 1-1232-31,-2 0-128 0</inkml:trace>
  <inkml:trace contextRef="#ctx0" brushRef="#br1" timeOffset="-210098.72">3082 10820 1839 0,'-2'0'160'0,"1"0"-160"15,2 0 0-15,-1 0 0 0,1 0 1120 0,0-1 192 16,0 0 32-16,1-1 16 0,0-1 1184 0,2-2 224 16,1 1 48-16,-2-1 16 0,2 2-16 0,-1 0-16 15,0 0 0-15,0 0 0 0,0 1-416 0,0 1-80 16,0-1 0-16,0 2-16 0,1 0-816 0,-1 0-176 15,3 0-16-15,0-1-16 0,0 0-688 0,4-1-144 16,4-1-32-16,-1-2 0 0,3 1-112 0,2-1-32 16,0-2 0-16,1 2 0 0,-5 0-256 0,4-1 128 0,1 0-128 0,2 2 0 15,-3-1 0-15,0 0 0 0,-19 5 0 16,32 0-18768-16</inkml:trace>
  <inkml:trace contextRef="#ctx0" brushRef="#br1" timeOffset="-207663.06">3879 10683 19343 0,'2'-3'1728'16,"-1"2"-1392"-16,0 1-336 0,-1 0 0 15,0 1 1040-15,0-1 144 0,0 1 32 0,1 1 0 16,0 3 128-16,-1 2 48 0,0 4 0 0,0 1 0 0,0 3-528 0,-1 2-96 16,0 1-32-16,0 2 0 0,0 0-304 0,-1 2-64 15,1-1-16-15,-2 0 0 0,1-1 16 0,-1-2 0 16,1-1 0-16,1-3 0 0,0-5 112 0,1 0 32 16,0-5 0-16,1 0 0 0,1-4 0 0,-1-2 0 15,1-3 0-15,0-1 0 16,1-1-144-16,0-4-32 0,1-1 0 0,0 0 0 0,-1-2-176 15,3-1-32-15,-1-3-128 0,0 1 192 0,1-1-192 0,-1 2 0 0,1 1 0 16,-1 0 0-16,-1 2 0 0,0 1 0 0,0 0 0 0,0 2 0 16,0 1 0-1,1-1 0-15,0 1 0 0,1 2 0 0,0-1 0 0,1 4 0 0,-1-1 0 0,0 3 0 16,-1 2 0-16,0 2 0 0,0 1 0 0,-5-3 0 16,0 0 0-16,0 0 0 0,0 0 0 0,26 37 0 15,-26-37 0-15,0 0 0 0,7 41 0 0,-7-26 0 16,0-2 128-16,-2 2-128 0,0 1 0 0,-1-2 0 15,1 1 192-15,-1-4-64 0,-1 1-128 0,0-2 192 16,1-1-64-16,-1-2-128 0,1-2 176 0,0-1-176 16,1-3 176-16,0-1-176 0,0-1 160 0,2-3-160 0,-1-1 0 0,2-2 128 15,0 0-128-15,1-4 0 0,1 1 0 16,0-2 0-16,2-2 0 0,0 2 0 0,0-2 0 0,2-1 0 16,0 1 0-16,0 0 0 15,0-1-240-15,1-1 16 0,1 4 0 0,-2 0 0 0,2 1 16 0,-1 3 0 31,-1 1 0-31,1 3 0 0,-2 2 208 0,1 2 0 0,-7 0 0 16,0 0-144-16,0 0 144 0,0 0 0 0,24 37 0 0,-24-37 0 16,0 0 0-16,7 40 0 0,-7-40 0 0,0 29 0 15,-1-15 0-15,-1 0 128 0,0 1-128 0,1 1 0 16,-1-2 0-16,-1-2 144 0,2 0-144 0,0-5 0 16,0 1 128-16,1-2-128 0,0 0 0 0,0-2 0 15,0-2 0-15,1-2 0 0,0 0 0 0,1-1 0 31,0-2-512-31,1 0-96 0,1-2-32 0,2-1-16128 0</inkml:trace>
  <inkml:trace contextRef="#ctx0" brushRef="#br1" timeOffset="-207316.75">4311 10755 5519 0,'0'-9'496'0,"-1"5"-496"16,0-1 0-16,1 1 0 0,-1 4 1920 0,0 0 272 15,0 0 64-15,-2 0 16 0,-1 2 144 0,-1 0 16 16,-2 5 16-16,-1 1 0 0,2 6-400 0,-2 0-96 15,2 0-16-15,0 5 0 0,1-1-464 0,1-1-80 16,1 1-32-16,3-18 0 0,2 33-528 0,-2-33-128 16,0 0 0-16,13 35-16 0,-13-35-336 0,0 0-64 15,0 0-16-15,0 0 0 0,41 25-272 0,-32-26 128 16,1-3-128-16,0-2 0 0,1-1 240 0,-1-4-64 16,1 1-16-16,-1-2 0 0,0-2-160 0,0 0 128 0,-2-1-128 0,-2 1 128 15,0 0-128-15,-1 0 0 0,-3 2 0 0,-1 2 0 16,-2 1 0-16,-1-1 0 0,-3 1 0 0,-1 2 0 15,-1-1 0-15,-2 2 0 0,0-2 0 0,-2 4 0 16,0-1 0-16,-1 2 0 0,0 3 0 0,2 0 0 16,1 3 0-16,1-1 0 0,1 1 128 15,1 1-128-15,2 1 272 0,3 1-16 0,-1 0-16 0,1 1 0 16,2 0-240-16,0 0 0 0,1-1 0 0,-2-6 0 16,0 0 0-16,0 0 0 0,0 0 0 0,0 0 0 15,37 28-560-15,-37-28-96 16</inkml:trace>
  <inkml:trace contextRef="#ctx0" brushRef="#br1" timeOffset="-206791.25">4584 10839 15663 0,'3'-2'1392'0,"0"-1"-1120"0,0 0-272 0,-1 2 0 0,0-2 1952 0,-1 1 336 16,1 0 64-16,1-2 16 0,2-4-864 0,1-2-160 15,1-4-48-15,-1 0 0 0,-1 2-32 0,-1-2-16 16,-1 2 0-16,-2 0 0 0,-1 3-592 0,-2-1-112 15,0 3-32-15,-2 0 0 0,-1 2-192 0,-3 1-64 16,0 3 0-16,-1 1 0 0,-1 1 0 0,-2 3 0 16,0 2 0-16,-1 0 0 0,0 1-16 0,0 3-16 15,3-3 0-15,2 2 0 0,2 1-224 0,1-1 0 0,1 3 128 16,1 2-128-16,1-2 0 0,2-12 0 0,0 29 0 0,0-29 0 16,0 0 0-16,8 40 0 0,-8-40 0 0,0 0 0 15,0 0 0-15,0 0 0 0,34 35 0 0,-34-35 0 16,0 0 0-16,29-2 0 0,-20-1 0 0,0-1 144 15,1-1 48-15,-1-2 0 0,0-3 0 0,2-2 0 16,-2 3-192-16,-1-3 192 0,0 1-192 0,0-1 192 16,-2 0-192-16,1-2 0 0,0 0 0 0,-1-1 0 15,-1 1 0-15,0-1 0 0,-1 1-128 0,-1-2 128 0,1-3-384 0,0 0-16 16,0-3 0-16,-2 1 0 16,1 0-560-1,-2-3-128-15,0 0 0 0,-1 1-16 0,-1-1 496 0,0 1 96 0,-1-1 32 0,1 0 0 0,1 0 480 0,0 6 0 16,0 5 0-16,-1 5 0 0,1 5 1168 0,0 3 176 15,-1 2 48-15,1 2 0 0,0 4-432 0,0 2-96 16,0-10-16-16,0 30 0 0,0-30-512 0,0 43-96 16,-1-19-32-16,1 4 0 0,-1 1-80 0,0 3-128 15,0 0 176-15,-1 1-176 0,1 2 240 0,1-4-64 16,1-3-16-16,-1-28 0 0,4 45-160 0,-4-45 0 0,6 34 144 16,-6-34-144-16,0 0 0 0,0 0 0 0,0 0 0 0,27 35 0 15,-21-35 0-15,0-2 0 0,0-1 0 0,-1-1 0 31,1-1-1024-31,-1-2-160 0</inkml:trace>
  <inkml:trace contextRef="#ctx0" brushRef="#br1" timeOffset="-206417.43">4829 10718 10127 0,'-1'-1'896'0,"1"1"-704"0,0 1-192 0,0-1 0 15,0 2 1824-15,1-1 336 0,0 1 64 0,1 3 16 0,-2-5 864 0,0 0 176 16,0 0 48-16,0 0 0 0,30 31-1344 0,-30-31-272 31,0 0-48-31,0 0-16 0,42 12-736 0,-42-12-144 0,26-3-16 0,-12-1-16 0,0-1-384 16,-2-2-80-16,-1-1-16 0,-1-1 0 0,1 2-256 0,-4-4 0 15,1 1 0-15,-2 0 0 0,-1-1 0 0,-1 1 0 16,-2 0 0-16,-1 0 0 0,0 1 0 0,-2 0 0 31,-2 1 0-31,-1 0 0 0,-2 2 0 0,-2 0 0 0,0 3 0 0,-2-2 0 0,-1 4 0 0,-1 1 0 16,-2 3 0-16,-1 2 0 0,-1 2 0 0,1 3 0 15,1 3-128-15,1 2 128 0,2 2 0 0,3 0 0 0,2-1 0 0,0 3 0 16,2 0 0-16,2-3 0 0,0-1 0 0,2-15 0 16,0 26 256-16,0-26-16 15,0 0 0-15,0 0 0 0,18 36 0 16,-18-36 0-16,0 0 0 0,0 0 0 0,45 7-240 16,-32-10 128-16,1-1-128 0,0 0 0 0,1-2 0 0,-1 0 0 0,0-2 0 0,-2 3 0 15,-1-2 0-15,0 1-160 16,-2 0 0-16,1 1-18112 0</inkml:trace>
  <inkml:trace contextRef="#ctx0" brushRef="#br1" timeOffset="-205928.86">5252 10426 14735 0,'-2'0'1312'0,"0"1"-1056"0,2 1-256 0,-1-1 0 0,0 0 1792 0,0 2 288 15,-1 1 64-15,-2 2 16 0,-2 3 672 16,0 3 144-16,-2 2 32 0,1 0 0 0,1 1-1264 16,-2 3-240-16,2 1-48 0,-2 2-16 0,2 3-688 0,0 1-144 15,2 3-32-15,-1 0 0 0,1-2-256 0,2 0-64 16,0 0-16-16,2-26 0 0,0 45-240 0,0-45 176 16,6 34-176-16,-6-34 160 0,0 0-160 0,0 0 0 15,27 44 0-15,-27-44 0 0,0 0 0 0,33 6 0 16,-19-11-160-16,-1 0-12192 15,1-5-2432-15</inkml:trace>
  <inkml:trace contextRef="#ctx0" brushRef="#br1" timeOffset="-201080">5509 10638 20271 0,'3'0'1792'0,"-2"-2"-1424"16,1 1-368-16,-2 1 0 0,1 0 1456 0,0-2 208 0,1-1 64 0,2 1 0 16,0-2 592-16,1-2 128 15,0 0 32-15,-3-1 0 0,2 4-1088 0,-2-2-224 16,-1 3-32-16,0-1-16 0,-2 1-608 0,-1 2-128 15,-1 2-32-15,-2-2 0 0,-3 5-352 0,-1-1 144 16,-2 4-144-16,-3-1 0 0,-2 4 0 0,0 0 0 16,-1 1 0-16,0 0 0 0,1 2 0 0,2-2 0 0,1-1 0 0,4-1 0 15,3-1 0-15,1-2 0 0,3 0 0 0,2-2 0 16,0 0 0-16,2-3 0 0,1 0 0 0,2-1 0 16,2 1 0-16,2-4 0 0,2 0 0 0,3-1 0 0,2 3 0 15,0 0 0-15,0-2 0 0,-16 2 0 0,31 2 0 16,-31-2 0-16,30 5 0 0,-30-5 0 0,0 0 0 0,0 0 0 15,37 21 0-15,-37-21 0 0,0 0 0 0,0 0 0 16,0 0 0-16,1 33 0 0,-8-26 0 0,-3 3 0 16,-3 0 0-16,-3-1 0 0,-1 0 0 0,-2 1 0 15,3-6 0-15,1 1 0 0,-1 0 0 0,0-3 0 16,3-2 0-16,2 0 0 16,4 0-400-16,4 0-144 0</inkml:trace>
  <inkml:trace contextRef="#ctx0" brushRef="#br1" timeOffset="-194694.07">6179 10583 4607 0,'-2'-4'400'0,"0"1"-400"0,0 3 0 0,1 0 0 0,1 0 2464 0,-1 0 416 16,0 0 64-16,0 0 32 0,-1 0-864 0,0 0-160 16,0 2-32-16,-1-1-16 0,1 1 64 0,1-2 16 15,0 2 0-15,0-1 0 0,1 1-512 0,0 0-80 16,1 2-32-16,0 1 0 0,-1-5-464 0,0 0-80 15,4 36-32-15,-4-36 0 0,3 47-336 0,-3-47-64 16,2 53 0-16,-2-23-16 0,1 0-176 0,-2-1-16 16,1 3-16-16,-1-6 0 0,1-26-32 0,2 44 0 0,-2-44 0 0,6 34 0 15,-6-34-128-15,0 0 0 0,0 0 144 0,0 0-144 16,0 0 0-16,0 0 0 0,31 2 0 0,-28-14 0 31,0 0-544-31,-1-2-128 0,0 2-32 0,-2 0-10576 0,-1 0-2128 0</inkml:trace>
  <inkml:trace contextRef="#ctx0" brushRef="#br1" timeOffset="-194328.75">6145 10742 5519 0,'-6'-12'240'16,"3"3"64"-16,-1 2-304 0,2 2 0 0,1 2 0 0,0 1 0 15,0 0 1824-15,0-3 304 0,-2-4 64 0,1 0 16 0,0-1 256 0,1 3 48 16,2 1 16-16,1 0 0 16,0 1-336-16,1 0-64 0,2 1-16 0,1-2 0 15,1 2-496-15,1-3-96 0,2 2-32 0,-1-4 0 16,2 4-800-16,0-2-176 0,0 2-16 0,1 0-16 0,1 1-352 15,-2 1-128-15,-11 3 0 0,0 0 144 0,34 5-144 16,-34-5 0-16,0 0 0 0,0 0 0 16,29 31 0-16,-29-31-144 0,0 0 144 0,6 35 0 0,-6-35 0 0,-4 22 0 15,1-11 0-15,-3 0 0 0,1 0 0 0,-3-2 0 16,2 0 0-16,-3-1 0 0,1-3 0 0,-2 2 0 16,-1-3 0-16,1-2 0 0,-1 1 0 0,2-3 0 15,2-3 0-15,0 1 0 0,2 0 0 0,1-3 0 0,1 0 0 0,2 1 0 16,0-3 0-16,2 3 0 0,2-2 0 0,1 1 0 15,1 1 0-15,2-3-128 0,0 4 128 0,1-1 0 16,1-1-192-16,0 1 192 0,2 1-192 0,-1-2 192 31,2 2-1008-31,-1 0-80 0,0-1-32 0,-1 0 0 0,1 1-352 0,-1 1-64 0,1-2 0 16,-1 1-16-16,1-2-288 0,-3 3-48 0,1-1-16 16,-1 1-8224-16</inkml:trace>
  <inkml:trace contextRef="#ctx0" brushRef="#br1" timeOffset="-193788.87">6423 10668 19343 0,'-1'-4'848'0,"1"0"192"0,1 0-832 0,-1 2-208 0,0 0 0 0,1 2 0 16,0-2 1072-16,1-1 160 0,2-2 48 0,0 1 0 15,2-4 0-15,1 4 0 16,1 0 0-16,-1 3 0 0,-7 1-608 0,0 0-112 0,0 0-32 0,33 5 0 16,-33-5-224-16,0 0-48 0,0 0-16 0,0 0 0 15,27 36-240-15,-27-36 144 0,0 0-144 0,5 35 128 16,-5-35-128-16,0 0 128 0,-3 32-128 0,3-32 128 15,-4 17 16-15,1-9 0 0,-1-1 0 0,0-2 0 16,1-1 288-16,0 1 48 0,0-4 16 0,-1-1 0 16,2 0-48-16,0-1-16 0,0-1 0 0,0-3 0 15,0 1 144-15,1-1 16 0,0 0 16 16,1 0 0-16,-1-2-192 0,2 0-32 0,0 1-16 0,1-2 0 16,0 1-240-16,0-3-128 0,2 3 160 0,-2-2-160 15,2 1 0-15,1-1 0 0,-1 0 0 0,1 1 0 0,1 1 0 0,-1-1 0 16,1 0 0-16,-1 3 0 0,1-3 0 15,-1 2 0-15,1 1 0 0,0-2 0 16,-1 2 0-16,2 0 0 0,-2 1 0 0,0-1 0 0,-1 2 0 0,0 1 0 16,-1-2 0-16,0 3 0 0,-1-1 0 0,0 2 0 15,0 0 0-15,-1 2 0 0,0-1 0 0,0 1 0 0,0 2 0 16,0 1 0-16,0 0 0 0,-1-5 0 0,0 0 0 0,0 0 0 16,0 0 0-16,0 0-128 0,0 0 128 0,0 0 0 15,0 0-144-15,0 0 144 0,0 0-208 0,0 0 80 31,0 0-1472-31,0 0-304 0,0 0-48 16,0 0-13312-16</inkml:trace>
  <inkml:trace contextRef="#ctx0" brushRef="#br1" timeOffset="-193347.07">6727 10600 11055 0,'0'0'976'0,"0"0"-784"0,1 0-192 0,-1 0 0 15,0 1 1696-15,-1 0 288 0,1 1 64 0,-1 1 16 16,0 2 480-16,-2-1 80 0,0 4 32 0,-1-2 0 16,2 2-1120-16,-2 1-208 0,0 0-48 0,1 0-16 15,1 0-432-15,-1-1-64 0,3-8-32 0,0 0 0 16,-2 25-208-16,2-25-32 0,0 0-16 0,0 0 0 15,0 0-112-15,0 0-32 0,0 0 0 0,20 37 0 16,-20-37-128-16,0 0-16 0,0 0-16 0,0 0 0 16,38 3-32-16,-28-8 0 0,0 1 0 0,0-2 0 15,-1 0-144-15,2-2 160 0,-2 1-160 0,0-4 160 0,0 1-160 16,-2 0 0-16,-1-1 0 0,-2 1 0 0,-1 3 0 16,-1-3 0-16,-2 3 0 0,-3 0 0 0,0 1 0 0,-2 0 0 15,-1 2 0-15,-1-1 0 0,-3 2 0 0,0 1 0 16,-1 1 0-16,0 0 0 0,0 1 0 0,0 2 0 15,0 0 0-15,2 1 0 0,2-1 0 0,1 3 0 16,2-1 0-16,0 2 0 0,2-2 0 0,1-1 0 16,2 1 0-16,1-1 0 0,-2-3 0 0,0 0 0 15,0 0 0-15,0 0 0 0,0 0 0 0,36 1-144 16,-36-1 144-16,23-6-11744 16,-23 6-2272-16</inkml:trace>
  <inkml:trace contextRef="#ctx0" brushRef="#br1" timeOffset="-192417.91">7013 10692 14735 0,'2'0'640'0,"-1"0"160"0,0 0-640 0,0-1-160 0,0 0 0 0,-1-1 0 15,1-1 1344-15,-1-2 256 0,1-2 32 16,1-2 16-16,-1-3 96 0,1-1 32 0,-1 0 0 0,0-1 0 16,-1 2-480-16,-1 0-80 0,0 0-32 0,-1 3 0 15,-1 2-528-15,0-1-96 16,-2 4-32-16,-1 1 0 0,-2 1-160 0,2 2-48 0,-2 2 0 0,1 1 0 15,-1 0-80-15,1 3-32 0,1 1 0 0,-1 1 0 0,1 1 128 0,2 2 32 16,-1 1 0-16,5-12 0 0,-5 26-240 16,5-26-128-16,-3 31 128 0,3-31-128 0,-2 33 0 15,2-33 144-15,0 31-144 0,0-31 0 0,2 29 240 0,-2-29-64 16,0 0-16-16,6 31 0 0,-6-31 160 16,0 0 48-16,0 0 0 0,0 0 0 0,0 0-176 0,34 9-48 15,-28-13 0-15,2-2 0 0,1-3-16 0,0-2 0 16,0-1 0-16,2-2 0 0,-1-1-128 0,-1-1 0 15,0 1 144-15,1-3-144 0,-1 1 0 0,-1 0 0 16,1 3 0-16,-2-3 0 0,0-2 0 0,0 3 0 0,-1-3 0 16,-3 2 0-16,0 3 0 0,-2-3 0 0,-1-2 0 15,-1 0-128-15,-1 1 128 0,0 2 0 0,0 3 0 0,-2 0 0 16,2 4 0-16,-1 3 0 16,1 3 0-16,1-1 0 0,0 3 0 0,1 2 0 0,0 3 0 0,0-1 128 15,0 3-128-15,0-6 0 0,0 0 128 0,0 38-128 16,0-38 160-16,3 38-32 0,-3-38-128 0,3 41 192 15,-3-41-64-15,3 43-128 0,-3-43 176 0,6 40-176 16,-6-40 192-16,0 0-192 0,12 45 192 0,-12-45-192 16,0 0 0-16,0 0 0 0,25 31 0 0,-25-31 0 15,0 0 0-15,0 0 0 0,30-2 0 0,-23-1 0 16,0-2 0-16,0-1 0 0,0 0 0 0,0-1 0 0,0 2 0 16,0-1 0-16,0 0 0 0,-1 2 0 15,1-1-896-15,-2 0-144 16,1 1-32-16,-1-1 0 0,0 0-400 0,0 0-96 0,-1 0-16 0,0-1 0 15,0-2 848-15,-1 1 160 0,0-1 48 0,0-1 0 0,0-2 528 0,-1 1 0 16,0-1 0-16,-1-1 0 16,1-2 256-16,0 4 64 0,0 0 16 0,0 4 0 0,0 3 560 0,-1 3 128 15,0 3 0-15,-1-3 16 0,0 0-240 0,0 0-48 16,1 37-16-16,-1-37 0 0,-1 36-224 0,1-36-64 16,1 45 0-16,-1-45 0 0,2 45-160 0,-2-45-32 15,3 40-16-15,-3-40 0 0,6 33 16 0,-6-33 0 16,0 0 0-16,0 0 0 0,16 36-128 0,-16-36-128 15,0 0 176-15,0 0-176 0,0 0 128 0,32-4-128 0,-24-4 0 16,1 1 0-16,1-5 0 0,-1 0 0 0,-1-2 0 0,1 0 0 16,-1 0 0-16,-1-1 0 0,1 1 0 0,-2 1 0 15,0 0-176-15,-1-1-32 0,0 2-16 0,-1-2 0 32,0 0-496-32,-1 2-112 0,1 0 0 0,-2 2-16 0,0 3 576 0,-1 0 112 0,0 3 32 0,-1 1 0 15,0 1 128-15,0 1 0 0,-2 1 128 0,1 0-128 16,0 3 320-16,0 0-16 0,0 0 0 0,0 3 0 15,1-6 80-15,0 0 0 0,-2 26 16 0,2-26 0 0,0 0-112 16,-1 40-32-16,1-40 0 0,1 33 0 0,-1-33-64 16,4 34-32-16,-4-34 0 0,0 0 0 0,9 44-32 0,-9-44 0 15,0 0 0-15,0 0 0 16,24 36-128-16,-24-36 0 0,0 0 0 0,0 0 128 16,0 0-128-16,36 10 0 0,-36-10 0 0,15-5 0 0,-8 2 0 0,-7 3-192 15,15-9 32-15,-7 2-18144 16</inkml:trace>
  <inkml:trace contextRef="#ctx0" brushRef="#br1" timeOffset="-192165.01">7747 10550 11967 0,'-1'-4'1072'0,"0"1"-864"0,0 1-208 0,0 1 0 16,0 1 1520-16,-1 0 256 15,0 0 48-15,-2-2 16 0,-2 0 464 0,-1 2 80 0,-2 0 32 0,1 2 0 32,0 3-624-32,0 2-112 0,1 0-16 0,0 2-16 15,1 3-336-15,-1 0-64 0,3 3-16 0,-1 1 0 0,0 1-464 0,5-17-112 0,-5 35-16 0,5-35 0 16,-2 31-304-16,2-31-64 0,0 0-16 0,0 0 0 31,15 38-256-31,-15-38 128 0,0 0-128 0,0 0 0 0,0 0 0 0,39 8 0 16,-39-8 0-16,21-6 0 0,-9 2 0 0,-1-1-304 15,0-1 64-15,1 0-17760 16</inkml:trace>
  <inkml:trace contextRef="#ctx0" brushRef="#br1" timeOffset="-191797.7">7838 10635 12895 0,'-1'4'576'0,"1"-1"112"0,0 0-560 0,-1-1-128 0,1-2 0 0,1 1 0 16,0 1 1984-16,-1-2 384 0,0 0 64 0,0 0 0 15,0 0 32-15,0 0 0 16,0 0 0-16,36 16 0 0,-36-16-1072 0,21-4-224 0,-21 4-32 16,24-9-16-16,-12 3-640 0,0-2-128 0,-1 0-32 0,1 1 0 15,-3-1-320-15,0 1 144 0,-2 0-144 0,-2 0 0 16,-1 0 0-16,-1 2 0 0,-1-2 0 0,-2 3 0 16,-1 1 0-16,-2-2 0 0,-1 3 0 0,-1-2 0 15,-2 1 0-15,-1 0 0 0,-2 1 0 0,0 2 0 16,1-2 128-16,-2 2-128 0,-1 2 0 0,1 2 0 15,0 0 0-15,1 4 0 0,2 0 0 0,0 1 0 16,0 3 176-16,1 0-32 0,0 0 0 0,2 2 0 0,0 1 256 0,0 1 48 16,5-16 16-16,-4 28 0 0,4-28 16 0,0 0 0 15,2 38 0-15,-2-38 0 0,0 0-112 16,0 0-32-16,28 26 0 0,-28-26 0 0,0 0-128 0,38 2-16 16,-38-2-16-16,30-3 0 0,-30 3-176 0,31-10 0 15,-17 5 0-15,-1 0 128 0,0-2-128 0,-1 0 0 16,1 2-160-16,-1-2-12208 0,-1 2-2448 0</inkml:trace>
  <inkml:trace contextRef="#ctx0" brushRef="#br1" timeOffset="-191308.17">8194 10647 4607 0,'5'-5'192'0,"-1"1"64"0,1-1-256 0,-3 2 0 0,0 3 0 0,0-2 0 16,0 1 2368-16,2 0 448 0,1-4 64 0,1 0 32 15,0 1 112-15,0-3 32 0,-2 3 0 0,0 0 0 16,-1-1-736-16,-2 1-144 0,1-1-16 0,-2-2-16 0,-1 3-800 16,0-2-144-16,-2 2-48 0,0-3 0 15,0 3-400-15,-2-1-96 0,-1 0-16 0,0 2 0 0,-1 1-304 0,0-3-64 16,0 5-16-16,0-2 0 0,1 4-96 0,-1 0-32 16,2 2 0-16,-1 2 0 0,0 1-128 0,2 0 0 15,-1 0 0-15,1 5 0 16,4-12 0-16,-5 25 0 0,5-25 0 0,-3 27 0 0,3-27 0 0,-1 29 0 15,1-29 0-15,0 0 0 0,6 38 0 0,-6-38 128 0,0 0-128 0,0 0 0 16,0 0 128-16,32 28-128 0,-32-28 0 0,0 0 128 16,30-6-128-16,-20 0 0 0,2-2 0 0,-1-3 0 15,0 1 0-15,1-3 0 0,-1 0 0 16,0-3 0-16,-1 0 0 0,0-1 0 16,0 0 0-16,0-1 0 0,-2 1 0 0,-1-1 0 0,-1 0-144 0,-2 1 144 15,-2-1-224-15,0 1 16 0,-1-2 0 0,-1 2 0 16,-1-2 48-16,-1 3 16 0,-2-1 0 0,-1 0 0 15,1 1 144-15,-2 3 0 0,1 0 0 0,1 4 0 16,0 5 0-16,1 3 0 0,1 2 0 0,2-1 0 0,0 0 208 16,-2 27-16-16,2-27-16 0,0 31 0 15,0-31-176-15,1 48 160 0,-1-48-160 0,3 63 160 0,-2-29-160 0,1 1 0 16,0-1 0-16,3 1 128 0,0-2-128 0,-5-33 0 16,13 55 144-16,-13-55-144 0,17 40 0 0,-17-40 0 15,0 0 0-15,33 36-18624 16</inkml:trace>
  <inkml:trace contextRef="#ctx0" brushRef="#br1" timeOffset="-190425.25">9034 10391 11967 0,'0'-5'1072'0,"0"3"-864"0,0 0-208 0,0-1 0 15,1 3 992-15,-1 0 160 0,0 0 16 0,1 0 16 0,1 1 1216 16,-1 3 240-16,-1-4 48 0,0 0 16 16,0 0-592-16,8 36-128 0,-8-36-32 0,5 35 0 15,-5-35-864-15,4 41-160 0,-4-41-32 0,4 45-16 16,-4-45-304-16,3 51-48 0,-3-51-16 0,2 47 0 0,-2-47-80 0,2 44-32 16,-2-44 0-16,0 37 0 0,0-37-208 0,0 0-32 15,2 35-16-15,-2-35 0 0,0 0-144 0,0 0 0 16,0 0 0-16,0 0 128 0,0 0-128 0,0 0 0 15,9-3 144-15,-7-7-144 0,0 3 192 0,0-4-48 16,1-1 0-16,1-1 0 0,-2-3-144 0,2 1 0 16,-1 1 0-16,0-1 0 0,-1 2 0 0,1-1 0 15,1 2 0-15,0 0 0 0,-1 2 0 0,2 3 0 0,0 0 0 16,1 3 0-16,1 1 0 0,-7 3 0 0,0 0 0 0,0 0 0 16,0 0 0-16,34 15 0 0,-34-15 0 0,0 0 0 15,0 0 0-15,24 42 0 0,-24-42 0 0,0 0 0 16,10 40 0-16,-10-40 0 0,0 0 0 0,-1 40 0 15,1-40 0-15,-8 22 0 0,8-22 0 0,-11 17 0 16,3-8 0-16,1-5 0 0,-1 2 0 0,-1-2 0 16,1 1 0-16,-2-3 0 0,-1 1 0 0,-1-3 0 15,1 1 0-15,1-1 0 0,1-1 0 0,1 1 0 16,2-3 0-16,0 1 0 0,4-1 0 0,2 0 0 16,0 0 0-16,1 0 0 0,4-2 0 0,1 1 0 15,2-1 0-15,1-1 0 0,3 0 0 0,1-1-18160 16</inkml:trace>
  <inkml:trace contextRef="#ctx0" brushRef="#br1" timeOffset="-189991.33">9331 10538 15663 0,'0'0'1392'0,"0"0"-1120"15,1 0-272-15,-1-1 0 0,0 1 1872 0,1 0 320 16,-1 0 64-16,1 0 16 0,1 1 128 0,1-1 32 15,-3 0 0-15,0 0 0 0,0 0-720 0,0 0-144 16,0 0-32-16,25 43 0 0,-25-43-768 0,0 0-176 16,16 35-16-16,-16-35-16 0,0 0-272 0,0 0-48 0,21 40-16 0,-21-40 0 15,0 0-224-15,0 0 144 0,0 0-144 0,29 24 128 16,-29-24-128-16,0 0 0 0,18-6 0 0,-12 0 0 16,0-2 0-16,0-2 0 0,-1-1 0 15,-1 0 0 1,1 1-768-16,-1-1-144 0,-1-1-32 0,0 1 0 15,0 1-1680-15,0-2-320 0,0 1-80 0,-2 0-16 0,1 0 1632 0,-1 1 320 0,1-1 64 0,-1 1 0 16,0-1 1696-16,0 3 336 0,0 1 64 0,0 4 16 16,1 1 624-16,-2 2 128 0,0 0 16 0,0 0 16 0,0 0-512 15,0 0-96-15,3 40-32 0,-3-40 0 0,0 38-512 0,0-38-96 16,-3 52-32-16,2-21 0 0,-2 3-336 0,-1 3-64 16,-1-1 0-16,-1 2-16 0,0-3 48 0,-2-1 16 15,1 1 0-15,-2-2 0 0,1 3-32 0,-1-3 0 16,-1-2 0-16,-2-5 0 0,1-4-208 0,-2-5 0 15,1-4 128-15,-2-1-128 0,-1-2 0 0,-3-4 128 16,-2-1-128-16,-3-4 0 0,-2 1 0 0,-3-2 0 16,-1-2 0-16,-1 1-19072 0</inkml:trace>
  <inkml:trace contextRef="#ctx0" brushRef="#br1" timeOffset="-187113.01">10181 10631 15663 0,'-4'4'1392'0,"2"-1"-1120"0,2-1-272 0,0-2 0 15,0 2 528-15,0-2 48 0,-1 3 16 0,-1 2 0 16,0 1 848-16,2-1 160 0,0-1 48 0,0-4 0 16,0 0 272-16,0 0 48 0,0 0 16 0,0 0 0 15,0 0-752-15,37-1-144 0,-28-3-16 0,3 0-16 16,-1 0-432-16,0-1-96 0,1-2-16 0,-1 0 0 16,0 0-336-16,-2-1-176 0,1 2 160 0,-2-4-160 15,-2 3 0-15,1-2 0 0,-1-1 0 0,-3 3 0 16,0-2-672-1,-3 1-80-15,-1 2-16 0,-2 0 0 16,-1 0 16-16,-4 1 0 0,0 2 0 0,-2-1 0 0,-1 2 512 0,-1 1 112 0,-1-1 128 0,-1 0-208 0,0 2 592 0,1 2 112 16,1 0 16-16,1-1 16 0,-1 4 352 0,2 1 64 15,1 1 16-15,1 5 0 0,0 0-384 0,2 2-80 16,0 5-16-16,1 0 0 0,2 2-160 0,0 0-48 16,0-1 0-16,1 1 0 0,2-21-48 0,0 36-16 15,0-36 0-15,0 0 0 0,7 37-32 0,-7-37-16 16,0 0 0-16,0 0 0 0,0 0-160 0,36 22 128 15,-36-22-128-15,0 0 128 0,33-7-128 0,-21 3 160 16,1-2-160-16,-1-1 160 0,1 0-160 0,0 0 0 0,2-3 0 0,-2-1 0 31,0 2-384-31,1-1-96 0,0-2-32 0,1 0-17040 0</inkml:trace>
  <inkml:trace contextRef="#ctx0" brushRef="#br1" timeOffset="-186892.51">10418 10514 14735 0,'-4'-2'640'16,"2"2"160"-16,0-2-640 0,1 2-160 0,1 0 0 0,0 0 0 16,1 0 1600-16,-1 0 272 0,1 2 64 0,1 0 16 0,0 1 336 0,-2-3 64 15,0 0 16-15,0 0 0 16,25 37-672-16,-25-37-128 0,0 0-32 0,33 38 0 16,-33-38-672-16,0 0-144 0,41 38-16 0,-41-38-16 15,0 0-368-15,41 36-64 0,-41-36 0 0,0 0-16 0,34 28-240 0,-34-28 0 16,0 0 0-16,0 0 0 15,0 0-672-15,35 22-176 0,-35-22-48 0,0 0-15616 16</inkml:trace>
  <inkml:trace contextRef="#ctx0" brushRef="#br1" timeOffset="-186734.86">10611 10519 13823 0,'-6'1'608'0,"0"3"128"0,2-2-592 0,-1 1-144 0,2 1 0 0,0-1 0 16,-2 2 1408-16,-3 5 256 0,-5 6 64 0,-6 7 0 15,-2 5 384-15,-2 1 64 0,-1 0 32 0,2-3 0 16,3-3-576-16,1-3-112 16,3-2-32-16,3-6 0 0,4-2-720 0,1-3-128 15,3-3-48-15,2-1-10832 16,1-1-2160-16</inkml:trace>
  <inkml:trace contextRef="#ctx0" brushRef="#br1" timeOffset="-186261.1">10719 10545 15663 0,'-2'-5'1392'0,"0"3"-1120"0,1 0-272 0,1 2 0 16,0 0 1312-16,0 0 208 0,0 0 32 0,0 1 16 16,1 2 992-16,-1-3 192 0,0 0 32 0,0 0 16 15,4 44-1040-15,-4-44-208 0,4 42-32 0,-4-42-16 16,4 54-848-16,-3-27-160 0,0 3-48 0,-1-3 0 16,-1 2-64-16,0-2-32 15,0-1 0-15,0 0 0 0,0 0-192 0,0-2-32 0,0 0-128 0,1-24 192 16,-2 40-192-16,2-40 0 15,-2 36 0-15,2-36 0 0,-4 28-192 0,4-28-64 0,-2 24-32 0,2-24 0 16,0 0-1408-16,0 0-288 0,0 0-48 0,8-5-13264 16</inkml:trace>
  <inkml:trace contextRef="#ctx0" brushRef="#br1" timeOffset="-185979.32">10685 10635 7359 0,'-4'-5'656'0,"1"2"-528"0,1 2-128 0,2 1 0 0,0 0 1504 0,0 0 272 0,-1-2 48 0,-1-3 16 15,1 2 1104-15,2-1 240 16,1-1 32-16,3 0 16 0,3 0-688 0,1 0-144 0,2 1-32 0,2-3 0 16,2 2-1216-1,1-2-256-15,0-2-64 0,2 1 0 16,-1 1-576-16,-2-1-112 0,1 2-16 0,-3 3-128 0,-13 3 0 0,0 0 0 0,29 0 0 0,-29 0 0 16,0 0 0-16,0 0 0 0,5 35 0 0,-9-20 0 31,-5 4 0-31,-1-1 0 0,-2 2-128 0,-2 1 128 0,-1-1 0 0,1-2 0 0,-1-1 0 0,1-2 0 0,0-1 0 0,1-2 0 15,4-3 0-15,0-2 0 0,4-2 0 0,0-2 128 16,4-1-128-16,1-5 0 16,2 1-128-16,3-3-144 0,1 0-32 0,2-4-16080 15</inkml:trace>
  <inkml:trace contextRef="#ctx0" brushRef="#br1" timeOffset="-185643.46">10887 10630 20271 0,'0'0'896'0,"0"0"192"0,0 0-880 0,0 0-208 16,0 0 0-16,0 0 0 0,0 0 1856 0,0 0 320 16,17 34 64-16,-17-34 0 0,0 0-16 0,38 10-16 15,-38-10 0-15,31-5 0 0,-14 0-1072 0,0-3-224 16,-1-3-32-16,-1 1-16 0,-1 1-544 0,-2-2-128 16,-1 0 0-16,-2 2-16 0,0 0-176 0,-3 1 0 15,-1 1 0-15,-2 0 0 16,-2 1 0-16,-2 0 0 0,-2 2 0 0,-2-1 0 15,0 2 0-15,-3 0 0 0,-1 0 0 0,-1 2 0 0,1 1 0 16,-3 0 0-16,1 1 0 0,-2 2 0 16,1 1 0-16,0 3 0 0,1 0 0 0,1 2 0 0,2 3 0 0,0 0 0 15,2 2 0-15,0 2 0 0,1-1 144 0,2 2 0 16,0-1 0-16,3-16 0 0,0 33 16 0,0-33 0 16,0 0 0-16,0 0 0 0,22 34-32 0,-22-34 0 15,0 0 0-15,35 9 0 0,-35-9-128 0,28-4 0 16,-14-1 0-16,1 0 0 0,-1-2 0 0,0 0 0 15,-2-1 0-15,-1-1 0 16,1 2-1152-16,0-3-176 0</inkml:trace>
  <inkml:trace contextRef="#ctx0" brushRef="#br1" timeOffset="-185297.19">11167 10590 11343 0,'-5'0'240'0,"2"0"48"0,1 0 16 0,0-1 32 0,2 1-336 0,0-1 0 0,0 1 0 0,1-2 0 15,0-1 3024-15,0-2 544 16,1-1 96-16,2-2 32 0,1 2-928 0,0 0-176 0,2-1-32 0,0 0-16 16,1 2-1408-16,-2 1-288 0,2 1-48 0,-2 2-16 15,-6 1-576-15,0 0-208 0,0 0 144 0,0 0-144 16,35 20 0-16,-35-20 0 0,0 0 0 0,0 0 0 16,21 44 0-16,-21-44 0 0,0 0 0 0,9 42 0 15,-9-42 0-15,4 30 0 0,-4-30-144 0,0 0 144 0,3 36 0 0,-3-36-128 16,0 0 128-16,0 0 0 0,-1 26 0 0,0-23 0 15,0-1 0-15,0-2 0 0,1 0 0 0,-1-4 0 16,0 3 144-16,1-4-144 0,-1-2 368 0,0 0-16 16,1-2 0-16,0 0 0 0,0-1 160 0,1-1 48 15,1-1 0-15,0-1 0 0,1 1-240 0,1-2-32 16,1 0-16-16,0-3 0 0,1 3-272 0,1-1 128 0,2 1-128 16,-1 0 0-16,1 0 0 0,2 2 0 0,0 0 0 0,-1 0 0 31,2 3-576-31,-2 2-112 0</inkml:trace>
  <inkml:trace contextRef="#ctx0" brushRef="#br1" timeOffset="-185025.17">11512 10398 11967 0,'0'0'528'0,"0"-1"112"0,1 1-512 0,-1-1-128 0,0 1 0 0,0 1 0 15,0 0 2240-15,-1-1 400 0,1 2 96 0,-1 3 16 16,-1 0 336-16,0 5 80 0,2-10 16 0,-4 23 0 0,4-23-1328 0,-5 33-272 15,2-15-48-15,3-18-16 16,-3 42-896-16,3-42-176 0,-2 43-48 0,2-43 0 16,-1 43-192-16,1-43-32 0,0 39-16 0,0-39 0 0,4 34-160 0,-4-34 0 31,0 0 0-31,8 38 0 0,-8-38 0 0,0 0 0 0,0 0 0 0,0 0 0 0,0 0 0 0,0 0 0 16,27 30 0-16,-24-32 0 0,2-1 0 0,0-1 0 15,0-1 0-15,-1-2 0 16,1 0-320-16,-3-2-112 0,2 0-16 0,-1-1 0 15,-1 2-1920-15,-1-3-400 0,-2 1-80 0,-1 0-11728 0</inkml:trace>
  <inkml:trace contextRef="#ctx0" brushRef="#br1" timeOffset="-184841.65">11392 10590 4607 0,'-6'2'400'16,"1"1"-400"-16,2-3 0 0,3 2 0 16,0-2 2304-16,-1 1 368 15,-2 2 80-15,-2 0 0 16,1 0 1056-16,1 0 208 0,3-3 32 0,0 0 16 15,0 0-1104-15,24-1-208 0,-12-6-64 0,2 2 0 0,0-2-1584 16,2 0-320-16,0-2-64 0,0-1-16 0,-1 0-448 16,1 1-80-16,1 0-32 0,0-1 0 0,-2 3-144 0,-1 0 0 15,0 0 0-15,-1 0 0 0,-1 2 0 0,-2 0 0 16,-10 5-128-16,20-2 128 16,-12 0-1136-16,-2 0-144 0</inkml:trace>
  <inkml:trace contextRef="#ctx0" brushRef="#br1" timeOffset="-184505.1">11775 10431 14735 0,'-1'-2'640'0,"1"0"160"0,0 1-640 0,-1 1-160 0,0 0 0 16,1 0 0-16,-1 0 2464 0,-1-2 464 0,-2 2 80 0,0 2 32 16,-2-2-160-16,-1 3-48 0,-1-1 0 0,0 1 0 15,-1 1-1184-15,1 1-240 0,0 0-64 0,-2 2 0 16,2 0-832-16,0 0-160 0,1 0-32 0,1 3-16 15,1-3-112-15,0 0-32 0,1 3 0 0,1-1 0 16,0 0-160-16,3-9 160 0,0 0-160 0,0 0 160 16,3 34-160-16,-3-34 128 0,0 0-128 0,0 0 128 15,0 0-128-15,29 28 128 0,-29-28-128 0,0 0 128 16,0 0-128-16,38 20 0 0,-38-20 0 0,0 0 0 16,0 0 0-16,37 20 0 0,-37-20 0 0,0 0 0 0,0 0 0 0,0 0 0 15,28 29 0-15,-28-29 0 0,0 0 0 0,0 0 0 16,0 0 0-16,0 33 0 0,-4-26 0 0,-1 0 0 15,-2-1 0-15,-2 0 0 0,-1 2 0 0,-3-4 0 16,0 1 128-16,-3 0-128 0,-2-1 0 0,0-1 0 16,-2 0 0-16,1 1-19216 0</inkml:trace>
  <inkml:trace contextRef="#ctx0" brushRef="#br1" timeOffset="-181645.42">12670 10534 4607 0,'-2'2'400'0,"0"-2"-400"0,1 0 0 0,1 0 0 15,0 0 2368-15,0-2 384 0,0 2 64 0,0-1 32 0,0 1-304 0,-1-4-64 16,1 1-16-16,0 1 0 16,0-3-688-16,0 1-144 0,-1-1-32 0,1 0 0 0,0-2-640 0,-1 0-128 15,0 0-16-15,-1-1-16 0,-1 1-416 0,1 0-96 16,-3 0-16-16,-1 2 0 0,0 1-64 0,-1 1-16 16,-2-2 0-16,0 3 0 15,0 2 128-15,-1 0 0 0,0 0 16 0,1 2 0 0,1 1 96 0,0-1 16 16,1 1 0-16,-1 2 0 0,1 2-64 0,-1 2-16 15,0 0 0-15,0 3 0 0,1 2-224 0,0 1-144 0,-1 1 192 16,2 3-192-16,-2 3 192 0,3-3-64 0,-1 2 0 16,3-2-128-16,0 0 176 0,3-19-176 15,-2 28 160-15,2-28-160 0,0 0 192 0,0 0-48 0,0 0-16 0,0 0 0 16,0 0-128-16,27 29 128 0,-18-34-128 0,2-4 128 16,1-1-128-16,1-2 0 0,0-2 0 15,-1-2 128-15,1 1-128 0,-1-1-176 0,-1 1 48 16,-3 1 0-1,-1 0-496-15,0 2-80 0,-2 1-32 0,0 2 0 0,-2 1 240 16,-1 1 48-16,-1 0 16 0,-1 2 0 0,-1 2 432 0,-1-2-128 0,0 3 128 0,0 2 0 0,0 0 0 16,0 2 144-16,1 3 0 0,-1 0 0 15,0 0 368-15,0 2 64 0,1 2 0 0,-1 3 16 0,2-12-144 16,-1 26-16-16,1-26-16 0,1 29 0 0,-1-29-192 0,0 0-32 16,6 38-16-16,-6-38 0 0,0 0-176 0,0 0 160 15,0 0-160-15,0 0 160 0,29 30-160 0,-29-30 0 16,0 0 0-16,19-4 0 15,-13-1 0-15,0-1 0 0,1 0 0 0,-1-2 0 0,1-1 0 0,0 0 0 16,-1 0 0-16,2-1 0 16,-1-2-768-16,1 3-144 0,0-3-32 0,-1 3 0 15,-1-1-720-15,0 0-160 0,-2 1-32 0,0 0 0 16,0 1 896-16,-2 1 192 0,1 2 16 0,-1 1 16 0,0 0 736 0,-1 1 0 16,0 3 128-16,0 2-128 0,0 1 1120 15,-2 1 112-15,0 3 32 0,0 0 0 0,-1 4-32 0,0 0 0 0,-1 1 0 0,1 0 0 16,2-12-592-16,-5 26-112 0,5-26-16 0,-4 26-16 15,4-26-240-15,-2 21-32 16,2-21-16-16,0 0 0 0,-3 23-80 0,1-17 0 0,1-2-128 0,1 1 192 16,-1-3-192-16,0 1 144 0,1-3-144 0,0 0 128 15,0 0-128-15,0-3 0 0,0-1 0 0,1 0 0 16,0-2 0-16,0 0 0 0,1-2 0 0,1-1 0 16,0 0 0-16,1-2 0 0,1 2 0 0,-1-3 0 0,2 1 0 15,-1-1 0-15,1 0 0 0,1 0 0 0,0 0 0 31,1 0 0-31,0 2-176 0,1 1 176 0,0 2 0 0,1 0-160 16,1 3 160-16,-11 4 0 0,0 0 0 0,28-1 0 16,-28 1 0-16,0 0 0 0,0 0 0 0,0 0 0 0,22 36 0 0,-22-36 0 15,0 0 0-15,1 38 0 16,-1-38 0-16,-6 29 0 0,1-13 0 0,1 0 176 0,-2-1-176 0,1 1 160 16,0-2-16-16,1-2 0 0,4-12 0 0,-4 16 0 15,4-16-144-15,0 0 160 0,0 0-160 0,0 0 160 16,0 0-160-16,0 0 0 0,0 0 0 0,0 0 0 31,27-9-528-31,-18 0-144 0</inkml:trace>
  <inkml:trace contextRef="#ctx0" brushRef="#br1" timeOffset="-181126.33">13096 10572 21183 0,'1'0'944'0,"0"-1"192"0,1 1-912 0,-1 0-224 0,0 0 0 0,-1-2 0 0,1 2 1856 0,1-3 336 16,2 1 64-16,0-2 16 0,2-2-704 0,0 0-144 16,-1-1-16-16,1 0-16 0,-1-1-688 0,-1 1-144 15,1 0-32-15,-1-3 0 0,-2 4-352 0,-1-2-176 16,0 1 160-16,-3 0-160 0,0 2 0 0,-1 0 128 16,-3 1-128-16,0 2 0 0,-2-1 176 0,1 3-16 15,-2 1 0-15,0 3 0 0,0 1 224 0,0 2 64 16,-2 2 0-16,2 0 0 0,1 3-224 0,0 0-32 15,2 3-16-15,-1 1 0 0,3 2-48 0,-1 0 0 16,1 1 0-16,1-1 0 0,3-18 16 0,-2 36 0 0,2-36 0 0,0 0 0 16,7 37 16-16,-7-37 0 0,0 0 0 0,0 0 0 15,0 0-160-15,36 15 192 0,-36-15-192 0,23-7 192 16,-13 0-192-16,1 0 0 0,0-2 0 0,0-3 0 16,1-2 0-16,0-1 0 0,0 1 0 0,1-3 0 15,-1 1 0-15,-1-1 0 0,0 0 0 0,-2 1 0 16,-1 3 0-16,-3 0-144 0,1-3 144 0,-2-1-208 15,0 0-32-15,-2 1 0 0,-1-3 0 0,-2 0 0 16,0-2 240-16,-1 2-144 0,1 0 144 0,-2 2-128 16,2 3 128-16,-1-1 0 0,0 4 0 0,0 1 0 15,0 3 128-15,0 0 0 0,1 0 0 0,0 2 0 0,1 3 96 0,-1-1 32 16,2 4 0-16,-1 3 0 0,0-4-128 0,0 0-128 16,0 29 176-16,0-29-176 0,-1 45 176 0,1-19-176 15,-1 2 160-15,0 1-160 0,0 1 144 0,0 1-144 16,1 2 128-16,2-2-128 0,1-2 144 0,-3-29-144 15,14 54 160-15,-14-54-160 0,18 41 0 0,-18-41 0 16,0 0 0-16,32 40 0 0,-32-40-256 0,0 0-112 16,33 14-16-16</inkml:trace>
  <inkml:trace contextRef="#ctx0" brushRef="#br1" timeOffset="-180182.04">14176 10512 16575 0,'-2'-5'736'0,"0"0"160"31,0 1-720-31,1 0-176 0,2 3 0 0,-1-2 0 0,0 1 1808 0,0-2 336 0,1-4 64 0,1-1 16 0,0 0 192 0,-1 1 32 16,0-1 16-16,1 2 0 0,-1 2-1008 0,-1-1-208 16,0 3-32-16,-1-2-16 0,-1 2-544 15,0 0-96-15,-3 2-32 0,0-1 0 0,-1 1-176 0,-1 1-32 16,0 3-16-16,-2-1 0 0,0 0-112 0,0 4-32 0,0 0 0 0,-1 2 0 16,0 1-160-16,1 3 0 0,0 2 0 15,0 0 0-15,2 1 0 0,0 1 0 16,0 1 0-16,1 2 0 0,3-1 0 0,3-18 0 0,-3 31 0 0,3-31 0 15,0 0 0-15,0 0 0 0,17 38 0 0,-17-38 0 16,0 0 0-16,0 0 0 0,0 0 0 0,33 7 0 16,-26-10 0-16,2-1 0 0,0-3 0 0,-1 0 0 15,2 0 0-15,0-3 0 0,0 1 0 0,1-3 0 16,-1 1 0-16,1-1 0 0,-1 0 0 0,-1 0 0 0,-1 1 0 0,-3 0 0 16,2 2 0-16,-5 0 0 0,2 1 0 0,-2 1 0 15,-1 2 0-15,-1 3 0 16,0 0 0-16,-1 3 0 0,0 0 0 0,-2 4 0 15,1 0 0-15,0 2 0 0,-2 2 0 0,0 5 0 0,1 0 0 0,1 1 0 16,2-15 0 0,-5 31 0-16,5-31 0 0,-2 28 0 0,2-28 128 0,0 0-128 0,4 31 0 0,-4-31 160 15,0 0-160-15,0 0 160 0,0 0-160 0,0 0 128 16,0 0-128-16,34 2 128 0,-26-9-128 0,-2 0 0 16,1 0 0-16,1-3 0 0,1-2 0 0,1-2 0 15,2 0 0-15,-2 0 0 0,1 0 0 0,-1 2 0 0,1-2 0 0,0 0 0 16,0 2 0-16,0-2 0 0,0 2 0 0,-1 0 0 15,1-2-128-15,-1 2 128 0,0 1 0 0,-1 2 0 16,-1 1 0-16,1 2 0 0,-2 2 0 0,-7 4 0 16,0 0 0-16,0 0 0 0,0 0 0 0,0 0 0 15,0 0 0-15,36 26 0 0,-36-26 0 16,0 0 0 0,9 35 0-16,-9-35 0 0,4 30 128 0,-4-30-128 0,2 29 0 0,-2-29 0 15,0 34 0-15,0-34 0 0,-3 33 0 16,3-33 0-16,-4 28 0 0,4-28 0 0,-4 21 0 0,4-21 0 0,-5 12 0 0,2-7 0 0,2-4 0 0,-1 1 0 15,1-2 128-15,-1-3-128 0,1-1 144 0,0-1 0 16,1-2 0-16,0 0 0 0,0-1-16 0,1-3-128 16,1 1 192-16,1-2-64 15,-1-1-128-15,3 0 128 0,1 2-128 0,0-3 128 0,2-1-128 0,3-2 0 16,0 1 0-16,1-1 0 0,0 1 0 0,0 3 0 16,0 2 0-16,-1 1 0 0,0 2 0 0,-1 0 0 15,1 3 0-15,-3 0-12880 16,0 1-2464-16</inkml:trace>
  <inkml:trace contextRef="#ctx0" brushRef="#br1" timeOffset="-179874.73">14751 10418 4607 0,'6'-5'400'0,"-1"1"-400"0,-2 3 0 0,-1-2 0 0,0 1 2032 0,1-1 320 0,2-1 64 0,5-6 16 31,1-1 736-31,-1 1 160 0,-1 3 16 0,-2 2 16 15,-3 1-672-15,-2 4-144 0,-2 0-32 0,0 0 0 16,0 0-1200-16,0 0-240 0,-6 28-48 0,6-28-16 16,-9 24-528-16,4-10-96 0,0 2-32 0,0 1 0 15,-1-1-352-15,1 2 144 0,0 0-144 0,-1-1 0 16,6-17 192-16,-7 35-64 0,7-35 0 0,-3 34-128 16,3-34 192-16,0 0-64 0,8 40 0 0,-8-40-128 0,0 0 128 0,0 0-128 15,0 0 0-15,33 26 0 0,-33-26 0 0,0 0 0 16,23-2 0-16,-23 2 0 0,14-7 128 0,-6 3-128 15,1-2 0-15,-1-1 0 0,0-1 0 0,1-1 0 16,-2 0 0-16,1-1 0 16,-1-2-448-16,-1 3-112 15,0-3-16-15,-2 0 0 0,0 1-2624 0,-3 1-544 0</inkml:trace>
  <inkml:trace contextRef="#ctx0" brushRef="#br1" timeOffset="-179688.68">14788 10429 911 0,'-20'7'0'0,"7"0"0"16,3-2 0-16,3-1 0 0,3-1 3264 0,2 0 576 0,-1 1 128 0,-1 1 0 15,-3 4 240-15,0 2 32 16,1 1 16-16,6-12 0 0,0 0-1664 0,0 0-336 16,0 0-64-16,0 0-16 0,36 23-1088 0,-21-28-208 15,3 0-48-15,1-5-16 0,1 2-432 0,-1-2-96 0,1 0-16 0,-2-2 0 16,1 2-272-16,-3 1 128 0,1-2-128 0,-3 3 0 16,-1 1 0-16,-2 0 0 0,1 2 0 0,-3 0 0 15,1 2-192-15,-3 0-64 0,1 1 0 0,-2-1-12144 16,0 1-2432-16</inkml:trace>
  <inkml:trace contextRef="#ctx0" brushRef="#br1" timeOffset="-179516.01">15089 10353 14735 0,'0'0'640'0,"0"0"160"0,0 0-640 0,0 0-160 16,0 0 0-16,0 0 0 0,0 0 2720 0,0 0 512 15,0 0 96-15,0 0 32 0,37 17-592 0,-37-17-112 16,0 0-32-16,37 2 0 15,-37-2-1632-15,22-2-336 0,-22 2-64 0,0 0-16 0,26-2-576 0,-26 2-208 0,0 0 0 0,0 0-16640 16</inkml:trace>
  <inkml:trace contextRef="#ctx0" brushRef="#br1" timeOffset="-179342.06">15134 10460 12895 0,'-1'2'576'0,"-1"1"112"0,1 1-560 0,1-4-128 0,0 0 0 0,0 0 0 16,0 0 2528-16,0 0 480 0,0 0 80 0,0 0 32 0,3 34 256 0,-3-34 48 15,0 0 16-15,3 35 0 0,-3-35-1776 16,0 0-336-16,5 31-80 0,-5-31-16 0,0 0-848 0,0 0-160 16,0 0-32-16,0 0-16 0,26 33-176 0,-26-33 0 15,0 0 0-15,0 0-12352 16,20-1-2416 0</inkml:trace>
  <inkml:trace contextRef="#ctx0" brushRef="#br1" timeOffset="-178959.93">15547 10260 2751 0,'8'-16'256'0,"-3"6"-256"0,0 1 0 0,-2 0 0 16,-2 4 2448-16,0 0 448 0,0 1 96 0,2-5 16 15,1-4 848-15,-1-3 176 0,1-1 48 0,-3 3 0 16,-2 5-1312-16,-1 3-256 0,-1 3-48 0,-3 4-16 15,0 4-1184-15,-3 4-240 0,-1 3-64 0,-1 5 0 16,0 4-592-16,-1 5-128 0,1 3-32 0,-1 4 0 16,2 2-208-16,2-2 128 0,0-1-128 0,2 0 0 15,1-3 192-15,3 0-48 0,0 1-16 0,0 1 0 16,2 0-128-16,0 0 0 0,1 2 144 0,1 0-144 0,0-1 0 16,-2-32 0-16,7 61 0 0,-7-61 128 0,7 53-128 0,-7-53 0 15,3 46 0-15,-3-46 0 0,-1 38 0 0,1-38 0 16,-6 32 0-16,6-32 0 15,-12 25 0-15,3-15 0 0,1-1 0 0,0-4 0 0,-2-4 0 0,2-2 0 16,0-2 0-16,-1-2 0 16,2 1 0-16,-1-6 0 0,0-1 0 0,1-1 0 0,-2-2 0 0,1-1 0 15,-1-3 0-15,-2-2 0 0,-1-1 0 0,0 0-192 16,-1-3 64-16,0-2-18496 0</inkml:trace>
  <inkml:trace contextRef="#ctx0" brushRef="#br1" timeOffset="-178791.34">15272 10519 24879 0,'7'-5'1088'0,"0"3"256"0,0-3-1088 0,-1 3-256 0,-2-1 0 0,0 1 0 16,2 0 1376-16,4-2 224 15,5-2 32-15,6-3 16 0,3 2 272 0,0-3 48 16,0 3 16-16,-1 0 0 0,0 0-1152 0,-1 2-208 16,-1-2-48-16,0 2-16 15,-1 1-416-15,-2-1-144 0,-2 0 0 0,-3 0 144 0,-1 1-288 0,-12 4-64 0,20-4-16 0,-20 4-17392 16</inkml:trace>
  <inkml:trace contextRef="#ctx0" brushRef="#br1" timeOffset="-178601.25">15693 10380 19343 0,'6'-3'848'0,"-1"0"192"0,0 1-832 0,-2 2-208 15,-1-1 0-15,1 0 0 0,0 1 2624 0,3-3 464 16,3 1 112-16,5-3 0 0,2 3-896 0,0-3-192 15,-1 3-48-15,-15 2 0 0,27-3-1392 0,-27 3-288 16,0 0-48-16,29 0-16 0,-29 0-320 0,0 0 0 16,0 0 0-16,0 0 0 15,0 0-624-15,0 0-144 0,0 0-16 0,0 0-16 16,0 0-2288-16,-5 26-464 0</inkml:trace>
  <inkml:trace contextRef="#ctx0" brushRef="#br1" timeOffset="-178407.73">15806 10410 911 0,'1'0'0'0,"-1"0"0"0,0 0 0 0,0 0 0 16,0 0 1904-16,0 0 288 0,0 0 64 0,0 0 16 16,0 0 992-16,-4 34 208 0,4-34 48 0,-6 23 0 15,6-23-512-15,-8 24-112 0,8-24-16 0,-7 26 0 16,7-26-768-16,-7 23-176 0,7-23-16 0,0 0-16 16,-2 34-1088-16,2-34-224 0,0 0-32 0,0 0-16 0,5 33-416 15,-5-33-128-15,0 0 0 0,0 0 0 0,0 0 0 0,0 0 0 16,0 0 0-16,0 0 0 15,0 0-368-15,32 11-128 0,-28-15-16 16,2-5-17200-16</inkml:trace>
  <inkml:trace contextRef="#ctx0" brushRef="#br1" timeOffset="-177947.73">16112 10435 16575 0,'3'-3'1472'0,"-1"0"-1168"0,-1 1-304 0,-1 1 0 0,0 1 1664 0,0 0 288 15,1-2 48-15,1 0 16 0,0-3 736 0,0 0 128 16,-1 1 48-16,-1 1 0 0,-2-1-1376 0,0 1-272 16,-2 3-48-16,0-1-16 0,-2 1-640 15,0 1-144-15,-2 1-32 0,0 1 0 0,-2 2-112 0,0 2-32 16,-1 0 0-16,-1 1 0 0,1 3-48 0,-2-2-16 15,1 3 0-15,2 0 0 16,1 0-48-16,0 1-16 0,2 0 0 0,7-13 0 0,-11 25-128 16,11-25 192-16,0 0-192 0,-1 32 192 0,1-32-192 0,0 0 128 15,0 0-128-15,30 26 128 0,-30-26-128 0,28 5 0 16,-28-5 0-16,34-3 0 0,-16 1 0 0,0-3 0 0,-1 1 0 16,-1-3 0-1,0 2-400-15,0-2-64 0,1 0-16 0,1-1-18064 0</inkml:trace>
  <inkml:trace contextRef="#ctx0" brushRef="#br1" timeOffset="-177620.51">16368 10431 10415 0,'2'-2'224'0,"-2"-1"48"15,1 1 16-15,-1 0 16 0,1 2-304 0,-1-2 0 0,1 2 0 0,-1-3 0 0,1-1 2992 0,0 0 528 16,1 0 128-16,0-3 0 0,1 3-768 0,-1-1-144 16,1 0-48-16,0 0 0 0,0 0-1040 0,2 1-224 15,-1-1-32-15,1 2-16 0,0-1-784 0,-5 4-144 16,12-7-48-16,-12 7 0 0,10-5-80 0,-10 5 0 16,10-2-16-16,-10 2 0 0,0 0-96 0,0 0-16 0,0 0 0 0,0 0 0 15,0 0-16-15,0 0-16 0,0 0 0 0,0 0 0 16,0 0-160-16,30 18 0 0,-30-18 0 0,0 0 0 15,0 0 0-15,0 0 0 0,0 0 0 0,0 0-18736 32</inkml:trace>
  <inkml:trace contextRef="#ctx0" brushRef="#br1" timeOffset="-177446.38">16382 10484 15663 0,'0'0'688'0,"0"0"144"0,0 0-656 0,0 0-176 0,0 0 0 0,0 0 0 0,0 0 2496 0,-8 16 480 16,8-16 96-16,0 0 0 0,0 0 80 0,-6 36 16 16,6-36 0-16,0 0 0 0,-4 35-1952 0,4-35-384 15,0 0-64-15,0 0-32 0,0 38-560 0,0-38-176 16,0 0 0-16,0 0 0 0,0 0 0 0,0 0-224 16,0 0 16-16,0 0-17792 0</inkml:trace>
  <inkml:trace contextRef="#ctx0" brushRef="#br1" timeOffset="-176801.77">16658 10505 8287 0,'2'0'736'0,"0"-3"-592"0,-1 3-144 0,-1-2 0 15,1 2 2368-15,0-2 432 0,1 0 80 0,0-4 32 16,3 0 624-16,1-4 128 0,-1 1 32 0,2-1 0 15,-2 1-1776-15,0-1-368 0,-1 0-64 0,-1 2-16 16,0 0-896-16,-1 1-192 0,0 0-48 0,-3-1 0 16,1 4 0-16,-3 2 0 0,-2 0 0 0,0 4 0 0,-3 1-16 0,0 1-16 15,-2 3 0-15,0 0 0 0,0 2-144 0,-1 2-32 16,1 1 0-16,-1 1 0 0,3 0-128 0,-1 0 0 16,2 1 0-16,0 1 128 0,7-15-128 15,-10 28 0-15,10-28 0 0,0 0 0 0,-2 33 192 0,2-33-64 16,0 0 0-16,0 0 0 0,0 0-128 0,31 19 0 15,-31-19 0-15,21-4 128 0,-8 1-128 0,0-4 0 16,0 0 0-16,0-1 0 0,-2 2 0 0,2-4 0 16,1-2 0-16,-1 0 0 0,0 0 0 0,-2 0 0 15,-2 3-144-15,0-3 144 0,-3 3-176 0,-1-1 32 0,-1 3 0 16,-2-1 0-16,-2 3 144 0,-1 1 0 0,-1 4 0 0,-1 0 0 16,0 3 0-16,-1 0 0 0,4-3 0 0,-8 14 0 15,8-14 0-15,0 0 0 0,-9 26 0 0,9-26 0 16,0 0 128-16,-5 35-128 0,5-35 160 0,0 0-160 15,9 33 192-15,-9-33-64 0,0 0-128 0,0 0 192 16,34 31-192-16,-34-31 0 0,0 0 128 0,36 5-128 16,-36-5 0-16,26-7 0 0,-11 1 0 0,0-3 0 15,1-2 0-15,0-1 0 0,-1-2 0 0,0 2 0 16,0-3-272-16,-2 1-48 0,1 2-16 0,-2-2 0 16,0 0-1776-16,-1 2-336 0,-1-2-80 15,-1 1-16-15,1 0-144 0,-2-3-16 16,-2 1-16-16,1-4 0 0,-2 1 1920 0,0-3 384 0,1-2 80 0,-2 3 16 0,0 2 1472 0,0 2 320 15,-2 4 48-15,0 5 16 0,-1 2 528 0,0 3 112 16,-1 2 32-16,0 0 0 0,0 0-528 0,-7 14-96 16,7-14-32-16,-10 28 0 0,10-28-848 0,-15 46-192 15,5-16-16-15,-1 4-16 0,-1-1-176 0,1-1-48 16,1 0 0-16,3-1 0 0,2-5 16 0,5-26 0 16,0 47 0-16,0-47 0 0,8 41-128 0,-8-41-16 15,0 0-128-15,21 40 192 0,-21-40-192 0,0 0 0 16,33 14 0-16,-33-14-19584 0</inkml:trace>
  <inkml:trace contextRef="#ctx0" brushRef="#br1" timeOffset="-170731.93">17941 10385 13823 0,'0'-3'1216'0,"0"0"-960"0,0 1-256 0,0 2 0 16,0-2 1344-16,0 1 240 0,0-1 32 0,0 0 16 16,1-3 96-16,-1 2 0 0,0 3 16 0,-1 0 0 31,1 3-384-31,-1 3-80 0,1-6 0 0,0 0-16 0,-4 34-272 0,4-34-48 0,-7 33-16 0,1-13 0 16,1-1-288-16,-2 2-64 15,1-2-16-15,-2 0 0 0,1 3-160 0,-2-2-16 16,0-1-16-16,2-4 0 15,1-1 32-15,1-5 16 0,1-1 0 0,1-1 0 16,2-5-144-16,0-1-16 0,2-2-16 0,1-3 0 16,1-2-112-16,1-3-128 0,3 0 176 0,0-3-176 15,2-2 144-15,0-3-144 0,3 0 0 0,-1-2 144 16,1 0-144-16,-1 1 0 0,1 0-192 0,-1 0 192 16,0-2-320-16,-1 4 64 0,-1 2 16 0,0 2 0 0,-2 2 80 0,0 1 16 15,1 2 0-15,-2 0 0 0,2 2 144 0,-3 3 0 16,2 0 0-16,-2 1 0 0,1 4 0 0,-1-1 0 15,-5-2 0-15,0 0 0 0,0 0 144 0,0 0-144 16,14 51 192-16,-14-51-192 0,0 0 224 0,0 42-64 16,0-42-16-16,-3 31 0 0,3-31-144 0,-7 26 128 15,7-26-128-15,-7 26 128 0,2-16-128 0,1 1 160 16,-1-2-160-16,0-1 160 0,1-1-160 0,-1 0 0 0,1-5 0 0,1 0 128 16,1 1-128-16,1-5 0 0,0-1 0 0,2-2 0 15,0 0 0-15,1-3 0 0,1 0 0 0,1-2 0 16,1 1 0-16,0-3 0 0,4 0 0 15,0-4 0-15,1 1-192 0,1-1 48 0,-1-1 0 0,1 1 0 32,1-1-304-32,-1 1-48 0,0 1-16 0,0 2 0 0,-1 3 128 0,-1 0 0 15,0 4 16-15,-1 2 0 0,0 4 368 0,-3 0-176 0,-5 0 176 0,0 0-128 16,0 0 128-16,0 0 0 0,11 38 0 0,-11-38 128 16,0 0 0-16,-4 38 16 0,4-38 0 0,-7 26 0 0,7-26 144 15,-6 24 32-15,1-12 0 0,0 0 0 0,2-2-32 0,-2-1 0 16,1 0 0-16,1-1 0 0,0-2-48 0,0 0-16 15,2-3 0-15,0 0 0 0,1-2-224 0,0 1 176 16,1-2-176-16,0-2 160 0,1 1-160 0,0 1 0 16,0-2 0-16,-1 1 0 0,2 0 0 0,-1-1-224 15,0 0 48-15,0 1-11552 16,1 1-2320-16</inkml:trace>
  <inkml:trace contextRef="#ctx0" brushRef="#br1" timeOffset="-170313.45">18354 10405 8287 0,'1'-4'368'0,"0"1"80"0,1 2-448 0,-1 0 0 0,0-1 0 0,0 2 0 15,-1-2 2128-15,1 1 352 0,1-3 64 0,0 2 16 16,0-1 96-16,0 1 32 0,-2 2 0 0,-1 2 0 15,-1 0-832-15,0 1-176 16,-2 6-16-16,-2-2-16 0,1 5-752 0,-2 0-160 0,1 4-32 16,-1 1 0-16,2-4-256 0,-1 2-64 0,2 4-16 0,4-19 0 15,-7 33-176-15,7-33-16 0,0 0-16 0,1 34 0 16,-1-34 16-16,0 0 0 0,0 0 0 0,0 0 0 16,0 0-176-16,36 4 160 0,-27-8-160 0,0-4 160 15,2-3-160-15,1-1 192 0,1-2-192 0,-1 0 192 0,1-1-192 0,-2 1 0 16,0-2-160-16,-2 4 160 0,-2 0-400 0,-2 0 16 15,-3 2 0-15,-2 1 0 0,0 2 176 0,-5-1 32 16,0 2 16-16,-3-1 0 0,1 4 160 0,-1-1 0 16,-2 3 0-16,0 1 0 0,-1 0 448 0,1 1 0 15,1 3 16-15,1-2 0 0,0 1-160 16,3 2-48-16,0-2 0 0,3 0 0 0,0 0-256 0,2 0 0 16,2-1 0-16,1 0 0 15,2-2-1472-15,1 2-192 0</inkml:trace>
  <inkml:trace contextRef="#ctx0" brushRef="#br1" timeOffset="-169758.04">18572 10476 23039 0,'0'0'1024'0,"0"0"192"0,0 0-960 0,0 0-256 0,0 0 0 0,0 0 0 16,0 0 2480-16,0 0 448 0,30 1 80 0,-21-4 32 15,3-1-1440-15,0-2-304 0,1 0-48 0,-2-4-16 16,-1 3-736-16,-1-3-160 0,0 1-16 0,-1-1-16 15,-2 1-304-15,-1 0 0 0,-2 1 128 0,-1 2-128 16,-2 1 0-16,-1 1 0 16,-2 1 0-16,-1 1 0 0,-1 1 0 0,-2 1 0 15,-2 1 0-15,-1 1 0 0,-2 1 0 0,1 0 160 0,1 2-160 0,-1 0 128 0,-1 2 0 0,1 0 0 16,1 0 0-16,0 3 0 0,1-1-128 16,1 1 192-16,-1 2-192 0,3 0 192 0,-1 2-192 0,1-2 128 15,6-12-128-15,-9 28 128 0,9-28-128 0,-6 26 192 16,6-26-192-16,0 0 192 0,0 0-192 0,8 36 160 15,-8-36-160-15,0 0 160 0,0 0-160 0,0 0 0 16,34 12 0-16,-25-15 0 0,1-1 0 0,0-1 0 0,-1-2 0 0,0 0 0 16,0-2 0-16,1-2 0 0,0 0 0 0,0-1 0 15,1-2 0 1,-1-1 0-16,2 0-144 0,0-2 144 0,0-1-304 0,-1 2 0 0,-2 2 0 0,0-3 0 31,1 0-144-31,-3-3-16 0,0 0-16 0,-1-3 0 0,-1 1 288 0,-2-3 192 0,0 3-208 0,-2-2 80 16,0 3 128-16,-1 2 0 15,0-1 0-15,-1 6 0 0,0 3 256 0,0 4-32 0,0 2 0 0,-1 2 0 16,1 4 208-16,-1 3 32 0,-1 3 16 0,0 3 0 16,3-10-256-16,-7 28-48 0,7-28-16 0,-7 43 0 15,7-43-160-15,-4 50 128 0,4-50-128 0,-5 54 128 0,5-54-128 16,-4 55 128-16,4-55-128 0,-3 48 128 0,3-48-128 0,0 43 192 31,0-43-192-31,0 0 192 0,4 46-192 0,-4-46 0 0,0 0 0 0,0 0 0 0,14 41 0 0,-14-41 0 31,0 0 0-31,0 0 0 0,0 0 0 0,0 0-224 16,0 0 80-16,0 0-12240 16,0 0-2448-16</inkml:trace>
  <inkml:trace contextRef="#ctx0" brushRef="#br1" timeOffset="-169377.39">18858 10441 11967 0,'1'-2'528'0,"-1"1"112"0,1-1-512 0,-1 2-128 0,1-1 0 0,-1 1 0 15,1 0 1904-15,1-1 336 0,0 1 80 0,2 0 16 16,3 0 416-16,-7 0 64 0,0 0 32 0,0 0 0 16,32 2-928-16,-32-2-176 0,25 0-32 0,-12-2-16 15,2 0-768-15,-1-1-160 0,0-2-16 0,-1 1-16 0,0-3-480 0,-2 2-112 16,0-2-16-16,-2 2 0 0,1-2-128 0,-2 2 0 16,-1-2 0-16,-2 2 0 0,0 0 0 0,-3 0 0 15,0 1 0-15,-2-1 0 16,-1 1 0-16,-2 1 0 0,-3 2 0 0,-1-2 0 15,1 2-144-15,-1-1 144 0,-2-1 0 0,0 3 0 0,0-2 0 0,-2 2-128 16,0 2 128-16,1 1 0 0,0 0 0 0,0 1 0 16,2 3 0-16,0 0 0 0,1 3 0 0,0 0 0 15,1 2 0-15,-1 2 0 0,1 2 192 0,0-2-16 0,0 2 0 16,6-16 0-16,-6 32 16 0,6-32 0 0,0 0 0 16,3 33 0-16,-3-33-32 0,0 0 0 0,0 0 0 0,0 0 0 15,41 21-160-15,-28-23 192 0,0-1-192 0,-1-2 192 16,1 1-192-16,0-3 0 0,1-2 0 15,1 0 128-15,2-2-128 0,-1 2 0 0,-1-3 0 0,-1 3 0 16,2-1-320-16,-2 1 0 0,1 2 0 0,-2 1-11904 16,-1 0-2368-16</inkml:trace>
  <inkml:trace contextRef="#ctx0" brushRef="#br1" timeOffset="-169014.93">19315 10145 11967 0,'1'-3'1072'0,"0"1"-864"0,0 2-208 16,-1 0 0-16,0 0 2560 0,0 0 480 0,1 0 96 15,-1 1 0-15,1 0 512 0,-1 4 80 0,0-5 32 0,0 0 0 16,-6 29-2224-16,6-29-432 0,-10 35-80 0,10-35-32 16,-13 49-624-16,7-25-128 15,-2 2-32-15,2-3 0 0,6-23-16 0,-10 42-16 0,10-42 0 0,-2 35 0 16,2-35-176-16,0 0 192 0,2 38-192 0,-2-38 192 16,0 0-192-16,0 0 0 0,0 0 0 0,14 39 0 15,-14-39 0-15,0 0 0 0,0 0 0 0,0 0 0 16,0 0 0-16,0 0 0 0,37 16 0 0,-29-17 0 15,-1 1 0-15,1-2 0 0,0 0 0 0,2-2 0 0,0 0-272 0,3-2 16 16,-1-2 0-16,1 1-18176 16</inkml:trace>
  <inkml:trace contextRef="#ctx0" brushRef="#br1" timeOffset="-168628.08">19584 10327 12783 0,'4'-6'272'0,"-1"3"64"0,-1-2 16 0,0 2 16 0,0 1-368 0,0 2 0 16,0-2 0-16,2-1 0 0,1-2 3200 0,2-1 560 16,1-2 112-16,-1 1 32 0,2 0-1088 0,-4 3-192 15,1-1-64-15,-1 2 0 0,-3 2-1152 16,1 0-224-16,-2-1-48 0,-1 2-16 0,-1 0-736 0,-1 0-128 0,-1 2-48 0,-1 0 0 16,-1 0-80-16,-1 2-128 15,-2 2 176-15,0 1-176 16,-1 0 208-16,-2 1-64 0,0 1-16 0,-1 0 0 0,1-1-128 0,1 1 192 0,0 0-192 0,0 0 192 15,3-1-16-15,1-1 0 0,2-1 0 0,1 0 0 16,1-1-48-16,2-3-128 0,2 3 192 0,1-4-64 16,1 0-128-16,-4-1 0 0,0 0 0 0,0 0 128 0,33 10-128 15,-33-10 0-15,0 0 0 16,38 12 128-16,-38-12-128 0,0 0 0 0,39 21 0 0,-39-21 0 0,0 0 0 0,31 23 0 31,-31-23 128-31,0 0-128 0,0 0 0 0,0 0 0 0,20 41 0 0,-23-36 0 0,-2 2 0 0,-1-2 0 16,-3 0 0-16,-2 0 0 15,-1 0 0-15,-3-2 0 0,0-2 0 0,-1 1 128 0,-1-4-128 0,0 1 0 16,-2-2 0-16,2 0 0 0,0-2-240 16</inkml:trace>
  <inkml:trace contextRef="#ctx0" brushRef="#br1" timeOffset="-166664">20377 10396 9215 0,'1'-4'816'0,"-1"0"-656"0,0 2-160 0,0 0 0 16,0 0 1584-16,1 0 272 16,-1-3 64-16,1-3 16 0,1-3 368 0,-1-1 64 0,1 0 0 0,0-2 16 15,1 3-528-15,0 0-128 0,-1 4 0 0,1 2-16 32,-3 1-416-32,1 4-80 0,0 0 0 0,-2 2-16 0,0 3-416 0,0 4-80 0,-3 1 0 0,-1 4-16 15,1 0-288-15,-3 5-48 0,0 0-16 0,-1 3 0 16,2-1-208-16,-2 0-128 15,3 3 128-15,-1-3-128 0,2 0 0 0,4-21 128 0,-6 38-128 0,6-38 0 16,0 0 0-16,6 36 128 0,-6-36-128 0,0 0 0 16,0 0 0-16,0 0 0 0,39 2 0 0,-24-11 128 0,1-3-128 0,1-2 0 15,1-3 0-15,0 1 0 0,-1-3 0 0,-2 2 0 16,1-1 0-16,-1 0 0 16,-1 2-512 15,-2-1-80-31,-1 0-16 0,-2 3 0 0,-1 2 80 0,-3-1 16 0,-1 5 0 0,-1 0 0 0,-1 2 384 0,-1 3 128 15,-1 1 0-15,-1 2 0 0,-1 3 0 0,0 2 272 16,-1-1-16-16,0 4-16 0,1 1 208 0,-2 0 32 16,0 3 16-16,1 2 0 0,-3 0-128 0,1 1-32 15,5-15 0-15,-7 28 0 0,7-28-128 0,-7 27-16 16,7-27-16-16,0 0 0 0,-4 37 0 0,4-37 0 16,0 0 0-16,0 0 0 0,0 0-176 0,0 0 160 15,0 0-160-15,0 0 160 0,36 24-160 0,-27-30 0 0,3 0 0 0,0-3 0 16,0-1 0-16,1 1 0 0,1 0-160 0,0-1-11856 15,1 0-2368-15</inkml:trace>
  <inkml:trace contextRef="#ctx0" brushRef="#br1" timeOffset="-166300.65">20912 10307 9215 0,'5'-17'816'0,"-1"5"-656"0,-2 2-160 0,0 2 0 15,-1 5 1952-15,-1 2 352 0,0-1 80 0,0-1 16 16,0-2 512-16,-1 1 96 0,-2-1 32 0,-1 3 0 0,-3 6-1392 0,-1 1-288 15,-1 7-48-15,-2 1-16 0,-1 3-352 0,-1 3-80 16,1-1-16-16,-1 2 0 16,1-2-256-16,1 1-48 0,1-2-16 0,1-4 0 0,1 0-112 0,2-1-32 15,2-3 0-15,1-2 0 0,3-2-112 0,1 0-16 16,2-1-16-16,1-3 0 0,2 1-240 0,2-2 128 16,1 0-128-16,0-2 0 0,2 2 0 0,0 0 128 15,-1 2-128-15,-10-2 0 0,0 0 0 0,29 9 0 16,-29-9 0-16,0 0 0 0,0 0 0 0,32 24 0 15,-32-24 0-15,0 0 0 0,0 0 0 0,0 0 0 0,19 43 0 0,-19-43 0 16,0 0 0-16,0 0 0 0,-6 31 0 0,1-24 0 16,-1-2 0-16,-2 1 128 0,-1-1-128 0,-1-1 0 15,-1 0 128-15,-1 0-128 0,-2-1 176 0,-1 0-176 16,-1 0 208-16,1-2-64 0,1 1-16 0,-1 1 0 16,3-3-128-16,0 2 0 0,1-2 0 0,3 0 0 15,2 0 0-15,2-2 0 0,2 0 0 0,3 1-18624 16</inkml:trace>
  <inkml:trace contextRef="#ctx0" brushRef="#br1" timeOffset="-165922.15">21021 10486 20271 0,'-2'-2'1792'0,"0"2"-1424"15,2 2-368-15,0-2 0 0,0 1 1232 0,0-1 176 16,0 1 48-16,0-1 0 0,1 2 112 0,1 1 32 15,1-2 0-15,2 1 0 0,2-2-48 0,2-2 0 16,2 1 0-16,2-2 0 0,2-1-800 0,1-1-176 16,1-2-16-16,0 2-16 0,-1-2-368 0,-1 0-176 15,-2 0 160-15,-1 2-160 0,-2-2 0 0,-3 1 128 16,-1 0-128-16,-2 2 0 0,-3-1 0 0,-1 0 0 16,-1 1 0-16,-3-1 0 0,-1 2 0 0,-2-1 0 0,-1 1 0 0,-1-1 0 15,0 2 160-15,-1 1-160 0,-1 1 160 0,-1 1-160 16,0 0 256-16,0 1-32 0,-1 2-16 15,0 2 0-15,0 1-208 0,0 0 176 0,2 3-176 0,1-2 160 16,2 3-32-16,-2 0-128 16,1 4 192-16,1 2-64 0,0-1 32 0,3 1 0 0,5-17 0 0,-6 28 0 15,6-28 16-15,0 0 0 0,0 0 0 0,0 0 0 16,25 38-176-16,-25-38 0 0,26 3 0 0,-11-6 128 16,2 1-128-16,0-3 0 0,3-2 0 0,-1 0 0 0,0-3 0 0,0 3 0 15,0-4 0-15,0 2 0 16,1-1-832-1,-3 2-208-15,0 0-48 0,2 0-16608 0</inkml:trace>
  <inkml:trace contextRef="#ctx0" brushRef="#br1" timeOffset="-165427.45">21422 10453 7359 0,'-1'-2'320'0,"0"1"80"0,1-1-400 0,0 0 0 16,0 0 0-16,0 1 0 0,0-1 2656 0,1-1 448 15,0-1 96-15,1-3 0 16,0 0-304-16,0-3-64 0,1 0-16 0,-1 1 0 0,0 2-752 0,-1-3-144 0,1 4-48 15,-2 0 0-15,1 2-672 0,-2-1-144 0,-1 1-32 0,0 3 0 16,0 1-544-16,-2 1-112 16,0 3-32-16,-2 1 0 15,-1 0-192-15,-1 3-144 0,-1 3 192 0,-2-2-192 16,0 3 144-16,0-2-144 0,1 3 0 0,0-1 144 16,2-2-144-16,0 2 0 0,0 0 0 0,1-2 0 0,2-1 160 0,0 0-160 15,3-2 192-15,1-2-192 0,1 0 160 0,2 0-160 16,0-3 128-16,2-1-128 0,0 0 0 0,2-2 0 15,1 0 128-15,2-1-128 0,0-3 0 0,1 0 0 16,2 0 0-16,-1-2 0 0,0 0 0 0,0 0 0 16,1-2 128-16,1 1-128 0,-1-1 0 0,0-1 0 15,0-1 0-15,0 1 0 0,-2-1 0 0,0 1 0 16,-1-2 0-16,1-2 0 0,-2-2-192 0,-1-1 48 16,0 0 0-16,-1-7 0 0,0 0-64 0,-1-2-16 0,-1-2 0 15,-1-3 0-15,1-1 224 0,0 0-144 0,-2 1 144 0,1 1-128 16,0 4 128-16,-1 4 0 0,0 5 0 0,-2 1 0 15,1 9 0-15,-1 2 128 0,1 3-128 0,-2 4 176 16,1 5 16-16,-1 1 16 0,1-8 0 0,-6 30 0 16,6-30-80-16,-8 47-128 0,3-16 176 0,-1 6-176 15,-2 0 144-15,1 3-144 0,-3 5 0 0,1-1 144 16,1-3 0-16,0-3 0 0,4 0 0 0,2-4 0 16,2-34-144-16,3 59 160 0,-3-59-160 0,8 45 160 15,-8-45-160-15,0 0-192 0,21 42 32 0,-21-42-18720 16</inkml:trace>
  <inkml:trace contextRef="#ctx0" brushRef="#br1" timeOffset="-164183.85">22280 10240 5519 0,'-3'-8'496'0,"2"1"-496"16,-1 0 0-16,1 3 0 0,1 1 1568 0,0 0 224 15,1 1 32-15,-1-2 16 0,1-5 880 0,0-1 176 16,-1 0 48-16,2-2 0 16,1 3-608-16,-1-1-112 0,1 3-32 0,-1 1 0 15,0 1-496-15,-1 2-96 0,1 3-32 0,-1 0 0 0,-1 3-544 0,0-3-128 16,0 0 0-16,0 0-16 0,-5 47-496 0,5-47-80 16,-6 43-32-16,6-43 0 0,-8 52-272 0,2-24 0 15,0-2 128-15,1 0-128 0,-2-1 0 0,1-2 128 0,-1 0-128 0,2-4 0 16,5-19 144-16,-11 38-144 0,11-38 0 15,-8 28 144-15,8-28-144 0,0 0 0 0,-6 26 0 0,5-23 0 16,1-1 0-16,1-2 0 0,0-2 0 0,1-3 0 16,-1-1 0-16,3 0 0 0,0-3 0 0,2-2 0 15,0 1 0-15,0-2 0 0,1-2 0 0,0 2 0 16,3-2 0-16,-1 2 0 0,1 0 0 0,1 0 0 16,0 2 0-16,0 3 0 0,1 2 0 0,-1 2 0 0,-1 2 0 15,-1 2 0-15,-9-1 0 0,0 0 0 0,0 0 0 0,0 0 0 16,33 34 0-16,-33-34 0 0,0 0 0 0,0 0 0 15,5 48 0-15,-5-48 0 0,0 0 0 0,-9 40 0 16,2-28 0-16,-1 0 0 0,0-3 0 0,-2 1 0 16,0-1 0-16,-1-4 0 0,2 0 0 0,0 0 0 15,-1-3 0-15,1-2 0 0,1 0 0 0,0-2 0 16,1-1 0-16,1 0 0 16,1 0 0-16,1-2 0 0,0 2 0 0,3-2 0 0,-1 1 0 0,2-1 0 15,1 2 0-15,1-1 0 0,1-1 0 0,2 0 0 16,0 3 0-16,2-1 0 0,1 1 0 0,2-1 0 15,2 0 0-15,0 0 0 0,2 1 0 0,0-1 0 16,1 0 0-16,1 1 0 16,0-3-512-16,1 0 32 0,3 1 0 0,-1-4 0 15,0 2-1728-15,0-2-352 0,0-1-64 0,-1 2 0 16,0-3-176-16,-1 1-16 0,0-1-16 0,0-1 0 16,0-1 992-16,-2-2 208 0,0 0 32 0,-2 1 16 0,-2-1 1728 0,-1 0 352 0,-3 4 64 0,-2-1 16 15,-2 1 1872-15,-2 3 384 0,0 1 80 0,-2 1 16 16,0 2-368-16,1 2-64 0,-2 1 0 0,0 0-16 15,0 1-1120-15,0 2-208 0,0 2-64 0,0 1 0 16,1-1-512-16,1-5-96 16,0 0-32-16,0 0 0 0,-2 31-208 0,2-31-48 0,0 0-16 0,0 0 0 0,5 37-32 15,-5-37 0-15,0 0 0 0,0 0 0 16,13 43-16-16,-13-43-128 0,0 0 192 0,0 0-64 0,16 45-128 16,-16-45 0-16,0 0 0 0,0 0 128 0,0 0-128 0,20 43 0 15,-20-43 0-15,0 0 0 0,0 0 0 0,0 0 0 16,0 0 0-16,0 0 0 15,33 5 0-15,-27-10 0 0,0-1 0 0,0-2 0 0,0 1-224 0,0-3 32 16,0 0 0-16,0 1 0 0,0-2-112 0,1-1-16 16,-1 0 0-16,1-2 0 0,-1 0 320 0,1 1-192 15,-2-3 192-15,0 3-160 0,0 2 160 0,-1 1 192 16,-1 3-32-16,-1 3-16 0,0 1 144 0,-2 1 32 16,1 4 0-16,-1 1 0 0,-1 1-112 0,1-4-16 15,0 0 0-15,-6 36 0 0,6-36-32 0,-8 38-16 0,8-38 0 16,-12 52 0-16,4-24-144 0,0 6 160 0,0 1-160 0,-1 1 160 15,1 1 80-15,-2 1 16 0,-1 3 0 0,0-3 0 16,1-2-112-16,-2 1-16 0,-1-3 0 0,0-2 0 16,0-5-128-16,1-4 0 0,-1-1 0 0,2-8 128 15,0 0-128-15,1-4 128 0,-1-3-128 0,2-2 128 16,1-2 0-16,-2-4-128 16,2-1 192-16,0-3-64 0,-2-2-128 0,0-5 0 0,0 0 0 0,-1-4-20176 15</inkml:trace>
  <inkml:trace contextRef="#ctx0" brushRef="#br1" timeOffset="-159413.85">1368 11632 15663 0,'1'-3'1392'0,"0"0"-1120"0,-1 1-272 0,0 2 0 16,1 0 1536-16,-1-2 256 0,1-1 64 0,0-1 0 0,-1-1 256 0,1-3 64 15,0 2 16-15,0-2 0 16,0 2-400-16,-1 0-96 0,0 2-16 0,-1-3 0 0,1 3-736 0,-2-2-160 16,1 2-16-16,1 1-16 0,-2-1-496 0,0-1-112 15,0 1-16-15,-1-1 0 0,1-1-128 0,-1 0 0 31,-1 0 0-31,-1-3 0 0,1 2 0 0,-3-2 0 16,1 2 0-16,-1 2 0 0,0 2 0 0,0 5 0 0,0 1 0 0,-1 4 0 0,-1 5 0 0,-1 2 0 16,-1 5 0-16,-1 3 0 0,1 1 0 0,-1 5 0 0,1 1 0 0,1 0 0 15,2-1 0-15,0 1 0 0,2 1 0 0,0 1 0 32,3 0 0-32,1-3 0 0,1-4 0 0,2-6 0 0,2-3 0 0,-1-3 0 0,-2-12 0 0,0 0 0 15,0 0 0-15,0 0 0 0,0 0 0 0,0 0 0 16,43 28 0-16,-36-30 0 0,3 1 0 0,-1-2 0 31,-1 0 0-31,0-1 0 0,-1 3 0 0,1-3 0 0,0 1 0 0,-1-2 0 0,1 2 0 16,0-2 0-16,1-1 0 0,0-1 0 0,-1 0 0 0,1-2 0 0,1 2 0 0,0-3 0 31,1-2 0-31,1-1 0 0,0 0-384 0,0 0 0 16,0 0 0-16,-1 0 0 15,0 1-112-15,-2 1-16 16,-1 0-16-16,-1 4 0 0,-2-1 336 0,-1 1 64 0,-2 3 128 0,-1 3-208 0,-1 1 208 0,-2 1 0 15,0 4 0-15,-2 1 0 0,1 0 128 0,-2 2-128 16,1 2 0-16,0 2 0 0,0 0 240 0,0-2-64 16,2 2-16-16,0-1 0 0,2 1-32 0,0-1 0 15,0-1 0-15,1 0 0 0,1-4-128 0,1 2 128 16,1-4-128-16,-1-1 128 0,2-1-128 0,0-4 0 16,0 0 0-16,1-2 128 0,-1-1-128 0,2-1 0 0,-1-3 0 15,2-3 128-15,0 1-128 0,0-2 0 0,0-1 0 0,-1-2 0 16,1 1 0-16,-2 1 0 0,0 0 0 0,-2 2 0 15,-2 0 0-15,-2 2 0 0,0-1 0 0,-2 2 0 16,1 1-128-16,-3 1 128 0,0 0 0 0,-1 2 0 16,-1-2 0-16,0 5 0 0,-2-3 0 0,1 2 0 15,-1 3 0-15,1 1 0 0,-1 3 0 0,-2 0 0 16,2 2 0-16,0 1 0 0,1-2 0 0,0 4 0 16,-1 1 0-16,2-1 0 0,-1 3 0 0,3-3 0 15,1-1 0-15,1-2 0 0,2 0 0 0,0-2 0 16,2-1 0-16,1-1 0 0,0-5 0 0,2 1 0 0,1-2 0 0,1-4 0 15,1-1 0-15,1 0 0 0,0-1 0 0,1-2 0 16,1 2 0-16,-1-1 0 0,2 1 0 0,-3 2 0 16,1-1 0-16,0 0 0 0,0 2 0 0,-1 0 0 15,0 0 0-15,-1 0 0 0,2 3 0 0,-2-2 0 16,0 2 0-16,0 1 0 0,0 1 0 0,0-1 0 16,-1 1 0-16,0 2 0 0,1-2 0 0,-2 2 0 15,0 2 0-15,-1-2 0 0,0 2 0 0,-1-2 0 16,0 3 0-16,-2-1 0 0,0 1 0 0,0 1 0 15,-2 1 0-15,0-1 0 0,-1 1 0 0,-1 2 0 16,-1 1 0-16,0 2 0 0,-2 1 208 0,0 1-32 0,-1 2-16 16,-1-2 0-16,2 2 64 0,-2-2 16 0,2 0 0 0,0-3 0 15,2 1-112-15,0-3-128 0,1-2 176 0,1-3-176 16,0 0 304-16,1-1-48 0,1-2-16 0,0-1 0 16,2 0-240-16,-1-3 144 0,0 0-144 0,2-2 128 15,2-2-128-15,0-1 0 0,1-2 0 0,0 0 0 16,-1 1 0-16,1 1 0 0,1-2 0 0,1-2 0 0,-1 3 0 0,-2 1 0 15,1 2 0-15,-1 0 0 0,0 1 0 0,1 1 0 16,-2-1 0-16,0 3 0 0,-1 1 0 0,0 0 0 16,0 0 0-16,-1 2 0 0,-1 1 0 0,0 0 0 15,0 0 0-15,-1 1 0 0,0 0 0 0,0 1 0 16,0 1 0-16,-1 2 0 0,0-1 0 0,0 1 0 16,0 2 0-16,-1 3 0 0,1-1 0 15,-2 3 0-15,1 0 0 0,-1 3 0 0,0 1 0 0,0-2 0 0,1 3 0 16,-2-1 0-16,1-1 0 0,0 1 0 0,0-3 0 0,0-2 0 15,2-1 0-15,0-2 0 0,0-2 0 0,0-3 0 16,1 0 0-16,0-5 0 0,2 1 0 0,0-2 0 16,1-3 0-16,0 0 0 0,2-5 128 0,0-2-128 15,2-1 0-15,0 0 0 16,0-3 0-16,1 2 128 0,-2 1-128 0,1 0 0 0,0 1 0 0,-1-1 0 16,1 2 0-16,-2 1 0 0,0 2 0 0,-1 0 0 15,1 0 0-15,-1 1 0 0,-1 2 0 0,1 2 0 16,-1 2 0-16,-1-1 0 0,0 4 0 0,1 1 0 0,-1 1 0 15,-2 1 0-15,1 1 0 0,0 0 0 0,-1-1 0 0,-1 1 0 16,1 1 0-16,-1 2 0 16,1-1 0-16,-1 3 0 0,1 2 0 0,-1 0 0 15,1 0 0-15,-1 2 0 0,1 1 0 0,-1 1 0 0,0 1 0 0,0 1 128 16,1-1-128 0,0-1 192-16,-1-16-32 0,0 0 0 0,8 34 0 0,-8-34 0 0,0 0-160 0,0 0 0 15,0 0 0-15,0 0 128 0,37 10-128 0,-29-16 0 16,0-1 0-1,0-2-18432-15</inkml:trace>
  <inkml:trace contextRef="#ctx0" brushRef="#br1" timeOffset="-157855.65">2129 11581 3679 0,'0'-11'320'0,"0"3"-320"0,0 4 0 16,0-1 0-16,0 3 2800 0,0 2 480 0,0 0 112 0,0-1 0 15,0 1-384-15,-1 0-64 16,1 3-32-16,-1 4 0 0,1 1-352 0,-2 6-80 16,0 4-16-16,0 4 0 0,0 4-2224 0,0 1-448 15,0 2-96-15,-1 3-16 0,0-2 672 0,0 2 128 0,-1 0 32 0,1 0 0 16,-2 0-96-16,1-3-16 0,1-1 0 0,1-4 0 15,1-3-208-15,1-1-64 0,0-20 0 0,4 32 0 16,-4-32-128-16,0 0 0 0,0 0 0 0,8 32 0 16,-6-28 0-16,-1-4 0 0,0 0 0 0,0-2 0 15,0-1 0-15,0-2 0 0,0 1 0 0,0-4 0 0,-1 2 0 16,1-4-144-16,-1-2 0 0,1 2 0 16,-1-4-1184-1,0 0-224-15,0-2-48 0,-2-1-16 0,1 1-304 0,-1-1-48 0,-1-4-16 0,-2-3 0 16,0 0 912-16,-3 0 176 0,2-4 48 0,-1 0 0 0,2 2 656 0,0 2 192 15,2 5 0-15,1 3 0 16,1 3 0-16,2 2 0 0,0 2 192 0,1 3-64 0,0 1 480 0,2 1 96 16,-1 4 0-16,2-2 16 0,1 1-16 0,1 2 0 15,0-1 0-15,1 2 0 0,1-2 1296 0,1 0 256 16,-10 0 48-16,0 0 16 16,33 0-2320-16,-21-3-272 0,0 1-160 0,-1-1-16 0,0 0 448 15,-1 0 160-15,1 0 0 0,-3-1 0 0,0 3-160 0,-1 2 0 0,-2 1 0 16,-1 1 128-16,-1 1-128 0,-3 1 0 0,-2 3 0 0,-3 1 0 15,-1 2 0-15,-3 1 0 16,0 2 0-16,-3 0 0 0,1-1 0 0,-2 1 0 0,0 0 0 0,-1 0 0 16,0 0 0-16,2-2 0 0,2-4 144 0,2 0-144 15,0-2 0-15,3-2 0 0,2-2 0 0,2-2 0 16,1 0 0-16,1-2 0 0,3-3 0 0,2-3 0 16,1-1-336-16,4-2-48 0,0-1 0 15,2 0 0 1,1-2-2528-16,1 0-512 0,3 0-96 0,1 1-32 0,-3 0 176 0,0 3 48 0,0 0 0 0,0 1 0 15,-1 0 1904-15,0 2 384 0,-2 1 80 0,-2 2 0 0,0-1 1088 0,-1 0 224 16,-3 3 32-16,-1 0 16 0,-1 0 1904 0,-2 1 384 16,0-1 80-16,-1 2 16 15,0-2-96-15,-2 1 0 0,0-1-16 0,-1 2 0 0,0-1-752 0,0 1-128 16,-1-1-48-16,-1 1 0 0,0 0-752 0,1 0-160 16,0 0-16-16,-1 1-16 15,1 0-224-15,-1 1-64 0,1 1 0 0,1 0 0 0,0 1-256 0,-1 3-64 16,1 2-16-16,0 0 0 0,1 2 128 0,0 0 16 15,0 2 16-15,0 1 0 0,0 1-144 16,1-2-16-16,0 0-16 0,0 0 0 0,0-3-160 0,-1-10 192 16,0 0-192-16,0 0 192 0,0 0-192 0,0 0 0 15,0 0 0-15,0 0 0 0,0 0 0 0,0 0 0 16,0 0 0-16,41 16 0 0,-34-23 0 0,0-2 0 0,2-1 0 0,-2 1 0 16,0-1 0-16,2-1 0 0,-1-1 0 0,1 2 0 31,-1-2 0-31,0 0 0 0,1-1 0 0,-3 0 0 0,0 3 0 0,-1-3 0 0,1 1-176 0,-3 2 176 15,1-1-128-15,-1 2 128 0,-2 0-128 0,0 3 128 16,-1 1 0-16,-1 2 0 0,0 1 0 0,-1 2 0 16,0 0 0-16,0 0 0 0,1 2 0 0,-1 0 0 15,0 4 0-15,0-2 0 0,0 1 0 0,0 1 0 0,1-2 0 16,-1 3 0-16,2-1 0 0,-1 2 0 0,1-1 0 16,0 2 0-16,0 2 0 0,0-2 128 0,1 0-128 0,0 0 0 15,1 1 0-15,1-3 128 0,0 0 0 0,0 0 0 16,-3-7 0-16,0 0 0 0,0 0 0 0,0 0 0 15,0 0 0-15,28 33 0 16,-22-30-128-16,0-1 0 0,1-2 0 0,0-3 128 0,1 0-128 0,-1-2 0 16,1-1 0-16,1-1 0 0,-1-2 0 0,0-1 0 15,1 1 0-15,-1-2-12000 16,0 1-2384-16</inkml:trace>
  <inkml:trace contextRef="#ctx0" brushRef="#br1" timeOffset="-157534.72">2750 11347 9215 0,'0'-5'816'0,"0"0"-656"0,0 0-160 0,0 3 0 0,-1 2 2432 0,1 0 448 16,0 0 80-16,-1 0 32 0,1 0 160 0,-1 0 48 15,0 3 0-15,0 6 0 0,-1 0-1536 0,1 4-288 16,0 5-64-16,0 4-16 0,0-1-768 0,-1 3-144 16,1 1-48-16,1 1 0 0,-1 1-192 0,-1-1-144 15,0 0 192-15,-1 1-192 0,2 3 320 0,0-4-64 16,1-4 0-16,1-1 0 0,-1-21-80 0,6 35-32 16,-6-35 0-16,0 0 0 0,0 0-144 0,0 0 0 0,34 36 144 15,-26-36-144-15,0-2 0 0,1-1 0 0,0-3 0 0,-1-2 0 16,1-1 0-16,-1 0 0 0,-1 0 0 0,0-2 0 31,-1-1-592-31,0 0-144 0,-2-2-32 0,-1 2-15920 0</inkml:trace>
  <inkml:trace contextRef="#ctx0" brushRef="#br1" timeOffset="-157309.83">2697 11560 8287 0,'-11'2'368'0,"2"1"80"0,3 0-448 0,1-1 0 0,3 0 0 0,2-2 0 16,-2 2 2256-16,-1 0 368 0,-1 3 80 0,0-1 16 0,1 2 352 0,1-3 80 15,4 1 16-15,1-4 0 0,3 0-784 16,1-2-144-16,3-1-48 0,1-2 0 16,2 1-1024-16,0-3-208 0,0 0-32 0,1 0-16 0,-1 2-624 0,1-3-128 15,-2 1-32-15,0 2 0 0,0 1-128 0,-2-1 0 16,0 0 0-16,-1 3 0 0,0 0 0 0,-2 0-224 16,0 1 80-16,-1 1-11952 15,1 1-2400-15</inkml:trace>
  <inkml:trace contextRef="#ctx0" brushRef="#br1" timeOffset="-156978.29">2884 11652 14735 0,'4'1'640'0,"-2"-1"160"0,1 0-640 0,-1-1-160 0,0 1 0 0,0-2 0 16,1 1 2512-16,2 0 480 0,3-4 80 0,4 0 32 16,1-2-416-16,2 0-64 15,1-3-32-15,-2 2 0 0,1 0-1376 0,0-1-288 0,-2 4-48 0,-1-3-16 16,-1 2-512-16,-2-1-96 0,0 2-32 0,-3-2 0 15,0 4-224-15,-1-3 0 0,-2 2 0 0,-2-2 0 16,0 1 0-16,-1 0 0 16,-2 0 0-16,-1 0 0 0,-1 1 0 0,-3-1 0 0,0 0 0 0,-2 1 0 15,-2 1 0-15,-1-1 0 16,-2 3-160-16,1 1 160 0,1 3-464 16,0-1-16-16,2 3 0 0,2-1 0 0,0 4 160 0,3-1 48 0,0 5 0 0,1-1 0 0,1 4 272 0,0 0 0 15,1 2 0-15,1 0 0 0,1 1 320 0,1 0 64 16,-1-18 0-16,6 32 16 0,-6-32 176 0,0 0 16 15,22 35 16-15,-22-35 0 0,0 0-288 0,0 0-48 16,47 14-16-16,-33-17 0 0,0 1-128 0,-1-2-128 16,1-2 144-16,-3 2-144 15,0-3 0-15,-1 0 0 0,2-3 0 0,-2 3 0 16,1-2-1120-16,-1 1-272 0</inkml:trace>
  <inkml:trace contextRef="#ctx0" brushRef="#br1" timeOffset="-156609.04">3169 11581 10127 0,'0'-9'448'0,"-1"4"96"0,1-1-544 0,0 3 0 16,1 0 0-16,0 1 0 0,0-1 2816 0,1 0 464 16,1-3 96-16,1-1 16 0,1 0-496 0,0 0-80 15,2 2-32-15,-2 2 0 0,2 1-1440 0,0 2-272 16,2 2-64-16,-1 1-16 0,-8-3-496 0,0 0-112 15,0 0 0-15,0 0-16 0,40 28-160 0,-40-28-16 16,0 0-16-16,0 0 0 0,25 43-176 0,-25-43 160 16,0 0-160-16,10 42 160 0,-10-42-160 0,2 29 0 15,-3-19 0-15,0 1 128 0,0-3-128 0,-1-1 0 0,0-2 0 0,1-2 0 16,-1-2 128-16,0-1-128 0,1-1 128 0,0-2-128 16,0 0 464-16,1-4 16 0,1 0 0 0,0-4 0 15,2 1-192-15,0-4-32 0,2-1-16 0,1-2 0 16,1-1-64-16,1-2-16 0,2 2 0 0,-1-1 0 15,0 2-160-15,1 3 0 0,2 0 0 0,-2 0 0 16,-1 4 0-16,1 0 0 0,0 3 0 0,0-1 0 0,-1 2-288 16,0 1-32-16,0 1-16 0,-1 2-11824 15,0 1-2352-15</inkml:trace>
  <inkml:trace contextRef="#ctx0" brushRef="#br1" timeOffset="-156235.99">3734 11460 5519 0,'2'-2'240'0,"-1"0"64"0,-1-1-304 0,0 1 0 16,0 2 0-16,0-2 0 0,0 1 1584 0,-1-2 256 16,0 0 48-16,-1-3 16 0,-1 3 992 0,-1 0 208 15,0 0 32-15,-2 1 16 0,-1 2-784 0,-2 2-176 0,1-1-16 0,-2 1-16 16,-1 2-656-16,-1 1-128 0,-1 0-32 0,-2 2 0 15,0 0-528-15,0 3-112 0,-1 1-32 0,2 1 0 16,1 0-320-16,1 2-64 0,0 1-16 0,2-1 0 16,1 0 48-16,1-1 0 15,2 0 0-15,1-1 0 0,3 0-128 0,1-3 0 0,1-2-16 0,2 1 0 16,2-4-48-16,-4-4-128 0,0 0 192 0,0 0-64 16,38 8-128-16,-23-9 192 0,2-1-192 0,0-1 192 0,-1 1-192 15,1 2 192-15,-17 0-192 0,33 0 192 0,-33 0-192 0,0 0 0 16,38 11 0-16,-38-11 0 0,0 0 0 0,0 0 0 15,0 0 0-15,18 46 0 16,-25-34 0-16,-2 2 0 0,-4 1 0 0,-3-1 0 0,-2 0 0 0,-4-1 0 16,1 0 0-16,-2-1 0 0,0-2 0 0,1-3 0 15,4 0 128-15,1-3-12768 16,5-2-2544-16</inkml:trace>
  <inkml:trace contextRef="#ctx0" brushRef="#br1" timeOffset="-155541.08">4145 11768 21183 0,'1'-2'1888'0,"-1"1"-1504"16,0 0-384-16,0 1 0 0,0-2 1008 0,1 2 128 15,1-3 16-15,1-2 16 0,0 3 144 0,1-3 32 16,-1 0 0-16,1 3 0 0,0 1-352 0,-1 0-64 16,1 1-16-16,-1 1 0 0,1 0-592 0,-3 2-112 15,1 2-16-15,-1-1-16 0,-1 1-176 0,-1 0 0 16,-2 1 144-16,0 0-144 0,-2 0 160 0,1-1-32 15,-2 1-128-15,0-2 192 0,1 1 144 0,-1-3 32 16,2-1 0-16,0-1 0 0,0-1 192 0,1-4 32 16,2 0 16-16,0-2 0 0,1-1 16 0,1-3 0 15,2 2 0-15,1-1 0 0,1 1-304 0,0-2-64 16,3 0-16-16,-1 2 0 0,0 0-240 0,0 2 176 16,0 2-176-16,-1 2 160 0,-1 1-160 0,0 4 0 0,-1 1 0 15,-1 1 0-15,-1 2 0 0,-2 3 0 0,0 3 0 0,-2 1 0 16,-1 2 0-16,-1-3 0 0,-1 0 0 0,2-1-18528 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10-23T00:54:28.661"/>
    </inkml:context>
    <inkml:brush xml:id="br0">
      <inkml:brushProperty name="width" value="0.05292" units="cm"/>
      <inkml:brushProperty name="height" value="0.05292" units="cm"/>
      <inkml:brushProperty name="color" value="#C00000"/>
    </inkml:brush>
    <inkml:brush xml:id="br1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3976 10472 5519 0,'1'0'496'0,"-1"-2"-496"0,0 2 0 0,0 0 0 0,0 0 640 0,1-1 48 15,-1 1 0-15,0 0 0 16,1-2 256-16,0 2 48 0,0 0 16 0,1-2 0 16,0 4-320-16,0-2-64 0,0 0-16 0,1 2 0 0,0-2-192 0,1 1-32 15,1 1-16-15,0-2 0 0,1-2 144 0,-1 2 48 31,2 0 0-31,-2 0 0 0,3 0 128 0,-2-1 16 0,3 1 16 0,-2-2 0 0,2 0 112 0,0 1 0 16,-2-1 16-16,1 1 0 0,3 0-128 0,-2-1-16 16,2-1-16-16,-1 1 0 0,1 1-224 0,1 0-32 31,-1 0-16-31,1-1 0 0,1 2-128 0,0-2-32 0,0 2 0 0,0-3 0 0,1 3-16 0,-3-2-16 16,0 2 0-16,0 0 0 0,0-2-32 0,1 1 0 0,0 1 0 15,-1 0 0-15,1-2-32 16,-1 2-16-16,1 0 0 0,0 0 0 15,0-1 112-15,1 0 0 0,0-1 16 0,1 0 0 16,-1 1 0-16,0-1 0 0,0 1 0 0,0-1 0 16,1 2-32-16,-1 0-16 0,-13 0 0 0,28 0 0 0,-28 0-64 0,30 0-16 15,-30 0 0-15,30 3 0 0,-30-3-144 0,27 2 160 16,-27-2-160-16,27 1 160 0,-27-1-160 0,0 0 0 16,38 4 144-16,-38-4-144 0,30 0 0 0,-14 0 0 15,0 0 0-15,-1 0 128 0,-15 0-128 0,33 2 144 16,-17-2-144-16,-16 0 160 0,36 0 32 15,-36 0 16-15,36 3 0 0,-36-3 0 0,37 2 80 0,-37-2 16 16,37 0 0-16,-18-2 0 0,-3 1-112 0,1 1 0 16,0-2-16-16,-2 0 0 0,0 0-48 0,0 0-128 15,0 1 192-15,-2-2-64 0,-1 3-128 0,0-2 0 16,-1 1 0-16,-1 1 0 0,0 0 0 0,-3 0 0 16,0 0 0-16,-3 0 0 0,1 1 0 0,-3-1 0 0,0 0-160 0,-2 2-10672 31,0 1-2144-31</inkml:trace>
  <inkml:trace contextRef="#ctx0" brushRef="#br0" timeOffset="2620.07">4272 10832 5519 0,'0'-1'496'0,"0"0"-496"0,1-2 0 0,-1 3 0 15,0-2 864-15,0 2 80 16,1-3 16-16,-1-3 0 0,0 1 368 0,1-2 80 0,2 2 0 0,-2-1 16 16,0 0 48-16,-1 1 16 15,1 3 0-15,-1-3 0 0,0 3-288 0,0 0-64 0,0 1-16 0,-1 1 0 16,0-2-240-16,0 4-48 0,0-2-16 0,0 3 0 15,-1 2-336-15,2-1-64 0,-2 1-16 0,0 2 0 16,0 3-144-16,0-1-16 0,0 3-16 0,-1 0 0 16,2-3-32-16,-1 2-16 0,0 2 0 0,0 0 0 15,-1 2 80-15,1 2 0 0,1-2 16 0,-1 1 0 0,0-3-48 0,0 0-16 16,2-1 0-16,0 0 0 0,-1-3 48 0,2-2 16 16,-1 0 0-16,1-2 0 0,1 0-80 0,-1-3-32 15,1-2 0-15,0 0 0 0,1-2-160 0,1-3 0 16,0 0 144-16,2-2-144 0,1 0 0 0,0-2 0 15,1-1 0 1,1-1 128-16,0 1-432 0,-1-2-80 0,0 3 0 0,0-3-16 16,0 1-560-16,0 0-96 0,-1 2-32 0,1-3 0 15,-1 3 304-15,-1-3 48 16,0 2 16-16,-1 3 0 0,-1 0 480 0,-2 0 112 0,0 2 128 0,-1 1-208 0,0 1 208 0,-2-2 0 0,0 1 0 0,0 1 0 16,0-1 256-16,-1 1-16 0,1 1 0 0,-1-1 0 15,1 1 304-15,-1 0 64 16,1 1 16-16,0 1 0 0,-1 1-128 0,0 3-32 15,1-1 0-15,0 1 0 0,-1 2-80 0,1 2-32 0,-1 1 0 0,1 2 0 16,0-2 0-16,0 3 0 0,-1 2 0 0,1 0 0 16,0-1-112-16,0 1-32 0,1-2 0 0,1-1 0 15,0 1-48-15,0-5-16 0,1 1 0 0,1-2 0 0,-1-3 16 0,1 0 0 16,1-1 0-16,1-4 0 16,0 1-160-16,1-3 0 15,0 1 144-15,-1-4-144 0,2 0 0 16,1-1-208-16,0 0 16 0,2-1-9744 15,-2 0-1968-15</inkml:trace>
  <inkml:trace contextRef="#ctx0" brushRef="#br0" timeOffset="3115.55">4534 10792 9215 0,'-1'-2'400'0,"0"2"96"0,0-2-496 0,0 1 0 0,1 1 0 0,0 0 0 16,0 0 1024-16,-1 0 96 0,1 0 32 0,0 1 0 15,-1 1 576-15,0 0 112 0,1 2 16 0,-1 2 16 16,0 1-480-16,-1 2-112 0,0 3 0 0,0 0-16 16,0 0-400-16,0 2-80 0,0 0-16 0,0 0 0 15,-1 0-128-15,1-2-16 0,0 2-16 0,1-4 0 16,-1 2-32-16,1-5-16 0,0-2 0 0,1-1 0 15,0-1-128-15,1-3-32 0,0 0 0 0,-1-1 0 16,2-1-128-16,-1-2-16 0,1-3-16 0,1 0 0 16,0-1-112-16,1-1 0 0,0-1-128 0,0-1 192 15,1-1-192-15,-1 0 0 0,2 0 0 0,-2 0 0 0,2 3-160 0,-1-1 160 16,0 1-128-16,0-2 128 0,1 2 0 0,0 0-160 16,-2 2 160-16,2 0 0 0,-1 2 0 0,-2 1 0 15,1 2 0-15,0 4 0 0,0 0 0 0,-2 0 0 16,0 3 0-16,1 2 0 0,0 0 240 0,-1 0-48 0,-1 3-16 15,-1 0 0-15,0-1 144 0,0 2 16 0,0 1 16 16,-2 0 0-16,0 2-32 0,0 0-16 0,1-2 0 0,-1 0 0 16,1 0-48-16,-1-2-16 0,1-3 0 0,1 0 0 15,0 0-112-15,0-4-128 0,0 1 176 0,1-2-176 16,1-2 0-16,-1 0 0 0,2-2 0 0,-1 0 0 31,2-3-288-31,-1 0-112 0,3-1-32 0,-1 0-16080 0</inkml:trace>
  <inkml:trace contextRef="#ctx0" brushRef="#br0" timeOffset="3300.88">4759 10744 13823 0,'0'0'1216'0,"0"1"-960"0,0 1-256 0,0 0 0 0,1-1 1728 0,-1 1 288 16,0 0 64-16,1 0 16 15,0 5 1552-15,2-2 304 0,0 2 64 0,1-1 16 0,0 0-2944 0,1-3-576 0,-1 0-112 0,2 0-16 16,1-3-160-16,-1 1-32 0,0 1 0 0,0-2 0 15,-1 2-464-15,-1-1-112 16,-1 1 0-16,0 0-16064 0</inkml:trace>
  <inkml:trace contextRef="#ctx0" brushRef="#br0" timeOffset="3447.19">4759 10870 12895 0,'-1'0'576'0,"0"2"112"0,1-2-560 0,-1 1-128 0,1 1 0 0,0 0 0 0,-1-1 2096 0,0 4 384 31,0 3 80-31,-1 2 0 0,0 1 1024 0,0 4 208 0,2 0 48 0,-1-2 0 0,0 0-3152 0,1-2-688 16,1-2 0-16,0-1 0 0,-1-8 0 0,0 0 0 15,0 0 0-15,0 0 0 16,0 0 256-16</inkml:trace>
  <inkml:trace contextRef="#ctx0" brushRef="#br0" timeOffset="3834.05">4948 10808 11967 0,'1'-2'528'0,"0"-2"112"0,0 1-512 0,-1 1-128 0,0 1 0 0,0 1 0 15,1-2 1760-15,0 0 320 0,1 0 64 0,1-3 16 16,0 2 336-16,-1 1 64 0,0 0 0 0,0 2 16 15,-1 2-832-15,0 2-160 0,0 2-48 0,-1 1 0 16,0 2-704-16,0 3-160 0,-1 1-32 0,-1 0 0 16,1-1-384-16,-1 2-96 0,1 2-16 0,-1 1 0 15,1 0-144-15,1-3 0 0,0 0 0 0,1-3 128 0,0 0-128 16,1-6 0-16,1 2 0 0,1-4 128 0,-1-2-128 16,0-1 0-16,-1-1 144 0,2-2-144 15,-1-2 192-15,0 0-16 0,1-2-16 0,0-2 0 16,0 0 96-16,0-2 0 0,1-1 16 0,0 0 0 0,1-1-144 0,0 0-128 15,-1 0 192-15,1 0-192 0,1 1 128 16,1 1-128-16,-1-1 0 0,0 1 0 0,2 1 0 0,-2 0 0 16,1 0 0-16,-1 4 0 0,-1-2 736 0,1 2 192 15,-1 0 32-15,-1 2 16 16,0 0-2560-16,-1 1-512 0,2 2-96 0,-1 1-14768 16</inkml:trace>
  <inkml:trace contextRef="#ctx0" brushRef="#br0" timeOffset="4459.85">5170 10854 6447 0,'-2'2'576'0,"2"-2"-576"0,0 1 0 0,0-1 0 15,-1 0 1408-15,0 1 160 0,0 1 32 0,-2-1 16 16,1 3 928-16,-1-1 176 0,1-1 32 0,1-2 16 16,0 2 464-16,1-1 96 15,0 1 0-15,1 0 16 0,0-2-2624 0,0 3-528 16,0-3-192-16,1 2 144 0,1-1 160 0,0 0 16 0,0-1 16 0,0 0 0 16,2 2-160-16,0-4-48 0,-1 2 0 0,2-2 0 15,-1-2-128-15,2 1 192 0,0-2-192 0,2 0 192 16,-2-2-192-16,0 0 0 0,1 1 144 0,-2 0-144 15,2-1 0-15,-3 2 0 0,0-2 0 0,0 1 0 16,-3 1 0-16,0 0 0 0,-1 2 0 0,-1-2-128 0,-1 2 128 16,-2 0 0-16,0 0-144 0,-2 0 144 15,0 0-192-15,-2 2 16 0,-1-3 16 0,-2 3 0 0,1-1-176 0,-1 2-48 16,0-2 0-16,0 2 0 0,1 0 240 0,1 2 144 16,0 3-192-1,1-2 192-15,1 3 0 0,0 3-128 0,1-1 128 0,1 4 0 0,0-1 0 0,0 2 176 16,2 1-32-16,1 2 0 0,1 0 288 0,0 1 48 15,0-17 16-15,5 34 0 16,-5-34-16-16,0 0 0 0,15 43 0 0,-15-43 0 0,0 0-144 16,0 0-16-16,0 0-16 0,39 28 0 0,-30-30-160 0,1-1-16 0,1 0-128 15,-2-4 192-15,1-1-192 0,1-2-160 0,0 0 32 0,1-2-17280 16</inkml:trace>
  <inkml:trace contextRef="#ctx0" brushRef="#br0" timeOffset="4823.5">5360 10832 12895 0,'0'0'576'0,"-1"-1"112"0,1 1-560 0,0-1-128 0,1 1 0 0,-1 0 0 16,1-2 1504-16,1 1 272 15,2-1 48-15,1-1 16 0,1-1-288 0,1 0-48 16,-1 1-16-16,1 0 0 0,0 1-720 0,-1 0-160 0,2 2-32 0,-3 0 0 0,2 2-288 0,-2 0-64 31,0 1-16-31,-1 2 0 0,0-1-48 0,-3 1-16 0,1 1 0 0,-1 2 0 16,0-1 16-16,-2 1 0 0,0-2 0 0,-1 2 0 0,0 1 80 0,-3-2 16 31,1 3 0-31,-1-3 0 0,-1 0-128 0,1 0 0 0,-1-2-128 0,0-1 192 0,2 1 160 0,-1-2 32 0,1-1 0 16,1-2 0-16,1 0 288 15,0 0 64-15,1-1 16 0,0-3 0 16,2 2-16-16,0-3 0 0,2 1 0 0,1-4 0 15,-1 2-352-15,2-2-64 0,1 1 0 0,1-2-16 16,0-1-304-16,2 0 0 0,1-2 0 0,-1 1 0 16,1-1 0-16,0 0 0 0,-2 3 0 0,1-1 0 31,1 0-480-31,0 1-48 0,-1 0-16 0,0 1 0 0,0 0-1056 0,-1 0-224 0,-1 3-32 0,0 0-12224 16</inkml:trace>
  <inkml:trace contextRef="#ctx0" brushRef="#br0" timeOffset="5318.17">5633 10840 11055 0,'3'4'480'0,"-1"-4"112"0,1 1-464 0,-2-1-128 15,0 1 0-15,1-1 0 0,0-1 1840 0,1 0 336 16,2-1 80-16,3-1 16 0,1-2 32 0,0 1 16 16,0-1 0-16,-1 0 0 0,-1 1-1168 0,0-3-224 15,-1 2-48-15,0-2-16 0,0 2-560 0,-3-2-112 16,0 2-32-16,-1 0 0 0,-1 0-160 0,-1 1 0 15,-2 1-192-15,-1-1 192 0,-1 3-256 0,-2-1 64 16,0 1 0-16,-3 0 16 16,1 2-400-16,-3 0-96 0,0 1-16 0,-2 1 0 15,2 2 224-15,1-1 32 0,3 1 16 0,-1 0 0 0,2 0 416 0,-1 4 128 0,3 1 0 16,-2-1 0-16,2 1 496 0,1 1 96 0,0 3 32 0,1-2 0 16,0-2 352-16,1 0 80 0,1-3 16 0,0 2 0 15,2-2-304-15,0 0-48 0,-2-7-16 0,0 0 0 16,0 0-448-16,0 0-80 0,0 0-32 0,0 0 0 0,42 12-272 0,-33-16 160 15,0-1-160-15,1 0 128 0,1-4-128 16,-2 2 0-16,-1 1 0 0,1 0 0 0,-1-2-256 0,0 1 0 16,1-1 16-16,-3 0 0 15,0 1-208-15,-1 0-32 0,-1 2-16 0,-1-2 0 16,-2 3 304-16,0 1 192 0,0-2-208 0,-2 3 80 0,0 1 128 0,0-1 0 16,-1 2 0-16,0 2 0 0,1 1 0 0,-2 2 0 0,2-1 0 0,-1 1 0 15,-1 2 0-15,1 1 0 0,1 0 0 0,0-2 0 16,1 0 0-16,-1 0 0 15,2 1 0-15,0 2 0 0,2 0 288 0,0-2-16 0,-3-7 0 0,0 0 0 16,0 0 240-16,0 0 32 0,0 0 16 0,0 0 0 16,39 22-432-16,-32-22-128 0,-1-2 0 0,0 0 0 15,1-1-272 1,0 0-176-16,0 1-16 0,1-5-15984 0</inkml:trace>
  <inkml:trace contextRef="#ctx0" brushRef="#br0" timeOffset="5570.09">5967 10607 10127 0,'0'-10'448'0,"0"2"96"0,1 2-544 0,0 2 0 16,-1 3 0-16,0 1 0 15,1 0 2160-15,-1 0 320 0,0 1 64 0,0 1 16 0,-1 5 640 0,-1 3 144 16,-2 4 32-16,0 4 0 0,-2 5-1360 0,0 3-272 16,-1 2-48-16,-1 3-16 15,0 1-784-15,0-1-144 0,1 0-48 0,0 0 0 16,1-3-192-16,1-1-32 0,2-1-16 0,1-3 0 0,2-23-208 0,6 33-32 15,-6-33-16-15,0 0 0 0,0 0-208 0,0 0 0 16,33 26 0-16,-23-28 0 0,0-4 0 0,1-1 0 16,1-1 0-16,0-4-18880 15</inkml:trace>
  <inkml:trace contextRef="#ctx0" brushRef="#br0" timeOffset="6375.12">6519 10749 13823 0,'0'-4'1216'0,"0"1"-960"16,0 3-256-16,0-2 0 0,1 0 1456 0,-1 1 240 15,-1-4 48-15,1-4 16 0,-1 0 640 0,0-1 128 16,-1 3 32-16,0 0 0 0,-1 2-848 0,0 1-176 15,-2 3-16-15,-1 1-16 0,-3 2-608 0,-2 4-112 16,-2-2-16-16,-2 4-16 0,-1-1-304 0,-1 2-64 16,-1 0-16-16,2-1 0 0,1 1-112 0,0-2-32 0,2 0 0 15,2 0 0-15,1-2-64 0,1 0-16 0,3 0 0 0,1-1 0 16,1 1-144-16,3 0 160 0,1-1-160 0,0-1 160 16,2 2-160-16,3-1 0 0,-5-4 0 0,0 0 0 15,0 0 0-15,39 20 0 0,-39-20 0 0,0 0 0 16,46 18 0-16,-46-18 0 0,0 0 0 0,47 22 0 15,-47-22 0-15,0 0 0 0,40 21 0 0,-40-21 0 16,0 0 0-16,0 0 0 0,0 0 0 0,34 33 0 16,-33-28 0-16,-3 0 0 0,-3 2 0 0,-1 0 0 15,-3-2 0-15,-1 2 0 0,-5 0 128 0,0-2-128 0,-1 0 0 0,-1 0 0 16,1-1 0-16,1-2 0 0,1 0 0 0,1 1 0 16,1-3 0-16,3 0 0 0,3-2 0 0,2 1 0 15,3-2 0-15,1 0 0 0,2 0 0 0,3-2-176 16,2-1 176-16,4-2-12032 15,3 1-2288-15</inkml:trace>
  <inkml:trace contextRef="#ctx0" brushRef="#br0" timeOffset="6770.61">6567 10909 10479 0,'-4'-1'224'0,"2"1"48"0,-1 0 16 0,2 0 16 0,1-2-304 0,0 2 0 0,0 0 0 0,1-2 0 16,1 1 2688-16,0-3 496 0,2 1 80 0,2 1 32 15,0-1-800-15,1 1-176 0,1-1-16 0,1 0-16 16,1 0-784-16,0 0-160 16,-1-2-16-16,0 3-16 0,0-3-672 0,0 0-144 0,-1 1-32 0,1-4 0 15,-2 2-176-15,0 1-32 0,-1-2-16 0,-1 2 0 16,-2 0-112-16,0-1-128 0,-2 0 176 0,-1 2-176 16,-1-1 128-16,-1-1-128 0,-1 0 0 0,-1 1 0 15,-2 3 0-15,0-3 0 0,-1 1 0 0,-2 1 0 0,0 3 128 0,-1-1-128 31,0 1 0-31,1 1 0 0,-2 1 240 0,1 1-16 0,0 2 0 0,3-1 0 0,0 1-32 16,1 1 0-16,1 2 0 0,1-1 0 0,0 5-64 0,0-1 0 16,2 3-128-16,1 1 192 0,0-3-32 0,1 2-16 15,0-14 0-15,0 0 0 0,8 36-16 0,-8-36 0 16,0 0 0-16,0 0 0 0,31 36 0 0,-31-36-128 16,0 0 192-16,0 0-64 0,45 7-128 0,-33-10 0 0,1 0 0 15,-1-3 0-15,0 1 0 0,-1-1 0 0,0 0 0 16,-2-1 0-16,1-1-160 0,0-1-64 0,0 1-16 0,0 0 0 31,0 1-2480-31,-1-2-496 0</inkml:trace>
  <inkml:trace contextRef="#ctx0" brushRef="#br0" timeOffset="7039.13">6906 10656 6271 0,'4'-16'128'0,"-1"6"48"0,0 1 0 0,-1 3 0 0,-1 3-176 0,-1 3 0 0,0-3 0 0,2 1 0 16,0-3 2944-16,0 3 576 0,0 2 96 0,-2 2 32 15,-1 8-448-15,-1 5-64 0,-2 5-32 0,1 4 0 16,-3 2-1296-16,1 2-256 16,0-1-48-16,-1-1-16 0,1 0-560 0,0-3-112 15,0-4-32-15,3 3 0 0,0-1-320 0,1-2-64 16,1-19-16-16,4 28 0 0,-4-28-192 0,0 0-64 0,10 34 0 0,-10-34 0 0,0 0-128 0,0 0 0 16,0 0 0-16,0 0 0 15,0 0 0-15,40 15 0 0,-33-20 128 0,0-1-128 0,-2 2 0 0,2-4 0 16,-2 0 0-16,1 0 0 0,-2 1-272 0,0-2-48 15,-1 1 0-15,-1 1 0 16,-1-2-1824-16,-1 1-368 0,0 1-80 0,-2 0-7552 0,0-2-1504 0</inkml:trace>
  <inkml:trace contextRef="#ctx0" brushRef="#br0" timeOffset="7192.52">6858 10784 3679 0,'-3'0'320'0,"2"-2"-320"0,1 2 0 0,-1 0 0 16,-1 0 2576-16,-6-1 448 15,-2 0 96-15,-1-1 16 0,0 0 512 0,2 2 128 0,3 2 0 0,3-2 16 31,5 3-976-31,3-2-192 0,-5-1-32 0,0 0-16 0,40 5-1232 0,-40-5-256 16,38-3-64-16,-16 0 0 16,0 0-560-16,1-5-112 0,2 2-32 0,-1 0 0 15,-1-2-320-15,-2 2 0 0,0 2 0 0,-3 1 128 0</inkml:trace>
  <inkml:trace contextRef="#ctx0" brushRef="#br1" timeOffset="78902.5">10223 6768 5519 0,'1'-2'496'16,"-1"0"-496"-16,1 0 0 0,-1 1 0 0,1 1 912 0,-1 0 96 31,1-2 16-31,0-3 0 0,-1 1 272 0,2-1 64 16,-2 1 16-16,0 1 0 0,0 1 160 0,0 1 16 15,0 1 16-15,-1 1 0 0,0 1-352 0,0 2-64 16,-1-1 0-16,-1 4-16 0,1-3-416 0,-1 1-80 16,-1 2 0-16,-1 4-16 0,0 0 0 0,-1 3 0 15,-2 2 0-15,0 2 0 0,1 2-112 0,-3 0 0 16,2 1-16-16,0 0 0 0,0 0-192 0,2-4-48 15,0-1 0-15,3-4 0 0,0-2-256 0,2-3 128 0,2-2-128 0,1-3 0 32,0 1-704-32,2-1-256 0</inkml:trace>
  <inkml:trace contextRef="#ctx0" brushRef="#br1" timeOffset="79524.14">10349 6878 4607 0,'-1'-3'192'0,"0"1"64"0,1 1-256 0,-1-1 0 0,1 2 0 16,0-1 0-16,0 0 832 0,0 1 112 0,0-2 16 0,-1-3 16 16,1 2 432-16,0-1 64 15,0 1 32-15,1-2 0 0,-1 2-352 0,0 0-64 0,1 1 0 0,-1 1-16 16,1-2-64-16,-1 3-16 0,1-2 0 0,-1 2 0 15,1 0-320-15,-1 0-64 0,-1 2-16 0,0-1 0 16,0 1-208-16,0 1-64 0,-1-1 0 16,1 2 0-16,-1-1 64 0,0 4 0 15,-1-2 0-15,0 2 0 0,1 0 80 0,0 0 32 0,-1 3 0 0,0 0 0 0,0 3-112 0,0-3 0 16,2 1-16-16,0 1 0 0,0-1-64 0,1-2-16 16,0 0 0-16,0-2 0 0,2-2-160 0,-1-3-128 15,2 1 192-15,1-3-192 0,0 0 144 0,0-3-144 16,2 1 0-16,-1-3 144 0,3-2 80 0,-1 0 16 0,2-3 0 15,-1 1 0-15,1-1-80 16,0 1-16-16,-1-3 0 0,0 2 0 0,1 1-144 0,-2 0 0 0,0-1 0 0,-2 3 0 31,0 0 0-31,-2-2 0 0,-1 2-144 0,-1 1 144 0,0 2 0 16,-2 0-128-16,-1 0 128 0,-1 0 0 0,-3 0 0 0,1-1 0 0,-2 2 0 0,1-1 0 16,-2-1 0-16,0 2 0 0,-1-1 0 0,3-1 0 15,0 2 0-15,2-1 0 0,0 1 0 0,0-1 0 16,3 1 0-16,1 1-192 0,2-1 192 0,1 1-160 15,1 2-992 1,0 0-208-16,2 0-48 0</inkml:trace>
  <inkml:trace contextRef="#ctx0" brushRef="#br1" timeOffset="79744.14">10476 6941 12895 0,'0'-2'1152'15,"1"2"-928"-15,0 0-224 0,0-2 0 0,0 1 1168 0,0 1 192 16,0-2 48 0,1 2 0-16,1-2 1104 0,1 0 240 0,0 0 32 0,-1 1 16 0,1 1-1072 0,-1 3-224 31,0 0-32-31,-2 0-16 0,1 5-704 0,0-4-144 16,0 2-32-16,-1 0 0 0,1 2-400 0,-1-4-176 0,1 1 128 0,-1 0-128 15,0 0-432-15,1-1-160 0</inkml:trace>
  <inkml:trace contextRef="#ctx0" brushRef="#br1" timeOffset="80231.78">10731 6754 10943 0,'-2'-2'240'0,"0"0"48"0,1 1 16 0,0 1 0 0,0 0-304 0,0 0 0 0,0 0 0 0,-2 1 0 16,0 1 2336-16,-2 0 416 0,-1 3 64 0,1 0 32 0,-2-1-736 0,1 1-160 16,-1 1-32-16,2 0 0 0,0-1-768 0,-1 0-176 15,2 2-16-15,0-1-16 0,1 0-448 0,-1 0-96 16,3 0-16-16,-1 0 0 0,1-1-112 0,1-2-16 16,1 1-16-16,1-1 0 0,0 1 0 0,3 1 0 15,0-3 0-15,-1 3 0 0,3-2 16 0,-7-3 16 16,0 0 0-16,0 0 0 0,0 0 32 0,40 30 0 15,-40-30 0-15,0 0 0 0,0 0-176 0,33 36-128 16,-33-36 192-16,0 0-192 0,0 0 0 0,19 36 0 16,-17-29 0-16,-2 2 0 0,0-4 0 0,-1 2 0 0,-1-3 0 0,-2 2 0 15,-2-2 0-15,-1 1 0 0,-1 0 0 0,-3-1 0 16,1-2 128-16,-1 1-128 0,0-2 0 0,-1 1 0 16,-2-2 0-16,1 0 0 0,1-3 0 0,1-1 0 15,1 1 0-15,1-2 0 0,2 0 0 0,2 1 0 16,2-3 0-16,3 0 0 0,1-3 0 0,3 0 0 15,3-2 0-15,2-4 0 0,4 2 0 0,0-2 0 16,3 1-128-16,-2-1 128 0,1 3 0 0,-1-1-144 16,1 2 144-16,0-2 0 0,0 3 0 0,-1 1 0 15,-1 1 0-15,-3 1-128 0,-2 2 128 0,0 0 0 16,-3 3 0-16,-1-1 0 0,-1 2 0 0,-3 2-128 16,-1-2-240-16,-3 4-32 0,-2-1-16 0,-2 3 0 15,-1-2-1296-15,-2 1-256 16</inkml:trace>
  <inkml:trace contextRef="#ctx0" brushRef="#br1" timeOffset="81342.03">10696 6723 9215 0,'2'0'816'0,"0"-2"-656"16,-2 2-160-16,1 0 0 15,0 0 992-15,0 0 160 0,2 0 48 0,1 0 0 16,0 0 608-16,3 0 128 0,0-2 32 0,0 1 0 0,0 1-176 0,-1 0-48 16,0 0 0-16,0 1 0 0,-2 1-672 0,4 3 752 15,-5-2-928-15,-1 0-624 0,-2 3-128 16,1-2-16-16,-1-1-128 16,1 2-320-16,0-1-192 15</inkml:trace>
  <inkml:trace contextRef="#ctx0" brushRef="#br1" timeOffset="83533.92">12195 7460 5519 0,'0'-3'496'0,"0"0"-496"16,0 1 0-16,0 1 0 0,-1 1 976 0,1-2 112 0,1-1 0 0,-1-1 16 16,-1-3 208-16,0 2 32 15,1 0 16-15,-1 2 0 0,0 1 32 0,-1 2 0 0,1 2 0 16,-2 3 0-16,1 2-256 0,-2 1-48 16,-1 1-16-16,0 3 0 0,0 2 48 0,-2 1 16 0,3-4 0 0,-3 4 0 15,0 0-464-15,-1 0-96 0,1-1 0 0,2-1-16 16,-1 0-240-16,1-3-32 0,2 2-16 0,0-5 0 15,0 2-272-15,2-4 160 16,2 0-160-16,0 0 128 0,0-2-448 16,1-1-112-16,0 0-16 0,0-1-8336 0,3-1-1680 0</inkml:trace>
  <inkml:trace contextRef="#ctx0" brushRef="#br1" timeOffset="83980.23">12284 7508 4607 0,'0'-4'192'0,"0"1"64"15,0 0-256-15,0 1 0 0,0 0 0 0,0 2 0 0,0-2 800 0,0 0 112 0,0-1 32 0,-1 0 0 16,0-1 672-16,0-1 144 0,0 3 32 0,0 1 0 16,0 1-384-16,0 0-80 0,-1 3-16 0,0-1 0 15,1 3-224-15,-1 0-64 16,1 2 0-16,-1-2 0 0,1 2-256 0,0 0-48 0,0 1-16 0,0 0 0 15,1 2-240-15,0-1-48 16,1 1-16-16,0-3 0 0,1 0-80 0,0 0 0 0,1-2-16 0,0-1 0 16,1-1-48-16,0-1 0 0,1-2 0 0,0 0 0 15,0-2 144-15,1-1 32 0,0 0 0 0,0-2 0 16,1 0-160-16,-1 0-16 0,0 0-16 0,0 0 0 16,0-2-64-16,0 0-16 0,2-2 0 0,-1 1 0 15,1-3-160-15,-1 1 0 0,-1-2 0 0,0 2 0 0,-2 1 0 0,-3 0 0 16,-1-1 0-16,-1 3 0 15,-3 0 0-15,-3 2 0 0,0 1 0 0,-2 3 0 0,-2-1 0 0,-1 2 0 16,0 2 0-16,0 1 128 0,2-1 192 0,0 1 48 16,2-1 0-16,0 0 0 0,2 1-32 0,2-1 0 15,2 1 0-15,1-3 0 0,3 2-336 0,1-2 128 16,1 0-128-16,1-2 0 16,1 2-288-16,1-3-128 0,2 1-32 15,1 0-14480-15</inkml:trace>
  <inkml:trace contextRef="#ctx0" brushRef="#br1" timeOffset="84196.2">12470 7550 12895 0,'3'-2'576'0,"-1"1"112"0,-1 0-560 0,0-1-128 0,0 2 0 0,-1 0 0 15,1 0 1920-15,-1 0 336 0,2 0 80 0,-1 2 16 16,0-2 400-16,0 2 96 0,-1 1 16 0,-1 2 0 31,0 1-1280-31,0 0-256 0,-1 1-48 0,0 2-16 0,1-2-672 0,0 0-128 0,0 3-16 0,0-5-16 16,2 2-432-16,0-3 0 15,1 1 128-15,2-3-11328 0,2-2-2240 0</inkml:trace>
  <inkml:trace contextRef="#ctx0" brushRef="#br1" timeOffset="84667.21">12633 7371 7359 0,'-2'-1'656'0,"1"1"-528"0,0-2-128 0,1 2 0 16,0 0 960-16,0 0 176 0,0 0 16 0,0 0 16 15,1-1 432-15,0 0 64 0,2 1 32 0,1-2 0 16,0 0 16-16,3 1 0 0,-1 1 0 0,2-2 0 15,1 1-368-15,-1 1-64 0,0 0 0 0,0 0-16 16,0 1-336-16,-2 1-64 0,0-1-16 0,-2 1 0 16,0 0-528-16,-1 0-128 0,-1 0 0 0,-1 1-16 15,-1 0-176-15,-1 1 0 0,-1-2 0 0,-1 3 0 0,-2 0 0 16,-1 2 0-16,-1-1 0 0,-1 0 0 0,0 2 0 16,-1-2 0-16,0 0 0 0,2 0 0 0,-2-1 0 0,2-1 0 15,1 1 0-15,1-2 0 0,0 1 0 0,2-2 0 16,2-1 0-16,0 1 0 0,1-2 0 0,1 0 208 15,0 0-48-15,3 0-16 0,1 0 288 0,1-3 48 16,2 3 16-16,0-2 0 0,0 1 96 0,1 1 32 16,1 0 0-16,0 1 0 0,1-1-304 0,-11 0-48 15,0 0-16-15,0 0 0 0,41 17 0 0,-41-17 0 16,0 0 0-16,0 0 0 0,0 0-64 0,30 33 0 16,-27-26-16-16,-4 0 0 0,-1 1-32 0,-3 1 0 0,-2-1 0 0,-3 1 0 15,-3 2 64-15,-2-1 16 0,0-1 0 0,-2 1 0 16,-2 0-224-16,-2 1 144 0,-1-2-144 0,2-3 128 15,2 0-128-15,3-3 0 0,5-3 0 0,4-3-18048 16</inkml:trace>
  <inkml:trace contextRef="#ctx0" brushRef="#br1" timeOffset="87116.87">13913 7746 8287 0,'1'-1'736'0,"-1"-2"-592"16,0 2-144-16,0 1 0 0,0 0 1072 0,-1 0 176 15,0-1 32-15,0-1 16 0,1 2 576 0,-2 0 112 16,1-2 32-16,-1 2 0 0,0 2-512 0,-1-2-96 15,0 3-32-15,0 1 0 0,0 2-288 0,0 0-48 16,-1 1-16-16,1 3 0 0,-2-1-192 0,0 5-32 16,0 1-16-16,-3 1 0 0,2 3-240 0,-3 0-48 15,1 2-16-15,0-2 0 0,0 4-112 0,1-2-32 16,0 0 0-16,2 0 0 16,1-5-336-16,1-1 144 0,3-15-144 0,0 0 0 0,0 0-176 0,8 35-144 0,-2-35-16 0,1-2-14768 15</inkml:trace>
  <inkml:trace contextRef="#ctx0" brushRef="#br1" timeOffset="87577.4">13973 7871 2751 0,'-1'0'256'0,"1"-2"-256"16,0 2 0-16,0-1 0 0,1 1 256 0,-1-2 0 15,0 2 0-15,1-2 0 0,0-1 176 0,0-1 32 16,0 1 16-16,0 1 0 0,0 0 480 0,-1 0 112 16,0 1 16-16,-1 1 0 0,0 0 208 0,-1 0 48 15,0 3 16-15,0-1 0 0,0 0-16 0,-2 1 0 0,0 4 0 0,0-3 0 16,0 4-144-16,0-2-48 0,1 3 0 0,-1-1 0 16,2 1-144-16,-1 0-48 15,2-1 0-15,0-1 0 0,1 1-224 0,2-2-48 0,1 0-16 0,0-2 0 16,1 1-352-16,2-3-80 0,-1-1-16 0,3-2 0 15,-1-1-224-15,2 0 176 16,-1-1-176-16,0-1 160 0,-1 2-160 0,-1-2 192 0,3-2-192 0,-2 1 192 16,1-1-192-16,-1-2 0 0,0 1 0 0,0-1 0 15,-2 4 0-15,0-4 0 0,0-1 0 0,-1 0 0 0,0 1 0 16,-1-1 0-16,0 2 0 0,-2-1 0 16,-1 0 0-16,0 0 128 0,-2 3-128 0,0-2 0 0,0 0 0 0,-2 2 0 15,1-1 0-15,-1 1 0 0,-1 2 128 0,1-1-128 16,-2 1 128-16,0 0-128 0,2 1 384 0,-2 0 0 15,2 2 0-15,-2-2 0 0,2 2 128 0,1 2 32 16,-1-2 0-16,2 1 0 0,0 2-192 0,1-2-32 16,0 1-16-16,1 1 0 0,1-1-304 0,0 0 0 15,0 0 0-15,1 1 0 16,1 0-1296-16,0-1-176 0</inkml:trace>
  <inkml:trace contextRef="#ctx0" brushRef="#br1" timeOffset="87815.23">14121 7916 7359 0,'1'0'656'0,"0"0"-528"16,0 0-128-16,-1 0 0 0,1 0 1904 0,-1 0 336 0,1-2 80 0,1 2 16 16,1 0 576-16,0 0 112 0,0 0 32 0,0 0 0 15,-1 0-1136-15,0 2-240 0,0 0-32 0,-1 0-16 16,0 1-672-16,-1 0-144 15,1 1-32-15,0-1 0 0,-1 1-240 0,0 1-48 16,0-3-16-16,0 1 0 0,1 0-288 0,-1 1-48 0,2-3-16 0,-1 0 0 16,1 1-128-16,0-2 0 0,1-2 0 0,-1 1-11200 15,1 0-2176-15</inkml:trace>
  <inkml:trace contextRef="#ctx0" brushRef="#br1" timeOffset="88130.43">14382 7762 2751 0,'0'-3'128'0,"0"1"16"0,1 0-144 0,-1 1 0 0,0 1 0 0,0 0 0 15,0-2 1760-15,0 2 320 0,1-1 64 0,-1 0 16 16,0-1 608-16,-1 2 128 0,1 0 32 0,-2 0 0 16,1 2-800-16,-1 0-144 0,-1 3-48 0,-1 1 0 15,0 0-448-15,0 3-80 0,-2 1-32 0,0 2 0 16,0 0-352-16,-1 2-80 0,0 1-16 0,0-2 0 16,1-1-416-16,-1 1-96 0,-1 2-16 0,0 3 0 0,0 0-224 0,-1-1-48 15,1 2-128-15,1-3 192 0,2 1-384 16,0-1-96-16</inkml:trace>
  <inkml:trace contextRef="#ctx0" brushRef="#br1" timeOffset="89455.64">15733 6161 11055 0,'0'0'976'0,"-1"0"-784"0,1 0-192 0,-1 1 0 0,1 1 1152 0,-1-2 192 15,-1 2 48-15,-1 3 0 0,0 2 496 0,-2 2 96 16,-1 4 32-16,-1 3 0 0,-1 0-528 0,0 4-96 15,-1 1-32-15,0 0 0 0,-2 4-160 0,1 0-48 16,0-3 0-16,-1 3 0 16,0 4-208-16,1-1-48 0,-1 0-16 0,2-1 0 0,1 1-496 0,1-2-112 15,3-2-16-15,0-1 0 16,2-3-480-16,2-20-96 0</inkml:trace>
  <inkml:trace contextRef="#ctx0" brushRef="#br1" timeOffset="93270.25">15992 6322 11967 0,'-2'-2'1072'0,"1"2"-864"31,0-1-208-31,-1 1 0 0,1 0 720 0,-1 0 112 0,-1-1 0 0,-2 1 16 0,-4 0 400 0,0 0 80 15,-2 0 16-15,1 2 0 0,2 0-48 0,0 1 0 16,-2 4 0-16,-1-2 0 0,0 2-96 0,1 0-32 31,1 0 0-31,2 3 0 0,1-3-176 0,0 2-32 0,1 2-16 0,-1 2 0 16,1-1-400-16,0 0-80 0,1 0-16 0,1 0 0 0,1-1-144 0,1-2-48 31,2 0 0-31,2-1 0 0,0-3-128 0,2-1-128 0,1-1 144 0,2-2-144 0,0-1 144 0,1-1-144 16,3-1 128-16,0-1-128 15,0-1 144-15,-1-3-144 16,1 2 160-16,-1-3-160 0,2 0 0 0,-1-1 128 0,0 0-128 0,-2 0 0 16,0 0 0-16,-3-1 0 0,0 1-144 0,1-1 144 0,-2-1-368 0,-2 1 32 15,-1 0 0-15,-2 1 0 0,-3 3 160 0,-1 0 48 16,-1 0 0-16,-1 1 0 0,-1 2 128 0,0 0 0 16,-1 1 0-16,1 0 0 0,-1 0 0 0,2 1 0 15,-1 1 0-15,2-2 0 0,0 2 0 0,0 2 128 16,1-1-128-16,1 1 0 0,0 0 0 0,1 0 0 0,0-1 0 15,1 3 0 1,2-3-400-16,0 1-160 0</inkml:trace>
  <inkml:trace contextRef="#ctx0" brushRef="#br1" timeOffset="93492.14">16064 6460 10127 0,'1'2'448'0,"0"-2"96"0,0 0-544 0,-1 0 0 0,2 0 0 0,-2 1 0 16,1 1 1728-16,0-2 224 15,1 3 48-15,0 1 16 0,0 0 416 0,0 0 64 0,-1 2 32 0,-1 1 0 0,1 0-144 0,-1 1-16 32,1-2-16-32,0-1 0 15,0 0-2352-15,1 0-576 0,-1-2-64 0,2 1-16 0,-1-4-96 0,3 0-16 0</inkml:trace>
  <inkml:trace contextRef="#ctx0" brushRef="#br1" timeOffset="94027.51">16263 6368 7359 0,'1'-2'656'0,"-1"2"-528"0,1 0-128 0,-1-1 0 16,1 1 2080-16,0 0 384 0,0 0 80 0,2-2 16 16,0 0 736-16,2 1 160 0,0-2 16 0,1 2 16 15,1-2-1520-15,-1-1-304 0,0 3-64 16,1-3-16-16,1 0-896 0,2 1-176 0,-1-2-48 0,1-2 0 16,-1 1-192-16,0 0-32 0,0-1-16 0,-1 0 0 0,1 0-224 0,-2-3 0 15,1 3 128-15,0-4-128 0,-1 2 0 0,-1-2 0 16,-1-1 0-16,0 1 0 0,-2 1 0 0,-1-2 0 31,-3-1 0-31,-2 0 0 0,-2 1 0 0,-1 1 0 0,-3 1 0 0,0 3 0 16,-1 2-128-16,-3 1 128 15,-3 1 0-15,-1 1 0 0,-1 4-144 0,0-1 144 16,2 4 0-16,0-1-144 0,1 5 144 0,2-2 0 16,2 0 0-16,1 3 128 0,1-1-128 0,1 0 0 15,3 1 0-15,1 0 128 0,3-3-128 0,1 1 0 16,4-2 0-16,0 0 0 0,3-2 0 0,2 0 128 0,1-3-128 15,2 1 0-15,2-2 128 0,1 0-128 0,1-2 160 0,0 1-160 16,-2-1 176-16,2 2-176 0,-2 0 192 0,-1 0-192 16,0 2 128-16,-3 1-128 0,0 1 0 0,-4 1 0 15,-6-5 0-15,0 0 0 0,0 0 0 0,0 0 0 16,7 41 0-16,-11-30 0 0,-2 2 0 0,-2 1 0 16,-2 2 0-16,-1-3 0 0,0 1 128 0,-1 1-128 15,-2 2 224-15,-1 1-16 0,-2 2 0 0,0-1 0 16,1 0 96-16,2 2 16 0,0-2 0 0,1 0 0 15,3 0-96-15,0 0-16 0,3-2 0 0,0-2 0 16,3-1-208-16,0 0 0 0,1-3 128 0,1 1-18320 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10-23T00:56:32.590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6343 5815 5519 0,'1'-2'496'0,"-1"2"-496"0,0 0 0 0,0 0 0 15,0 0 624-15,0-2 16 16,0 1 16-16,1 1 0 0,0-2 1072 0,0 0 224 0,0 0 32 0,1 1 16 16,-2 1-752-16,1 0-160 0,0-2-16 0,-1 2-16 15,1 2-800-15,-1-2-256 16,-1 0 160-16,1 0-160 0,0 1 320 15,-1 1-32-15,1-2 0 0,-1 2 0 16,1-2 272-16,-2 2 48 0,2 1 16 0,-1-1 0 0,0 1 16 0,1-1 0 16,0-1 0-16,1 0 0 0,-1 1-128 0,0-1 0 15,0 1-16-15,1-1 0 0,-1 0-64 0,2 2-16 16,-2-2 0-16,2 0 0 0,-1 1-96 0,0-2 0 0,0 3-16 0,0-1 0 16,-1-1 0-16,1 1 0 0,1-2 0 0,-1 0 0 15,0 0 80-15,1 0 32 0,-1 0 0 0,0-3 0 16,1 1 144-16,0-1 16 0,-2-1 16 0,2 0 0 15,-1 0-64-15,1 0-16 0,1-1 0 0,0 0 0 16,0-2-128-16,1 0-16 16,0 0-16-16,1-2 0 0,1-2-112 0,-1 0-32 15,1 0 0-15,0 1 0 0,-2 1-48 0,2-1-16 0,-1-2 0 0,2-1 0 16,0-2-144-16,0-1 160 0,-1-1-160 0,1 0 160 16,-1-2-160-16,1-2 160 0,-2-2-160 0,1 0 160 0,-1 0-160 15,0 0 0-15,0 1 0 0,-1-2 0 0,0 5 0 16,-1 0 0-16,0 3 0 0,-2 1 0 0,0-1 0 0,0 4 0 15,-1 0 0-15,0 3 0 0,0 1 0 0,0 1 0 16,0 2 0-16,-1 1 0 0,0 1 0 0,1 1 0 16,-1 0 0-16,0 2 0 0,0 0 0 0,0 0 0 15,-1 2 128-15,1-1-128 0,-1 1 0 0,1 0 128 16,0 0-128-16,0 1 128 0,0 1-128 0,0 1 0 16,0-1 0-16,0 2 128 0,0 3-128 0,0-2 0 0,0 5 0 15,1 0 0-15,0 2 0 0,1 2 0 0,0 4 0 16,0 1 0-16,1 2 0 0,0 0 0 0,0 0 0 0,-1-1 0 15,1-2 0-15,-1 2 0 0,1-4 0 0,0 0 0 16,-1-2 0-16,0-2 0 16,2-1 0-16,0-2 0 0,1-2 0 0,-1-4 0 0,1-2 0 0,1-1 0 15,-1-4 0-15,0-1 0 0,1-2 0 0,0-2 0 16,3-5 0-16,-1 0 0 0,2-4 0 0,-1-1 0 16,1-2 0-16,0 0-192 15,0-2 64-15,0 0 128 0,-1 2-864 16,0-1-48-16,-1 2-16 0,-1 1 0 0,-2 0 208 0,0 2 32 0,0 2 16 0,-2 3 0 15,0-3 1072-15,-1 3 224 0,-1 1 32 0,0 1 16 0,0 1-672 0,-1 0 0 16,0 0 0-16,-1 1-176 0,-1 0 176 16,1 1 0-16,-1 1 160 0,2-1-160 15,-1 2-352-15,0-1-160 0,0 1-48 0,0 1 0 16,0 2 784-16,1 0 160 0,0 2 16 0,0 1 16 0,1 2-112 0,-1 4-32 16,0-1 0-16,1 5 0 0,1 0-64 15,0 3-16-15,0 1 0 0,3 4 0 16,-1 0-192-16,1-2 128 0,0 2-128 0,-4-21 0 0,11 33 0 0,-11-33 0 15,0 0 0-15,18 39 0 0,-18-39 0 0,0 0 0 0,0 0 0 0,0 0 0 32,39 26-192-32,-30-27 64 0,0-1 128 0,1 0-208 15,0-6-2112-15,0 2-432 0</inkml:trace>
  <inkml:trace contextRef="#ctx0" brushRef="#br0" timeOffset="253.59">6851 5512 10127 0,'-1'-3'448'0,"0"1"96"16,1 2-544-16,0-2 0 0,0 1 0 0,-1 1 0 15,1 0 1808-15,0 0 256 0,-1 0 48 0,1 0 16 0,-1 3-688 0,0-1-144 16,1 2-16-16,-1 0-16 16,0 3-464-16,0 0-96 0,1 2 0 0,0 3-16 15,-1-2-48 1,0-1 0-16,1 3 0 0,-2 2 0 0,1 1-240 0,-1 2-48 15,0 1-16-15,0-1 0 0,0-1-112 0,1 0-32 16,0-1 0-16,0-1 0 0,2-2-192 0,1-3 0 16,-1-1 0-16,2-4 0 15,1-1-256-15,-1-3-160 0,0-1-32 0,0-1-7888 0,0-2-1584 0</inkml:trace>
  <inkml:trace contextRef="#ctx0" brushRef="#br0" timeOffset="506.18">6874 5552 1839 0,'-1'-5'160'0,"0"1"-160"0,1 1 0 0,0 3 0 15,0-1 1648-15,0 0 288 0,-1-4 64 0,0-2 16 16,-1 0 752-16,1 0 160 0,1 2 16 0,0 2 16 16,0 1-976-16,1 2-208 0,0 2-48 0,0 1 0 15,1-1-768-15,0 1-176 0,0 1-16 0,1-1-16 16,-1-1-208-16,1 1-32 0,0 0-16 0,1 0 0 16,-2 0-112-16,2 2-32 0,0-1 0 0,-1 2 0 15,0 0 32-15,1 4 16 0,0 2 0 0,-1 0 0 16,0-1-80-16,0 2-32 0,1 1 0 0,-1 0 0 0,0 0-288 15,1 0 160-15,1 1-160 0,-5-15 128 0,0 0-128 0,14 35 0 16,-9-27 0-16,0-2 0 0,0-3-192 0,-1-1 192 16,0 0-160-16,-1-4 160 15,-1-1-1872-15,0 1-288 0,-1-2-48 0,-1 1-10672 16</inkml:trace>
  <inkml:trace contextRef="#ctx0" brushRef="#br0" timeOffset="680.16">6842 5658 7359 0,'-2'-4'320'0,"1"0"80"0,0 1-400 0,0 0 0 0,1 3 0 0,0-2 0 16,1 2 1824-16,0-1 288 0,1 0 48 0,0-2 16 15,2 3 336-15,2-2 80 0,-1 2 16 0,1 2 0 16,0-2-1232-16,1 1-240 0,0 1-48 0,1 0-16 16,-1 0-816-16,0-2-256 0</inkml:trace>
  <inkml:trace contextRef="#ctx0" brushRef="#br0" timeOffset="1012.15">7024 5242 911 0,'-3'-3'0'0,"2"3"0"0,-1-2 0 15,0 2 0-15,1 2 1536 0,0-2 208 0,-1 1 48 0,-1 1 16 16,-1 2-144-16,-1 1-16 0,-1 2-16 0,-2 3 0 16,2-1-160-16,-1 3-48 0,1 0 0 0,0 2 0 15,2 0-144-15,0 3-16 16,1-2-16-16,1 0 0 0,2 2-144 0,1-3-16 15,-1-14-16-15,0 0 0 0,13 39-272 0,-13-39-48 16,0 0-16-16,0 0 0 0,32 37-416 0,-32-37-96 16,0 0-16-16,0 0 0 0,43 17-208 0,-43-17 0 15,0 0 0-15,0 0-8960 0,44 1-1744 16</inkml:trace>
  <inkml:trace contextRef="#ctx0" brushRef="#br0" timeOffset="1776.16">7161 5258 911 0,'0'-4'0'0,"0"1"0"0,0 1 0 0,0 1 0 15,0 1 704-15,0 0 64 0,0 0 16 0,0-2 0 16,0 2 416-16,0-1 80 0,-1 0 0 0,0-1 16 16,0 1 80-16,0 0 16 0,0 0 0 0,-1 1 0 15,0-2-48-15,1 1 0 16,0 1 0-16,0 0 0 0,1 0-32 0,-1 0-16 0,0 0 0 0,0 0 0 15,0 0-496-15,0 0-96 0,1 1-32 0,-2 1 0 16,1-1-128-16,0 3-32 0,0-2 0 0,0 3 0 16,0 0 0-16,1-1 0 0,-1 4 0 0,1 1 0 15,0 0-64-15,0 1-32 0,2 2 0 0,-1 2 0 16,1 0-80-16,1 3-16 0,0-2 0 0,-1 1 0 16,-2-16-128-16,0 0-16 0,14 35-16 0,-14-35 0 0,0 0-160 0,0 0 0 15,0 0 0-15,0 0 0 0,0 0 0 0,41 9 0 16,-33-15 0-16,-1-5 0 0,-1 2 0 0,1-2-176 15,-1-1 176-15,0-3-128 0,0 1-192 0,-2 0-16 16,0 2-16-16,0 1 0 16,-2 1-640-16,0-2-128 0,0 1-32 0,-1-1 0 0,0 2 752 0,0-2 144 15,-1 5 16-15,0-2 16 0,-1 1 224 0,0 4 0 16,1-1 0-16,-1 2 0 0,1 1 128 0,-1 1 64 0,1 2 0 16,0-1 16-16,0 5 336 0,0-2 64 15,0 3 16-15,0 4 0 0,0 0-112 0,0 1-32 0,0-1 0 16,1 1 0-16,0-1-144 0,0 3-16 0,2-2-16 0,0-1 0 15,0 1-176-15,1-2-128 0,0-1 144 0,0-3-144 16,0 2 0-16,1-3 0 0,0-2 0 0,0 1 0 16,0-3 0-16,-2 0 0 0,1 0 0 0,0 0 0 15,-1-2 0-15,1 1 0 0,0-1-128 16,-1 2 128 0,1-1-992-16,-1 0-144 0</inkml:trace>
  <inkml:trace contextRef="#ctx0" brushRef="#br0" timeOffset="2043.86">7418 5050 11967 0,'1'2'528'0,"-1"-2"112"16,1 2-512-1,-1 0-128-15,0-2 0 0,0 3 0 0,0-1 1280 0,1 1 240 0,0 3 32 0,1 2 16 0,0 1 480 0,1-1 112 16,-1 1 16-16,2 0 0 0,-4-9-240 0,0 0-32 15,0 0-16-15,0 0 0 0,26 38-480 0,-26-38-112 16,0 0-16-16,18 33 0 0,-18-33-576 0,9 31-112 16,-9-31-16-16,6 29-16 0,-3-13-336 0,-2 1-64 0,1 0-16 0,-2-1 0 15,0-1-144-15,-2-1 160 16,-1 0-160-16,-1 0 160 0,-2-2-160 0,-1-2 0 16,-2 1 144-16,-2 0-144 0,-1 0 0 0,-4-1 0 0</inkml:trace>
  <inkml:trace contextRef="#ctx0" brushRef="#br0" timeOffset="8503.84">18296 11474 1839 0,'1'-2'160'0,"-1"2"-160"16,0-1 0-16,1 0 0 0,-1 1 784 0,1 0 128 15,0-4 32-15,1 1 0 0,-1-2 608 0,3-2 128 16,0 2 32-16,-1-2 0 16,-1 2 80-16,0 1 32 0,1 1 0 0,-1-2 0 0,-1 3-416 0,0 0-64 15,0 0-32-15,-1 1 0 0,1 1-224 0,-2 0-32 16,1 1-16-16,-1 1 0 0,1-1-352 0,-1 0-80 0,0 2-16 0,0 1 0 15,0-1-208-15,-1 1-64 16,0 2 0-16,0 0 0 0,0 2 64 0,-1 3 16 0,0-2 0 16,-1 1 0-16,1 4 0 0,-2 0 0 15,0 1 0-15,0 1 0 0,0 2-96 0,0 0-32 0,1 1 0 0,0-3 0 16,1 1-80-16,1 0 0 16,1-3-16-16,1-1 0 0,1-2-32 0,-1-11 0 0,0 0 0 0,0 0 0 0,0 0-144 15,17 35 0-15,-12-32 0 0,1-1 0 0,-1-1 0 0,2-2 0 16,-1-1 0-16,1-1 0 0,1-4 0 0,0 2 128 15,2-4-128-15,-1-1 0 0,-1 3 128 0,1-4-128 16,1 1 0-16,-1-2 128 0,-1 0-384 0,1-2-96 16,0 2-16-16,-1-1 0 15,0 0-464-15,-2 3-80 0,1-2-32 0,-2 3 0 0,0 0 544 0,-2 1 96 16,-1 2 32-16,0-1 0 16,-1 2 272-16,-1 2 0 0,0-2 0 0,-1 3 0 0,0 0 208 0,0 0 112 15,0 0 0-15,0 1 16 0,0-1 208 0,0 1 32 16,2-1 16-16,-2 2 0 0,1-1-240 0,0 0-48 15,0-1-16-15,0 0 0 0,1 1-48 0,-1 1-16 16,1-2 0-16,0 2 0 0,0 0-32 0,-1 0 0 0,1 0 0 16,-1 0 0-16,1 2 0 0,-1-1 0 0,-1 1 0 0,1 1 0 15,-1 0 16-15,1 1 0 0,-1 1 0 0,0 1 0 16,0 1 48-16,0 3 0 0,-1-1 0 16,1 0 0-16,0 3-16 0,0 2 0 15,1-2 0-15,0 2 0 0,0-1 0 16,1 1 0-16,-1-14 0 0,0 0 0 15,8 35-48-15,-8-35 0 0,0 0 0 0,0 0 0 16,0 0-192-16,0 0 144 0,36 32-144 0,-36-32 128 16,0 0-128-16,0 0 0 0,31-5 0 0,-22 2-11952 15,0-2-2336-15</inkml:trace>
  <inkml:trace contextRef="#ctx0" brushRef="#br0" timeOffset="12053.55">7473 6243 7359 0,'-1'0'656'0,"0"-1"-528"0,1 1-128 0,-1 0 0 16,1 0 640-16,-1 0 80 0,0 0 32 0,0 0 0 15,-2 0 544-15,0-2 112 0,1 2 32 0,0 0 0 16,1 0-512-16,0 0-96 0,1-2-32 0,0 2 0 16,0 0-160-16,0-1-16 0,0 1-16 0,0-2 0 15,0 2-48-15,1 0-16 0,0-2 0 0,0 1 0 0,1 1-32 0,-1 0-16 16,2 0 0-16,-1 0 0 0,1 0-128 0,0 0-32 16,2 0 0-16,-1-2 0 0,2 2 0 15,0-1 0-15,0 1 0 0,1-1 0 0,1-1-176 0,-1 1-32 16,2 1-128-16,-2-2 192 0,0 2-192 15,0 0 0-15,-1 0 0 0,1-2 0 0,-2 2 0 0,-1 0 0 16,0-1 0-16,-2 1 0 0,1 0 0 0,-2 0 0 16,-1 0 0-16,0 0 0 0,0 0 0 0,-2 1 0 15,0 1 0-15,-2 0 0 0,-1 1 0 0,0-1 0 16,-1 0 0-16,0 1 0 16,0-1-128-16,0 1 128 0,-2-1-192 0,1 0 192 15,-1 0-512-15,0 1 0 0,2-2 0 16,-2 1 0-16,1 0-128 0,-1-2 0 0,3 0-16 0,-2 0 0 0,2 0 432 0,-2 0 96 0,3-2 128 15,-1 2-208-15,0-2 208 0,2 1 0 0,0-1 0 0,0 1 0 16,1 1 192-16,0-2-192 0,0 2 192 0,0-1-192 16,1 0 464-16,0 1-16 0,0-2 0 0,1 2 0 15,0 0 0-15,-1-2-16 0,2 1 0 0,0 1 0 16,0-2-64-16,1 2-16 0,1-3 0 0,-1 1 0 16,2 2-128-16,1-2-32 0,-1-1 0 0,2 1 0 0,-1-1 144 0,2 1 32 15,-2 1 0-15,3 0 0 0,-2 1 48 0,2-2 16 16,-1 2 0-16,0 0 0 0,0 0-112 0,0 0-32 15,-1 0 0-15,1 0 0 0,-2 0-144 0,1 2-16 16,-2-2-128 0,1 0 192-16,-1 0-192 0,-2 0 0 0,1-2 128 0,-1 2-128 0,-1 0 0 0,0 0 0 31,0 0 0-31,0-2 0 0,-1 2 0 0,-1-1 0 0,1 1 0 0,-1 0 0 0,0-2 0 0,-2 2 0 16,1 0 0-16,-1 0 0 0,-1 2 0 15,-1-2 0-15,1 1 0 0,-2 1 0 0,0 1 0 0,-1-2 0 16,-1 4 0-16,-1-3 0 0,2 1 0 0,0-1 0 0,-2 0 0 15,3 1 0-15,-1-1 0 0,2-2 0 0,-1 0 0 0,1 1 0 16,0-1 0-16,1 0 0 16,1 0 0-16,0-1 0 0,0 1 0 0,1-2 0 0,0 2 0 0,1-3 0 15,0 3 0-15,0-2 0 0,0 1 0 0,1 0 0 16,-1 1 0-16,1-3 0 0,0 3 0 0,1-2 0 16,-1 2 0-16,1-2 0 0,0 1 0 0,1 1 0 15,2-2 0-15,-1 1 0 0,0 0 0 0,1-1 0 16,0 0 128-16,1 1-128 0,1-1 0 0,0 0 0 15,0 1 208 1,1 1-48-16,-1-2-16 0,1 2 0 16,-1 0 16-16,1 0 0 0,-1 0 0 0,1 0 0 0,-1 2 32 0,0 0 16 15,-1 1 0-15,0 0 0 0,-1-1-208 0,-2 0 0 16,1 0 128-16,-2-1-128 0,0 1 0 0,0-2 0 16,-1 0 128-16,0 2-128 0,0-2 0 0,0-2 0 15,-1 2 0-15,2-2-15168 16</inkml:trace>
  <inkml:trace contextRef="#ctx0" brushRef="#br0" timeOffset="13221.48">6929 6235 6447 0,'-1'-2'576'0,"1"1"-576"0,0 1 0 0,0-2 0 15,0 2 768-15,-1-1 64 0,1 0 0 0,-1-2 0 16,0-2 592-16,2-1 128 0,-2 0 32 0,1 2 0 16,0-1-432-16,0 0-64 0,1 1-32 0,-1 1 0 15,1 1-320-15,-1-1-64 0,1 1-16 0,-1 2 0 16,0 0-128-16,0 0-16 0,0 0-16 0,0 2 0 0,0-1-64 0,-1 3-16 16,1 1 0-16,-1 2 0 0,0 1 0 0,0 3 0 15,0 0 0-15,-1 2 0 0,1-1-80 0,0 2-16 16,-1-1 0-16,0 2 0 0,0-1-112 15,0 1-16-15,0-3-16 0,0-3 0 0,1 1 64 0,0-3 16 16,0 0 0-16,0 0 0 0,0-2 112 0,1-1 16 16,0-1 16-16,0-1 0 0,0 1-208 0,0-3-64 15,1 0 0-15,-1 0 0 0,0 0-128 0,0-2 128 16,1 1-128-16,0-1 128 0,0-1-128 0,-1-1 0 0,1 0 0 16,0 0 128-16,1-2-128 0,0-1 0 0,-1 2 0 0,1-5 0 15,-1 3 0-15,0 0 0 0,0-3 0 0,0-1 0 16,-1 1 0-16,0-2 0 0,1 1 0 0,0-1 0 15,-1 0 0-15,0 1 0 0,0 0 0 0,-1-1 0 16,1 3 0-16,-1 0 0 0,1-1 0 0,0 3 0 16,0 2 0-16,0 1 0 0,0-1 0 0,0 2 128 15,0 3-128-15,0-2 0 0,0 2 0 0,0 0 0 16,0 2 144-16,0-1-144 0,-1 3 160 0,1-1-160 16,-1 0 128-16,1 1-128 0,-1 3 0 0,1-3 0 15,-1 4 0-15,1-2 128 0,-1 3-128 0,1 0 0 0,0 2 0 16,0 1 0-16,0 2 0 0,1 1 0 0,-1 0 0 0,0-1 128 15,-1 1-128-15,0 0 0 0,1 1 0 0,-1-1 0 16,1-1 0-16,-1-2 0 0,0-2 0 0,0-1 176 16,1-2-176-16,-1 0 160 0,1-2-32 0,0-2-128 15,0-2 192-15,0 1-64 0,0-2 48 0,-1-1 0 16,2 0 0-16,-1-1 0 0,0 0 112 0,0-3 32 16,0 2 0-16,0-1 0 0,1-4-176 0,0 2-16 15,0-4-128-15,0 1 192 0,1-1-192 0,-1 1 0 16,0-2 0-16,0 0 0 0,0-1 0 0,-1 0 0 0,0-2 0 15,-1 0 0-15,0 1 0 0,-1 0 128 0,1-3-128 0,-1 1 0 16,0 1 0-16,0-1 0 0,1 4 0 16,-1 4 0-16,1-1 0 0,1 4 0 0,0 0 128 0,0 4-128 15,0 2 0-15,0 2 0 0,0 6 0 0,0 2 0 16,0 4 0-16,1 4 0 0,-1 5 0 0,1-1 0 16,-1 2 0-16,1-2-128 0,-1-1 128 0,0-1 0 15,2-5 0-15,0 1 0 0,1-1 0 0,-3-17 0 16,0 0 0-16,12 39 0 0</inkml:trace>
  <inkml:trace contextRef="#ctx0" brushRef="#br0" timeOffset="20303.36">10368 6252 6735 0,'0'-3'592'0,"0"1"-464"0,0 1-128 16,1 1 0-16,-1-2 0 0,0 2 0 0,0 0 0 0,0-1 0 15,1 0 0-15,-1-1 0 0,1-1 448 0,0 1 128 0,-1-1 16 0,1 1 48 16,0 0-80-16,0 0-32 0,0 1 0 0,-1-1 48 16,1 2-384-16,0-2-192 0,-1 1 192 0,0 1-48 15,0 0-144-15,0 0 0 16,0 1 144-16,-1-1-144 0,1 2 224 0,-1-2-64 0,1 2-16 0,-1-2 48 0,1 0 96 0,0 0 32 16,-1 0 0-16,1 1 0 0,0-1 112 0,0 0 16 15,0 0 16-15,0 0 48 16,0 0-112-16,0 0-16 0,0 0 0 0,0 0 48 0,0 0-144 0,0 0-32 15,0 0 0-15,1 0 48 16,-1 2-64-16,1-2-16 0,-1 0 0 0,0 1 32 16,-1 0-256-16,1-1 160 0,0 2-160 0,-1 1 176 15,0-1-176-15,-1 1 0 0,1-1 144 0,-1 0-144 0,2 0 128 0,-2 1-128 0,1-2 0 16,-1 1 0-16,0 0 0 0,0-1 160 16,1 0-160-16,-1-1 128 15,1 2-128-15,0-2 160 0,0 1-160 0,0-1 160 0,0 0-160 0,1 0 0 0,0 2 0 0,0-2 0 16,0-2 0-16,0 1 128 0,0 1-128 0,0-2 0 15,1 2 0-15,0-1 0 16,0 0 0-16,0-1 0 16,-1 2 0-16,1-2 0 0,0 1 128 0,0 1-128 15,1 0 0-15,0-2 0 0,0 1 0 0,0 1 0 16,0 0 0-16,-1 0 0 0,1 0 0 0,0 0 0 16,0 1 0-16,-1-1 0 0,1 2-128 0,-1-2 128 15,1 3 0-15,-2-3 0 0,0 2 0 0,0-1 0 16,0 0 0-16,0 1 0 0,0 1 0 0,-1-3 0 0,-1 2 0 0,1-1 0 15,-1 1 0-15,0-2 0 0,0 2 0 0,0-2 0 16,1 0-144-16,0 2 144 0,-1-2 0 0,1 0 0 16,0-2 0-16,1 2 0 0,-1 0 0 0,1-2 0 15,0 2 0-15,0-3 0 0,0 3 0 0,1-2 0 16,0-1 0-16,0 1 0 0,1 0 0 0,-1 0 0 16,0-1 0-16,1 0 0 0,0 1 0 0,0 1 0 15,0 0 0-15,-1 1 0 0,1-2 0 0,-1 2 0 16,-1 0 0-16,1 0 0 0,-1 0 0 0,1 2 0 15,-1-1 0-15,-1 0 0 0,1 1 0 0,-1-1 0 0,0 1 0 0,0-1 0 16,-1 1 0-16,0 0 0 16,0-1 0-16,-1 0 144 0,1 1-144 0,1-1 160 0,-2 1-160 0,1-2 160 15,1 0-160-15,0 0 192 0,0 2-192 0,0-2 192 16,1 0-192-16,0 0 0 0,1 0 0 0,0-2 0 16,1 2 0-16,0 0-144 0</inkml:trace>
  <inkml:trace contextRef="#ctx0" brushRef="#br0" timeOffset="21854.6">10377 6264 5375 0,'0'0'480'0,"0"0"-480"0,0-1 0 0,0 1 0 15,0 0 288-15,-1 0-32 16,1 0-16-16,0 0 32 0,-1-2 240 0,1 2 64 15,0-3 0-15,0 3 16 0,0-2-240 0,0 1-48 0,0 0-16 16,0 1 32-16,1-2-16 0,-1 2-16 0,0 0 0 0,0-2 32 16,0 2-128-16,0 0-48 15,-1 2 0-15,1-2 32 0,-1 0-16 0,0 0 0 0,1 0 0 0,-1 0 32 16,0 2-16-16,0-2-16 0,0 1 0 0,0-1 32 16,1 1 96-16,-1 1 16 0,0-2 0 0,0 3 16 15,0-1-16-15,0-1-16 0,-1 3 0 0,1-2 32 16,-1 1-32-16,0 0-16 0,1 1 0 0,0 0 48 15,0-1-160-15,-1-1-32 0,1 2 0 0,-1-1 32 16,0 0-160-16,1-1 0 0,-1 1 0 0,1 0 128 16,0 0-128-16,-1 0 0 15,0 2 0-15,0-3 144 0,0 5-144 0,-1-2 192 0,2 0-192 0,-2 2 192 0,0 0-64 16,0-1-128-16,0 0 192 0,1 1-64 0,0-2 0 0,-1 2 0 16,1-3 0-16,-1 4 0 0,1-3 0 0,0 2-128 15,-1-1 192-15,-1 2-64 16,2-3 32-16,-1 2 0 0,1-2 0 0,0 2 0 15,0-1-160-15,-1-1 0 0,2 0 144 0,-1 0-144 0,0 0 0 0,0-1 128 0,-1 1-128 0,1 1 0 16,0 0 0-16,0 1 128 0,-1 0-128 0,0 0 0 16,0 1 144-16,1-1-144 0,-1 2 192 0,-1 1-192 15,1-1 240-15,0 0-64 0,1 2-16 0,-2-2 0 16,1 2-16-16,0-2 0 0,0-1 0 0,1-1 0 16,-1 0 48-16,0 0 0 0,1 0 0 0,0 0 0 15,0 0-16-15,-1 1 0 0,1-1 0 0,-1 0 0 16,1 0-176-1,-1 0 192-15,0 0-192 0,0 0 192 0,1 0-192 0,-1 0 0 16,0 1 144-16,-1-2-144 0,1 2 0 0,1-3 144 16,-1 3-144-16,-1 0 0 0,1-1 0 0,0 1 0 15,-1 1 0-15,0-2 0 0,1 1 192 0,0 0-192 16,0 1 192-16,0-1-192 0,0 1 128 0,1-1-128 16,-1 1 0-16,0-2 0 0,0 3 224 0,1-3-64 15,-1 2-16-15,0-1 0 0,0 1-16 0,0-2-128 0,2 1 192 16,-2-1-64-16,1 2-128 0,0-2 128 0,0-1-128 0,0 0 128 15,0-1-128-15,1-2 0 0,-1 3 0 0,0-1 0 16,1-1 0-16,-1 1 0 0,0 0 128 0,0-3-128 16,1 3 0-16,0-2 0 0,-1 1 0 15,1-1 0-15,0 1 0 0,-1 0 0 0,1-1 0 0,-1 2 128 16,1 0-128-16,-1-2 0 0,1 2 0 0,-1 0 128 16,1-2-128-16,-1 2 0 0,1-1 0 0,-1 0 128 15,1 0-128-15,0-1 0 0,0 1 0 0,0-1 0 16,0 1 0-16,0-1 0 0,-1 1 0 0,1-1 0 15,0 0 0-15,-1 1 0 0,1-2 0 0,0 1 0 16,0 0 0-16,0 1 0 0,0-3 0 0,-1 0 0 0,2 1 0 0,-1-1 0 16,-1 1 128-16,1 0-128 0,0 1 0 0,0-3 192 15,0 2-192-15,0 0 192 0,0-1 0 0,0 1 16 16,1-2 0-16,-1 2 0 0,2 1-64 0,-1-1-16 16,0-1 0-16,0 0 0 0,0 1-128 0,0-1 160 15,0 1-160-15,0-1 160 0,0 1-160 0,-1 0 160 16,1-1-160-16,0 0 160 0,0 1-160 0,0-1 0 15,1 3 144-15,-1-4-144 0,0 1 0 0,0 1 128 16,0-2-128-16,0 0 0 0,0 0 160 0,0 2-32 16,0-2-128-16,0 0 192 0,0 0-64 0,0 2-128 15,0-2 176-15,0 1-176 0,0 1 192 0,0-2-64 0,0 2 0 0,0-2-128 16,0 0 176-16,0 1-176 0,0 1 160 0,0-2-160 16,0 2 0-16,0-2 128 0,0 2-128 0,0-2 0 15,0 2 0-15,0-1 0 0,0 1 128 0,0-2-128 16,1 2 0-16,-1-2 0 0,0 1 0 0,0-1 0 15,0 2 0-15,0-2 144 0,0 0-144 0,0 0 128 16,0 0 32-16,0 1 0 0,0-1 0 0,0 0 0 16,0 0-160-16,-1 0 192 0,2 0-192 0,-1 0 192 15,0 0-192-15,0 0 192 0,-1-1-192 0,1 1 192 16,1 0-64-16,-1 0 0 0,0 0 0 16,0 0 0-16,0 0 816 0,0 0 144 0,0 0 48 0,-1 0 0 15,1-2-1696-15,0 2-336 0,0 0-64 0,0 2 0 16,0-2 768-16,0 0 192 0,0 0 0 0,0 0 0 0,0 0 768 0,0 0 160 15,1 0 32-15,0 0 0 0,0 0-784 0,1 0-176 16,-1 0 0-16,1-2-15360 16</inkml:trace>
  <inkml:trace contextRef="#ctx0" brushRef="#br0" timeOffset="25073.34">10117 7137 4879 0,'0'-4'0'16,"0"2"-128"-1,0 2 128-15,0 0 0 0,0 0 0 0,0-2 0 32,0 1 0-32,-1-2 0 0,0 0 0 0,0 0 0 15,0 1 0-15,-1-1 0 0,0 1 0 0,1 1 0 0,-1 0 0 0,0 1 0 16,1-2 0-16,-1 2 0 0,1 0 0 0,0 0 0 15,0 0 0-15,0 0 0 0,1 0 0 0,-1 0 0 16,0 0 0-16,1 0 0 0,-1-1 0 0,1 1 0 16,0-2 0-16,0 0 0 0,0 1 0 0,0-2 0 15,0 2 0-15,0-3 0 0,0 1 0 0,0 0 0 16,-1 1 0-16,1 0 0 0,0-1 0 0,-1 1 0 16,1-1 0-16,-1 1 0 0,1 1 0 0,0-2 0 15,0 1 0-15,0 1 0 0,0-2 400 0,0 3 112 16,0-2 0-16,0 0 48 0,-1 2 128 0,1-2 16 0,-1 2 16 0,1-2 48 15,-1 2-80-15,0 0-16 0,1 2 0 16,-1 0 32-16,0-2-16 0,-1 1 0 0,0 2 0 0,0 0 16 16,0-1-32-16,0 1-16 0,1-1 0 0,0 0 32 15,-1 3-192-15,0-2-48 0,0-1 0 0,0 2 48 16,1-1-208-16,-1 2-32 0,1-3-16 0,-1 3 16 16,0 0-48-16,0-1-16 0,-1 1 0 0,0 1 32 15,2 0 32-15,-2-1 0 0,0 2 0 0,0 0 16 16,1 0-16-16,0 0 0 0,-1 1 0 0,0 1 32 15,0-1 32-15,0 1 0 0,1-2 0 0,-1 2 32 0,1-2-80 16,0 0-16-16,-1 0 0 0,2-2 32 0,-1 2-32 0,-1-2 0 16,1 2 0-16,0-1 16 0,0 0-80 0,1-1 0 15,-1 2-16-15,1-2 0 0,-1 1-16 0,0 0 0 16,0 1 0-16,0 0 0 0,0-1 0 0,1 2 0 16,-1-3 0-16,0 2 0 0,0 0-160 0,0 1 160 15,0-2-160-15,0 1 160 0,0 0-160 0,0 0 0 16,-1 1 144-16,1-2-144 0,-1 0 144 0,1 0-144 0,-1 2 192 0,0-2-192 15,0 2 240-15,0-1-64 0,0 0-16 0,0 0 0 16,0 0-16-16,0 1 0 0,0 1 0 0,-1 0 0 16,0 1-144-16,2-3 0 0,-1 0 144 0,0 0-144 15,0 0 128-15,0 0-128 0,0 1 160 16,0 1-160-16,0 1 128 0,-1-3-128 0,2 2 0 0,-1 1 144 16,0-1-144-16,0 0 0 0,0 1 0 0,0-2 0 0,0 1 0 0,-1 0 0 15,2 1 144-15,-2 0-144 0,1 1 128 0,-1-2-128 16,1 2 128-16,-1 0-128 0,0-1 0 0,0 1 128 15,1 1-128-15,-1-3 0 0,0 2 128 16,0-2-128-16,0 0 128 0,0 2-128 0,0-1 0 0,0 2 0 16,-1 0 0-16,1-2 128 0,-1 1-128 0,0 1 0 15,1 0 0-15,-1 0 128 0,1-3-128 0,0 3 0 16,-1 0 0-16,1 0 128 0,0 0-128 0,-1 0 0 16,1-1 0-16,0 1 0 0,0-2 0 0,0 1 0 15,2 1 0-15,-2-1 0 0,1 0 0 0,0-1 0 16,0 1 0-16,0-1 0 0,-1 1 0 0,1 0 0 0,0 0 0 15,-1-1 0-15,1 1 0 0,-1-2 0 0,2 1 0 0,-2 0 128 16,0 0-128-16,0 1 0 0,-1 1 0 16,-1-1 0-16,2 1 0 15,-1-2 0-15,1 2 0 0,-1-2 0 0,1 1 0 0,1-2 0 0,0 1 128 0,-1 2-128 16,0-2 0-16,1 1 0 0,-1 1 0 0,0 0 0 16,0-2 0-16,1 2 0 0,-1 1 0 0,1-3 0 15,-1 3 0-15,0-2 0 0,0 1 0 16,0-2 0-16,0 3 0 0,-1-3 0 0,1 2 0 0,-1 0 0 15,0-1 0-15,1 1 0 0,-1 0 0 0,0 1 0 16,2-2 0-16,-1 1 0 0,-1 0 0 0,2-1 0 16,-1 1 0-16,-2 1 0 0,2 0 0 0,-1-1 0 0,0 0 0 15,0 0 0-15,1-1 0 0,-1 1 0 0,1 0 0 16,-1 2 0-16,1-2 0 0,-1 3 0 0,0-3 0 0,0 2 0 16,0-2 0-16,0 2 0 0,0-2 0 15,-1 2 0-15,3 0 0 0,-2-2 0 0,0 2 0 0,1-2 0 16,-1 1 0-16,0 0 0 15,0-1 0-15,-1 0 0 0,2-2 0 16,-1 1 0-16,1 1 0 0,0 0 0 0,-1 0 0 0,0 1 0 0,1-2 0 0,0 1 0 16,0 0 0-16,0 0 0 0,0 1 0 0,0-1 0 15,0 1 0-15,0 0 0 0,-1 0 0 0,2 1 0 16,-2 0 0-16,0 0 128 16,1 0-128-16,-1 0 0 0,1 0 0 0,0 0 0 0,0-1 0 15,-1 1 0-15,1-2 0 0,-2 2 0 0,2-2 0 0,-1 0 0 0,1 2 0 0,0-3 0 16,-1 2 0-16,0-2 0 0,1 1 0 0,-1 0 0 15,-1 0 0-15,2 0 0 0,-1 0 0 0,1-2 0 16,0 1 0-16,-1-1 0 0,1 3 0 0,1-1 0 16,-1 0 0-16,0 0 0 0,1 0 0 0,-1 0 0 15,0 0 0-15,0 0 0 0,0 0 0 0,0 0 0 16,0-1 0-16,1-1 0 0,-1 2 0 0,-1 0 0 16,2 1 0-16,-1-1 0 0,0-2 0 0,1 2 0 15,-1 0 0-15,0-3 0 0,1 0 0 0,1 1 0 0,-2 0 0 16,1-1 0-16,-1 1 0 0,1 1 0 0,-1-1 0 15,0-2 0-15,1 1 0 0,-1 2 0 0,-1-1 0 0,1-1 0 32,1 1 0-32,-1-2 0 0,0 1 0 0,1 2 0 0,-2-1 0 0,0 1 0 0,1-1 0 0,0 2 0 15,-1-2 0-15,1 1 0 0,-1-1 0 0,0 2 0 16,0-1 0-16,0 1 0 0,1 0 0 0,-1 0 0 16,0 1 0-16,0-2 0 0,0 1 0 0,0 0 0 15,0-1 0-15,-1-1 0 0,2 1 0 0,-2-1 0 16,2 0 0-16,-1-1 0 15,0 1 0-15,0 1 0 0,0 1 0 0,0-1 0 0,1 0 0 16,-1-1 0-16,0 1 0 0,0 1 0 0,0-2 0 0,1 1 0 16,-1-1 0-16,1 2 0 0,0-2 0 0,-1 1 0 0,0 1 0 0,1-1 128 15,0-1-128-15,-1 2 0 16,1 0 0-16,-1-2 0 0,1 1 0 0,0-1 0 0,-1 1 0 0,1 0 128 16,0 0-128-16,0-2 0 15,-1 3 128-15,2-3-128 0,-1 1 160 0,0-2-32 0,1 3-128 0,-1-4 192 16,1 1-64-16,0-1-128 0,1 2 176 0,-1-2-176 31,0 0 144-31,-1 1-144 0,2 1 0 0,-2 0 144 0,1 1-144 0,-1-3 0 0,2 4 144 0,-3-1-144 16,1 0 0-16,0-1 144 0,1 0-144 0,-1 1 0 15,0 0 128-15,1-3-128 0,0 2 0 0,-1 1 0 0,0-1 176 32,1-2-176-32,-1 3 160 0,0-1-160 0,2 0 128 0,-2-1-128 15,0 1 0-15,0-2 144 0,1 3-144 0,-1-1 0 16,1-2 0-16,0 3 0 0,0-3 0 0,-1 2 0 15,0 1 0-15,1 0 0 0,-1-1 0 0,0 0 128 16,0 2-128-16,1 0 0 0,-1-2 0 0,0-1 128 16,1 2-128-16,-1-2 0 0,-1 0 0 0,2 1 0 15,-2 1 128-15,1-3-128 0,1 2 0 0,-1-2 128 16,1 0-128-16,-2 1 128 0,3-2-128 0,-2 2 192 0,0-1-192 16,0 1 192-16,1 0-192 0,-1 0 0 0,1-1 144 0,0 0-144 15,0 0 128-15,0 0-128 0,0 0 160 0,0 0-160 16,1 2 144-16,-2-1-144 0,1 1 128 0,-1 0-128 15,2-1 192-15,-2-1-64 0,0 0 0 0,1 3 0 16,0-3-128-16,-1 2 0 0,0 1 144 0,1-4-144 16,-1 2 0-16,1-1 128 0,-1 0-128 0,1 0 0 15,0-2 0-15,0 0 0 0,0 2 0 0,0-3 0 16,0 2 0-16,0 0 0 0,0 0 0 0,1 0 128 16,-1 1-128-16,0-2 0 0,0 0 0 0,0 2 0 15,1-3 0-15,-1 2 0 0,0 0 0 0,0 0 0 16,1 1 0-16,0 0 0 0,-1-1 0 0,0-1 0 15,1 0 0-15,-1 2 0 0,1 0 128 0,-1-1-128 0,1 0 0 0,-1 1 144 16,0 0-144-16,0-2 0 0,1 1 128 0,-1-2-128 16,0 3 0-16,1-3 0 0,-1 1 144 0,0 0-144 15,0-1 0-15,1 2 144 16,0-2-144-16,0-1 0 0,0 2 0 0,0-1 128 0,0 1-128 0,0-3 160 16,1 3-160-16,-1-3 160 0,1 1-32 0,-1 0 0 15,1 1 0-15,-1 0 0 0,0-1 16 0,0-1 0 16,0 1 0-16,1 0 0 0,0-1-16 0,-1 2-128 15,0-1 192-15,1-1-64 0,0 0-128 0,-1 0 128 16,1 1-128-16,0-1 128 0,0-1-128 0,1 1 0 0,0 0 0 16,-1 0 128-16,0 1-128 0,0 0 0 0,0 1 144 0,-1 0-144 15,1 1 0-15,-1 0 0 0,0 0 0 16,0 2 0-16,0-3 0 0,0 2 0 0,-1 0 0 0,0-1 128 16,0 0-128-16,1 0 0 0,0 0 0 0,-1-3 0 15,1 0 128-15,0 0-128 0,1 1 160 0,0-3-160 16,0 1 272-16,-1-1-32 0,1 0-16 0,0 0 0 15,0 4-48-15,0-4-16 0,0 2 0 0,0 0 0 16,0-1-160-16,0 1 128 0,0 1-128 0,1 1 128 16,-1-2-128-16,0 1 0 0,-1 2 0 0,1-2 0 15,0 1 0-15,0 0 0 0,0 0 0 0,0-1 0 16,0-2 0-16,0 1 0 0,0 1 0 0,0-3 0 0,1 0 128 16,0 0-128-16,-1 2 128 0,0-2-128 0,1 0 128 0,0 0-128 15,0 2 128-15,0-2-128 0,0 0 0 0,0 0 0 16,0 1 0-16,0 0 0 0,0 1 0 0,0 1 0 15,0-2 0-15,0 1 0 0,0 1 0 0,0-2 0 16,0 2 0-16,0 1 0 16,0-3 0-16,0 1 0 0,-1 0 0 0,1-2 0 0,0 2 0 0,0-2 0 15,0 0 0-15,0 0 0 0,0-2 0 16,0 2 0-16,-1 0 0 0,1 0 0 0,0 0 0 0,1 0 0 16,-1 0 0-16,1-2 0 0,0 2 0 0,0 0 0 15,-1 0 0-15,1 0 0 0,0 0 0 0,1 0 0 0,-1 0 0 16,1-2 0-16,1 2-336 0,0-1-48 0</inkml:trace>
  <inkml:trace contextRef="#ctx0" brushRef="#br0" timeOffset="29697.58">10414 6287 3647 0,'-1'0'320'0,"0"-2"-320"15,2 1 0-15,-2 1 0 0,1 1 672 0,-1-2 64 16,0 1 16-16,-1-3 16 0,1 2 16 0,-1-4 0 15,0 3 0-15,1-1 0 0,0 1-256 0,0 0-48 16,0-1-16-16,1 1 0 16,0 0 32-16,0 1 0 0,0-1 0 0,0 0 0 15,0 0-48-15,0 2 0 0,0-2 0 0,0 1 0 16,-1 1-16-16,1 0-16 0,0 0 0 0,0 0 0 0,0 0-64 0,0 1-16 16,-1 1 0-16,1 0 0 0,0 0-16 0,0 0-16 15,0-1 0-15,0 3 0 0,1-1-32 0,-1-1 0 16,1 1 0-16,-1 1 0 0,2-1-64 0,-1 0-16 15,0 0 0-15,0 0 0 0,1 0-32 0,-1 0-16 16,0 0 0-16,1 0 0 16,0 0 112-16,0 1 32 0,-1 0 0 0,1 0 0 0,0 2 80 0,-1-1 16 15,1 2 0-15,0 0 0 0,1 0-64 0,-1 1 0 16,1 1 0-16,-2 0 0 0,1-1-48 0,0 1-16 0,0 0 0 16,1 1 0-16,0-1-128 0,-2-1-128 0,2 2 192 15,0-1-192-15,-3-9 0 0,0 0 0 0,0 0 0 0,14 36 0 16,-14-36 128-16,0 0-128 0,0 0 0 0,14 34 0 15,-14-34 128-15,0 0-128 16,0 0 0-16,16 35 0 0,-16-35 144 0,0 0-16 0,0 0-128 0,17 39 192 16,-17-39-16-16,0 0-16 0,0 0 0 0,18 43 0 15,-18-43-160-15,0 0 192 0,0 0-192 0,17 38 192 16,-17-38-192-16,0 0 0 0,0 0 0 0,20 40 0 16,-20-40 0-16,0 0 0 0,0 0 0 0,20 41 0 15,-15-32 0-15,-5-9 0 0,0 0 0 0,0 0 0 16,20 37 0-16,-20-37 0 0,0 0 0 0,0 0 0 0,21 42 128 0,-21-42-128 15,0 0 0-15,0 0 128 0,22 44-128 0,-22-44 192 16,0 0-192-16,19 38 192 0,-19-38-192 0,0 0 160 16,19 36-160-16,-19-36 160 0,0 0-32 0,0 0-128 15,25 42 192-15,-25-42-64 0,0 0-128 0,0 0 128 16,25 43-128-16,-25-43 128 0,0 0-128 0,0 0 128 16,23 41-128-16,-23-41 128 0,0 0-128 0,21 38 0 15,-21-38 144-15,0 0-144 0,17 33 128 0,-17-33-128 16,0 0 128-16,23 42-128 0,-23-42 128 0,0 0-128 15,20 38 160-15,-20-38-160 0,0 0 192 0,20 38-64 16,-20-38-128-16,0 0 192 0,23 40-192 0,-23-40 144 16,0 0-144-16,21 41 128 0,-21-41 16 0,0 0 0 0,21 38 0 0,-21-38 0 15,0 0 32-15,22 33 0 16,-22-33 0-16,0 0 0 0,21 35-48 0,-21-35-128 0,0 0 192 0,22 36-64 16,-22-36-128-16,0 0 160 0,0 0-160 0,27 42 160 15,-27-42-160-15,0 0 0 0,21 36 0 0,-21-36 0 16,0 0 0-16,23 36 0 0,-23-36 128 0,0 0-128 15,22 40 0-15,-22-40 0 0,0 0 0 0,18 38 0 16,-18-38 160-16,0 0-160 0,16 35 192 16,-16-35-192-16,0 0 192 0,15 33-64 0,-15-33 0 0,0 0-128 15,17 34 224-15,-17-34-64 0,0 0-16 0,16 31 0 0,-16-31-16 16,0 0-128-16,0 0 192 0,22 42-64 0,-22-42-128 0,0 0 192 16,17 33-192-16,-17-33 192 0,0 0-192 0,18 34 0 15,-18-34 0-15,0 0 128 0,20 33-128 0,-20-33 0 16,0 0 144-16,17 33-144 0,-17-33 0 0,0 0 0 15,20 34 0-15,-20-34 128 16,0 0-128-16,19 37 0 0,-19-37 0 0,0 0 0 0,18 38 0 0,-18-38 0 16,0 0 0-16,16 38 0 0,-16-38 0 0,0 0 0 15,17 38 0-15,-17-38 0 0,0 0 0 0,18 36 0 16,-18-36 0-16,0 0 0 0,15 33 0 0,-15-33 128 16,0 0-128-16,0 0 0 0,21 42 0 0,-21-42 0 15,0 0 0-15,17 32 128 0,-17-32-128 0,0 0 0 16,17 33 128-16,-17-33-128 15,0 0 144-15,17 35-144 0,-17-35 192 0,0 0-192 16,18 39 224-16,-18-39-64 0,0 0-16 0,18 35 0 16,-18-35-144-16,0 0 160 0,0 0-160 0,22 40 160 0,-22-40-32 0,0 0 0 15,0 0 0-15,21 36 0 0,-21-36-128 0,0 0 160 16,0 0-160-16,19 35 160 0,-19-35-160 0,0 0 128 16,0 0-128-16,20 31 128 0,-20-31-128 0,0 0 0 15,0 0 144-15,0 0-144 0,22 39 0 0,-22-39 128 16,0 0-128-16,0 0 0 0,18 32 0 0,-18-32 128 15,0 0-128-15,0 0 0 0,0 0 0 0,21 35 0 16,-21-35 0-16,0 0 0 0,0 0 0 0,14 32 0 16,-14-32 0-16,0 0 128 0,0 0-128 0,11 32 0 15,-11-32 0-15,0 0 0 0,0 0 0 0,12 34 0 16,-12-34 0-16,0 0 128 0,0 0-128 0,12 30 144 0,-9-24-144 16,0 0 160-16,-1-1-32 0,1 0-128 0,0 0 192 0,-1-1-64 15,1 1-128-15,-1 0 160 0,1 0-160 0,0-1 160 16,-1 1-160-16,1 0 0 0,-1 0 0 0,-2-5 128 15,0 0-128-15,0 0 0 0,0 0 0 0,14 31 128 16,-14-31-128-16,0 0 0 0,0 0 0 0,12 30 128 16,-9-23-128-16,0 0 192 0,-1 1-192 0,0-2 192 15,-1-1-64-15,1 0 0 0,0 2 0 0,0-2 0 16,1 0 0-16,-1 2 0 0,0-3 0 0,0 2 0 16,0 0-128-16,-1 0 0 0,1 0 0 0,0 1 128 0,0-2-128 15,-1 2 0-15,2 0 0 0,-1 1 0 0,1-1 0 0,-1 2 128 16,1-2-128-16,-2 2 0 0,2-1 0 0,0-1 128 15,0 1-128-15,-1 1 0 0,0-2 128 0,0 1-128 16,1 1 128-16,-1-1-128 0,1 0 160 16,-1-1-160-16,0 0 192 0,0 1-192 0,1 0 160 0,-1 0-160 15,0-1 128-15,0-2-128 0,-1 1 0 0,1 0 128 16,1 0-128-16,0-1 0 0,-1 0 0 0,-1-3 0 16,1 3 128-16,0-2-128 0,0 0 0 0,0-2 0 15,-1 1 0-15,1-1 0 0,0 1 0 0,-1-2 0 16,2 0 0-16,-1 2-18272 0</inkml:trace>
  <inkml:trace contextRef="#ctx0" brushRef="#br0" timeOffset="31624.53">11880 9318 1839 0,'0'-1'160'0,"0"1"-160"0,1-2 0 0,-1 1 0 16,0 1 864-16,0 0 144 0,0 0 16 0,0-2 16 31,-1 0 240-31,1 0 64 0,0-1 0 0,0 3 0 0,0-2-224 0,-1 2-32 16,1 0-16-16,-1 0 0 0,1 0-48 0,0 0-16 15,0 2 0-15,0 1 0 0,0-1-336 0,0-1-64 16,0 2-16-16,0 0 0 0,1 0 16 0,-1-1 0 16,2 0 0-16,0 0 0 0,0-1-128 0,0 1-32 15,1-2 0-15,0 2 0 0,2-2 64 0,-2 0 16 16,2 0 0-16,0 0 0 0,0-2 0 0,2 2 0 16,-2 0 0-16,2-2 0 0,0 1-112 0,0 1-32 15,1-2 0-15,0 2 0 0,-2-1-16 0,1 0-16 16,2 1 0-16,-2-2 0 0,2 2-96 0,-1 0 0 0,1 0-16 15,-1 0 0-15,0 0 16 0,0 0 16 0,2 0 0 0,-2 0 0 16,0 2-32-16,0-2-16 0,0 0 0 0,0 1 0 16,1-1-16-16,-2 0 0 0,2 0 0 0,-1 0 0 15,1 0 48-15,-1 0 16 0,2 0 0 0,-1 0 0 16,0 0-48-16,1 0-16 0,-1 0 0 0,0 0 0 16,0-1-64-16,0 1-16 0,0 0 0 0,1 0 0 15,0-2-128-15,2 2 160 0,-2 0-160 0,0 0 160 16,1 0-160-16,1 0 0 0,-1 0 0 0,0 0 0 15,1 0 0-15,-12 0 0 0,0 0 128 0,36 2-128 16,-36-2 0-16,0 0 0 0,38 2 0 0,-38-2 128 0,0 0-128 0,40 2 0 16,-40-2 0-16,0 0 128 0,41 3-128 0,-41-3 128 15,27 0-128-15,-14 0 128 0,0-2 0 0,-1 1 0 16,0 1 0-16,1 0 0 0,0-2 0 0,-1 2 0 16,-1 0 0-16,2 0 0 0,-1 0-128 0,0 0 0 15,-12 0 144-15,0 0-144 0,40 2 0 0,-40-2 0 16,0 0 0-16,38 3 128 0,-38-3-128 0,0 0 0 0,39 2 0 0,-39-2 0 15,0 0 0-15,40 1 0 0,-40-1 0 0,0 0 0 16,41 2 0-16,-41-2 128 0,0 0-128 0,39 2 0 16,-26-2 0-16,-1-2 144 0,-12 2-144 0,0 0 0 15,39 2 160-15,-39-2-160 0,0 0 128 0,39 0-128 16,-27 0 0-16,-1 2 128 0,0-2-128 0,0 0 0 16,0 0 0-16,0 1 0 0,-11-1 0 0,0 0 0 15,34 2 0-15,-34-2 0 0,0 0 128 0,33 2-128 0,-22-2 0 16,-11 0 0-16,0 0 0 0,31 0 0 0,-21 0 0 0,2 0 128 15,-2 0-128-15,0 0 0 0,2 0 128 0,-2 0-128 16,1-2 128-16,0 2-128 0,-1 0 192 0,-1-2-64 16,0 1 0-16,0 1 0 0,0-2-128 0,0 2 128 15,0 0-128-15,0 0 128 0,-2 0-128 0,2 0 0 16,-1 2 0-16,-1-2 128 0,3 0-128 0,-2 0 0 16,0 1 0-16,1-1 0 0,0 0 0 0,0-1 0 15,2 1 0-15,0-2 0 0,0 2 0 0,-1-2 0 16,1-1 0-16,-1 1 0 0,1 0 0 0,0 1 128 15,1-1-128-15,-1 2 0 0,-1-1 0 0,1 1 128 0,-2 0-128 16,1 0 0-16,0 1 0 0,-10-1 0 0,0 0 128 0,0 0-128 31,37 7 0-31,-37-7 0 0,0 0 0 0,0 0 0 0,0 0 0 0,44 10 0 0,-34-8 0 16,-1 1 0-16,0-3 0 0,0 2 0 0,3-2 128 0,-1 0-128 16,0-2 0-16,2 0 0 0,1 1 0 0,1-3 0 15,0 1 128-15,1 1-128 0,-1-3 0 0,2 2 128 16,-1 0-128-16,1 0 160 0,0 0-160 0,-1 0 160 15,0 1-160-15,-1 0 0 0,-15 2 0 16,30-2 0-16,-30 2 0 0,0 0 0 0,39 3 0 0,-39-3 0 16,0 0-192-16,0 0-112 0,40 16-16 0,-40-16-17536 15</inkml:trace>
  <inkml:trace contextRef="#ctx0" brushRef="#br0" timeOffset="33727.87">14100 9410 3711 0,'-4'0'320'0,"1"-2"-320"0,0 1 0 0,1 1 0 0,1 0 0 0,1 0 0 15,-1-2 640-15,1 2 80 0,-1-2 32 0,-1 1 16 16,1-1 16-16,-1 2 0 0,0-4 0 0,1 3 16 15,-1-1-400-15,1-1-80 0,1 3 0 0,-1-2 0 16,1 2-80-16,-1-1-32 0,0 0 0 0,1 1 16 16,-1-2 64-16,1 0 16 0,-1 2 0 15,0-1 16-15,1 1 256 0,0 0 64 0,-1-2 0 0,1 1 16 16,0 1 144-16,0-2 32 0,-1 1 0 0,0 0 0 16,1-1-48-16,-1 2-16 0,1-3 0 0,-1 3 32 15,1-2-144-15,-1-1-16 0,2 1-16 0,-1 1 16 16,0-2-144-16,0 2-32 0,0-3 0 0,0 1 32 15,0 2-64-15,1-2-16 0,-1 1 0 0,1 1 32 0,-1-1 0 0,1 2 0 16,-1-2 0-16,1 1 0 0,-1 1 48 0,1 0 0 16,-1 1 0-16,1 1 16 0,0 0-48 0,0-1-16 15,1 4 0-15,-2-1 0 0,1 1 64 0,2 1 16 16,0-1 0-16,0 1 0 0,0 0-224 0,1 0-48 16,1 2-16-16,-5-8 0 0,0 0-48 0,0 0 0 15,0 0 0-15,33 38 0 0,-33-38 32 0,0 0 0 16,0 0 0-16,0 0 0 15,38 38 16-15,-38-38 0 0,0 0 0 0,0 0 0 0,0 0-16 0,41 38 0 0,-41-38 0 0,0 0 0 16,0 0-80-16,33 40-16 0,-33-40 0 0,0 0 0 16,28 36-128-16,-28-36 160 0,0 0-160 0,0 0 160 15,32 45-160-15,-32-45 128 0,0 0-128 0,24 39 128 16,-24-39-128-16,0 0 128 0,25 37-128 0,-25-37 128 16,0 0-128-16,0 0 160 15,31 40-160-15,-31-40 160 0,0 0-160 0,0 0 192 0,31 45-192 0,-31-45 192 16,0 0-192-16,24 36 192 0,-24-36-192 0,0 0 192 15,26 40-192-15,-26-40 192 0,0 0-192 0,27 41 192 16,-27-41-192-16,0 0 128 0,28 40-128 0,-28-40 128 0,0 0-128 16,29 40 128-16,-29-40-128 0,0 0 128 0,0 0-128 15,32 40 0 1,-32-40 144-16,0 0-144 0,0 0 128 0,34 41-128 0,-34-41 128 0,0 0-128 0,0 0 128 0,35 42-128 16,-35-42 160-16,0 0-160 0,0 0 144 0,29 43-144 15,-29-43 128-15,0 0-128 0,24 34 0 0,-24-34 128 16,0 0-128-16,22 37 0 0,-22-37 0 0,0 0 128 15,24 36-128-15,-24-36 0 0,0 0 0 16,25 37 128-16,-25-37-128 0,0 0 0 0,23 34 0 0,-23-34 0 16,0 0 128-16,0 0-128 0,29 38 0 0,-29-38 0 15,0 0 0-15,0 0 0 0,0 0 128 0,36 36-128 16,-36-36 128-16,0 0-128 0,0 0 144 16,0 0-144-16,36 33 160 0,-36-33-160 0,0 0 128 0,0 0-128 0,30 33 0 0,-30-33 144 15,0 0-144-15,0 0 0 0,32 36 0 0,-32-36 0 16,0 0 0-16,30 37 0 0,-30-37 128 0,0 0-128 15,32 36 0-15,-32-36 0 0,0 0 0 0,30 31 0 16,-30-31 0-16,0 0 128 0,0 0-128 0,35 33 0 16,-35-33 128-16,0 0-128 0,0 0 0 0,31 33 128 15,-31-33-128-15,0 0 0 0,0 0 144 0,0 0-144 16,34 36 0-16,-34-36 128 0,0 0-128 0,0 0 0 16,0 0 0-16,33 35 0 0,-33-35 0 0,0 0 128 0,0 0-128 15,0 0 0-15,31 38 0 0,-31-38 0 0,0 0 0 0,0 0 0 31,26 35 0-31,-26-35 0 0,0 0 0 0,0 0 0 0,28 34 0 16,-28-34 128-16,0 0-128 0,0 0 0 0,0 0 0 0,31 35 128 16,-31-35-128-16,0 0 0 15,0 0 0-15,0 0 0 0,29 33 0 0,-29-33 0 0,0 0 0 0,0 0 0 16,0 0 0-16,28 36 128 0,-28-36-128 0,0 0 0 16,0 0 0-16,0 0 128 0,23 38-128 0,-23-38 0 15,0 0 0-15,0 0 128 0,0 0-128 0,20 34 0 16,-20-34 0-16,0 0 128 0,0 0-128 0,0 0 0 15,0 0 0-15,22 35 0 0,-22-35 0 0,0 0 128 16,0 0-128-16,0 0 0 0,0 0 0 0,0 0 0 16,26 31 0-16,-26-31 128 0,0 0-128 0,0 0 0 15,0 0 0-15,0 0 0 0,0 0 0 0,0 0 128 0,27 33-128 16,-27-33 0-16,0 0 0 0,0 0 0 0,0 0 0 0,0 0 0 16,0 0 0-16,26 33 0 0,-26-33 0 15,0 0 0-15,0 0 0 0,0 0 0 0,0 0 0 0,0 0 0 16,0 0 0-16,30 31 0 0,-30-31 0 0,0 0 0 15,0 0 0-15,0 0 128 0,0 0-128 0,0 0 0 16,0 0 0-16,0 0 0 0,26 33 0 0,-26-33 0 16,0 0 0-16,0 0 0 0,0 0 0 0,0 0 0 15,0 0 0-15,19 31 128 0,-19-31-128 0,0 0 0 16,0 0 0-16,0 0 0 0,0 0 0 0,0 0 0 16,18 35 0-16,-16-32 128 0,0 2-128 0,0-1 0 15,0 1 0-15,-2-5 0 0,0 0 0 0,0 0 0 0,0 0 0 0,0 0 128 16,0 0-128-16,0 0 0 15,0 0 0-15,21 33 0 0,-19-30 0 0,1 1 0 0,-1-1 0 0,1-1 0 16,-1 3 0-16,-2-5 0 0,0 0 0 0,0 0 128 16,0 0-128-16,0 0 0 0,0 0 0 0,0 0 0 15,0 0 0-15,0 0 128 0,0 0-128 0,29 29 0 16,-26-27 0-16,-3-2 0 0,0 0 0 0,0 0 128 16,0 0-128-16,0 0 0 0,0 0 0 0,0 0 0 15,0 0 0-15,0 0 0 0,0 0 0 0,0 0 128 16,0 0 704-16,0 0 160 0,35 23 32 0,-34-23 0 15,1 0-832-15,-1 1-192 0,0-1 0 0,0 2 0 16,0-2-784-16,-1 0-208 16,0 0-32-16,-1 0-19456 0</inkml:trace>
  <inkml:trace contextRef="#ctx0" brushRef="#br0" timeOffset="36122.78">10371 6301 911 0,'0'-2'0'0,"-1"0"0"0,1 1 0 0,0 1 0 15,0-2 928-15,0 2 96 0,-1 0 32 0,1 0 0 16,0-1 96-16,-1 0 32 0,1-1 0 0,0 1 0 15,1-1-144-15,-1 2-16 0,0 0-16 0,0-2 0 16,1 2-224-16,-1 0-32 0,1 0-16 0,-1 0 0 16,1 0-128-16,-1 0-32 0,1 0 0 0,-1 2 0 15,1-2-32-15,-1 2-16 0,-1-2 0 0,0 3 0 16,1-3-272-16,-1 2-48 0,0 0-16 0,0-2 0 16,0 1-32-16,1-1-16 0,0 0 0 0,0-1 0 15,0 1-16-15,1-2 0 0,1 1 0 0,-1 0 0 16,1-2-128-16,0-1 0 0,0 1 0 0,-1 1 0 15,1 0 0-15,-1 2 0 0,0-2 0 0,0 2 0 16,-1 0 0-16,1 0 0 16,-2 0 0-16,1 2 0 0,-2 1 0 0,1 0 0 0,-1 0 0 0,-1 0 0 0,0 1 0 0,0 1 0 15,1 0 192-15,-2-1-64 0,1 1 144 0,1 0 32 16,-1-1 0-16,1 1 0 0,0 0-176 0,-1 2-128 16,1-1 192-16,-1 0-192 0,1 1 160 0,0 0-160 15,0-1 128-15,0 0-128 16,0 0 0-16,0 0 128 0,0 1-128 0,0 0 0 0,-1 0 160 0,0 3-160 15,0-1 192-15,0-1-192 0,-1 1 240 0,-1-2-64 16,2 2-16-16,-3 1 0 0,2-1 96 0,0-1 32 0,-1 1 0 16,1 1 0-16,1-3 32 0,0 2 16 0,-1-2 0 15,1 0 0-15,1 3-144 0,0-3-48 0,0 0 0 0,-1 1 0 16,1 0-144-16,-1 1 0 0,2 0 144 0,-1-1-144 16,0 1 0-16,-1 0 0 0,0 2 0 0,0-2 0 15,1 1 0-15,-2-2 0 0,1 0 0 0,0 1 0 16,1-1 0-16,-2 0 128 0,0 2-128 0,1-2 0 15,-1 0 0-15,-1 1 0 0,2-2 0 0,0-1 0 16,0 0 0-16,1 0 0 0,-1-3 0 0,1 2 128 16,1 0-128-16,-2-3 0 0,1 3 0 0,-1-2 0 15,1 1 0-15,0-2 0 0,0 3 0 0,0-2 0 16,0 1 0-16,0 4 0 0,0-4 0 0,-1 3 0 16,2 0 0-16,-2 1 144 0,1-2-144 0,-1 2 0 0,0 1 272 0,1-2-48 15,0 1-16-15,-1-2 0 0,1 2-48 0,-1-1-16 16,1 0 0-16,0-2 0 0,0 2-144 0,0-2 192 15,1 0-192-15,-1-1 192 0,0 3-192 0,1-4 0 16,0 1 144-16,0-1-144 0,-1 1 144 0,1 0-144 16,-1-1 192-16,0 2-192 0,1 0 208 0,-2-1-64 15,2 2-16-15,-1-2 0 0,0 3 64 0,-1-2 16 16,0 2 0-16,1 0 0 0,0 0-16 0,-1 0 0 16,1-1 0-16,-1 0 0 0,1 2-16 0,0 1-16 15,-1-2 0-15,0 1 0 0,1-2-160 0,0 1 192 16,0 0-192-16,-1 1 192 0,1-2-192 0,0 2 160 15,0-1-160-15,0-1 160 0,0 0-160 0,0 2 160 16,0 1-160-16,0 0 160 16,0 0-160-16,0-1 0 0,1 1 0 0,0 0 0 0,0 1 0 0,-1-2 0 0</inkml:trace>
  <inkml:trace contextRef="#ctx0" brushRef="#br0" timeOffset="43109.89">12154 6918 8287 0,'0'0'736'0,"-1"0"-592"16,1 0-144-16,-1 0 0 0,1 0 544 0,-1 0 80 15,0 2 16-15,-2-2 0 16,0 0 208-16,-1 0 48 0,0 0 16 0,-1 2 0 0,0 1-80 0,-2-1 0 16,1 1-16-1,-1-1 0-15,-1 2-304 0,0-1-48 0,-2 2-16 0,-1 0 0 0,-1 2 64 0,-2 0 0 16,0 2 0-16,-4 1 0 0,0-1-80 0,0 0-16 15,-2 3 0-15,-1 0 0 0,-1 2-192 0,-6 4-32 16,-4 3-16-16,-2 2 0 0,4-4-48 0,-3 2 0 16,-5 3 0-16,-3 1 0 0,-2 2 128 15,1 2 32-15,0 0 0 0,4-1 0 0,5-4 144 0,3-3 16 16,6 0 16-16,2-5 0 0,1-1 128 0,2-1 32 16,-2-1 0-16,3 0 0 0,0-3-496 0,1 1-128 0,1-2 0 0,0 0 0 15,1 0 0-15,0 2 0 0,2-1 0 0,1-3 0 16,2 0 0-16,1 0 0 15,0-2 0-15,0 2-128 0,1 0-192 0,1-2-48 0,2-2 0 0,1 0 0 32,1-2-1216-32,2-1-240 0,1 0-48 0,2-1-7936 0</inkml:trace>
  <inkml:trace contextRef="#ctx0" brushRef="#br0" timeOffset="43539.67">11372 7286 3967 0,'1'-1'176'0,"-1"-1"32"0,1-1-208 0,-1 3 0 0,0 0 0 0,-1 0 0 15,1 0 1024-15,-1 0 176 0,0 0 16 0,-1 0 16 16,-1 3 32-16,0-1 0 0,-1 3 0 0,-2 0 0 15,1 3-288-15,-2 0-48 0,0 2-16 0,-1-1 0 16,-2 2-112-16,0 0-32 0,0-2 0 0,-2 1 0 16,0 1-144-16,-1 0-48 0,0 0 0 0,0 1 0 15,-1-1 224-15,0 1 32 0,1-2 16 0,2-1 0 16,1 1 144-16,0-1 32 0,2-2 0 0,2 1 0 16,1-2-416-16,0 0-80 0,2 1-16 0,-1 0 0 0,1 2-336 15,1-2-176-15,1 0 160 0,0 0-160 0,1 1 128 0,0-2-128 16,1 0 0-16,1 0 0 0,0 0 0 0,0-1 0 15,1-2 0-15,0 2 0 0,2-2 128 0,1-1-128 16,0 0 0-16,1-2 0 0,0 0 912 0,2-2 96 16,1 0 16-16,2-3 0 15,-1 2-1552-15,0-1-304 0,1 0-64 0,1-2-16 0,2 2 752 16,0-3 160-16,-3 3 0 0,1-1 0 0,0 1-192 0,0 2-96 0,0 0-16 0,0 0-13040 16</inkml:trace>
  <inkml:trace contextRef="#ctx0" brushRef="#br0" timeOffset="44346.06">12204 6966 6447 0,'0'-4'576'0,"0"2"-576"15,0 0 0-15,0 2 0 0,0 0 880 0,0-2 64 16,0-1 16-16,-1-4 0 0,1 2 352 15,0-2 80-15,-1 3 16 0,0-1 0 0,1 2-128 0,-1 1-32 16,1 2 0-16,-1 0 0 0,1 2-368 0,-1 1-80 16,0 0-16-16,1 3 0 15,1 1-336-15,-1 1-80 0,1 2-16 0,0 1 0 16,0-1 32-16,1 1 0 0,0-1 0 0,0 1 0 0,-2-11-144 0,0 0-32 16,8 38 0-16,-5-27 0 15,-1 0 48-15,0-4 16 0,0 2 0 0,0 1 0 0,1-1 80 0,-2-1 16 0,1-1 0 0,-1-3 0 16,0 2 80-16,1-1 32 0,-1-2 0 0,0 2 0 15,1-2-96-15,-1-1-32 16,0-2 0-16,1 0 0 0,0 0 32 0,-1 0 0 0,3-2 0 0,1-1 0 16,-2-1 0-16,3 0 16 0,3-2 0 0,2-3 0 15,3-1-208-15,3 0-32 0,3-4-16 0,5 0 0 16,3 0 48-16,4 0 16 0,5-3 0 0,3 0 0 16,1-1-208-16,0-2 0 0,2 0 128 0,1 0-128 15,-1-1 0-15,5 0 0 0,2-3 0 0,-1 0 0 16,-3 3-496-1,4-2-32-15,3-3-16 0,-1 1 0 16,-1 2-2080-16,-2 0-432 0,-1 3-80 0,-3 3-8432 0</inkml:trace>
  <inkml:trace contextRef="#ctx0" brushRef="#br0" timeOffset="45261.7">14099 6406 11055 0,'-1'-5'480'0,"-1"2"112"0,0 1-464 0,1 0-128 0,0 2 0 0,0-2 0 0,0 1 768 16,-2 1 144-16,0-2 32 0,-2 0 0 0,-1 1 240 0,-1 2 48 15,1 1 16-15,-2 3 0 0,0 0-336 0,-1 5-64 16,-1 3-16-16,-2 4 0 0,-1 4 112 0,-3 7 16 31,-2 6 0-31,-1 1 0 0,1-1 0 0,-1 1 16 0,1 3 0 0,-1-5 0 0,2 1-48 0,-1 3-16 16,1 3 0-16,2-4 0 0,4-3-336 0,2-6-80 15,4-6-16 1,5-21 0-16,-2 31-320 0,2-22-160 0,1-2 160 0,1-2-160 0,1-3 128 0,1-1-128 16,-1-1 0-16,3-3 144 0,1-2-144 0,0-2 0 0,0 0 0 15,1-2 0-15,0 1 0 0,0-5 0 16,1 0 0-16,-1-1 0 31,0-2-832-31,-1 3-112 0,-1-1-16 0,-1 2 0 16,1-2-128-16,-1-2-16 0,1-1-16 0,-1-2 0 15,1-2 400-15,-1 0 80 0,0-2 0 0,1-2 16 0,-1 1 240 0,2-2 32 0,0 2 16 0,0-2 0 16,-1 3 144-16,2-1 16 0,-1 1 16 0,0 3 0 16,-1 5 160-16,1 0 0 0,-2 3 0 0,1 1 0 15,-1 2 0-15,0 3 144 0,-1 3-144 0,-1-1 160 16,0 4 528-16,-1 0 96 0,1 4 32 0,-1-1 0 15,-1 1-32-15,1 1 0 0,1 2 0 0,-1 1 0 0,-2-8-304 16,0 0-64-16,0 0-16 0,13 49 0 16,-13-49-16-16,0 0 0 0,13 55 0 0,-13-55 0 0,7 42 144 0,-7-42 32 15,7 48 0-15,-7-48 0 0,7 52 48 0,-7-52 16 16,5 45 0-16,-5-45 0 0,6 45-208 0,-6-45-32 16,11 46-16-16,-11-46 0 0,12 42-176 0,-12-42-48 15,0 0 0-15,13 50 0 0,-13-50-144 0,0 0 128 16,0 0-128-16,0 0 128 0,0 0-128 0,0 0 0 15,0 0 0-15,0 0 0 0,0 0 0 0,0 0 0 16,0 0 0-16,0 0 0 16,0 0-1632-16,-4 23-208 0,-3-28-32 0,-1 2-16 15,0-1-1056-15,-3-3-192 0,0 3-64 0,-1-3 0 16,-2 0-48-16,0-1-16 0,-1 1 0 0,-1-2 0 0,1-1 2608 0,-1 3 512 0,1 0 144 0,0 0 0 16,1 2 0-16,1 0-144 0,2 0 144 0,1 1 0 15,1-1 1600-15,1 2 432 0,0-1 80 0,3 2 64 16,1-1 80-16,1-1 16 0,2 1 0 0,2 1 0 0,1-1 320 0,3-2 64 15,1 2 16-15,4-3 32 0,-1 1-592 0,2 1-112 16,1-3-16-16,3 2 16 0,1-2-1104 0,0 2-240 16,2-2-32-16,0 1 16 0,0 0-640 0,0 1 0 15,-1 3 0-15,-1 0-18816 16</inkml:trace>
  <inkml:trace contextRef="#ctx0" brushRef="#br0" timeOffset="47861.84">8401 11192 911 0,'0'-2'0'0,"0"2"0"0,0-1 0 0,0 0 0 16,0 1 576-16,0 0 16 0,0 0 16 0,-1-2 0 15,1 1 560-15,-1-3 112 0,0 1 32 0,0 2 0 16,0-2 320-16,1 1 64 16,-1 1 16-16,1-1 0 0,0 0-464 0,0 1-96 15,0 1 0-15,1 0-16 0,-1 0-160 0,0 0-16 16,0 1-16-16,1-1 0 0,0 2-176 0,-1-2-16 0,0 2-16 0,0-2 0 0,0 3-16 0,0-1 0 16,0-1 0-16,0 2 0 0,0 2 16 0,-1 2 0 15,1 3 0-15,-1 0 0 0,1-1-32 0,0 6 0 16,1 8 0-16,0 5 0 15,2 5-80-15,-1 6-32 0,0 4 0 16,-1-1 0-16,0-2-272 0,0 0-64 0,1-3-16 0,1-2 0 0,-2 0-240 16</inkml:trace>
  <inkml:trace contextRef="#ctx0" brushRef="#br0" timeOffset="48996.25">15747 11192 8287 0,'1'-2'736'0,"-1"0"-592"16,0 0-144-16,0 2 0 0,0 0 1136 0,0-1 192 15,0-1 32-15,0-1 16 0,1 1 384 0,0-2 80 16,-1-1 16-16,1 2 0 0,0 1-656 0,0 0-128 15,0-1-32-15,-1 1 0 0,1-1-288 0,-1 1-64 16,1 0-16-16,0 0 0 16,0-1 64-16,-1 1 16 0,1 1 0 0,0-1 0 0,-1 1 704 0,0 0 144 15,0 1 16-15,-1 0 16 16,1 1-1632-16,-1 0-448 0,1 1-16 0,-2 1-16 0,1 0 624 0,0 1 128 0,-1 3 32 0,0 0 0 16,0 3-48-16,1 2 0 0,-2 3 0 0,0 3 0 15,1 2 0-15,1 5 0 0,0 3 0 16,-1 3 0-16,1 0 176 0,0 5 16 0,0-5 16 0,0 4 0 15,1-2-96-15,1 0-32 0,0-2 0 0,0-1 0 16,1 2-208-16,1 0-128 0,-3-32 160 0,6 58-160 16,-6-58-160-16,6 52-128 0</inkml:trace>
  <inkml:trace contextRef="#ctx0" brushRef="#br0" timeOffset="49993.18">8385 11458 6447 0,'0'0'576'0,"0"-2"-576"0,1-1 0 0,0 3 0 16,-1-2 816-16,1 2 48 0,-1-5 16 0,2 1 0 15,0-2 288-15,0 0 64 0,0 1 16 0,-1 3 0 16,1 1-368-16,-2 2-80 0,0 3-16 0,-1-1 0 0,0 1-80 16,0 2-32-16,-1 2 0 0,0 2 0 0,-1 0-144 0,2 2-16 15,-2 2-16-15,0 2 0 16,1 1 80-16,0 2 32 0,-1 2 0 0,3 3 0 0,-1 0-64 0,0 4-16 15,-1-2 0-15,1 0 0 0,0 3-16 0,1-1 0 16,1-2 0-16,0 0 0 0,1-2-240 0,0 0-48 16,-1-3-16-16,0-1-8352 15,1-2-1680-15</inkml:trace>
  <inkml:trace contextRef="#ctx0" brushRef="#br0" timeOffset="52799.75">8541 11794 2751 0,'-3'-2'256'0,"1"2"-256"0,1 0 0 0,0 0 0 15,0 0 864-15,0 0 128 0,1 0 32 0,-1 0 0 16,-1 0 128-16,0 0 16 0,-1-1 16 0,0 1 0 16,2 0-112-16,-1 0-32 0,1-1 0 0,0 1 0 15,1 0-144-15,0 0-16 16,1 0-16-16,0 0 0 0,1 0-192 0,0 0-32 0,0 0-16 0,0 0 0 16,0 0 48-16,2 0 16 0,0 0 0 0,1 1 0 15,-1-1 144-15,2 0 16 0,-1-1 16 0,2 1 0 16,-2 0-160-16,1 0-48 0,0 0 0 0,1 0 0 0,0-2-144 0,0 2-48 15,1 0 0-15,0-2 0 0,0 1-96 16,-1 1-32-16,1-2 0 0,-1 0 0 0,2 1-128 0,-1-1-16 16,1 0-16-16,0 0 0 0,2 1 128 0,-2-1 16 15,1 0 16-15,-1 1 0 0,2-1-32 0,-2 1-16 16,0 0 0-16,0 1 0 0,1 0 16 0,-2 0 0 16,1 0 0-16,0 0 0 0,-1 0-80 0,0 0-16 15,1 0 0-15,0 0 0 0,-1 1-48 16,2-1-16-16,-10 0 0 0,0 0 0 0,0 0-16 0,35 0 0 0,-35 0 0 15,0 0 0-15,0 0-128 0,40 0 160 0,-40 0-160 0,0 0 160 16,0 0-160-16,43 0 0 0,-43 0 0 0,0 0 0 16,36 1 0-16,-36-1 0 15,0 0 128-15,38 5-128 0,-38-5 0 0,0 0 0 16,42 7 0-16,-42-7 0 0,0 0 0 0,44 7 0 0,-44-7 0 0,0 0 0 16,46 7 0-16,-46-7 0 0,0 0 128 0,48 3-128 15,-48-3 160-15,0 0 0 0,50 2 0 0,-50-2 0 16,31-3 16-16,-31 3 0 0,36-4 0 0,-36 4 0 15,38-4-176-15,-38 4 160 0,38-5-160 0,-38 5 160 16,37-3-160-16,-37 3 0 0,36-2 0 0,-36 2 0 16,31 0 0-16,-31 0 0 0,0 0 0 0,39 2 0 0,-39-2 0 0,0 0 0 15,0 0 0-15,38 10 0 0,-38-10 0 0,0 0 0 16,0 0 0-16,0 0 0 16,0 0-1280-1,0 0-256-15</inkml:trace>
  <inkml:trace contextRef="#ctx0" brushRef="#br0" timeOffset="53654">8733 11666 7775 0,'3'-2'160'0,"-2"0"32"0,1 2 16 0,-1-2 32 0,-1 2-240 0,1 0 0 0,-1 0 0 0,1 0 0 15,0-2 1616-15,-1 2 288 0,0 0 48 0,0 2 16 16,-1-2-608-16,0 2-112 0,-1-2-32 0,0 1 0 16,0 0-336-16,1 1-80 15,0-2-16-15,-2 3 0 0,0-2-256 0,0 0-48 0,-1 2-16 0,1-2 0 16,-1 0-176-16,-2 2-32 0,0 1-16 0,-1-3 0 16,0 3-32-16,0-2 0 0,-3 1 0 0,1 2 0 15,0-2-32-15,-2 1-16 0,0 1 0 0,-2 1 0 16,1-1-160-16,-2 0 0 0,1-1 144 0,-1 2-144 0,0-2 0 0,2 3 0 15,0-2 0-15,1-2 0 16,-1 4 0-16,2-4 128 0,2 1-128 0,0 0 0 0,1 0 192 0,2-1-48 16,0 0 0-16,0-1 0 0,2 1 256 0,2-1 48 15,-1-2 16-15,1 0 0 0,0 0 144 0,1-2 32 16,1 2 0-16,-1 0 0 0,1-2-48 0,0 1 0 16,0-1 0-16,0 2 0 0,1-2-208 0,-1 1-32 0,1 1-16 15,-1 0 0-15,0 0-144 0,-1 0-16 0,1 1-16 0,-1-1 0 16,1 2-160-16,0-2 0 0,-1 2 0 0,1-2 128 15,0 1-128-15,0 1 0 0,-1-2 144 0,2 0-144 16,0 2 128-16,0-2-128 0,0 0 160 0,0 1-160 16,0 0 256-16,0-1-32 0,1 0-16 0,0 0 0 15,1 2 32-15,-2-2 0 0,1 0 0 16,0 0 0-16,0 1 0 0,0-1 0 0,-1 2 0 0,1-2 0 16,1 0-64-16,-2 1-16 0,0 1 0 0,1 0 0 15,0 0 32-15,0 0 16 0,0-2 0 0,-1 3 0 16,1-1-16-16,2 3-16 0,-5-5 0 0,0 0 0 15,0 0-48-15,0 0 0 0,42 17 0 16,-42-17 0-16,0 0 0 0,39 11 0 0,-39-11 0 0,0 0 0 0,49 10-128 16,-49-10 0-16,36 4 144 0,-36-4-144 0,0 0 0 0,52 8 0 15,-52-8 0-15,0 0 0 16,45 9-176-16</inkml:trace>
  <inkml:trace contextRef="#ctx0" brushRef="#br0" timeOffset="54661.66">14896 11867 5887 0,'2'0'512'0,"-2"0"-512"16,0 0 0-16,0 1 0 0</inkml:trace>
  <inkml:trace contextRef="#ctx0" brushRef="#br0" timeOffset="55165.28">14801 11875 2751 0,'-2'-2'256'0,"0"2"-256"0,2-2 0 0,0 2 0 16,0-1 960-16,-1 1 160 0,0 0 32 0,0-2 0 15,-1 1 512-15,1 0 128 0,0-1 0 0,1 0 16 16,1 1-240-16,0 1-48 0,1 0-16 0,0 0 0 16,2 0-304-16,-2-2-64 0,3 2-16 0,0 0 0 15,-1-1-144-15,3 1-16 0,-1-1-16 0,2 0 0 16,1-1-320-16,0 0-64 0,2-1-16 0,0 1 0 15,1-3 96-15,0 3 32 0,0-1 0 0,0 1 0 16,2-1 16-16,0 1 0 0,1 0 0 0,-2 2 0 16,2-2 16-16,1 2 0 0,-16 0 0 0,32 0 0 0,-32 0-208 0,32 2-48 15,-32-2 0-15,32 2 0 0,-32-2-176 0,31 2-32 16,-31-2-16-16,32 3 0 0,-32-3-224 0,29 0 0 16,-29 0 128-16,31-2-128 0,-16 1 0 0,0-1 128 15,-1 2-128-15,1-2 0 0,0 0 176 0,0-1-176 16,-2 3 192-16,1-2-192 0,0 0 240 0,0 1-64 15,-1-1-16-15,-13 2 0 0,26 0-160 0,-26 0 128 16,0 0-128-16,34 2 128 0,-34-2-128 0,0 0 0 16,33 1 0-16,-33-1 128 0,0 0-128 0,27 2 0 15,-27-2 0-15,0 0 0 0,0 0 0 0,31 0 0 16,-25-2 0-16,1 2 0 0,-2-1 0 0,1 1 0 16,0 0 0-16,0-2 0 0,0 2 0 0,-1 0 0 15,1-2 0-15,-2 2 0 0,2-2 0 0,-1 1 0 0,-1 1 0 16,1-2 0-16,-1 2 0 0,1-2 0 0,0 1 0 0,-1 1 0 15,0 0-144-15,-1 0 144 0,1 0 0 0,-1 0 0 16,1 0-240-16,-1 0 64 0,0-2 16 0,0 2 0 31,-1 0-256-31,1 0-48 0,0-1-16 0,0 0 0 16,0 1-672-16,0-2-144 0,0 2-32 0,-1-2 0 16,1 1-752-16,0 1-160 0,-1-3-16 0,1 3-9808 0</inkml:trace>
  <inkml:trace contextRef="#ctx0" brushRef="#br0" timeOffset="55767.78">15577 11664 8287 0,'-7'2'368'0,"2"-2"80"0,0 1-448 0,1 1 0 0,3-2 0 0,-1 1 0 0,0 0 1120 0,-2 2 144 15,-1-1 16-15,-2 3 16 0,1 0 704 0,0-3 144 16,2 1 32-16,2 1 0 0,1-4-288 0,2 1-48 31,-1-1-16-31,3-1 0 0,1 1-192 0,1-2-32 0,-1-1-16 0,1 1 0 0,0 0-224 0,0-1-32 16,2 1-16-16,-2 0 0 0,1 1-544 0,-1 1-96 15,2 0-32-15,0 0 0 0,-7 0-336 0,0 0-80 16,0 0-16-16,0 0 0 0,0 0-208 0,41 17 128 0,-41-17-128 16,0 0 0-16,0 0 160 0,35 18-160 15,-35-18 160-15,0 0-160 0,0 0 160 0,37 14-160 16,-37-14 160-16,0 0-160 0,0 0 160 0,37 11-160 0,-37-11 160 0,0 0-160 16,0 0 128-16,34 2-128 0,-28-2 0 15,-1 2 144-15,-1-2-144 0,-2 1 0 0,0 1 0 0,-1-2 128 16,-1 2-128-16,-2 1 0 0,0-1 0 0,-3 5 0 15,-2-1 0-15,-2 0 0 0,0 3 0 0,-2-1 0 16,-1 1 0-16,-2 0 0 0,0 3 0 0,-1-1 0 16,0 0 0-16,2-2 0 15,2 0 0-15,2-1 0 0,1-1-480 0,2-2-32 0</inkml:trace>
  <inkml:trace contextRef="#ctx0" brushRef="#br0" timeOffset="56687.05">15812 11702 7583 0,'-5'-2'672'0,"1"-2"-544"16,0 3-128-16,2-1 0 0,0 2 0 0,1-2 0 15,0 2 0-15,-2-1 0 0,-1-1 0 0,0 0 0 16,-1-1 0-16,1-2 0 0,0 1 0 0,1-1 0 0,1 2 0 0,1-3 0 16,0 1-160-16,1-1 160 0,2 0 656 0,-1-1 208 15,1-1 32-15,1 2 16 0,-1-2 448 0,-1 0 96 16,2 1 16-16,-2-1 0 0,1 2-64 0,-2 0 0 0,0 0 0 0,0 1 48 15,-1 1-80-15,0 2-16 0,-1 0 0 0,0 0 0 16,1 2-224-16,-1 0-48 16,0 0-16-16,0 0 32 0,0 0-688 0,0 2-144 15,0-2-16-15,1 2-16 0,0-2-240 0,0 1-160 0,1 0 32 0,0 0 0 16,0 1-16-16,0-1 0 0,0 1 0 0,1 0 144 16,0 2 0-16,-1 1 224 0,1 0-16 0,-1 3 0 15,0-8 1104-15,0 0 224 0,0 0 32 0,2 43 48 16,-2-43-1856-16,2 29-368 0,-2-29-80 0,0 32-16 15,0-32 704-15,0 35 176 0,0-35 16 0,-1 33 0 0,1-33-32 0,-1 36 0 16,1-36 0-16,-2 30 32 0,2-30-64 0,-2 26-128 16,2-26 176-16,-2 27-176 0,2-27 0 0,-2 23 0 15,1-13 0-15,0 2 0 0,1-12 128 0,0 0-128 16,-2 30 0-16,2-21 0 0,0-1 0 0,-1-1 0 16,1-1 0-16,0-1 0 0,-1-1 0 0,1 0 0 15,-1-1 0-15,1-2 0 0,0-1 0 0,0 0 0 16,-1-1 0-16,-1-1 0 15,1-1 0-15,0 0-144 0,0-1 144 0,0-3-128 16,-1 2-480-16,0-5-96 0,0-1 0 0,2 1-16 16,-2-2 144-16,0-1 48 0,0 0 0 0,0-1 0 0,-1-3 528 0,1-1 192 0,-1-2 0 0,0 2 0 15,0-2 32-15,0 0 0 0,3 0 0 0,-1 4 0 16,1-1-96-16,0 5 0 0,0 3-128 0,0 1 192 16,1 2-64-16,-1-1-128 15,2 4 176-15,0 3-176 0,0 0 256 0,-1 0-64 0,1 2-16 0,-1 4 0 16,0 0 256-16,-1-6 48 0,0 0 16 0,1 34 0 15,-1-34-160-15,1 30-16 0,-1-30-16 0,0 38 0 16,0-38-112-16,0 41 0 0,0-41-16 0,1 45 0 0,-1-45-16 16,1 42 0-16,-1-42 0 0,3 40 0 0,-3-40-160 0,4 38 0 15,-4-38 0-15,0 0 0 16,8 41-336-16,-8-41-112 0,0 0 0 0,0 0-15792 16</inkml:trace>
  <inkml:trace contextRef="#ctx0" brushRef="#br0" timeOffset="57527.68">15671 11921 2751 0,'0'-1'256'0,"1"-1"-256"0,0 0 0 15,-1 2 0-15,1-2 224 0,0 1 0 0,0-1 0 0,2-3 0 16,1-1 160-16,0 0 16 0,2 0 16 0,-2 0 0 16,2 2 64-16,-2 1 16 0,-2-1 0 0,1 1 0 15,-1 3 304-15,0-2 64 0,0 2 16 0,0 0 0 16,-1-2 672-16,0 2 144 0,-1 0 32 0,0-2 0 16,1 1-80-16,-1 1-16 0,0-3 0 0,0 1 0 15,1 2-288-15,-2-1-48 0,1 1-16 0,-1-1 0 16,1 1-368-16,-1-2-80 0,0 2 0 0,-1 0-16 15,-1 0 16-15,-1 2 0 0,2-2 0 0,-3 1 0 16,0 0-64-16,0 2 0 16,-3 2 0-16,0-1 0 0,-2 3-48 0,-1 0-16 0,-2 3 0 0,-1-1 0 0,0 3-368 0,0-2-80 15,2 4 0-15,1-5-16 0,1 1-240 16,3-2 0-16,1 0 0 0,2-2-17232 16</inkml:trace>
  <inkml:trace contextRef="#ctx0" brushRef="#br0" timeOffset="62195.55">9518 11802 3679 0,'0'-2'320'0,"0"2"-320"0,0 0 0 0,0 0 0 16,0 0 560-16,1 0 32 0,-1-2 16 0,1 2 0 16,0-1 32-16,0 1 0 0,1 0 0 0,0-2 0 15,-1 2-176-15,1 2-16 0,-1-2-16 0,1 1 0 16,0 1-16-16,0 0 0 0,0-2 0 0,0 1 0 16,1 0 288-16,0-1 64 0,1 2 16 0,-2-2 0 15,3 0 176-15,0 0 48 16,-1-2 0-16,2 2 0 0,0-2-48 0,1 0 0 0,-1 0 0 0,2 1 0 15,-2-2-336-15,1 1-80 16,0 1-16-16,1 0 0 0,-2-1-272 0,1 2-48 0,1 0-16 0,-2 0 0 16,-1 0 64-16,2 2 16 0,0-2 0 0,0 2 0 0,2 0-16 0,-2-1 0 15,1 2 0-15,-1 1 0 0,-7-4 64 0,0 0 16 16,0 0 0-16,34 9 0 0,-34-9-128 0,0 0-16 16,33 5-16-16,-33-5 0 0,0 0-176 0,35 2 128 15,-35-2-128-15,26 0 128 16,-26 0-128-16,26 0 160 0,-26 0-160 0,26 0 160 0,-13-2 0 0,-13 2 0 15,25 0 0-15,-11 0 0 0,-1 0 112 0,0 0 32 16,0 0 0-16,0 0 0 0,1 0-96 0,-1 0-16 0,1 0 0 16,-1 0 0-16,0-2-192 0,0 2 176 0,2 0-176 15,0 0 160-15,1 0-160 0,-1 0 160 0,0 0-160 16,2 0 160-16,-1 0-160 0,-16 0 0 0,32-2 0 0,-15 1 128 16,0 1 0-16,-1-2 0 0,-1-1 0 0,0 1 0 15,-1 1 128-15,0 0 0 0,1-1 16 0,0-1 0 16,-1 3-16-16,1-3-16 0,1 1 0 0,-2 1 0 0,0 0-80 0,0-1-16 15,0 0 0-15,0 1 0 0,0-1-144 0,1-1 0 16,0 3 0-16,0-2 128 0,0 0-128 0,0 0 0 16,0 1 0-16,-2-1 0 0,1 2 0 0,0-2 128 15,-1 1-128 1,0 1 0-16,-13 0 0 0,26-2 0 0,-13 2 0 0,-1 0 0 0,1 0 0 0,0 0 0 16,1 0 128-16,0 0-128 0,0 0 0 0,0-1 0 15,-1 1 144-15,2 0-144 0,0 0 0 0,1-1 128 16,0 1-128-16,0 0 0 0,-1-2 0 0,2 0 128 0,0 1-128 15,0-1 0-15,0 2 0 0,0-2 128 0,-17 2-128 0,33-1 0 32,-33 1 0-32,32 0 144 0,-32 0-144 0,29 0 0 0,-14 0 160 0,-15 0-160 0,31 1 128 0,-31-1-128 15,30 2 0-15,-30-2 128 0,32 2-128 0,-16-2 0 16,-1 0 0-16,0 0 0 0,-15 0 128 0,31 0-128 16,-31 0 0-16,33 0 0 0,-15-2 0 0,-18 2 128 15,34 0-128-15,-34 0 0 0,36-2 0 0,-36 2 128 16,33 0-128-16,-33 0 0 0,32 2 0 0,-17-2 0 15,1 0 0-15,-16 0 0 0,30 0 0 0,-30 0 0 32,31 2 0-32,-31-2 128 0,34 3-128 0,-34-3 0 0,33 0 128 0,-33 0-128 15,33 2 0-15,-16-2 128 0,-17 0-128 0,34 0 0 16,-34 0 144-16,37 0-144 0,-37 0 0 0,35 1 128 16,-35-1-128-16,35 0 0 0,-35 0 0 0,34 1 128 15,-17-1-128-15,-17 0 0 0,34 2 128 0,-34-2-128 16,37 1 160-16,-37-1-160 0,36 2 128 0,-19-2-128 15,-17 0 0-15,36 0 0 0,-36 0 128 0,39 2-128 16,-39-2 0-16,40 3 144 0,-40-3-144 0,40 1 128 16,-40-1-128-16,41 3 128 0,-41-3-128 0,37 5 0 15,-37-5 0-15,35 5 0 0,-35-5 0 0,42 5 128 16,-42-5-128-16,41 7 0 0,-41-7 0 0,38 4 0 16,-38-4 0-16,40 5 0 0,-40-5 0 0,42 5 128 0,-42-5-128 0,42 5 0 15,-42-5 0-15,43 3 0 0,-43-3 128 0,41 2-128 16,-21-2 0-16,0-2 0 0,2 1 0 0,-2-1 128 15,2-1-128-15,-2 3 128 0,1-2-128 0,-1 2 128 16,0 0-128-16,2 0 0 0,-1 0 144 0,-1 0-144 16,-20 0 0-16,41 2 144 0,-41-2-144 0,40 1 0 15,-21-1 128-15,-19 0-128 0,37 4 0 0,-37-4 0 16,38 1 0-16,-18 1 0 0,-1-4 0 0,1 2 0 16,-2 0 128-16,1 0-128 0,2 0 0 0,2 0 0 15,-1-1 0-15,1 1 0 0,0 0 0 0,0 0 0 0,0 0 0 16,0 0 0-16,0 0 0 0,-3-2 0 0,2 2 0 0,-2 0 0 15,2 0 0-15,-1 0 0 0,0-2 128 0,0 2-128 16,-3 0 0-16,2 0 0 0,1 2 0 0,-1-2 0 16,4 2 0-16,-24-2 0 0,42 3 128 0,-42-3-128 15,44 4 0-15,-23-4 0 0,0 2 0 0,0-2 0 16,-21 0 0-16,40 3 0 0,-20-5 128 0,1 1-128 16,2 1 0-16,-1-2 0 0,0 2 0 0,1 0 160 15,-1 0-160-15,0 0 128 0,0 0 0 0,1 0-128 16,1 0 192-16,-1 2-64 0,-1-2-128 0,-1 1 128 15,0-1-128-15,-1 2 128 0,0-2-128 0,-1 0 0 16,1 0 0-16,-1 0 0 0,1 0 0 0,-2 0 0 0,1 2 0 16,-3-2 0-16,2 1 0 0,0 1 0 0,-1-2 128 15,2 1-128-15,-19-1 0 0,36 3 0 0,-36-3 0 16,36 3 0-16,-18-3 0 0,-1 2 0 0,1-2 0 0,-1-2 0 16,0 2 128-16,0-3-128 0,0 1 0 0,0 0 128 15,1 0-128-15,0 1 128 0,-1-1-128 0,1-1 128 16,-2 3-128-16,-2-2 0 0,2 2 0 0,-1 0 128 15,0 0-128-15,-1 0 0 0,1 0 0 0,-1 0 0 16,-14 0 0-16,27 2 0 0,-13-1 0 0,0-1 0 16,0 0 0-16,-1 0 0 0,0 0 0 0,-1 0 0 15,1 0 0-15,-1 0 0 0,0-1 0 0,0 1 0 0,0 0 128 16,1 0-128-16,0-2 0 0,0 2 128 0,-1-1-128 16,0 1 0-16,2 1 144 0,0-1-144 0,-1 2 0 0,-1 1 0 15,-12-3 0-15,0 0 128 0,37 7-128 0,-37-7 0 16,0 0 0-16,37 12 0 0,-37-12-192 0</inkml:trace>
  <inkml:trace contextRef="#ctx0" brushRef="#br0" timeOffset="65728.11">10957 11964 11055 0,'2'-3'976'0,"-1"0"-784"16,0 2-192-16,0 0 0 0,-1 1 1152 0,0-2 192 16,0 2 48-16,0-2 0 0,1-1 816 0,-1 0 160 15,-1 1 48-15,-1 1 0 0,0 0-864 0,0-1-160 16,-1 1-48-16,-1 1 0 0,0 0-608 0,1 0-128 16,-2-2-32-16,0 2 0 0,0 0-96 0,-1-2-32 15,0 1 0-15,-2 1 0 0,0 0 32 0,0 0 0 16,-2 0 0-16,0 3 0 0,-3-1-96 0,-1 2-32 15,-1 2 0-15,-1-1 0 0,0 4-112 0,-1-2-32 16,1 5 0-16,-1-2 0 0,2 1-208 0,1-1 128 0,1 2-128 0,1-1 0 16,3-1 0-16,0-2 0 0,3 0 0 0,2 0 0 15,1-4 0-15,3 1 0 0,0-2 0 0,0-1 0 16,3 0 0-16,1-2 0 0,2 0 0 0,1-2 0 16,1 2 0-16,1-2 0 0,0 2 0 0,1-2 0 15,1 2 160-15,0 0 32 0,-11 0 16 0,0 0 0 16,35 6-32-16,-35-6-16 0,0 0 0 0,0 0 0 15,39 24-160-15,-39-24 192 0,0 0-192 0,0 0 192 0,0 0-192 16,29 43 0-16,-29-43 0 0,0 0 0 0,0 0 0 0,7 34 0 16,-8-28 0-16,-1 1 0 0,0-2 0 0,-2 2 0 15,0-3 128-15,-1 0-128 0,-1 1 0 0,-2-2 0 16,0 2 144-16,-2 0-144 0,-2-2 144 0,-1 1-144 16,-2 1 192-16,-1-1-192 15,-1 2 176-15,1-2-176 0,-1 1 160 0,1 0-160 0,2-3 0 0,1 0 128 16,2 1-128-16,1-3 0 0,1 2 0 0,1-2 0 15,3-2 0-15,0 0 0 0,2 1 0 0,1-3 0 16,3 1 0-16,1-2 0 16,3-2-608-16,2 0-224 0</inkml:trace>
  <inkml:trace contextRef="#ctx0" brushRef="#br0" timeOffset="66159.67">11173 12008 2751 0,'1'-4'128'0,"0"1"16"0,0-2-144 0,0 3 0 0,-1 0 0 0,0 2 0 0,1-3 1664 0,-1 1 320 16,1-3 48-16,0-2 16 0,0 2 320 0,-2-1 64 15,0 2 0-15,-1 0 16 16,0 0-608-16,-1 3-128 0,-2 1-32 0,-1 0 0 16,-1 3-464-16,0 1-112 0,-1 2-16 0,-1 2 0 0,-1 2-48 0,-2 0-16 15,-1 4 0-15,1 0 0 0,0 2-128 0,-1 4-48 16,4-1 0-16,0 3 0 0,1 1-288 0,2 0-64 15,1-2-16-15,4 1 0 0,1-6-32 0,0-16-16 0,0 0 0 0,15 36 0 16,-15-36-160-16,0 0-16 0,0 0-16 0,40 21 0 16,-40-21-240-16,0 0 0 0,39 0 0 0,-25-4 0 15,-1 1 0-15,0-1 0 0,0-1-160 0,-1-1 160 32,0 2-1440-32,-1-1-208 15</inkml:trace>
  <inkml:trace contextRef="#ctx0" brushRef="#br0" timeOffset="66499.37">11449 11995 12895 0,'0'-3'576'0,"0"0"112"15,0-1-560-15,-1 3-128 0,1-1 0 0,0 2 0 0,-1 0 1904 0,0 0 336 16,1-2 80-16,-2 2 16 0,1-2-416 0,0 2-96 16,-2 2-16-16,1 0 0 0,-1 3-704 0,-1 2-144 15,1 0-16-15,-1 2-16 0,-1 5-288 0,1-1-64 16,-1 4-16-16,-1 1 0 0,1 1-16 0,-1 2 0 16,0 1 0-16,-1-1 0 0,0-2-144 0,0 0-16 0,4-2-16 15,-3-3 0-15,2-2-224 0,2-3-144 0,-1 0 192 16,1-4-192-16,1 0 0 0,0-2 0 0,0 1 0 0,1-4 0 15,1 0-256-15,-1 0-64 16,1-2-16-16,1-1 0 16,1 1-1728-16,0-3-352 0,-1 0-64 0,2-1-16 0,1-2-832 15,-1 1-192-15</inkml:trace>
  <inkml:trace contextRef="#ctx0" brushRef="#br0" timeOffset="66751.42">11452 12003 4607 0,'3'-9'192'0,"-1"2"64"0,-1 2-256 0,1 1 0 0,-1 3 0 0,0-1 0 0,0 2 1712 0,1-3 288 15,0 1 64-15,1 0 16 0,0-1 832 0,1 3 160 16,-1 3 48-16,-1-1 0 0,0 3-1056 0,1 0-208 16,0-1-32-16,-1 4-16 0,0-1-720 15,0 2-160-15,-2-9-32 0,0 0 0 0,0 0-192 0,12 43-64 16,-12-43 0-16,0 0 0 0,10 45-128 0,-10-45-16 16,8 30-16-1,-8-30 0-15,0 0-224 0,13 48-64 16,-13-48 0-16,0 0 0 0,10 40-192 0,-10-40 0 0,0 0 0 0,7 34 0 0,-7-34 0 0,0 0 0 15,0 0 0-15,0 0 0 16,8 35-512-16,-7-30-64 0,0-3 0 0,-1 1 0 31,0-1-1968-31,0 0-400 0</inkml:trace>
  <inkml:trace contextRef="#ctx0" brushRef="#br0" timeOffset="66989.69">11384 12172 7359 0,'-3'-3'656'0,"1"3"-528"0,1-2-128 0,1 2 0 15,0 0 1680-15,0-2 304 0,-2 1 64 0,0-2 16 0,0 0 528 0,0 0 96 16,3 3 32-16,1-2 0 31,2 2-640-31,0 0-128 0,-4 0-32 0,0 0 0 0,0 0-640 16,0 0-128-16,38 7-16 0,-29-7-16 0,1-2-544 0,-1 2-96 15,0-3-32-15,1 1 0 0,-1 0-448 0,-1 1 0 16,1-1 0-16,-1-2-16448 16</inkml:trace>
  <inkml:trace contextRef="#ctx0" brushRef="#br0" timeOffset="67502.73">11770 11980 9215 0,'1'-5'816'0,"-1"2"-656"0,1 0-160 0,-1 2 0 0,1 1 1616 0,0-3 304 16,0-2 48-16,2-1 16 0,1-2 736 0,0 1 160 16,2 0 16-16,-1 1 16 0,1 2-864 0,1 2-160 15,0 0-32-15,0 2-16 0,-7 0-464 0,0 0-96 32,0 0 0-32,0 0-16 0,41 40-560 0,-41-40-128 0,0 0 0 0,23 50-16 0,-23-50-240 0,14 46-64 15,-14-46 0-15,13 51 0 0,-13-51-80 0,8 50-32 16,-8-50 0-16,1 45 0 0,-4-26-144 0,-3-1 0 0,0-1 0 31,-3-2 128-31,0-1-128 0,-3 1 0 0,-2 2 0 0,-2-2 0 16,0 0 0-16,-6 4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10-23T00:57:56.403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6204 3988 3679 0,'0'0'320'0,"0"0"-320"0,0 2 0 0,0-2 0 16,0 0 608-16,0 0 48 0,-1 0 16 0,1 0 0 15,0 2 736-15,0-2 160 0,1 1 32 0,-1 0 0 0,1 1-384 0,0-2-64 16,0 1 0-16,1 1-16 0,-1-1-176 16,0 0-48-16,1 0 0 0,-1 1 0 0,0-2 32 0,0 0 0 15,0 1 0-15,0 0 0 16,2-1-176-16,-1-1-16 0,0 0-16 0,1-1 0 0,-2 0-144 0,2-2-16 16,1 1-16-16,1-2 0 0,-1-1-112 0,2-1 0 15,-1 0-16-15,0-2 0 0,1 2-96 0,0-3-16 16,1 0 0-16,-2-1 0 0,2-1-128 15,-2 1-16-15,1-2-16 0,0-1 0 0,0 0-160 0,-1-3 0 0,1 1 0 16,-1-1 0-16,-2-2 0 0,1 3 0 16,-2-1 128-16,0 0-128 0,-1 3 192 0,-1 0 0 0,0 3 0 0,0 0 0 15,-1 2 224-15,1 2 48 0,-1-1 16 0,1 4 0 16,0-3-240-16,0 4-48 0,0-1-16 0,0 1 0 16,0 1-176-16,0 0 0 0,-1 2 144 0,1-1-144 15,0 1 0-15,0 1 0 0,-1 1 0 0,0-2 0 16,1 3 0-16,-1 0 0 0,0 0 0 0,0 0 0 15,1 2 0-15,-1-1 128 0,0 2-128 0,1 0 0 16,-1 2 0-16,1 1 0 0,0 0 0 0,0-1 0 16,1 1 0-16,0 0 0 0,0 3 0 0,0 2 0 15,0-2 0-15,0 2 128 16,0-1-128-16,0 1 0 0,1 2 0 0,0-1 0 0,-1 1 0 0,-1-16 0 0,6 26 0 0,-6-26 0 16,0 0 0-16,0 0 0 0,14 33 0 0,-10-30 0 15,0-1 0-15,0-2 0 0,0 0 0 0,0 0 0 16,0-4 0-16,0 1 0 0,1-3 0 0,0 0 0 15,-1-1 0-15,2-2 0 0,0 1 0 0,0-3 0 16,0-1 0-16,-2 0-128 0,1 2 128 0,-1 1 0 16,-2-3-144-16,1 0 144 0,0 0-144 0,-2-2 144 15,-1 2-192-15,-2 0 192 0,0 1 0 0,-1 2 0 16,-1-1 0-16,-1 2 0 0,2 1 0 0,0 3 0 16,-1-1 0-16,0 0 0 0,1 3 0 0,2-1 0 15,-2 1 0-15,2-1 0 0,1 3 0 0,0 0 0 0,0 0 0 16,1 1 0-16,1 1 0 0,0 1 0 0,0 1 0 0,1 1 0 15,0 0 0-15,1-1 0 0,-2 2 0 0,2 2 0 16,-4-8 0-16,0 0 0 0,0 0 0 0,18 35 0 16,-18-35 0-1,0 0 0-15,0 0 0 0,17 39 0 0,-13-31 0 16,-1-2 0-16,1 1 0 0,-1-2 0 0,0 0 0 0,1 0 0 0,0-3 0 0,1-1 0 16,1 0-240-16,-2-2-80 0,1 0-32 15,-1 1 0 1,1-2-2256-16,0 0-448 0,-1 1-80 0,2-1-8064 0</inkml:trace>
  <inkml:trace contextRef="#ctx0" brushRef="#br0" timeOffset="597.54">6571 3779 911 0,'0'-1'0'0,"0"-1"0"15,0 2 0-15,0-1 0 0,0 0 976 0,0-1 112 16,0 0 32-16,0-2 0 0,1 0 416 0,-1-1 64 16,1 0 32-16,0 3 0 0,-1 0-640 0,0-1-128 15,0 3-32-15,0 0 0 16,0 0-352-16,0 3-80 0,-1-2-16 0,1 0 0 16,-1 1 16-16,0 1 0 0,0-1 0 0,0-2 0 15,1 3 288-15,-1-3 48 0,0 0 16 0,1 2 0 0,-1-2 64 16,1 0 16-16,-1 0 0 0,1-2 0 0,0 2-240 0,0 0-32 0,0 0-16 0,0-3 0 15,0 3-224-15,0-2-64 0,1 2 0 0,-1-2 0 32,0 2-96-32,0-1-32 0,1 1 0 0,-1 0 0 0,1 0-128 0,-1-2 160 15,0 2-160-15,0-1 160 16,0 1-32-16,0-1 0 0,0-1 0 0,1 1 0 16,-1 1 64-16,0-2 0 0,1-1 0 0,-1 3 0 15,1-2 192-15,-1 0 64 0,1 0 0 0,0 0 0 16,0 1 48-16,-1-2 16 0,0 1 0 0,1 2 0 15,-1-1-176-15,0 1-16 0,0 0-16 0,0 0 0 0,0 0-48 0,-1 0 0 16,1 1 0-16,-1 0 0 0,-1 1 16 0,1 0 0 16,-1 1 0-16,1-1 0 0,-1 2-32 0,1-1-16 15,-1 0 0-15,1 1 0 0,-1-1-224 0,0 1 176 16,1 1-176-16,-1-3 160 0,1 3-160 0,-1 0 0 16,1-1 0-16,0-1 0 0,0 2 0 0,1-3 0 15,0 5 128-15,-1-1-128 0,1 2 0 0,0-1 0 16,1 4 0-16,-1 1 0 0,1 1 0 0,1 1 128 15,-1 3-128-15,1-2 128 0,-1 3-128 0,1-4 128 16,0 0-128-16,0 0 128 0,-2-14-128 0,0 0 0 0,5 29 0 0,-3-22 0 16,-1-2 0-16,1-3 0 0,-1-1 0 0,1-1 0 15,-1-2-160-15,2-2 160 0,0-2-208 0,0-4 80 32,1 1-1632-32,-1-3-320 0,2 0-64 0,-2 0-11136 0</inkml:trace>
  <inkml:trace contextRef="#ctx0" brushRef="#br0" timeOffset="803.11">6608 3855 10991 0,'-7'-31'976'0,"6"24"-784"0,1 6-192 0,0 1 0 15,-1 0 0-15,1-3 0 0,-2-1-144 0,-1-4 144 16,0-1 1584-16,-1 0 384 0,0 1 80 0,0 0 32 16,2 3-64-16,-1 0-16 0,3 3 0 0,-1-1 32 15,1 3-656-15,-1 0-128 0,2 0-32 0,0 1 16 16,-1 1-384-16,1 1-80 0,1 1 0 0,0-2 0 0,1 0-144 16,0 1-48-16,-1 2 0 0,2-3 32 0,0 3-288 0,0 0-64 15,-4-5-16-15,0 0 16 0,0 0-128 0,25 35-128 16,-25-35 192-16,0 0-64 0,16 41-128 0,-16-41 0 15,0 0-192-15,15 42 192 0,-15-42-224 0,0 0 48 16,10 36 16-16,-8-27 32 0,0-2-144 0,0-4-32 16,-1 0 0-16,0-3-9888 15,0-1-2000-15</inkml:trace>
  <inkml:trace contextRef="#ctx0" brushRef="#br0" timeOffset="1008.49">6540 3894 5519 0,'-1'0'496'0,"0"0"-496"0,1 0 0 0,0 0 0 16,0 0 1184-16,0 0 144 0,1 0 16 0,-1 0 16 15,1 0 1104-15,1-2 224 0,0 2 32 0,1-1 16 16,0 0-880-16,1-1-192 0,2 0-16 0,-2 1-16 16,3-1-784-16,-2-1-144 0,1 0-48 0,0 0 0 15,1 0-464-15,-1 0-192 0,1 0 128 0,-1 0-8592 16,1 0-1728-16</inkml:trace>
  <inkml:trace contextRef="#ctx0" brushRef="#br0" timeOffset="1340.61">6728 3542 5519 0,'1'-3'240'0,"-1"0"64"0,0 1-304 0,-1 1 0 0,1 2 0 0,-1-1 0 15,1 0 1408-15,-1 2 208 0,-1 1 48 0,-1 0 16 16,-1 3-160-16,0 2-48 16,0 1 0-16,-1 3 0 0,2 2-256 0,0-2-48 0,0 2-16 0,2 1 0 15,1 1 64-15,0 1 0 0,1 2 0 0,-1-19 0 16,6 33-48-16,-6-33 0 0,8 32 0 0,-8-32 0 15,0 0-608-15,18 44-128 0,-18-44-32 0,0 0 0 16,0 0-400-16,34 33 0 16,-34-33 0-16,0 0 0 0,30-2 0 0,-18-3 0 0,-1-2 0 0,1-3 0 15,0 0-416-15,0-3-16 0,-1 0 0 0,0-1-12864 16</inkml:trace>
  <inkml:trace contextRef="#ctx0" brushRef="#br0" timeOffset="1740.09">6914 3519 7359 0,'-4'-1'320'0,"1"-2"80"0,2 3-400 0,0 0 0 0,0 0 0 0,0 0 0 15,0 3 1296-15,0-1 176 0,-1 0 48 0,-1 3 0 16,0 2 320-16,2 3 64 0,-1-1 16 0,1 1 0 16,1 1-704-16,1 1-144 0,-1-12-32 0,0 0 0 15,7 34-64-15,-7-34-16 0,0 0 0 0,0 0 0 16,16 41-464-16,-16-41-112 0,0 0 0 0,0 0-16 0,0 0-368 0,0 0 0 15,28 33 0-15,-23-31 0 0,1-2 0 0,-1-3 0 16,0 1 0-16,0-3 0 0,0 0 0 0,1-2 0 16,-2 0-128-16,2-2 128 15,-1-1-512-15,-1 0 0 0,1-1-16 0,-2 1 0 16,0 1-592-16,-1-1-112 0,-1 1-32 16,-2 0 0-16,1 1 768 0,-2 1 160 0,0 0 16 0,-2-3 16 0,1 2 304 0,0 2 0 15,1 0 0-15,0 3 0 0,1 0 304 0,0 3 16 0,1 3 0 0,0-1 0 16,0 3 608-16,1 2 128 0,0 0 32 0,-1-7 0 15,3 24 48-15,-3-24 16 0,4 27 0 0,-4-27 0 16,5 25-368-16,-5-25-64 0,0 0-16 0,11 34 0 16,-11-34-192-16,0 0-64 0,0 0 0 0,0 0 0 15,27 33-240-15,-22-31-48 0,1-2-16 0,0 0 0 16,-1-3-144-16,1 0 0 0,0-1 0 0,0-3 0 16,0 0 0-16,0 0 0 0,0-2-160 0,-1 1 160 15,0-1-2048 1,-1-1-304-16</inkml:trace>
  <inkml:trace contextRef="#ctx0" brushRef="#br0" timeOffset="1961.07">7111 3379 11967 0,'0'0'528'0,"-1"0"112"0,1 0-512 0,0 0-128 16,0 1 0-16,0-1 0 0,1 0 1472 0,0 2 272 15,1 1 48-15,0 0 16 0,2 1 32 0,0 1 0 16,-4-5 0-16,0 0 0 0,0 0-192 0,0 0-48 15,41 35 0-15,-41-35 0 16,0 0-256-16,34 31-48 0,-34-31-16 0,0 0 0 0,36 45-496 0,-36-45-96 16,19 37-32-16,-19-37 0 0,14 39-368 0,-14-39-80 15,6 38-16-15,-6-21 0 0,-3-1-192 0,-2-1 176 16,-2 1-176-16,-3 1 160 0,-2 2-160 0,-3-1 0 0,-2 2 144 16,-1-4-17424-16</inkml:trace>
  <inkml:trace contextRef="#ctx0" brushRef="#br0" timeOffset="5347.78">7451 4658 6447 0,'-1'0'576'0,"0"0"-576"0,0 0 0 0,0-1 0 16,1 1 576-16,-1 0 0 0,0-1 0 0,-1 1 0 15,0-2 512-15,0 1 96 0,0 0 32 0,0 0 0 16,0 1-320-16,1 0-48 0,1 0-16 0,-1 1 0 16,1 0 16-16,0 0 0 0,1 1 0 0,-1-2 0 15,2 2-32-15,-1 0-16 16,1-1 0-16,1 1 0 0,-1 0-224 0,1-2-32 0,2 0-16 0,0 0 0 0,1 0 0 0,1-2 0 31,2 2 0-31,0-3 0 0,0 1 16 0,2 0 0 16,-1-1 0-16,0 1 0 0,1-3-112 0,-1 3-32 0,0 0 0 0,-1-1 0 0,-1 1-256 15,0-1-144-15,-3 1 160 0,0 2-160 0,-1-1 0 0,-1 0 128 16,-1 1-128-16,-1 0 0 0,0 1 0 0,-2-1 0 16,-1 1 0-16,-1-1 0 0,1 3 0 0,-3 1 0 15,-1-1 0-15,-1 1 0 0,0-1 0 0,-1 1-160 0,0 0 160 16,-2-1-128-16,0 2 128 0,-1-2-160 0,1-1 160 16,1 0-160-16,0 0 32 0,1 1 0 0,2-3 0 0,-1 0 0 15,1 0 128-15,2-2 0 0,-1 1 0 0,1 1 0 31,2-1 0-31,-1 0 0 0,1-1 0 0,0 2 128 0,1 0-128 0,1 0 0 16,-1-2 0-16,1 2 0 0,0 0 0 0,0 0 144 16,0 0-144-16,0 0 0 0,1 0 320 0,0 0-32 0,1-2-16 0,0 2 0 15,0 0 112-15,1 0 0 0,0-1 16 0,1 1 0 16,2 0-16-16,-1-2-16 16,2 2 0-16,-1 0 0 0,0-2 48 0,1 2 16 0,0-1 0 0,2 1 0 0,-1 0-16 0,1 0 0 31,-9 0 0-31,0 0 0 0,0 0-208 0,0 0-32 0,34 6-16 0,-29-4 0 0,-1 0-160 15,0-2 0-15,-2 2 0 0,0 0 0 0,-2-1 0 0,0 1 0 16,0-2 0-16,-1 3 0 0,-2-1 0 0,-1-1 0 16,0 2 0-16,0-2 0 0,-2 1 0 15,1 0 0-15,-3-1 0 0,1-1 0 0,-1 0 0 16,1 2 0-16,0-2 0 0,-1-2 0 0,2 1 0 0,-2 1 0 31,1-2 0-31,-1 0 0 0,2 1 0 0,0-1 0 0,2 0 0 0,-2 0 0 16,1 0 0-16,2 1 0 0,-1-2 0 0,1 1 0 15,0 2 0-15,1-2 0 0,-1 2 0 16,1 0 0-16,1 0 0 0,0 2 0 0,1-1 0 0,-1 1 0 16,1 1 0-16,0 1 0 0,0-2 0 0,0 1 0 15,1 1 0-15,0 0 0 0,0-1 0 0,0 0 0 16,1-1 0-16,0-1 0 0,0-1 0 0,2 0 0 16,0 0 0-16,0-1 0 0,0-1 0 0,0 0 0 15,1-1 192-15,-1 1-64 0,2-1 0 0,-1-1 0 16,0 1 160-16,0 1 32 0,-1 0 0 0,0 0 0 15,0 1-192-15,-1-1-128 0,0 2 144 0,1-1-144 16,-1 2 0-16,-1-1 0 0,1 2 0 0,0-2 0 16,0 0 0-16,-1 1 0 0,0 1 0 0,0-2 0 15,1 0 0-15,-1 2 0 0,1-2 0 0,-2 0 0 0,1 0 0 0,0-2 0 16,0 2 0-16,0 0 0 0,0-2 0 0,0 1 0 16,0-1 0-16,0 0-11264 15,1-1-2208-15</inkml:trace>
  <inkml:trace contextRef="#ctx0" brushRef="#br0" timeOffset="6318.78">6972 4604 11055 0,'-1'0'976'0,"0"0"-784"16,1 0-192-16,0 0 0 0,0 2 1184 0,-1-2 192 16,0 1 32-16,0 0 16 0,-2 2 144 0,1 2 32 15,-1 1 0-15,1 2 0 0,0 1-640 0,0-2-112 16,0 4-16-16,1 0-16 0,0 1-176 0,0 0-16 16,-1 4-16-16,1-4 0 0,0 2 32 0,0-2 0 15,0 0 0-15,0 0 0 0,-1-3-224 0,1-2-32 16,0 1-16-16,0-1 0 0,0 0-80 0,0-4-16 15,0 0 0-15,1-2 0 0,0 1-144 0,0-2-128 16,0 0 192-16,0-3-192 0,0 1 192 0,0 0-192 0,0-2 192 16,1-1-192-16,0 0 128 0,1-2-128 0,-1 2 0 0,1-3 0 15,0 0 0-15,-1 0 0 0,0-1 0 0,1-1 0 16,0 1 0-16,-1-1 0 0,-1-2 0 0,1 3 0 16,-1-1 0-16,0 1 0 0,1-1 0 0,-1 1 0 15,0 2 0-15,0-1 0 0,0 4 0 0,-1-1 0 16,2 0 0-16,-1 1 0 0,0 1 0 0,0 1 0 15,1 0 128-15,0 1-128 0,0 1 0 0,0 0 0 16,0 1 240-16,-1 1-64 0,1 0-16 0,-1 1 0 0,0 1-32 16,0 1-128-16,1 1 192 0,-1 1-64 0,1 1-128 0,0 2 192 15,0 0-192-15,1 1 192 0,-1 2-64 0,-1-1-128 16,1 1 192-16,-1 2-64 0,0-1-128 0,0 0 160 16,-1-2-160-16,0 0 160 0,1-2-160 0,-1 1 0 15,0-4 0-15,1 0 128 0,-1-1-128 0,1-3 0 16,-1 0 0-16,1 0 0 0,0-3 0 0,0 0 0 15,0 0 0-15,0-2 128 0,0-1-128 0,0 0 192 16,0-1-192-16,0-3 192 0,1 0-192 0,-1-1 160 16,1 1-160-16,-1-2 160 0,1-1-160 0,-1 0 0 15,-1-1 0-15,0 1 0 0,-1 1 0 0,1-3 0 16,-1 2 0-16,-2 1 0 0,1 0 0 0,-1-1 0 0,0 0 0 0,-1 1 0 16,1 0 0-16,1 1 0 0,-1 2 0 0,1 3 0 15,2 0 0-15,0 1 0 0,1 4 0 0,0 1 0 16,0 3 0-16,0 2 128 0,1 4-128 0,0 3 0 15,-1-15 272-15,5 40-16 0,-3-17-16 0,-1-4 0 16,1 0-16-16,-2 0 0 0,2 1 0 0,0-2 0 16,0-3-224-16,-2-15 0 0,0 0 0 0,9 35-16544 15</inkml:trace>
  <inkml:trace contextRef="#ctx0" brushRef="#br0" timeOffset="12021.47">7530 6838 4335 0,'0'-1'384'0,"-1"-1"-384"15,1 1 0-15,0 1 0 0,0 0 0 0,0 0 0 31,0-2 0-31,0 1 0 0,0-2 0 0,-1 0 0 0,1-1 0 0,0 1 0 0,-1-1 0 0,1 1 0 16,-1 0 0-16,1-1 0 0,-1 0 0 0,0 0 0 16,0 2 0-16,0-2 0 0,0 1 0 0,-1 1 0 15,2-1 0-15,-1 1 0 0,0 1 0 0,0 0 0 16,0-2 0-16,0 1 0 0,0 2 0 0,-1-2 0 16,1 1 0-16,0 1 0 0,0 0 0 0,-1 0 0 15,1-2 0-15,0 2 0 0,-1 0 0 0,0-2 0 16,0 2 0-16,1-4 0 0,0 3 0 0,0-3 0 0,0 3 0 0,1-2 0 0,0 0 0 0,-1 2 0 15,0-3 512-15,1 3 112 0,0-1 16 0,0 1 16 32,0 0 320-32,-1 1 64 0,1 0 16 0,0 0 0 0,-1 1 256 0,1 0 48 0,-1 1 16 0,1-2 32 15,0 3-288-15,1-1-64 16,-1-1-16-16,1 1 0 0,0-1-176 0,0-1-32 0,1 0-16 0,1 0 32 16,0-1-272-16,1 1-48 0,0-3-16 0,1 1 0 15,0-1-64-15,0 1-32 0,1 0 0 0,-1 0 0 16,0-1-192-16,0 0-32 0,-1 1-16 15,1 1 32-15,-1 0-208 0,1 1 176 0,-1 0-176 0,-1 0 160 0,1 2-160 0,-1-2 0 16,-1 2 0-16,0-1 0 16,0 1 0-16,-2-1-128 0,1 1 128 0,-2 0 0 0,1-1-128 0,-1 0 128 15,0 1-128-15,-2-1 128 0,0 1 0 16,-2 0 0 0,2 1 0-16,-2-2 0 0,1 0-176 0,0 1 176 0,-1-1-160 0,-1 1 160 0,0 0-144 0,-1-2 144 15,1 0-128-15,0 0 128 0,-2 1 0 0,2-1 0 31,-1 0 0-31,2 2 0 0,-2-2 0 0,3 0 0 16,-1 2 0-16,0-1 0 0,1 0 0 0,0 1 0 0,0 1 0 0,1-3 0 0,1 1 0 0,1 0 0 0,0 0 0 0,0-1 0 16,2 0 0-16,-1 0 0 15,1-2 0-15,1 1 0 0,0-1 0 0,1-1 0 0,1 2 0 0,0-2 0 32,-1 0 0-32,3 1 0 0,-2-1 0 0,2 1 128 15,-1 0-128-15,-1 0 0 0,2 1 0 0,-2 1 0 16,2 0 0-16,-1 0 0 0,-1 0 0 0,0 1 0 15,1 1 0-15,-3-1 0 0,1 0 0 0,0 1 0 16,0 1 0-16,-1-1 0 0,0-1 0 0,0 1 0 16,-1 0 0-16,0-1 0 0,0 0 0 0,-1-1-128 0,0 2 128 15,0-2 0-15,-1 0 0 0,0 0 0 0,0 0 0 0,-1 0 0 16,-1 1 0-16,-1-1 128 0,1 2-128 0,-1-2 0 16,-1 0 0-16,-1 1 0 0,2 0 0 0,-2 0 0 15,0 1 0-15,0-1 0 0,1 0 0 0,-1 1 0 16,0-1 0-16,0 1 0 0,1 0 0 0,1-1 0 15,-1 1 0-15,1 0 0 0,2 0 0 0,-1-1 0 16,1 1 0-16,1 0 128 0,0-2-128 0,1 0 176 16,0 1-176-16,1-1 192 0,0 0 256 0,1-1 64 15,1 1 16-15,-1-3 0 0,2 1 48 0,-1 0 0 16,1 2 0-16,-1-2 0 0,2-1-144 0,0-1-32 16,0 3 0-16,1-2 0 0,0 0-80 0,1 0 0 0,-1 0-16 0,1 1 0 15,-1 0 0-15,1 0 0 0,-1 0 0 0,2 1 0 16,0-1-176-16,-1 2-128 0,0 0 192 0,-1 0-192 15,1 2 0-15</inkml:trace>
  <inkml:trace contextRef="#ctx0" brushRef="#br0" timeOffset="13233.83">6737 6749 12895 0,'0'-2'1152'0,"1"-1"-928"16,-1 0-224-16,0 2 0 0,0-1 656 0,0 0 96 15,-1-2 16-15,1-2 0 0,-1-2 1024 0,0-1 224 16,-1 2 32-16,0-2 16 0,0 4-448 16,0 2-80-16,-1 1-32 0,0 0 0 0,0 4-560 0,-1 0-112 0,2 1-32 0,-2 4 0 15,0 0-384-15,1 2-80 16,-2 3-16-16,0 0 0 0,1 3-192 0,-1 2-128 15,0 1 128-15,1 2-128 0,0 0 0 0,0-1 0 16,1 1 0-16,0-2 128 0,1-1 80 0,2-17 32 0,0 0 0 0,2 35 0 16,1-27-48-16,-2-2 0 0,3-3 0 0,0 0 0 15,0-1 0-15,0-2 0 0,2-3 0 0,0 1 0 16,2-3 48-16,-1 0 0 0,1-3 0 0,2-3 0 16,0 2-112-16,0-5-128 0,0 2 176 0,0 0-176 0,-1 0 0 0,0-2 0 31,-1 2 0-31,-1-2 0 0,0-1 0 0,-2-1 0 0,-1-2 0 0,-2 3-144 0,-2-2 144 0,-2 4-160 15,-3 0 160-15,-1 1-160 0,-2 3 16 0,-2 0 0 16,0 3 0-16,-1 2 0 0,0 0 144 0,-1 3 0 16,1-1 0-1,0 2 0-15,2 2 0 0,0 1 0 0,2 1 0 0,1 1 0 0,1 0 0 0,2 0 0 16,1 0 0-16,2-1 0 0,1 0-272 0,2-1 16 16,2 2 16-16,0-3-15136 0</inkml:trace>
  <inkml:trace contextRef="#ctx0" brushRef="#br0" timeOffset="13443.97">6876 6880 5519 0,'3'-3'496'0,"-2"-1"-496"0,1 1 0 0,0 2 0 16,-1 0 1728-16,0 1 240 0,-1 0 48 0,1 0 16 15,2-2 976-15,-1 2 208 0,0-2 48 0,-1 4 0 31,1 0-1056-31,-2 2-208 0,1 2-32 0,-1 0-16 0,-1 4-800 0,1-3-144 16,0 2-48-16,-1-1 0 0,2 1-640 0,0-2-128 16,0 0-16-16,2-3-16 0,0-1-288 0,0 0-64 15</inkml:trace>
  <inkml:trace contextRef="#ctx0" brushRef="#br0" timeOffset="13839.44">7059 6664 11055 0,'-1'-2'976'15,"-1"2"-784"-15,2 0-192 0,-1 0 0 0,0 2 1216 0,0-2 192 0,-1 1 32 0,-2 2 16 16,1 0 544-16,-2 0 112 0,0 3 32 0,0-1 0 16,0 2-752-16,1 1-160 0,0-1-16 0,1 2-16 15,1-1-288-15,0-1-48 0,1 2-16 0,1-2 0 16,0-1-96-16,0-2-32 0,0 3 0 0,2-3 0 15,1 1-400-15,1 0-64 0,0-1-32 0,-4-4 0 16,0 0-48-16,0 0-16 0,0 0 0 0,0 0 0 0,36 34 64 0,-36-34 16 16,0 0 0-16,0 0 0 15,0 0-32-15,31 31 0 0,-31-31 0 0,0 0 0 16,0 0-208-16,0 0 176 0,0 0-176 0,0 0 160 0,25 37-160 16,-23-34 160-16,-1-1-160 0,0 1 160 0,0-1 0 0,-2-1 0 15,0 0 0-15,0-1 0 0,-1 2-160 0,0-2 160 16,0 1-160-16,-2 1 160 0,1-1-160 0,-2 1 0 15,0 1 0-15,-1 0 128 0,-1 2-128 0,0-2 0 0,-2 2 0 16,1 2 0-16,-1-3 0 0,-1 3 0 0,0-2 0 16,0 0 0-16,-1 0 0 0,1-1 0 0,1 1 0 0,2-4 0 15,1 1-160-15,2-2-64 0,0 0-16 0,1-3-16656 16</inkml:trace>
  <inkml:trace contextRef="#ctx0" brushRef="#br0" timeOffset="14015.43">6987 6654 18431 0,'0'-4'816'0,"0"1"160"0,1 1-784 0,0-1-192 0,-1 3 0 0,1-2 0 0,0 2 1632 0,2-2 288 16,0 0 48-16,4-3 16 0,0 0 64 0,3 3 32 16,0-3 0-16,1 0 0 15,1 3-1056-15,2 0-192 0,0 2-64 0,1 0 0 0,-15 0-624 16,0 0-144-16</inkml:trace>
  <inkml:trace contextRef="#ctx0" brushRef="#br0" timeOffset="17257.91">10598 6820 6143 0,'0'-2'0'16,"0"2"0"-16,0 0 0 0,0 0 0 0,0 0 480 0,0 0 176 16,0-1 48-16,0 0 0 15,1-1 0-15,-1 1 16 0,1-1 0 0,-1 2 48 16,1-3-192-16,0 3-16 15,0-2-16-15,0 2 0 0,0-1-224 0,0 1-32 16,0-1-16-16,0 1 48 0,0 0-160 0,0 0-32 0,0 0 0 0,0 0 0 0,0 0 0 0,-1 0 0 16,1 0 0-16,0 0 0 0,-1 0 128 0,0 0 32 15,-1 1 0-15,1 0 32 0,-2 1-96 0,1 1-32 16,-1-1 0-16,0 1 0 0,0 1-192 0,-1-1 0 16,-1 0 0-16,2 1 0 15,-1 0-192-15,-1-1 192 16,0 2-192-16,2-3 192 0,-1 0-192 0,1-1 192 15,0 1-160-15,1 0 160 0,1-2 0 0,-1 0-160 16,1 0 160-16,0 0-128 0,0 0 128 0,0-2 0 16,1 2-144-16,0-2 144 0,0 1 0 0,0 1 0 0,0-2 0 0,0 1 128 15,0 0-128-15,0-3 0 0,0 3 128 0,0-2-128 16,0 3 0-16,-1-2 0 0,1 1 0 0,0 0-128 16,1 1 128-16,-1 0 0 0,1 0 0 0,-1-2 0 15,1 4 0-15,-1-2 0 0,1 0 0 0,0 0 0 16,1 0 0-16,-1 0 0 0,-1 1 0 0,1 0 0 15,-1 1 0-15,0-2 0 0,0 1 0 0,-1 1 0 16,0-1 0-16,0 1 0 0,0 0 0 0,-1 0 0 16,0 0 0-16,-1-1 0 0,0 1 0 0,0 0 0 15,-1 1 0-15,1-3-128 0,0 2 128 0,0-2 0 0,0 2 0 16,0-2 0-16,0 0 0 0,1 0 0 0,1 0 0 0,0 0 0 16,-1 0 0-16,1-2 0 0,1 2 0 0,-1-2 0 15,1 2 0-15,-1-3 0 0,1 1 0 0,1 0 0 16,-1 1 0-16,0 1 0 0,0-2 0 0,0 1 0 15,0 0 0-15,0 1 0 0,0-2 0 0,-1 2 0 16,2 2 0-16,-1-2 0 0,0 0 0 0,0 0 0 16,0 2 0-16,1-2 0 0,-1 2 0 0,1 1 0 15,-1-1 0-15,0-1-128 0,0 1 128 0,0 0-192 16,1 0 192-16,-1-1-192 0,1 1-128 0,-1 0-16 16,0 1-16-16,-1-1 0 0,0-1 16 0,-1 0 0 0,0 1 0 0,0-2 0 15,-1 1 160-15,0-1 48 0,0 2 0 0,0-2 0 16,-1-2 128-16,-1 2 0 0,1 0 0 0,1-1 0 15,-1-1 0-15,0 1 0 16,1 0 0-16,-1-3 0 0,2 1 128 0,0 0-128 0,1 1 160 0,0 0-160 16,0-1 176-16,1-1-176 0,0 1 192 0,1 1-192 15,-1 2 224-15,1-2-64 0,1 0-16 0,1 1 0 16,-2 1-144-16,1-2 0 0,1 2 0 0,-1 0 0 16,-1 2 0-16,0-2 0 0,1 1 0 0,-1 1 0 15,-1 0 0-15,0 0 0 0,0-2 0 0,0 2 0 16,-1-1 0-16,-1 1 0 0,0-2 0 0,0 2 0 0,0-2 144 0,-1 1 112 15,0-1 0-15,-1 0 16 0,2 0 304 0,-1 0 64 16,-1-1 16-16,0 1 0 0,0 0-176 0,1-2-32 16,1 2-16-16,-1-2 0 0,0 1 0 0,1 1 0 15,0-2 0-15,1 1 0 0,0 0-96 0,-1 1-16 16,1 0 0-16,0-2 0 0,1 2-80 0,-1 0-32 16,1 0 0-16,0 0 0 0,1 0-208 0,0 0 0 15,-1 0 0-15,2 0 0 0,0 0 0 0,1 0 0 16,0 0 0-16,2 0-9472 15</inkml:trace>
  <inkml:trace contextRef="#ctx0" brushRef="#br0" timeOffset="18714.53">7505 9502 7023 0,'1'0'624'15,"-1"0"-496"1,0-2-128-16,0 2 0 0,-1-2 128 0,1 2-128 0,0-1 0 0,0-1 0 15,1-1 0-15,-1-1 0 0,0 0 512 0,0 3 176 0,0-2 32 0,1 3 48 16,0-2 16-16,0 0 0 16,0 2 0-16,-1 0 32 0,1 0-256 0,0 0-48 0,0 0-16 0,0 1 32 15,0 0-224-15,0-1-48 0,1 2-16 0,-1-4 16 16,0 2 16-16,1 0 0 0,0 0 0 0,0 0 48 16,1-1 80-16,0 0 32 0,0 1 0 0,0 0 32 15,0-2 64-15,0 0 16 0,0 1 0 0,0 1 32 16,1-2-96-16,-1 2-16 0,-1 0 0 0,1-2 48 15,0 2 0-15,-1 0 16 0,1 0 0 0,-2 0 32 16,1 2-256-16,1-2-48 0,-1 0-16 0,0 0 32 16,0 0-96-16,-1 2-32 0,0-2 0 0,1 1 32 0,-1-2-48 0,1 1 0 15,0 0 0-15,1 0 48 0,-1 0 80 0,0 0 0 16,1 0 16-16,0-2 16 0,1 2 32 0,-2-2 16 16,1 2 0-16,0-1 0 0,0 1 48 0,-1 0 16 15,2 0 0-15,-1 0 0 0,0-2-112 0,0 2-32 16,0 0 0-16,0 0 0 0,1 0-48 0,-1 0-16 15,0 2 0-15,1-2 0 0,-1 0-32 0,0 3-16 16,0-3 0-16,0 2 0 0,1-2-144 0,-2 0 128 16,2 0-128-16,-1 1 128 0,0-1-128 0,-1 0 0 15,1 0 144-15,0-1-144 0,1 1 128 0,-1 0-128 16,0-2 128-16,0 2-128 0,1-2 224 0,0 1-32 0,-1 1 0 0,1-2 0 16,0 2 16-16,-1-1 0 0,1 0 0 0,0 1 0 15,-1-2-64-15,1 1-16 0,0 1 0 0,0-2 0 16,-1 2 0-16,1-2 0 0,0 2 0 0,-1 0 0 15,0 0-128-15,0 0 0 0,0 0 0 0,0-1 128 16,0 1-128-16,1 0 0 0,0 1 0 0,-2 1 0 16,1-2 0-16,1 2 0 0,-1-2 0 0,0 0 128 15,0 0-128-15,0 1 0 16,0 1 0-16,0-2 0 0,-1 0 0 0,1 0 0 0,0-2 0 0,0 1 0 0,-1 1 0 16,-1-2 0-16,1 2 0 0,0-2 0 0,1 1 0 15,-2-1 0-15,1 2 0 0,-1 0 0 0,0-2 0 0,0 2 0 16,0 0 0-16,0-2 0 0,1 2 0 0,-1 0 0 15,0 0 0-15,0 0 0 0,0 0 0 0,0 0 0 16,0-2 0-16,0 2 0 0,0-1 0 0,0 1 0 16,0 0 0-16,0 0 0 0,1 0 0 15,-1 0 0-15,1-2 0 0,-1 2 0 0,0-2-176 0,0 1 176 16,0 1-128-16,0-1-15088 0</inkml:trace>
  <inkml:trace contextRef="#ctx0" brushRef="#br0" timeOffset="19155.29">7610 9481 4607 0,'-3'-3'0'0,"-1"1"192"0,1 0-48 0,1 0-16 16,1 1-128-16,0 1 0 15,0-2 0-15,-1 0 0 0,-2-1 1088 0,-2-2 176 0,1 1 32 0,0 1 16 0,2 1 384 0,-1 0 80 16,1-1 16-16,1 3 0 0,1 0-224 0,-1 0-32 16,1 0-16-16,1 1 0 0,0 1-256 0,0-2-48 15,1 2-16-15,1 0 0 0,1 1-496 0,0 1-80 16,1-1-32-16,1-1 0 0,1 1 64 0,1-1 16 15,1 1 0-15,1-1 0 0,-9-2-48 0,0 0-16 16,0 0 0-16,43 6 0 16,-31-6-96-16,2-2-32 0,0 2 0 0,0-1 0 0,-14 1-160 0,27-1-16 0,-27 1-16 0,27-2 0 15,-14 0-160-15,-1 1-128 0,0-1 144 0,-2-1-144 16,0 3 0-16,-3 0 0 0,-1 0 0 0,-1-2 0 16,-1 4 0-16,-2-2 0 0,-2 1-192 0,-2 1 192 31,-2 0-1696-31,-1 1-224 0,-1 1-64 0,-2-1 0 0,-1 2-1168 15,0-2-240-15</inkml:trace>
  <inkml:trace contextRef="#ctx0" brushRef="#br0" timeOffset="19552.84">7576 9512 3679 0,'-7'2'0'0,"1"-1"144"0,0 0-144 0,3 1 208 0,1-2-208 0,0 0 0 0,-1 0 0 0,-1 1 0 0,-4 1 1008 0,-1 0 144 16,0-2 48-16,0 0 0 0,2 0 272 0,0 0 64 15,2 0 16-15,0-2 0 0,2 2-128 0,0-3-16 16,1 3-16-16,0-2 0 16,1 1-144-16,0 0-32 0,1 1 0 0,-1 0 0 0,2-2-256 0,-1 2-48 15,2 0-16-15,0 0 0 0,1 0-32 0,-1 0-16 16,2 2 0-16,2-2 0 0,-1 0-64 0,3 1-16 16,-1 0 0-16,2-1 0 0,-9 0 48 0,0 0 0 15,35 2 0-15,-35-2 0 0,0 0-160 0,40 1-16 31,-40-1-16-31,30 0 0 0,-16-1-240 0,0 1-64 0,0 0 0 0,-1-2 0 16,-1 2-128-16,0 0-48 0,-1-1 0 0,0 0 0 16,-2 1-144-16,1 0 0 0,-10 0 0 0,0 0 128 15,0 0-128-15,42 5 0 0,-34-3 0 0,1 0 0 16,0-2 0-16,-1 1 0 0,-1-1 0 0,1 0 0 0,-1 0 0 0,1-1 0 16,-1-1 0-16,0 0 0 0,1-1 0 0,-1 1 0 15,0-2 0-15,-1 1 0 0,1 0 0 0,-1-1 0 16,0-1 0-16,-1 2 0 0,0-1-240 0,-1 2 32 15,-2 2 0-15,-1-1 0 16,-2 0-896-16,-1 1-176 0,-2 1-48 0,-3 2 0 16,0-2-944-16,-1 2-192 0,-2 0-32 0,-2 0-16 15,0 1-192-15,-1-1-48 0</inkml:trace>
  <inkml:trace contextRef="#ctx0" brushRef="#br0" timeOffset="25461.21">7677 9530 2751 0,'-7'0'128'0,"1"0"16"0,2 0-144 0,0-2 0 15,1 2 0-15,1 0 0 0,-1 0 832 0,-1 0 144 0,-4-1 32 0,-1 0 0 16,0 1 656-16,0-2 144 0,1 2 32 0,2 2 0 16,0-2-320-16,0-2-64 0,2 2-16 15,-2-1 0-15,3 1-368 0,-1 0-80 0,1-2-16 0,-1 2 0 16,1-3-256-16,0 3-48 0,0 0-16 0,0 0 0 16,2 1-224-16,0-1-48 0,1 2-16 0,0-2 0 15,-1-2 32-15,1 2 16 0,1-1 0 0,-1 1 0 16,1 0-32-16,1-2 0 0,0 2 0 0,1 0 0 15,0 0 48-15,0-1 0 0,1 1 0 0,1 0 0 16,-1 1-48-16,2-1-16 0,0 2 0 0,1-2 0 0,1 0-32 0,0 0 0 16,-1 0 0-16,2 0 0 0,1 0-16 0,0-2 0 15,1 2 0-15,-2 0 0 0,1 0-32 0,1 0-16 16,-1 0 0-16,0-1 0 0,-1 0 0 0,1 1 0 16,-2-2 0-16,1-1 0 0,0 3-112 0,-1-2-32 15,0 1 0-15,0-1 0 0,-1 2-128 0,0 0 0 16,0 0 0-16,0 0 128 0,0 0-128 0,-1 0 0 15,1 0 0-15,-1 1 128 0,1 1 0 0,-2 0 0 16,2-1 0-16,-2-1 0 0,2 2 0 0,-1-2 0 16,1 0 0-16,-1 0 0 0,1 0-128 0,0 0 0 15,1-2 144-15,-1 1-144 0,2-2 0 0,-2 1 144 0,1 0-144 0,1 2 0 16,-1-2 0-16,0-1 0 0,0 1 0 0,-1-1 0 16,1 1 128-16,-1 1-128 0,-1 0 0 0,-1-1 0 15,1 1 208-15,-1 0-64 0,1 0-16 0,-2 1 0 16,0 0 16-16,1 0 0 0,-1 0 0 0,-1 0 0 15,2 0-144-15,0-2 160 0,-1 4-160 0,1-2 160 16,0-3-160-16,1 3 0 0,-2 0 0 0,0 0 128 16,2 0-128-16,-1 0 0 0,1-2 0 0,0 2 0 15,0-1 0-15,1 0 0 0,-2-1 0 0,2 0 0 16,0 1 0-16,-1-1 0 0,1-1 0 0,-1 1 0 0,1 2 0 16,-1-2 0-16,0 2 0 0,0-3 0 0,-1 3 0 0,1-2 0 15,-2 2 0-15,1 0 0 0,0 0 0 0,-2 0 0 16,2 0 128-16,-1 0-128 15,0 2 0-15,0-2 0 0,1 0 0 0,0-2 0 0,0 2 0 0,0 0 0 16,0 0 0-16,1-2 0 0,-2 1 0 0,2-1 0 16,-1 0 0-16,0 2 0 0,1-2 0 0,-1 0 0 15,1 1 0-15,-1-1 0 16,1 0 0-16,0 1 0 0,0 0 0 0,-1 0 0 0,0 1 0 0,1-2 0 16,0 2 0-16,0-2 0 0,-2 1 0 0,2 1 0 15,-1 0 0-15,0 0 0 0,-1 0 0 0,0-2 0 0,1 2 0 0,1 0 0 16,-2-3 0-16,2 3 0 0,-1-2 0 0,0 0 0 15,1 2 0-15,-1-3 0 16,1 2 0-16,-2 0 0 0,1-1 0 0,0 1 0 0,-1 1 0 16,2-2 0-16,-1 1 0 0,-1 0 0 0,2-1 0 0,-2 2 0 15,0-3 0-15,0 3 0 0,0-2 0 0,2-1 0 16,0 1 0-16,-1 2 0 0,1-2 0 0,-2 0 0 16,1 1 0-16,1-1 0 0,-1-1 0 0,1 1 0 15,-1 1 0-15,0 0 0 0,0-1 0 0,0 0 0 16,1 1 0-16,-2-1 0 0,0 1 0 0,-1-1 0 15,1 1 0-15,1 0 0 0,2-1 0 0,-1-1 0 0,1-1 0 16,0 1 0-16,-1 2 0 0,1-2 0 0,-2 2 0 0,1-1 0 16,1-1 0-16,-2 1 0 15,1 0 0-15,-2 0 0 0,2-1 0 0,-1 1 0 0,1 0 0 0,-1-1 0 16,0 3 0-16,0-2 0 0,-1-1 0 0,2 1 0 16,-1-1 0-16,-1 1 0 0,1 1 0 0,0 0 0 15,0-1 0-15,0 0 0 0,0 1 0 16,0-2 0-16,1 1 0 0,-2 1 0 0,1 0 0 0,0-1 0 15,0-1 0-15,1 1 0 0,-1-1 0 0,1 1 0 16,-1 0 0-16,0-1 0 0,0-1 0 0,0 1 0 16,1 1 0-16,-2-2 0 0,1 3 0 0,-1-3 0 15,1 3 0-15,0-1 0 0,0-3 0 0,-1 3 0 0,1-1 0 16,-1 1 0-16,2 0 0 0,-1-2 0 0,-1 1 0 0,0 0 0 16,2 1 0-16,-2 0 0 0,1-1 0 0,-1 1 0 15,1-1 0-15,1 0 0 0,-2-1 0 0,1 2 0 16,0-1 0-16,1 1 0 15,0 0 0-15,-1-2 0 0,0 1 0 0,-1 0 0 0,1 1 0 0,0-2 0 16,-1 1 0 0,2 0 0-16,-1 1 0 0,-1 0 0 0,1-1 0 0,-1 1 0 15,0-1 0-15,0 1 0 0,1 0 0 0,0 0 0 0,0-1 0 0,-2-1 0 16,3 1 0-16,0 1 0 0,-1-1 0 0,0 1 0 0,0-1 0 16,0 0 0-16,0 0 0 0,0 0 0 15,0-1 0-15,-1 3 0 0,1-1 0 0,0-2 0 0,-1 1 0 0,0 0 0 16,1 1 0-16,-1 0 0 0,1-2 0 0,0 0 0 15,0 2 0-15,0 0 0 0,-1 0 0 0,2-1 0 16,0-1 0-16,-2 1 0 0,2 1 0 0,-2-3 0 16,2 2 0-16,-1 1 0 0,-1 0 0 0,1 0 0 15,0-1 0-15,-2 0 0 0,2 1 0 0,-1 0 0 16,0 0 0-16,1-1 0 0,-1-1 0 16,0 1 0-16,0 2 0 0,0-2 0 0,0 2 0 0,0-3 0 15,1 1 0-15,-1 1 0 0,0 0 0 16,0-1 0-16,0 1 0 0,1-1 0 0,0 1 0 0,-1-3 0 0,1 3 0 15,-1-3 0-15,1 3 0 0,0-2 0 0,-1 0 0 0,1 0 0 16,-1 2 0-16,-1-1 0 0,0-2 0 0,1 3 0 16,1-2 0-16,-1 1 0 15,1 0 0-15,0 0 0 0,0 0 0 0,0-2 0 0,-1 2 0 0,1 1 0 16,0-3 0-16,-1 3 0 0,1-3 0 0,0 3 0 16,-1-2 0-16,1 1 0 0,-1 0 0 0,1 1 0 15,0-2 0-15,-1 1 0 0,1-2 0 0,0 3 0 16,-1-1 0-16,1-2 0 0,0 2 0 0,-1 0 0 15,0 0 0-15,1-1 0 0,-2 1 0 0,1 1 0 16,1-1 0-16,-2 1 0 0,1-1 0 0,0 0 0 16,-1 2 0-16,1-3 0 0,0 0 0 0,0 1 0 15,1 0 0-15,0 0 0 0,-1-1 0 0,0 1 0 0,1 1 0 0,-1-1 0 16,2-1 0-16,-1 1 0 0,-1 1 0 0,2-3 0 16,-1 1 0-16,0 1 0 0,-1-1 0 15,0 1 0 1,0-2 0-16,1 1 0 0,-2 1 0 0,1-2 0 15,1 3 0-15,-2-3 0 0,1 3 0 0,0-3 0 16,0 3 0-16,-1-3 0 0,1 2 0 0,0 0 0 16,1-2 0-16,-1 1 0 0,0 0 0 0,0-1 0 15,1 0 0-15,0 1 0 0,-1 1 0 0,1-2 0 16,0 1 0-16,0-1 0 0,0 1 0 0,-1 1 0 16,1-2 0-16,0 1 0 0,-1 0 0 0,0-1 0 15,1 1 0-15,-2 0 0 0,1 2 0 0,0-3 0 0,-1 0 0 0,1 0 0 16,1 0 0-16,-1 1 0 0,1-1 0 0,0-2 0 15,-1 2 0-15,1 0 0 0,0 1 0 0,-1-1 0 16,0 0 0-16,1-1 0 0,-1 3 0 0,0-2 0 16,1 0 0-16,-1 0 0 0,1 1 0 0,-1-1 0 15,1 0 0-15,0 1 0 0,-2-1 0 0,-2 2 0 16,3-1-128-16,0-1 128 0,1 0 0 0,2-1 0 16,-2 0 0-16,1 2 0 0,0-3 0 0,-1 2 0 15,0 0 0-15,-1 0 0 0,1-1 0 0,0 1 0 16,0 1 0-16,1-1 0 0,-2 1 0 0,1 0 0 0,0-1 0 0,-2-2 0 15,2 3 0-15,0-1 0 0,0 2 0 0,-1-1 0 16,1-2 0-16,-2 2 0 0,1-1 0 0,0 0 0 16,0 1 0-16,0-1 0 0,0-1 0 0,0 0 0 15,0 1 0-15,0 1 0 0,0-1 0 0,1 0 0 0,-1-1 0 16,0 0 0-16,0 2 0 0,0-1 0 0,1 0 0 0,-2 0 0 16,2-2 0-16,-1 1 0 0,0 1 0 0,1 0 0 15,0 0 0-15,0-2 0 0,-1 2 0 16,0-1 0-16,0 1 0 0,0-1 0 0,0 2 0 0,0-1 0 15,0-1 0-15,0 0 0 0,-1-1 0 0,0 2 0 16,1 0 0-16,-1-1 0 0,0 0 0 0,0 2 0 16,0-1 0-16,0 0 0 0,0 1 0 0,0-3 0 15,1 2 0-15,-1 0 0 0,-1 0 0 0,2 1 0 16,0-3 0-16,0 2 0 0,1-3 0 0,-1 2 0 16,0 1 0-16,0-2 0 0,1 2 0 0,-2-2 0 0,2 2 0 15,-1-1 0-15,0 0 0 0,-1 1 0 0,1 1 0 0,-1-3 0 16,0 2 0-16,0 0 0 15,1 0 0-15,0-1 0 0,-2 0 0 0,1 2 0 0,1-4 0 0,0 4 0 16,-2-3 0-16,2 1 0 0,0 0 0 0,-1-1 0 16,1 2 0-16,-1-2 0 0,1 2 0 0,-1 0 0 15,1-1 0-15,-1 0 0 0,1 2 0 0,-1-3 0 16,0 2 0-16,0 0 0 0,0 0 0 0,0 1 0 16,-1-3 0-16,2 2 0 0,-1 0 0 0,-1-2 0 15,0 3 0-15,0-2 0 0,1 2 0 0,-1-3 0 0,1 2 0 16,-1 0 0-1,1-2 0-15,0 1 0 0,1 0 0 0,-1-1 0 0,1 0 0 0,-1 2 0 0,2-2 0 0,-2 0 0 16,1 0 0-16,0 0 0 0,0 2 0 0,0-2 0 16,-1 2 0-16,1-1 0 0,-1 0 0 0,2 0 0 15,-1 0 0-15,-1-2 0 0,1 2 0 0,0-1 0 16,-1 0 0-16,0 1 0 16,0 0 0-16,0 0 0 0,0 0 0 0,-1 2 0 0,1-4 0 0,1 2 0 15,-1-1 0-15,0 2 0 0,0-3 0 0,0 4 0 16,1-4 0-16,-1 2 0 0,1 1 0 0,-1-1 0 15,1 0-128-15,-1 1 128 0,0-1 0 0,1 0 0 16,-1 2 0-16,-1-1 0 0,1-1 0 0,-1 0 0 0,1 1 0 0,-1-1 0 16,1 0 0-16,0 2 0 15,0-1 0-15,-1 0 0 0,0-1 0 0,1 0 0 0,0 0 0 0,0 0 0 16,0 2 0-16,-2-3 0 0,2 2 0 0,0 0 0 16,-1 0 0-16,0 1 0 0,1-3 0 0,-2 2 0 15,2 0 0-15,0 0 0 0,-1-1 0 16,1 0 0-16,-2 2 0 0,2-3 0 0,-1 2 0 0,0-2 0 15,1 2 0-15,-1 0 0 0,-2 0 0 0,2-1 0 16,0 0 0-16,0 0 0 0,0-1 0 0,0 2 0 16,-1 0 0-16,1-2 0 0,-1 0 0 0,2 0 0 0,-1-1 0 15,0 2 0-15,1 0 0 0,-1 0 0 0,-1-2 0 16,1 4 0-16,0-4 0 0,1 4 0 0,-1-3 0 0,0 0 0 16,-1 2 0-16,1-2 0 0,0 2 0 0,0-1 0 15,1 0 0-15,-1-1 0 0,-1 2 0 0,0-2 0 16,2 1 0-16,0 0 0 15,0-1 0-15,0 2 0 0,-2-1 0 0,2 0 0 0,0 0 0 0,0 1 0 16,-1-1 0-16,-1 0 0 0,1 0 0 0,0 0 0 16,0 1 0-16,0-1 0 0,-1 0 0 0,1 2 0 15,0-3 0-15,-1 2 0 0,1-2 0 0,0 0 0 16,0 2 0-16,-1-2 0 0,1 2 0 0,0-2 0 16,-1 2 0-16,2-2 0 0,-1 0 0 0,0 2 0 15,0-1 0-15,0 0 0 0,0 2 0 0,0-4 0 0,1 4 0 0,0-3 0 16,0 2 0-16,-1 0 0 0,1-2 0 0,1 2 0 15,-1 0 0-15,-1-1 0 0,1 1 0 0,1 0 0 16,-1-2 0-16,0 0 0 0,0-1 0 0,0-1 0 16,0 2 0-16,-1 0 0 15,0 0 0-15,-1 0 0 0,1 2 0 0,0-2 0 0,-1 0 0 0,0 0 0 16,1 2 0 0,-1-2 0-16,0 0 0 0,0-1 0 15,0 2 0-15,0-1 0 0,1 2 0 0,-1 0 0 16,1 0 0-16,0-1 0 0,0 2 0 0,0 0 0 15,-1-1 0-15,1 0 0 0,1 3 0 0,-1-3 0 16,0 0 0-16,1 1 0 0,-2-1 0 0,1 2 0 0,0-1 0 0,0-1 0 0,0 0 0 0,0 1 0 0,-1-1 0 16,1 0 0-1,-1 3 0-15,1-3 0 0,-1-2 0 0,1 2 0 16,-1 0 0-16,0 1 0 0,0 0 0 0,0 0 0 16,0 0 0-16,0 0 0 0,0-2 0 0,1 2 0 15,-1-1 0-15,0 0 0 0,0 1 0 0,0-1 0 16,0 2 0-16,0-1 0 0,1-1 0 0,-1-1 0 15,0 3 0-15,1-3 0 0,0 2 0 0,0-1 0 16,0 1 0-16,0 0 0 0,0 0 0 0,-1-1 0 16,1 1 0-16,0-1 0 0,0 0 0 0,-1 3 0 0,0-3 0 0,1 0 0 15,-1 1 0-15,0-1 0 0,0 0 0 16,1 1 0-16,-1-1 0 0,0 0 0 0,1 0 0 0,0-2 0 16,-1 3 0-16,1-2 0 0,-1 2 0 0,1-3 0 15,1 2 0-15,-1 1 0 0,0-1 0 0,0 1 0 16,0-2 0-16,0 1 0 0,1 1 0 0,-1-3 0 15,1 2 0-15,-1 0 0 0,-1 0 0 0,1 1 0 16,0-1 0-16,0 0 0 0,1 0 0 0,-1 0 0 16,-1 1 0-16,1-1 0 0,0-2 0 0,0 3 0 15,0 1 0-15,0-2 0 0,-1 1 0 0,0-1 0 16,1 1 0-16,0-1 0 0,-1 0 0 0,1 2 0 16,0-2 0-16,1 0 0 0,-2 1 0 0,1-1 0 15,0 0 0-15,0 1 0 0,1-1 0 0,-1 0 0 0,0-1 0 0,0 0 0 16,0 0 0-16,0 0 0 0,1 2 0 0,-2-1 0 15,1 0-128-15,-1-1 128 0,1 0 0 0,0 2 0 16,0-1 0-16,0-1 0 0,-1 0 0 0,1 1 0 16,0 1 0-16,-2-1 0 0,2 0 0 0,-1 0 0 15,1 0 0-15,0 1 0 0,-1-1 0 0,1-1 0 16,0 0 0-16,-1 1 0 0,1-2 0 0,1 2 0 16,-1-1 0-16,0 1 0 0,1-1 0 0,-2 0 0 15,2-1 0-15,1-1 0 0,-1 2 0 0,-1-2 0 16,1 1 0-16,0 0 0 0,0 3 0 0,0-4 0 15,-1 4 784-15,1-4 176 0,0 2 48 0,0 0 0 16,-1-2-1616 0,1 0-320-16,0 1-64 0,-1 0-16 0,1-3 816 0,-1 3 192 0,0 0 0 0,0 0 0 0,1 0 0 0,0-3 0 15,0 1 0-15,0 0 0 0,0 1 0 0,0-1 0 16,0 2 0-16,-2-3 0 0,2 3 0 0,0 0 0 16,0 0 0-16,0 1 0 0,1-2 0 0,-1 3 0 15,0-2 0-15,0 1 0 0,-1 1 0 0,0-1 0 16,1 0 0-16,0 0 0 0,0-1 0 0,-1 2 0 15,0 1 0-15,0-1 0 0,1-1 0 0,0 0 0 16,-1-1 0-16,0 2 0 0,1 0 0 0,0-1 0 16,0 1 0-16,-1 0 0 0,2-2 0 0,-1 2 0 15,1-2 0-15,-1 0 0 0,0 0 0 0,1 0 0 0,-1 0 0 16,1 0 0-16,0 2 0 0,0-2 0 0,-1 0 0 0,1 2 0 16,0-3 0-16,-1 2 0 0,0 1 0 0,1-2 0 15,0 2 0-15,-2-1 0 0,2 0 0 0,-2-1 0 16,1 3 0-16,-1-1 0 0,0 1 0 0,1-1 0 15,-1 1 0-15,1-2 0 0,0 3 0 0,0-2 0 16,0 1 0-16,0-3 0 0,0 2 0 0,-1-2 0 16,2 2 0-16,-1-2 0 0,1 0 0 0,-2 0 0 15,1 2 0-15,1-2 0 0,-1 1 0 0,-1 0 0 16,2-1 0-16,-1-1 0 0,0 2 0 0,0-1 0 16,0 2 0-16,0-2 0 0,0 2 0 0,0-2 0 15,-1 2 0-15,2-2 0 0,-1 1 0 0,0 0 0 0,-1 1 0 16,1 1 0-16,-1-1 128 0,0 0-128 0,1 1 0 0,0-1 128 15,0 1-128-15,0-2 0 0,1 1 0 0,-2 1 0 16,2-3 0-16,-1 2 0 0,1 0 128 0,-2 0-128 16,1 1 0-16,0-4 0 0,1 1 0 0,-1 0 0 15,1 0 0-15,0 0 0 0,0 0 0 0,-1 0 0 16,2-1 0-16,-1 0 0 0,0 2 0 0,0-1 0 16,1 0 0-16,-2 1 0 0,1 1 128 0,-1 0-128 15,1-2 0-15,0 2 0 0,0 0 0 0,0-1 0 16,-1 0 0-16,1 1 0 0,0 1 0 0,-1-4 0 0,1 4 0 0,-1-1 0 15,1-1 0-15,-1 0 0 0,1 1 0 0,0-1 0 16,-1 0 0-16,1 2 0 0,0-3 0 0,1 2 0 16,-2-2 0-16,1 2 0 0,1-2 0 0,-2 2 0 15,1 1 0-15,0-3 0 16,-1 3 0-16,1 0 0 0,0-1 0 0,0 1 0 0,0-1 0 0,0 1 0 0,0 1 0 0,0-2 0 16,0 1 0-16,0 0 0 15,-1 1 0-15,1-2 0 0,0 2 0 16,0 1 0-16,-2-3 0 0,2 1 0 0,-1 1 0 0,0 1 0 0,0-1 0 0,0 1 0 15,1-1 0-15,0-1 0 0,0 2 0 0,0-3 0 16,0 2 0 0,1-1 0-16,0 1 0 0,-1-2 0 0,0 2 0 0,1-1 0 0,-2 0 0 0,2 1 0 31,0 1 0-31,-2-3 0 0,1 3 0 0,-1-1 0 0,1 0 0 0,-1 0 0 0,1 0 0 0,1 0 0 0,-1-1 0 0,2-1 0 16,-1 1 0-16,0 1 0 0,1-2 0 0,-2 0 0 15,2 1 0-15,-2 0 0 0,1 0 0 16,0 0 0-16,0 0 0 0,0 1 0 15,1-2 0-15,-1 3 0 0,0-3 0 0,-1 2 0 0,1 0 0 0,0 0 0 16,-1 0 0-16,1-2 0 16,0 3 0-16,1-2 0 0,0 1 0 0,-1 0 0 0,1 0 0 0,-2-1 0 15,2 2 0-15,-1-1 0 0,1 0 0 0,0 0 0 16,-2 0 0-16,1-1 0 16,0 1 0-16,0 1 0 15,0 0 0-15,-1-1 0 0,2 1 0 0,-1-1 0 0,0 2 0 0,0 0 0 16,-1-3 0-16,1 3 0 0,0-2 0 0,-1 1 0 15,2 1 0-15,-1 0 0 0,0-1 0 0,1 0 0 16,-1 1 0-16,0-1 0 0,0 0 0 0,1 1 0 16,-1-1-128-16,0 1 128 0,1 0 0 0,-1-2 0 15,1 1 0-15,-1 0 0 0,1-1 0 0,0 2 0 16,0-2 0-16,0 0 0 0,0 1 0 0,0-1 0 16,-1 1 0-16,1-3 0 0,0 3 0 0,0-1 0 15,0 1 0-15,-1 0 0 0,1 0 0 0,-1-1 0 16,1 1 0-16,-1-1 0 0,2 2 0 0,-2-2 0 0,2 0 0 15,-2 1 0-15,2-1 0 0,-2 1 0 0,2 0 0 0,-2-1 0 16,2 1 0-16,-1-1 0 0,0 1 0 16,0 0 0-16,-1 0 0 0,1-1 0 0,-1 1 0 0,1-1 0 15,-1 1 0-15,2 0 0 0,-2 0 0 0,1 1 0 16,1-1 0-16,-2 0 0 0,2-1 0 0,-1 1 0 16,0 0 0-16,-1-1 0 0,1 1 0 0,-1 1 0 15,1-1 0-15,-1 0 0 0,1-2 0 0,1 3 0 16,-1-3 0-16,0 1 0 0,1 1 0 0,-1-1 0 15,-1 1 0-15,1-1 0 0,0 1 0 0,0 0 0 16,-1 0 0-16,1 0 0 0,-1 1 0 0,0-1 0 16,2 0 0-16,-2 1 0 0,1-1 0 0,0 2 0 0,0 0 0 0,-2 0 0 15,1-2 0-15,1 2 0 0,-1 0 0 0,1-2 0 16,-1 1 0-16,2 1 0 0,-2 0 0 0,2-2 0 16,-1 0 0-16,0 1 0 0,0 1 0 0,0-2 0 15,0 1 0-15,0 0 0 0,0-2 0 0,0 1 0 16,0 2 0-16,-1-3 0 0,2 1 0 0,-1 0 0 15,1 0 0-15,-1-1 0 0,1 1 0 0,-1-1 0 16,0 1 0-16,0 0 0 0,0 0 0 0,0 1 0 16,1-1 0-16,-1-1 0 0,1 1 0 0,-1 1 0 0,1 0 0 15,-2-1 0-15,2 0 0 0,-1 1 0 0,0 1 0 0,-1-2 0 16,1 1 0-16,0 0 0 16,-1 0 0-16,1 1 0 0,-1 0 0 0,0-1 0 0,0 0 0 0,1 1 0 15,0 0 0-15,-2-2 0 0,2 2 0 0,-2 0 0 16,2 0 0-16,0 0 0 0,-2 0 0 0,2-2 0 15,-1 2 0-15,1 0 0 0,-2-1 0 0,1 1 0 16,0 0 0-16,-1 0 0 0,2 0 0 0,0-2 0 16,-1 2 0-16,2-3 0 0,-2 3 0 0,2-2 0 15,-2 2 0-15,1-1 0 0,-1 0 0 0,1-1 0 16,-1 1 0-16,1-1 0 0,0 2 0 0,-2-3 0 16,2 3 0-16,-1-2 0 0,0 1 0 0,-1 0 0 0,0 1 0 0,1-2 0 15,0 2 0-15,-1-2 0 0,2 1 0 0,-2 1 0 16,1-2 0-16,0 0 0 0,0 2 0 0,0-1 0 15,0 1 0-15,0-2 0 0,0 2 0 0,-1 0 0 16,2-2 0-16,0 2 0 0,-2 0 0 0,1 0 0 16,-1-2 0-16,0 2 0 0,1 0 0 0,-2 0 0 15,2-1 0-15,-1 1 0 0,0 0 0 0,1 0 0 16,1 0 0-16,-3 0 0 0,2 0 0 0,0-2 0 16,0 2 0-16,2-2 0 0,-4 2 0 0,2-1 0 15,1 1 0-15,-2-2 0 0,1 2 0 0,0-1 0 16,0 0 0-16,1 1 0 0,-2 0 0 0,1-2 0 0,1 2 0 15,-1 0 0-15,1 0 0 0,-1 0 0 0,1 0 0 16,-1 0 0-16,1 0 0 0,-1 0 0 16,1 0 0-16,1 0 0 0,-3 0 0 0,2 0 0 0,-1 0 0 0,1 0 0 15,0 2 0-15,0-2 0 0,0 0 0 0,0 0 0 16,0 0 0-16,0 0 0 0,1-2 0 0,-1 2 0 16,0 0 0-16,1 0 0 0,-1-2 0 0,-1 2 0 15,2-1 0-15,-2 1 0 16,2 0 0-16,-2 0 0 0,1-2 0 0,-1 2 0 0,1-1 0 0,0 1 0 15,1-2 0-15,-1 2 0 0,1 0 0 0,-1-1 0 16,1 0 0-16,-1 1 0 0,2 0 0 0,-2-2 0 16,1 2 0-16,-2-2 0 0,1 2 0 0,-1-1 0 15,1 1 0-15,0 0 0 0,0-2 0 0,0 2 0 0,0 0 0 0,1 0 0 16,-1 0 0-16,1 0 0 0,-1 0 0 0,1 0 0 16,0 0 0-16,-1-2 0 0,2 2 0 0,-2-1 0 15,1 1 0-15,-1 0 0 0,2 0 0 0,0 0 0 16,1 0 0-16,-2 0 0 0,0 0 0 0,1 0 0 15,-1 1 0-15,1-1 0 0,-1 2 0 0,0-2 0 16,1 2 0-16,-2-2 0 0,1 0 128 0,-1 1-128 16,2-1 0-16,-2 2 0 0,3-2 0 0,-3 0 0 15,2 0 0-15,-2 0 0 0,0 0 0 16,1 0 0-16,-1 2 0 0,1-2 0 0,-1 0 0 0,0 0 0 16,0-2 0-16,-1 2 0 0,2 0 0 0,-1 0 0 15,1 0 0-15,-1 0 0 0,1 0 0 0,-2 0 0 0,2-2 0 0,-2 2 0 16,1 0 0-16,0 0 0 15,0 0 0-15,0 0 0 0,0-1 0 0,-1 1 0 0,2 0 0 0,-1 0 0 16,1-2 0-16,-1 2 0 0,0 0 0 0,0-2 0 16,2 2 128-16,-2-1-128 0,1 1 0 0,-1 0 0 15,1-2 0-15,-2 2 0 0,1 0 0 0,0 0 0 16,-1 0 0-16,1 0 0 0,0-1 0 0,1 1 0 16,-1-1 128-16,2 1-128 0,-2 0 0 0,2 0 0 15,-1-2 0-15,-1 2 0 0,2-1 0 0,-2 1 0 0,2 0 0 16,-2 0 0-16,2 0 0 0,-1 0 0 0,0 0 128 0,0 0-128 15,-1 0 0-15,1 0 0 0,-1 0 0 0,-1 0 0 16,2 0 0-16,-1-2 0 16,0 2 0-16,0 0 0 0,1-2 0 0,-1 2 0 15,1-1 128-15,-2 1-128 0,2 0 0 0,-1-2 0 0,1 2 128 0,-1-1-128 16,0 1 0-16,-1-1 0 0,2 1 0 0,-1 0 0 16,1 0 0-16,0-2 0 0,0 2 128 0,-1-2-128 15,1 2 0-15,-1-1 0 0,1 1 128 0,-1-2-128 16,2 2 0-16,-1-2 0 0,-1 2 0 0,2 0 0 15,0-1 0-15,1 1 0 0,-2 0 128 0,0-2-128 0,2 2 0 16,-1 0 0-16,0 0 128 0,2 0-128 0,-1-2 0 0,1 2 0 16,0 0 144-16,1 0-144 0,-1 2 0 0,1-2 144 15,-1 0-144-15,0 0 0 0,1 0 144 0,-1 0-144 16,-1 0 0 0,0 0 144-16,1 0-144 0,-1 2 0 0,0-2 128 0,-1 0-128 0,2 0 0 0,-1 1 0 15,-1-1 0-15,2 0 0 0,-1 0 0 0,-1 0 0 16,2 2 128-16,-2-2-128 0,1 0 0 0,0 0 0 15,1 0 0-15,0 2 0 0,0-2 0 0,0 0 0 16,1 0 0-16,0 0 0 0,0 1 0 0,-1-1 0 16,-1 2 0-16,1-2 0 0,0 0 0 0,-1 0 0 0,1 2 0 15,0-1 0-15,0 0 0 0,-1-1 0 16,0 2 0-16,0-1 0 0,2 1 0 0,-2-2 0 16,1 2 0-16,-1-1 0 0,0 1 0 0,0-2 0 0,0 1 0 15,0 0 0-15,0-1 0 0,-1 0 0 0,2 0 0 0,-2 0 0 31,1 0 0-31,0 0 0 0,1 0 0 0,-1-1 0 0,1 0 0 0,0 1 0 16,0-2 0-16,0 1 0 0,0 1 0 0,-1-2 0 16,1 2 0-16,-2-2 0 0,0 2 0 15,0-1 0-15,-1 2 0 0,0-1 0 0,-2 2 0 0,0 0 0 16,-1-1 0-16,-3 2 0 0,0 0 0 0,-2 3-18176 16</inkml:trace>
  <inkml:trace contextRef="#ctx0" brushRef="#br0" timeOffset="28157.1">7484 6711 5519 0,'-1'0'496'0,"1"0"-496"0,0 0 0 0,-1 0 0 16,1 0 896-16,-1 0 64 0,1 0 32 0,-1 1 0 15,0-1 400-15,0 2 80 0,1-2 0 0,1 0 16 16,1 0-336-16,-1 0-80 0,3 1-16 0,1 0 0 16,-1-1-464-16,2 2-80 15,0-1-32-15,1 1 0 0,0 0-352 0,1 1-128 16,0 0 0-16,0-1 144 0,1 2-144 0,-1-1 0 16,1-1 0-16,0 0-176 0,0 0-80 0,-1 1-32 15,2-1 0-15,-1 1 0 0,1-2-624 0,-2 0-128 0,1 1-32 0,-2-2 0 16,1 1 448-16,-1 1 96 0,2 0 16 0,0 1 0 15,-1-1-48-15,0 0 0 0</inkml:trace>
  <inkml:trace contextRef="#ctx0" brushRef="#br0" timeOffset="28299.69">7815 6787 911 0,'8'0'0'0,"-4"-2"0"0,1 2 0 0,-2 0 0 0,-1-2 1040 0,-1 2 128 0,1-1 32 0,2 1 0 16,1-2 656-16,2 2 128 0,2-2 16 0,2 0 16 31,-1 0-320-31,0 1-64 0,0-2-16 0,0 1 0 0,0 2-784 0,-1-1-176 15,1 1-16-15,0-1-16 16,0 1-624-16,0 1 0 0</inkml:trace>
  <inkml:trace contextRef="#ctx0" brushRef="#br0" timeOffset="29212.54">8176 6778 6447 0,'7'0'272'0,"-3"-2"80"15,1 1-352-15,-2 1 0 0,-2 0 0 0,1 0 0 0,0 0 752 0,2 0 80 16,1 0 0-16,3-1 16 0,1 2-240 0,1-1-48 16,0 1-16-16,-1-1 0 0,1 2-352 0,-2-2-192 15,3 1 192-15,-2 0-192 0,0-1 0 0,1 0 0 16,1 2 0-16,-1-2 0 0,1 0 0 0,0 0 0 16,0 0 0-16,0 0 0 0,1 0-160 0,0-2 16 15,0 2 0-15,1 0 0 16,-2-1-688-16,0 1-128 0,-1-1-16 0,1 1-16 0,0 0 512 0,0 0 96 0,1 0 32 15,-1 0 0-15,-1 0 192 0,0 1 160 0,2 0-208 0,-1-1 80 16,1 2 128-16,-1-1 0 0,1 1 0 0,-2 0 0 16,1-1 336-16,0 1 112 0,-1 0 0 0,0-2 16 15,1 2 432-15,-1-1 64 0,1 0 32 0,0 2 0 16,-1-3-416-16,1 1-96 0,1 1-16 0,-1-2 0 16,1 0-464-16,-1 0 0 0,1 0 0 0,0 0 0 15,-1 2-384 1,0-2-192-16,2 0-16 0,0 0-16 0,0 0-992 0,0-2-208 0,-2 4-48 0,1-2 0 0,-1 0 1472 0,1 1 384 15,-1 0 0-15,-1-1 0 0,1 2-128 0,-1-2 128 16,0 0 0-16,1 1 0 0,0 1 0 0,-1-2-128 16,2 2 128-16,-1-2 0 0,1 0 0 0,0 0 0 15,1 0 0-15,0 0 0 0,1-2-128 16,-1 2 128-16,1-2 0 0,0 1 0 0,-2-1 0 0,0 2 0 16,0-1-144-16,0 1 144 15,0-1 0-15,-1 1 0 0,0 0 0 0,-2 0 0 0,0 0 0 0,0 1-128 16,1 0 128-16,-2-1 0 0,-1 2 576 0,2 1 208 15,-1-1 48-15,0-1 32 0,0 2-528 0,0-2-96 0,2 2-32 16,-2 1 32-16,1-3-240 0,-1 1 144 0,-1 0-144 16,2-1 176-16,1 0 0 0,1-1 0 0,0 2 0 0,0-2 16 15,-1 0 352-15,0 1 64 0,2-1 16 0,0 2 32 16,-2-2-48-16,1 0-16 0,0 0 0 0,1 0 32 16,1 0-448-16,-1 0-176 15,0 0 128-15,0 0-128 0,-2 0 0 0,1 0 0 0,1 0-160 0,0 0 160 31,-1 0-1024-31,0 0-128 0,0 0-32 0,0 1 32 0,1 1-64 16,-1-2 0-16,-1 2 0 0,0-2 48 0,0 0 896 0,0 1 272 0,1 0-128 0,0-1 128 16,-1 0 0-16,0 0 0 0,0 2 0 0,1-2 0 15,1 0 0-15,0-2-128 0,1 2 128 0,0 0 0 16,-2-1 0-16,-1 1 0 0,0 0-128 0,0-1 128 16,0 1 608-16,1 0 144 0,0 0 16 0,-1 0 16 0,0 0-32 15,-1 0-16-15,1-2 0 0,-2 2 0 0,-1 0-80 16,1 0-16-16,0 0 0 0,1 0 0 0,-1-2-272 0,-1 2-64 15,3 0-16-15,-2 0 0 0,0 0 96 0,1 0 32 16,-1 0 0-16,0 0 0 0,1 2-112 0,-1-2-32 16,1 0 0-16,1 0 0 0,-2-2-272 0,0 2 0 15,2 0 0-15,-1 0 144 0,-2 2-144 0,2-2 0 16,-2 0-160-16,1 0 160 0,1 2 0 0,0-2 0 16,-1 0 0-16,1 0 0 0,-1 0 0 0,0 0 0 15,2-2 0-15,-1 2 160 0,0 0 288 0,0-2 48 16,1 1 16-16,0-2 0 0,0 1-96 0,0 2-16 15,1-1 0-15,-2 1 0 0,-1-1-16 0,1 1-16 0,1 0 0 16,0 0 32-16,0-2-160 0,0 2-48 0,0 0 0 0,-1 0 0 16,-1 0-192-16,2 2 144 0,-2-2-144 0,1 0 128 15,-1 1-128-15,0 0 0 0,1-1 0 0,0 2 0 32,1-1-800-32,-1 1-32 0,0-1-16 0,1 1-7328 0</inkml:trace>
  <inkml:trace contextRef="#ctx0" brushRef="#br0" timeOffset="29338.04">10536 6861 1839 0,'2'0'160'0,"-2"0"-160"0,1 0 0 0,-1 0 0 16,2 0 576-16,3 0 64 0,2 0 32 0,1 0 0 16,4 0-416-16,-1 0-96 0,-1 0-16 0,0 0 0 15,0 0-144-15,0 0 0 16,-2-3 0-16,-1 1 0 0</inkml:trace>
  <inkml:trace contextRef="#ctx0" brushRef="#br0" timeOffset="29437.01">10678 6863 4607 0,'3'0'192'0,"-2"-2"64"0,1 2-256 0,-1 0 0 0,1 0 0 0,-1 0 0 16,1-2 0-16,-2 1 0 0</inkml:trace>
  <inkml:trace contextRef="#ctx0" brushRef="#br0" timeOffset="30413.23">10519 6856 3679 0,'0'0'320'0,"0"-2"-320"0,1 2 0 0,-1 0 0 16,0 0 992-16,0-2 128 0,1 1 32 0,0-1 0 16,-1-1 512-16,1 0 96 0,1 0 32 0,-1-2 0 15,0 2-176-15,-1 1-16 0,1 0-16 16,-1-1 0-16,0 1-128 0,-1 0-32 0,0 1 0 0,0 1 0 15,0 0-624-15,-1 1-128 0,2-1-32 0,-2 2 0 16,0 0-400-16,0-1-96 0,0 1-16 0,0 0 0 16,1 0-128-16,-1 0 0 0,1 1 0 0,0 0 0 15,-1-1 0-15,1-1 0 0,0 0 0 0,0-1 0 16,-1 2 0-16,0-2 0 0,0 0 0 0,0 0 0 16,-1-2 0-16,0 2 0 0,0 0 0 0,0-1 0 0,0 0 0 0,-1 1 192 15,1 0-192-15,1 0 192 0,1-2 256 0,-1 2 48 16,0 0 16-16,2 0 0 0,-1 0 80 0,0 0 32 15,1-2 0-15,0 2 0 0,1 0-48 0,0-1-16 16,1 1 0-16,0-2 0 0,-1 1-112 0,2-1-32 16,1 1 0-16,0 0 0 0,0-1-32 0,2-1 0 15,-1 1 0-15,2-1 0 0,-1 1-192 0,2 0-32 16,0 2-16-16,1-3 0 0,0 3-144 0,0-2 0 16,0 2 0-16,1 0 0 0,0-2 0 0,-1 2 0 15,0-1 0-15,1 1 0 0,-3 0 0 0,1 0 0 16,-2 1 0-16,1-1 0 0,-2 2 0 0,0-2 0 0,-1 0 0 0,-1 2 0 31,0-1-944-31,-1 1-64 0,-1-1-16 0,-1 2-14640 0</inkml:trace>
  <inkml:trace contextRef="#ctx0" brushRef="#br0" timeOffset="31507.72">10688 6868 4607 0,'-3'-4'192'0,"0"1"64"0,1 1-256 0,0 1 0 0,1-1 0 0,1 2 0 16,-1 0 512-16,0-2 64 0,0-3 16 0,-1 2 0 15,-1-1 496-15,0-1 112 0,0 2 16 0,0-1 0 16,0 0 32-16,-1 3 16 0,1-1 0 0,0-1 0 15,0 3 48-15,-1-2 16 0,1 2 0 0,0 0 0 16,0 0-144-16,0 0-32 0,1 2 0 0,1-2 0 16,0 0-368-16,1 0-80 0,0 0 0 0,0 0-16 15,1 0-240-15,1-2-64 0,2 1 0 0,0 0 0 16,1-1 0-16,0-1 0 0,0 3 0 0,1-2 0 16,-1 1-80-16,0 1-32 0,0 1 0 0,-1 1 0 15,1 0-272-15,-2 2 0 0,1 0 128 0,-3 3-128 16,0-1 0-16,-1 2 0 0,-1-1 0 0,0 0 0 15,-3 0 0-15,0 0 0 0,-1 0 0 0,-2 0 0 0,2-1 0 0,-2 0 0 16,1-1 0-16,0-2 0 16,0 0 0-16,0-2 0 0,0-1 0 0,2 0 0 0,-1-2 128 0,0 0-128 15,3-3 0-15,-1 1 0 0,1-2 256 0,0 1 0 16,1-1 0-16,1 1 0 0,0 0 208 0,1-2 48 16,0 2 0-16,1-2 0 0,0 0-336 0,0 0-176 15,0 2 192-15,1-4-192 0,0 4 128 0,1-3-128 16,-1 2 0-16,1-1 0 0,0 4 0 0,0-2 0 0,0 1 0 15,1 1 0-15,0 2 0 0,-1 0 0 0,1 1 0 16,-1 2 0-16,1 0 144 0,-1 3-16 0,0 0-128 0,0 3 192 16,-1 0-192-16,0 2 128 0,-1 0-128 0,-2 0 0 15,0 1 0-15,0-1 0 0,-2 1 0 0,-1-1 0 16,-1-1 0-16,0-2 0 0,0 1 0 0,-1-1 0 16,1 2 0-16,-2-4 0 0,0 0 0 0,1-3 0 15,0 0 128-15,0-2-128 0,-1 0 0 0,1-2 0 16,0-2 0-16,0 1 128 0,2-2-128 0,-2-2 0 15,2 2 0-15,0-1 0 0,1 0 0 16,2-1 0-16,-1-2 128 0,0-1-128 0,2 1 0 0,0 2 144 0,1-1 32 16,0 0 0-16,2 2 0 0,0-1 0 0,0 2-48 0,2-1-128 15,-1 1 192-15,1 2-64 0,0 1-128 16,2 0 0-16,-2 2 0 0,1 2 0 0,-1-1 0 0,1 2 0 16,-1 2 0-16,1-1 0 0,-2 2 0 0,1-1 0 15,-6-5 0-15,0 0 0 0,0 0 0 0,0 0 0 16,0 0 0-16,14 44 0 0,-16-38 0 15,-3 0 0-15,1 2 0 0,-3-4 0 0,1 4 0 0,-3-4 0 16,1 3 0-16,0-4 0 0,-1 1 0 0,1-3 0 16,0 1 0-16,-1-4 0 0,2-1 0 0,0 1 0 15,1-5 0-15,0 2 0 0,2 0 0 0,-1-2 0 16,2 0 0-16,0 0 0 0,3-1 0 0,-1 0 0 0,1 0 0 0,1-2 0 31,1 1 0-31,2 2 0 0,1-3 0 0,0 3 0 0,2-1 0 0,-2 2 0 0,2 1 0 0,-2 3 0 31,2-3 0-31,-1 3 0 0,1 2 0 0,-1-2 0 0,1 4 0 0,-2 0 0 16,1 1 0-16,-1 1 0 0,-1 4 0 0,-1-2 0 16,-1 2 0-16,-2 1 0 0,-1 0-144 0,-1-1 144 15,-2 1 0-15,-1-2 0 0,-1 3 0 0,1-3 0 16,-3-1 0-16,1 0 0 0,0-1 0 0,1-1 0 16,1-1 0-16,1-1 0 0,0-2 0 0,1 0 0 15,2-3 0-15,0-1 0 0,2-1 0 0,2 0 0 0,0-1 0 16,1 0-16064-16</inkml:trace>
  <inkml:trace contextRef="#ctx0" brushRef="#br0" timeOffset="32016.5">10671 6902 1839 0,'0'-1'160'0,"-1"-1"-160"0,1 2 0 0,0 0 0 16,0 0 848-16,-1 0 144 0,1-1 32 0,-1 1 0 15,0-2 288-15,1 2 64 0,-1-1 16 0,1 0 0 16,0 1-16-16,0 0 0 0,1 1 0 0,-1 0 0 16,1 4-16-16,0 0 0 0,-1-1 0 0,1 4 0 15,0 1-624-15,0 0-128 0,1 1-32 0,-2 2 0 16,1 0-416-16,-1 0-160 0,0 0 0 0,1-1 144 16,-1 2-144-16,0 1 0 0,0 0 0 0,0 0-176 15,0-2 176-15,0 0 0 0,0 0-144 16,0-1 144-16,0-1-624 0,0-1-48 0</inkml:trace>
  <inkml:trace contextRef="#ctx0" brushRef="#br0" timeOffset="32205.32">10676 7340 6447 0,'-1'4'272'0,"1"-1"80"0,-1-1-352 0,1-1 0 15,0 1 0-15,0 0 0 0,-1-1 960 0,0 2 128 0,0 1 32 0,0 2 0 16,-1 4 160-16,1-1 16 0,-1 1 16 0,1 1 0 31,1-1-656-31,-1-1-128 0,1 1-16 0,0-1-16 0,0 1-288 0,0-1-48 0,1 1-16 0,-1-1 0 31,1-1-400-31,-1-1-64 0,0 2-32 0,0-1-4624 0,1 0-912 0</inkml:trace>
  <inkml:trace contextRef="#ctx0" brushRef="#br0" timeOffset="32362.74">10669 7638 3855 0,'0'5'0'0,"0"0"144"0,0-1-144 0,0 0 224 0,0 0-224 0,0-3 0 16,0 2 0-16,0 2 0 0,0 2 1216 0,-1 5 208 16,1-1 48-16,-1 0 0 0,1 0-384 0,-1-1-64 15,0-1 0-15,0-1-16 0,1-1-640 0,-1 1-128 16,0 0-32-16,1-1 0 0,0 1-208 0,0-2 0 16,0-1 0-16,0 0 0 0,1 2 0 0,-1-1 0 15,1 0 0-15,0 0 0 0,0 0-272 0,-1 1-48 0</inkml:trace>
  <inkml:trace contextRef="#ctx0" brushRef="#br0" timeOffset="32600.42">10670 7987 3743 0,'1'3'0'0,"-1"0"144"0,0 0-144 0,0-2 208 0,0 1-208 0,0-2 0 0,0 2 0 0,1 1 0 15,-1 1 1328-15,1 1 208 0,-1 2 64 0,1 0 0 16,-1 0 64-16,1 1 32 0,-1-2 0 0,0 2 0 15,0-1-224-15,0 0-32 0,1 1-16 0,0 0 0 16,0 0-592-16,0-1-128 0,0 0-32 0,0 0 0 0,0 0-480 0,0 0-192 16,-1 0 128-16,0-1-128 0,0 0 0 0,0 1 0 15,-1 0 0-15,1 1 0 0,0 1 0 0,-1-2 0 16,1 1 0-16,0-2 0 16,1 2-496-16,0-2 32 15</inkml:trace>
  <inkml:trace contextRef="#ctx0" brushRef="#br0" timeOffset="32870">10709 8456 2751 0,'0'3'256'0,"0"0"-256"0,0-1 0 0,0 0 0 16,0-2 720-16,0 2 112 15,0 3 0-15,0 2 16 0,0 3 320 0,1-1 64 0,-1 0 16 0,0-1 0 16,-1-1-544-16,1 2-128 0,-1-2 0 0,1 0-16 15,0 1 208-15,-1-1 32 0,0 2 16 0,0-2 0 16,0 1-48-16,1 1-16 0,-1-2 0 0,1 2 0 16,-1-1-448-16,1-2-96 0,0 2-16 0,0-1 0 15,0 0-192-15,0 0 0 0,1 0 0 0,0 1 0 16,1-2-544-16,0 2-48 0,0-1-16 0,0 2 0 16,-2-9-1024-16,0 0-208 0,5 31-32 15,-4-19-16-15,0 0 176 16,0 2 48-16</inkml:trace>
  <inkml:trace contextRef="#ctx0" brushRef="#br0" timeOffset="33186.43">10718 8848 3647 0,'0'0'320'0,"0"0"-320"15,0 0 0-15,0 2 0 0,-1 2 0 0,1 4 0 16,-1 1 0-16,0 3 0 0,0 2 832 0,1-2 144 0,0 0 48 0,0-3 32 16,0-1-592-16,1-4-112 15,1 1-32-15,-1 0 48 0,0-3-368 0,1 3 0 16,-2-2 0-16,1 1 0 0,-1 3 0 0,0-2 0 0,0 2-208 0,-1-1 208 16,1 0-144-16,-1 1 144 15,0 1-128-15,0 0 128 0,0 2 240 0,0-2 80 0,0 1 32 0,0-1 32 16,0 0 608-16,1-1 112 0,0 1 32 0,0-2 32 15,0 2-16-15,0-1 0 0,0-2 0 0,0 0 48 16,0 2-432-16,0-3-64 0,1 1-32 0,0 0 32 16,0 2-320-16,0-2-64 15,0 0 0-15,-1 2 16 0,1-1 0 0,0 3 0 0,-1-1 0 0,1 2 48 0,-1 1-128 16,0-1-32-16,0 0 0 0,0 1 32 16,-1-1-112-16,1-1-16 0,-1 1-128 0,1-3 240 0,-1 0-240 0,0 0 144 15,1-2-144-15,-1 0 128 0,0 2 160 16,1-5 32-16,-1 1 0 0,1 1 0 0,0-1-64 0,0-1 0 15,1-1 0-15,-1 0 0 16,1 1-256-16,0-2 0 0,0 1 0 0,0 1-144 31,0 1-960-31,1-1-192 0,-1 0-48 0,0 0 0 0,1 3-1296 0,-2-2-272 0</inkml:trace>
  <inkml:trace contextRef="#ctx0" brushRef="#br0" timeOffset="33474.97">10727 9393 3679 0,'-1'7'160'0,"1"-4"32"0,0-1-192 0,0 0 0 0,0-2 0 0,0 0 0 16,0 1 1088-16,0 3 160 0,0-2 32 0,0 3 16 15,0 0 432-15,0-3 64 0,0 3 32 0,0-3 0 16,0 3 80-16,0-4 16 0,0 1 0 0,0 2 0 16,0-1-384-16,0 0-80 0,-1 0-16 0,0 2 0 15,1-1-528-15,-1 0-96 16,0 3-32-16,0-3 0 0,1 1-368 0,-1 1-80 0,0-2-16 0,0 3 0 31,1-3-96-31,0 1-32 0,0-2 0 0,0 1 0 0,1-1-192 0,-1 1 0 16,0-1 0-16,1-2 0 15,-1 0 0-15,1 1 0 0,0-1 0 0,1 1 0 0,-1-2 0 0,0 2 0 16,-1-2 0-16,1 1 0 0,0 1-304 0,1-2 48 16,-1 0 16-16,0 2 0 15,0-2-1552-15,0 1-320 0,-1 0-64 0,1 2-9264 0</inkml:trace>
  <inkml:trace contextRef="#ctx0" brushRef="#br0" timeOffset="36562.44">10770 9630 1839 0,'2'-5'160'0,"-1"3"-160"0,0-1 0 0,0 1 0 31,-1 1 880-31,0 0 144 0,0 1 16 0,1-2 16 0,0 0 384 0,0-1 80 0,-1 0 16 0,1 2 0 16,-1 0 48-16,0-1 16 0,-1 2 0 0,0-2 0 16,1 4-160-16,-2 0-32 0,0-1 0 0,-1 2 0 15,0 3-432-15,0 0-80 0,-1 4-32 0,-2 2 0 16,1 1-48-16,-3 2-16 16,1 0 0-16,-2 4 0 0,-2 2-336 0,0 0-64 0,1-1-16 0,-1 0 0 15,1 0-64-15,-2-1 0 0,1 2-16 0,0-5 0 0,2 1-160 16,2-3-16-16,1-2-128 0,1-3 192 0,3 1-192 15,-1-3 0-15,1 0 128 0,2-2-128 0,0 0 0 0,1-4 0 16,1 0 0-16,0-1 0 16,0 0-336-16,1-2 32 0,1-3 16 0,2-1-8672 15,-1 0-1728-15</inkml:trace>
  <inkml:trace contextRef="#ctx0" brushRef="#br0" timeOffset="36816.18">10757 9672 6447 0,'0'-4'576'0,"0"0"-576"0,1 1 0 0,-1 3 0 32,0 0 1648-32,-1-3 208 0,1 1 64 0,-1-3 0 0,-1 0 256 0,0 1 48 0,0 0 16 0,-2 1 0 31,-1 3-912-31,1 0-176 0,-1 2-48 0,-1 1 0 16,0 0-656-16,-1 1-128 0,-2 1-16 0,0-1-16 15,0 3-288-15,-2-1 160 0,0 0-160 0,0 1 128 16,0 0-128-16,0-2 0 0,2 2 144 0,0-2-144 15,2 0 0-15,0 0 0 0,3-2 0 0,1 0 128 16,2-2-128-16,2-1 0 0,2 0 0 0,2-1 0 16,3-2-320-16,1-1-144 0,2-3-32 0,3 3-10992 15</inkml:trace>
  <inkml:trace contextRef="#ctx0" brushRef="#br0" timeOffset="36975.21">10811 9605 7775 0,'11'-8'160'0,"-5"3"32"0,-4 4 16 0,-1 0 32 0,0 1-240 0,-1 0 0 16,1 0 0-16,2-2 0 0,-1 2 2752 0,0 2 512 15,-2 2 112-15,-2 4 16 0,-2 1-848 0,-1 1-176 16,-1 4-16-16,0-2-16 0,0 2-864 0,0 0-160 16,3-2-32-16,-1 0-16 0,2-1-560 0,1-1-96 15,1-2-32-15,2-2 0 0,0 0-448 0,2-1-128 16,-1-2 0-16,1 2-10368 0,0-2-2080 0</inkml:trace>
  <inkml:trace contextRef="#ctx0" brushRef="#br0" timeOffset="37578.78">10649 9834 5519 0,'0'-4'240'16,"0"1"64"-16,0 1-304 0,0 1 0 0,0 1 0 0,0-2 0 0,1 2 1488 0,-1 0 240 15,1-1 64-15,-1 0 0 0,1 1 784 0,1-2 176 16,-1 4 16-16,0-1 16 0,-1 2-816 0,0 0-176 16,0 2-16-16,0 1-16 0,-1 0-1024 0,0 0-208 15,-1 4-32-15,0-3-16 0,0 2-288 0,-2 1-64 16,-1 2-128-16,1-2 192 0,-2 2-192 0,0 0 0 0,-1 1 0 0,0-1 0 15,0 0 0-15,0 0 0 0,-1-2 0 0,1 3 0 16,0-3 0-16,-1 2 0 0,0-2 128 16,-1 1-128-16,1-1 128 0,0 1 0 0,-1-1-128 0,1 0 192 15,1-3-64-15,-1 1 0 0,3-2-128 0,-1-1 192 16,1-1-192-16,1 1 176 0,0-4-176 0,1 1 160 16,1 0-160-16,1-2 0 0,1 0 0 0,0-2 128 15,0 0-128-15,2 1 0 0,0-3 0 0,2 1 0 0,1-2 0 16,0 0 0-16,3 1 0 0,-1-1 0 0,0 1 0 0,1 1 0 15,0-1 0-15,1 1 0 0,0 0 0 0,1 1 0 16,0 1 0-16,2 0 0 0,1-1 0 16,2 1 240-16,2-1-48 0,0-1 0 0,2 1 32 0,1-2 0 0,3-4 0 15,3 2 0-15,3 0-16 0,0 0 0 0,2-2 0 0,1 1 0 16,0 0 80-16,0 0 16 16,0 2 0-16,1 1 0 0,-2 1-112 0,-2-2 0 0,-1 3-16 0,-6 0 0 15,-1-1 48-15,-6 3 16 16,-2 1 0-16,-2 3 0 0,-11-4-64 0,0 0-16 0,0 0 0 0,0 0 0 15,2 40 48-15,-12-26 16 0,-4 1 0 0,-1 1 0 16,-1 1-224-16,0-1 176 0,1-1-176 0,-1 1 160 16,2 1-160-16,-2-3 0 0,1 0 0 0,2 0 0 15,3-4-208-15,0 2-128 0</inkml:trace>
  <inkml:trace contextRef="#ctx0" brushRef="#br0" timeOffset="39835.99">11330 10208 10127 0,'3'-2'896'0,"0"1"-704"16,-1 0-192-16,-1 1 0 0,0 0 1136 0,1-2 192 0,1-1 32 0,3 0 16 15,1-1 672-15,0-3 144 0,0 1 32 0,-1 0 0 16,-1 1-112-16,-1 3 0 0,-2-3-16 0,-1 2 0 15,-1 1-816-15,0 0-176 16,-1-2-16-16,-1 1-16 0,-1 3-496 0,-2-2-80 0,-1 2-32 0,-2 2 0 16,-2 0-224-16,-2 1-48 0,0-1-16 0,-1 5 0 15,-2 0-176-15,0 1 0 0,1 3 144 0,-2 1-144 16,2 0 0-16,1 2 0 0,3 0 0 0,1 1 0 16,0 1 0-16,3-1 0 0,0 3 0 0,1-3 0 15,3-1 0-15,1-2 0 0,1-2 0 0,1-1 0 16,1 0 0-16,2-1 176 0,2-2-176 0,-1-1 192 0,1-2-192 0,1-1 128 15,2-2-128-15,0-2 128 0,1-1-128 0,1-2 0 16,1 1 144-16,0-3-144 0,2 0 0 0,-1-1 0 16,2-1 0-16,-1 0 0 0,-1 1 0 0,1-2-288 15,1-1 48-15,-2 1 16 16,0 1-2320-16,-2-1-464 0,0 1-80 0,-2 2-10176 0</inkml:trace>
  <inkml:trace contextRef="#ctx0" brushRef="#br0" timeOffset="40197.21">11454 10237 5519 0,'-2'0'240'0,"-1"-2"64"0,1 1-304 0,0 1 0 0,1 0 0 16,1 0 0-16,0 0 1376 0,-1-2 224 0,0 2 32 0,0-2 16 16,0 0 784-16,0 0 144 0,1 1 48 0,1-1 0 15,1 0-576-15,-1-1-128 0,2 3 0 0,1-2-16 16,0-1-784-16,-1 3-160 0,2-2-16 16,-1 2-16-16,1 0-480 0,0 0-112 15,0 0-16-15,0 0 0 0,0 2-192 0,-1 1-128 0,0-1 128 0,0 0-128 16,-2 3 0-16,1-2 0 0,-1 3 0 0,0 0 128 15,-1 1-128-15,-1 2 0 0,0-2 0 0,-2 0 0 16,0 3 0-16,-1-1 0 0,1-2 0 0,-2 1 0 16,-1-1 0-16,1 2 0 0,0-4 0 0,-1 2 0 0,1-3 0 15,0-1 0-15,0 0 0 0,1-1 0 16,0 0 304-16,1-2 32 0,0 0 16 0,0 0 0 0,1-1 160 0,0 0 48 16,2-2 0-16,0-2 0 0,1 1-192 0,1-4-48 15,1 2 0-15,2-2 0 0,1-1-128 0,0-2-16 16,1 3-16-16,1-4 0 0,0 0-160 0,1 0 0 15,1 0 0-15,-1 3 0 0,-1 0 0 0,0-1 0 16,-1 3 0-16,1 0 0 0,-2 0 0 0,1 2 0 16,-2 0 0-16,1 1 0 0,-2 1-192 0,0 1 16 15,-1 2 16-15,0 0-10848 16,-1 0-2160-16</inkml:trace>
  <inkml:trace contextRef="#ctx0" brushRef="#br0" timeOffset="40734.78">11690 10251 10127 0,'3'-2'448'15,"-1"-1"96"-15,0 1-544 0,0 1 0 0,-1 0 0 0,0 1 0 0,0-3 1504 0,1 1 192 16,2-1 32-16,-1-1 16 0,2-1 176 0,-2 1 16 31,0 1 16-31,-2 1 0 0,1 0-1088 0,-2 1-224 0,0 1-32 0,-1 0-16 16,0 0-368-16,-1 3-80 0,-2-1-16 0,0 0 0 16,1 3 0-16,-2 0 0 0,-2-1 0 0,2 4 0 0,-1-1 176 0,0 1 16 15,0 1 16-15,1 0 0 0,-2 0 96 0,2 1 16 16,0-1 0-16,0-1 0 0,3 1-80 15,0-2-16-15,1-1 0 0,1-2 0 0,1 1 128 0,1-1 32 16,1-2 0-16,1 1 0 0,0-3-304 0,1 0-48 0,1-2-16 0,-1 1 0 16,2-2-16-16,0-1 0 0,1 0 0 15,0-1 0 1,-1 0-128-16,1-1 0 0,-1 0 0 0,1-1 128 0,-2 0-128 0,1 0 0 0,-2-3 0 0,0 3 0 16,0-1 0-16,-2 0 0 15,1 3 0-15,-1-2 0 0,-1 2 0 0,-1-2 0 0,-1 1 0 0,0-2 0 16,0 3-128-16,-1 0 128 0,-1 0 0 0,-2 1 0 15,1 2 0-15,-1-1 0 16,-2 1 0-16,0 1 0 0,-1 2 0 0,0 1 0 0,-1-1 0 0,0 3 0 16,0-2 0-16,2 1 0 0,-1 2 0 0,1-1 0 15,1 3 0-15,2-4 0 0,1 1 0 0,0 1 0 0,1-3 0 0,1 2 0 16,0-1 0-16,1-2 0 16,1 1-736-16,0-2-32 0</inkml:trace>
  <inkml:trace contextRef="#ctx0" brushRef="#br0" timeOffset="41316.01">11971 10206 8287 0,'3'-2'368'0,"-1"-2"80"16,0 3-448-16,-2-1 0 0,1 1 0 0,0 1 0 0,-1 0 1248 0,1 0 160 16,0-2 48-16,0 2 0 0,0-1 368 0,-2 1 80 15,0 0 16-15,-1 1 0 0,0 1-464 0,-2 1-96 16,-1 0-16-16,0 0 0 0,-2 0-336 0,0 2-80 16,0-2-16-16,0-1 0 0,-1 3 32 0,0 0 0 15,1-1 0-15,-2 1 0 0,3-2-208 0,-1 1-32 16,3-1-16-16,0 1 0 0,1-1-176 0,2-1-48 15,1 0 0-15,0 0 0 0,2 1-272 0,0 0-64 16,0-1-128-16,1 0 192 0,-1 3-192 0,2-3 0 16,0 1 0-16,0 1 0 0,1-1 0 0,0 2 0 15,0-1 0-15,0 1 0 0,-1-2 0 0,0 1 0 0,0 1 0 0,1-3 0 16,-2 3-128-16,1-3 128 16,-1 1 0-16,0-1 0 0,-2 1 0 0,0-1-128 0,0-1 128 0,-1 0 0 15,-1-1 0-15,0 2 0 0,-1-1 0 0,-2 1 0 16,0-2 0-16,0 2 0 0,-1 1 0 0,-2-2 0 15,0 0 0-15,-1 1 0 0,-1-2 0 0,1 3 0 16,1-3 0-16,-1 2 0 0,2-2 0 0,0 1 0 16,2-1 0-16,1 0 0 0,0 2 0 0,2-2 0 31,1 0-576-31,2 0-144 0</inkml:trace>
  <inkml:trace contextRef="#ctx0" brushRef="#br0" timeOffset="43541.32">12198 10232 5519 0,'1'-2'496'0,"-1"0"-496"0,1 2 0 0,-1 0 0 15,0-2 1072-15,1 1 112 0,-1 1 32 0,1-2 0 16,0-1 496-16,-1 1 96 0,0-2 32 0,-1 3 0 16,0 1-432-16,-2-2-96 0,0 4-16 0,0-2 0 15,-1 3-528-15,-1-1-128 0,-1 0 0 0,-1 1-16 16,1 0-80-16,-1 1-16 0,0 0 0 0,0-1 0 15,-1 2-80-15,1-1-32 0,-1 1 0 0,1 0 0 16,0-1 48-16,1-1 16 0,1 0 0 0,1 1 0 0,-1-2-64 0,0 1-16 16,3 2 0-16,-1-3 0 0,1-2-144 0,1 2-16 15,1-1-16-15,0-1 0 0,0 2-224 0,0-2 0 16,1 0 128-16,-1 0-128 0,1 0 0 0,0 2 0 16,1-2 0-16,0 0 0 0,-1 0 0 0,2 0 0 15,0 0 0-15,1 0 0 0,0 0 0 0,1 0 0 16,1 0 0-16,0 0 0 0,0 1 0 0,0 3 0 0,0-2 0 0,-6-2 0 15,0 0 0-15,0 0 0 0,0 0 0 0,0 0 0 16,31 38 0-16,-31-38 0 0,0 0 0 0,0 0 0 16,0 0 256-16,0 0-64 0,7 38 0 0,-9-33 0 15,0 0 64-15,-1-2 0 16,-1 0 0-16,0 1 0 0,-1 0 112 0,-1-2 16 0,-1 0 16 0,0 1 0 16,-1-1-80-16,1-1-32 0,-1 1 0 0,-1-2 0 0,1 0-288 0,0 0 160 15,1 0-160-15,1-2 128 0,-1 1-128 0,2 1 0 16,2 0 0-16,0-2 0 0,1 2 0 0,1 0 0 15,2-2-176-15,0 2 176 16,2-1-816-16,1 1-80 0</inkml:trace>
  <inkml:trace contextRef="#ctx0" brushRef="#br0" timeOffset="44301.28">12327 10277 5711 0,'1'-2'256'0,"-1"0"48"0,0 1-304 0,0 1 0 0,0 0 0 0,0 0 0 16,0 1 896-16,-1-1 128 0,0 2 32 0,0 0 32 16,-1 3 160-16,0-2 32 0,-1 2 16 0,-1 1 32 15,1 1 64-15,1 0 16 0,-3 3 0 0,0 0 16 16,1-1-192-16,-1 3-32 15,0-3-16-15,1 2 32 0,1 0-192 0,1-4-48 16,0 2 0-16,2-2 32 0,2-2-528 0,0 0-96 0,1-3-32 0,1 1 32 0,-1-3-384 0,3 0 128 16,0-3-128-16,1-1 0 0,-1 1 192 15,1-1-64-15,0-2-128 0,1 2 224 16,-1-5-96-16,1 2-128 0,0-1 176 0,-1 1-48 0,1-2-128 0,-3 1-144 16,2-1 144-16,-3 0-192 0,1 1 64 0,-3-1 0 15,0 0 0-15,-2 1 128 0,-2-1-160 16,-1 4 160-16,-2-2-128 0,0 1 128 0,-2 1 0 0,1 2 0 15,-1 2 0-15,0 1 0 16,-1 1 0-16,-1 1 160 0,1 1-32 0,0 1-128 0,1 1 512 0,1 2 0 0,0-2 0 16,0 2 0-16,3-2-160 0,-1 2-32 0,1-3-16 0,2 1 0 15,1 0-48-15,1-1-16 0,1-1 0 0,1 0 0 16,2-1-240-16,0-2 144 0,1 1-144 0,0-2 128 31,2 1-128-31,0-2 128 0,2-1-128 0,0-2 128 0,1 3-128 0,0-3 0 0,0-2 0 0,0 3 0 16,0-1-144-16,-1 1 144 0,1-2-192 0,0 1 192 31,-1 1-832-31,-1-3-48 0,0 3-16 0,-1-1 0 0,-2 1 240 0,0 2 32 16,-3 0 16-16,0-2 0 0,-1 3 464 0,-1-1 144 15,-1 2 0-15,-1 0 0 16,0 0 0-16,0 0 0 0,-1 2 0 0,1-1 0 0,-1 3 176 0,-1-2-16 16,1 3 0-16,0 0 0 0,0-1 288 0,0 4 64 15,2-1 16-15,-1 0 0 0,1 2 144 0,0-9 32 16,0 0 0-16,0 0 0 0,0 0-144 0,6 41-32 15,-6-41 0-15,0 0 0 0,0 0-192 0,0 0-32 16,0 0-16-16,0 0 0 0,0 0-80 0,0 0-16 16,33 33 0-16,-30-33 0 0,1 0-16 0,-1-2-16 15,1 1 0-15,0-1 0 0,0 0 32 0,0-2 0 16,2 0 0-16,-1 0 0 0,0-1 0 0,1-2 0 16,0 0 0-16,1-2 0 0,0-1-16 0,0-2 0 15,1 2 0-15,-1-3 0 0,1 1 0 0,-2-1 0 0,2 2 0 16,-4 2 0-16,0 1-176 0,-1 2 0 0,1-2 144 0,-3 3-144 15,2 0 0-15,-2 2 0 0,0 2 0 0,-2 1 0 32,0 0-320-32,-1 4-96 0,1-1-16 0,-2 4-10944 0,1 0-2192 0</inkml:trace>
  <inkml:trace contextRef="#ctx0" brushRef="#br0" timeOffset="44663.32">12653 10310 3679 0,'2'0'320'0,"-1"0"-320"0,1-2 0 0,0 2 0 15,-1 0 2400-15,0 0 416 0,0 2 64 0,2-2 32 0,0 0 592 16,3 1 112-16,0 1 32 0,0-2 0 0,1 2-1152 0,2-2-208 16,-2 0-48-16,1 0-16 15,0 0-1104-15,0-2-224 0,2 0-32 0,-1-1-16 0,0 1-496 0,0-3-96 16,2 0-32-16,-2-1 0 0,0 0-224 0,-1 2 144 16,-1-4-144-16,-1 2 128 0,-3 0-128 0,1 0 0 15,-2-2 0-15,-2 2 0 0,0 0 0 0,-3 2 0 16,0 0 0-16,-3 1 0 0,-1 0 0 0,-1 1 0 15,-2 2 0-15,-1 0 0 0,-1 2 0 0,0 3 0 16,-2 0 0-16,2 0 0 0,0 3 0 0,1 0 0 16,3 1 0-16,-2 1 0 0,2 0 0 0,2 2 0 0,0 0 0 15,2 0 0-15,0 0 0 0,1-1 0 0,1-2 0 0,2 1 0 16,2-2 0-16,-2-8 192 0,0 0-32 0,0 0 0 16,0 0 128-16,36 28 32 0,-23-26 0 15,-1-2 0-15,2-2-160 0,0-1-32 0,1 0 0 0,0-1 0 16,1-1-128-16,-2-2 0 0,0 2 0 0,-1-2 0 15,0 1 0-15,-1 0-192 0,-1 2 0 0,-1-4-12000 16,0 4-2400-16</inkml:trace>
  <inkml:trace contextRef="#ctx0" brushRef="#br0" timeOffset="44974.33">12921 10289 5519 0,'-1'0'496'15,"1"0"-496"-15,0 0 0 0,0 0 0 0,1 0 1856 0,-1 0 256 16,1-2 64-16,1 2 16 0,-1-3 736 0,3 1 144 15,0 0 16-15,1-3 16 0,1 2-1328 0,-1 0-272 16,2 0-48-16,-1 0-16 0,1 0-800 0,-1 1-176 16,0 2-16-16,0 0-16 0,1 0-272 0,-1 3-160 15,-6-3 192-15,0 0-192 0,0 0 192 0,0 0-64 16,0 0 0-16,21 47-128 0,-21-47 224 0,0 0-64 16,0 34-16-16,-3-25 0 0,1 0-144 0,0 1 192 15,-1-1-192-15,-1-3 192 0,0 1 80 0,1-1 32 0,-2-3 0 16,1 1 0-16,0-3 464 0,2 1 112 0,-1-2 16 0,2-3 0 15,0-2-96-15,1 1-16 0,1-3 0 0,1 0 0 16,2-4-272-16,0 0-48 0,4-1-16 0,-1 0 0 16,2-2-160-16,2 0-32 0,2 0-16 0,0-2 0 15,2 1-240-15,1 1 0 0,-1-1 0 0,1 1 0 16,1 0 0-16,2 2-240 0,-2 1 48 0,1 3-18560 16</inkml:trace>
  <inkml:trace contextRef="#ctx0" brushRef="#br0" timeOffset="46476.38">13533 10545 5151 0,'9'-17'0'0,"-3"4"0"16,-4 8 0-16,-1 2 0 0,-1 1 0 0,2-4 0 15,4-7 0-15,2-11 0 0</inkml:trace>
  <inkml:trace contextRef="#ctx0" brushRef="#br0" timeOffset="46761.01">13648 10206 3679 0,'2'-13'320'0,"-1"8"-320"0,0 4 0 0,-1 1 0 15,0-2 2240-15,0 2 384 0,1-5 80 0,2-2 16 16,1 0-352-16,0-3-64 0,-2 1 0 0,2-1-16 16,-1 3-48-16,-1 1-16 0,0 1 0 0,-2 2 0 15,1 1-752-15,-1 0-160 0,-1 4-32 0,0-1 0 16,-2 2-656-16,-1 3-144 0,-1 5-32 0,-3 1 0 16,0 2-224-16,-1 3-48 0,-3 4-16 0,1 1 0 15,-1 3-160-15,-1 1 128 0,1 0-128 0,0-3 128 0,0 0-128 16,2-4 192-16,2 0-192 0,0-5 192 0,3-2 32 0,1-2 16 15,1-2 0-15,0 0 0 0,1-1-112 0,1-2 0 16,1-3-128-16,0 1 192 0,0-1-192 0,2 0 0 16,-1-2 0-16,0 0 0 15,1 0 0-15,-1 0 0 0,2-2 0 0,-1 0 0 0,-1-1-128 0,2 3 128 16,0-4-192-16,-1 1 192 16,1 0-1792-16,-1-3-256 0,0 0-64 0,0 0 0 15,1-2-1088-15,0 1-208 0,-1-1-48 0,-1-1-16 16,1 3 976-16,0-2 192 0,0 1 32 0,0 2 16 15,-1-1 976-15,0 1 192 0</inkml:trace>
  <inkml:trace contextRef="#ctx0" brushRef="#br0" timeOffset="47250.27">13622 10156 7359 0,'-2'-2'656'0,"0"2"-528"16,2-2-128-16,0 2 0 0,1-2 1008 0,-1 1 160 15,0-1 48-15,0-1 0 0,1-1-80 0,1-3-16 16,1 2 0-16,1-2 0 0,2 1-352 0,1 0-64 16,2 1 0-16,-1 1-16 0,1 1-384 0,1-2-80 15,2 3-16-15,1 0 0 16,-1 0 768-16,1 2 160 0,0 0 16 0,0 2 16 16,-13-2-112-16,0 0-32 0,0 0 0 0,43 18 0 0,-36-13-256 0,-2-1-48 0,-5-4-16 0,0 0 0 31,0 0-128-31,0 0-16 0,0 0-16 0,0 0 0 0,9 43-112 15,-13-35-32-15,-3 1 0 0,-2-2 0 0,-2 3-208 0,-2-2-64 0,-2 0 0 0,-1 0 0 16,0-1-128-16,-2-2 0 0,0-1 0 0,2-2 128 16,-1-1-128-16,2 1 0 15,1-4 0-15,1 1 128 0,3-1-128 0,1 2 0 0,1-2 0 0,3 0 0 0,1 2 0 16,2-3 0-16,1 1 0 0,2 2 0 0,2-3 0 0,2 1 0 16,1 2-128-16,3-4 128 15,1 3-768 1,1-3-64-16,2 3-32 0,2-1-13072 0</inkml:trace>
  <inkml:trace contextRef="#ctx0" brushRef="#br0" timeOffset="47919.53">13874 10192 6159 0,'2'-2'128'0,"-1"-1"16"0,0 1 16 0,0 0 32 0,0 1-192 0,1 1 0 0,-1-3 0 0,3-1 0 15,1-3 1984-15,0 1 368 16,0 0 64-1,0 2 16-15,-2-1 64 0,-1 3 32 0,0 1 0 0,-1 1 0 16,-1 3-768-16,-1-1-160 0,-1 3-16 0,-1 2-16 16,0 0-608-16,-1 1-112 0,-1 1-16 0,0 2-16 15,-1 1-400-15,0-2-80 0,0 2-16 0,1-2 0 16,2 1 32-16,-1-2 0 0,2-1 0 0,1-4 0 16,2 1-32-16,0-2-16 0,2-1 0 0,0-2 0 0,0 0-176 0,3-2-128 15,0-1 192-15,0-1-192 0,2-1 192 0,1 0-192 16,1-2 192-16,0 0-192 0,1 0 128 0,-1-1-128 15,1 0 0-15,-1 0 0 16,-1 3 0-16,0-2 0 0,-1 3 0 0,-1-2 0 0,-1 2 0 0,-2-1 0 16,1 0 0-16,-2 1 0 0,-2 1 0 0,0-2 0 0,-1 2 0 0,-1 0 0 15,0-3 0-15,-2 2 0 0,0 0 0 0,-2-1 0 16,-1 0 0-16,0 1 0 0,-1 0 0 0,0 2 0 16,-3 0 0-16,0 0 0 0,-1 2 128 0,0 0-128 15,2 2 0-15,-1 0 0 0,1 0 0 0,1 3 0 16,0 0 0-16,3 0 0 0,0 2 128 0,2-3-128 15,2 2 256-15,1 0 0 0,1-1 0 0,0-1 0 16,3-1-112-16,1 0-16 0,1-1-128 0,3-1 192 16,-1-1-192-16,2-1 176 0,1 1-176 0,0-2 160 15,1-1-32-15,0 0 0 0,1 2 0 16,-1-2 0-16,0 1-128 0,-1-1 0 0,1 1 0 0,-1 1 0 0,0 0 0 0,-1-1 0 16,0 0 0-16,0 1 0 0,-1-1 0 0,-1 1 0 15,0 0 0-15,-1 0 0 0,0 1 0 0,-2-2 0 16,1 2 0-16,-2 0 0 0,-1 0 0 0,0 0 0 15,0 0 0-15,-2 0 0 0,1 2 0 0,-1 0 0 16,-1 1 0-16,0 0 0 0,0 1 0 0,-1 1 0 16,0 0 0-16,-1 0 0 0,-1 2 0 0,1-1 0 15,-1 2 0-15,0 1 0 0,0-2 0 0,-2 3 0 16,2-1 128-16,-2-2-128 0,0 4 0 0,2-2 0 16,-1 0 0-16,0 0 0 0,0-1 144 0,3-2-144 15,-1 0 160-15,0-2-160 0,1-1 128 0,0 1-128 0,2-3 0 0,0 1 144 16,1-2-144-1,0-3 0-15,0 1 0 0,1-1 0 16,1-1-592-16,0-1-160 0</inkml:trace>
  <inkml:trace contextRef="#ctx0" brushRef="#br0" timeOffset="48093.93">14146 10019 19343 0,'0'-6'848'0,"0"2"192"16,0 0-832-16,0 3-208 0,0 1 0 0,0 0 0 15,0 0 2128-15,0-2 384 0,1 2 80 0,1 2 16 16,-1-1-256-16,1 1-48 0,2 1-16 0,-1 1 0 0,1-1-1328 16,0 1-272-16,0 1-48 0,0-3-16 15,1 3-464-15,0 1-160 0,-5-6 0 0,0 0 144 0,0 0-272 0,0 0-64 16,0 0-16-16,26 37-17104 16</inkml:trace>
  <inkml:trace contextRef="#ctx0" brushRef="#br0" timeOffset="48567.12">14309 10141 10415 0,'2'-4'224'0,"-1"2"48"0,1-1 16 0,-1 1 16 0,0 2-304 0,-1 0 0 0,0 0 0 0,0-1 0 0,1 0 2592 0,0 1 464 0,0 0 80 0,0 1 32 16,-2 2-1152-16,0 2-224 15,-1 2-64-15,0 1 0 0,-1 1-896 0,-1 1-176 0,1 2-32 0,-1 1-16 16,-2-1-320-16,2 1-64 0,-2 0-16 0,1-3 0 15,2 0 128 1,-1-3 32-16,1 1 0 0,1-4 0 16,1 0 128-16,0-1 16 0,1-3 16 0,0 0 0 0,0-2 48 0,1 1 0 15,1-4 0-15,1 1 0 0,0-1-288 0,1-2-48 16,0 0-16-16,1 0 0 0,-1-1-224 0,2 0 0 16,0 0 0-16,1-2 0 0,-1 1 0 0,1 2 0 15,-1-3 0-15,0 3 0 0,0-1 0 0,0-1 0 16,1 3 0-16,-2-2 0 0,2 2 0 0,-2 1 0 15,2 0 0-15,0 0 0 0,1-2 0 0,-1 2 0 16,1 0 0-16,1 1 0 0,-2 0 0 0,0 1 0 16,-2 1 0-16,1 1 0 0,-3 2 0 0,0 1 0 15,0 3 0-15,-1-1 0 0,-1 3 192 0,-1 0-48 16,0 1-16-16,-2 1 0 0,-1 3 80 0,0 0 16 0,0 2 0 16,-1 0 0-16,0-1-80 0,0 0-16 0,4-13 0 15,-5 26 0-15,2-16-128 0,3-10 160 0,0 0-160 0,0 0 160 16,-1 28-160-16,2-23 0 0,2-5 0 0,-1 2 0 15,1-2 0-15,-1-2 0 0,2 2 0 0,1-5 0 16,0 0 0-16,1 1 0 0,1-4 0 0,1-1 0 31,0 0-1248-31,0 1-176 0,1-1-48 0,0 0-14400 0</inkml:trace>
  <inkml:trace contextRef="#ctx0" brushRef="#br0" timeOffset="48886.66">14623 10026 14735 0,'4'-10'640'0,"-2"3"160"0,0 2-640 0,-1 2-160 0,0 2 0 0,-1 1 0 0,1 0 1904 0,-1-2 336 15,1 2 80-15,-1 0 16 0,0 3 272 0,-2 3 48 16,-1 1 16-16,-2 5 0 0,1-2-1104 0,-1 4-224 16,-1 0-32-16,1 0-16 0,-1 0-656 15,1 1-128-15,-1 1-16 0,2 1-16 0,-2-1-224 0,1-2-32 16,1 3-16-16,0-4 0 0,1 0-208 0,0 0 0 16,3-13 0-16,0 0 0 0,-3 32 0 0,3-22 0 15,0-10 0-15,0 0 0 0,0 0 0 0,0 0 0 16,0 0 0-16,0 0 0 0,0 0 0 0,0 0 0 15,35 16 0-15,-28-18 0 0,0-3 0 0,0 0 0 16,2 1 0-16,-2-1 0 0,2-1 0 0,-1 0 0 16,0-1 0-16,0 2 0 0,-1-2 0 0,-1 1-128 0,0 0 128 0,-1 0-208 31,-2 1-608-31,0 1-112 0,-1-1-32 0,-1 1 0 16,-1 0-960-16,-2 0-208 0,-1 1-48 0,1 0 0 15,-2-1-704-15,0 1-160 0,0-1-32 0,-1 0 0 0,-1-1 384 0,1 0 64 16,-1 2 0-16,-2-4-896 15,-3 0-176-15</inkml:trace>
  <inkml:trace contextRef="#ctx0" brushRef="#br0" timeOffset="49015.42">14539 10124 4031 0,'0'0'352'16,"0"0"-352"-16,-1 0 0 0,0 2 0 0,-2-2 2256 0,1 2 384 16,-3 0 80-16,-1 0 16 0,2 1 656 0,1-1 128 15,2 1 16-15,3-3 16 0,2 0-624 0,1-2-128 16,4 0-32-16,4-2 0 16,3-2-1344-16,2-1-272 0,2 2-48 0,2-5-16 15,1 4-704-15,0-2-128 0,0 3-48 0,-1 0 0 0,-1 2-208 16,-2 2 0-16,-1 1 0 0,-18 0-18304 15</inkml:trace>
  <inkml:trace contextRef="#ctx0" brushRef="#br0" timeOffset="62803.11">15826 9055 6447 0,'4'-3'576'0,"-1"0"-576"15,0 1 0-15,-2 0 0 0,0 1 384 0,1-1-16 16,2 0-16-16,1-5 0 0,2 2 112 0,0-3 32 15,2-1 0-15,-1 1 0 0,-2 2 496 0,-2 1 96 16,-1 3 32-16,-1-2 0 0,-1 3-64 0,-1 1-16 16,-1 1 0-16,0 1 0 0,-1 0-176 0,-1 0-32 15,0 1-16-15,-3 2 0 0,-2 1-176 0,-2 2-16 0,-1-1-16 0,-1 2 0 16,-2 3-48-16,-2 0-16 0,-4 4 0 0,-1 1 0 16,-3 2-176-16,-3 1-48 0,-2 3 0 15,-3 3 0-15,-2 0 0 0,-1 2-16 0,-3-1 0 0,0-1 0 16,1-3-128-16,4-2-32 0,3-1 0 0,3-4 0 15,2 3-144-15,3-4 0 0,3-1 0 0,4 0 128 16,3-4-128-16,4-2 0 0,1 0 0 0,5-4 0 16,1-1-656-16,2-1-64 0</inkml:trace>
  <inkml:trace contextRef="#ctx0" brushRef="#br0" timeOffset="63166.16">15506 9175 1839 0,'3'-3'160'0,"-2"1"-160"0,0 2 0 16,-1 0 0-16,-1 0 992 0,1 0 160 15,0 0 48-15,-1 0 0 0,0 0 160 0,-1 0 48 0,0 2 0 0,-2 1 0 16,0 0-208-16,-1 2-48 0,-2-1 0 0,0 3 0 15,-1-2 96-15,0 4 16 0,0-2 0 0,-4 2 0 16,2 3 48-16,-2 0 16 0,0 2 0 16,-2-1 0-16,1 3-416 0,-3 1-80 0,1-1 0 0,-3 4-16 15,-1 1-272-15,-1 1-48 0,3-2-16 0,0-1 0 16,2 0-144-16,1-2-16 0,3-1-16 0,3-4 0 0,3-2-48 16,2-1 0-16,2-2 0 0,3-2 0 0,2-3-96 0,2-4-32 15,3 0 0-15,2-2 0 16,4-4-128-16,2-1 192 0,3-1-192 0,0-2 192 0,1-1 112 0,5-2 16 15,3-2 16-15,1 0 0 16,1 3-960-16,0 0-192 16,-1 2-32-16,-1 0-13136 0</inkml:trace>
  <inkml:trace contextRef="#ctx0" brushRef="#br0" timeOffset="64133.84">15889 9018 2751 0,'0'-1'256'0,"0"0"-256"0,1 1 0 0,-1 0 0 16,0 0 672-16,0 0 96 0,0-2 0 0,0 2 16 15,0 0 160-15,0-3 16 0,-1 3 16 0,1-2 0 16,0 2-64-16,-1 0-16 0,1 0 0 0,0-2 0 15,0 2 0-15,0 0-16 0,0-1 0 16,0 1 0-16,0 0-48 0,0 0 0 0,-1 0 0 0,1 0 0 16,0 0-192-16,1 0-32 0,-1 0-16 0,0 0 0 15,0 0-144-15,0-2-16 0,1 2-16 16,-1 0 0-16,1 0 32 0,-1-1 16 0,0 0 0 0,0 1 0 0,1 0 0 0,-1 0 0 16,0 0 0-16,1-2 0 0,-1 1-80 0,1 1-32 15,-1 0 0-15,1 0 0 0,-1 0-192 0,1-2-32 16,0 2-128-16,0 0 192 0,0 0-192 0,1-2 144 0,-1 1-144 0,0-1 128 15,2 2-128-15,-1-2 0 0,1 2 144 0,0-2-144 16,-1 0 176-16,1 1-48 0,-1 1 0 0,1-2 0 16,-1 2 240-16,-1 0 32 0,1 0 16 0,-1 0 0 15,0 2-32-15,-1-2 0 0,0 1 0 0,0 1 0 16,-1 0-208-16,1-1-48 16,-1 0-128-16,1 1 192 0,-1 1-64 0,0-1-128 0,1 1 176 15,0-2-176-15,0 0 192 0,0 1-192 0,0 1 192 0,0-1-192 16,0-1 160-16,1 1-160 0,0 1 128 0,0 0-128 15,-1 0 144-15,1 0-144 0,0 1 160 0,1-1-160 16,-1 2 144-16,0 1-144 0,-1 0 128 0,0-6-128 16,0 0 256-16,0 0-48 0,0 0 0 0,4 42 0 15,-4-42 32-15,0 0 0 0,0 0 0 0,7 38 0 16,-7-38-96-16,0 0-16 0,0 0 0 0,0 0 0 16,0 0 80-16,0 0 16 0,0 0 0 0,30 30 0 0,-25-32 144 15,2 0 16-15,-1-2 16 0,2-2 0 0,0 2-96 0,1-4-32 16,0 0 0-16,2 0 0 0,-1-2-144 0,0 1-128 15,3-3 144-15,0-2-144 0,1 0 0 0,1-1 0 16,1-1 0-16,1-1 0 0,4-3 0 0,1 0 0 16,1 1 0-16,1-3 0 0,2-1 0 0,3-1 0 15,1-2 0-15,5-5 0 0,3-4 0 0,3-1 0 16,0-1 0-16,10-6 0 0,10-5 0 0,3-6 0 16,3-1 0-16,0 3 0 0,-6 4 0 0,1 2 0 0,1 4-208 15,-4 3 64 1,-2 5-1184-16,-3 3-224 0,-4 4-48 0,-4 4-8640 0,-5 7-1728 0</inkml:trace>
  <inkml:trace contextRef="#ctx0" brushRef="#br0" timeOffset="65873.67">17707 7844 3679 0,'1'-2'320'0,"-1"1"-320"15,1 0 0-15,-1 1 0 0,1 0 704 0,-1 0 64 16,1-2 0-16,0 0 16 15,1-1 208-15,-1 0 32 16,2 0 16-16,-1 0 0 0,0 2-112 0,-1-1-32 16,0 0 0-16,0 1 0 0,0-1-48 0,0 2-16 15,0-1 0-15,-1 1 0 0,0-1-256 0,0 1-48 16,0 0-16-16,0 0 0 0,0 0-128 0,0 0-48 16,0 0 0-16,1-2 0 0,-1 2-32 0,1 0-16 15,0 0 0-15,0 0 0 0,0-2-112 0,1 1-32 16,-1 1 0-16,1-2 0 0,-1 0-144 0,0 1 160 0,1-1-160 0,-1 2 160 15,1-2-32-15,0 0 0 0,-1 1 0 0,1 1 0 16,-1-2 48-16,-1 2 0 0,1-2 0 0,0 2 0 16,-1-1-32-16,0 1 0 0,1 0 0 0,-1 0 0 0,0 0 32 0,1 0 0 15,-1 0 0-15,1 0 0 0,-1 0 64 0,0 0 16 16,0 0 0-16,-1 1 0 0,0 1 0 0,0 0 0 16,0-1 0-16,-1 1 0 0,0 0-112 0,-1 3-16 15,-1 0 0-15,0 1 0 16,-1 2-128-16,-1 1 128 0,-1 3-128 0,0 0 128 0,0 0 16 0,0 4 0 15,-2 1 0-15,0 0 0 0,1 2 128 0,0-1 32 16,2-3 0-16,1-1 0 0,2 0 144 0,1-4 48 0,1-1 0 16,1-2 0-16,1-2-176 0,1 0-16 0,0 0-16 0,2-3 0 15,0-1-96-15,0-1-32 0,2-1 0 0,0-1 0 16,0-1 48-16,1-1 16 16,0 1 0-16,0-1 0 0,2-2-224 0,-2 2 128 0,2-1-128 0,-2-1 0 15,1 0 0-15,1 1 0 16,-1 1 0-16,0-3 0 0,1 4 0 0,-2-3 0 0,1 1 0 0,1 0 0 15,-1-2 0-15,0 2 0 0,0-2 0 0,-1 0 0 16,2-1 0-16,-2-1 0 0,0 2 0 0,-1-2 0 16,1 1 0-16,-1-1 0 0,0-3 0 0,-2 2 0 15,0 1 0-15,-1 0 0 0,0 1 0 0,-3 1 0 0,1 0 0 16,-1 2 0-16,0 1 0 16,-1 1 0-16,1 2 0 0,-1 0 128 0,0 1-128 0,0 1 0 0,0-1 0 0,0 1 0 15,0 1 0-15,0 3 0 0,0-2 0 0,-1 1 0 16,1 2 0-16,-1 0 0 0,1 4 0 0,-2-3 0 15,2 2 128-15,-2 1-128 0,1-1 224 0,2-9 0 16,0 0 0-16,-4 33 0 0,3-24 160 0,1-9 48 16,0 0 0-16,0 0 0 0,0 0-288 0,0 0-144 15,8 41 160-15,-5-36-160 16,0-2 0-16,-1 0 0 0,2-2 0 0,1 1 0 0,0-1-240 0,1-1 16 16,1-1 0-16,0-1 0 15,1 0-2336-15,0-2-480 0</inkml:trace>
  <inkml:trace contextRef="#ctx0" brushRef="#br0" timeOffset="66237.95">18033 7878 10127 0,'9'-21'448'0,"-5"14"96"0,-3 2-544 0,0 2 0 0,0 2 0 0,-1 0 0 0,2-3 1792 0,1-2 256 0,2-3 64 0,0 0 0 15,1-1 176-15,-2 3 32 16,1 1 16-16,-2 3 0 0,-1 1-768 0,-1 4-160 0,-1 0-16 0,-3 3-16 16,0 4-512-16,-2 1-96 0,-1 1-32 0,0 1 0 15,2-2-288-15,-3 2-64 16,1 2-16-16,-3 2 0 0,3-1-176 0,-2-1-16 0,2-2-16 0,-1 0 0 0,4-3-160 15,-1-3 128-15,1 0-128 0,2-1 128 16,0-3-128-16,2-2 0 0,0 0 0 0,2-2 128 16,1-1-128-16,-1-2 0 0,3-2 0 0,0 0 128 0,2-2-128 0,-1-1 0 15,3 1 0-15,-1-3 0 0,1 0 0 16,0 0 0-16,0 0 0 0,1 0 0 0,0 0 0 0,0-1 0 31,-1 1 0-31,1 2 0 0,-1-1 0 0,0 3 0 0,-1 1 0 0,-2 1 0 16,1 3 0-16,-2 0 0 0,-1 1 0 0,0 4 0 0,-3 1 0 0,0 0 0 15,-1 4 0-15,-1 1 0 0,-2 2 0 0,0 3 0 16,2-13 0 0,-8 29 0-16,4-17 0 0,-1 3 0 0,-2 1 0 0,1 1 0 0,-2-1 176 0,2-1-48 0,-1-3-128 15,4-1 192-15,0-1-64 0,1-5-128 0,2 0 176 0,1-3-176 16,1-1 0-16,0-1 0 16,1-1 0-16,1-3 0 31,2 0-256-31,1 0-176 0,1-5-16 0,0 2-15504 0</inkml:trace>
  <inkml:trace contextRef="#ctx0" brushRef="#br0" timeOffset="66457.42">18333 7733 9215 0,'1'0'400'0,"0"0"96"0,0 0-496 0,-1 0 0 0,1 0 0 0,0 0 0 0,0 0 1088 0,1 0 128 16,2 0 32-16,2 0 0 0,1-2-64 0,1 2-16 15,1-2 0-15,-1 2 0 0,1 0-320 0,-3-1-64 16,1 2-16-16,-2-1 0 0,-1 2-224 0,-1 0-48 16,-1 1-16-16,-1-1 0 0,-2 2-480 0,0 2 0 15,-1-2 0-15,-2 3 0 16,-1 1-288-16,-1 1-160 0</inkml:trace>
  <inkml:trace contextRef="#ctx0" brushRef="#br0" timeOffset="66646.67">18354 7866 16575 0,'0'0'736'0,"0"2"160"0,0-2-720 0,0 1-176 0,-1 1 0 0,0 0 0 16,0 1 1664-16,-1 1 320 0,-1 3 48 0,-2 1 16 16,0 3-96-16,-2 3-16 0,2-2 0 0,-1 0 0 15,3 0-912-15,0-2-176 0,1-3-32 0,2 0-16 16,2-2-608-16,1 0-192 0,0-2 0 0,2-2 0 15,0-1-480 1,0 0-208-16</inkml:trace>
  <inkml:trace contextRef="#ctx0" brushRef="#br0" timeOffset="66966.17">18543 7818 2751 0,'2'-4'256'0,"-1"2"-256"0,0 2 0 0,0-2 0 0,-1 2 2288 0,0 0 400 0,0 2 96 0,-1 0 16 15,0 2-192-15,-1 2-48 0,-1 3 0 16,-2 0 0-16,2 3-896 0,-2 0-176 0,1 0-32 0,0-2-16 16,1 2-592-16,3-12-112 0,-7 25-32 0,4-13 0 15,3-12-256-15,-6 24-48 16,3-15-16-16,3-9 0 0,0 0-96 0,0 0-32 0,0 0 0 0,0 0 0 16,0 0 96-16,0 0 16 15,0 0 0-15,0 0 0 0,0 0 304 0,0 0 64 0,36 12 16 0,-28-19 0 16,0 0-272-16,1-3-48 15,2 1-16-15,-1-2 0 0,1-1-224 0,0 0-64 0,0 0 0 0,0 0 0 0,2-2-128 0,-1-1 160 16,1 2-160-16,-1 1 160 16,0 2-160-16,-3 0 0 0,0 3 0 0,-2 0 0 0,0 2 0 0,-1 3-144 15,-3-1 144-15,0 3-208 32,-1 1-2064-32,-1 3-416 0</inkml:trace>
  <inkml:trace contextRef="#ctx0" brushRef="#br0" timeOffset="67296.82">18699 7873 11055 0,'1'3'480'0,"0"-3"112"0,1 2-464 0,-1-2-128 0,1 0 0 0,-1 0 0 0,1-2 1856 0,1 2 336 0,4-2 80 0,1 1 16 16,2-1 256-16,3-1 48 0,-2 1 16 0,0 0 0 15,-1-1-1248-15,1-1-240 0,-1 1-48 0,1 1-16 16,0-3-608-16,-2 2-128 16,0 0-32-16,0 0 0 0,0 0-288 0,-2-2 0 0,0 1 0 0,-2-1 0 31,0 0 0-31,-1 1 0 0,-1-1 0 0,-2 0 0 15,0-2 0-15,-3 2 0 0,0-1-128 0,-1 2 128 0,-3 0 0 0,0 0-192 0,-3 1 192 0,1 1-192 16,-1 2 192-16,-1 2-144 0,-2 1 144 0,1 2-128 16,1 1 128-16,-1 1 0 0,1 5 0 0,0-2 0 15,-2 2 256-15,2 2 16 0,0 0 16 0,0 0 0 0,1-1 176 16,3 0 48-16,0 0 0 16,2-2 0-16,4-11-48 0,0 0 0 0,0 0 0 0,0 0 0 0,4 39-256 0,-4-39-48 15,0 0-16-15,0 0 0 0,30 6 0 0,-20-9 0 16,1 0 0-16,1-1 0 0,-2-1-144 0,1 1 160 15,0-3-160-15,0 2 160 16,1 0-464 0,-2-2-80-16,1 3-32 0,-1-2-16352 0</inkml:trace>
  <inkml:trace contextRef="#ctx0" brushRef="#br0" timeOffset="67633.78">18924 7861 2751 0,'1'-2'256'0,"0"-1"-256"0,0 1 0 16,-1 1 0-1,1 0 1552-15,0 1 272 0,0-2 48 0,1 0 16 16,3-2 416-16,1 1 96 0,2-3 16 0,0 1 0 16,0 1-1088-16,1-1-224 0,-2 2-32 0,1 0-16 0,-2 2-352 0,0-1-80 15,-1 2-16-15,1 0 0 16,-2 3-96-16,-2 0 0 0,1 2-16 0,-2 0 0 0,-1-5-112 0,0 0-32 16,0 0 0-16,-5 36 0 0,3-29-96 0,-2 4-32 15,-1-1 0-15,-1 2 0 0,-1 0-224 0,0-3 144 16,0 1-144-16,0-1 128 0,0 1-128 0,1-5 0 15,0 2 0-15,1-5 128 0,1 1 128 0,0-1 0 16,3 0 16-16,-1-2 0 0,2-2 240 0,1 0 32 16,0-1 16-16,2-2 0 0,2-2 160 0,0 0 48 0,0 0 0 0,3-2 0 15,0 1 0-15,3-3 16 0,1-1 0 0,2-3 0 16,0 1-448-16,1-2-80 0,0 3-32 0,0-1 0 16,0 2-224-16,-2 1 0 0,-1 4 0 0,-2-1 0 15,1 4 0-15,-3-1 0 0,0 2 0 0,0 1-160 31,-2 0-1280-31,0 2-256 0</inkml:trace>
  <inkml:trace contextRef="#ctx0" brushRef="#br0" timeOffset="68027.64">19326 7790 6623 0,'5'-1'128'0,"-3"0"48"0,0-1 0 0,-1 0 16 0,0 2-192 16,-1 0 0-1,0-1 0-15,0 1 0 0,-1 0 1600 0,-1 0 288 0,-1 0 48 0,-2 0 16 0,0 3-480 0,-2-1-112 16,1 2-16-16,-2-1 0 0,1 2-384 0,0-3-64 16,0 3-32-16,1 0 0 0,1-1-16 0,1-1 0 15,1 1 0-15,3 0 0 0,0-1-272 0,0 2-64 16,2-2-16-16,1 0 0 15,1 0-368-15,0 0-128 0,-1 2 0 0,-3-5 144 0,0 0-144 0,0 0 128 0,0 0-128 0,0 0 128 16,0 0 16-16,0 0 0 0,23 40 0 0,-22-33 0 16,0-2 96-16,-1 0 16 0,-1 2 0 0,0-3 0 15,0 2 16-15,-1-2 16 0,-1 1 0 16,0-2 0-16,-1 2-128 0,0-2-32 0,-1 0 0 16,0 0 0-16,-2 1 80 0,1-2 16 0,-2 1 0 0,0-1 0 15,-1 1-96-15,0-1-128 0,0-2 176 0,0 2-176 16,1-2 0-16,1 1 0 0,1 0 0 0,3 0 0 31,0-1-784-31,1 0-224 0</inkml:trace>
  <inkml:trace contextRef="#ctx0" brushRef="#br0" timeOffset="68405.95">19415 7880 20271 0,'3'-1'896'0,"-1"0"192"0,1-1-880 0,-1 0-208 0,0 1 0 0,-1 1 0 0,2-2 1952 0,3 0 352 16,1 1 64-16,5-3 0 0,1-1-960 0,2 0-208 16,0 3-48-16,0-3 0 0,-2 0-736 0,0 3-160 15,-2-2-16-15,-1 1-16 16,0 0-96-16,-1 0-128 0,0 0 176 0,-3 0-176 0,1 0 128 0,-3-1-128 16,0 0 0-16,-2 1 0 15,0-2 0-15,-1 0 0 0,-2 1 0 0,-2-1 0 0,0 1 0 0,-1 0 0 0,-3 1 0 0,0 2 0 16,-2-1 0-16,1 2 0 15,-1 0 0-15,-1 0 0 0,-2 3-160 0,2 0 16 16,1 1 0-16,0 2 0 0,-1 1 144 0,2 0 0 0,0 3 0 0,0-3 128 16,1 2 64-16,0 1 0 0,1 2 16 0,1-3 0 15,2-2 192-15,1 1 48 0,2-8 0 0,0 0 0 16,0 0 80-16,0 0 32 0,0 0 0 0,0 0 0 0,29 40-128 0,-17-40-32 16,0 0 0-16,1 0 0 0,0-2-176 0,1-1-32 15,0 1-16-15,0-1 0 0,0 1-176 0,0-2-192 16,1 1 32-16,-2 1-17568 15</inkml:trace>
  <inkml:trace contextRef="#ctx0" brushRef="#br0" timeOffset="68847.55">20031 7838 11055 0,'2'-5'480'0,"-1"2"112"0,-1 1-464 0,0 0-128 0,0 0 0 0,0 1 0 16,-1 1 1824-16,0-2 352 0,0 0 64 0,-2 1 0 15,1-1-16-15,-2 2-16 0,-1 2 0 0,-1 1 0 31,-1 2-768-31,1-1-160 0,-3 4-16 0,2 1-16 16,-1 1-592-16,1 1-112 0,1-1-32 0,-1 2 0 16,3-3 96-16,4-9 16 0,0 0 0 0,0 0 0 0,0 0-272 0,0 0-48 15,14 43-16-15,-5-42 0 0,2-1-288 0,2-1 0 16,1-4 0-16,1 0 0 0,1-1 128 16,0-2-128-16,0 1 0 0,-2-2 0 0,-2 1 0 0,0 1 0 15,-1-4 0-15,-1 1 0 0,-1 0-416 0,-4 1 16 16,-1 0 0-16,-3-1 0 0,-2 3 144 0,-3 0 16 15,-1 0 16-15,-2 2 0 0,-1 0 224 0,-2 0 0 16,-2 2 0-16,1 2 0 0,0 1 128 0,-1 2-128 16,1 1 192-16,1 1-192 0,0 1 320 0,1 0-32 15,3 2-16-15,-1-3 0 0,4 1-112 0,0 0-32 0,2 0 0 0,1 0 0 16,0-5-128-16,0 0 0 0,0 0 0 0,0 0 0 31,0 0-752-31,37 21-80 0</inkml:trace>
  <inkml:trace contextRef="#ctx0" brushRef="#br0" timeOffset="69223.02">20478 7677 7359 0,'14'-15'320'0,"-7"5"80"0,0 2-400 0,-1 0 0 0,-3 3 0 0,0 0 0 0,0-1 1904 0,2-3 288 15,2-6 64-15,1-2 16 0,0-2 656 0,-3 3 128 16,-1 2 16-16,-3 4 16 0,-1 1-1120 0,-2 4-240 15,-1 2-32-15,0 3-16 0,-3 3-672 0,-1-1-144 16,-1 5-32-16,-1 2 0 0,-2 1-336 0,0 4-80 16,-1 3-16-16,0 2 0 15,-1 2-32-15,1-2-16 0,1 5 0 0,2-3 0 0,9-21-32 0,-14 41 0 16,14-41 0-16,-8 42 0 0,8-42-176 0,-7 40-144 16,7-40 192-16,-4 41-192 0,4-41 128 0,-5 41-128 15,5-41 0-15,-5 46 0 0,5-46 0 0,-5 48 0 0,5-48 0 16,-9 50 0-16,9-50 0 0,-10 43 0 0,10-43 0 15,-12 37 0-15,5-20 128 0,-2-5-128 0,1 2 0 0,-1-5 0 16,0 1 0-16,0-2 0 0,1-2 0 0,-1-1 0 16,-1-2 128-16,-1-1-128 0,1-1 0 0,-2-2 0 15,0-2 0-15,-1-2 0 0,-2-1 0 0,-1-2 0 32,0-1-544-32,2 0-160 0,1-1-48 0,2-3-10704 0,2 0-2160 0</inkml:trace>
  <inkml:trace contextRef="#ctx0" brushRef="#br0" timeOffset="69341.39">20153 7923 6447 0,'27'-35'272'0,"-19"26"80"15,-4 6-352-15,-3 1 0 0,0 1 0 0,2-1 0 16,7-3 2400-16,6-2 416 0,6-2 64 0,6-1 32 16,4 0 544-16,0 3 128 0,2 0 0 0,-2 3 16 0,0-1-1680 0,-3 2-352 15,2-1-64-15,-2 1-16 0,-1-2-976 0,0 2-208 16,-3 0-48-16,-2 1-16176 16</inkml:trace>
  <inkml:trace contextRef="#ctx0" brushRef="#br0" timeOffset="70995.84">20963 7911 11055 0,'0'0'976'15,"0"1"-784"-15,0 1-192 0,0-2 0 0,0 0 1136 0,1 0 176 16,0 2 32-16,0-2 16 0,2 0 1056 0,1 0 208 15,0 0 32-15,2-2 16 0,-2 0-800 0,2-2-144 16,-1 2-48-16,0-2 0 0,0-1-832 0,0-1-160 16,1 0-48-16,-1-1 0 15,0-3-496-15,-1 3-144 0,0 0 0 0,-3-2 0 16,1 2 0-16,-2-1 0 0,0-1 0 0,-1 2 0 0,-1-3 192 0,1 3-48 16,-2-2 0-16,1 1 0 0,0 2 416 0,-1 1 80 15,1 0 0-15,0 0 16 0,-2 3-208 0,0-1-32 16,1 1-16-16,0 4 0 0,-2-1-208 0,0 3-32 15,-2 1-16-15,1 2 0 0,-3 2-144 0,1 1 0 16,-1 2 0-16,-2 4 0 0,1-1 0 0,-1 2 0 16,0 1 0-16,0-1 0 0,1 2 0 0,0-3 0 0,3 1 0 0,1-5 0 15,6-12 0-15,0 0 0 0,-7 29 0 0,8-23 0 16,0-1 0-16,2-4 0 0,1 1 0 0,1-2 0 16,0-2 0-16,3-1 0 0,0-2 0 0,2 1 0 15,2-4 0-15,0 1 0 0,1-2 0 0,0-2 0 16,1 0 0-16,0-1 0 0,1 0 0 0,0-1 0 15,0-2-192-15,-1 1 16 0,-1 0 16 0,-1-3 0 16,1 0-592-16,-1 1-112 0,-1-3-32 0,1-2 0 16,0-1 160-16,0-4 32 0,0 0 0 0,-1-2 0 0,0-1 1216 0,0 1 256 15,-1-1 64-15,-3 5 0 16,1 6-1440-16,-3 1-288 0,0 3-48 0,-2 3-16 0,-2 5 960 0,-1 4 272 16,-1 2 16-16,-2 0 0 0,-1 4 512 0,0 2 96 15,-2 1 32-15,-1 4 0 0,1 3-288 0,-2 1-48 16,-1 4-16-16,1 2 0 0,0 0-288 0,0 3-64 15,8-24-16-15,-14 48 0 0,14-48-16 0,-12 47 0 16,12-47 0-16,-13 43 0 16,13-43-48-16,-10 40-16 0,10-40 0 0,-9 34 0 0,9-34-128 15,-8 30 128-15,8-30-128 0,0 0 128 0,-2 38-128 0,2-38 0 0,0 0 144 0,0 0-144 16,0 0 0-16,0 0 0 0,0 0 0 16,38 24 128-16,-28-29-128 0,1 0 0 0,1-2 0 0,0 0 0 31,0 0-784-31,0-2-176 0</inkml:trace>
  <inkml:trace contextRef="#ctx0" brushRef="#br0" timeOffset="71170.02">21338 7724 15663 0,'0'0'688'0,"0"-2"144"16,0 1-656-16,1 1-176 0,0 0 0 0,0 0 0 0,0 0 2112 0,0 0 384 16,3-1 64-16,2 1 32 0,1-1-432 0,2-1-96 15,-1 1-16-15,-1-1 0 0,3 2-1120 0,-2-2-224 31,-1 2-64-31,1-2 0 0,-2 2-496 0,0 0-144 0,-2 0 0 0,0 2 0 16,-2-1-1312-16,-1 0-336 0,-1 2-64 0,-2 2-11984 16</inkml:trace>
  <inkml:trace contextRef="#ctx0" brushRef="#br0" timeOffset="71327.93">21320 7830 5519 0,'-2'3'240'0,"1"-1"64"0,0 1-304 0,0-3 0 0,0 2 0 0,1-2 0 0,0 0 2224 0,0 2 384 16,0 0 80-16,-1 2 0 0,1 0 288 0,0 1 48 0,0 2 16 0,-1-3 0 15,1 1-1120-15,0 0-240 0,0 0-32 0,-1 0-16 16,2-1-1024-16,-1-1-208 0,1 1-32 0,0-1-16 31,1-1-352-31,0-2 0 0,1 0 0 0,2-2-14816 0</inkml:trace>
  <inkml:trace contextRef="#ctx0" brushRef="#br0" timeOffset="71679.22">21566 7771 11967 0,'3'-2'1072'0,"-1"0"-864"16,0 1-208-16,-2 1 0 0,1-2 2176 0,0 2 384 16,3-2 64-16,1-3 32 0,0 0 144 0,0 1 16 15,-1-1 16-15,-3 2 0 0,0 1-1232 0,-2 2-256 16,0-2-64-16,-3 2 0 0,0 2-672 0,-1-2-144 16,-2 3-16-16,1 1-16 0,-3-1-224 0,1 1-32 0,-1 3-16 0,-1-2 0 15,2 0-32-15,0 2-128 0,0 0 192 0,2-1-64 16,0 0 16-16,3 1 0 0,0-2 0 0,2 2 0 15,1-3-144-15,2 2 0 0,0-2 144 0,-2-4-144 16,0 0 0-16,0 0 0 0,0 0 0 0,33 24 0 16,-33-24 0-16,0 0 0 0,0 0 0 0,0 0 0 15,32 26 0-15,-32-26 0 0,0 0 0 0,0 0 0 16,0 0 0-16,0 0 0 0,0 0 0 0,0 0 0 16,0 0 192-16,0 0-16 0,0 0-16 0,-1 40 0 15,-7-37 0-15,-1 1 0 0,0-1 0 0,-2-2 0 0,1 0-160 16,-1 1 128-16,-1-2-128 0,1 0 128 0,-1 0-128 0,2-2 0 15,2 1 0-15,2 0 0 0,1 1 0 0,2-2 0 16,2 1 0-16,2-1 0 16,1 2-272-16,2-2-144 0</inkml:trace>
  <inkml:trace contextRef="#ctx0" brushRef="#br0" timeOffset="72010.69">21738 7894 16575 0,'7'-4'736'0,"-3"1"160"0,-1 1-720 0,1-1-176 0,-1 1 0 0,-1 1 0 16,2 0 1424-16,0-4 256 0,4 0 48 0,1-2 16 15,1-2-464-15,-1 1-112 0,0-1-16 0,-3 2 0 16,0 2-640-16,-3-2-144 0,-1 5-32 0,-1-3 0 16,-1 3-144-16,-2-1-48 0,0 1 0 0,-2 0 0 15,-1 2 112-15,-1 2 32 0,-1-2 0 0,-1 2 0 16,0-1 160-16,-3 3 48 0,2 1 0 0,-2-1 0 15,0 1 144-15,-1 2 16 0,1 1 16 0,-1 1 0 16,0 0-32-16,0 1 0 0,2 0 0 0,0-1 0 0,3 0-32 16,0 1-16-16,7-10 0 0,0 0 0 15,0 0-128-15,0 0-16 0,0 0-16 0,1 40 0 0,-1-40-304 0,0 0-128 16,0 0 128-16,29 15-128 0,-19-13 0 0,0 0 0 16,1-1 0-16,1-2 0 0,1 1 0 0,0-2 0 15,-1-1 0-15,1 1 0 16,-1 0-1216-16,-1-2-208 0,0 0-48 0,0 1-14864 15</inkml:trace>
  <inkml:trace contextRef="#ctx0" brushRef="#br0" timeOffset="73083.69">22006 7852 11967 0,'2'0'1072'0,"-1"-2"-864"15,0 0-208-15,0 1 0 0,0 1 1312 0,0-2 224 0,1 1 32 0,1-3 16 16,0-3 256-16,1 2 48 16,0 0 16-16,-1-2 0 15,-2 5-496-15,-1-2-80 0,-2 3-32 0,0-1 0 16,-2 2-512-16,-1 2-96 0,-2 1-32 0,0 1 0 0,-3 1-288 0,1 2-64 0,-2 1-16 0,0 1 0 16,0 2-96-16,0 1-32 0,0-1 0 0,2 0 0 15,0 1 48-15,1-3 16 16,1 3 0-16,2-3 0 15,3-1 224-15,2-8 64 0,0 0 0 0,0 0 0 0,0 0-368 0,0 0-144 16,0 0 128-16,35 23-128 0,-24-25 0 0,2-3 0 0,1 0 0 0,-1 0 0 16,0-1 0-16,-1-2 0 0,2 1 0 0,-2-2 0 15,-1-1-1216-15,-2 3-128 16,0-2-32-16,-2-1 0 0,-1 1-1056 0,-3-1-224 0,-1 1-32 0,-2-1-16 16,-1 3 1584-16,-2-1 320 0,-1 0 64 0,-1 1 16 0,0 0 1040 0,-2 4 224 15,1-2 32 1,-1 3 16-16,0 2 864 0,0 2 160 15,1 1 48-15,-1-1 0 0,1 3-240 0,-1 2-32 0,2-2-16 0,1 2 0 0,1 0-320 0,1-2-64 32,3 1-16-32,1-2 0 0,-2-4-464 0,0 0-112 0,0 0-16 0,0 0 0 15,33 14-160-15,-22-14-32 0,1 0-16 0,1-1 0 0,1-3-176 0,0 1 0 0,1 1 0 0,0-3 0 16,-1 2 0-16,0 0 0 16,1 0 0-16,-1-2 0 0,0 0-128 15,-1 1 128-15,-1-1-160 0,-1 1 160 0,0 1 0 0,-3-2 0 0,0 2-128 0,-2 1 128 16,-1 0 0-16,-1-1 0 0,-2 1 0 0,0 0 0 15,-1 1 0-15,-1 1 0 0,0 0 0 0,-1 0 0 16,0 0 128-16,-1 1-128 0,1 1 0 0,-2 0 0 16,-1 1 128-16,0-1-128 0,-1 3 0 0,-1 2 0 15,0-2 208-15,-1 3-64 16,-1 0-16-16,1 1 0 16,1 1 304-16,6-10 48 0,-10 22 16 0,10-22 0 0,0 0-224 15,0 0-32-15,-5 35-16 0,5-35 0 0,0 0-224 0,0 0 0 16,0 0 0-16,0 0 0 0,28 24 0 0,-19-24 0 15,0-3 0-15,2 1 0 0,-1 0 0 16,0-1 0-16,2-2 0 0,-1 1 0 0,1-1 0 0,-1-1-160 16,1 0 160-16,-1-1-192 15,0 2-336-15,-2-2-80 0,-1 0-16 0,-1 0 0 0,-1 0 240 0,0 1 32 16,-2 0 16-16,-2-1 0 0,1 2 336 0,-2-2 0 16,0 3 0-16,-2 1 0 0,0 1 0 0,-1 2 0 15,0 2 0-15,-1 0 128 0,-1 1 112 0,-1 1 16 16,1 4 0-16,-1-2 0 0,0 3 176 0,-2 0 32 0,7-9 16 15,-10 20 0-15,10-20-96 0,0 0 0 0,0 0-16 0,0 0 0 16,-1 38-208-16,1-38-32 0,0 0-128 0,0 0 192 16,0 0-192-16,28 20 0 0,-22-20 0 0,3 0 0 15,-1 0 0-15,0-2-128 0,2 1 128 0,-1-1-12160 16,-1-1-2304-16</inkml:trace>
  <inkml:trace contextRef="#ctx0" brushRef="#br0" timeOffset="73424.38">22497 7840 8287 0,'0'-2'368'0,"0"-1"80"16,0 3-448-16,1-2 0 0,-1 2 0 0,1-2 0 0,0 2 2064 0,0-1 336 16,3-1 64-16,-1 1 16 0,3 0-96 0,1-2-16 15,1 1 0-15,0-1 0 16,0 0-848-16,1 0-176 0,1 1-48 0,-1 1 0 0,1-1-336 16,0 2-64-16,0 0 0 0,-1 0-16 0,0 0-256 0,-2 2-48 15,0 1-16-15,-1 1 0 0,-6-4-112 0,0 0 0 16,0 0-16-16,0 0 0 0,0 0-176 0,11 43-48 15,-11-43 0-15,0 0 0 16,-11 32-48-16,11-32-16 0,-13 23 0 0,13-23 0 0,-15 21-144 0,9-13 0 16,-1 0 0-16,3-3 128 0,-1 2-128 0,2-4 0 0,0 1 144 15,1-3-144-15,2 0 288 0,0-2-16 0,0 0 0 0,2-1 0 16,0 0 64-16,2-3 16 0,1 0 0 0,1 0 0 16,0-2-128-16,2 1-32 0,0-2 0 0,2-2 0 15,3 1-192-15,-1 0 176 0,1-3-176 0,2 1 160 16,1-2-160-16,0 1 0 0,0 0 0 0,-2 1 0 0,1-1 0 0,0 2 0 15,-1 1 0-15,-1 1 0 0,-1 2-224 0,-1 0-32 16,-1 2 0-16,-1 2-18096 16</inkml:trace>
  <inkml:trace contextRef="#ctx0" brushRef="#br0" timeOffset="73972.07">23013 7826 19343 0,'5'-3'848'0,"-2"1"192"0,0 0-832 0,-1 1-208 0,-1 1 0 0,0-2 0 16,0 2 1744-16,0-1 304 0,2 0 64 0,0-3 16 0,0 3-208 0,-2-1-64 31,-1-1 0-31,-3 1 0 0,0 2-960 0,-1 0-208 0,-4 2-48 0,1-1 0 16,-3 1-400-16,1 0-96 0,-2 3-16 0,-1-3 0 0,1 3 32 0,-2 0 0 15,2 0 0-15,0 2 0 0,1-1 96 0,2 0 0 16,1 0 16-16,1 2 0 0,6-8-64 0,0 0-16 16,0 0 0-16,0 0 0 0,0 0-192 0,0 0 0 15,1 43 0-15,-1-43 0 0,0 0 0 0,0 0 0 16,0 0 0-16,25 25 0 0,-25-25 0 0,0 0 0 16,0 0 0-1,0 0 0-15,23 23 0 0,-20-20-128 0,0 2 128 0,-1-2 0 16,-1-1 0-16,-1 2 0 0,0-1 0 0,-1 0 0 15,0-1 0-15,-1-1 0 0,-1 0 0 0,-2 1 0 16,1-1 0-16,-2 1 0 0,-1 0 0 0,-2-2 0 16,0 1 0-16,0 1 0 0,-2-2 0 0,1-2 0 15,-1 1 0-15,2 1 0 0,2-2 0 0,1 0 0 16,1-1 0-16,3 2 0 0,0-2 0 0,2 0-11392 16,3 0-2304-16</inkml:trace>
  <inkml:trace contextRef="#ctx0" brushRef="#br0" timeOffset="74303.45">23069 7929 24879 0,'4'0'1088'0,"-2"-1"256"0,1 1-1088 0,0 0-256 16,-2 0 0-16,1 0 0 0,1 0 1808 0,2-2 304 16,3 2 64-16,3-1 16 0,3-1-816 0,1 0-160 15,1 1-48-15,0-1 0 0,1 0-432 0,-1-2-96 16,1 1 0-16,-2 0-16 0,1-1-464 0,-2-1-160 15,0 0 0-15,-2 1 144 0,-2-2-144 0,-2 0 0 16,-1-1 0-16,-3 2 0 0,-2-2 0 0,-2 2 0 16,-2 0 0-16,-3 0 0 0,-2 3 0 0,-4 0 0 15,-2 0 0-15,-2 2 0 0,-1 2 0 0,-3 0 0 0,0 2 0 0,-1 2 0 16,2 0-144-16,1 4 144 0,1 0 0 0,2 1 0 16,1 1 0-16,13-12 0 0,-19 26 128 0,19-26-128 15,0 0 432-15,-6 38-16 0,6-38 0 0,0 0 0 16,25 30-96-16,-25-30-32 0,31 17 0 0,-11-9 0 15,1-1-80-15,2-2-16 0,2-1 0 0,1 1 0 16,-2-4-192-16,0 3 0 0,1-4 128 0,-1 2-12784 16,-1 0-2544-16</inkml:trace>
  <inkml:trace contextRef="#ctx0" brushRef="#br0" timeOffset="74445.36">23720 8122 29487 0,'0'-4'1296'0,"0"3"288"0,1-1-1264 0,-1 2-320 15,1 0 0-15,-2 5-8688 16,0-5-1792-16</inkml:trace>
  <inkml:trace contextRef="#ctx0" brushRef="#br0" timeOffset="88080.95">15151 10132 9215 0,'-1'0'816'0,"-1"0"-656"0,1 0-160 0,1 0 0 16,1 0 1136-16,-1 0 192 0,-1-2 32 0,1 2 16 0,0-1 352 15,-1 0 64 1,1 1 0-16,1-2 16 0,-1 0-448 0,2 2-80 0,0-1-32 0,0 1 0 0,1 0-304 0,1 0-64 15,0 0-16-15,2 0 0 0,0-2-128 0,3 2-32 16,2 0 0-16,1 0 0 0,2-3-96 0,2 1-32 16,5 0 0-16,3-1 0 15,0-2-144-15,2 1-48 0,2-1 0 0,0 0 0 0,2 1 32 16,2 1 0-16,0-1 0 0,2 1 0 0,-2 2 32 16,-1-3 0-16,-2 2 0 15,-2-3 0-15,-1 3-128 0,-3-3-32 16,0 3 0-16,-3-1 0 0,-1 3-160 0,-1-2-128 15,-1 1 144-15,-1 0-144 0,-1 1 0 0,-2 0 0 0,-1 0 0 16,0-2 0-16,0 2 0 0,-1-1 0 0,-2 1 0 0,-2 0 0 16,0-2 0-16,-2 0-128 0,-3 1 128 0,0 1-160 31,-2-2-1104-31,-2 2-208 0,0 0-64 0,-2-1-13952 0</inkml:trace>
  <inkml:trace contextRef="#ctx0" brushRef="#br0" timeOffset="88601.62">15294 10021 3679 0,'3'-5'160'0,"-1"2"32"0,0 0-192 0,0 2 0 15,0-1 0-15,-1 2 0 0,1 0 1536 0,0-3 272 16,1 1 48-16,1 0 16 0,1 0 176 0,-1 0 16 16,-2 1 16-16,0 1 0 0,-1 0-368 0,-1 0-80 15,0 0-16-15,-1 3 0 0,-1-3-880 0,0 2-176 16,1 0-48-16,-1 0 0 0,-1 1-80 0,-1-1-32 15,1 2 0-15,-3-1 0 0,0 2-80 0,-1 0 0 16,-1-1-16-16,-3 4 0 0,0-1 32 0,-2 0 16 0,-2 3 0 0,-1-1 0 16,-2 0 80-16,0 1 16 0,-2 0 0 15,2-1 0-15,0 0 128 0,-1-1 16 16,1 1 16-16,1-2 0 0,1 0-176 0,3-2-48 0,1 2 0 0,2-2 0 16,2-1 0-16,1 1-16 0,2-2 0 0,0-1 0 15,1 0-160-15,2-1-16 0,0 1-16 0,1-2 0 0,0 0-16 16,2 2 0-16,0-2 0 0,1 0 0 15,0 0 96-15,2 0 32 0,2 0 0 0,0 1 0 0,2 1 64 16,0-2 16-16,1 2 0 0,1 0 0 0,-10-2-112 0,0 0-32 16,33 8 0-16,-33-8 0 0,0 0-96 15,35 9-128-15,-35-9 176 0,27 5-176 0,-27-5 0 0,30 4 0 16,-15-3 0-16,-15-1 0 0,33 4-144 0,-15-4-144 16,-2 1-32-16,0-1-17408 0</inkml:trace>
  <inkml:trace contextRef="#ctx0" brushRef="#br0" timeOffset="89426.73">16314 10030 5519 0,'1'-2'496'0,"0"0"-496"0,1 0 0 0,-1-1 0 16,0 3 1296-16,1-5 176 0,1 1 16 0,1-4 16 15,2-1 752-15,-1 0 160 0,1 1 16 0,-3 2 16 16,1 0-192-16,-1 2-32 15,-2 2-16-15,0-1 0 0,0 3-736 0,-2 0-128 16,1 0-48-16,-1 3 0 0,-1 0-544 0,0 3-112 0,-2 1-32 0,1 1 0 16,-2 3-288-16,0 1-64 0,0 2-16 0,-1 1 0 15,1 1-240-15,-1 0 144 16,6-16-144-16,-10 29 128 0,10-29-128 0,-7 24 0 0,7-24 144 0,0 0-144 16,0 0 128-16,0 0-128 0,0 0 128 0,8 37-128 0,-4-34 224 15,0-5-32-15,1 0 0 0,0-1 0 0,2-2 144 0,0-2 32 16,3 0 0-16,-1-2 0 0,1-2-240 0,0 0-128 15,2-1 160 1,0 0-160-16,0 0 0 0,0-1 0 0,-1 1 0 0,-1 0 0 0,-2 2 0 0,2-1 0 16,-2 1 0-16,-1-2 0 15,1 3 0-15,-2 2 0 0,0 1 0 0,-2 2 0 0,0 2 0 0,0 0 0 16,-2 4 0-16,0 0 0 0,-2 0 0 0,1 1 0 16,-1 4 0-16,0-3 0 0,0 1 0 0,-1 2 0 15,1 1 0-15,-1 1 0 0,-1-2 0 0,2-7 0 0,0 0 0 0,0 0 0 16,-2 36 0-16,2-31 0 0,0 2 0 0,1-1 0 31,1-2 0-31,-1 0 0 0,0 0 0 0,0-1 0 0,1-1 0 0,0 1 0 16,0-3 0-16,1 0 0 0,-1 0 0 0,1 0 128 0,0-3-128 0,1 1 0 15,-1-1 208-15,1 0 0 0,1 0 0 16,-1 0 0-16,1-2 32 0,0 1 0 0,0-1 0 0,1 0 0 16,1 0-240-16,0-2 176 0,-1 3-176 0,2-4 160 15,0-1-160-15,1 2 0 0,0-3 0 16,-1 1 0-16,0 2 0 0,0-5 0 15,-1 1 0-15,1-3 0 0,-2 1 0 0,0-3 0 16,-1-1 0-16,0 2 0 16,0 3-960-16,-2-2-128 0,1 3-32 0,-1 1-15632 0</inkml:trace>
  <inkml:trace contextRef="#ctx0" brushRef="#br0" timeOffset="89971.97">16790 9760 10127 0,'1'-4'448'0,"0"2"96"0,0-1-544 0,0 1 0 0,0 1 0 0,-1-1 0 16,0 1 1904-16,2-2 272 0,0-2 48 0,0 1 16 16,1-1 256-16,-1 0 48 0,-1 2 16 0,0 2 0 15,-1 1-896-15,0 0-160 0,-1 1-32 0,0 2-16 16,0 1-720-16,-1 2-144 0,-1 0-16 0,0 0-16 16,1 0-64-16,-1 1-16 0,-1 3 0 0,4-10 0 15,-7 23-32-15,7-23-16 0,-9 27 0 0,9-27 0 16,-9 30-112-16,9-30 0 0,-9 34-16 15,9-34 0-15,-10 40-128 0,10-40-32 0,-13 41 0 0,13-41 0 0,-11 37-144 0,11-37 0 16,-11 31 144-16,11-31-144 0,-7 26 0 0,7-26 0 16,0 0 0-16,-7 28 0 0,5-21 0 0,2-2 0 15,1-2 0-15,1-3 0 0,0 0 0 0,1-3 0 16,1 0 0-16,2-1 128 0,1-1-128 0,0-4 0 16,2 1 0-16,1-3 0 0,0-1 0 0,0 1 128 15,0-1-128-15,0-1 0 0,0 2 0 0,-3 1 0 16,0-2 0-16,1 2 0 0,-2 1 0 0,0 1 0 15,-1 2 0-15,-1 1 0 0,0 1 0 0,-1 1 0 16,-1 3 0-16,0 0 0 0,-1 0 0 0,0 3 0 16,0 1 0-16,0-1 0 0,1 4 0 0,0-3 0 0,0 1 0 0,-1 1 0 15,1 0 0-15,-2-6 0 0,0 0 0 0,0 0 0 16,0 0 0-16,0 0 0 0,0 0 0 0,0 0 0 16,16 45 0-16,-15-40 0 0,-1 2 0 0,0-3 128 15,0 2-128-15,-2-2 128 0,1 1-128 0,-2 0 128 16,1-3-128-16,-2 3 176 0,0-2-176 0,0 1 192 15,-1 0-192-15,0-1 0 0,2-1 144 0,-1 1-144 16,1-3 0-16,1 1 0 0,1-1 0 0,1-1 0 16,1-1 0-16,0-1 0 0,2 0 0 0,0 0 0 15,0-2 0-15,2 0 0 0,2 0-176 0,-1-2 176 16,2 0-1664 0,-1-1-224-16,0 1-48 0,2-1-8880 0,-1-1-1760 0</inkml:trace>
  <inkml:trace contextRef="#ctx0" brushRef="#br0" timeOffset="90498.78">16952 9946 1839 0,'0'-1'160'0,"0"1"-160"15,0 0 0-15,0 0 0 0,0 0 1728 0,1-2 320 16,0-1 64-16,0-1 16 0,1-1 816 0,0 0 144 16,-1 1 48-16,0 1 0 0,1-2-544 0,0 2-96 15,0 0-32-15,-1 0 0 0,0 3-848 16,0 0-160-16,0 0-48 0,-1 3 0 0,0 0-512 0,0 3-128 16,0-6 0-16,0 0-16 0,0 0-336 0,-6 33-64 15,6-33-16-15,-5 26 0 0,5-26-176 0,-6 28-32 16,6-28-128-16,0 0 192 0,-6 38-192 0,4-28 144 15,2-10-144-15,0 0 128 0,0 0-128 0,0 0 0 0,0 0 0 0,7 40 128 16,-3-38-128-16,0-2 0 0,1-1 0 0,1 0 0 16,0-3 0-16,3-1 128 0,-1 0-128 0,0-2 0 15,2 0 0-15,0-2 0 0,0 1 0 0,-1-1 0 16,1-2 0-16,0 0 0 0,-2 0 0 0,0 1 0 16,-1-1 0-16,-1 1 0 0,1-2 0 0,-3 0 0 15,2 0 0-15,-2 0 0 0,-1 1 0 0,0 1 0 16,-1 3 0-16,0 0 0 0,0 4 0 0,-1 0 0 0,-1 2 0 15,0 1 0 1,-1 1 0-16,0 2 0 0,0 0 128 0,-2 4-128 0,3-7 192 16,0 0-64-16,-8 31 96 0,8-31 16 0,-7 28 0 0,7-28 0 0,-7 33-96 0,7-33-16 15,-10 40 0-15,10-40 0 0,-12 44 0 0,5-21-128 16,0-2 192-16,-1 3-64 0,8-24-128 0,-14 46 160 16,6-21-160-16,-1-1 160 15,0-1-160-15,1-3 0 0,1-1 0 0,-2-2 0 0,2-1 0 0,-1-2 0 16,0-1 0-16,-1-2 0 0,0-2 0 0,0 0 0 15,-2-1 128-15,1-1-128 0,-2-1 0 0,0-2 0 16,0 1 0-16,-1-3 0 0,0 0 0 0,0-2 0 16,0-2 0-16,2-1 0 0,1 1 0 0,2-4 0 0,1-2 0 15,1-1 0-15,3-1 0 0,1-2 0 0,2-4 0 0,1-1 0 16,3 0-144-16,2-5 144 0,0 1 0 0,3 0 0 16,2 0-400-16,2 4 16 15,0 3 16-15,2 0-17824 0</inkml:trace>
  <inkml:trace contextRef="#ctx0" brushRef="#br0" timeOffset="92205.25">17485 9879 1839 0,'0'-3'160'0,"0"1"-160"0,0 1 0 0,1 0 0 16,0 1 2640-16,0-2 496 0,1 2 112 0,0 0 16 0,2-2-656 16,1 1-128-16,2-1-32 0,-1 0 0 0,1 2-320 0,-2 0-64 15,2 0-16-15,-2 0 0 16,1 0-832-16,-1 2-192 0,-1-2-16 0,1 0-16 0,-2 0-480 0,-1 2-112 31,0-2-16-31,0 1 0 0,0 1-384 0,-1 0 0 0,0 0 0 0,-1 0 0 16,1 1-256-16,-2-1-144 0,1-1-32 0,-2 2 0 15,1 0-2016-15,-2 0-416 0</inkml:trace>
  <inkml:trace contextRef="#ctx0" brushRef="#br0" timeOffset="92379.81">17457 9976 1839 0,'0'2'160'0,"0"-2"-160"0,0 0 0 0,0 0 0 16,0 0 1360-16,1 0 240 0,-1 1 64 0,1 1 0 16,-1 0 736-16,1 1 160 0,0-1 16 0,-1 3 16 15,0-5-304-15,0 0-64 0,0 0-16 0,-6 33 0 16,6-33-688-16,-8 21-144 0,8-21-32 0,-10 22 0 16,6-11-528-16,-1-1-112 0,1-2-32 0,1 0 0 15,1-3-336-15,1 0-64 0,1 0-16 0,1-2 0 16,1-1-256-16,0-2 0 0,3 0-128 0,1-3-14608 15</inkml:trace>
  <inkml:trace contextRef="#ctx0" brushRef="#br0" timeOffset="92788.57">17738 9960 9215 0,'3'-5'400'0,"-1"0"96"0,1 3-496 0,-1-1 0 15,-1 1 0-15,0 0 0 0,1 1 1072 0,-1-3 112 16,3-1 32-16,1-2 0 0,-1 2 400 0,0-2 96 16,-2 5 16-16,-1-2 0 0,-1 3-432 0,-1 1-80 15,-2 1 0-15,-1 1-16 0,-2 1-576 0,0 0-112 16,-3 2-32-16,0 0 0 0,-1 2 48 0,-1-1 16 0,-1 0 0 16,-1 3 0-16,1-1 0 0,2-2 0 0,2 2 0 0,0-4 0 15,3 4 336-15,0-4 64 0,2 1 16 0,1 0 0 16,2-1-176-16,0-1-16 0,2-1-16 0,2 1 0 15,2-3-208-15,0 1-32 0,2 0-16 0,0-1 0 16,1 2-96-16,1-1-16 16,2 1 0-16,-12-2 0 0,0 0-192 0,34 11-64 0,-34-11 0 0,0 0 0 15,0 0-128-15,35 17 128 0,-35-17-128 0,0 0 128 16,0 0-128-16,0 0 0 0,0 0 0 0,0 0 0 0,0 0 0 16,0 0 0-16,0 0 0 0,-6 38 0 0,-4-33 0 15,-1-3 0-15,-1 1 128 0,-1 2-128 0,-2-3 0 0,2 0 0 16,1 0 144-16,0 1-144 0,1-1 0 0,0-1 0 15,2-1 0-15,1 0 0 16,3 0-384-16,2-1-160 0</inkml:trace>
  <inkml:trace contextRef="#ctx0" brushRef="#br0" timeOffset="94085.37">18145 9905 14735 0,'1'-2'1312'0,"1"1"-1056"16,-1 1-256-16,0-2 0 0,1 2 1184 0,0-1 176 15,4 0 48-15,1-4 0 0,4 0 576 0,1 2 112 16,0-1 16-16,0 2 16 0,-1-1-720 0,-2 3-128 16,0-2-48-16,-1 2 0 0,-3 2-688 0,0-1-144 15,-2 1-16-15,0 0-16 0,-1 1-368 0,-1-1-256 16,0 0 32-16,-2 1-14352 0</inkml:trace>
  <inkml:trace contextRef="#ctx0" brushRef="#br0" timeOffset="94242.3">18165 9966 3679 0,'0'1'320'0,"-1"1"-320"0,1-2 0 0,0 1 0 16,0 1 1152-16,-1 0 176 0,0 2 16 0,1 2 16 15,-3 3 800-15,3-9 144 0,0 0 48 0,-10 33 0 16,7-23-288-16,0-1-48 0,0 0-16 0,0 1 0 16,2-3-1056-16,0-2-224 0,1-1-32 0,1-1-16 15,-1-1-1088 1,4-4-224-16</inkml:trace>
  <inkml:trace contextRef="#ctx0" brushRef="#br0" timeOffset="94557.23">18439 9846 19343 0,'3'-2'848'0,"-2"2"192"0,0 0-832 0,0 0-208 15,-1 2 0-15,-1-2 0 0,1 1 1552 0,-1 2 272 16,-1 0 48-16,-1 4 16 0,-3 1-288 0,1 1-64 0,-2 0-16 15,0 3 0-15,-1 0-576 0,0 0-112 0,0 0-32 0,-1 2 0 16,1 0-448-16,0-2-96 0,1 2 0 0,1-2-16 16,6-12-240-16,-9 26 176 0,9-26-176 0,0 0 160 15,0 0-16-15,1 38 0 0,-1-38 0 0,0 0 0 16,0 0 112-16,0 0 0 0,36 21 16 16,-26-21 0-16,1 0-32 0,1-2-16 0,1-1 0 15,3-1 0-15,-1-4-224 0,0 2 176 0,0-1-176 0,-1 0 160 16,-1-1-160-16,-1 2 0 0,-3 0 0 0,0-1 0 15,-4 0-448 1,-2 2-32-16,-1 0 0 0,-4 1 0 0,-2 0-1632 0,-2-1-336 0,-3 2-64 0,-3 1-11136 16</inkml:trace>
  <inkml:trace contextRef="#ctx0" brushRef="#br0" timeOffset="94714.82">18317 9988 9439 0,'-25'5'192'0,"16"-5"64"0,4 2 0 0,3-2 16 0,1 0-272 0,-1 0 0 15,-2 1 0-15,-1 1 0 0,-3 0 2800 0,2 0 496 16,0 0 96-16,4 1 32 0,4-1-32 0,4-2-16 15,2 0 0-15,3 0 0 0,3-2-1632 0,3-1-320 16,2-1-64-16,3-1-16 0,2-2-688 0,0 2-144 16,0-2-16-16,0 1-16 15,-3 0-304-15,0 0-176 0,-4 0 192 0,-1 0-192 0,0 1 0 0,-3 1-192 16,0-1 0-16,0 2-17776 16</inkml:trace>
  <inkml:trace contextRef="#ctx0" brushRef="#br0" timeOffset="94998.28">18815 9865 8287 0,'4'-5'368'0,"-2"3"80"15,0 0-448-15,0 1 0 0,-1-1 0 0,0 2 0 0,1 0 2160 0,2-2 336 16,2 1 80-16,3-1 16 0,1 2 1216 0,1-1 240 16,1 0 48-16,0 1 16 0,0 0-1856 0,0 0-368 15,1 0-80-15,-1 1-16 0,-1 0-1152 0,-1-1-256 16,-2 2-32-16,1 1-16 0,-9-3-336 0,0 0 0 16,0 0 0-16,0 0 0 15,0 0-608-15,0 0-144 0,0 0-16 0,0 0-16256 0</inkml:trace>
  <inkml:trace contextRef="#ctx0" brushRef="#br0" timeOffset="95202.59">18883 9972 5519 0,'1'0'496'0,"0"0"-496"0,0 0 0 0,-1 0 0 16,0 0 2240-16,1 0 336 0,1 2 80 0,-1-1 16 15,2 2 848-15,0 0 192 0,-1 2 16 0,-1-1 16 16,-1 2-1568-16,-1 0-320 15,0 1-64-15,-1-2-16 0,0 2-1104 0,-1 0-224 0,2-1-32 0,-2 0-16 16,1-1-400-16,0 0 0 0,1-1 0 0,0-1 0 31,1-1-1040-31,1 1-144 0,1-3-32 0,1-2-13696 0</inkml:trace>
  <inkml:trace contextRef="#ctx0" brushRef="#br0" timeOffset="95792.62">19095 9908 10127 0,'1'0'896'0,"-1"0"-704"0,0 2-192 0,0-2 0 0,0 1 1968 0,0 0 352 16,-1 2 80-16,0 4 16 0,1-7 400 0,0 0 96 15,-11 28 16-15,11-28 0 0,-11 24-1264 0,11-24-240 16,-11 22-48-16,6-11-16 0,-1-2-432 0,0 1-96 16,3-3 0-16,0-2-16 0,1-1-512 0,1 1-112 0,1-4 0 0,0 1-16 31,0-2-176-31,1 0 0 0,1-3 144 0,0-1-144 15,2 1 0-15,-1-3 0 0,3 0 0 0,-1-1 0 16,2 0 0-16,-1-2 0 0,2 2 0 0,0-3 0 16,0 1-208-16,1 2 32 0,-1-3 16 0,1 0 0 31,1-1-224-31,-1 2-64 0,0-1 0 0,0 2 0 0,-1 2 240 0,0-2 32 0,1 4 16 0,-1 1 0 0,-1 1 160 0,0 0 0 16,-1 4 0-16,-1 0 0 0,0 1 144 0,-3 0 16 15,-2-3 0-15,0 0 0 0,0 0 304 0,0 0 64 16,0 0 16-16,2 47 0 0,-2-47-224 0,0 0-32 15,-8 28-16-15,4-21 0 0,1 0-144 0,0 0-128 16,0 0 192-16,0-2-192 0,0 0 144 0,1-3-144 16,0 1 0-16,0-1 144 0,0 0-144 0,1-1 0 0,1-1 0 15,0 0 0-15,1-1 0 0,0-1 0 0,1-1 0 16,1-1 0-16,1-1 0 0,1 0 0 0,1 1 0 0,2-4 0 16,0 1-144-16,1-2 144 0,3 1-192 0,-1-3 192 31,1 1-896-31,0-3-64 0,1 1 0 0,-1 2-16 15,0-2-480-15,-1 2-80 0,-1 3-32 0,-1 0 0 0,-1 3 720 16,-1-1 144-16,-1 2 16 0,-1 3 16 0,-1 0 672 0,-1 0 0 0,0 0 0 0,-1 0 176 16,-1 3 416-16,0 0 96 0,0 1 16 0,-1-4 0 15,0 0 304-15,0 0 64 0,0 0 16 16,0 0 0-16,-1 38-432 0,1-38-80 0,0 0 0 0,-3 35-16 0,3-35-64 0,0 0-16 16,-3 33 0-16,3-33 0 0,0 0-96 0,0 0 0 15,0 0-16-15,7 41 0 0,-7-41-368 0,0 0 144 16,0 0-144-16,0 0 0 0,0 0 0 0,0 0 0 15,30 12 0-15,-24-14 0 0,-1-1 0 0,2-2-176 16,-1 0 0-16,1-1 0 16,-1 0-1760-16,1 0-368 0</inkml:trace>
  <inkml:trace contextRef="#ctx0" brushRef="#br0" timeOffset="96155.31">19545 9846 11055 0,'2'-3'480'0,"-1"1"112"0,0 2-464 0,0-2-128 0,0 1 0 15,0 1 0-15,0 0 1664 0,0-2 304 0,0 2 64 0,0-1 16 16,2 0 192-16,-2 1 32 0,0 2 16 0,-1 1 0 15,-1 4-416-15,1-7-80 0,0 0 0 0,-7 31-16 16,7-31-912-16,-8 35-176 0,8-35-48 0,-11 43 0 16,11-43 0-16,-14 50-16 0,14-50 0 0,-13 47 0 15,13-47 16-15,-13 55 0 0,13-55 0 0,-8 52 0 16,8-52-384-16,-2 49-64 0,2-49 0 0,-1 44-16 0,1-44-176 0,-2 37 0 16,2-37 0-16,0 0 0 0,0 0 0 0,0 0 0 15,0 0 0-15,10 38 0 0,-8-40-448 0,1-1 48 16,-1-1 0-16,1-4 0 15,0-1-1696-15,1-3-336 0,0 0-64 0,-1-2-12288 0</inkml:trace>
  <inkml:trace contextRef="#ctx0" brushRef="#br0" timeOffset="97037.18">19542 9870 6447 0,'1'-7'272'0,"0"4"80"0,0 1-352 0,1-1 0 0,-1 1 0 0,0 2 0 15,1 0 1936-15,1 0 320 0,1-2 64 0,3 2 16 16,1 0 720-16,1 0 144 0,2 0 16 0,-1 0 16 15,2 2-1440-15,-1-2-272 16,1 0-64-16,1 0-16 0,0-3-560 0,1 3-112 0,-1-2-32 0,0 0 0 31,0 0-416-31,-2 2-64 0,-1 2-32 0,-2-2 0 0,-8 0-224 0,0 0 0 0,0 0 0 0,0 0 0 16,0 0 0-16,0 0 128 0,9 40-128 0,-17-30 0 16,-1 0 0-16,-2 1 0 0,-2-1 0 0,-1 1 0 31,-2 0 0-31,2-2 144 0,-1-1-144 0,1 0 128 0,1-3-128 0,2 0 128 0,1-1-128 0,4 1 128 15,1-3-128-15,3-1 160 0,2 1-160 0,2-2 160 16,2-2-160-16,2 1 0 0,3-3 144 0,2 1-144 0,2-2 0 0,3-2 0 16,0 0 0-16,3 0-128 15,-1-3-688-15,1-1-128 0,-1 2-16 0,-1 1-16 16,0-2-1248-16,-1 1-240 0,-1 2-48 0,-3 0-16 16,1 2 608-1,-4 3 128-15,-1-3 32 0,-1 2 0 0,-3 3 1248 0,0-2 240 0,-2 4 48 0,-2-2 16 0,-1 3 928 0,-2-1 192 16,-1 1 48-16,0-1 0 0,-1 3 688 0,0 0 144 0,0-1 16 0,-1 1 16 15,1 1-224-15,0 0-64 0,1 1 0 0,-1 1 0 16,5-8-352-16,0 0-80 0,-9 23-16 0,9-23 0 16,0 0-288-16,0 0-64 0,0 0-16 0,0 0 0 15,0 0-336-15,29 29-80 0,-17-29-16 16,-1-1 0 0,0-1-96-16,1-3 0 0,-1 3-16 0,0-2 0 15,-1 0-176-15,0 0 0 0,1-1 144 0,-2 0-144 16,0 1 0-16,0-3 0 0,-3 2 0 0,-1-2 0 15,-2 2 0-15,-1-2 0 0,-2 1 0 0,-3 0-128 0,-1 0-48 16,-2 0 0-16,-1 1 0 0,-2-1 0 16,-3 1-224-1,0 1-48-15,-1 1-16 0,0 1 0 0,0 1 224 0,-1 1 48 0,0 0 16 0,3 3 0 0,1 0 176 0,2 0 0 16,1 0 0-16,4 0 128 0,1 1 112 0,2-2 16 16,1 1 16-16,3-1 0 0,0-1-32 0,3 1-16 15,1-2 0-15,1-2 0 0,2 1-48 0,1-3-16 16,1 1 0-16,0-1 0 0,3-1-160 0,1 0 128 15,0 0-128-15,-1-2 128 0,0 2-128 0,0 0 0 16,-1 1 0-16,-2-1 0 16,0 0-464-16,-1 3 16 0,-1 0 16 0,-2 0 0 15,-1 2-64-15,-1 0-16 0,-1 2 0 0,-1 0 0 0,-5-2 512 0,0 0-144 0,0 0 144 0,0 0 0 16,0 0 0-16,0 0 0 0,0 0 0 0,10 43 0 16,-10-43 0-16,0 0 144 0,0 0-144 0,-5 45 160 15,5-45-16-15,0 0 0 0,-6 31 0 0,6-31 0 16,0 0 48-16,0 0 16 0,0 0 0 0,0 0 0 15,2 38-16-15,-1-34-16 0,0-3 0 0,0-1 0 16,1 0 112-16,-1-1 32 0,0 1 0 0,1-4 0 16,0 1-96-16,0-1-16 0,0 1 0 0,1-3 0 15,-2 0-208-15,2-1 144 0,0 0-144 0,0-2 128 16,0 1-128-16,0-1 0 0,1 2 0 0,0-3 0 16,0 0 0-16,2-1 0 0,-1 1 0 0,2-1 0 0,0-1 0 0,1 2 0 15,0 0 0-15,1 1 0 0,0 0 0 0,-1 1 0 16,0 2 0-16,1 1 0 15,-1 2-912-15,0 1-64 16,-3 0-16-16,1 2-10352 0,-1 0-2080 0</inkml:trace>
  <inkml:trace contextRef="#ctx0" brushRef="#br0" timeOffset="97419.46">20381 9777 4607 0,'4'-5'192'0,"-2"3"64"0,1-2-256 0,-1 3 0 0,0-1 0 0,-1 2 0 16,1-2 2048-16,0 1 352 0,2-1 80 0,1 1 16 15,-1-2 496-15,0 2 96 16,-1 1 32-16,0 0 0 0,-2 3-704 0,-1-1-144 0,-1 3-32 0,-1 0 0 16,0-1-880-16,2-4-176 0,0 0-32 0,0 0-16 15,-11 34-672-15,11-34-128 0,0 0-16 0,-11 32-16 16,11-32-64-16,0 0-16 0,-11 36 0 0,11-36 0 15,-9 28-96-15,9-28-128 0,-9 29 176 0,9-29-176 16,0 0 128-16,-11 35-128 0,11-35 0 0,0 0 0 0,0 0 0 0,0 0 0 16,0 0 0-16,0 0 0 0,0 0 0 0,0 0 128 15,18 41-128-15,-12-43 0 0,1 1 128 0,1-2-128 16,1 0 0-16,-1-2 0 0,2 0 0 0,-1 0 0 16,-1-2 0-16,1 1 0 15,-2 0-576-15,0-1-80 0,-2-1-16 0,-1-1 0 16,0 0-1664-16,-3 0-336 0,0-1-64 15,-2 1-16-15,-1-1-544 0,-2 1-112 0,-2-2-32 0,0 3 0 16,-3 1 464-16,0 0 96 0</inkml:trace>
  <inkml:trace contextRef="#ctx0" brushRef="#br0" timeOffset="97578.65">20343 9846 4607 0,'-35'9'192'0,"29"-8"64"0,5-1-256 0,1 0 0 0,-1 2 0 0,-2-2 0 16,0 2 2144-16,-2 0 384 0,-1 3 80 0,0-2 16 16,2 1 896-16,2-2 176 15,3 1 32-15,3-3 16 0,3 0-928 0,0-3-192 0,3 1-48 0,3 0 0 16,1-3-1200-16,2 0-240 0,1-1-48 0,2 0-16 15,0 2-752-15,1-4-128 0,-2 4-48 0,0-1 0 16,-3 0-144-16,0 1 0 0,-2 1 0 0,-1-2 0 16,-2 5 0-16,-1-3 0 0,-1 2 0 0,-2 1-176 15,0 0-1296-15,-2 0-272 0,1 0-48 0,-2 1-14608 16</inkml:trace>
  <inkml:trace contextRef="#ctx0" brushRef="#br0" timeOffset="98433.96">20590 9867 5519 0,'1'1'496'0,"2"-1"-496"16,-1 0 0-16,0 0 0 0,0-1 2448 0,0 1 400 0,4 0 80 0,2-2 16 31,4 0 448-31,0 1 80 0,0-3 32 0,0 1 0 0,-2-2-1680 0,-1 1-336 0,0-1-64 0,-1 0-16 16,-1 1-576-16,-1-1-112 16,-1-1-16-16,-1 0-16 0,-1 1-304 0,-1-1-48 15,-1 0-16-15,-1 2 0 0,-2-1-96 0,-2 0-32 16,0 1 0-16,0 1 0 0,-3 1 0 0,1 2-16 0,-2 2 0 0,1-1 0 15,0 3-176-15,0-2 0 16,-1 3 0-16,0 2 128 0,2 0-128 0,-1 0 0 0,7-7 0 0,-15 24 0 16,15-24 208-16,-16 28-32 0,16-28-16 0,-13 32 0 15,13-32 128-15,0 0 32 16,-8 42 0-16,8-42 0 0,0 0-128 0,0 0 0 16,0 0-16-16,0 0 0 0,24 38-176 0,-17-37 0 15,0 0 0-15,0-2 128 0,1 0-128 0,1-4 0 16,-1 0 0-16,1 1 0 0,0-4 0 0,1 1 0 15,-1-1 0-15,-1 0 0 0,1-2 0 0,-3 1 0 16,2-1 0-16,-2 1 0 0,0-1 0 0,-2 1 0 16,2-1 0-16,-2 1 0 0,-1 2 0 0,1-3 0 15,-1 4 0-15,0 0 0 0,-2 2 0 0,2-1 0 16,-1 3 0-16,0 1 0 0,-1 1 0 0,1 0 0 16,-1 3 0-16,-1-3 0 0,0 0 0 0,0 0 0 0,0 0 0 0,0 0 0 15,0 0 0-15,3 47 0 0,-3-47 0 0,0 0 0 16,0 0 0-16,4 41 0 0,-4-41 0 0,0 0 0 15,0 0 0-15,0 0 0 0,0 0 0 0,0 0 0 16,0 0 0-16,12 40 0 0,-10-40 0 0,0 0 0 16,0-2 0-16,0 1 0 0,2-2 0 0,1 0 0 15,-1 0 0-15,2-4 0 0,0 2 0 0,0 0 0 16,1-1-144-16,0 0-16 0,1 0 0 0,0-2 0 16,-1 1-976-16,1 0-192 15,3-2-32-15,0-1-16 0,-1 1-224 0,0-2-32 0,0 0-16 0,0 2 0 16,-3 0 912-16,1-1 176 0,-2 5 48 0,-1-2 0 0,-1 5 512 0,-1 0 192 15,-1 2 0-15,-2 3 0 0,-1 0 896 0,1-3 160 16,0 0 32-16,0 0 16 0,-11 34-64 0,11-34-16 16,0 0 0-16,-14 38 0 0,14-38-640 0,-12 27-128 15,12-27-16-15,-12 29-16 0,12-29-112 0,-10 23-32 16,10-23 0-16,0 0 0 0,-10 27-112 0,10-27-32 16,0 0 0-16,0 0 0 0,0 0-128 0,0 0 0 15,0 0 0-15,0 0 0 0,0 0 0 0,0 0 0 16,0 0 128-16,4-1-128 0,0-5 0 0,0-1 0 0,2-2 0 0,1 2 0 15,-1-3 0-15,2-2 0 0,1 0 0 0,0 0 0 16,0 0 0-16,1-1 0 0,2 0 0 0,-2-1 0 16,-2 2-192-16,1 0 192 0,2-1-160 0,-1 1 160 15,-1 3-144-15,0 1 144 0,-1 3-128 0,-1 1 128 16,-1 3 0-16,-1 1 0 0,-1 3 0 0,-4-3 0 16,0 0 0-16,0 0 0 0,0 0 0 0,0 0 0 15,11 47 192-15,-11-47-16 0,0 0-16 0,-2 37 0 16,2-37 0-16,0 0 0 0,-1 42 0 0,1-42 0 15,0 0-160-15,-1 37 0 0,1-37 0 0,0 0 128 0,0 0-128 0,0 0 0 16,5 41 0-16,-3-36 0 0,0-3 0 0,1-1 0 16,0-1 0-16,1-1-12352 15,1 1-2416-15</inkml:trace>
  <inkml:trace contextRef="#ctx0" brushRef="#br0" timeOffset="98767.25">21384 9668 5519 0,'3'-7'240'0,"-2"4"64"0,0 1-304 0,0 0 0 0,0 0 0 0,-1 1 0 16,1 1 2080-16,-1-2 352 0,1-1 80 0,0 0 16 16,-1 2 1184-16,-1 1 256 0,-1 2 32 0,-2 3 16 15,4-5-1840-15,0 0-384 0,-18 35-64 0,18-35 0 16,-19 38-960-16,19-38-192 0,-23 48-48 0,23-48 0 0,-22 54 96 0,22-54 16 15,-20 52 0-15,20-52 0 0,-13 50-320 0,13-50-48 16,-5 40-16-16,5-40 0 0,0 0-256 0,5 41 128 16,-5-41-128-16,0 0 0 15,0 0 0-15,0 0 0 0,30 26 0 0,-23-28 0 0,2 0 144 0,1-1-144 32,-1-2 0-32,1-2 144 0,-1 2-144 0,1-3 0 0,-2 0 144 0,0-1-144 15,-1 1 0-15,-1-1-208 0,-1 0 16 0,-1 0 16 16,-1-2-1248-16,-3 2-256 15,0-1-48-15,-1-1-16 0,-3 1-1616 0,-2-2-320 0</inkml:trace>
  <inkml:trace contextRef="#ctx0" brushRef="#br0" timeOffset="98925.26">21113 9815 25791 0,'0'0'2304'15,"2"0"-1856"-15,1 0-448 0,1 0 0 0,0 0 1920 0,3 2 304 0,4-2 48 0,10 0 16 16,9 1-176-16,6-1-16 0,1 0-16 0,1-1 0 15,-1-1-1440-15,-3-1-304 0,-1 0-48 0,-1 0-16 16,-2 0-80-16,-2-2-32 0,-3 3 0 0,-2-2 0 16,-6 1-160-16,-3 1 0 0,-4 1 0 0,-4-1 0 15,-5 2-352-15,-4 0-48 0</inkml:trace>
  <inkml:trace contextRef="#ctx0" brushRef="#br0" timeOffset="99593.71">21714 9668 23039 0,'0'-2'2048'15,"0"2"-1648"-15,0-2-400 0,0 2 0 0,0-1 1920 0,0 1 288 32,0-2 64-32,1-1 16 0,-1 0-368 0,1-1-80 15,2-1-16-15,0-1 0 0,2 1-960 0,1 0-192 0,2-2-32 0,2 0-16 0,1 0-432 0,2 0-192 16,0-1 160-16,2 1-160 0,2 0 0 0,0-2 0 15,0 4 0-15,0-2 0 0,0 1 128 0,-2 1-128 16,-2 1 0-16,-3 2 0 0,-2 2 192 0,-2 2-64 16,-3 1-128-16,-2 3 192 0,-1-6-192 0,0 0 0 15,-16 32 0-15,6-18 0 0,-2-1 0 0,-1 5 0 16,0-1 0-16,-2 4 0 0,0-2 0 0,0 2-208 16,1 1 16-16,0 1-17824 0</inkml:trace>
  <inkml:trace contextRef="#ctx0" brushRef="#br0" timeOffset="99798.6">21765 10026 19343 0,'-5'2'848'0,"2"-2"192"0,0 2-832 0,1-1-208 0,2-1 0 0,0 0 0 16,-1 0 2448-16,0 0 448 0,-1 2 96 0,1-2 16 15,0-2-384-15,2 1-80 0,1-1-16 0,1 1 0 16,0 0-1632-16,2-1-320 0,1-1-64 0,1 1 0 15,1-1-512-15,1 1 128 0,0 0-128 0,1-3-12160 16,1 2-2448-16</inkml:trace>
  <inkml:trace contextRef="#ctx0" brushRef="#br0" timeOffset="154529.22">18260 9369 12895 0,'1'-5'1152'0,"0"3"-928"15,0 0-224-15,-1 2 0 16,0 0 432-16,0-2 32 0,1 1 16 0,-1-4 0 0,0 1 736 0,1-1 128 0,0 1 48 0,-1 1 0 31,-1 3-208-31,0 0-32 0,0 2-16 0,-2 1 0 16,0 2-208-16,-1 1-32 0,1 3-16 0,3-9 0 15,-10 21-128-15,10-21-32 0,-10 31 0 0,10-31 0 16,-12 37-256-16,12-37-48 0,-10 39-16 0,10-39 0 0,-8 39 160 16,8-39 16-16,-7 38 16 0,7-38 0 0,0 0-160 0,-5 40-48 0,5-40 0 0,0 0 0 15,0 0-112-15,0 0-16 0,0 0-16 0,0 0 0 16,0 0 80-16,0 0 0 0,0 0 16 15,0 0 0-15,30 22-96 0,-21-30-32 16,2-1 0-16,1-2 0 0,1-2-208 0,1-1 0 16,-1-2 0-16,0 3 0 0,0-1 0 0,-1 0 0 15,1 0-176-15,-1 0 176 0,-4 4-352 0,0-2 48 16,1 3 16-16,-2-2 0 0,0 3 144 0,-2-2 144 16,-1 3-208-16,-1 0 80 0,-2 0 128 0,-1 2 0 15,1 1 0-15,-2-1 0 0,1 0 0 0,-2 1 0 16,0-1 0-16,-1 1 128 0,0 1-128 0,1-2 192 0,0 2-64 0,0 0 0 15,-1 2 192-15,1-1 64 0,0 2 0 0,0 2 0 16,1 0-32-16,-2 5 0 0,3-7 0 0,0 0 0 16,0 0-144-16,-10 34-16 0,10-34-16 15,-3 30 0-15,3-30-176 0,-4 33 128 0,4-33-128 0,-5 31 128 16,5-31-128-16,0 0 0 0,-2 38 0 0,2-38 128 16,0 0-128-16,0 0 0 0,0 0 144 0,0 0-144 15,19 38 176-15,-19-38-48 0,0 0 0 0,23 3 0 16,-13-5-128-16,1-1 0 0,2 0 0 0,0 1 128 15,1 0-368-15,-1-1-80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10-23T01:00:19.461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336 4888 6447 0,'-1'0'576'0,"1"0"-576"16,0 0 0-16,1 0 0 0,-1 0 256 0,0 0-64 0,0 0-16 0,0-1 0 15,1 1 1312-15,0-1 272 16,0-1 48-16,0-1 16 0,1 1-224 0,1 1-64 15,-1-2 0-15,1 0 0 0,-1 1-496 0,0-1-96 0,1 0-32 0,0 1 0 16,0 0-160-16,-1-3-48 16,1 0 0-16,2-1 0 0,0 0-128 0,3-3-16 0,-1-1-16 0,2-1 0 15,0-4-240-15,1-2-48 0,1-1-16 0,-1-4 0 16,0-2-112-16,-2 1-128 0,-1-1 176 16,0 1-176-16,-2 1 128 0,-1 4-128 0,-1 0 0 0,1 2 0 15,-2 0 0-15,-1-1 0 0,1 0 0 0,-1 3 0 0,0 1 0 16,-1 1 0-16,1 1 0 0,-1 2 0 15,0 2 0-15,0-2 0 0,0 4 0 0,-1-2 0 0,1 3 0 0,-1 1 0 16,1-2 0-16,-1 2 0 16,0-1 192-16,1 1-192 0,-1-2 192 0,0 2-192 0,1 0 240 0,0 0-64 15,-1 0-16-15,1 1 0 0,-1 0-160 0,1 0 192 16,0 2-192-16,0 0 192 0,1 2 32 0,-1 2 16 16,0-1 0-16,-1 3 0 0,1 0-32 0,-1 1 0 15,0 0 0-15,1 2 0 0,0 1 32 0,-1 2 0 16,1-2 0-16,0 1 0 0,0-2-112 0,0 1-128 15,0 2 176-15,1-2-176 0,0 1 176 0,0 1-176 0,1 0 160 16,-2 2-160-16,2 1 128 0,1 0-128 0,-1 0 0 0,1-1 0 16,0 1 0-16,-1-1 128 0,2 0-128 0,0-4 0 15,-1 1 0-15,0-5 0 0,2 0 0 0,-1-6 0 16,0 0 0-16,2-4 0 0,0-4 0 0,3-3 0 16,0-1 0-16,1-3 128 0,-1-1-128 0,1 0 0 15,-2-1 0-15,0-1-256 0,2-2 48 16,-2 1 16-1,-2 0-288-15,1 0-48 0,-2 3-16 0,0-3 0 0,-2 4 256 0,0 1 48 0,-2 0 16 0,-1 3 0 16,0 0 224-16,-2 4-176 0,0 0 176 0,-1 5-160 16,0 0 160-16,1 0 0 0,-2 4 0 0,0 0 0 15,1 0 128-15,0 3 0 0,-1 0 0 0,1 0 0 0,0 2 112 0,1-1 16 16,0 2 16-16,0-1 0 0,0 2-64 0,1 1-16 16,0 2 0-16,1 0 0 15,1 2 0-15,0 0-16 0,1 0 0 0,0 0 0 16,1 1 0-16,0 1 0 0,1-1 0 0,-4-15 0 0,9 28-176 0,-9-28 192 15,0 0-192-15,19 34 192 0,-19-34-192 0,0 0 0 16,0 0 0-16,0 0 0 16,44 13-1344-16,-34-18-320 0</inkml:trace>
  <inkml:trace contextRef="#ctx0" brushRef="#br0" timeOffset="430.03">809 4464 7359 0,'-2'0'656'0,"0"1"-528"0,1-1-128 0,1 1 0 16,0-1 640-16,-1 2 80 0,-2 1 32 0,1 0 0 16,-2 3 1072-16,-1 2 224 0,2 1 32 0,0 1 16 15,0 3-688-15,0 0-128 16,0 3-16-16,1 1-16 0,0 1-336 0,0 0-64 0,0 0-16 0,0 1 0 16,0-2-144-16,0-1-48 0,2 1 0 15,-1-5 0-15,1 0-352 0,1-3-80 0,0-2-16 0,1-2 0 16,1-3-192-16,-1-2-128 0,1-2 128 0,-1 0-208 15,2-3-736 1,0-2-144-16,0-1-16 0,-1-1-16 0,1 0-352 0,-1-1-64 0,0-2 0 0,-2 0-16 16,1 1 192-16,-1 1 32 0,-1 1 16 15,0-3 0-15,-1 0 768 0,0 0 160 0,0-1 16 0,-2 0 16 0,0 1 352 0,1 0 0 16,-1-2 0-16,1 2 128 0,-1 1 464 0,1 1 96 16,1 1 16-16,0 3 0 0,1 0 480 0,0 3 96 15,2 1 32-15,0-1 0 0,1 3-48 0,1 0-16 16,1 0 0-16,-1 1 0 0,3 3-240 0,-1-1-48 15,-6-3-16-15,0 0 0 16,0 0-336-16,0 0-64 0,40 38-16 0,-40-38 0 0,0 0-32 0,0 0-16 16,0 0 0-16,30 41 0 15,-30-41-272-15,0 0-48 0,19 35-16 0,-19-35 0 16,0 0-144-16,10 29 0 0,-8-23 0 0,-2-1 0 16,1-1 0-16,-1-1 0 0,-1-1 0 0,1-2 0 15,-1-2-1744-15,0 0-240 16,-1-2-32-16</inkml:trace>
  <inkml:trace contextRef="#ctx0" brushRef="#br0" timeOffset="604.66">821 4570 4607 0,'-8'3'192'0,"4"-1"64"15,0-1-256-15,1 1 0 0,0 0 0 0,3-1 0 0,-2 0 1792 0,-1 4 304 16,-1 0 64-16,0 2 16 0,0 1 192 0,1-2 64 16,0 1 0-16,2-2 0 0,2-2-272 0,1 0-48 15,1-2-16-15,1-1 0 0,1-2-800 0,2-1-144 16,0-2-48-16,0 1 0 0,2-4-784 0,-1 2-176 15,1-2-16-15,0-1-128 16,0 0-1232-16,-1-1-368 0,2 1-64 0</inkml:trace>
  <inkml:trace contextRef="#ctx0" brushRef="#br0" timeOffset="872.87">960 4270 9215 0,'-4'-3'400'0,"1"1"96"16,1 1-496-16,-1-1 0 0,1 2 0 0,1 0 0 0,-1 0 1472 0,0 0 192 0,-1 0 32 0,-2 0 16 0,0 2 144 0,0-1 16 15,0 3 16-15,1-1 0 0,1 1-720 0,0 1-144 16,1 4-16-16,2 1-16 0,0 3 32 0,1 2 16 16,1 3 0-16,1 0 0 0,-1 1-272 0,-2-19-64 15,9 41-16-15,-9-41 0 16,10 35-208-16,-10-35-32 0,14 33-16 0,-14-33 0 0,0 0-192 0,26 37-48 15,-26-37 0-15,0 0 0 0,0 0-192 0,43 15 0 16,-32-16 0-16,1-5 0 16,-2-1-944-16,0-2-128 0,1-1-16 0,-1-4-8352 0,-1 2-1664 0</inkml:trace>
  <inkml:trace contextRef="#ctx0" brushRef="#br0" timeOffset="1298.41">1116 4252 7359 0,'-2'-4'320'0,"0"-1"80"0,1 1-400 0,0 1 0 0,0 3 0 0,1 0 0 16,0 0 1216-16,-1 0 176 0,0 0 16 0,-1 0 16 16,1 2 432-16,-2 1 96 0,0 2 16 0,0-1 0 15,1 4-176-15,0 3-48 0,0-1 0 0,0 4 0 16,2 3-496-16,-1-1-96 0,1 3-32 0,0-2 0 16,2-1-528-16,0-2-96 0,0 1-32 0,1-1 0 15,-3-14-208-15,0 0-32 0,0 0-16 0,0 0 0 16,30 36-208-16,-23-34 128 0,3-2-128 0,0-3 0 0,0-1 0 0,0-3 0 15,1-3 0-15,0-3 0 0,-1 0 0 16,-1-3 0-16,-1 1 0 0,0-3 0 31,-2 1-512-31,0-1-32 0,-1 3-16 0,-2 1 0 0,0-1-112 0,-1-1-32 0,0 1 0 0,-2-1 0 0,1 2 352 0,-2 2 64 16,0 0 16-16,0 2 0 0,0 1 272 0,0 2-128 16,-1 0 128-16,0 4 0 0,1 2 0 0,0 1 0 15,0 1 0-15,0 4 0 0,0 0 336 0,0 2 128 0,0 2 32 16,1 2 0-16,0 2 80 0,1-1 0 0,2 2 16 0,-1 2 0 15,2-1-48-15,0-1-16 0,-4-14 0 0,0 0 0 16,21 43-16-16,-21-43-16 16,0 0 0-16,0 0 0 0,36 34-240 0,-36-34-32 0,0 0-16 0,0 0 0 15,0 0-208-15,42 16 0 0,-35-14 128 0,0 0-128 32,-2-1-512-32,-5-1-160 0,0 0-32 0,0 0-14208 0</inkml:trace>
  <inkml:trace contextRef="#ctx0" brushRef="#br0" timeOffset="2530.5">1324 4132 15663 0,'1'-2'1392'0,"0"0"-1120"0,0 1-272 0,-1 1 0 15,1 0 1408-15,0 0 208 16,2-2 48-16,1 1 16 0,5-1 816 0,0 1 144 0,-9 1 48 0,0 0 0 15,0 0-1488-15,51 23-304 0,-51-23-48 0,0 0-16 16,44 47-256-16,-44-47-64 0,27 45-16 0,-27-45 0 16,18 48-80-16,-18-48-16 0,8 49 0 0,-8-25 0 15,-2-2-192-15,-4 1-32 0,-3-1-16 0,-4-1 0 16,-2 2-320-16,-2 0-64 0</inkml:trace>
  <inkml:trace contextRef="#ctx0" brushRef="#br0" timeOffset="3885.44">11771 11098 7359 0,'-2'0'656'0,"1"-2"-528"16,1 1-128-16,0 1 0 0,0-2 624 0,0 2 80 15,1-2 32-15,0 1 0 0,1-2 1088 0,0 0 224 16,1-3 32-16,0 2 16 0,3-1 384 0,-3 0 80 16,2 1 0-16,0-1 16 0,-2 0-512 0,2 1-96 15,0-3-32-15,0 2 0 0,1-3-976 0,-1-1-192 16,2 2-32-16,-2-3-16 0,1 1-464 0,-1 0-80 16,1-3-32-16,0 0 0 15,-1 0-144-15,-1-2 0 0,0 2 0 0,-2-2 0 16,0 2 0-16,-1-2 0 0,-1-1 0 0,-1 1 0 0,-1 2 0 0,0 0 0 0,0 1 0 0,-1 1 0 15,0 3 0-15,0 0 0 0,1 0 0 0,-2 2 0 16,1 1 0-16,0 1 0 0,0 0 0 0,2 1 0 16,-1 0 304-1,1 2-32-15,1-2 0 0,-1 1 0 0,1 2-80 16,0 1-32-16,0-1 0 0,-1 2 0 0,1 0-160 0,-1 4 0 0,-1 0 0 0,1 0 128 16,-1 5-128-16,1 0 0 15,-2 2 0-15,1 0 128 0,0-2-128 0,0 5 0 16,-1 2 144-16,0 2-144 0,0 0 0 0,0 1 0 15,0-3 0-15,2 0 128 0,0-1-128 0,0-3 0 16,1-3 0-16,0-12 0 0,0 0 0 0,2 28 128 16,0-22-128-16,1-3 0 0,0 0 0 0,1-3 0 15,0-3 0-15,2-1 128 0,0-1-128 0,2-4 0 16,1-1 0-16,0-2 0 0,1 0 0 0,1-3 0 16,-1-2 0-16,1 2 0 0,-2-2 0 0,1 1-208 15,0-3 48-15,-3 2 16 16,1 1-352-16,-2-1-64 0,0-3-16 0,-2 0 0 15,1 2 176-15,-2 1 16 0,0 2 16 0,-1 1 0 0,0 4 368 0,-2 2-176 0,0 2 176 0,0 1-128 16,-1 3 128-16,0 2 0 0,0 0 0 0,-1 0 0 16,2 2 144-16,-2 3 16 0,0-2 0 0,0 1 0 15,1 3 192-15,-1-2 32 0,1 0 16 0,0 0 0 16,0 1-112-16,0-3-32 0,1 2 0 0,0-3 0 16,0 0-112-16,1 1-16 0,0 0-128 0,0 1 192 15,1-2-192-15,-1 1 0 0,0 4 0 0,0 0 0 16,0 2 128-16,-1 3-128 0,0 0 0 0,0 5 144 15,-1 2-144-15,1-1 160 0,-1 4-160 0,0 0 160 0,0 1 0 0,1-2 0 16,0-21 0-16,2 41 0 0,-2-41-16 0,0 0 0 16,11 40 0-16,-11-40 0 0,0 0-144 0,0 0 0 15,38 1 0-15,-23-11 128 0,4-4-128 0,1-5 0 16</inkml:trace>
  <inkml:trace contextRef="#ctx0" brushRef="#br0" timeOffset="19743.7">974 5635 6447 0,'-1'0'576'0,"0"2"-576"16,0-2 0-16,1 0 0 0,0 0 1152 0,0 0 128 0,0 0 32 0,0 1 0 15,-1 1 32-15,0-2 0 0,0 0 0 0,0 1 0 16,1-1-192-16,0-1-48 0,1 1 0 0,0 0 0 15,1-2 16-15,1 1 0 0,0 1 0 0,-1 0 0 16,2 0-160-16,0 0-16 0,-1 0-16 0,1 0 0 16,-1 1-336-16,1 1-64 0,0-1-16 0,1 0 0 15,0 1-192-15,0-1-32 0,1 1-16 0,0-2 0 0,1 2-144 16,-1-4-128-16,1 2 144 0,-2-2-144 0,1 1 0 0,-1-1 128 31,1 1-128-31,-1-2 0 0,-2 2 0 0,0-3 128 0,0 3-128 0,-1-1 0 0,-1 1 0 0,-1 0 0 16,-1-1 0-16,0 2 0 0,-1 0 0 0,0-2 0 15,-1 2 0-15,0 0 0 16,-3 0 0-16,0 2 0 0,-1 0 0 0,-2 0 0 16,-1 0 0-16,-2 3 0 0,3-2 0 0,-1 1 0 0,-1 1 0 0,-1 0 0 0,0-1 0 0,-1-1 0 15,2 2 0-15,-1-1 0 0,3-1 0 0,0 2 0 16,2-3 0-16,0-2 0 0,1 2 0 0,2-1 0 16,1-1 0-16,0 0 0 15,1 0 0-15,1 0 0 0,1-1 192 0,0-1-48 0,1 2-16 0,1-2 0 16,1-1 432-16,0 1 80 0,1-1 0 0,0-1 16 15,1 2-80-15,-1-3 0 0,2 2-16 0,0-1 0 16,0-1-144-16,1 2-32 0,1 0 0 0,-2 2 0 16,2-2-192-16,-2 1-64 0,2 2 0 0,-2 0 0 15,2 0-128-15,-2 0 0 0,0 2 144 0,-1-2-144 16,-1 1 0-16,0-1 144 0,-1 2-144 0,2-1 0 16,0-1 0-16,-1 1 0 0,1-1 0 0,-1 0 0 15,0 0 0-15,0 0 0 0,0-1 0 0,-2 0 0 0,-1-1 128 0,0 1-128 16,-1-1 0-16,-2-1 0 0,1 1 0 0,-3 1 0 15,0 0 0-15,-1-1 0 0,-1 2 0 0,1-2 0 16,-2 2 0-16,0 0 0 0,-1 2 0 0,-1-2 0 31,0 2 0-31,-1 0 0 0,1 0 0 0,1 1 0 0,0-1 0 0,0 1 0 0,-1-1 0 0,-1 1 0 16,1 1 0-16,1-1 0 16,-1-1 0-16,1 0 0 0,2-2 0 0,0 2 0 0,1-1 0 0,2-1 0 15,0 2 0-15,1-4 0 0,1 2 128 0,1-1-128 16,1 1 0-16,2-2 0 0,-1 0 304 0,1 0-48 15,3-1-16-15,0-2 0 0,1 2 80 0,0-1 0 16,1 0 16-16,-1 1 0 0,1 1-160 0,-1-2-48 0,1 3 0 0,0-2 0 16,0 2-128-16,1 0 160 0,-1 1-160 0,1 1 160 15,-1 1-160-15,-1 0 0 0,-1-1 0 0,0 1 128 16,-6-2-128-16,0 0 0 0,0 0 0 0,0 0 0 16,0 0 0-16,37 18 0 15,-32-15 0-15,-2 0 0 0,1-1 0 0,-1 0 0 0,0 0 0 0,-1-2 0 31,-1 2 0-31,-1-2 0 0,0 0 0 0,-2 0 0 16,0 0 0-16,-1 0 0 0,-1 0 0 0,0-2 0 16,-2 2 0-16,0-1 0 0,-2 0 0 0,1 1 0 0,-1 0 0 0,0-2 0 15,-1 2 0-15,-1 0 0 0,1-2 0 0,2 1 0 16,-1 1 0-16,3-2 0 0,1 2 0 0,0 0 0 16,2-2 0-16,0 1 0 0,0 1 0 0,1 0 0 15,1 0 0-15,1 0 0 0,2 0 0 0,-1 0 0 16,2-2 0-16,1 2 0 0,1 0 0 0,2 0 0 15,-1-1 0-15,2 1 0 0,-9 0 0 0,0 0 0 16,35 1 0-16,-35-1 0 0,0 0-192 0,37 3-64 16</inkml:trace>
  <inkml:trace contextRef="#ctx0" brushRef="#br0" timeOffset="20899.8">572 5573 6447 0,'-1'-2'576'0,"0"2"-576"16,0 0 0-16,1 0 0 0,0 0 816 0,-1 0 48 16,-1 0 16-16,-1 0 0 0,0 2 1120 0,0-2 240 15,1 3 32-15,-1 1 16 0,0 2-752 0,1 2-160 16,-1 0-32-16,2 1 0 0,1-2-528 0,-1 3-112 0,0 2-32 0,0 0 0 15,0 0 96-15,0 2 0 0,0 0 16 0,0-1 0 16,-1 2-80-16,-1-1-32 16,2 1 0-16,-3-1 0 0,2 1-96 0,-1 1-32 15,0-4 0-15,0 2 0 0,1-5-128 0,1-1-32 0,1-1 0 0,-1-3 0 16,1-2-112-16,0-2-16 0,0-1-16 0,0-2 0 16,1-2-96-16,0-2-16 0,0 0 0 0,1-4 0 15,-1 1 16-15,1-1 0 0,0 0 0 0,0 0 0 16,0-2-144-16,0 2 0 0,0-1 0 0,-1 1 0 15,0-2 0-15,0-1 0 16,0 0 0-16,0-3 0 0,-2 3 0 0,1-3 0 0,-1 1 0 0,0 1 0 0,0 1 0 16,1 2 0-16,0 3 0 0,1 0 0 0,0 1 0 0,0 4 0 15,1 1 0-15,-1-1 0 0,0 4 256 0,0 0-48 16,0 2 0-16,0 0 0 0,-2 1-32 16,1-1-16-16,0 0 0 0,0 3 0 0,0-2-160 0,0 1 0 15,0 3 144-15,1 1-144 0,0 3 0 0,0 0 0 16,-1 2 0-16,1-1 128 0,-1 2-128 0,1 0 0 15,0 5 0-15,0-1 0 0,0 2 0 0,-1-1 144 16,0 1-144-16,-1 0 0 0,0-2 128 0,-1-2-128 16,1 0 0-16,0-5 0 15,0 0 0-15,1-5 128 0,0 0-128 0,1-2 0 16,-1-1 304-16,0-1-48 0,-2 0-16 0,1-4 0 0,0 2-240 0,0 0 176 0,0-2-176 0,-1 1 160 16,0 1-160-1,1-2 0-15,0 1 0 0,-1 0 0 0,1-1 0 0,-1 0 0 16,1-1 0-16,-1 0 0 0,2-3 0 0,-1-2 0 0,2-1 0 0,1-1 0 15,0-2 0-15,0 1-192 0,0-3 64 0,-1 2 128 16,0 2-320-16,1 0 48 0,0 1 16 0,1-2 0 16,0 3 256-16,-1-2-128 0,0 4 128 0,0 0 0 15,-1 4 0-15,1 0 0 0,-1 2 0 0,-2 0 0 16,0 1 0-16,0 2 0 0,-1 2 0 0,-1 0 0 0,0 2 0 0,-1 0 0 16,1 1 0-16,0 1 0 15,-2 0 0-15,1 5 0 0,0-1 128 0,1 1-128 0,1 2 0 0,0-1 0 16,1 1 0-16,0-1 0 15,1-1 128-15,-1-2-128 16,2-1 0-16,0-1 0 0,1-1 0 0,0-2 0 16,0-2 0-16,1 0 0 0,1-3 0 0,0 0 0 15,0-2 0-15</inkml:trace>
  <inkml:trace contextRef="#ctx0" brushRef="#br0" timeOffset="23775.19">4552 5614 911 0,'2'-2'0'16,"-1"1"0"-16,-1 1 0 0,0 0 0 0,1-2 800 0,-1 2 80 0,2-2 16 0,0 1 0 16,2-2 96-16,0 0 32 15,-1 0 0-15,0 0 0 0,-1 1 192 0,0 2 64 16,-1-1 0-16,0 0 0 0,-1 1-160 0,0 1-32 16,0-1 0-16,0 1 0 0,-1-1-128 0,1 2-48 0,-1-1 0 0,1 1 0 15,-1 0-352-15,1-1-80 0,0 1-16 0,0-2 0 16,0 1-304-16,0 0-160 0,1-1 160 0,0 0-160 15,0 0 0-15,-1 0 0 0,1 0 0 0,-1 0 0 16,1 0 0-16,-1-1 0 0,0 1 0 0,-1-1 0 0,0 1 0 0,1 0 0 16,-2 0 0-16,0 1 0 15,-1-1 0-15,0 0 0 0,0 1 0 0,-1-1 0 16,0 2 0-16,1 1 128 0,0-3-128 0,0 2 0 0,0-1 0 0,0 1 128 16,1 0-128-16,0-2 0 15,0 0 192-15,1 2-48 0,0-2-16 0,1 0 0 0,0-2 0 0,1 2 0 16,0-2 0-16,1 0 0 15,0 1-128-15,0-3 0 0,2 1 144 0,1 1-144 0,-2-1 0 0,2-1 0 16,0 3 0-16,-2-2 128 0,1 2-128 0,0-1 0 16,-1 0 0-16,0 1 0 0,0 1 0 0,0 0 0 0,-1 0 0 0,-1 0 0 15,0 3 0-15,-1-1 176 0,0 0-176 0,0 1 192 16,-2 1-192-16,0-1 0 0,-1 1 0 0,-1-1 0 16,2 0 0-16,-2 1 0 0,-1-2 0 0,0 3 0 15,-1-2 0-15,0 0 0 0,0 0 128 0,0 0-128 16,1-1 0-16,0-2 0 15,1 0 0-15,0 0 0 0,0-2 0 0,1-1 0 0,2 1 0 0,0 0 0 16,1-2 0-16,1 0 0 16,0 0 0-16,0-1 0 0,2 0 0 0,0 1 0 0,1-1 0 0,-1 0 0 15,2 3 0-15,0-2 0 16,-2 1 0-16,1 0 0 0,0 3 0 0,-1-2 0 0,1 2 0 0,-1 2 0 0,0-2 0 0,-1 1 0 31,-1 1 0-31,1 1 0 0,-1-1 0 0,0 2 0 0,-2-1-144 0,0 1 144 0,0 0 0 0,-1-1 0 16,-1 0 128-16,-1 2-128 0,1-3 288 0,-1 0-32 15,0 1-16-15,1-1 0 0,-1-1 208 16,2 1 64-16,-2-2 0 0,2 0 0 16,-1 0-208-16,2-2-48 0,0 1 0 0,1-3 0 0,0 1-256 0,2 1 160 0,-1-1-160 15,2-1 128-15,0 1-128 0,1 2 0 16,0 0-160-16,2-1-11936 16</inkml:trace>
  <inkml:trace contextRef="#ctx0" brushRef="#br0" timeOffset="28708.62">4576 5604 911 0,'0'0'0'0,"0"0"0"0,0 0 0 0,0-1 0 16,0 1 560-16,-1 0 16 0,0 1 16 0,0-1 0 16,0 0 80-16,0 2 16 0,-1-1 0 0,0 1 0 31,0-2-176-31,0 2-48 0,0 1 0 0,1-3 0 0,-1 2 16 0,0 0 0 16,1-1 0-16,1 0 0 15,-1 2-176-15,0-2-48 0,1 1 0 0,-1 0 0 0,0 0 16 0,0 0 0 0,0-1 0 0,-1 3 0 16,1-1 128-16,-1-1 32 0,1 1 0 0,0 2 0 15,-2 1-128-15,0-1-32 0,0 2 0 0,-1 1 0 16,0 1-272-16,-1 0 160 0,1 2-160 0,-1 0 128 16,0-2-128-16,1 1 0 0,-1 1 0 0,-1-1 0 0,2 2 0 0,0-3 0 15,0 1 0-15,1-1 0 0,-1 2 0 0,1-2 0 16,0 0 0-16,1 0 0 0,-1 1 0 0,-1-3 0 16,1 2 0-16,1-2 0 0,-2 1 0 0,0 1 0 15,1-2 0-15,0 0 0 0,-1 1 0 0,0 0 0 16,0 2 0-16,-1 1 0 0,0-2 0 0,1 2 0 15,-1-2 0 1,0 1 0-16,0 2 0 0,-1-3 0 0,3 1 0 0,-2-1 0 0,0 1 0 0,0 2 0 16,0-2 0-16,1 3 0 0,0-3 0 0,0-1 0 0,1 1 0 15,0-1 0-15,0 1 0 0,0-2 0 0,1 0 0 0,-1-1 0 16,2 1 0-16,-1-2 0 0,0 2 0 0,0-1 0 16,-1-1 0-16,0 2 0 0,1-1 0 0,-2 0 0 31,1 0 0-31,-1 3 192 0,1-3-192 0,-2 2 192 0,1-1 0 0,1 1 0 0,-2 0 0 0,0 1 0 15,2-2 96-15,-2 1 32 0,1 0 0 0,0-1 0 16,0 1 64-16,0 0 32 0,0 1 0 0,0-1 0 16,1-1-80-16,-1 2-16 0,2-2 0 0,-1-1 0 15,0 1-144-15,1 1-48 0,-1-2 0 0,1 3 0 32,-1-1 0-32,0-2 0 0,0 3 0 0,0-1 0 0,-1 1 64 0,0 1 16 0,1-1 0 0,0 0 0 15,-1 1-32-15,-1 1-16 0,1 0 0 0,-2 0 0 0,1 0 32 0,-2 2 16 16,1 0 0-16,0-1 0 15,0 0 96 1,-1 2 16-16,1-3 0 0,-1 0 0 0,1 0 16 0,0 1 16 16,-1-3 0-16,2 1 0 0,-2-1-80 0,2 2-16 15,-2 0 0-15,1 0 0 0,0 0-64 0,1 0 0 16,-2-1-16-16,2 1 0 0,0 1-48 0,-1 0 0 16,0 2 0-16,0-1 0 0,1 0-128 0,-1-1 128 15,1 0-128-15,-1 3 128 0,1-1-128 0,-2-1 0 16,1 3 0-16,-1-3 0 0,2 0 0 0,-2 0 0 15,1 0 0-15,-1 1 128 0,1 0 64 0,-1 1 16 0,1-2 0 0,0-1 0 16,0 2 112-16,-2-1 32 0,1 3 0 0,-1 0 0 16,2-5-32-16,-1 3 0 0,1 0 0 0,-2 0 0 15,0 1-48-15,1 1-16 0,-1-3 0 0,2 2 0 16,-1 1-64-16,0-2 0 0,0 1-16 0,0 1 0 16,0 2-176-16,-1-3 128 0,2 1-128 0,-2-2 128 15,2 1-128-15,-2-2 0 0,1 2 144 0,-1-2-144 16,2 1 128-16,-1-1-128 0,1 0 128 0,0-1-128 15,1-1 352-15,-2 2 0 0,1 2 0 0,-2 0 0 16,0 2-32-16,1 0-16 0,-2-1 0 0,0 2 0 16,1-1-112-16,0 0 0 0,0-1-16 0,1 0 0 15,-1 0-176-15,2 0 192 0,-2-3-192 0,2 1 192 16,-1 1-192-16,0-1 160 0,0 1-160 0,0-2 160 0,-1 2-32 0,0 1 0 16,0 2 0-16,-1-2 0 0,1 0 16 0,1 1 0 15,-2-1 0-15,0 0 0 0,2 1 32 0,-2-1 0 16,1 1 0-16,0-1 0 0,0 0-48 0,1 1 0 15,-1 0 0-15,1-1 0 0,-1 1-128 0,1-1 160 16,1-2-160-16,-1 1 160 0,1-2-160 0,-1 0 0 16,2 3 144-16,-3-3-144 0,2 3 0 0,-2-1 128 15,4-4-128-15,-2 2 0 0,0 0 0 0,1-1 0 16,-2 3 0-16,1-1 0 0,-1 1 0 0,1 0 0 16,-2-1 0-16,2 1 128 0,-1 1-128 0,-1-3 0 15,1 2 0-15,-1-1 0 0,2-1 0 0,-2 0 128 0,3-1-128 16,-2 1 0-16,1 0 0 0,-1 0 0 0,1-1 0 0,-2 2 128 15,0 0-128-15,1 1 0 0,-1-1 0 0,2 1 0 16,-2 0 0-16,2 1 0 0,-2-2 0 0,2 1 0 16,-1-2 0-16,1 3 0 0,-1-2 0 0,-1 1 128 15,1-2-128-15,0 0 0 0,1 2 0 0,-1 1 0 16,1-2 0-16,-2 0 0 0,2 0 0 0,-1-1 0 16,2 1 0-16,-2 0 0 0,0-1 0 0,0 2 0 15,1-2 0-15,-2 0 0 0,2 1 0 0,-1-1 0 16,1-2 0-16,-1 2 0 0,0 0 0 0,0 1 128 15,-2 1-128-15,2 0 0 0,-1 1 0 0,-1 0 0 0,1-1 0 16,-1 3 0-16,1-1 0 0,0-2 0 0,0 1 0 0,1-1 0 16,0 0 0-16,-1-2 0 0,2 0 0 0,-1 1 0 15,1-1 0-15,-2 0 0 0,2 1 0 0,-1-1 0 16,0 2 0-16,-1-1 0 0,2 1 0 0,-1-1 0 16,0 1 0-16,-1 1 0 0,0 2 0 0,0-3 128 15,-2 4-128-15,0-2 0 0,1-3 0 0,0 1 128 16,0 3-128-16,-1-3 0 0,2 4 128 0,0-4-128 15,-1 0 160-15,1-1-160 0,0-1 224 16,1 0-48-16,1 1-16 0,-2-1 0 0,2 0-160 0,-2 0 128 16,2 1-128-16,0 1 128 0,0-4-128 0,0 0 0 15,1 2 0-15,-1-2 128 0,0 0-128 0,0 0 0 0,0 2 0 16,0-2 0-16,-1 0 0 0,2-1 0 0,-2 1 128 0,1 0-128 16,-2 2 0-16,2 0 0 0,-1-2 0 0,1 2 0 15,-1-2 0-15,1 2 0 0,-1-2 128 0,2 0-128 16,-2-1 0-16,2 0 0 0,-1 1 0 0,1 0 128 15,-1 0-128-15,1 0 0 0,-1-1 0 0,0 1 0 16,2-3 0-16,-1 2 0 0,1-2 128 0,0 0-128 16,0 0 0-16,0-1 0 0,0 3 0 0,0-4 0 15,-1 3 0-15,2-1 0 0,-2-1 128 0,0 2-128 16,0-1 0-16,0 0 0 0,2 0 0 0,-2 2 128 0,0 0-128 16,1-1 0-16,-1-1 0 0,0 2 0 0,2-1 0 0,-1 0 0 15,0-1 0-15,1 0 0 0,-1 1 0 0,0-3 0 16,0 2 0-16,1-3 0 0,-1 1 0 0,-1 0 0 15,2 2 0-15,-2-2 0 0,2-2 0 0,0 2 0 0,-2-2 128 16,0 3-128-16,1 1 0 0,-1 0 0 0,1 0 0 0,0-1 128 16,-2 1-128-16,1 0 0 0,2 1 0 0,-1-1 128 15,-1 1-128 1,1 1 0-16,0-3 0 0,-1 1 0 0,2-1 0 0,-2 1 0 0,1 0 0 0,1-4 0 16,-1 2 0-16,0-2 0 0,1-1 128 0,0 0-128 15,0 0 0-15,-1-2 0 0,1 1 0 0,1 1 128 16,0-1-128-16,0 1 0 0,0-1 0 0,0 0 128 15,1 1-128-15,-1-2 0 0,2 3 0 0,-1-2 0 16,0 1 0-16,-1 1 0 0,0 2 0 0,0-3 0 16,-1 4 0-16,1-4 0 15,0 4 0-15,-1-3 0 0,1 4 0 0,-2-2 0 0,1 0 0 0,-1 0 0 16,0-2 0-16,0 2 0 0,0 0 0 0,-1-2 0 0,2 1 0 16,-2-2 0-16,1 1 0 0,0-1 0 0,2 0 0 0,-1-1 0 15,0-1 0-15,1-1 0 0,1 1 0 0,0-1 0 16,0 0 128-16,1-1-128 0,0 0 0 0,0 0 0 31,0 0 0-31,0 0 0 0,0 0 128 0,0 0-128 0,0 2 128 0,0-2-128 0,0 0 0 0,0 1 0 16,-1 1 128-16,0-2-128 0,0 2 0 0,0 1 0 15,-1-1 0-15,0 2 0 0,0 2 0 0,-1-2 0 16,2 1 0-16,-2 1 0 0,0 0 0 0,0 1 0 16,0-2 0-16,1 0 0 0,-1-1 0 0,1 1 0 15,0-2 0-15,1-1 0 0,0 0 0 0,1-2 0 16,1 0 0-16,2-5 0 15,1-2 0-15,2-3 0 0</inkml:trace>
  <inkml:trace contextRef="#ctx0" brushRef="#br0" timeOffset="29448.57">4552 5637 3679 0,'0'-2'320'0,"0"-1"-320"15,0 1 0-15,0 1 0 0,0 0 720 0,1-1 80 16,-1-1 16-16,1-2 0 0,0 1 352 0,-1-4 80 0,1 2 16 0,1 1 0 16,0 1-352-16,-1 1-64 0,-1 0-16 15,0 3 0-15,0 0-128 0,-1 3-16 16,-1 0-16-16,-1 3 0 0,-2 3-160 0,-2 3-48 0,1 5 0 0,-2 2 0 16,-2 5-112-16,0 4-32 0,-1 8 0 0,-3 2 0 15,0 4-144-15,-1 1-48 0,0-2 0 16,0 1 0-16,-1 0-272 0</inkml:trace>
  <inkml:trace contextRef="#ctx0" brushRef="#br0" timeOffset="30460.65">4461 5948 1839 0,'-1'-2'160'0,"0"2"-160"16,1 0 0-16,-1 2 0 0,1-2 512 0,-1 0 80 15,0 0 16-15,-1 1 0 0,0 0 112 0,-1-1 32 16,-1 2 0-16,1-1 0 0,1 1-304 16,0-2-48-16,0 0-16 0,1 0 0 15,0 0-160-15,-1 0-32 0,2 0-16 0,-1-2 0 0,1 1-176 0,0 1 0 16,0-3 0-16,0 2 128 0,0-1-128 0,0 0 0 15,1 1 0-15,-1-1 0 0,1 2 0 0,-1-3 0 16,0 3 0-16,0 0 0 0,0 1 320 0,0-1 16 16,0 2 16-16,-1 0 0 0,0 1 400 0,0-1 80 0,-1 0 0 15,1 3 16-15,-1 0-32 0,0-1-16 0,-1 2 0 0,0 0 0 16,0 4-112-16,0-5-32 0,0 3 0 0,0 0 0 16,0-2-208-16,0 0-32 0,0 1-16 0,-1 1 0 15,1-1 32-15,-1 2 0 0,0-2 0 0,0 0 0 16,1 3-16-16,0-4 0 0,0 4 0 0,1 0 0 15,-1-1 96-15,1 0 0 0,0 0 16 16,-1 0 0-16,0 0-128 0,1 2-16 0,-1-1-16 0,0 0 0 16,0 0-96-16,-1 1-16 0,1-2 0 0,-1 1 0 0,1 2-64 15,0-3 0-15,0 0-16 0,-1 0 0 0,1 0 16 0,0 0 0 16,-1-1 0-16,0 0 0 0,1-3 0 0,0 3 16 16,-1 0 0-16,0 0 0 0,1 1-80 0,-1 1 0 15,0-2-128-15,0 1 192 0,2 0-192 0,-1-2 128 16,0 0-128-16,0 0 0 0,0 0 0 0,1 1 128 15,-1 1-128-15,-1-1 0 0,1 0 0 0,1 0 0 16,-2-1 0-16,1 1 0 0,1-2 0 0,-1 1 0 16,0 0 0-16,0-1 0 0,0 0 0 0,1 1 0 15,0 0 0-15,-1 0 0 0,0 1 0 0,0-1 0 16,0 2 0-16,0-2 0 0,0 2 0 0,0-1 0 16,-1 1 0-16,2-1 0 15,-2 2 0-15,1-1 0 0,-1 0 0 0,1 0 0 0,-1 1 0 0,0-1 0 0,2-2 0 0,-2-1 0 16,1 0 0-16,-1 1 0 0,2-2 128 0,-3 2-128 15,1-2 0-15,1 0 0 0,-1 2 0 0,0-2 0 16,0 2 208-16,1-2-48 0,-1 2-16 0,0-3 0 16,1 2 64-16,0 0 16 0,0-1 0 0,0 0 0 0,0-1-96 15,1 1-128-15,-1 0 176 0,1-3-176 16,0 3 176-16,0-3-176 0,0 1 160 0,2-1-160 0,-2 0 128 0,1-2-128 16,0 3 0-16,1-3 144 0,-1 2-144 0,1-1 0 15,-1 1 0-15,1 0-9552 31,-1 0-1840-31</inkml:trace>
  <inkml:trace contextRef="#ctx0" brushRef="#br0" timeOffset="33556.11">851 11003 11055 0,'-1'-3'976'0,"0"1"-784"15,0 1-192-15,1 0 0 0,-1 1 752 0,0-2 96 16,-2-1 32-16,-2-2 0 0,0 1 976 0,-2-2 208 0,2 3 48 0,-1 0 0 31,3 1-368-31,0 1-64 0,-1 1-16 0,1 0 0 16,0 0-800-16,1 1-160 0,0 1-48 0,0 0 0 0,1-1-208 0,0 1-64 0,0 2 0 0,1 1 0 15,-1-1-208-15,0 2-48 0,1 1-128 0,-2 3 192 32,2 1-192-32,-1 3 0 0,0 0 0 0,0 3 0 15,1 2 176-15,1-3-176 0,0-1 192 0,1 1-192 16,2-1 368-16,0-4-48 0,0-1 0 0,-4-10 0 0,0 0 0 0,0 0-16 15,0 0 0-15,41 21 0 0,-29-25 160 0,2-4 48 16,1-1 0-16,1-3 0 0,-1 0-112 0,0-5-16 16,2-1 0-16,-4 1 0 0,-2 2-256 0,-1-1-128 15,0 0 128-15,-3-3-128 0,-2 4 0 0,-3 0 0 16,-3 3 0-16,-3 2 0 0,-3 5 0 0,-4 0 0 16,-1 5 0-16,-4 0 0 0,-6 7 0 0,-2-2 0 15,0 4 0-15,2 1 0 16,2-3-992-16,5 1-128 0</inkml:trace>
  <inkml:trace contextRef="#ctx0" brushRef="#br0" timeOffset="42874.99">4577 5623 2751 0,'0'-2'256'0,"-1"1"-256"31,0 1 0-31,0 0 0 0,1 0 784 0,0 0 112 0,-1 0 32 0,-2-1 0 16,1 0 192-16,-1 1 32 0,0 0 16 0,1-2 0 15,1 2 304-15,0 0 64 16,1 0 16-16,0-2 0 0,1 2-192 0,0-2-32 15,0 1-16-15,1-1 0 0,0 0-352 0,1 1-80 0,-1-1-16 0,0 1 0 16,1 0-368-16,-1 1-80 0,1 0-16 0,-2-2 0 16,2 2-144-16,-2 2-48 0,1-1 0 0,0 0 0 15,-1 2-64-15,0 1-16 0,-1-1 0 0,1 1 0 16,0 2 96-16,-1 0 16 0,0 1 0 0,0-2 0 16,1 2 32-16,0 0 16 0,0 1 0 0,0-1 0 15,1 2-96-15,-1-2-32 0,2 0 0 0,-1 0 0 16,-1 0-160-16,2 1 0 0,0-2 144 0,1 2-144 0,-1-3 0 15,2 4 128-15,-1-2-128 0,0 0 0 0,-4-7 0 0,0 0 144 16,0 0-144-16,0 0 0 0,24 45 128 0,-24-45-128 16,0 0 0-16,0 0 0 0,19 38 160 0,-19-38-160 15,0 0 128-15,0 0-128 0,0 0 192 16,23 38-32-16,-18-32-16 0,0 1 0 0,-1-1 80 0,1 2 16 16,-1-1 0-16,0 0 0 0,1-1-48 0,-1 2-16 15,0-1 0-15,1 2 0 0,-5-9-176 0,0 0 192 16,0 0-192-16,20 38 192 0,-20-38-192 0,0 0 128 15,0 0-128-15,20 38 128 0,-20-38-128 0,0 0 0 16,0 0 0-16,25 43 128 0,-25-43-128 0,0 0 0 0,0 0 0 0,25 38 0 16,-25-38 0-16,0 0 0 0,0 0 0 0,27 38 128 15,-27-38-128-15,0 0 0 0,0 0 144 0,25 40-144 16,-25-40 128-16,0 0-128 0,0 0 128 0,23 44-128 16,-23-44 128-16,0 0-128 0,0 0 128 0,26 44-128 15,-26-44 128-15,0 0-128 0,0 0 160 0,26 46-160 16,-26-46 160-16,0 0-160 0,0 0 160 0,27 49-160 15,-27-49 160-15,0 0-160 0,0 0 160 0,26 44-160 16,-26-44 192-16,0 0-64 0,24 43-128 0,-24-43 192 16,0 0-192-16,24 41 176 0,-24-41-176 0,0 0 160 15,23 44-160-15,-23-44 0 0,0 0 0 0,23 44 128 16,-23-44-128-16,0 0 160 0,23 44-160 0,-23-44 160 0,0 0-160 0,20 40 160 16,-20-40-160-16,0 0 160 15,18 43-32-15,-18-43 0 0,0 0 0 0,16 43 0 0,-16-43 32 16,0 0 0-16,20 51 0 0,-20-51 0 0,0 0-32 0,20 49-128 15,-20-49 192-15,0 0-64 0,21 48-128 0,-21-48 192 16,0 0-192-16,24 51 192 0,-24-51-192 0,0 0 128 16,22 47-128-16,-22-47 128 0,0 0-128 0,19 46 0 15,-19-46 0-15,0 0 128 0,16 44-128 0,-16-44 0 16,0 0 144-16,16 46-144 0,-16-46 0 0,0 0 144 16,17 47-144-16,-17-47 0 0,0 0 224 0,15 48-64 15,-15-48-16-15,0 0 0 0,17 50 0 0,-17-50 0 0,0 0 0 0,17 51 0 16,-17-51-16-16,0 0-128 0,16 43 192 0,-16-43-64 15,0 0-128-15,16 43 0 0,-16-43 144 0,0 0-144 16,16 42 0-16,-16-42 128 0,0 0-128 16,18 48 0-16,-18-48 0 0,0 0 0 0,18 52 0 15,-18-52 128-15,15 38-128 0,-15-38 0 0,16 40 0 0,-16-40 128 16,15 40-128-16,-15-40 0 0,15 39 128 0,-15-39-128 16,0 0 0-16,24 52 0 0,-24-52 0 0,15 38 128 15,-15-38-128-15,0 0 0 0,23 50 128 0,-23-50-128 16,16 35 0-16,-16-35 128 0,16 40-128 0,-16-40 0 0,16 39 0 15,-16-39 0-15,17 40 0 0,-17-40 128 16,18 42-128-16,-18-42 0 0,17 43 128 0,-17-43-128 0,15 36 0 0,-15-36 128 16,14 38-128-16,-14-38 0 0,14 35 0 0,-14-35 0 15,0 0 0-15,18 50 128 0,-18-50-128 0,12 36 0 16,-12-36 0-16,15 40 0 0,-15-40 0 0,15 40 0 16,-15-40 0-16,14 38 0 0,-14-38 0 0,13 38 0 15,-13-38 0-15,0 0 128 0,20 49-128 0,-20-49 0 16,0 0 0-16,19 47 0 0,-19-47 0 0,0 0 0 15,19 51 0-15,-19-51 128 0,0 0-128 0,18 51 0 16,-18-51 0-16,14 37 0 0,-14-37 0 0,14 38 0 16,-14-38 0-16,16 38 0 0,-16-38 0 0,16 36 0 0,-16-36 0 0,17 37 0 15,-17-37 0-15,0 0 0 0,22 50 0 0,-22-50 128 16,0 0-128-16,22 47 0 0,-22-47 0 0,0 0 0 16,21 52 0-16,-21-52 0 15,0 0 0-15,21 52 128 0,-21-52-128 0,0 0 0 0,17 50 0 0,-17-50 0 16,13 36 0-16,-13-36 0 0,11 33 0 0,-11-33 0 15,12 35 0-15,-12-35 0 0,0 0 0 0,19 50 128 16,-19-50-128-16,0 0 0 0,18 44 0 0,-18-44 128 16,0 0-128-16,20 42 0 0,-20-42 0 0,0 0 0 15,19 38 0-15,-19-38 0 0,0 0 0 0,19 42 128 16,-19-42-128-16,0 0 0 0,22 48 0 0,-22-48 0 0,0 0 0 0,25 47 0 16,-25-47 0-16,0 0 128 0,21 48-128 0,-21-48 0 15,0 0 0-15,22 45 0 0,-22-45 0 0,0 0 0 16,21 40 0-16,-21-40 0 15,0 0 0-15,21 38 0 0,-21-38 0 0,0 0 0 0,21 43 0 0,-21-43 0 16,0 0 0-16,21 42 128 0,-21-42-128 0,0 0 0 16,22 43 0-16,-22-43 0 15,0 0 0-15,23 42 0 0,-23-42 0 0,0 0 0 0,20 41 0 0,-20-41 0 16,0 0 0-16,20 43 0 0,-20-43 0 0,0 0 0 16,19 40 0-16,-19-40 0 0,0 0 0 0,16 36 0 15,-16-36 0-15,0 0 128 0,0 0-128 0,22 45 0 16,-22-45 0-16,0 0 0 0,0 0 0 0,19 42 0 0,-19-42 0 0,0 0 128 15,0 0-128-15,21 43 0 16,-21-43 128-16,0 0-128 0,0 0 0 16,23 45 128-16,-23-45-128 0,0 0 0 0,0 0 0 0,25 40 128 15,-25-40-128-15,0 0 0 0,0 0 0 0,25 36 128 0,-25-36-128 0,0 0 0 16,0 0 0 0,0 0 0-16,28 40 0 0,-28-40 128 0,0 0-128 0,0 0 0 0,0 0 0 0,28 35 0 15,-28-35 0-15,0 0 0 0,0 0 0 0,0 0 128 16,23 35-128-16,-23-35 0 15,0 0 0-15,0 0 0 0,0 0 0 0,0 0 0 16,22 37 0-16,-19-33 0 0,-3-4 0 0,0 0 0 16,0 0 0-16,0 0 128 0,0 0-128 0,19 39 0 15,-19-39 0-15,0 0 0 0,0 0 0 0,0 0 0 16,0 0 0-16,0 0 128 0,25 37-128 0,-22-32 0 0,-3-5 0 16,0 0 0-16,0 0 0 0,0 0 0 0,0 0 0 0,0 0 0 15,0 0 0-15,27 36 0 0,-24-31 0 0,-1-1 0 16,1 1 0-16,0 0 0 0,-1 0 0 0,1 2 128 15,-1-1-128-15,1 0 0 0,-3-6 0 0,0 0 0 16,0 0 0-16,0 0 0 0,0 0 0 0,19 35 0 16,-19-35 0-16,0 0 0 0,0 0 0 0,0 0 0 15,0 0 0-15,0 0 0 0,22 36 0 0,-18-31 0 16,-2 1 0-16,1-1 0 0,0 0 0 0,0-1 0 16,0 0 0-16,-1 1 0 0,1-2 0 0,-1 2 128 15,1-2-128-15,-1 1 0 0,1-1 0 0,-1 0 0 0,1 1 0 0,-1-2 0 16,0 0 0-16,-1 1 0 0,1-1 0 0,-1 1 144 15,1-2-144-15,0 0 0 0,0 1 160 0,-1 1-160 16,1-1 128-16,-1-1-128 0,0 1 0 0,0 0 128 16,1-1-128-16,0 0 0 15,-1 1 0-15,1 1 0 0,0-1 128 0,-1 1-128 0,0-2 0 0,0 0 0 16,1 1 0-16,0-1 0 0,-1 1 0 0,1 0 0 16,-1-1 0-16,1 1 0 0,-1 0 0 0,1 0 0 15,0-1 0-15,0 0 0 0,0 2 0 0,-1-2 0 16,1 1 0-16,0 1 0 0,-2-2 0 0,2 1 128 15,-1 1-128-15,1-1 0 0,-1 1 0 0,0-1 0 0,0 0 128 0,1 1-128 16,-1-1 0-16,0-1 0 0,0 1 0 0,-1 0 128 16,0-1 784-16,1-1 160 0,0 1 16 0,-1-1 16 15,1 0-784-15,0 0-176 0,0-1-16 0,-1 1-128 16,1 0 176-16,-1-1-176 0,0 1 160 0,0 0-160 16,0 0 128-16,0 0-128 0,0 1 0 0,0 0 0 15,0-1 0-15,1 2 0 0,-1-2 0 0,1 3 0 16,0-3-736-1,-1 3-240-15,1-1-48 0,0-2-16 0,-1 2 832 0,1-2 208 0,-1 2 0 0,1-2 0 16,-1 1 0-16,0-1 0 0,0 2 0 0,1-2 0 16,-1 0 0-16,0 0 0 0,0 0 0 0,-1 2-20112 15</inkml:trace>
  <inkml:trace contextRef="#ctx0" brushRef="#br0" timeOffset="45259.9">2154 11014 10127 0,'-1'0'896'16,"1"0"-704"-16,-1 0-192 0,0 0 0 16,0 0 672-16,-1 1 96 0,-1-1 32 0,-2 2 0 0,0-1 624 0,-1 3 128 15,0-2 32-15,-1 3 0 0,2 0-528 0,-1 0-96 32,2 4-32-32,-2 0 0 0,1 3-368 0,1 1-80 0,0 3-16 0,0-1 0 0,2 1 320 0,-1 1 64 31,0 1 16-31,1-2 0 0,1-1-208 0,0-3-32 15,2-1-16-15,-1-1 0 0,2-5 0 0,0 0 0 16,1-1 0-16,0-2 0 0,3-2-224 0,0 0-64 16,-1-3 0-16,3-3 0 0,1-1-48 0,0-2-16 15,1-1 0-15,1-2 0 0,0 0-112 0,0-2-16 16,0-2-128-16,-1 1 192 0,0 1-192 16,-2 0 0-16,-2 2 0 0,-1-2 0 0,-1 3 0 0,-3 0 0 0,-1 0 0 0,-1 2 0 15,-2 1 0-15,-3 1 0 0,-1 2 0 0,-3-1 0 16,1 2 0-16,-1 0 0 0,0 2 0 0,0 2 0 15,-2 0 0-15,1 2 0 0,0 0 0 0,1 3 0 16,3-3 0-16,0 2 128 0,2-1-128 0,0 2 0 16,3-2 0-16,1 1 0 0,2-2 0 0,2 1-10000 15,2 0-2016-15</inkml:trace>
  <inkml:trace contextRef="#ctx0" brushRef="#br0" timeOffset="45480.83">2331 11146 13823 0,'0'0'1216'0,"0"0"-960"15,0 0-256-15,0 0 0 0,1 0 1312 0,-1 0 224 16,0 0 32-16,0 2 16 0,1-2 912 0,0 3 192 16,1 0 48-16,-1 2 0 0,-1 0-816 0,1 2-144 15,-1 2-48-15,0 0 0 0,-1 2-640 0,1-1-128 16,-1-2-16-16,1 2-16 0,0-2-512 0,-1 1-96 15,1 0-32-15,0 1 0 0,2-3-288 0,0-2 128 0,1-1-128 0,0-4 0 16,2 0-208-16</inkml:trace>
  <inkml:trace contextRef="#ctx0" brushRef="#br0" timeOffset="45844.06">2561 11040 15663 0,'-1'-2'1392'0,"0"0"-1120"16,1 2-272-16,-1 0 0 0,1 0 1408 0,-1 2 208 0,0-2 48 15,-2 1 16-15,-1 3 624 0,-1 1 128 16,0 4 32-16,2 1 0 0,-2 1-992 0,0 4-192 0,1 0-32 0,-1 3-16 16,0 1-720-16,1 0-160 0,0 2-32 0,-1-2 0 15,1 3-320-15,1-4 0 16,0 2 0-16,1-5 128 15,2-2-560-15,1 0-96 0</inkml:trace>
  <inkml:trace contextRef="#ctx0" brushRef="#br0" timeOffset="47392.81">4689 10738 1839 0,'-1'0'160'0,"1"0"-160"0,0 0 0 0,-1-1 0 16,1 1 1040-16,0 0 176 0,0 0 48 0,0 0 0 15,0 0 416-15,0 0 96 0,0 0 16 0,0 0 0 16,1 1-128-16,-1 1-32 0,0 0 0 0,0-2 0 16,0 4-368-16,0 0-80 0,-1 1-16 0,1 1 0 15,0-1-480-15,0 2-112 0,-1 0 0 0,1 0-16 0,-1 0-352 0,1 0-64 16,0 0-16-16,0-2 0 16,0 0-128-16,0-1 0 0,1 2 0 0,-1-2 0 15,1-2 0-15,0 1 0 0,0-1 0 0,-1-2 0 0,1 0-144 0,-1-2 144 16,1 0 0-16,-1-1 0 0,1 1 0 0,0-1 0 15,0-2 0-15,0 1 0 0,-1-1-128 0,1-2 128 16,0 2 0-16,0-2 0 16,0 0-128-16,0 1 128 0,-1 0 0 0,1-1 0 0,0 2 0 0,-1 0 0 15,0 1 0-15,0-1 0 0,0 1 0 0,0 3 0 16,0-1 0-16,0 2 0 0,0 0 0 0,1 0 0 0,-1 0 0 0,0 0 0 16,0 2 0-16,0 0 0 15,0 1 0-15,1 2 0 0,-1-1 0 0,1 1 128 0,0 0-128 0,-1 0 0 16,1 0 0-16,0-1 0 0,-1 2 0 0,0-1 0 15,0-1 0-15,0 0 0 0,0 1 0 0,0-3 0 16,0 3 0-16,-1-4 0 0,0 3 0 0,0-4 0 16,1 1 0-16,-1 0 0 0,0-1 0 0,0-1-7440 15,1 0-1488-15</inkml:trace>
  <inkml:trace contextRef="#ctx0" brushRef="#br0" timeOffset="48844.16">4576 5655 3679 0,'0'-3'320'0,"-1"1"-320"15,1 1 0-15,0-1 0 0,-1 2 864 0,2 0 96 16,-2-3 32-16,0-1 0 0,-1-1 352 0,0-2 64 16,1 2 0-16,0 0 16 0,-1 3-304 0,1 0-64 15,-1 0-16-15,0 2 0 16,0 2-336-16,0 0-64 0,0 5 0 0,-2 0-16 0,0 3 80 0,-2 4 32 16,-2 3 0-16,-2 5 0 0,-2 4-16 0,-3 4 0 15,-2 5 0-15,0 2 0 16,-1 2-448-16,-1-1-80 0,0 2-32 0,3-2 0 0,1-2-160 0,1 0 0 0,3-1 0 0,2-2-10800 15</inkml:trace>
  <inkml:trace contextRef="#ctx0" brushRef="#br0" timeOffset="49505.3">4606 5630 911 0,'-1'2'0'0,"0"-1"0"16,0 1 0-16,0-2 0 0,1 2 416 0,0-2 0 15,-1 3 0-15,-1 1 0 0,-1 2 320 16,1 2 64-16,1 0 16 0,-1 1 0 0,0 1-48 0,1-1-16 16,0 2 0-16,0 0 0 0,2-2 16 0,-1 3 0 15,1 0 0-15,0-1 0 16,1 1-304-16,-1 0-48 0,0 2-16 0,1-1 0 15,0 1-400-15,-1 2 0 0,1-1 0 0,-1 1 0 16,-1-2-832-16,0 3-128 0,1 2-48 0,-1-3 0 0,2 4 768 0,-1-4 240 0,0 3 0 16,-1-5-128-16</inkml:trace>
  <inkml:trace contextRef="#ctx0" brushRef="#br0" timeOffset="50133.13">4604 6130 3679 0,'0'8'160'0,"0"-4"32"0,0 2-192 0,-1-2 0 0,0 0 0 0,1-1 0 16,-1 0 784-16,1 3 112 0,-1 5 32 0,0 2 0 15,0 2-160-15,0 1-16 0,-1-2-16 0,1-2 0 16,0 0-96-16,1-3-32 0,0 2 0 0,0-2 0 16,0 0 224-16,0 0 32 0,0-1 16 0,0 1 0 15,0-2-176 1,0 1-16-16,1 0-16 0,-1 1 0 0,0 0-480 0,0 0-192 0,0 0 128 0,0 1-128 0,0-3 0 0,0 2 0 31,0 1 0-31,-1-1 0 0,1 1 0 0,1 1 0 0,-1-1 0 0,1 2 0 0,0-2 0 0,-1 1 0 16,1 1 0-16,0-2 0 0,0 2 0 0,0 1 0 15,-1 0-192-15,1-1 192 16,-1 1-192-16,0-1 192 16,0 0-192-16,0-1 192 0,1 0-320 0,-1-4 48 0,0 2 16 0,0-2 0 15,0 1-128-15,0 1 0 0,-1-1-16 0,1 0 0 16,0 2 16-16,0-2 16 0,0 0 0 0,0 0 0 16,0-1 176-16,1 3 48 0,0 1 0 0,0 0 0 15,-1-3 144-15,1 1 0 0,-1 3 0 0,1-2 0 16,-1 3 176-16,0-1-48 0,1 1 0 0,-1-1 0 15,1 0-128-15,0-2 0 0,-1 3 0 0,0-3 0 16,0 1-320-16,0-1-32 0,1 0-16 0,-1-1 0 31,0 1-1536-31,1-1-304 0,-1 1-64 0,1-3-16 0,0 2 1824 0,1 1 464 0,-1-1 0 0,1-2 0 0,-1 3 0 16,0-3-128-16,0 2 128 0,0 1 0 0,0 0 0 0,0 1 0 16,-1-1-128-16,0-1 128 0,0 3 400 0,-1-4 112 15,0 3 32-15,0-2 32 0,0-1 128 0,0-1 0 16,1 2 16-16,-1 1 32 0,-1-3-240 0,0 2-32 15,1 1-16-15,0-1 48 0,0 0 64 0,0 0 0 16,0 2 16-16,0-2 32 0,1 0 80 0,-1-1 0 16,1 2 16-16,0-1 48 0,0 0 0 0,0 1 0 15,0 0 0-15,0 1 16 0,0-2-240 0,0 3-48 16,-1 0-16-16,1-1 32 0,0 2-512 0,0-3 128 0,0 1-128 16,0-2 0-16,0 1 0 0,0 2 0 0,0-2 0 15,1 1-144-15,-1-1 144 0,1-1-128 0,-1 3 128 0,1-2 0 16,-1-1-192-16,1-2 192 0,0 3-208 0,1-1 208 15,-1 3-384-15,1-2 16 0,0 2 16 0,-1 1 32 32,1-1-432-32,0 3-80 0,0 1-32 0,0-1 32 15,0-1-368-15,-1 0-64 0,0 2-16 0,-1-1-2144 0,1 2-432 0</inkml:trace>
  <inkml:trace contextRef="#ctx0" brushRef="#br0" timeOffset="50347.97">4633 7766 3647 0,'1'26'320'0,"-1"-21"-320"0,0-5 0 0,0 0 0 15,0 3 0-15,0-1 0 0,0 5 0 0,1 2 0 16,-1 6 864-16,1 0 160 0,0 3 48 0,1-2 16 15,-1 1-128-15,0-2-48 0,0-1 0 0,0 0 48 0,0-2-352 16,-1 2-64-16,1-2-16 0,0 1 32 0,-1 0-176 0,1-1-16 16,0 0-16-16,-1 0 32 0,1-1-208 0,0 1-48 15,-1-2 0-15,0 1 48 0,0-1-176 0,0 0 0 16,1 1 0-16,-1-3 0 0,0 3 384 0,0 0-16 16,-1 0-16-16,1-2 32 0,-1 3 128 0,0 0 16 15,0-1 16-15,0 2 32 0,0 1-320 0,0-2-64 16,1 0 0-16,-1 1 0 0,0 2-192 0,1-3 0 0,0 2 0 0,1 0-5504 15,0-1-1088-15</inkml:trace>
  <inkml:trace contextRef="#ctx0" brushRef="#br0" timeOffset="50569.81">4694 8687 5519 0,'0'9'496'0,"0"-5"-496"0,0 1 0 0,0-4 0 0,-1 2 768 0,1 1 64 31,-1 7 16-31,0 6 0 0,0 4-192 0,0-2-32 0,-1-2-16 0,1-4 0 0,0 0-240 16,0-5-48-16,0 0-16 0,1 2 0 0,0-5 80 0,0 3 0 15,0 0 16-15,0-1 0 0,0 1-80 0,0-1 0 16,-1 2-16-16,1-2 0 0,-1 0-304 0,0 1-272 16,0-1 48-16,0 2 16 0</inkml:trace>
  <inkml:trace contextRef="#ctx0" brushRef="#br0" timeOffset="52116.13">4660 8406 3967 0,'0'0'352'0,"0"0"-352"16,0 0 0-16,0 0 0 0,0 0 1040 0,0-2 144 16,0 2 32-16,0-1 0 0,0 0-96 0,-1-1-16 15,1 0 0-15,-1 1 0 0,1 1 112 0,-1 0 32 16,1 1 0-16,0 1 0 0,0 2-64 0,-1 3-16 15,0 0 0-15,0 5 0 16,1 0-224-16,-1 2-48 0,0 1-16 0,0 1 0 16,0 2-304-16,0 0-48 0,1 1-16 0,-1 0 0 0,0 2-112 0,0 0-16 15,0-2-16-15,0 3 0 0,1-3-240 16,-1 2-128-16,1-2 160 0,0 0-160 0,0 0 0 0,-1 0 128 0,1-2-128 0,0 2 0 16,-1-1 0-16,0 0 0 0,0 0 0 0,0-2 0 15,0-1 0-15,-1 0 0 0,1 1 0 0,0-2 0 16,0 0 0-16,1-2 0 0,0 0-128 0,0 0 128 15,0-2 0-15,0 1 0 0,0-1-128 0,0 1 128 16,0 0-480 0,0 0-32-16,0-2-16 0,0 1 0 0,0-1-304 0,0 3-64 15,0-4-16-15,0 1 0 0,0 2 112 0,0 0 32 0,-1 0 0 0,0-1 0 0,-1 1 448 0,0 1 80 16,1 0 32-16,-1-1 0 0,1-1 208 0,-1 0 0 16,1-1 0-16,1 0 0 0,0-1 0 0,0-1 0 15,0 1 0-15,-1-2 0 0,1 3 0 0,-1-1 0 16,1-1 0-16,0 2 0 0,0-1 128 0,0 1-128 15,-1 0 0-15,1 1 0 0,0 2 144 0,0-2-144 16,-1 1 0-16,1 1 144 0,-1-1-16 0,1-1-128 16,-1 0 192-16,1-1-64 0,-2 0 192 0,2-1 48 15,0 1 0-15,0-2 0 0,0 3-176 0,1-3-16 16,-1 2-16-16,0-1 0 0,0-2-160 0,0 2 0 16,0-1 0-16,0 2 0 0,0 1 0 0,1 0 0 15,-1 2 0-15,1 1 0 0,-1-1 0 0,0 0 0 16,0 2-144-16,0-4 144 0,-1 1 0 0,1-1 0 0,-1 2 0 0,1 0 0 31,0-2 0-31,0-1 0 0,-1 2 0 0,1-1 0 0,0 0 0 0,0-1 0 0,-1 1 0 0,1-1 0 16,-1-1 0-16,1-2 0 0,0-1 0 0,0 1 0 15,0-2 0-15,0 3-128 0,1 0 128 0,-1 1-160 32,1 0-752-32,0 2-160 0,0-1-16 0,0 1-16 0,1 0 80 0,-1 1 0 0,0 1 16 15,-1-3 0-15,1 3 784 0,-1-1 224 0,0 0 0 16,-1 1 0-16,0 0 0 0,0-1 240 0,0-3-16 0,0 1 0 15,0 0 944-15,-1-1 192 0,1 1 48 0,0-1 0 0,0 0-160 0,1 2-32 16,1 0 0-16,-2-1 0 0,1 0-592 0,0-1-128 16,-1 1-32-1,1 0 0-15,0 1-320 0,1 0-144 0,-1-3 128 16,0 2-128-16,-1 1 128 0,1 0-128 0,0 1 128 0,0-2-128 0,0-1 144 0,0-2-144 16,0 2 160-16,0 2-160 0,-1 1 128 0,1-2-128 15,-1 3 0-15,0-1 144 0,0 0-144 0,0 1 0 16,0-2 0-16,0 1 0 0,0-1 0 0,1 1 0 15,-1-1 0-15,1-1 0 0,0-1 0 0,0 3-144 16,1 0 144-16,0-2 0 16,1 2-560-16,-1-2 0 0,1 1 0 0,0 0 0 15,0 1-656-15,0-1-128 0,0 0-16 0,-1 1-16 16,1-1 128-16,-1-1 32 0,0 1 0 0,0-1 0 16,-1-2 0-16,1 0 0 0,0 1 0 0,-1-2 0 0,1-1 688 0,-1 2 144 0,-1-2 16 0,1 1 16 15,0-3 864-15,0 1 192 0,0 0 16 0,-1 1 16 31,1 2 496-31,0 0 112 0,0 0 0 0,0 0 16 0,0 2-160 0,0-1-48 16,0-1 0-16,0 1 0 0,-1 0-320 0,1-3-80 0,0 3-16 0,0-2 0 16,0 1-288-16,0-2-64 15,0 2-16-15,0-2 0 0,0-1-240 0,0-1-128 0,0 2 160 0,1-3-160 16,-1 3 224-16,0-3-48 0,0 1-16 0,0 1 0 0,0-1-32 0,1 2-128 16,-1-1 192-16,0 1-64 0,0 0 32 15,1 0 0-15,-1 2 0 16,0-1 0-16,0 2 224 0,1-1 64 0,-1 0 0 0,0 1 0 0,0-2 80 0,0 1 32 15,-1 0 0-15,1-2 0 0,0 0-80 0,-1-1-16 16,1 2 0-16,-1 0 0 0,0-1-112 0,1-1-32 16,0 0 0-16,0 0 0 0,0 1-176 0,0-3-144 15,-1 0 192-15,0 1-192 0,1 0 128 16,0-1-128-16,0-1 0 0,0 0 0 0,0-1 224 0,0 0-16 16,0 2 0-16,0-2 0 0,0 0 32 0,0 0 0 15,0 0 0-15,0 0 0 0,0 0-240 0,0 0 0 16,0 1 0-16,0-1 0 0,0 2-192 0,0-2-144 0,0 2-32 15,1-2 0 1,-1 0-1664-16,1 0-336 0,-1 0-64 0,1 0-10016 0</inkml:trace>
  <inkml:trace contextRef="#ctx0" brushRef="#br0" timeOffset="53240.97">4658 10716 13823 0,'0'-2'1216'0,"0"2"-960"0,0-2-256 0,0 1 0 16,1 1 1280-16,-1-2 224 0,1-1 32 0,0-1 16 0,1-1 496 0,0 0 112 16,0 3 16-16,0 3 0 0,-1 2-960 0,0 3-192 15,-1 3-48-15,1 3 0 0,-2 4-464 0,1 1-80 16,-1 2-32-16,0 2 0 0,-2-1-256 0,1 0-144 15,0 0 160-15,-1-4-160 0,1 3 144 0,1-5-144 16,-1-2 128-16,0-3-128 16,1-1 144-16,1-4-144 0,-1-1 160 0,1-3-160 0,1-2 144 0,-1-1-144 15,1-2 128-15,1-2-128 16,-1 0 0-16,1-2 0 0,-2-2 0 0,3 0 0 0,-1-1 0 0,0-2 0 16,0 2 0-16,0 0-176 0,-1 0 176 0,0 1-160 15,-1 1 160-15,0 2-160 16,1 2 160-16,-1 1 0 0,0 1 0 0,0 2-128 0,0 4 128 0,0-2 0 0,-1 3 0 0,1 0 0 15,-1 3 0-15,-1 1 144 0,0 2-144 0,0 1 0 16,0-1 448-16,1 1-32 0,-1 1 0 0,1-1 0 16,0-3-176-16,0 0-48 0,0-2 0 15,1 2 0-15,-1-2-192 0,0-1 0 0,0 0 0 0,1-1 0 16,-1-3 0-16,0 1 0 0,0-1 0 0,1-1 0 16,-1-1 0-16,0-2 0 0,1-1 0 0,-2 0 0 15,2-2 0-15,-1 2 0 0,-1-2 0 0,1-2 0 16,0 1 0-16,0-1 0 15,0-1 0-15,0 2 0 0,0 0 0 0,0-2 0 0,0 2 0 0,1-1 0 0,0 3 0 0,1-1 0 16,1 4 0-16,0 1 0 0,0 0 0 0,0 2 0 31,0 2 0-31,1 0 0 0,0 3 0 0,0 0 0 0,-1 1 0 0,0 0 0 16,-1 1 0-16,0 2 0 0,0 1 0 0,-2 1 0 16,1-3 368-16,-2 2-32 0,2-1 0 0,-3-2 0 0,1 0 16 0,0-2 0 31,-1 0 0-31,0-1 0 0,3-3-352 0,-1-1 128 0,0-1-128 0,0-1 0 0,1-1 0 0,0-4-240 15,0 2 48-15,1-2 0 16,1 0-2080-16,0-2-416 0,1-1-64 16,0 1-10896-16</inkml:trace>
  <inkml:trace contextRef="#ctx0" brushRef="#br0" timeOffset="54203.4">4534 11088 11967 0,'0'-1'1072'0,"-1"0"-864"0,1 1-208 0,0-2 0 15,0 0 1456-15,0 1 240 16,-1-4 48-16,1-2 16 0,0-1 592 0,-1-1 112 0,1 0 32 0,1 2 0 16,-1 2-704-16,0 0-144 0,0 2-32 0,0 2 0 15,-1-1-784-15,0 4-176 0,0-1-16 0,0 2-16 16,-1 2-368-16,-1 0-80 0,-1 2-16 0,1-1 0 15,-1 2-160-15,-1-1 0 0,2 3 0 0,-1-2 0 16,-1 3 0-16,1-1 0 0,0 3 128 0,1 0-128 16,0 0 192-16,1 2 0 0,1-1 0 0,1 0 0 15,0 1 112-15,0-3 16 0,2 0 16 0,0-3 0 0,1 0-80 0,2-4-32 16,-1 1 0-16,2-3 0 0,-1-2-224 0,1-1 144 16,1-1-144-16,1-1 128 0,-2 0-128 0,3-3 0 15,-1-1 0-15,0-2 128 0,1 1-128 0,-2-3 0 16,0 3 0-16,0-4 0 0,0 2 0 0,0-2 0 15,-2 2 0-15,0-3 0 0,0 1 0 0,-2 1 0 16,0-2 0-16,-2 1 0 0,-1 0 0 0,-1 2 0 16,-2-2 0-16,0 1 0 0,-3-1-128 0,-1 0 128 15,-2 4 0-15,2 0 0 0,-1 2 0 0,-2 1 0 16,2 1 0-16,0 3 0 0,-1 3 0 0,1 1 0 0,1 3 0 16,1-1 0-16,0 2 0 0,2 1 0 0,0-1 0 0,1 1 0 15,1-1 0-15,2-1 0 0,1 0 0 0,1-2 0 16,1 0-224-16,1-2-80 0,-4-3-16 0,0 0-16688 15</inkml:trace>
  <inkml:trace contextRef="#ctx0" brushRef="#br0" timeOffset="54413.25">4675 11185 18431 0,'-2'0'816'0,"1"-2"160"0,1 2-784 0,0 0-192 0,0 0 0 0,0 0 0 15,0 0 1968-15,1-2 336 0,0 2 80 0,0 2 16 16,2-2-448-16,-1 2-96 0,1 2 0 0,-2 0-16 0,1 3-944 0,1-3-176 31,-1 4-32-31,1-1-16 0,-2 2-480 0,2-4-192 0,0 2 128 0,0-2-10848 16,1 0-2176-16</inkml:trace>
  <inkml:trace contextRef="#ctx0" brushRef="#br0" timeOffset="55249.13">4817 11078 15663 0,'0'-3'688'0,"0"2"144"0,1-1-656 0,-1-1-176 0,0 3 0 0,0-2 0 0,1 2 2112 15,0-3 384-15,1 1 64 0,-1-2 32 0,2 1 80 0,-1 1 16 16,0 1 0-16,0 1 0 0,0 0-1344 0,0 0-272 15,-1 1-48-15,0 1-16 0,1-2-672 0,-1 0-128 16,0 2-16-16,0-2-16 0,0 0-176 0,0 0 0 16,-1 0 0-16,0 0 128 0,0 1-128 0,0-2 0 15,0 1 0-15,0 0 128 0,-1 0-128 0,0 1 128 16,0-1-128-16,0 2 128 0,-1-2-128 0,1 0 192 16,-1 0-192-16,2 0 192 0,-2 0-192 0,0 0 192 15,1 1-192-15,-1-1 192 0,1 0-192 0,-1 0 128 16,1 0-128-16,0 1 128 0,0-1-128 0,0 0 128 15,-1 0-128-15,1 0 128 0,-1 0 0 0,1 2-128 0,0-2 192 16,0 0-64-16,0 0 0 0,0 1-128 0,1-1 192 0,0 0-64 16,0 2-128-16,0-2 0 0,0 0 144 15,0 0-144-15,0 0 0 0,0 0 0 0,0 0 0 0,0 0 128 16,1-2-128-16,0 1 0 0,0 1 0 0,-1-2 0 16,1 2 0-16,0 0 0 0,0 0 0 0,-1-1 128 15,1 1-128-15,0-1 0 0,-1 1 0 0,1 0 128 16,-1 0-128-16,0 0 0 0,0 0 128 0,0 0-128 15,0 0 128-15,0 0-128 0,0 0 128 0,0 0-128 16,0 0 0-16,0 0 144 0,0 0-144 0,0 0 0 16,0 0 128-16,0 0-128 0,0 0 0 0,0 0 0 0,0 0 0 15,0 0 0-15,0 0 0 0,0 0 0 16,0 0 0-16,0 0 0 0,0 0 0 0,1 0 0 0,-1-2 0 0,1 2 0 16,-1-1 0-16,0 1 0 0,0 0 0 0,1 0 0 15,-1-2 0-15,1 2 0 0,-1 0 0 0,1-2 0 16,0 1 0-16,0 1 0 0,1 0 128 0,0-2-128 15,0 1 0-15,0 0 0 0,0-1 0 0,1 2 0 16,1-3 0-16,0 3 0 0,0-2 0 0,0 1 0 16,1 1 0-16,-1 0 0 0,2 3 0 0,-3-2 0 15,2 3 0-15,-5-4 0 0,0 0 0 0,0 0 0 0,0 0 0 0,0 0 0 16,21 33 0-16,-21-33 0 0,0 0 0 0,0 0 0 16,7 29 0-16,-7-23 0 15,-2 2 0-15,1-1 0 0,-2 1 0 0,1-2 0 0,-1 1 0 0,-2-2 0 16,1 2 0-16,1-2 0 0,-2 0 0 0,-1 1 0 15,0 0 0-15,0 0 0 0,-1-1 0 0,0 0 0 16,1-1 0-16,0-1 0 0,1 0 0 0,0 0 0 16,1 0 0-16,-1-2 0 0,2 1 0 15,-1 0 0-15,3-2 0 0,-1 0 0 0,1 1 0 0,0-1 0 16,1 0 0-16,0-1 0 0,0 1 0 0,2 0 0 0,-1-2 0 0,1 2 0 16,2-2 0-16,0-1 0 0,1 2 0 0,2 0 0 15,-1-3 0-15,2 1 0 0,-2 2 0 16,2-1 0-16,0 1 0 0,1 0 0 0,-9 1 0 15,0 0 0-15,0 0 0 0,38-4 0 0,-38 4 0 0,0 0 0 16,0 0 0-16,0 0 0 0,41 4 0 0,-33-3-144 16</inkml:trace>
  <inkml:trace contextRef="#ctx0" brushRef="#br0" timeOffset="56579.44">6930 11032 9215 0,'-2'-8'816'0,"1"6"-656"0,0-3-160 0,0 2 0 15,1 1 960-15,-1 1 176 0,0 0 16 0,-1-4 16 16,0 0 752-16,-2 1 160 0,-1-1 32 0,0 3 0 0,-1 1-304 0,0 2-48 15,-1 3-16-15,0 1 0 0,-1 3-688 0,1 1-144 16,-2 3-16-16,2 2-16 16,1 5-240-16,-1-3-32 0,1 3-16 0,2 0 0 15,-1 0-80-15,1-1-32 0,2 0 0 0,1-2 0 0,0-1 64 0,1-3 16 16,1 0 0-16,2-1 0 0,-3-11-176 0,0 0-48 16,0 0 0-16,0 0 0 0,0 0-336 15,0 0 128-15,41 21-128 0,-32-27 0 0,1-2 192 0,-1-4-48 16,2 0 0-16,-1-2 0 0,1-1-144 0,-1 0 192 0,0 0-192 15,-2-1 192-15,1 1-192 0,-2 0 0 0,-1 0 0 0,-3 3 0 16,-1-2 0-16,-1 2 0 0,-2 0 0 0,-1 2 0 16,-2 1 0-16,-2 0 0 0,0 1 0 0,-3 2 0 15,-1 1 0-15,1 2 0 0,-1 1 0 0,0 0 0 16,-1 4 0-16,1-1 0 0,1 2 0 0,0 0 0 16,3 4 0-16,1-3 0 15,2 1 0-15,0 0 0 0,2 0 0 0,1 0 0 0,2-1-128 0,2 1-16960 16</inkml:trace>
  <inkml:trace contextRef="#ctx0" brushRef="#br0" timeOffset="56816.32">6991 11188 18431 0,'2'-3'816'0,"-1"-1"160"0,0 3-784 0,0-1-192 15,0 2 0-15,-1 0 0 0,0 0 1808 0,1 2 320 16,1-1 64-16,-1 3 16 0,0 3-48 0,-1 1-16 16,0 1 0-16,0 1 0 15,0 1-1040-15,1-1-208 0,0-1-32 0,0-1-16 0,1 1-544 0,0-4-112 16,0 2-32-16,1-5 0 0,0 0-160 0,1-2 0 16,0-2 0-16,1-2-16816 0</inkml:trace>
  <inkml:trace contextRef="#ctx0" brushRef="#br0" timeOffset="57243.4">7151 11024 3679 0,'2'-6'320'0,"0"2"-320"0,0 2 0 0,-1 0 0 0,1 0 2896 15,-1 2 512-15,-1 0 112 0,3-2 0 16,1 1-224-16,2-1-48 0,0 2-16 0,1 0 0 0,-1 0-1104 0,1 0-208 15,0 2-64-15,-1-2 0 0,-6 0-848 0,0 0-176 16,0 0-48-16,0 0 0 0,0 0-432 16,38 3-96-16,-34-3 0 0,1 0-16 0,-2 2-240 0,-1-2 144 15,-1 1-144-15,-1 0 128 16,-1 4-128-16,0 0 0 0,-2-1 0 0,-2 2 0 0,0 0 0 0,-3 2 0 16,1-2 0-16,-1 2 0 15,0-1 0-15,0 0 0 0,0 0 0 0,1-2 0 0,0 0 0 0,2 0 0 0,0-1 0 16,0-1 0-16,3 1 0 0,1-1 0 0,0-1 0 0,2-1 0 15,1 0 0-15,0-1 0 0,3 2 0 0,1-4 0 16,-6 2 192-16,0 0-64 0,0 0 0 0,35-1 0 16,-24 0 160-16,-11 1 32 0,0 0 0 0,34-2 0 15,-34 2-160-15,0 0-32 16,0 0 0-16,46 7 0 0,-46-7-128 0,0 0 160 0,0 0-160 0,0 0 160 16,35 28-160-16,-32-21 128 15,-1 0-128-15,-3 0 128 0,-2 1 0 16,-3 1-128-16,-2 1 192 0,-3 1-64 15,-2 1 64-15,-2 0 16 0,0-2 0 0,-1-1 0 16,0 0-208-16,-1-1 176 0,0-3-176 0,-1 2 160 0,-2-3-160 16,2 1 0-16,0-2 0 0,4-1-18960 15</inkml:trace>
  <inkml:trace contextRef="#ctx0" brushRef="#br0" timeOffset="59480.86">6139 6716 17503 0,'2'-2'1552'0,"0"-2"-1232"0,-1 3-320 0,-1 1 0 16,0 0 768-16,-1 0 80 0,1-3 32 0,0 1 0 15,0 0 592-15,-2 2 128 0,0 1 32 0,-4 2 0 16,-1 1-704-16,-1 4-144 0,-2 2-16 0,-3 2-16 16,2-2-384-16,-5 4-80 0,-2 4-16 0,-5 2 0 15,-3 4 192-15,-2 1 48 0,-2 2 0 0,-3 2 0 16,1 0-64-16,-1 0 0 0,1-2 0 0,3-2 0 16,3-3-80-16,2-1-32 0,3-2 0 0,2-4 0 15,4 1-144-15,2-4-48 0,4-2 0 0,2-1 0 0,2 0-144 16,2-4 0-16,3-3 0 0,1-2 0 15,3-2-576-15,3-3-160 0,2-5-32 16,1-1-14208-16</inkml:trace>
  <inkml:trace contextRef="#ctx0" brushRef="#br0" timeOffset="59766.21">5779 6872 11055 0,'-2'-9'480'15,"1"2"112"-15,1 2-464 0,0 0-128 0,0 2 0 0,0 2 0 0,0 1 1536 0,0-4 304 16,1 0 48-16,-1 1 16 0,0 2 256 0,-1 1 48 15,-1 2 16-15,-1 4 0 0,-1 5-928 0,-3 1-176 0,-1 4-32 0,-2 5-16 16,-1 1-368-16,-1 2-64 0,0 0 0 0,-1-1-16 16,1-2-160-16,0 1-16 0,0-1-16 0,-1 0 0 15,3-3-96-15,0-1-16 16,0 0 0-16,2 0 0 0,0-5-64 0,0 2 0 16,1 1-16-16,0 0 0 0,1-2-80 0,2-3-16 15,1-1 0-15,2 0 0 0,1-1-144 0,0-2 0 16,1 0 0-16,-1 0 128 0,2-1-128 0,1 0 0 0,0-2 0 0,1 1 0 15,0-1 0-15,2-3 0 0,0 0 0 16,2 0 0-16,1-3 0 0,1-2 0 0,2 1 0 0,1-4 0 16,2-1 0-16,1 0 0 0,1-1 0 0,-2 0-16128 15</inkml:trace>
  <inkml:trace contextRef="#ctx0" brushRef="#br0" timeOffset="60432">6179 6724 5519 0,'-1'-1'496'0,"0"-1"-496"0,0 0 0 0,1 1 0 15,-1 1 1008-15,0-2 96 0,0 2 32 0,-1-2 0 16,0-3 592-16,-1 2 128 0,1-1 32 0,0 0 0 0,1 1-352 0,0 1-64 0,1 1 0 0,0 1-16 15,1 0-448-15,-1 3-96 0,1-1-16 0,0 3 0 32,0-1-176-32,0 1-32 0,1 2-16 0,-1-1 0 15,1 1-16-15,0 2 0 0,0-2 0 0,1 0 0 16,-1 5-128-16,-2-12-16 0,0 0-16 0,11 38 0 16,-11-38-16-16,0 0 0 0,14 39 0 0,-14-39 0 15,0 0-224-15,0 0-32 0,0 0-16 0,31 39 0 16,-24-36 64-16,1-4 16 0,0-1 0 0,1-3 0 0,0-2 272 0,2 0 48 15,2-5 16-15,2-5 0 16,3 0-208-16,5-6-32 0,4-5-16 0,6-3 0 16,1-1-368-16,2 0 0 0,2-1 0 0,1-3 128 0,1-1-128 0,-2 3 0 15,-1 3 0-15,0 1 0 0,-1 2 0 0,1 1 0 0,2-1 0 0,-3 6-128 16,-4 2 128-16,-4 5-208 16,-4 3 80-16,-3 2 128 15,-3 6-1472-15,-4 2-160 0</inkml:trace>
  <inkml:trace contextRef="#ctx0" brushRef="#br0" timeOffset="61286.28">7398 6118 11967 0,'-2'-2'1072'0,"1"1"-864"0,1 1-208 0,-1 0 0 16,0 0 992-16,0 0 160 0,0 0 16 0,-3 0 16 15,0 0 864-15,-1 1 160 0,0 1 32 0,-1 3 16 16,1 5-864-16,-1 0-176 0,1 8-48 0,-2 1 0 15,1 3-432-15,-2 2-96 0,2 2 0 0,-3 2-16 16,3-1 176-16,-2 1 32 16,0 5 16-16,0 0 0 0,0 0-144 0,1-2-16 15,1 0-16-15,3-8 0 0,0-2-416 0,2-6-64 0,2-3-32 0,1-5 0 0,0 0-160 16,0-5 0-16,1 1 0 0,0-3 128 0,0-2-128 0,0-1 0 16,0-2 0-16,1-2 128 0,2-2-128 0,-2-2 0 15,3-2 0-15,-1-1 0 0,0 0 0 0,0-1 0 16,1-2 0-16,-2 1 0 0,1 2 0 0,0-5 0 15,0 0-176-15,0-5 176 0,0 1 0 0,-2-1-160 16,1 0 160-16,-1-4 0 0,0 1-176 0,-2-1 176 16,1-2-160-16,0 1 160 0,-1 3 0 0,0-1-144 0,0-1 144 15,0 5 0-15,1 7 0 0,1 3 0 0,0 1 0 16,0 3 0-16,1 4 0 0,-1 3 0 0,0 2 0 0,1 3 0 16,-1 3 0-16,-4-6 0 0,0 0 0 0,17 43 128 15,-17-43-128-15,15 48 0 0,-15-48 0 0,18 61 128 16,-18-61 96-16,17 69 32 0,-8-34 0 0,-9-35 0 15,13 62 16-15,-5-28 16 0,0 1 0 0,-1 0 0 16,-7-35-288-16,13 60 0 0,-13-60 0 0,11 48 0 16,-11-48 128-16,0 0-128 0,11 41 0 0,-10-31 0 15,0-5 0-15,-2 0 0 0,-1-2 0 0,-1-2 0 16,-1-1 128-16,-1-2-128 0,0 0 0 16,-2-4 0-16,-2-2 0 0,-3-2 0 0,0 0 0 0,-1-2 0 0,1 0 128 15,-2 0-128-15,0-2 0 16,-1 2 0-16,0-2 0 0,0-1 0 0,-1-2 0 0,1 0 0 0,0 1 0 0,2 1 0 15,2 3 0-15,2 2 0 0,4 3 176 0,2 0-176 16,1 5 160 0,3 0-160-16,1 2 320 0,3 0-16 0,3-2-16 0,3 1 0 0,2 1-288 0,3-3 0 15,1 0 0-15,4 0 0 0,0-2 0 0,3 0 0 16,2-2 0-16,0 2 0 0,0-2-128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10-23T01:01:53.300"/>
    </inkml:context>
    <inkml:brush xml:id="br0">
      <inkml:brushProperty name="width" value="0.05292" units="cm"/>
      <inkml:brushProperty name="height" value="0.05292" units="cm"/>
      <inkml:brushProperty name="color" value="#002060"/>
    </inkml:brush>
    <inkml:brush xml:id="br1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416 4827 8287 0,'-1'0'736'0,"1"0"-592"0,0 0-144 0,0 0 0 16,0 0 224-16,0-1 16 0,-1 1 0 0,1 0 0 15,-1-2 1296-15,1 1 272 0,1 0 48 0,0-2 16 16,1 1-400-16,0-1-64 15,1 1-32-15,0-2 0 16,0 1-160-16,0 1-48 0,2-3 0 0,-1 1 0 16,1-2-208-16,1 0-32 0,-1-2-16 0,3-1 0 0,-1-3-256 0,1-2-48 15,0-5-16-15,-1 0 0 0,1 0-288 0,-1 0-64 16,1 0-16-16,-2-2 0 0,1 2-224 16,0-3 0-16,0 1 0 0,0-2 0 0,-2 2-144 0,0 1 144 15,0 3 0-15,-2 2-144 0,-1 3 144 0,0 1 0 16,0 2 0-16,-2 0-128 0,0 1 128 0,-1 4 176 15,0-1-48-15,0 2 0 0,0 0 368 0,0 0 64 16,0 2 16-16,1-3 0 16,-1 3-1024-16,1-1-208 0,0 0-48 0,0-2 0 0,1 1 1552 0,-1 0 304 0,1-1 64 0,0 1 16 15,0-2-912-15,0 1-176 0,1 0-144 0,-1 0 192 16,0 2-64-16,1 0-128 0,-1 0 192 0,-1 2-64 16,0 0-128-16,0 2 128 0,0 0-128 0,-1 4 128 15,1 0-128-15,0 4 160 0,0 2-160 0,-1 2 160 16,1 0 0-16,-1 2 0 0,1 2 0 0,1 0 0 15,0 1-160-15,1 2 192 0,-1 1-192 0,0-1 192 16,0 0-192-16,1-1 0 0,0-2 0 0,1-4 128 16,-3-14-128-16,0 0 0 0,11 34 0 0,-6-30 0 15,-2 1 0-15,1-2 0 0,1-3 0 0,-1-3 0 16,1 1 0-16,-1-3 0 0,1-2 128 0,1-2-128 0,-1-1 0 0,1-2 0 16,0 0 0-16,-1-2 0 0,0 2 0 0,-1-2 0 15,0-2 0-15,0 1 0 0,-2-2 0 0,-1 1 0 16,-1-2 0-16,0 1 0 0,-1 0 0 0,-1 1 0 15,-1 1 0-15,0 1 0 0,0 2 0 0,1 3 0 16,0 2 0-16,0 4 0 0,1-1 0 0,1 3 0 16,-1 2 0-16,1 1 0 0,1 2 0 0,0 4 0 15,0 1 0-15,0 3 0 0,1 3 0 0,-1 1 0 16,1-2 0-16,0 3 0 0,1 4 0 0,-1-2 0 16,1-2 0-16,-1-1 0 0,1-2 0 0,-3-14 0 15,0 0 0-15,13 37 0 0,-13-37 0 0,0 0 0 0,0 0 0 16,0 0 0-16,0 0 0 0,0 0 0 15,41 13 0-15</inkml:trace>
  <inkml:trace contextRef="#ctx0" brushRef="#br0" timeOffset="493.71">836 4544 911 0,'-2'-6'0'0,"1"3"0"0,0 0 0 16,1 1 0-16,-1 0 1168 0,1 0 160 0,0-1 16 0,-1-2 16 0,1-1 768 0,-1-2 160 16,0-2 16-16,1 1 16 0,0 2-336 0,0 2-64 15,0 0 0-15,0 3-16 0,1 1-304 0,-1 2-48 16,0 4-16-16,-1 2 0 0,1 0-384 0,-1 2-96 16,-1 3-16-16,1 3 0 0,-1 4-384 0,0-1-80 15,0 4 0-15,-1-1-16 0,0 3-304 0,1-3-64 16,-1 1-16-16,0-3 0 0,3-2-176 15,-1-3 0-15,1-3 144 0,0-4-144 0,1-1 0 0,0-2 0 16,0-3 0-16,0-2 0 0,1-1 0 0,0-3 0 16,0-2 0-16,1-1-128 0,0-1 128 0,0-2 0 0,-1 1 0 15,0-2 0 1,1 0-688-16,-2 0-48 0,0-1-16 0,0 0 0 16,0 3 16-16,-1-1 0 0,-1 1 0 0,0-2 0 0,0-1 576 0,0 0 160 0,0-3 0 0,-1 1 0 15,2 3 0-15,-1-1 0 0,2 3 0 16,-1 3 0-16,1-1 0 0,1 2 0 0,0 1 0 0,0 2 0 15,0 1 144-15,0 2-144 0,0 2 160 0,1 1-160 16,0 2 256-16,1 2-64 0,-4-7 0 0,0 0 0 16,0 0 320-16,16 42 64 0,-13-32 16 0,-3-10 0 15,0 0-144-15,14 35-16 16,-14-35-16-16,0 0 0 0,15 40-288 0,-15-40-128 0,0 0 0 0,0 0 128 0,17 38-128 16,-17-38 0-16,0 0 0 0,0 0 0 15,0 0-144-15,0 0-16 0,0 0 0 0,0 0 0 16,0 0-2032-16,0 0-416 0</inkml:trace>
  <inkml:trace contextRef="#ctx0" brushRef="#br0" timeOffset="660.52">835 4648 911 0,'-10'1'0'0,"6"1"0"0,-1-1 0 0,1 1 0 0,2 0 1728 0,0-2 272 0,0 1 48 0,-1 0 16 16,-1 2 384-16,-3 1 80 16,2-1 16-16,3-3 0 15,1 0-176-15,3-2-16 0,1-1-16 0,2-2 0 16,2 0-368-16,2-2-80 0,-1 0-16 0,1 0 0 0,1-2-1104 0,1 2-240 0,1-2-32 0,-1-1-16 31,0 3-624-31,-1-1-128 0,1 1-32 0,0 0-14672 16</inkml:trace>
  <inkml:trace contextRef="#ctx0" brushRef="#br0" timeOffset="984.37">998 4267 13823 0,'2'-5'608'0,"-1"3"128"0,0 0-592 0,-1-1-144 0,0 3 0 0,0 0 0 15,0 0 1792-15,-1 0 320 0,0 0 64 0,-1 3 0 16,-1 1-816-16,0 3-160 0,1 0-48 0,-2 5 0 15,0 0-288-15,0 3-64 0,1 3-16 0,-1 0 0 16,0 2 736-16,2-1 144 0,0-2 16 0,-1 2 16 16,1 0-1696-16,0 0-352 0,2-1-64 0,0 2-16 15,2-6 688-15,0-1 128 0,-2-13 16 0,0 0 16 16,13 34-272-16,-13-34-144 0,0 0 160 0,0 0-160 16,0 0 0-16,0 0 0 0,44 19 0 0,-35-23 0 15,1-1-192-15,-1-2 32 0,1-1 0 0,1-1-10080 16,0 0-2000-16</inkml:trace>
  <inkml:trace contextRef="#ctx0" brushRef="#br0" timeOffset="1394.74">1156 4298 2751 0,'-3'-4'256'0,"1"3"-256"16,1 1 0-16,0-2 0 0,0 1 1072 0,0 1 160 15,0 0 48-15,0 1 0 0,0 1 848 0,-2 1 176 16,0 1 48-16,-1 3 0 0,1 0-384 0,1 4-80 0,-1 0-16 15,1 1 0-15,1 2-480 0,-1 0-112 0,1-1 0 0,0 0-16 16,2 1-336-16,-1 0-64 16,1-1-16-16,1 0 0 0,-2-13-448 0,0 0-80 0,0 0-32 0,0 0 0 15,21 34-288-15,-15-33 0 0,1-1 0 0,1-3 0 16,-1 0 0-16,1-2 0 0,-1-2 0 0,1-1 0 16,-1-1 0-16,-1-2 0 0,2 1-144 0,-3-1 144 15,1-1-192-15,-1 1 64 0,-1-1 0 0,-1-1 0 16,0 1-176-16,-2 0-16 0,-1 1-16 0,-1-1 0 15,0 2 144-15,-2 1 16 0,1-1 16 0,-1 1 0 0,1 4 160 0,0-2 0 16,-1 4 0-16,2 1 0 0,0 4 0 0,0 1 144 16,0 2-144-16,1-1 0 0,0 6 128 0,-1-1-128 15,1 4 0-15,0 3 0 16,1-1 464-16,1 1-16 0,0 1 0 0,-2-17 0 0,7 30 128 16,-7-30 32-16,0 0 0 0,10 31 0 0,-10-31-160 15,0 0-48-15,0 0 0 0,0 0 0 0,0 0-256 0,0 0-144 16,0 0 160-16,40 23-160 0,-34-25 0 0,0-2 0 15,0-2 0-15,0 0 0 0,0-2 0 0,0-1-288 16,0 0 64-16,0 0-14944 0</inkml:trace>
  <inkml:trace contextRef="#ctx0" brushRef="#br0" timeOffset="1633.37">1398 4142 10127 0,'2'-1'896'0,"1"-1"-704"0,0 2-192 0,-1 0 0 16,-1 2 864-16,-1-2 144 0,2 3 16 0,0-1 16 16,-2-2 1632-16,0 0 320 15,0 0 64-15,31 36 16 0,-31-36-1280 0,0 0-240 16,32 41-48-16,-32-41-16 0,0 0-528 0,31 44-96 0,-31-44-32 0,0 0 0 16,28 46-176-16,-28-46-32 0,11 33-16 0,-11-33 0 15,4 32-224-15,-6-18-64 0,-3 1 0 0,-2 0 0 16,-2 1-176-16,-4-1-144 15,-1 0 192-15,-4 3-192 0,-1 0 0 0,-3 1 0 0</inkml:trace>
  <inkml:trace contextRef="#ctx0" brushRef="#br0" timeOffset="4684.55">989 5760 5519 0,'0'0'496'0,"0"0"-496"0,0 0 0 0,-1 0 0 15,1 0 1200-15,0 0 144 0,0 1 16 0,0-1 16 16,0 2-48-16,0 0-16 0,0-2 0 0,0 1 0 16,0 1-224-16,0-2-64 0,1 2 0 0,-1-2 0 15,0 0 112-15,0 0 16 0,1 0 0 0,0 0 0 16,0 0 16-16,1-1 16 0,-1 0 0 0,1-1 0 16,1 1-192-16,0-1-32 0,0 0-16 0,1-1 0 15,2 1-224-15,-1 0-32 0,2 0-16 0,-1 1 0 16,1 1-288-16,-1 0-48 0,1 3-16 0,-2-1 0 15,-5-2-320-15,0 0 128 0,0 0-128 0,0 0 0 16,0 0 0-16,0 0 0 0,38 21 0 0,-33-20 0 16,-2 1 0-16,0 0 0 0,-1-1 0 0,0 0 0 0,-1-1 0 0,0 0 0 15,-1 0 0-15,0 0 0 16,-2 0 0-16,0 0 0 0,-2-1 0 0,1 0 0 0,-2 1 0 0,-1 0 0 16,-1 0 0-16,1 0 0 0,-2 0 0 0,0 0 0 15,0-2 0-15,0 2 0 0,1 0 0 0,-1-3 0 16,1 3 0-16,0-2 0 0,3-1 0 0,-2 1 0 15,1 0 0-15,2 0 128 0,0 1-128 0,0-1 0 0,0 0 0 0,2 1 0 16,-1 1 0-16,1-2 0 0,-1 2 0 16,2 0 0-16,0-1 0 0,0 1 128 0,0-1-128 0,1 1 0 15,1 0 0-15,0 0 144 0,-1 0-144 0,1 0 0 16,1-2 352-16,0 2-32 16,1 0-16-16,-2 0 0 0,3 0 0 0,-1 0 0 15,0 0 0-15,2 2 0 0,-1-2-128 0,0 1-32 16,2 0 0-16,-1-1 0 0,1 2 16 0,-1-2 0 15,0 3 0-15,-2-3 0 0,1 0-160 0,0 2 0 0,-2-2 0 0,1 0 128 16,-1 0-128-16,-1 0 0 16,-2 0 0-16,1-2 0 0,-1 2 0 0,0 0 0 0,-1-2 0 0,0 2 0 15,-2-1 0-15,-1 1 0 0,0 0 0 0,-2 0 0 16,0 0 0-16,-1 0 0 0,-1 1 0 0,-3 1 0 0,1 0 0 16,-1 1 0-16,1-2 0 0,0 0 0 0,-1-1 0 0,3 0 0 15,0 0 0-15,0 0 0 0,1-1 0 0,0 0 0 16,2 1 0-16,0-2 0 0,1 1 0 0,1 1 0 15,-1 0 128-15,2 0-128 0,0-2 0 0,1 2 0 16,1 0 0-16,0 2 0 0,0-2 0 0,1 1 0 16,1 1 0-16,0-2 0 0,2 2 0 0,0 0 0 15,0-1 0-15,1 3 0 0,0-3 0 0,0 1 128 16,1 0-128-16,-1 0 0 0,1 0 160 0,0-2-160 16,-6 0 192-16,0 0-192 0,0 0 256 0,0 0-48 15,40 0-16-15,-32-2 0 0,1 1-32 0,-1 0-16 0,1-1 0 0,-1-1 0 16,-1-1-144-16,0 1 0 0,-2 1 0 0,-1-1 128 15,-1 1-128-15,-1 2 0 16,-1-3 0-16,-1 3 0 0,0 0 0 0,-2 0 0 0,-1 1 0 0,-2 1 0 0,1 0 0 0,-3-1 0 16,1 2 0-16,-3 0 0 0,0 0 0 0,1 2 0 15,-2-3 0-15,1 0 0 0,2 1 0 0,-2-1 0 16,3 1 0-16,0-3 0 0,2 2 0 0,0-1 0 16,1-1 128-1,0 1-128-15,2-1 0 0,1 0 0 16,0 0 0-16,0 0 0 0,0 0 0 0,1 2 0 15,1-2 0-15,0 1 0 0,1 1 0 0,-1 0 0 16,1-1 0-16,0 1 0 0,1-1 0 0,0-1 0 0,0 0 0 16,1 0 0-16,1 0 0 0,0-1 0 0,1-1 0 15,0 1 0-15,0-1 0 0,3-1 0 0,-2 0 0 0,1 0 0 16,1 0 0-16,-2 0 0 0,-1 1 0 0,1 2-17920 16</inkml:trace>
  <inkml:trace contextRef="#ctx0" brushRef="#br0" timeOffset="5811.78">555 5744 13823 0,'-1'-2'1216'0,"0"2"-960"0,1-2-256 0,0 2 0 0,0 0 1312 0,0 0 224 0,0-1 32 0,0 1 16 16,-1 0-336-16,0 0-64 0,0 1-16 0,0 3 0 15,0-2-432-15,0 4-96 0,1 2 0 0,-1 1-16 16,1 4 16-16,-1 0 0 0,0 3 0 0,0 3 0 16,-1 0-160-16,0 2-32 0,0-3 0 0,0-3 0 15,0 2-144-15,0-2-48 0,1 0 0 0,-1 0 0 16,1-3 0-16,1-1-16 16,0-3 0-16,-1-2 0 0,1-1-48 0,1-4-16 0,0-1 0 0,0-1 0 15,0-1-176-15,0-3 0 0,0 0 144 0,1-3-144 0,-1 0 0 0,1 1 144 16,0-4-144-16,-1 0 0 15,0-1 0-15,0 1 0 0,0 1 0 0,-1-2 0 0,1 1 0 0,-1 1 0 16,0-2 0-16,-1 2 0 16,1-2 0-16,0 1 0 0,-1 0 0 0,0 1 0 0,0 2 0 15,1-1 0-15,0 2 0 0,0 2 0 0,0 0 0 0,0 1 0 0,1 2 0 16,0 1 0-16,0-1 0 0,-1 4 0 0,1-1 0 0,0 3 0 16,0 0 0-16,0 2 0 0,-1-2 0 0,0 3 0 15,0 1 0-15,-1 1 128 0,0-2-128 0,0 2 160 16,0-1 160-16,1 1 48 0,-1-2 0 0,-1 3 0 31,1 2-112-31,0-3-32 0,0 0 0 0,-1 3 0 16,1-2-96-16,-1 2 0 0,0-3-128 0,2 0 192 15,-1-1-192-15,0-1 144 0,0 0-144 0,0 0 128 16,0-2-128-16,1-3 0 0,0 1 0 0,0-1 128 16,0-2-128-16,0 0 0 0,1-2 0 0,0-1 0 15,0 1 0-15,0-5 128 0,0 2-128 0,-1-2 0 16,1 0 0-16,1-3 0 0,-1 1 0 0,1-3 0 0,0 1 0 0,-1-1 0 15,1 0 0-15,-1-2 0 0,0 1 0 0,-1-1 0 16,1-3 0-16,0 5 0 0,0-2 0 0,-1 5 0 16,1-2 0-16,-1 3 0 0,1 1 0 0,-1 1 0 15,-1 2 0-15,1 2 0 0,0 0 0 0,0 1 0 16,0 1 0-16,1 1 0 0,-1 3 0 0,0-1 0 16,-1 2 0-16,1 4 0 0,-1-2 0 0,0 0 0 15,-1 4 0-15,2 0 0 0,-1-1 0 0,0 3 128 16,0-1-128-16,0 0 128 0,0 0 208 0,-1-1 48 15,0 2 0-15,0 0 0 0,0-1-96 0,0 0-16 0,-1 0 0 0,1-2 0 16,0-1-80-16,2-4 0 0,0 2-16 16,1-2 0-16,-1-1-176 0,2-3 0 0,0-1 0 0,1-1 128 15,-1-1-128-15,2 0 0 0,0-3 0 0</inkml:trace>
  <inkml:trace contextRef="#ctx0" brushRef="#br0" timeOffset="27826.07">3956 5740 2751 0,'0'2'256'0,"0"-2"-256"0,-1 2 0 0,1-2 0 15,0 0 816-15,0 0 112 16,0 2 32-16,0-1 0 0,0 3 128 0,0-3 48 0,1 3 0 0,-1-3 0 15,2 0-352-15,-1-1-64 0,1 0-16 0,0 0 0 16,0 0-432-16,-1 0-80 0,0 0-32 0,0-1 0 16,0 0-32-16,0 1-128 0,1 0 192 0,-2 0-64 15,1 0 448-15,-1 0 64 0,1 0 32 0,-1 1 0 16,0-1 256-16,0 0 48 0,0-1 16 0,1 1 0 0,-1 0-160 0,0 0-48 31,1 0 0-31,-1-2 0 0,2 2 32 0,-1-2 0 16,0 1 0-16,0 1 0 0,1-2-288 0,0 2-48 0,0 0-16 0,0-2 0 0,1 2-192 0,-1-1-32 31,1 2-16-31,-1-1 0 0,1 2-48 0,-1-2-16 0,-1 2 0 0,-1 1 0 0,0-1-160 0,0-1 128 16,0 2-128-16,0 0 128 15,-2-1-128-15,-1 1 128 0,1-1-128 0,-1 0 128 0,1 1-128 0,-2-1 0 16,1 1 0-16,-1-3 128 0,1 2-128 0,0-2 0 31,0 0 0-31,0 0 0 0,1 0 0 0,1-2 128 0,-1 2-128 16,1-2 128-16,0 1 16 0,0 1 0 0,1-2 0 15,-1 2 0-15,1-2 80 0,0 1 16 0,1 1 0 0,0-2 0 16,0 2-48-16,0 0-16 0,0 0 0 0,0 2 0 16,1-2-48-16,0 1 0 0,1 1 0 0,0-2 0 15,0 2-128-15,-1-2 0 0,0 0 0 0,1 1 128 16,0 1-128-16,0-2 0 0,-1 2 0 0,1-2 0 16,-1 2 0-16,0 0 0 0,-1 1 0 0,0 0 128 15,0 0-128-15,-1 0 0 0,0 0 0 0,0-1 0 0,0 1 0 0,0-1 0 16,-1 0 128-16,1-1-128 0,-1 1 0 0,-1 0 0 15,0-1 0-15,0-1 0 16,0 0 0-16,0 0 0 0,1 0 0 0,-1-1 0 0,0 1 0 0,0-2 0 16,0 0 0-16,0 1 0 0,0-2 0 0,1 0 160 15,0 0-160-15,0 0 160 0,0 0 144 0,0 0 16 16,1-2 16-16,0 2 0 0,0 1-32 0,1-3-16 16,1 1 0-16,-1 1 0 0,1 1-160 0,1-1-128 15,0-1 192-15,0 3-192 0,0-1 128 0,1 0-128 0,0 2 0 0,0 0 0 16,1-2 0-16,-1 4 0 0,0-2 0 0,0 2 0 15,-1 0 0-15,1 1 0 0,-2 2 0 0,0-3 0 16,-1 5 0-16,0-2 160 16,-1-1-160-16,0 2 128 0,-1 0 0 0,0-1 0 0,-1 0 0 15,1 2 0-15,-2-4 0 0,0 1 0 0,-1-1 0 0,2-1 0 16,-2 0 0-16,0-2 0 0,0 0 0 0,1-1 0 16,1 0-128-16,-1-2 160 0,0 0-160 0,1-2 160 15,1 0-160-15,-1 0 0 0,0 0 144 0,2 0-144 16,0 1 0-16,0-2 128 0,0 0-128 0,1-1 0 0,0 2 0 15,1 0 0-15,-1-1 0 0,1 0 0 0,1 1 0 0,0 3 0 16,0-3 0-16,-1 3 0 0,1-1 0 0,0 3 0 16,0 0 0-16,-1 0 0 0,-1 3 0 0,1 0 0 15,-1 1 0-15,0 1 0 0,0-2 0 0,-1 2 0 16,0 1 0-16,-1 0 0 0,0 0 0 0,-1 1 0 16,1-3 0-16,-2 2 0 0,0-2 0 0,0-1 0 15,0 1 0-15,0-1 0 0,-1-1 0 0,-1 1 0 16,3-1 0-16,-2 0 0 0,0-2 0 0,0 0 0 15,0 0 0-15,1-2 0 0,0 0 0 0,0-1 0 16,3-1 0-16,-2-2 0 0,2 2 0 0,-1-1 0 0,1 0 0 0,1-1 0 16,0 0 0-16,0-1 0 0,1 0 0 0,1 0 0 15,0 0 0-15,1 0 0 16,-1 2 0-16,1 1-128 0,0-2 128 0,-1 2 0 0,2-1 0 0,0 3-128 16,-1-1 128-16,0 1 0 0,0 2 0 0,-1 2 0 15,1-1 0-15,-1 3 0 16,0-1 0-16,-1 1 0 0,-1 1 0 0,0 0 0 15,0 0 0-15,-1 2 0 0,0 0 0 0,-1-2 0 16,0 1 0-16,-2-1 0 0,0 0 0 0,-1-2 0 16,0 2 0-16,-1-1 0 0,1-2 0 0,0 0 128 0,-1-1-128 15,1 1 0-15,1-2 0 0,-1 0 0 0,0 0 0 16,0 0 0-16,1-2 0 0,-1 1 0 0,1-1 0 0,1 2 128 16,1-2-128-16,-1 0 0 0,0 0 0 0,2 1 0 15,-1-1 0-15,1 0 0 0,1 1 0 0,0-2 0 16,0 2 0-16,1-2 0 0,-1 1 0 0,2 0 0 15,0 1 0-15,1-1 0 0,-1 1 0 0,1 0 0 16,0 1 0-16,-1 2-128 0,0 0 128 0,1 1 0 16,0-1 0-16,-2 1 0 0,0 1 0 0,0-1-128 15,-1 2 128-15,0-2 0 0,0 1-144 0,-1 1 144 16,0-3-896-16,0 0-96 16,1 1-32-16,0-1-14336 0</inkml:trace>
  <inkml:trace contextRef="#ctx0" brushRef="#br0" timeOffset="29868.52">6545 5739 1839 0,'0'0'160'0,"0"0"-160"0,0 0 0 0,0 0 0 16,-1 0 592-16,2-2 96 0,-2 2 16 0,0 0 0 15,-1-2 624-15,0 1 128 0,0 1 16 0,0-2 16 16,0 2-192-16,-1 0-32 0,1-1-16 0,0 1 0 16,0-1-560-16,0 1-112 0,1 0-32 0,0 0 0 15,-1 0 160-15,1 0 48 0,-1 0 0 0,1 0 0 16,-1 2 128-16,1-2 16 0,0 2 16 0,0-1 0 16,-1 1-384-16,0 0-80 0,0-1 0 0,0-1-16 15,0 2-48-15,1 0 0 0,0-2 0 0,1-2 0 0,0 2 16 16,0-3 0-16,0 1 0 0,1-1 0 0,0 0 48 0,2 0 16 15,0 0 0-15,0 0 0 0,-1-1-176 0,1 2-32 16,2-3-16-16,-2 3 0 0,0 1-240 0,0-1 144 16,0 2-144-16,0 0 128 0,-1 2-128 0,-1-1 0 15,1 3 0-15,-1-1 0 0,-1 1 0 0,0-1 0 16,-1 2 0-16,-1 1 0 0,1-1 0 0,-1 0 0 16,-1-2 0-16,0 2 0 0,-1 0 0 0,0-2 0 0,0 2 0 15,-1-2 0-15,2-1 0 0,-1 1 0 16,0-1 144-16,2-2-144 0,-1 0 160 0,0 0-32 0,0-2-128 0,1 1 192 15,0-1-16-15,2 0-16 0,-1-1 0 0,0-1 0 16,1 1-160-16,0 1 192 0,1-2-192 0,-1 1 192 16,1 0-192-16,0 1 0 0,0 0 0 0,1-3 0 15,1 2 0-15,-1 1 0 16,0 0 0-16,0 0 0 0,0 2 0 0,1-2 0 16,0 1 0-16,1 1 0 0,-2 0 128 0,2 0-128 0,-1 0 0 0,0 3 128 15,-1-1 112-15,1 0 16 0,-1 1 0 0,-1 2 0 0,0-1 16 0,0 1 16 16,-1 2 0-16,-1-3 0 15,-1 2-288-15,0-2 128 16,0 1-128-16,0 0 0 0,-2-1 128 0,0-1-128 0,0 2 0 0,0-3 0 0,-2 0 128 16,2 0-128-16,-3 1 0 0,2-3 0 0,0 0 160 0,0 0-160 15,1-3 128-15,0 1-128 0,0 0 240 0,1 0-48 16,1-4 0-16,0 2 0 0,1-1 0 0,1-2-16 16,0 2 0-16,2-2 0 0,1 0-176 0,0 0 160 15,1 0-160-15,1 0 160 0,-1 0-160 0,2 2 0 0,-2 0 0 0,1 0 0 16,1 3 0-16,-2 0 0 0,1 2 0 0,-1 0 0 31,-1 0 0-31,0 2 0 0,-1 1 0 0,0 1 0 0,-1 2 0 0,-1 0 0 0,-1-1 0 0,-1 2 0 16,-1 0 0-16,-1 0 0 0,-1 0 0 0,-2 1 0 15,2-2 128-15,-1 0-128 0,0-1 192 0,0-2-64 16,2 0 240-16,1-3 32 0,0-2 16 0,0-1 0 16,1 1-160-16,1-5-48 0,1 2 0 15,1-2 0-15,1 0-208 0,1-2 0 0,1 1 128 0,1-1-16992 16</inkml:trace>
  <inkml:trace contextRef="#ctx0" brushRef="#br0" timeOffset="31766.52">4006 5846 3039 0,'0'-5'0'0,"0"1"128"0,0 1-128 0,0 2 176 0,0 0-176 0,-1 1 0 0,1-2 0 0,0 0 0 0,1-1 1040 0,-2-1 176 15,1 1 48-15,0-2 0 0,0 2 96 0,-1 1 32 16,0 0 0-16,0 0 0 0,0 1-96 0,0-1-16 16,0 2 0-16,-1 2 0 15,1 1-256-15,-2-1-64 0,2 5-16 0,-1-1 0 16,0 2-384-16,-1 2-80 0,0 4-16 0,-1-2 0 0,1 2-80 0,-1-1 0 16,0 3-16-16,1-1 0 0,-2 1-128 0,0 0-32 15,2 1 0-15,-1-2 0 0,0-2 0 0,2 3 0 0,-2-1 0 0,1-1 0 16,0 0-32-16,1-1-16 0,-1 1 0 0,0-2 0 15,0 2 128-15,-1-2 32 0,2 2 0 16,-2 1 0-16,0 0 48 0,0 2 16 0,0 2 0 0,-1-3 0 16,2 4-384-16,-2-4 144 0,0 1-144 0,1 0 0 15,-1 0 176-15,-1 1-176 0,0 2 160 0,-1-2-160 16,2-1 256-16,0-1-32 0,0 3-16 0,-1 0 0 16,1-2 128-16,-2 4 32 0,1-2 0 0,-2 1 0 0,1 0 0 15,-1 1 0-15,1 1 0 0,-1-1 0 0,1-2-48 0,1 0-16 16,-1-2 0-16,1 1 0 0,-2 0-128 0,2 0-32 15,0-1 0-15,1-3 0 16,-1 1 0-16,0 1 0 0,1 0 0 0,-2 1 0 0,1 2-16 0,-1 1-128 16,0 1 192-16,-1 2-64 0,0 1 16 15,1 0 0-15,-2-1 0 0,2 1 0 0,0-1 48 0,-1-1 0 16,0 2 0-16,0-3 0 0,1 0-32 0,0 1 0 16,0-1 0-16,0 1 0 0,-1 3 32 0,1-1 16 15,-1 1 0-15,1 1 0 0,-1 1-32 0,0-1-16 16,0 3 0-16,0-3 0 0,0 3 0 0,0-3 0 0,-1 0 0 15,1-2 0 1,2-3-160-16,-3 2 192 0,1 1-192 0,-2 4 192 0,-1-1-192 0,0 2 128 0,-1 1-128 0,1-2 128 16,0 1-128-16,0-1 0 0,0-1 0 15,-1-1 128-15,1-3-128 0,-1 1 0 0,1 2 0 0,1-5 128 16,1 1-128-16,0-1 0 0,-1 3 144 0,1-1-144 16,1 1 128-1,-1 0-128-15,0 0 128 0,1-1-128 0,-2-1 0 0,2 0 0 0,1-1 0 0,-2-1 128 16,2 0-128-16,-1 1 0 0,-1-2 0 0,1 0 0 15,0 0 0-15,-1 2 0 0,1 0 0 0,-1 2 128 16,-1 0-128-16,2 0 0 0,0 1 0 0,-2-1 0 0,1 1 0 0,-1 0 0 16,0 2 0-16,-1-2 0 0,3-3 0 0,-1 0 0 31,0 1 0-31,-1-3 0 0,1 2 0 0,0-1 0 0,-1 1 0 0,1 2 0 0,1-1 0 0,-1-1 0 16,0 0 0-16,0 3 0 0,2-3 0 0,-2 1 0 15,1 3 0-15,-1-2 0 0,0-2 0 0,1 0 0 16,0 2 0-16,-1-3 0 0,1 1 0 0,-1 0 0 15,0 3 0-15,0-3 0 0,1 3 0 0,-2-1 0 16,2 0 0-16,-1 0 0 0,0-2 0 0,0 0 0 16,0 3 0-16,0-3 0 0,0 0 0 0,1 1 0 0,-1-1 0 15,1-2 0-15,1 0 0 0,-1 0 0 0,0 0 0 0,1-1 0 16,-1 0 0-16,0 3 0 0,0-2 0 0,0 1 128 16,1 0-128-16,-1-1 0 0,0 1 0 15,-1-2 0-15,1 1 0 0,1 0 0 0,-1 0 0 0,0-2 0 16,1 1 0-16,-1-3 0 0,2-1 0 0,-1 1 0 15,0 1 0-15,0 0 0 16,0 1 0-16,-1-2 0 0,2 3 0 0,-2-1 0 0,3 2 0 0,-2-5 0 16,2 0 0-16,-1 3 0 0,-1 2 0 0,0 0 0 15,1 1 0-15,-2-2 0 0,2-1 0 0,-1-1 0 16,1 1 0-16,-1-1 0 0,0 1 0 0,1-3 0 16,-2 2 0-16,1-1 0 0,0 2 0 0,0-3 128 0,0 1-128 15,0-2 0-15,0 2 0 0,3-4 0 16,-1 0 0-16,0-2 0 15,-1 3 0-15,0 1 0 0,-1 0 0 0,1 1 0 16,-1 2 0-16,0-2 0 0,0 0 0 0,0 0 0 16,0 1 0-16,0-1 0 0,-1 0 0 0,1-1 0 15,0 0 0-15,2 0 0 0,-1-2 0 0,1 1 0 16,-1-2 0-16,1 1 0 0,-1-1 0 0,1-3 0 16,1 2 0-16,-1-1 0 0,1-2 0 0,1 2 0 15,-1-1 0-15,0 0 0 0,2 1 0 0,-3 0 0 16,1 0 0-16,0-2 128 0,1 2-128 0,-1-1 0 15,0 0 0-15,2-2 0 0,0 0 0 0,-1 1 0 0,0 0 0 0,0 0 0 16,0 2 0-16,0-1 0 0,-1 0 0 0,0 0 0 16,2 0 0-16,-2 0 0 0,1-2 0 0,-1 0 0 15,2 0 0-15,-1 1 0 0,0-1 0 0,0 0 0 16,1-2 0-16,-1 1 144 0,0 1-144 0,0-3 0 16,0 3 160-16,1 1-160 0,-1-2 128 0,0 3-128 15,0-3 0-15,1 4 0 0,0-2 128 0,-2 4-128 16,1 0 0-16,-1-1 0 0,2 1 0 0,-2 0 0 15,1 1 0-15,-1-2 0 0,1 1 0 0,-1-1 0 16,0-1 0-16,1-1 0 0,-2 2 0 0,1-2 0 0,1-2 0 16,1-3 0-16,0 1 0 0,0-1 128 0,0 0-128 0,0-2 160 15,1 1-160-15,0-1 160 0,1 0-160 0,0 0 0 16,0 0 144-16,0 2-144 0,0-2 0 0,0 1 0 16,0 0 0-16,0 1 128 0,0-1-128 0,0 1 0 15,1 0 0-15,-1-1 0 0,-1 3 0 0,1-2 0 16,0 0 0-16,0-2 0 0,0 3 0 0,0-2 0 15,-1 1 0-15,1 0 0 0,0-2 0 0,0-2 0 16,1 0 0-16,0-2-18368 0</inkml:trace>
  <inkml:trace contextRef="#ctx0" brushRef="#br0" timeOffset="33344.72">3969 5789 3679 0,'-1'0'320'0,"0"-2"-320"15,1 2 0-15,0-1 0 0,0 1 688 0,0 0 64 16,0 0 16-16,0 0 0 0,0-2 752 0,1 0 144 16,2 0 48-16,0 0 0 0,0 1-144 0,0-1-32 15,1 2 0-15,0 0 0 16,1-2-256-16,-2 2-64 0,2-1-16 0,0 1 0 15,0 1-240-15,1 1-32 0,-1-2-16 0,2 2 0 16,-1-1-144-16,2 1-16 0,0 0-16 0,-1-1 0 16,3 0-304-16,-2-1-64 0,2 2-16 0,-1-2 0 0,2 1-96 0,-1 1-32 15,1-2 0-15,0 0 0 16,0 0 64-16,0 1 16 0,-11-1 0 0,0 0 0 0,37 6-96 0,-37-6-16 16,0 0 0-16,37 12 0 0,-37-12-48 0,0 0-16 15,36 13 0-15,-36-13 0 0,0 0 32 0,0 0 0 16,46 13 0-16,-34-11 0 0,0-1 96 0,1-1 0 15,2 0 16-15,0-1 0 0,0-1-48 0,0 0-16 16,-1 0 0-16,1-1 0 0,0 0-80 0,0 0-128 16,1 0 176-16,-1 0-176 0,-1 1 160 0,1-1-160 0,-2 1 128 15,1 1-128-15,0 1 208 0,0-1-32 0,0 1-16 0,-1 0 0 16,0 1-160-16,0-2 160 0,0 1-160 0,0 0 160 16,-1 0-160-16,0 0 0 0,1-2 0 0,1 1 0 15,-2 1 128-15,0-2-128 0,0 2 128 0,0 0-128 16,0 0 0-16,-1 0 128 0,1 2-128 0,-1-2 0 15,1 0 176-15,-1 0-48 0,0 1-128 0,0 1 192 16,1-2-192-16,-1 0 144 0,1 0-144 0,0 1 128 16,1-1-128-16,1 0 0 0,0-1 144 0,-1 1-144 15,0-2 0-15,1 1 0 0,0-1 0 0,-1 0 128 0,2 1-128 16,-1-1 0-16,-1 2 0 0,0-1 128 0,0 0-128 16,0 1 128-16,1 0-128 0,-1 1 128 0,-1 0-128 0,1-1 192 15,0 0-64-15,0 2 0 0,1-2-128 0,1 0 128 16,-1 0-128-16,1 0 128 0,1 0-128 0,0 0 0 15,1 0 0-15,0 0 0 0,0 0 0 0,1 0 0 16,0 0 0-16,0 0 0 0,0 0 0 0,-1 0 0 16,0-2 0-16,0 2 128 0,-2 0-128 0,1 0 0 15,-1 0 0-15,0 0 0 0,1-1 128 0,-1 0-128 16,-1 1 160-16,0-2-160 0,1 0 192 0,0 1-48 16,0 1-16-16,-1-2 0 0,1 1-128 0,-1-1 0 0,1 2 144 15,-1-2-144-15,0 0 0 0,1 2 128 0,0-2-128 0,-1 1 0 16,0 1 0-16,-1 0 0 0,1 0 0 0,-1-2 128 15,0 2-128-15,-1-2 0 0,1 1 0 0,-1-1 0 16,0 1 0-16,1 0 0 16,-1 1 0-16,0-2 0 0,1 1 0 0,-2 1 0 0,-1-2 0 0,0 0 128 15,0 1-128-15,1 1 0 0,-1-2 0 0,0 2 128 16,0 0-128-16,0 0 128 0,0 0-128 0,-1 0 128 16,1 0-128-16,0 0 0 0,1 2 128 0,0-2-128 15,-11 0 0-15,0 0 0 0,33 3 0 0,-21-3 0 16,-2 0 0-16,1 0 0 0,1 0 0 0,-2 0 0 15,1 2 0-15,0-2 0 0,0 0 0 0,0 0 128 0,0 0-128 0,1-2 0 16,-1 2 0-16,-1 0 0 0,0-2 0 0,1 1 0 16,-1 1 0-16,2-2 0 15,-2 2 0-15,-1-2 128 0,1 2-128 0,0-4 0 0,1 3 0 0,-1-1 0 16,-1 0 0-16,0 1 128 0,1-1-128 0,-1 2 0 16,0-2 0-16,0-1 128 0,2 1-128 0,-2 0 128 15,-1 1-128-15,2-1 128 0,-3 0-128 0,0 2 0 16,1-2 128-16,-1 0-128 0,1 1 0 0,-1-1 144 0,0 1-144 0,-2 1 0 15,1 0 144-15,-2 0-144 0,1 0 0 0,0 0 144 16,-1 0-144-16,0 0 0 0,-1 3 144 0,0-3-144 16,-1 1 0-16,1 1 128 0,-1 0-128 0,0-2 0 15,-1 2 0-15,1-2 0 0,-2 2 0 0,2-1 128 16,-1 1-128-16,-1-2 0 0,-1 2 0 0,0-1-18736 16</inkml:trace>
  <inkml:trace contextRef="#ctx0" brushRef="#br0" timeOffset="33956.83">4010 5829 1839 0,'-2'-1'160'16,"0"0"-160"-16,1 1 0 0,0 0 0 0,0 0 800 0,0 0 128 16,-3 0 32-16,-1 0 0 15,-1 1 560-15,-1 0 112 16,-1 2 32-16,1-3 0 0,1 2-288 0,1 1-48 0,0 1-16 0,0-3 0 0,2 3-288 0,0-3-48 16,0 1-16-16,2-1 0 0,0 0-16 0,1 1-16 15,1-2 0-15,0 0 0 0,2 0-48 0,1-2-16 16,0 1 0-16,2-1 0 15,0 1 96-15,2 0 0 0,0-3 16 0,1 1 0 0,1 1-320 0,2-1-64 16,1 1-16-16,0 0 0 0,1 1-96 0,1 1-32 0,2 0 0 16,-17 0 0-16,35 3-208 0,-35-3-48 0,38 5-16 15,-38-5 0-15,40 9-176 0,-40-9 0 0,44 5-160 0,-44-5-9808 16,44 2-1952-16</inkml:trace>
  <inkml:trace contextRef="#ctx0" brushRef="#br0" timeOffset="35960.44">6523 5787 1839 0,'-1'-1'160'0,"1"1"-160"16,0-2 0-16,0 2 0 0,0 0 496 0,-1-1 64 16,0 0 16-16,0-1 0 0,0-1 400 0,-1-1 96 15,1 3 16-15,0-2 0 0,0 2 0 0,0-1 16 16,-1 1 0-16,2 1 0 0,-2 0 176 0,1 0 16 0,0 3 16 0,-1-2 0 15,1 2-304-15,-1-2-64 0,1 3-16 16,-1-1 0-16,2-1-400 0,-1 0-80 0,1 0 0 0,0 1-16 16,-1 0-240-16,1 0-64 0,0 0 0 0,0 2 0 15,1-2 80-15,-1 1 16 16,0-1 0-16,1 2 0 0,0-1 288 0,-1-1 64 0,0 2 16 0,0-1 0 16,1-1-48-16,0 2-16 0,0 0 0 0,1 1 0 15,0 1 80-15,0 3 16 0,0-3 0 0,0 2 0 16,-1 1-64-16,1-3-16 15,0 0 0-15,-1 3 0 0,2-1-160 0,-2 3-16 0,2-1-16 0,-1-1 0 0,0 2-96 16,0-2-32 0,1 2 0-16,-1-1 0 0,1 1-224 0,0-2 144 0,0-1-144 0,0 3 128 15,0-3-128-15,-3-9 0 0,0 0 0 0,14 34 128 0,-14-34-128 0,0 0 0 16,17 37 0-16,-17-37 128 16,0 0 0-16,17 38 0 15,-17-38 0-15,0 0 0 0,16 41 64 0,-16-41 0 0,0 0 0 0,13 41 0 0,-13-41-32 0,7 30 0 16,-7-30 0-16,6 30 0 0,-6-30-160 0,6 30 128 15,-6-30-128-15,5 37 128 0,-3-16-128 0,-2-21 0 0,6 39 0 16,-6-39 128-16,6 42-128 0,-6-42 0 0,9 41 0 16,-9-41 128-16,8 44-128 0,-8-44 0 0,10 44 0 15,-10-44 0-15,11 42 0 0,-11-42 0 0,11 38 0 0,-11-38 0 32,13 38 240-32,-13-38-48 0,13 41 0 0,-13-41 0 0,14 41 64 0,-14-41 0 0,14 43 0 0,-14-43 0 15,15 43-112-15,-15-43-16 16,16 45 0-16,-16-45 0 15,16 45-128-15,-16-45 160 0,18 42-160 0,-18-42 160 0,17 41-160 16,-17-41 160-16,16 40-160 0,-16-40 160 0,15 38-160 0,-15-38 192 16,14 38-192-16,-14-38 192 0,15 43-32 0,-15-43 0 15,13 45 0-15,-13-45 0 0,12 49-32 0,-6-22 0 16,-6-27 0-16,10 46 0 0,-10-46-128 0,9 41 192 16,-9-41-192-16,9 48 192 0,-9-48-192 0,12 47 0 15,-12-47 144-15,14 46-144 0,-14-46 0 0,17 48 128 16,-17-48-128-16,18 49 0 0,-18-49 0 0,18 47 0 15,-18-47 0-15,19 45 0 0,-19-45 0 0,17 43 128 16,-17-43-128-16,20 47 0 0,-20-47 0 0,18 51 128 0,-18-51-128 0,21 53 0 16,-21-53 0-16,21 55 0 0,-21-55 0 0,22 58 128 15,-22-58-128-15,23 58 0 0,-23-58 0 0,21 50 0 16,-21-50 0-16,20 48 0 0,-20-48 0 16,19 47 0-16,-19-47 0 0,19 48 0 0,-19-48 0 0,21 49 0 15,-21-49 0-15,19 48 0 0,-19-48 0 0,21 51 0 16,-21-51 0-16,18 46 0 0,-18-46 0 0,19 40 128 15,-19-40-128-15,17 40 0 0,-17-40 0 0,17 48 0 16,-17-48 0-16,17 45 0 0,-17-45 0 0,17 45 0 0,-17-45 0 16,18 43 0-16,-18-43 0 0,19 45 0 0,-19-45 0 0,18 41 0 15,-18-41 0-15,19 41 0 0,-19-41 0 0,19 41 0 16,-19-41 0-16,19 40 128 0,-19-40-128 0,16 35 0 16,-16-35 0-16,18 38 0 0,-18-38 0 0,18 43 0 15,-18-43 0-15,18 41 0 0,-18-41 0 0,19 44 0 16,-19-44 0-16,17 41 0 0,-17-41 0 0,17 36 0 15,-17-36 0-15,17 35 0 0,-17-35 0 0,16 36 0 16,-16-36 0-16,14 31 128 0,-14-31-128 0,16 35 0 16,-16-35 0-16,17 36 0 0,-17-36 0 0,17 36 0 15,-17-36 0-15,15 34 128 0,-15-34-128 0,16 34 0 16,-16-34 0-16,17 33 0 0,-17-33 0 0,16 33 0 16,-16-33 0-16,0 0 0 0,23 48 0 0,-23-48 0 0,15 33 0 0,-15-33 0 15,15 32 0-15,-15-32 0 0,0 0 0 0,24 46 0 16,-24-46 0-16,0 0 0 0,24 45 0 0,-24-45 128 15,0 0-128-15,24 48 0 0,-24-48 0 16,16 31 128-16,-16-31-128 0,13 37 0 0,-13-37 0 16,14 36 0-16,-14-36 0 0,13 31 0 0,-13-31 0 0,13 33 0 15,-13-33 0-15,11 31 0 0,-11-31 0 0,0 0 128 16,20 45-128-16,-20-45 0 0,0 0 0 0,18 42 0 16,-18-42 0-16,0 0 0 0,21 43 0 0,-21-43 0 15,0 0 0-15,19 41 128 0,-19-41-128 0,0 0 0 16,19 38 0-16,-19-38 0 0,0 0 0 0,14 37 128 0,-14-37-128 0,0 0 0 15,12 33 0-15,-12-33 0 0,0 0 0 0,0 0 0 16,13 38 0-16,-13-38 0 0,0 0 0 0,0 0 0 16,12 35 0-16,-12-35 0 0,0 0 0 0,0 0 0 15,16 32 0-15,-14-25 0 0,1-2 0 0,0 2 0 16,-3-7 0-16,0 0 0 0,0 0 0 0,0 0 0 16,16 33 0-16,-14-27 128 0,0 0-128 0,1-1 0 15,-1 2 0-15,1-2 0 0,-1 1 0 0,0-1 0 16,0-1 0-16,0 0 0 0,0 1 0 0,0-1 0 15,0 0 0-15,0-1 0 0,-1 0 0 0,0 0 0 0,0 0 0 16,0 0 0-16,0-1 0 0,-1-1 0 0,2 1 0 0,-1 0 0 16,0-2 0-16,0 0 0 0,0 0 0 0,0 2 0 15,0-2 0-15,0 0 0 0,-1-2 0 0,1 2 0 16,-1 0 0-16,1 0 0 0,-1-2 0 0,0 0 0 16,1 1-144-16</inkml:trace>
  <inkml:trace contextRef="#ctx0" brushRef="#br0" timeOffset="36703.94">8321 10476 2751 0,'-1'0'256'0,"0"0"-256"0,0 1 0 0,1-1 0 15,-1 0 544-15,1 2 64 0,-2-2 16 0,-1 2 0 16,0 1-48-16,-2-1-16 0,2-1 0 0,0 0 0 15,1 1-400-15,-1-1-160 0,2 1 128 0,-1-1-128 16,1 1-336-16,1-2-160 0,-1 0-16 0,1 0-16 16,0 0-208-16,1 0-32 0,-1-2-16 0,-1 1 0 0,1-1 400 0,-1 1 96 15,1 1 16-15,-1-2 0 0,0 2 272 16,-1 0 0-16,1 2 176 0,-2-2-32 0,1 3-144 0,-1-3 0 16,0 3 144-16</inkml:trace>
  <inkml:trace contextRef="#ctx0" brushRef="#br0" timeOffset="37098.8">8259 10490 8287 0,'-1'-2'368'0,"0"0"80"0,0 0-448 0,0 0 0 16,1 1 0-16,0 1 0 0,-1 0 1184 0,0-2 160 0,0-1 16 0,-1 1 16 15,0 0 192-15,1-1 32 0,1 1 16 16,-1 0 0-16,0 1-400 0,1 2-64 0,0 1-32 0,1 0 0 16,0 1-288-16,-1-1-64 0,2 3-16 0,0 0 0 15,-1-1-80-15,1 1-16 0,0 1 0 0,1 0 0 16,-1 1 96-16,1 3 16 0,-3-10 0 0,0 0 0 15,0 0 32-15,16 30 16 0,-16-30 0 0,0 0 0 16,0 0-240-16,15 36-32 0,-15-36-16 0,0 0 0 16,0 0-160-16,16 34-48 0,-16-34 0 0,0 0 0 15,0 0-80-15,0 0-32 0,25 31 0 0,-25-31 0 16,0 0-16-16,0 0 0 0,0 0 0 0,0 0 0 0,0 0-192 16,29 35 176-16,-25-31-176 0,-1 1 160 0,0 1-160 0,-1 0 160 15,0-1-160-15,1 1 160 0,-1-1-160 0,1 0 192 16,-2 0-192-16,2 0 192 0,-1-3-64 0,1 1 0 15,-1 1 0-15,0-1 0 0,-1-1-128 0,1 0 128 16,0 0-128-16,-1-1 128 0,1 1-128 0,-1-2 0 16,1 2 0-16,-1-2 128 0,0 0-128 0,-1 0 0 15,1 0 0-15,0 0 0 0,0 1 0 16,0-1 0-16,0 0 128 0,-1 2-128 0,1-2 0 0,-1 0 0 16,0 1 0-16,1 0 0 0,-1-1 0 0,0 0 0 15,1 0 0-15,0-1 0 0,0 1-144 0,1-1-64 0</inkml:trace>
  <inkml:trace contextRef="#ctx0" brushRef="#br0" timeOffset="38307.83">4037 5782 3679 0,'0'0'320'0,"0"0"-320"16,0 0 0-16,0 0 0 0,0 1 976 0,0 0 128 15,0-1 32-15,-1 3 0 16,1 2 352-16,-1 1 80 0,0 2 16 0,0 1 0 0,1 0-448 0,0 1-96 15,-1 2-16-15,1 0 0 0,1-2-512 0,0 1-128 16,-1-2 0-16,1 1-16 0,1 0-208 0,-1 0-32 16,1 1-128-16,0 3 192 0,-1-4-192 0,0 4 0 0,-1 0 128 0,0 3-128 15,0-1 0-15,0 3 0 0,0 0 0 16,0 3 0-16,-2-1 144 0,1 2-144 0,0 0 128 0,0 0-128 16,0-1 0-16,0 0 0 0,0-1 0 0,0-4 0 15,0 1-304 1,0-2 16-16,2-2 0 0,-1 0 0 0,0 0-176 15,1-2-48-15,0 0 0 0,-1 0 0 0,1 0 64 0,-1 0 0 0,0-3 0 0,0 3 0 16,1 0 304-16,-1 0 144 16,0 2-128-16,1 0 128 0,-1 1-320 0,0-1 0 0,0 2 16 0,0-1 0 15,-1 2-576 1,1-1-112-16</inkml:trace>
  <inkml:trace contextRef="#ctx0" brushRef="#br0" timeOffset="38502.87">4032 6657 4607 0,'-2'26'192'0,"2"-21"64"0,0-5-256 0,0 0 0 15,0 2 0-15,-1 1 0 0,0 6 1136 0,-1 3 176 16,-1 4 32-16,-1 3 16 0,2 0 368 0,-2 3 80 15,1-4 16-15,0 0 0 0,0 0-160 0,0-1-16 16,0-1-16-16,1-1 0 16,-1 0-176-16,2 0-48 15,0 0 0-15,-1 1 0 0,1-1-384 0,-1-1-96 16,1 0-16-16,-1-1 0 0,1 1-560 0,1-1-112 16,-1-1-32-16,0 1 0 0,1 0-208 0,-1 1 0 0,0 0 0 15,1-1 0 1,-1 0-448-16,1-1-48 0,0 3 0 0,0-1 0 15,1 0-528-15,0 1-128 0,-1-15 0 0,2 29-16 0,-1-14-672 0,0-1-128 0,0 1-16 0,0-1-7104 16</inkml:trace>
  <inkml:trace contextRef="#ctx0" brushRef="#br0" timeOffset="38928.54">3994 7646 5119 0,'0'16'0'0,"0"-6"224"0,0-3-64 0,-1 0-16 0,1-2-144 0,0 0 0 16,0 2 0-16,-1 6 0 0,0 7 1600 0,-2 6 272 15,1 0 64-15,-1-2 16 0,0-3-256 0,2-1-48 16,-1-2-16-16,0 1 0 0,0-2-640 0,1 1-128 16,0-1-32-16,1-1 0 0,0 1-608 0,0-2-224 0,0 2 144 15,0-1-144 1,0 3-544-16,1-3-192 0,-1 3-32 0,1-2-16 16,0-1-1008-16,1-1-192 0,-1 1-32 0,0-1-16 15,1 1 768-15,-2-2 160 0,1 0 16 0,0 3 16 0,1-2 624 16,-1-1 128-16,0-2 32 0,-1 2 0 0,1 1 288 0,0 2 0 0,-1 0 176 0,1 1-176 15,-1 0 464-15,1 1-16 0,-1 0 0 0,0 0 0 16,-1 2 480-16,1-2 96 0,1 2 0 0,-2-2 16 16,1 0-96-16,-1-1-32 0,-1 0 0 0,0 1 0 0,0 0-16 15,1-4-16-15,0-1 0 0,-1 0 0 0,1 2 288 0,-1 0 64 16,0 2 16-16,1 0 0 0,0 1-32 0,-1-1-16 16,1 0 0-16,0 1 0 0,1-1-384 0,0 0-80 15,-1 0-16-15,1 1 0 0,-1-2-336 0,0-1-80 16,0 1-16-16,1 0 0 0,-1-2-288 0,1 0 0 15,-1 3 0-15,1-4 0 0,0 0 0 0,0-3 0 16,0 4 0-16,1 1 0 0,0 3-336 0,0 0-32 16,0 3 0-16,0-3 0 15,0 2-1552-15,-1-2-320 0,0 1-64 0,1-2-8448 0</inkml:trace>
  <inkml:trace contextRef="#ctx0" brushRef="#br0" timeOffset="39470.53">3967 9469 7359 0,'-1'11'320'0,"0"-5"80"0,0 0-400 0,0-1 0 0,1 0 0 0,-1-3 0 16,1 6 1440-16,-1 1 208 0,-1 8 32 0,0 2 16 16,-1 4 320-16,2-4 64 0,-1 0 16 0,0 0 0 15,0-2-544-15,0-1-96 0,0 1-32 0,1-3 0 16,1 1-144-16,-1-1-48 0,0-2 0 0,0 0 0 16,0 0-560-16,1 1-112 0,-1 2-32 0,0-1 0 15,0 2-256-15,1-2-48 0,-1-1-16 0,1 1 0 16,0 0-64-16,0 3-16 0,0-1 0 0,1 1 0 15,-1 2-128-15,0-3 0 0,-1-2 0 0,1-1 0 0,0 0 0 0,-1 2 0 16,2-1 0-16,-1 0 0 0,0-2 0 0,0 1-224 16,-1-2 48-16,1-1 16 31,0 1-256-31,-1 0-48 0,1 0-16 0,0-2 0 0,0 0 32 0,0 1 0 0,0 0 0 0,0-3 0 0,-1 2 256 0,1 1 48 16,0-1 16-16,0 3 0 0,-1 0 128 0,0-1 0 15,1 2 0-15,0 0 0 0,-1 2 0 0,1-1 128 16,-1 0-128-16,0-1 0 0,1 1 128 0,0-3-128 15,-1 1 160-15,1 0-160 0,0 0 240 0,0-3-48 16,0 2-16-16,0-3 0 0,0 0 16 0,0 1 16 16,0-2 0-16,0 0 0 0,1 0-48 0,-1 1-16 0,1 1 0 0,0 0 0 15,-1-2-144-15,1 1 0 0,-1-2 144 0,0 2-144 16,0-1 0-16,1 0 144 0,0 1-144 0,-1 0 0 16,1 0 304-16,-1 1-48 0,0 0-16 0,1 0 0 15,-1 0-48-15,1 0 0 0,0 2 0 0,0-1 0 16,0 0 64-1,0 0 16-15,1 1 0 0,-1-2 0 0,0 2-32 0,-1-2-16 0,1 0 0 0,0-2 0 16,1 0-64-16,-2-2-16 0,1-1 0 0,-1-3 0 16,0 1-144-16,0-4 128 0,-1 1-128 0,0-3 128 15,0-1-128-15,0 0 0 0,0-1 0 0,-1 1 0 0,1 2 0 0,0 2-320 16,0 0 48-16,1 1 16 31,0 1-272-31,0 2-48 0,0 0-16 0,0 2-9520 0,0 0-1888 0</inkml:trace>
  <inkml:trace contextRef="#ctx0" brushRef="#br0" timeOffset="40392.85">6407 5796 7359 0,'1'-2'656'0,"-1"0"-528"15,0 0-128-15,0 1 0 0,0 1 640 0,1 0 80 16,0-3 32-16,0 1 0 0,0-2 544 0,0 2 112 16,0 1 32-16,-1 1 0 0,-1 3-640 0,1 0-128 15,-1 3-32-15,-1 0 0 16,1 0 384-16,-1 1 80 0,2 3 16 0,-2-3 0 0,0 2-96 0,0-2 0 16,1 0-16-16,0 1 0 0,1-4-464 0,0 1-96 15,0-2 0-15,1 0-16 0,0-2-256 0,1 1-48 16,-1-2-128-16,-1 0 192 0,2 0-192 0,-1 0 0 15,-1 0 0-15,1 1 0 0,-1 1 0 0,0 0 0 16,0 3 0-16,0-1 0 0,-1 2 0 0,0 3 0 0,-2 0-128 0,1 5 128 16,0-1 0-16,-1 4 0 15,1 1 0-15,-1 3 0 0,1 1 0 0,0 1 0 0,0-3 128 0,0 3-128 16,1 3 128-16,-1 1-128 0,1 2 176 0,-1 0-176 16,1-2 144-16,0 1-144 0,1-2 0 0,0-4 144 15,0 1-144-15,0 1 160 0,1 0-160 0,0 3 160 16,1 0-160-16,-2 1-272 0,1 3 64 0,1 2 16 31,-2 1-1312-31,0-1-256 0,0 2-48 0,0-1-5184 0,-1-4-1040 0</inkml:trace>
  <inkml:trace contextRef="#ctx0" brushRef="#br0" timeOffset="40634.11">6374 7214 2751 0,'-3'19'256'0,"2"-10"-256"16,0 1 0-16,1-3 0 0,-1 0 2048 0,0-2 384 0,0 2 64 0,-1 7 0 15,0 10 128-15,-2 1 32 0,2 2 0 0,0-1 0 32,-1-2-992-32,0-3-192 0,2 0-32 0,0 1-16 0,0-3-480 0,1 1-112 0,0 0 0 0,-1 1-16 15,1 1-128-15,0-1-32 0,0 3 0 0,1-1 0 16,-1-1-304-16,1 3-64 0,-1-2-16 0,1 0 0 16,-1-2-272-16,1 1 0 0,1-1 0 0,-1 0 0 15,0 1-320-15,0-1-64 0,0-4 0 0,-1-1-16 16,1 3-1200-1,0 0-224-15,-1 3-48 0,0-1-16 0,2 0-416 0,-1 1-96 0,0-1-16 0,0 2-6048 16</inkml:trace>
  <inkml:trace contextRef="#ctx0" brushRef="#br0" timeOffset="40901.47">6370 8423 911 0,'1'17'0'0,"-1"-10"0"0,0 0 0 0,0 0 0 15,0-1 0-15,0-2 0 0,0-4 1072 0,0 0 128 16,3 33 16-16,-2-12 16 0,-1 0 816 0,0 1 144 15,1-1 48-15,-1-2 0 0,0-19 304 0,0 28 64 16,0-8 16-16,-1-1 0 0,1 3-496 0,-1 1-80 16,2-2-32-16,-1 3 0 0,-1 2-896 0,2 0-176 15,-1-3-48-15,1-1 0 0,0-3-432 0,1 2-80 0,0-1-32 16,-1 0 0-16,1 0-352 0,-2-20 0 0,6 35 0 16,-4-18 128-16,-2-17-128 0,7 31 0 0,-4-10 0 0,-3-21-128 31,8 35-240-31,-8-35-32 0,10 33-16 0,-10-33 0 15,11 35-1248-15,-11-35-240 0,12 37-48 0,-12-37-10752 16</inkml:trace>
  <inkml:trace contextRef="#ctx0" brushRef="#br0" timeOffset="44501.71">6446 9082 8287 0,'0'0'736'0,"-1"0"-592"0,0 2-144 0,0-2 0 0,0 0 1040 0,0 1 176 0,-1 2 48 0,-2 1 0 31,0 1-80-31,-1 2-16 0,-1-3 0 0,3 2 0 0,-1-2-352 0,1-2-80 0,1 1-16 0,1-1 0 16,1 0-112-16,0 1-32 0,0-1 0 0,1 0 0 15,0 1-176-15,1 2-32 16,-1 0-16-16,0 4 0 0,1 3 240 16,-1 0 48-16,0 4 16 0,0 1 0 0,0 2-80 0,-1-1-32 15,0 4 0-15,0-3 0 0,0 1-288 16,1-2-64-16,-1-1-16 0,0-2 0 0,2 0-176 0,0 0-192 15,1 4 32-15,0-1-12128 0</inkml:trace>
  <inkml:trace contextRef="#ctx0" brushRef="#br0" timeOffset="45053.55">6438 9684 6447 0,'-5'5'272'0,"3"-4"80"0,0 1-352 0,0 0 0 0,1-2 0 0,0 0 0 0,0 2 1232 15,-1-2 176-15,0 3 48 0,-2-1 0 0,1 1 176 0,0-1 32 16,1 2 16-16,1-1 0 0,0 2-384 0,-1 0-80 16,1 2 0-16,0 2-16 0,0 0 208 0,0 3 32 15,-1 2 16-15,1 1 0 0,0-1-384 0,0 1-80 16,0 3-16-16,-1-1 0 0,0 2-336 0,0-2-80 16,0 2-16-16,1-3 0 0,0-2-320 0,0 1-64 15,1-2-16-15,-1 0 0 0,1 1-144 0,0-3 0 16,0 1 0-16,0 0 0 0,0 0 0 0,0 0 0 15,0 0-128-15,1 1 128 16,-1 0-704-16,0 1-80 0,-1 0-16 0,1 0 0 16,0-2-1248-16,0 0-240 0,-1 0-48 0,0 0-16 15,0 0 240-15,0-2 32 0,0 1 16 0,0 1 0 16,0-2 912-16,0 1 192 0,0-1 48 0,-1 2 0 0,1-2 912 0,0 1 352 0,-1-2-16 0,0 0 0 16,-1 0 784-16,1 0 160 0,-1 0 16 0,1-2 16 15,0 0 144-15,0 1 16 0,-1-2 16 0,1 0 0 16,1 0-400-16,0 2-64 0,1-2-32 0,0 2 0 15,0 1-32-15,0-1 0 0,0 3 0 0,0 0 0 16,0-2-384-16,0 0-96 0,0 0-16 0,1 1 0 16,0-5-320-16,0 4-144 0,0-2 128 0,1 0-128 15,-1 0 0-15,0-2 0 0,0 0 0 0,0 0 0 0,0-1-176 0,0 1-16 16,0-3 0-16,1 1 0 16,0-1-1216-16,0 0-256 0,-1 1-64 15,1 0 0-15,-1 2 144 0,1-1 32 0,-2 3 0 16,1 2 0-1,0 1 640-15,0 4 128 0,-1-2 16 0,0 2 16 0,0 0 256 0,0 1 48 0,0 1 16 0,-1-3 0 0,0-2 720 0,0-1 144 16,0-3 16-16,0 0 16 0,0-4 816 0,0 0 176 16,0-3 16-16,0 0 16 0,0-2-224 0,0 0-48 15,0-3-16-15,1-2-11904 16</inkml:trace>
  <inkml:trace contextRef="#ctx0" brushRef="#br0" timeOffset="45762.45">6397 10391 11055 0,'-1'0'976'0,"0"0"-784"16,1 1-192-16,0-1 0 0,0 0 1232 0,0 2 208 16,-1 0 32-16,0 0 16 15,0 1-16-15,0 2-16 0,1 1 0 0,-1 2 0 0,2-1-432 0,-1 1-64 31,0 1-32-31,0 0 0 0,1 2-304 0,-1 1-64 16,0 0-16-16,0 0 0 0,-1 2-64 0,1 0-16 16,-1 3 0-16,0 0 0 0,0-1 240 0,1 3 32 15,-1-2 16-15,1 0 0 0,-1 2-80 0,1-3-16 16,-1 1 0-16,1-1 0 0,0-4-192 0,1-3-32 16,-1 0-16-16,1-5 0 0,1 0-272 0,-2-1-144 15,1-3 160-15,-1-2-160 0,1 1 0 0,-1-1 0 0,0-1 0 16,1 0 0-1,-1 0-416-15,1 0-80 0,-1 1-16 0,1 1 0 16,-1-1-1840-16,0 1-368 0,-1 0-80 0,1 1-16 16,-1 0 112-16,1 0 16 0</inkml:trace>
  <inkml:trace contextRef="#ctx0" brushRef="#br0" timeOffset="45889.06">6386 10709 1839 0,'-3'-10'0'0,"2"8"160"0,1 2-160 0,0 0 0 0,0 0 0 0,0-3 0 16,0 1 992-16,0-2 160 0,0-3 48 0,0 2 0 15,0 0 784-15,0 2 176 0,0 3 16 0,0 0 16 16,0 3-144-16,0 4-48 0,0-2 0 0,-1 4 0 15,0 1-544-15,0 0-112 0,-1 1-32 0,2-2 0 16,-1 1-848-16,1-3-160 0</inkml:trace>
  <inkml:trace contextRef="#ctx0" brushRef="#br0" timeOffset="46633.55">4012 10690 5759 0,'-7'0'512'0,"5"0"-512"15,0 0 0-15,0 0 0 0,1-2 0 0,0 2 0 0,0 0 0 0,0-3 0 16,0-1 0-16,0 1 0 0,0-2 544 0,-1-2 160 0,0 3 48 0,0-2 0 16,0 2 368-16,0-1 80 0,0 0 16 0,-1 1 0 15,0-1-128-15,0 2-32 0,1 1 0 0,0 0 0 16,1 0 160-16,-2 2 48 0,1 0 0 0,-1 0 0 16,1 0 80-16,0-2 32 0,0 2 0 0,1 0 0 15,-1 0-64-15,1 0-16 0,1 0 0 0,0 0 0 16,0 2-400-16,0-2-64 15,1 2-32-15,-1 0 0 0,1 0-480 0,0 3-80 16,1 0-32-16,-1 3 0 0,-1 0-208 0,1 2 144 0,-1 2-144 0,1 0 128 0,-1 0-128 0,0-2 0 16,-1 1 0-16,0 1 128 0,1-3-128 0,-2 3 160 15,0-2-160-15,0-1 160 0,1-4-32 0,0-3 0 16,1 0 0-16,0-4 0 0,1 1-128 16,1-4 0-16,1-3 0 0,0-2 128 0,1-2-128 0,0-1 0 15,0 0 0-15,-1-1 0 16,1 0-256-16,-1 3 32 0,0 1 0 0,-2 0 0 15,0 3-1152-15,-1 3-224 0,0 1-64 0,-2 3-7568 0,0 3-1520 0</inkml:trace>
  <inkml:trace contextRef="#ctx0" brushRef="#br0" timeOffset="48635.25">2027 11024 16575 0,'-2'0'1472'0,"1"0"-1168"0,-1 0-304 0,0 2 0 15,0-2 688-15,-1 3 80 0,-2-1 0 0,-5 3 16 16,-2 3 400-16,0 3 80 0,1-1 16 0,1 1 0 16,1 3-320-16,1-2-64 0,2 3-16 0,0 1 0 15,2 1-144-15,0 2-32 0,1 0 0 0,0-3 0 16,1-2 128-16,1 3 0 0,0 0 16 0,2-2 0 16,0-2-80-16,2-2-32 0,2-2 0 0,0-1 0 15,0-4-336-15,1 0-64 0,0-4-16 0,2-2 0 0,-1-1-128 0,1-2-16 16,2-1-16-16,-1-2 0 15,0-2 48-15,2-3 16 0,0 0 0 0,2-3 0 0,2-5-224 0,0 2 0 0,0-3 128 0,-2 3-128 16,-1 2 0-16,-3 0 0 16,0 2 0-16,-5 1 0 0,-1 4 0 0,-2-1 0 0,-3 1 0 0,-1 2 0 15,-1 1 0-15,-4 1 0 16,0 1 0-16,-2 2 0 0,-1 1 0 0,-2 2 0 0,1 2 0 0,0-2 0 16,1 2 0-1,2 1 0-15,0 2 0 0,2-2 0 0,2 0 0 0,1 2 0 0,2-2 0 0,2 1 0 16,1-1 0-16,1 0 0 0,1-1 0 0,1 0-160 15,1-2-1184 1,1 0-256-16</inkml:trace>
  <inkml:trace contextRef="#ctx0" brushRef="#br0" timeOffset="48824.4">2156 11190 10127 0,'2'2'448'0,"-1"-1"96"0,0 1-544 0,0 0 0 15,-1-2 0-15,1 0 0 0,-1 0 1920 0,1 0 288 16,1 1 48-16,0 1 16 0,1-2 640 0,0 2 128 31,0-1 32-31,0 0 0 0,0 2-1152 0,0 2-240 0,-1-2-32 0,1 1-16 0,-2 0-928 0,1 1-192 31,0 0-48-31,0 2 0 0,1 0-464 0,0-1 0 16,-1 0 0-16,2-1 0 16,0-1-320-16,0-1-176 0</inkml:trace>
  <inkml:trace contextRef="#ctx0" brushRef="#br0" timeOffset="49013.08">2388 11100 10127 0,'0'0'896'0,"0"-2"-704"0,0 0-192 0,0 2 0 16,0 0 1728-16,0 0 320 0,0-1 64 0,-1 1 16 16,0 0 928-16,-1 3 176 0,1 2 32 0,-1 4 16 15,0 0-944-15,-2 4-192 0,0 3-32 0,0 0-16 0,-1 3-1072 16,0 2-192-16,-1 1-64 0,1-3 0 0,1 2-400 0,-1-2-96 15,3 0-16-15,0-4 0 0,3-1-256 0,0-2 128 16,2-1-128-16,0-3 0 0,1-4 0 0</inkml:trace>
  <inkml:trace contextRef="#ctx0" brushRef="#br0" timeOffset="49675.18">3804 11038 14735 0,'-3'0'1312'0,"1"0"-1056"15,0 0-256-15,1 1 0 0,0 1 1408 0,-2 1 240 16,-2 2 32-16,-4 3 16 0,-1 5-32 0,-2 3 0 16,3 0 0-16,0 3 0 0,2-2-560 0,1 2-112 15,1 2-32-15,1-1 0 0,1-2-128 0,2-1-48 16,1-3 0-16,2-2 0 0,1-2-160 0,1-1-48 15,0-4 0-15,2-1 0 0,0-3-400 0,2-2-176 0,0-4 128 0,2 1-128 16,-1-6 256-16,1 1-48 16,0-2 0-16,1-1 0 0,0-3-64 0,1 0-16 15,-1-1 0-15,-2 2 0 0,-1-2-128 0,0 2 0 0,-4 1 0 0,0-1 0 16,-1 2 0-16,-2 0 0 0,-2 1 0 0,-1 1 0 16,-2 0 0-16,-1 1 0 0,-3 0 0 0,1 1 0 15,0 2 0-15,0 1 0 0,-2 2 0 0,-1 2 0 0,-1 2 0 16,2 2 0-16,0 2 0 0,0-1 128 0,2 3-128 15,1-2 0-15,0 2 0 0,2 0 0 0,1 0 0 0,3-2 0 16,1-1 0-16,1 0 0 0,2 0-160 0,0-2 160 16,2 1-208-16,3-1-15984 15</inkml:trace>
  <inkml:trace contextRef="#ctx0" brushRef="#br0" timeOffset="49849.61">3975 11195 11967 0,'5'-2'528'0,"-3"1"112"0,1 1-512 0,-1-2-128 0,-1 2 0 16,0 0 0-16,0 0 1856 0,1-1 320 0,1 0 80 0,1-1 16 16,1 1 592-16,-2 1 112 15,1 0 32-15,-1 0 0 0,-1 3-1408 0,0-2-256 0,0 2-64 0,0 0-16 16,-1 0-880-16,1 1-160 0,-1-2-32 0,1 1-16 16,-1 0-176-16,1 1 0 0,-2-3 0 0,2 0-10752 15,-1-1-2080-15</inkml:trace>
  <inkml:trace contextRef="#ctx0" brushRef="#br0" timeOffset="50228.53">4111 11091 12895 0,'-1'-3'576'0,"0"1"112"0,1 0-560 0,0-1-128 16,0 3 0-16,0-2 0 0,1 1 2128 0,0-1 400 15,1 0 80-15,1-2 16 0,0-1 288 0,0 1 64 16,2 0 16-16,0 0 0 0,1 1-1472 0,0 1-304 16,1 0-48-16,1-1-16 0,-1-1-592 0,0 3-128 0,3-1-32 15,-2 2 0-15,0 2-256 16,-8-2-144-16,0 0 160 0,0 0-160 0,0 0 176 0,0 0-176 0,39 31 192 0,-39-31-192 16,0 0 160-1,0 0-160-15,12 38 128 0,-12-29-128 0,0 0 0 0,-2 0 0 0,0 0 0 0,-1 0 0 16,-1-1 0-16,1-2 0 0,0 0 128 0,-3 0-128 15,0 4 0-15,-2-3 0 16,2-2 0-16,-2 1 0 0,0 2 0 0,0-3 0 0,1 2 0 0,2-3 0 16,0 1 0-16,1 0 0 0,1-1 0 0,3 1 0 15,-1 0 0-15,2-2 0 0,2 1 0 0,2-1 0 16,1 0 208-16,3-2 16 0,-2-1 0 16,2 0 0-16,3-1 32 0,1 0 0 0,-1-3 0 0,2 1 0 0,1-2-256 15,2 0 144-15,1 0-144 0,-1-1 128 0,3 1-128 0,-2 0-144 16</inkml:trace>
  <inkml:trace contextRef="#ctx0" brushRef="#br0" timeOffset="50927.66">6140 11048 15663 0,'-1'-4'1392'0,"1"3"-1120"0,0-1-272 0,-1 2 0 15,0 0 1504-15,0 0 240 0,-2-2 48 0,-1 1 16 16,0 1 336-16,-2 0 64 0,0 2 16 0,-1 2 0 16,1 2-944-16,-1 1-192 0,0 3-48 0,0 1 0 15,1 1-368-15,-2 3-80 0,1 1-16 0,1 1 0 16,1 2-80-16,0 0-32 0,1-2 0 0,2-3 0 15,0-3 0-15,1 1 0 0,2 0 0 0,-1-12 0 0,0 0-144 0,0 0-48 16,21 38 0-16,-13-35 0 0,2-1-272 0,-1-4 0 16,2-2 0-16,0-4 0 0,0 1 128 0,2-5-128 15,2-5 0-15,1-2 0 0,-2 1 0 16,-1 0 0-16,-1 0 0 0,-3 1 0 0,-1 3 0 0,-4-1 0 16,0 2 0-16,-3 1 0 0,-1 2 0 0,-3 3 0 15,-2-2 0-15,-1 4 0 0,-2 0 0 0,-3 2 0 16,-1-1 0-16,-1 2 0 0,1 2 0 0,0 0 0 15,1 0 0-15,1 2 0 0,1 0 0 0,0 1 0 16,2 1 0-16,2 1 0 0,2 0 0 0,2 0 0 16,0-1 0-16,2 1 0 0,0 0 0 0,3-3-144 0,2 1 144 0,1 1-17936 15</inkml:trace>
  <inkml:trace contextRef="#ctx0" brushRef="#br0" timeOffset="51117.12">6335 11174 16575 0,'0'0'736'0,"1"0"160"0,0 2-720 0,0-2-176 0,0 0 0 0,-1 0 0 15,1 0 2064-15,1 0 384 16,0 1 80-16,2 0 16 0,1 4 304 0,-1-3 64 0,0 3 16 16,0 0 0-16,0 0-1680 0,-2-1-336 0,2 2-64 0,-1 2-16 0,0-3-592 0,-1 2-240 31,0-1 176-31,1-1-176 0,0-1 0 0,-1 0-128 0,0-1-16 0,1-1-17312 15</inkml:trace>
  <inkml:trace contextRef="#ctx0" brushRef="#br0" timeOffset="51543.39">6472 11038 1839 0,'0'-2'160'0,"0"0"-160"0,1-1 0 0,0 3 0 0,0-2 3088 0,0 2 592 0,1 0 112 0,1-2 32 15,2 1-336-15,2-1-64 0,2 2-16 0,0-1 0 16,2 1-1296-16,-1 0-256 0,1 0-48 0,-1 1-16 16,-10-1-784-16,0 0-176 0,0 0-16 0,0 0-16 15,44 12-416-15,-44-12-96 0,0 0-16 0,0 0 0 16,0 0-272-16,0 0 160 0,0 0-160 0,12 38 128 16,-17-31-128-16,0 0 0 0,-3 3 0 0,-1-1 0 15,0 0 0-15,-2 1 0 0,1 0 0 16,-1-4 0-16,0 2 0 0,2-3 0 0,-1 2 128 15,3-5-128-15,2 1 0 0,2-1 0 0,1 0 0 0,2-2 0 16,2 0 0-16,1 0 0 0,3 0 0 0,1-4 0 16,1 1 0-16,3 1 0 0,2-1 0 0,2-2 0 0,1 1 0 0,1 2 0 31,0-1 0-31,-1 0 0 0,0 3 0 0,-16 0 0 0,30 0 0 0,-30 0 0 0,0 0 0 0,37 10 0 16,-37-10 144-16,0 0-144 0,0 0 0 0,0 0 128 15,0 0-128-15,15 40 0 0,-24-28 0 0,-1-1 128 16,0 0-128-1,-3 1 0-15,-4 3 0 0,-2-1 128 0,-2 1-128 0,-2 0 0 0,0-3 0 0,1-1 0 16,1-1 0-16,2-6-11520 16,3 2-2352-1</inkml:trace>
  <inkml:trace contextRef="#ctx0" brushRef="#br0" timeOffset="52159.53">8214 11095 6447 0,'1'-9'576'0,"-1"1"-576"0,1 2 0 0,0-1 0 16,0 4 3648-16,-1-1 640 0,1-1 112 0,0-2 16 16,1-3-1248-16,-1-4-256 0,1 2-48 0,0 2-16 15,-1 4-1152-15,0 3-224 0,-1 0-64 0,-1 6 0 16,-1 0-816-16,-1 4-160 0,0 3-48 0,-1 2 0 16,-1 1-192-16,1 1-64 0,-2 3 0 0,1-2 0 15,1 3-128-15,-1-1 0 0,1 2 144 0,1-3-144 16,0-1 0-16,0 1 144 0,2-2-144 0,1-2 0 15,0-12 208-15,0 0-64 0,0 0-16 0,0 0 0 0,0 0-128 16,0 0 128-16,42 26-128 0,-29-33 128 0,0 0-128 0,1-4 0 16,0 1 0-16,-1-2 0 0,1 0 128 0,-2-2-128 15,-2 0 0-15,-1 0 128 0,0 1-128 0,-3 0 0 16,0 0 0-16,-4-1 0 0,-1 0 0 0,-2-1 0 16,-1 2 0-16,-3 0 0 0,-1 1 0 0,-2 1 0 15,-1-1 0-15,-1 3 0 0,0-1 0 0,1 3 0 16,1 2 0-16,-1 0 0 0,-1 3 0 0,2-1 0 0,-1 3 0 15,4 0 0-15,1 3 0 0,1 0 0 0,2 1 0 0,1 1 0 16,1 2 0-16,2-2 0 0,-3-5-192 0,0 0-11872 16,0 0-2368-16</inkml:trace>
  <inkml:trace contextRef="#ctx0" brushRef="#br0" timeOffset="52393.11">8508 11088 25791 0,'2'0'1152'0,"-1"-1"224"0,0 0-1104 0,0 1-272 15,0 0 0-15,-1 1 0 0,0 0 1376 0,1 1 224 16,-1 1 32-16,1 2 16 0,-1 4-224 0,0 0-32 16,0 1-16-16,0 3 0 0,0-1-704 0,-1 1-144 15,1-1-16-15,-1 0-16 0,2-3-304 0,0 0-64 16,-1-1-128-16,3-4 192 0,0 1-192 0,0-5 0 15,0 0 0-15,2-5-17296 16</inkml:trace>
  <inkml:trace contextRef="#ctx0" brushRef="#br0" timeOffset="52841.68">8685 10947 10127 0,'3'-5'896'0,"0"2"-704"0,0 0-192 0,-2 1 0 16,0 1 2080-16,0 0 384 0,0 1 80 0,2-3 16 15,0 1 320-15,1-3 80 0,1 3 16 0,0 0 0 0,-3-1-1072 0,1 3-224 16,-1 0-32-16,0 1-16 0,-1 3-864 0,-1-2-160 16,0 3-32-16,-2 2-16 0,-1 1-272 0,0 3-48 15,-1 1-16-15,-2 2 0 0,0 3-48 0,-2 1-16 32,-2 4 0-32,0 0 0 0,1-1 0 0,0 0 0 15,1 0 0-15,2-3 0 0,3-2 48 0,2-2 16 16,1-14 0-16,0 0 0 0,0 0-96 0,16 37-128 0,-16-37 176 15,0 0-176-15,0 0 0 0,0 0 0 0,39 17 0 0,-25-19 0 16,-1 0 128-16,2-1-128 0,2-1 0 16,0-2 0-16,1 0 0 0,1-2 128 0,-2 1-128 0,0 0 0 15,-1 0 144-15,-1 0-144 0,0 0 0 0,0 0 144 16,-2-1-144-16,-2 4 0 0,-1-3 0 0,0 0 0 16,-2-1 0-16,0 2 0 0,-3-2 0 0,0 1 0 15,-1-1-288-15,-2-1-32 0,0 0-16 0,-2-2 0 16,-1-1-1200-1,-1 0-256-15,-1 0-32 0,-2-2-16 0,-1 2 64 0,-1 0 16 0,-1 1 0 16,0 0 0-16,0 3 1168 0,0 4 224 0,0 2 48 0,0 2 16 16,0 5 1360-16,0 2 272 0,-1 5 48 0,-2 1 16 15,2 2-304-15,-1 7-64 0,-2 2-16 0,1 4 0 16,0 0-192-16,0 4-48 0,-1 1 0 0,3 0 0 0,2-5-368 0,0 0-80 16,1 1 0-16,1-3-16 0,2-3-304 0,2 1 0 15</inkml:trace>
  <inkml:trace contextRef="#ctx0" brushRef="#br0" timeOffset="54797.53">7958 7200 13823 0,'5'-12'1216'0,"-2"5"-960"0,-1 0-256 0,1 2 0 16,-1 3 800-16,-1 1 112 0,0-1 32 0,1 0 0 0,1-2 928 0,0-2 192 15,2 2 48-15,-1-4 0 16,-2 2-176-16,0 0-16 0,-1 4-16 0,-3 0 0 0,0 0-560 0,-1 4-128 16,-2-1 0-16,-1 2-16 0,-4 5-624 0,-3 1-128 15,-2-1-32-15,-3 6 0 0,-3 3-208 0,-4 4-32 16,-5 4-16-16,-4 4 0 0,-3 4-160 0,-3 1 128 15,1 3-128-15,-3-1 128 0,1 2-128 0,1-3 0 16,3 1 144-16,4-7-144 0,5-1 0 0,3-4 0 16,4-1 0-16,4-4 0 0,4-4 0 0,4-4 0 15,3-3 0-15,3-1-11360 16,2-5-2304-16</inkml:trace>
  <inkml:trace contextRef="#ctx0" brushRef="#br0" timeOffset="55145.03">7549 7352 7887 0,'-1'-10'160'0,"0"5"32"0,1-2 16 0,0 5 48 0,0 0-256 0,0-1 0 0,0 1 0 0,1-1 0 16,-1 1 2288-16,0-3 400 0,1 0 96 0,-2 3 16 15,-1 2-464-15,0 2-96 0,-2 3 0 0,-1 1-16 16,0 3-816-16,-2 2-176 0,-2 4-16 0,0 1-16 15,-2 1-416-15,-1 2-80 0,1-1 0 0,0-1-16 16,1 0-224-16,-3 4-32 0,-2 3-16 0,-2 5 0 0,-2 1 16 0,-1 1 0 16,0 0 0-16,1-3 0 0,2 0 16 15,1-4 0-15,3-1 0 0,2-6 0 0,4-2-128 0,1-3 0 16,3-3-16-16,2-4 0 0,2 0-144 0,1-4-32 16,3-1 0-16,0-1 0 0,5-4-128 0,0-2 0 15,3-3 0-15,3-1 128 0,1-2 64 0,3-1 16 16,1-1 0-16,3 0 0 0,1-2-208 0,0 1 128 15,0 1-128-15,0 1 0 0,-1 1 0 0,0 0 0 16,0 3 0-16,-2 1 0 0,-2 2-176 0,-1 0-16 0,-2 2-16 0,-1 1-17328 16</inkml:trace>
  <inkml:trace contextRef="#ctx0" brushRef="#br0" timeOffset="55639.31">7989 7192 3679 0,'-4'-6'320'0,"2"1"-320"15,0 2 0-15,1 0 0 0,1 2 1296 0,0-2 192 16,-1 3 48-16,1-4 0 0,0 1 736 0,0-1 160 16,-1-1 16-16,1 0 16 0,-1 3-400 0,1 0-80 15,0 1 0-15,-1 1-16 0,1 0-560 0,0 3-128 16,-1-1 0-16,1 5-16 15,0 2-432-15,-1 1-96 0,1 2-16 0,1 0 0 16,0 2-336-16,-1-14-80 0,0 0-16 0,8 42 0 0,-8-42-144 0,0 0-16 0,0 0-128 0,21 46 192 31,-21-46-32-31,0 0-16 0,0 0 0 0,38 14 0 0,-24-16 384 0,1-6 80 0,3-1 16 0,1-3 0 16,4-2 128-16,3-5 16 0,8-5 16 0,-1-2 0 16,1 2-416-16,6-4-96 0,11-10-16 0,5-2 0 15,2 0-256-15,-4 0 0 0,0 4 0 0,-5 2 0 16,-2 2 0-16,-6 3 0 0,-2 2 0 0,-8 6 0 15,-5 2-928 1,-2 3-144-16,-1 2-16 0,-3 4-15664 0</inkml:trace>
  <inkml:trace contextRef="#ctx0" brushRef="#br0" timeOffset="56357.66">9452 6522 11055 0,'0'-5'976'0,"-1"2"-784"0,1 1-192 0,-1 2 0 31,0 0 1744-31,0 0 304 0,-1 3 64 0,-2 1 16 0,-2 3-432 0,-3 5-96 0,-3 7 0 0,-3 3-16 16,-1 4-176-16,-1 5-48 0,-1 2 0 0,0 7 0 15,-2 1-400-15,0 5-64 0,-3 7-32 0,-1 2 0 16,2-3 128-16,1 0 32 16,0 0 0-16,5-7 0 0,1-2-448 0,5-5-64 0,2-5-32 0,4-4 0 15,1-4-352-15,3-25-128 0,2 36 0 0,-2-36 0 16,0 0 0-16,0 0 0 0,0 0 0 0,0 0 0 0,0 0 0 16,36 23-160-16,-29-31 0 0,1-2 0 15,0-5-1248-15,1-1-256 16,2-3-64-16,-1 0 0 0,-1 2-608 0,1-2-128 0,0-2-32 0,2-4 0 31,1-5 960-31,0-3 192 0,0-2 48 0,0-1 0 0,-2-2 608 0,-1-2 128 0,-2 2 32 0,0 0 0 0,0 0 528 0,-1-4 320 16,2 1-32-16,-1-1-16 0,0 2 752 0,2 4 160 15,-1 2 32-15,0 8 0 0,0 5 48 0,-2 6 16 16,0 4 0-16,-1 2 0 0,0 3 64 0,-1 4 0 16,1 0 16-16,-1 3 0 0,0 2-368 0,1 5-80 15,-6-8-16-15,0 0 0 0,23 52-272 0,-23-52-64 16,15 52-16-16,-15-52 0 0,15 57-48 0,-15-57-16 0,13 62 0 0,-13-62 0 31,14 78-160-31,-6-33-16 0,2 5-16 0,-1-3 0 0,-1-7-160 0,-8-40-128 0,15 76 144 0,-15-76-144 16,14 71 128-16,-14-71-128 0,16 64 0 0,-16-64 0 15,15 49 0-15,-15-49 128 0,0 0-128 0,0 0 0 16,17 42 0-16,-15-40 0 0,-1-2 0 0,-1-5 0 31,-2-1 0-31,0-4 128 0,-1 0-128 0,-3-4 0 16,1 2 0-16,-5-2 0 0,0-3 0 0,-4 0 0 31,-2-3-1216-31,-5 0-128 0,-2-4-16 0,-3 1-16 0,-2-1-928 0,0 3-192 0,1 2-48 0,1 2 0 16,1 5 160-16,2 3 16 0,4 4 16 0,3 3 0 0,3 2 2352 15,4 0 528-15,2 1 80 0,3 0 16 0,2 1 1296 16,2 1 272-16,4 0 48 0,4-1 16 0,1 0-768 0,4-1-144 16,5 0-48-16,4-2 0 0,1 0-480 0,4-4-112 15,5 0 0-15,4-3-16 0,1 0-560 0,-2 1-128 16</inkml:trace>
  <inkml:trace contextRef="#ctx0" brushRef="#br0" timeOffset="59574.91">11836 10766 4607 0,'-7'5'400'0,"3"-1"-400"15,1-1 0-15,1-3 0 0,1 0 512 0,-1 0 0 16,-2 2 16-16,-1 0 0 0,-3 0-672 0,4-4-144 16,0 0-32-16,2-5 0 0,3 0 320 0,0-3 0 15,1-2 0-15,0 1 0 0,0-1 672 0,-1 0 192 16,1 0 32-16,-1 0 16 15,0 1 1056-15,0 3 208 0,-2 1 32 0,0 4 16 16,0 0-16-16,0 2 0 0,0 1 0 0,-1 2 0 0,0 3-736 0,-1 1-160 0,1 2-32 0,0 2 0 31,0 4-368-31,1 0-80 0,-1 4 0 0,0 2-16 16,0 1-192-16,0 2-48 0,0 2 0 0,1-4 0 0,-1 0-176 16,-1 3-32-16,-1 2-16 0,0-2 0 0,1 2 16 0,-1-2 0 15,0-2 0-15,1-2 0 0,1 0-128 0,0-6-32 0,1-4 0 0,1-4 0 16,1-1-208-16,1-5 0 0,1-2 128 0,2-2-128 0,2-4 0 15,2-6 0-15,2-3 0 0,2-5 0 0,1 1 0 16,2-5 0-16,0 0 0 0,-1 0 0 0,0 2-256 0,0-4-80 16,2-3-32-1,-2 1 0 1,0 1-1008-16,-2 0-208 16,-2 2-32-16,-2 2-16 0,-2 1 736 0,-1 6 128 0,-3-1 48 0,1 6 0 0,-1 4 480 0,-1 2 112 0,-1 7 128 0,0 2-208 0,-2 6 528 0,-2 4 96 15,0 2 32-15,-1 4 0 0,1 4 304 0,-1 2 64 16,0 2 16-16,1 4 0 0,1 0-256 0,-1 2-32 15,0-1-16-15,1 2 0 0,0 1 80 0,1-2 16 32,1 0 0-32,2-4 0 0,-2-28 80 0,8 39 0 15,-8-39 16-15,0 0 0 0,0 0-368 0,34 35-80 0,-34-35-16 0,28-6 0 16,-11-3-256-16,0-5 0 0,3-5 0 0,1-3-11696 16,-1 1-2432-16</inkml:trace>
  <inkml:trace contextRef="#ctx0" brushRef="#br1" timeOffset="74898.17">4251 3420 8287 0,'-3'-2'736'0,"2"1"-592"0,0 0-144 0,1 1 0 16,0 0 768-16,-1-2 128 15,0 1 32-15,-1-1 0 16,-1-1 656-16,1 1 128 0,0 0 16 0,1-2 16 0,0 3-544 0,0-1-112 15,1 2-32-15,0-2 0 0,1 4-256 0,0-2-48 0,1 2-16 0,1 1 0 16,0-1-112-16,2-1-32 0,-1 0 0 0,3 1 0 16,0 1-32-16,2-3-16 0,3 0 0 0,2-2 0 15,4 1 288-15,3-3 64 0,4-1 16 0,3 0 0 16,0 1-112-16,2-1-32 0,0 2 0 16,1-1 0-16,0-1-240 0,0 0-48 0,0 1-16 0,-1-3 0 0,-1 2-288 0,-3-2-176 15,-2 3 192-15,-2-1-192 0,1 0 0 0,-3 2 0 16,-3 1 0-16,-2-1 0 0,-4 3 0 0,-3 0 0 15,-3 1 0-15,-3 1 0 16,-2-2-416-16,-3 2-32 0,-2 0-16 0,-1 1-15232 16</inkml:trace>
  <inkml:trace contextRef="#ctx0" brushRef="#br1" timeOffset="75240">4706 3186 1839 0,'-3'-7'160'0,"1"4"-160"0,1-1 0 0,0 1 0 16,0 3 1312-1,1 0 224-15,-1 0 64 0,0-2 0 0,0 2 384 0,-1 0 96 0,-1 0 16 0,0 2 0 16,1 1-400-16,0-1-80 0,2 2-16 0,-1 2 0 16,1 0-192-16,1 0-32 0,0 0-16 0,3-1 0 15,1 0-288-15,1-1-64 0,3-1-16 0,1 0 0 16,2-1-160-16,0-2-48 15,-12 0 0-15,27 2 0 0,-12-2-16 0,-15 0-16 16,30 2 0-16,-30-2 0 0,0 0-272 0,45 14-48 16,-45-14-16-16,0 0 0 0,38 27-224 0,-38-27-32 0,0 0-16 0,21 38 0 0,-21-38-144 0,1 28 0 15,-5-11 144-15,-1-3-144 0,-2-2 160 0,-4 2-32 16,-4 2-128 0,-3 4 192-16,-4-2-192 0,0 0 176 0,-2 0-176 0,0-2 160 0,0-1-160 0,2-1 0 31,3-5 0-31,2 1-16832 0</inkml:trace>
  <inkml:trace contextRef="#ctx0" brushRef="#br1" timeOffset="76777.42">5398 3349 3679 0,'2'0'320'0,"-2"0"-320"15,0 0 0-15,0 0 0 0,0 0 976 0,0-2 128 16,1 2 32-16,-1 0 0 0,1-2 912 0,-1 1 192 16,1 1 48-16,0-2 0 0,-1 2-688 0,1 0-128 15,-1 0-16-15,1 0-16 0,-1 0-416 0,0 0-64 16,1 0-32-16,-1 0 0 15,0 0-128-15,0 0-32 0,1 0 0 0,0-1 0 0,0 0-80 0,0-1-32 16,0 2 0-16,1-3 0 0,0 3-96 0,0-2-32 16,0-1 0-16,-1 3 0 0,1-2-144 0,-1 0-16 15,0 2-16-15,0-3 0 0,0 3-64 0,0-2-16 16,0 0 0-16,1 1 0 0,-1-1-96 0,0 0-32 16,0 0 0-16,0-1 0 0,0 0-144 0,-1-1 192 0,0-1-192 0,0 0 192 15,0 1-192-15,0-1 0 16,0 0 144-16,-1 1-144 0,0-1 176 0,-1 0-48 0,1 0 0 0,-1 0 0 15,-1 1 64-15,1 0 16 0,-1 0 0 16,0 2 0-16,-2 1-64 0,2 0-16 0,-3 1 0 0,1 0 0 16,0 2-128-16,-2-2 0 0,1 3 0 0,-2 0 0 15,2 1 0-15,-1 0 128 0,0-1-128 0,0 2 0 16,0-1 0-16,1 1 0 0,-1 0 0 0,2 0 0 0,-2 2 0 16,2-2 0-16,-1 0 0 0,1 1 0 0,0 0 0 0,0 0 0 15,0 4 0-15,-1-1 0 0,1 1 0 0,1 1 0 16,-1 2 0-16,0 0 0 0,3-3 0 0,-2 4 0 15,0 1 0-15,1 1 0 0,1 1 144 0,1-3-144 0,1-2 160 16,1-2-160-16,1-1 160 0,1-2-160 0,1 0 160 0,0-4-160 16,0-1 0-16,1-2 0 0,0 0 0 0,2-3 0 15,-1-1 0-15,0 0 0 0,1-2 128 0,1-1-128 16,-2 2 144 0,2-4-16-16,-1-1 0 0,2 1 0 15,-3 0-128-15,1 0 0 0,1-2 0 0,-2 0 0 0,2 1 0 0,-3-2 0 0,0 3 0 0,-1-1 0 16,-2 3 0-16,1 0 0 0,-1 0 0 0,-1 2 0 15,-1 0 0-15,1 1 0 0,-1 1 0 0,0 1 0 16,-1 2 0-16,1-2 0 16,0 2 0-16,0 0 0 0,-1 2 0 0,1-1 0 0,0 2 0 0,1 0 0 15,-1 2 0-15,0-1 0 0,0 2 0 0,2 0 0 0,0 2 0 0,0-2 0 16,0 3 0 0,1-3 0-16,0-1 128 0,0-1-128 0,0 2 128 0,2 0-128 0,0 1 288 0,0-2-32 15,1-1 0-15,0 0 0 0,2 0-128 0,-2-2-128 16,2 0 192-16,-1-2-192 0,1 0 0 0,1-2 0 15,-1 0 0-15,1-2 0 0,2-1 0 0,0 0 0 16,1 0 0-16,1-1-11632 16,0 0-2320-16</inkml:trace>
  <inkml:trace contextRef="#ctx0" brushRef="#br1" timeOffset="77456.25">6127 3315 8287 0,'0'1'368'0,"0"-1"80"0,0 0-448 0,0 2 0 0,0-2 0 0,0 0 0 0,0 1 1680 0,0 1 256 15,0 0 48-15,-1-1 16 0,1 3 528 0,0-2 96 16,0 1 32-16,0-1 0 0,0-1-816 0,2 1-176 16,0-2-16-16,1-2-16 0,1 1-656 0,1-3-128 15,1 1-16-15,1-4-16 0,2 1-304 0,-1-3-48 16,2 0-16-16,-1 0 0 0,2-2-304 0,-2 0-144 15,0-1 128-15,-1 1-128 0,-1 1 0 0,-1 1 0 16,-2-1 0-16,-1 1 0 0,-1 2 0 0,-2-1 0 16,-2 2 0-16,-1 0 0 0,-1 2 0 0,-2-1 0 0,0 1 0 0,-3 3 0 15,1 1 0-15,-2 0 0 0,-1 3 0 0,0-1 0 16,-1 3 0-16,-1 2 0 0,0 0 0 0,-1 1 0 16,0 3 0-16,1-2 0 0,0 1 0 0,1 2 0 15,3-2 0-15,0-1 0 0,1 0 0 0,3 1 0 16,0-1 0-16,2-2 128 0,2 1-128 0,0-2 0 15,2 2 0-15,1-3 0 0,-2-5 0 0,0 0 0 16,0 0 0-16,0 0 0 0,38 30 0 0,-38-30 0 16,0 0 0-16,0 0 0 0,44 20 0 0,-44-20 0 0,0 0 0 0,36 31 0 15,-36-31 0-15,0 0 0 0,0 0 256 0,30 51-48 16,-30-51 0-16,11 36 0 0,-11-36 16 16,5 38 0-16,-5-18 0 0,-3-2 0 0,-1 1-96 0,-2-4 0 15,-2 0-128-15,-1-3 192 0,0 0-64 0,-2-2 0 16,-2-1-128-16,0-3 192 0,0 0 96 0,-2-3 16 15,0-1 0-15,-1-2 0 0,1-2-144 0,0-1-32 16,2 0 0-16,0-1 0 0,1-3-128 0,2 0 0 16,1 0 0-16,1 2 0 0,1-2 0 0,2 2 0 15,2-2 0-15,1 1 0 0,2 0-256 0,1-1-48 16,3 0 0-16,2 0 0 16,1-3-2000-16,4 1-384 0,1-1-96 0,0 1-11568 0</inkml:trace>
  <inkml:trace contextRef="#ctx0" brushRef="#br1" timeOffset="78181.05">6344 3324 8287 0,'3'-1'736'0,"1"-1"-592"0,-3 0-144 0,-1 1 0 15,1 1 1328-15,-1 0 224 16,1-2 48-16,1 1 16 0,0-2 496 0,0 0 80 0,0 1 32 0,-1-1 0 16,-1 2-1040-16,-1 0-208 0,0 1-32 0,-1 0-16 15,0 2-384-15,1 0-80 0,-1 1-16 0,0 0 0 16,0 1 64-16,-1 1 16 0,1 2 0 0,1 1 0 15,0 0-176-15,1 1-32 0,0-1-16 0,1-1 0 16,3 1 96-16,1-2 32 0,-2-1 0 0,4-2 0 0,0-1-176 0,1 0-48 16,1-2 0-16,0-2 0 0,2 0-208 0,-1-3 176 15,-1-2-176-15,0-1 160 16,1 0-160-16,-3-2 192 0,1 0-192 0,-2-1 192 0,-1 1-192 0,-2-1 0 16,-1 3 0-16,-3-2 0 0,-1 1 0 0,-2 2 0 15,-2 0 0-15,-2 0 0 0,-1 2 0 0,0 0 0 16,-1 1 0-16,-1 2 0 0,0 1 0 0,0 1 0 15,0 1 0-15,2 1 0 0,2 1 0 0,0 0 0 0,2 0 0 0,-2 2 0 16,3-1 0 0,2 1 0-16,0 0 0 0,2-1 0 0,2 1 0 0,0-1 0 0,2-1 0 0,3 0 0 15,1-1 0-15,2-1 0 0,2-1 128 0,1-1-128 16,2 1 0-16,0-4 0 0,1 1 144 0,-1 1-144 16,-1-3 0-16,0 0 0 0,-1 1 0 0,0-1 128 15,-1 0-128-15,0 0 0 0,0 0 0 16,0 2 0-16,0-2 128 0,-3 1 16 0,0 1 0 0,-1 0 0 15,0 1 224-15,-3 1 32 0,-1-1 16 0,0 2 0 16,0 0-96-16,-3 2-32 0,0-2 0 0,-1 3 0 16,0-1-96-16,-1 0-32 0,-1 1 0 0,-2 2 0 15,1-1-32-15,-1 1-128 0,2 0 192 0,-2-1-64 0,1 1-128 16,-1 0 0-16,2 0 144 0,-1 2-144 0,1 0 144 0,-1 0-144 16,0 0 192-16,2 0-192 0,-1 1 256 0,0-1-48 15,1 2-16-15,0-4 0 0,1 2 0 0,0 0 0 16,2 0 0-16,0-4 0 0,1 2-64 15,0-1 0-15,2-2-128 0,0-2 192 0,3 2-192 0,-1-4 176 16,2 0-176-16,-2-2 160 0,2-1-160 0,2 0 160 16,-1-3-160-16,1 1 160 0,-1-2-160 0,0-1 0 15,0-1 0-15,1 1 0 16,-3-2 0-16,-1 1 0 0,-2 1 0 0,0-2 0 0,-2 2 0 0,-3 1 0 0,-1 2 0 16,-3-2 0-16,-1 4 0 0,-2 0 0 0,-2 2 0 0,0 1 0 15,-1 1 0-15,-1 2 0 16,0 1 0-16,0 1 0 0,-1 0 0 0,0 1 0 0,2 1 0 0,1 0 0 15,2-1 0-15,0 2 0 0,1-1 0 0,2-1 0 16,1 1 0-16,2-1 0 16,0-1 0-16,2-1 0 0,0 1 0 0,2 1 0 0,0-2 0 0,2-2 0 31,1 2-352-31,1-2-96 0,2 0-32 0,1 0-16928 0</inkml:trace>
  <inkml:trace contextRef="#ctx0" brushRef="#br1" timeOffset="78755.73">6930 3314 10127 0,'1'-2'896'0,"0"2"-704"31,0 0-192-31,0 0 0 0,-1 0 960 0,1-2 176 0,0 1 16 0,2-1 16 16,1-1 1152-16,-1 1 240 0,2-3 32 0,0 0 16 0,-1 1-736 0,1-1-144 15,0 0-16-15,-2 1-16 16,0-1-592-16,0 0-112 15,0 3-32-15,-3-3 0 0,1 0-512 0,-1 1-128 0,0-1 0 0,-1 1-16 16,-1 1 32-16,-2-2 16 16,0 0 0-16,0 3 0 0,-2-1-32 0,-1 1 0 0,-1-1 0 0,0 3 0 15,0 0-128-15,-2 1-48 0,2 1 0 0,-1 0 0 16,0 2-144-16,1 2 0 0,1-1 0 0,-1 1 0 16,1 2 0-16,1-1 0 0,1 2 0 15,-1 1 0-15,0 0 0 0,1 1 0 0,0 1 0 0,2 0 0 16,1-3 0-16,0 1 0 0,2-1 0 0,2-1 128 0,-1-1 0 0,2-3-128 15,2 1 192-15,1-2-64 0,2-1-128 0,1-2 0 16,1-2 0-16,1-4 0 0,0 2 0 0,1-3 0 16,1-2 128-16,2-1-128 0,-2 0 0 0,0-2 0 15,2-2 0-15,-1 2 0 0,1-2 0 0,-1 0 0 16,-1 0 0-16,0-2 0 0,-1 1 0 0,-3 0 0 0,1-1 0 16,-4 4 0-16,1-2-144 0,-2 1 144 0,0-2 0 0,-1-1 0 15,1 1-208-15,-1-2 64 0,-2-2 16 0,0-2 0 16,-1 0-112-16,-1 2-16 0,-1 0 0 0,0 2 0 15,0 1 256-15,0 2 0 0,0 4 0 16,-1 0 0-16,0 6 176 0,1 1-176 0,-1 3 160 0,0 5-160 16,0 0 352-16,0 6-32 0,-2 6 0 0,1 0 0 15,0 1 32-15,-2 6 0 0,0 5 0 0,0 4 0 16,0 1-32-16,0 3-16 0,2-2 0 0,0 0 0 16,3-5-48-16,0-30 0 0,5 49 0 15,-5-49 0-15,11 38-256 0,-11-38 0 0,0 0 0 0,0 0 0 0,37 39 0 0,-26-37 0 16,0-2 0-16,1-3-12160 15,-1-1-2480-15</inkml:trace>
  <inkml:trace contextRef="#ctx0" brushRef="#br1" timeOffset="81153.08">7694 3202 9215 0,'1'1'816'0,"-1"0"-656"15,1 0-160-15,0-1 0 0,-1 0 192 0,1 0 16 16,-1 2 0-16,2-2 0 0,1 0 1408 0,0-2 288 15,2 0 48-15,-2-1 16 16,2 1-144-16,-1-1-32 0,1-2 0 0,0 1 0 0,-2-1-880 0,2-1-176 0,0 0-32 0,-2-2-16 16,0 2-288-16,0-1-48 0,-1-2-16 0,-1 4 0 15,0-2-16-15,-2 2-16 16,-1 0 0-16,0-1 0 0,-2 1 16 0,0 2 16 0,-1 0 0 0,0 1 0 16,-3 2 48-16,1 2 16 0,-2-1 0 0,0 3 0 15,0 2-176-15,0 0-32 0,-2 0-16 0,2 2 0 16,-1 0-176-16,1 3 128 0,-1-1-128 0,2 4 128 15,0-1-128-15,-1 2 0 0,2 2 144 0,-1 0-144 16,2-2 0-16,0-2 128 0,1 1-128 0,0 0 0 0,1-2 128 16,2 0-128-16,0-2 160 0,1-1-160 15,1-2 192-15,0 1-48 0,2-2-16 0,1-1 0 0,-1-2-128 0,2-1 0 16,0-1 0-16,1-2 128 0,2-1-128 0,1-3 0 31,2 0 0-31,1-2 128 0,1-2 48 0,-1-1 0 0,1 0 0 0,-1-2 0 0,1 1-176 0,-1 1 0 16,-1-1 0-16,1-1 0 0,-3 1 0 0,-1 2 0 15,1 0 0-15,-3 0 0 0,0 4 0 0,-2 0 0 16,-1 3 0-16,-1 0 0 0,-1 2 0 0,-1 2 0 16,1-1 0-16,-2 2 0 0,-1 2 0 0,1 0 0 15,-1 0 0-15,1 2 0 0,0 0 176 16,1 0-48-16,1 1-128 0,0-2 192 0,0 2 192 0,2-4 16 0,-1 3 16 0,2-3 0 16,2 2-80-16,0-3-16 0,2 1 0 0,-1-2 0 31,2-2-112-31,0 0-16 0,1 0-16 0,2-2 0 0,-1-3-176 0,1 0 0 0,0 1 0 0,0-3 0 47,2 2-592-47,-1-4-160 0,1 4-16 0,-1-3-16 15,-1 0-2640-15,1 1-528 0</inkml:trace>
  <inkml:trace contextRef="#ctx0" brushRef="#br1" timeOffset="81702.98">8003 3115 1839 0,'0'-4'160'16,"0"1"-160"-16,1 0 0 0,-1 3 0 0,0 0 1744 15,0 0 320-15,0-2 64 0,1-1 16 16,-1 0 720-16,0 2 144 0,0-1 16 0,0 4 16 0,-1 0-1120 16,-1 5-240-16,-1 2-32 0,0 4-16 0,-1 4-592 0,-1 3-112 15,-1 4-32-15,1 2 0 0,-2 0-64 0,0 3-32 16,-1-1 0-16,0 3 0 0,-1-2 0 0,1 1 0 16,1-6 0-16,0 2 0 0,2 0-224 0,-1 0-32 15,2-2-16-15,1 2 0 0,1-2-352 0,1-4-176 16,1-20 160-16,2 29-160 0,-2-29 0 0,0 0 0 15,0 0 0-15,0 0 0 0,0 0 0 0,0 0 0 16,0 0 0-16,0 0 0 0,0 0 0 0,0 0-208 16,34 10 64-16,-29-20 16 15,0-2-1344-15,-1-2-256 0,1-2-48 0,-1-1-16 16,-1 0-416-16,0 0-96 0,-1 0 0 0,-1-1-16 16,0-3-336-16,-2-5-64 0,-1-2-16 0,0-2 0 15,0 0 560-15,0 0 128 0,1 3 0 0,-1 2 16 0,0 6 1456 0,1 2 304 0,1 3 48 0,0 4 16 16,0 3 1568-16,0 2 320 0,1 3 64 0,1-1 16 15,0 3 304-15,-1 0 64 0,2 0 16 0,1-2 0 16,1 2-672-16,0 0-144 0,2-1-32 0,0 0 0 16,0-2-528-16,1 1-96 0,1 0-32 0,-1-1 0 15,1 1-112-15,-1 0-16 0,1-1-16 0,0-1 0 0,1 3 16 16,-2-1 0-16,1 4 0 0,-2-1 0 16,1 1 64-16,-3 3 32 0,1-1 0 0,-3 1 0 0,1 2-176 0,-3 0-48 15,-1 0 0-15,-1 1 0 0,-2 1-64 0,-2 0 0 16,-1 1-16-16,-1-2 0 0,-3 3 0 0,0-2 0 15,-1 1 0-15,0-1 0 0,0-2-64 0,0 1-16 16,0 1 0-16,1-4 0 0,2 0-224 0,1-1 128 16,2-3-128-16,1 1 0 0,1-4 0 0,3 1 0 15,0-3 0-15,1 0 0 0,4-1-128 0,1-1-80 16,2-1-16-16,2-2 0 16,1-1-2304-16,2 1-464 0</inkml:trace>
  <inkml:trace contextRef="#ctx0" brushRef="#br1" timeOffset="82875.17">8203 3160 6911 0,'8'-5'144'0,"-3"2"48"0,0 0 0 0,-3 2 0 0,0-1-192 16,-1 2 0-16,0 0 0 0,1 0 0 0,1 0 3280 0,0-2 624 0,1 1 128 0,1 1 32 15,-2 1-1328-15,-1 1-272 0,-1 0-48 0,0 0-16 16,0 0-1008-16,-1 1-208 0,-1 0-32 0,1-1-16 16,-1 2-448-16,1-1-96 0,-1-1-16 0,0 3 0 15,0-3-288-15,0 3-64 0,-1 0-16 0,-1 0 0 16,1 2 0-16,-2-1 0 0,2 2 0 0,-2 1 0 15,1-2 80-15,-1 1 16 0,1 1 0 0,-1-2 0 16,0 3-96-16,2-3-16 0,-2 1 0 0,1 0 0 16,-2 2-48-16,1 1-16 0,0-1 0 0,0 0 0 0,0 2-128 0,-1-1 128 15,0-1-128-15,-1 2 128 0,0 0-128 0,2 0 160 16,-1-1-160-16,1-1 160 0,1 2-160 0,-1-3 0 16,1 0 144-16,-1 0-144 0,3-1 0 15,-1-3 0-15,0 0 0 0,0 0 128 0,1-2-128 0,1-2 0 16,-1 1 0-16,1-1 0 0,0-1 0 0,0 0 0 15,0 0 0-15,-1 0 0 0,1 0 0 0,0 0 0 16,0 0 0-16,-1 2 0 0,0-2 0 0,1 2 0 16,-1 1 0-16,0-1 0 0,0 1 0 0,-1 1 0 15,1 1 0-15,-1-1 0 0,0-1 0 0,1 2 0 0,-1 0 0 0,0-1 0 16,1 1 0-16,-1-3 0 0,0 1 0 0,1 0 0 16,0-1 0-16,-1-2 0 0,2 2 0 0,-1-2 0 15,0 0 0-15,1 1 0 0,0-1 0 0,0 0 0 16,0 0 0-16,0 0 128 0,0 0-128 0,0 1 0 15,0-1 0-15,0 0 144 0,0 2-144 0,0-1 0 16,0 1 0-16,0-2 0 0,0 2 0 0,1-2 0 16,-1 1 0-16,0 1 0 0,0-2 0 0,1 0 0 15,-1-2 0-15,0 1 0 0,1-1 0 0,0 0 0 0,0 1 0 0,0-2 0 16,0 0 0-16,-1-2 0 0,1 1 0 0,-1-1 0 16,1-1 0-16,0 0 0 0,-1 0 0 0,0-2 0 15,1 0 0-15,-1-2 0 16,1 1-512-16,0 0-176 0,-1-1-16 0,1-2-16 15,1 0-1376-15,0-2-272 0,1 0-48 0,0 0-16 16,-1 0-800-16,2 0-160 0,0 1-48 0,0-1 0 16,1 2 224-16,-1-1 32 0,0 3 16 0,-1-2 0 15,0 1 1504-15,0 1 288 0,1 0 64 0,-3 1 16 0,2 0 1168 16,-1-1 128-16,-1 2 224 0,0-1-48 0,0-1 1072 0,-1 1 224 16,1 2 32-16,0-1 16 0,0 0 272 0,0 0 64 0,0 3 16 0,1-2 0 15,0 3-32-15,1-1-16 0,0 2 0 0,0 1 0 16,2-3-240-16,1 1-48 0,1 1-16 15,0-2 0-15,2 1-688 0,1 1-128 0,-1-1-16 0,1 1-16 16,0 1-208-16,-1 0-32 0,2 2-16 0,-11 0 0 16,0 0 176-16,0 0 48 0,37 16 0 0,-37-16 0 15,0 0 0-15,0 0 16 0,0 0 0 0,22 38 0 16,-22-29-208-16,0 1-64 0,-2-2 0 0,-1 1 0 16,-2 0-112-16,-1 1-16 15,-1-3-16-15,0 1 0 0,-2 0-80 0,-1-2-16 0,-1 0 0 0,1-3 0 0,0 1-144 16,0-2 0-1,0 1 0-15,0-3 128 0,1 0-128 0,0 0 0 16,1 0 0-16,2-2 0 0,1 1 0 0,1-1 0 16,1 0 0-16,3 0 0 0,-1-1 0 0,2 1 0 15,0-1 0-15,3 1 0 0,0 0 0 0,0-1 0 0,3-1 0 16,1 1 0 0,3-2-576-16,0 0 16 0,2-3 0 0,0 2 0 15,1-1-400-15,-1 0-64 0,2 0-32 0,0 0 0 16,0-3 96-16,-1 3 32 0,-1 0 0 0,-1 3 0 0,0-2 544 0,-1 2 96 0,-1 0 32 0,0 3 0 15,-1-1 256-15,-2 2 0 0,1 0 0 0,-2 2 0 16,0-1 752-16,-2 1 48 0,1 0 16 0,-1 2 0 16,-1 2 224-16,-1-2 48 0,1 1 16 0,-1 2 0 15,0-2-384-15,-1 2-80 0,0 0 0 0,0-1-16 16,-1 0-352-16,0 1-64 0,0 1-16 0,-2 0 0 16,0 0-192-16,-1-1 128 0,0 1-128 0,0-1 0 15,-1 1 144-15,0-2-144 0,0 1 128 0,-1 0-128 0,0-1 144 16,1-1-144-16,0 0 160 0,0-3-160 0,1 1 192 0,1 0-64 15,-1-1-128-15,1-2 192 0,0-2 0 0,2 1-16 16,-1-3 0-16,2 0 0 0,1-2-48 0,1-1 0 16,0 0 0-16,2-3 0 0,2-1-128 0,1-1 0 15,0-2 0-15,1 0 128 0,-1 1-128 0,0 0 0 16,3 0 0-16,-1-1 0 0,-1 0 0 0,0 4 0 16,1-1 0-16,-2 3 0 0,0-1 0 0,1 3 0 15,-3 2 0-15,1-1 0 0,-2 2 0 0,0 2-144 16,-1 1 144-16,0 0 0 15,-1 0-1216-15,0 2-128 0,-1 0-16 0,-2 1-14768 0</inkml:trace>
  <inkml:trace contextRef="#ctx0" brushRef="#br1" timeOffset="83490.17">8701 3131 6447 0,'2'-2'272'0,"-1"2"80"0,0-3-352 0,-1 3 0 0,1-2 0 0,-1 2 0 15,-1 0 1888-15,1 0 304 0,0-1 64 0,-1 0 16 16,0-1-80-16,0 1-16 0,-1 0 0 0,-1 2 0 16,1 0-832-16,-1 2-192 0,0 0-16 0,0 0-16 15,-1 4-288-15,1-3-48 0,-1 4-16 0,-1 1 0 16,2 1-160-16,-1-1-32 0,1 3-16 0,1 0 0 0,0 0-128 0,2-12-32 16,0 0 0-16,0 0 0 15,10 40 80-15,-10-40 16 0,0 0 0 0,0 0 0 0,0 0-240 0,38 17-32 16,-28-17-16-16,0-3 0 0,1 1-16 0,0-3 0 15,1-2 0-15,1 0 0 0,-2 0 0 0,0-2-16 16,-2 1 0-16,-1 0 0 0,1-2-176 0,-2 2 0 16,-1-1 0-16,-2-1 128 0,0 3-128 0,-1-1 0 15,-3 0 0-15,0 1 0 0,-2 0 0 0,-2 2 0 16,-1-2 0-16,-2 2 0 0,-1 1 0 0,-1 1 0 0,-2 2 0 0,1-1 0 16,1 4-304-16,-1-1-32 0,0 3-16 0,2 0 0 15,0 2 176-15,0-1 48 0,2 0 0 0,1 0 0 16,1 0 128-16,1-2 0 0,2 2 0 0,1-4 0 15,2 1 0-15,1-2 0 0,1 0 0 0,3-3 0 16,0 1 0-16,1-3 0 0,3 3 0 0,-1-3 0 16,-1 0 0-16,3 1 0 0,0-3 0 0,1 2 0 15,-1 0 0-15,0-1 0 0,1 0 0 0,0-1 0 16,0 2 0-16,-1 0 0 0,-1 2 0 0,0 0 0 16,-1 0 0-16,-1 0 0 0,0 2 0 0,0 0 0 15,-1 1 144-15,0 2-144 0,0 1 192 0,-2 0-192 0,-6-3 368 0,0 0-48 16,0 0 0-16,0 0 0 0,0 0-16 0,30 40-16 15,-30-40 0-15,0 0 0 0,13 36-32 0,-13-36-16 16,0 0 0-16,15 50 0 0,-15-50 0 0,0 0 0 16,17 52 0-16,-17-52 0 0,0 0-112 15,20 44-128-15,-20-44 176 0,0 0-176 0,0 0 128 0,29 40-128 16,-29-40 0-16,0 0 0 0,0 0 0 0,0 0 0 16,0 0 0-16,36 13 0 0,-31-16 0 0,1-1 0 15,0-2 0-15,-2 0 0 16,1-4-1520-16,-1 0-256 0,-1 1-48 0,0-3-13920 0</inkml:trace>
  <inkml:trace contextRef="#ctx0" brushRef="#br1" timeOffset="83695.62">9158 3138 4607 0,'-1'-2'400'0,"0"2"-400"0,1 0 0 0,0 0 0 15,-1-2 1984-15,0-1 320 0,-4-1 64 0,-1 0 16 16,-1 1 304-16,-2 3 64 0,-2 2 16 0,-2 2 0 16,1 4-992-16,-4 4-208 15,-1 2-32-15,-2 2-16 0,0 4-80 0,-2 0-16 0,-1 2 0 0,1-1 0 16,0-2-128-16,2 0-16 15,2-1-16-15,3-3 0 0,1-1-656 0,2-4-128 0,3 0-32 0,2-3 0 16,3 0-448-16,1-3 0 0,1-1 0 0,3-1 0 31,1-2-304-31,0-2-144 0,4-3-48 0,1 1-16752 0</inkml:trace>
  <inkml:trace contextRef="#ctx0" brushRef="#br1" timeOffset="83900.83">9195 3080 16575 0,'2'-1'736'0,"0"1"160"0,0 0-720 0,0 0-176 16,0 0 0-16,-1 0 0 0,0 0 1376 0,1 0 240 15,2 1 48-15,1 1 16 0,3-2 368 0,1 2 64 16,1-2 0-16,0 2 16 0,0 0-768 0,-2-1-144 16,-8-1-48-16,0 0 0 0,0 0-912 0,34 11-256 0,-28-6 0 0,-1-2 128 15,0 0-272-15,-1 0-64 0,-1 2-16 0,-2-1 0 47,0 0-2016-47,-1 0-416 0</inkml:trace>
  <inkml:trace contextRef="#ctx0" brushRef="#br1" timeOffset="84042.86">9265 3188 6447 0,'-1'2'272'0,"0"-1"80"0,0 1-352 0,-1 0 0 0,1 1 0 0,1-1 0 16,-1 0 2112-16,0 3 368 0,-2 2 64 0,-2 4 16 15,0 2 464-15,-1 1 112 0,0 1 0 0,1-1 16 0,0 0-1040 0,1-2-192 16,4-1-64-16,-1-1 0 0,2-3-1184 0,1 0-240 15,1-2-48-15,1-2-16 16,0 0-736-16,1-3-144 0,2 0-16 0,-2-1-14496 31</inkml:trace>
  <inkml:trace contextRef="#ctx0" brushRef="#br1" timeOffset="84678.64">9497 3139 2751 0,'2'-5'256'0,"-1"0"-256"0,1 2 0 0,-1 1 0 15,0 2 1904-15,-1 0 336 0,0 2 64 0,1-1 0 16,0 3 1168-16,-1 1 240 0,1 0 32 0,-2 6 16 16,1-11-1808-16,-5 29-352 0,1-12-80 0,-2-1-16 15,0 3-720-15,-1-2-144 0,1-1-16 0,-1-1-16 16,2-1-144-16,-1-3-16 0,2-2-16 0,1-3 0 15,1 1-112-15,0-5 0 0,1 1-16 0,0-3 0 16,2 0-96-16,0-3-16 0,1 1 0 0,1-5 0 16,1 1 0-16,0-2 0 0,1-1 0 0,1-1 0 15,1 0-192-15,0-2 0 0,0 1 0 0,1-1 0 16,0 0 0-16,0-2 0 0,2 0 0 0,-1 1 0 0,-1 1 0 0,1-2-128 16,0 2 128-16,-2 1 0 0,0 4-208 0,0-1 64 15,1 1 16-15,-2 2 0 0,0 3 128 0,-2 1-128 16,1 1 128-16,-1 3-128 0,-1 1 128 0,-3 2 0 15,0-6 0-15,0 0 0 0,0 0 0 0,1 45 144 16,-3-30-144-16,-2 1 160 0,0 0-32 0,0-1 0 16,-2-1 0-16,0 0 0 0,1-2 0 0,-1-2-128 0,1 1 192 15,0-1-64-15,0-3 32 0,2-2 0 0,0-1 0 0,0-1 0 16,2-1 192-16,0-2 32 0,1-2 16 0,0 0 0 16,2-1-208-16,0 1-32 0,1-5-16 15,1 2 0-15,0-2-144 0,2 0 0 0,0-3 0 0,2 1 0 16,1-1 0-16,-1-1 0 0,2 1 0 0,2-4 0 0,-1 2-256 0,0-2-16 15,-1 2-16-15,0 0 0 16,0-2-416 0,1 3-64-16,-2 0-32 0,0 2 0 0,0 2 432 0,-1-1 96 0,-1 4 16 0,0-1 0 0,-2 3 256 0,0 2 0 15,-1 2 0-15,-1 1 0 0,-2 1 448 0,0 2 32 16,-1 0 16-16,-1 1 0 0,0 1 64 0,0 3 16 16,-2 0 0-16,-1 2 0 0,0-1-208 0,-1 2-48 15,-2 0 0-15,1 0 0 0,-2 0-128 0,2-1-16 16,-1 1-16-16,2-3 0 0,1-2 0 0,1-1 0 15,2-1 0-15,0 1 0 0,2-4-160 0,-1-2 0 0,2 1 0 0,1-3 0 16,0 0 0-16,2-3 0 0,1 1 0 0,1-4 0 31,2 0-1664-31,0 2-304 0</inkml:trace>
  <inkml:trace contextRef="#ctx0" brushRef="#br1" timeOffset="85372.1">9870 3240 2751 0,'0'2'256'0,"1"-1"-256"0,0 1 0 0,0-2 0 15,0 0 2624-15,-1 0 464 16,1 0 112-16,1 0 0 0,1-2 128 0,0 1 0 0,3-1 16 0,0 0 0 16,1-3-1488-16,-1 0-320 0,1-1-48 0,0-2-16 15,0 1-624-15,-1-2-128 16,1 1-16-16,-2-1-16 0,0 2-176 0,-1-2-48 0,-1 1 0 0,-2-1 0 0,0 1-336 0,-2 2-128 16,0-2 0-16,-1 2 144 0,-3 1-144 0,0 2 0 31,0 1 0-31,-2 2 128 0,1 2-128 0,-2 0 0 15,2 3 144-15,-1 0-144 0,-1 3 208 0,0 0-16 0,-1 4-16 0,2 0 0 0,-1 2-176 16,-1 1 160-16,2 2-160 0,-1-1 160 0,3-2 16 0,-1 0 0 16,4 1 0-16,1-4 0 0,1-11 112 0,0 0 32 15,0 0 0-15,0 0 0 0,0 0-320 0,0 0 160 0,32 30-160 16,-24-31 128-16,2-2-128 0,-1 0 0 0,1-2 0 0,-1-1 0 16,2 0 0-16,-1-2 0 15,0 1 0-15,0-2 0 16,1-1 0-16,-1 0 0 0,-1 1 0 0,-2 0 0 0,-1-1 0 0,0 3 0 0,-2 0 0 0,1-2-176 31,-2 4-208-31,-2 0-32 0,1 0-16 0,-1 3 0 0,0 2 176 0,-1 0 48 0,-1 1 0 0,0 0 0 16,0 4 208-16,-1 0 0 15,0 2 0-15,0 0 0 0,0 1 128 0,0 0-128 0,0 0 192 0,1-1-192 16,1 1 224-16,2-2-64 0,0-1-16 0,1-1 0 0,1-1-144 16,1-1 0-16,2-2 144 0,0 0-144 0,1 0 0 15,0-4 0-15,1 1 0 0,1-1 128 0,0-2-128 0,2 0 0 16,-1-2 0-16,1-1 0 0,1 0-256 0,0-1 0 15,0-2-16-15,-1 2 0 16,-1-1-432-16,1-1-64 16,1 0-32-16,-1-2 0 0,-3 4 352 0,1-1 64 0,-1-1 0 0,0-2 16 15,-1 0 368-15,0 1-176 16,-2-1 176-16,1 2-128 0,-2-1 128 0,-3 3 128 16,1-1-128-16,0 2 176 0,-2 3 224 0,0 1 48 15,-2 2 16-15,0 3 0 0,0 0 320 0,-1 3 64 16,-1 2 16-16,0 1 0 0,-1 4-368 0,0 0-80 15,0-1-16-15,-1 3 0 0,-1 2-192 0,0 3-32 16,-3 4-16-16,1 0 0 0,-1 5 48 0,0-2 16 16,-1 1 0-16,1 0 0 0,2-3-32 0,0-1 0 0,2-2 0 0,0-3 0 15,5-16-192-15,-2 28 0 0,2-28 0 0,0 0 0 16,0 0 0-16,0 0 0 0,0 0 0 0,0 0 0 16,0 0 0-16,0 0 0 0,36 10 0 0,-29-19 0 31,1-1-688-31,0 1-128 0,-1-3-16 0,-1 0-16 0,1 0-1536 15,-2-2-304-15,-1 0-64 0,-1 0-11360 0</inkml:trace>
  <inkml:trace contextRef="#ctx0" brushRef="#br1" timeOffset="85556.82">10101 3076 21183 0,'-4'9'944'0,"2"-6"192"16,0 2-912-16,1-2-224 0,1-1 0 0,1 0 0 0,2-2 1952 0,-1 3 352 15,2 0 64-15,-4-3 0 0,0 0-96 0,0 0-32 16,43 12 0-16,-28-12 0 0,1-1-1216 0,-2-1-240 15,3-1-48-15,1-1-16 0,-1-1-480 0,-1 0-112 16,-1 0 0-16,-2-2-128 0,1 3 0 0,-2-3 0 16,0 2 0-16,-1 0 0 15,-1 0-1024-15,0 0-272 0</inkml:trace>
  <inkml:trace contextRef="#ctx0" brushRef="#br1" timeOffset="85735.57">10432 3046 19343 0,'2'0'848'0,"0"0"192"0,1 0-832 0,-1 0-208 0,0 0 0 0,0 0 0 16,0-2 2288-16,2 2 400 0,3 0 96 0,2 0 16 15,2-2-496-15,2 1-80 0,1 1-32 0,-1-2 0 16,-1 0-1328-16,1 1-272 0,0-1-48 0,0 2-16 16,-2-2-528-16,-1 0 0 0,-1 1 0 0,-2 1 0 15,-2-2-1488-15,-3 2-304 0,0 2-64 0,-2-2-13664 16</inkml:trace>
  <inkml:trace contextRef="#ctx0" brushRef="#br1" timeOffset="85924.97">10475 3153 10127 0,'0'2'896'0,"0"-2"-704"16,0 2-192-16,0-2 0 0,1 0 1888 0,-1 0 352 16,1 3 64-16,-1-1 0 0,0 3 896 0,0 0 192 15,-1 1 16-15,0 2 16 0,-2-1-1200 0,1 2-240 16,-2-1-64-16,0 1 0 0,-1 0-960 0,-1 1-208 15,0-2-48-15,1 1 0 0,-2 0-480 0,3-2-96 16,0 2-128-16,2-3 176 0,0 0-176 0,2-1 0 0,1-2 0 16,1 0 0-1,2-2-1040-15,-1-1-192 0,1 0-48 0,2-2-9968 0,1 0-2000 0</inkml:trace>
  <inkml:trace contextRef="#ctx0" brushRef="#br1" timeOffset="86591.85">10630 3160 6447 0,'4'-3'272'0,"-2"1"80"0,-1 0-352 0,-1 1 0 0,1 1 0 0,-1 0 0 16,-1 0 2304-16,1 3 384 0,-1-1 64 0,-2 1 32 0,-1 4 400 0,-1 0 80 16,-1 2 0-16,-1 1 16 0,-1 1-1328 15,0 2-272-15,-2 1-48 0,2-2-16 16,0 0-480-16,1-1-112 0,2-1 0 0,1-1-16 0,3-2-448 0,1-2-96 16,1 0-16-16,2-3 0 0,1 1-272 15,1-1-176-15,3-2 192 0,-1 0-192 0,0-3 192 0,3-1-192 16,1-1 192-16,1-2-192 0,1 0 160 0,1 0-160 15,0-3 128-15,-1 1-128 0,0-3 0 0,-1 3 0 16,-2-3 0-16,-1 2 0 0,-1-2-320 0,0 3-32 16,-3-1-16-16,0 1 0 15,-1-1-80-15,-1-1 0 0,-3 2-16 0,0 1 0 0,-1 3 144 0,-2 0 16 0,-1-1 16 16,0 3 0-16,-3 0 288 0,0 3-128 0,-2 0 128 0,1 3 0 16,0 2-128-16,-2-1 128 0,2 1 0 0,-1 2 0 15,0 3 160-15,2-3 144 0,0 0 16 0,3 1 16 16,-1-2-16-16,2 0-16 0,2-1 0 15,1-2 0-15,2 0-48 0,2-3-16 0,1 0 0 0,0 0 0 16,3-3-240-16,-1 1 176 0,2-3-176 0,2 0 160 16,0-1-160-16,1-1 128 0,0 2-128 0,1-3 128 15,3-1-128-15,-3 2 0 0,0 0 0 0,1 0 0 16,0-1 0-16,0 2 0 0,-1 1 0 0,-1 0 0 16,-2 1 0-16,1 3 0 0,-3-1 0 0,-1 2 0 0,0 2 0 0,-3 1 0 15,-1 1 0-15,0 1 0 0,-1 0 0 0,-1 0 0 16,-1 2 0-16,0 0 0 15,-2 0 0-15,1 3 0 0,-1-1 0 0,0 0 0 0,0 1 0 0,-1-1 0 16,-1 3 0-16,-1-3 0 0,1 1 128 0,-1 0 0 16,1-1 0-16,-2-2 0 0,0-1 96 0,2-1 16 15,-1 1 0-15,1-3 0 0,2 1-240 0,-1-2 144 16,1-2-144-16,1 1 128 0,1-2-128 0,1-1 128 16,0 2-128-16,1-4 128 0,1 1-128 0,1-3 0 15,1 0 0-15,1-3 0 0,3 1 0 0,0-4 0 16,1 3 0-16,1-3 0 15,1 0 0-15,2-1 0 0,1-2 0 0,-1 3 0 16,-2 3 0-16,0 1 0 0,-2 2-128 0,0 1 128 16,-1 4 0-16,-3 1 0 0,-6 0-144 0,0 0 144 15,0 0 0-15,0 0 0 0,0 0 0 0,15 41 0 16,-15-41 0-16,-4 26 0 0,4-26 0 0,-7 31 0 0,7-31 0 16,-7 28 0-16,2-14 0 0,0-2 0 0,0-2 0 0,0 0 0 15</inkml:trace>
  <inkml:trace contextRef="#ctx0" brushRef="#br1" timeOffset="90065.06">11705 2946 7359 0,'2'-1'656'15,"0"0"-528"-15,-1-1-128 0,-1 2 0 0,0-2 720 0,0 1 112 16,0-3 32-16,3-1 0 0,0-3 1088 0,2-1 224 15,-1-3 32-15,0 1 16 16,0 1-176-16,-2-2-48 0,2 2 0 0,-2-2 0 0,0 3-576 0,-2-2-112 31,0 3-32-31,-2 1 0 0,0 0-320 0,-1 2-64 16,1 3 0-16,-2-1-16 0,0 3-176 0,-1 0-48 0,-1 3 0 0,0 2 0 16,-2-1-352-16,0 6-80 0,-1-1-16 0,0 4 0 15,1-2-208-15,0 3 0 0,-1 3 0 0,-1-1 0 0,2 2 0 0,-2 2 0 16,1 2 0-16,2-1 0 0,0 0 128 0,0 5-128 0,-2 6 0 15,1 5 0-15,-1 2 0 0,-1-1 128 0,3-3-128 0,2-4 0 16,1-5 0-16,4-26 0 0,-3 40 0 0,3-40 0 16,0 0 0-16,5 39 0 15,-3-31 0-15,1-3 0 0,0-2 0 0,0 1 0 0,0-4 0 0,-1 0 0 32,0-4 0-32,0 1 0 0,1-1 0 0,-1-1 0 0,0 0 0 0,-2-2-192 0,0 2 48 0,0-2 0 46,-2 0-1392-46,-1-1-288 0,-1 2-48 0,0-1-16 0,-1 2-448 0,-1-2-96 16,1 2 0-16,-2-2-16 0,0 2 112 0,0 0 32 0,1-2 0 16,-1 0 0-16,3 0 816 0,-1-3 160 0,2 1 48 0,1-2 0 15,0 1 1280-15,1 0 224 0,-1 0 64 0,1 2 16 0,0 0 1104 0,0 3 208 16,0 0 48-16,0 3 16 0,-1 0 128 0,2 2 32 16,-2 0 0-16,0 0 0 0,-1 2-160 0,1 0-16 15,-1 1-16-15,1 2 0 0,-1-3-304 0,1 3-48 16,0 0-16-16,1-2 0 0,0 0-432 0,1 0-80 15,1-1-32-15,1-1 0 0,0 1-144 0,3-2-16 16,0-2-16-16,3 0 0 0,2-2 96 0,1 1 32 16,0-3 0-16,2 1 0 0,1-1-304 0,2-2-64 15,0 1-16-15,1 0 0 0,0-2-304 0,-2 2 0 16,-2 2 0-16,-1 1 0 0,-1 1 0 0,-2 0 0 0,0-1 0 16,-1 4 0-16,-2 0-192 0,0 0-32 0,-2 2-16 15,0 0 0 1,0-1-1744-16,0 1-368 0,0 0-64 0,0-4-16 15,0 2-1680-15,-1-2-352 0,2 1-64 0,-1-3-16 16,0 1 2000-16,0 1 400 0,0-1 80 0,-1-1 16 16,1 1 1296-16,0-1 272 0,-1-2 48 0,-1 2 16 0,1 2 1520 0,-1-3 304 0,-2 3 64 0,0 1 16 15,0 1 592-15,-1 0 112 0,-1 0 32 0,-1 1 0 16,-1 3-208-16,-1 1-32 0,-1-1-16 0,-2 4 0 16,1 1-480-16,-2 1-80 0,-2 1-32 0,1 1 0 15,1 1-480-15,0 0-112 0,0 0-16 0,2 0 0 0,1-3-32 0,3 0-16 16,1-4 0-16,1 2 0 0,2-6-144 0,2 1-48 15,0-1 0-15,3-2 0 0,1-3-208 0,2 0-32 16,2-3-16-16,0-1 0 0,1 2-64 0,0-3-16 16,2-1 0-16,0 1 0 0,-2 0-192 0,0-1 0 15,-1 2 0-15,-2-1 0 0,-1 4 0 0,-1-4 0 16,-1 1 0-16,-2 0 0 0,-1 3 0 0,-1-4 0 16,-2 4 0-16,-2-4 0 0,-1 4 0 0,-1-1 0 15,-2 0 0-15,0 3 0 0,0 0 0 0,-1-1 0 16,-1 3 0-16,-1-2 0 0,0 2 0 0,-2 0 128 15,3 2-128-15,0-2 0 0,-1 1 0 0,2 1 0 16,1 1 0-16,0-2 0 0,1 2 0 0,3-1 0 16,-1 1 0-16,1-1 0 0,1-2 0 0,1 2 0 0,0-2 0 0,2 0 0 15,0 0 0-15,1 0 0 0,1 0 0 0,1 0 0 16,1-1 0-16,1 0 0 0,1-3 0 16,1 1 0-16,1 0 0 0,-1 1 0 0,1-2 0 0,2 1 0 15,-2-2 0-15,2 3 0 0,1-3 0 0,2 0 0 16,-2 1 0-16,1 1 0 0,2-2 0 0,1 3 0 15,-3 0 0-15,0-1 0 0,-1 3 0 0,0-2 0 16,2 2 0-16,-1 0-128 0,-3 2 128 0,0-1 0 16,-11-1 0-16,0 0 0 0,0 0 0 0,37 18 0 15,-37-18 0-15,0 0 0 0,0 0 0 0,0 0 0 16,12 46 0-16,-13-34 0 0,-3 4 0 0,-1-2 0 0,0 2 0 16,-1-1 0-16,1-1 0 0,-2 0 0 0,1-1 0 0,1-2 0 15,-1-2 0-15,3-1 0 16,-1-4 320-16,2-2-48 0,0 1 0 0,1-5 0 0,0 1-96 0,0-2-32 15,1-3 0-15,1-1 0 0,2-3 64 0,0-2 16 16,2-1 0-16,0 0 0 0,1 0-96 0,1-2-128 16,2-3 176-16,3 0-176 0,-1 2 0 0,0 0 0 15,1 1 0-15,3-2 0 0,0 3 0 16,4 0 0-16,0 2 0 0,-1 3 0 16,3 2-480-16,0-1-96 0</inkml:trace>
  <inkml:trace contextRef="#ctx0" brushRef="#br1" timeOffset="91914.8">12545 2906 7359 0,'0'-2'656'0,"0"0"-528"0,0 1-128 0,0 1 0 15,2-2 608-15,-2 2 96 0,0-3 0 0,0-1 16 16,1-3 864-16,0 2 160 0,1-2 48 0,-1 0 0 15,0 0-256-15,1 2-32 0,-1-2-16 0,0 2 0 16,0 0-528-16,0 0-128 0,1 1 0 0,-1 0-16 16,-1 0 32-16,0 2 16 0,0 0 0 0,0 0 0 15,0 2 32-15,-1-2 0 0,1 2 0 0,-1-1 0 0,0 1-336 0,-1 0-64 16,1 0-16-16,0 0 0 0,0 1-96 0,0-1-32 16,1 2 0-16,0-2 0 0,0 0-64 0,0 0-16 15,0 0 0-15,0 0 0 0,0 2-96 0,0-1-32 16,1 0 0-16,-1 1 0 15,0 1-16-15,0 0 0 0,0 1 0 0,0-1 0 0,-1 1 16 0,1-1 0 16,-1 1 0-16,1-1 0 0,0 2-144 0,-1-1 192 16,1 1-192-16,-1-2 192 0,0-1-192 0,0 0 128 15,0-2-128-15,1 2 128 0,-1-2-128 0,1 0 192 0,-1 0-192 16,1 0 192-16,-1 0 16 0,1-2 16 0,0 2 0 16,0 0 0-16,-1-1-48 0,1 1-16 15,0-1 0-15,0 1 0 0,0 0-160 0,0 0 192 0,0 0-192 0,0 0 192 16,0 0-192-16,0 0 160 0,0-2-160 0,0 1 160 15,0 1-160-15,0 0 0 0,0-2 0 0,0 2 128 16,0-2-128-16,0 1 0 0,0-1 0 0,0 1 128 16,1 0-128-16,-1-1 128 0,1 2-128 0,-1-3 128 15,1 3-128-15,-1-2 160 0,0 1-160 0,0 1 160 16,1 0-160-16,-2-1 160 0,1 1-160 0,0 0 160 16,0 0-160-16,0 0 128 0,0 0-128 0,0 0 128 0,0 0-128 0,1 0 0 15,-1 0 0-15,0 1 0 16,0-1 0-16,0 1 0 0,0-1 0 0,0 2 0 0,0-2 0 0,0 0 0 15,0 0 0-15,0 0 0 16,0 0 0-16,0 0 0 0,0 0 0 0,0 0 0 0,0 0 0 0,0 0 0 16,0 0 0-16,-1 0 0 0,1 3 0 0,-2-1 0 15,0 0 0-15,1 5 0 16,0 0 0-16,-1 3 0 0,0-1 0 0,-1 3 0 0,1 3 0 0,-1 1 0 16,0 6 0-16,-1 4 0 0,0-2 0 0,0 6 0 15,-2 3 0-15,-1-2 0 0,0 3 0 0,2-4 0 0,1-2 0 0,0-4 0 16,4-24 0-16,-3 34 0 0,3-23 0 0,0-3 0 15,0-1 0-15,1-5 0 0,1 0 0 0,-1-2 0 16,0 0 0-16,0-2 0 0,1-2 0 0,0-1 0 16,0 0 0-16,-1-3 0 0,1-1 128 0,-1 0-128 15,0-3 0-15,0 1 0 16,0-2 0-16,-1 3 0 0,1 1 0 0,-1 0 0 0,2-3 0 0,-1 2 0 16,0 0 0-16,0 2 0 0,0 0 0 0,1 1 0 0,1 0 0 0,0 2 0 15,1 0 0-15,-1 1 0 0,2 1 0 0,0-1 0 16,4 1 0-16,-2 2 0 0,2 1 0 0,0 0 0 15,-1 1 0-15,0 1 0 0,-1 1 0 0,-1 2 0 16,-6-5 0-16,0 0 0 16,0 0 0-16,0 0 0 0,0 0 0 0,26 44 0 0,-26-35 0 0,-2-1 0 15,-1 0 0-15,-2 1 0 0,0-1 0 0,-3 0 0 16,0 0 0-16,-2-1 0 0,0 0 0 0,-1-2 0 16,1 0 0-16,1-1 0 0,1-2 0 0,-1-1 0 15,3-1 0-15,-1 0 0 0,3-1 0 0,0 1 0 16,2-2 0-16,0 0 0 0,3-1 0 0,2-1 0 15,1 0 0-15,2-1 0 0,1 0-128 0,2 0-16 16,2-2 0-16,0 2 0 16,0-2-2352-16,1 2-448 0,1 0-112 0,-1 0-11760 0</inkml:trace>
  <inkml:trace contextRef="#ctx0" brushRef="#br1" timeOffset="92277.15">12679 3129 5519 0,'5'-6'240'0,"-4"5"64"0,0-1-304 0,-1 2 0 0,0 0 0 0,-1 0 0 15,1-1 1808-15,-2 0 304 16,1 1 64-16,-1-1 16 15,0 1 448-15,-1 0 96 0,0 0 16 0,0 1 0 0,2 0-832 0,0 0-176 0,0 2-16 0,2-2-16 16,0 2-608-16,1 1-112 0,2-1-32 0,1-1 0 16,1 0-432-16,2-1-80 0,1 0-32 0,0 0 0 15,2-1-96-15,1 0-32 0,0 2 0 0,1-5 0 16,-1 2-160-16,0-2-128 16,-1 3 144-16,-2-4-144 0,0 1 0 0,-1 0 128 0,-1-1-128 0,0 0 0 0,-1 0 0 0,-1 0 0 15,-1-3 0-15,0 2 0 0,-1-2 0 0,-1 1 0 16,-2 0 0-16,0 1 0 0,-1 1 0 0,-1-1 0 15,-2 0 0-15,0 0 0 0,-3 0 0 0,0 2 0 16,-3 0 0-16,0 0 0 0,0 1 0 0,0 2 0 16,-1 0 0-16,0 2 0 0,1 1 0 0,0 1 0 15,0 3 0-15,1 0 0 16,-1 4 0-16,2 0 0 0,0 3 0 0,3 0 0 0,-2 3 0 0,4-2 0 0,0 1 0 0,2-1 0 16,1-15 272-16,0 0-32 0,0 0-16 0,21 44 0 15,-21-44 16-15,0 0 0 0,37 12 0 16,-24-12 0-16,3-2-240 15,-1-1 0-15,0-1 0 0,0-1 0 0,-1 0 0 0,0-3-240 0,-1 2 32 0,-1-1-16304 32</inkml:trace>
  <inkml:trace contextRef="#ctx0" brushRef="#br1" timeOffset="92581.33">13065 2885 3679 0,'0'-4'320'0,"0"1"-320"16,0 0 0-16,0 3 0 0,0 0 1312 0,-1-2 192 15,1-1 32-15,0 0 16 0,0-1 1024 0,0-1 208 16,-1 1 32-16,0 0 16 0,0 3-976 0,-1 2-208 16,0 3-48-16,-1 0 0 0,0 4-352 0,-2 1-80 15,-1 0-16-15,2 3 0 0,-2 3-320 0,1 1-64 16,-2-1 0-16,1 3-16 0,-1-1-368 0,2-2-80 0,-1-1-16 0,0 1 0 15,1 0-32-15,-1 2-16 0,0 0 0 0,0-1 0 16,3 1-32-16,0-3 0 0,1 0 0 16,2-4 0-16,1-1-208 0,1 1 0 0,1-5 0 0,1-1 0 15,1-1 0-15,0-1 0 0,3-2 0 0,-1-4 0 32,1 1-912-32,2-4-80 0,0 0-16 0,0 0 0 0,1-3-2128 0,-1 0-416 0,2 1-96 0,-3-2-6432 15</inkml:trace>
  <inkml:trace contextRef="#ctx0" brushRef="#br1" timeOffset="92787.12">13192 2925 8287 0,'19'-37'368'0,"-14"29"80"0,-4 3-448 0,0 5 0 16,-1-2 0-16,0 0 0 0,1-1 1808 0,0-1 288 16,-1-1 48-16,-2 2 16 15,0 3 16-15,-4 2 16 0,0 4 0 0,-3 3 0 16,1 0-544-16,-1 5-112 0,-3 6-32 0,1 1 0 0,1-2-288 0,0 3-48 16,0 4-16-16,0 2 0 0,0 2-112 0,2-1-16 15,2-1-16-15,2-1 0 16,4-27-400-16,-1 44-80 0,1-44-16 0,0 0 0 15,16 41-352-15,-16-41-160 0,0 0 128 0,35 11-128 0,-20-13 0 0,1-2 0 0,2-4 0 0,0 1 0 16,-1-4 0-16,2-1-176 0,-2 0 48 0,-1-2-17152 16</inkml:trace>
  <inkml:trace contextRef="#ctx0" brushRef="#br1" timeOffset="93134.13">13393 3059 1839 0,'-4'-1'0'0,"1"1"160"0,1 0-160 0,1 0 0 15,-1 0 0-15,1 0 0 0,0 1 1376 0,-1 0 240 16,-1 1 48-16,0 1 16 0,-2 0 816 0,-1 1 144 16,2-2 48-16,-1 3 0 0,2-2-256 0,0-1-64 0,2 0 0 0,1 0 0 31,1-1-1104-31,1-1-240 0,3 0-32 0,1 0-16 0,2-1-400 0,1-1-64 16,0 1-32-16,1 0 0 0,0-3-304 0,2 3-176 0,1-4 192 0,0 3-192 15,-1 0 0 1,0-1 0-16,-2 3 0 0,0-2 0 0,1 2 0 0,-3-2 0 0,0 4 0 15,-2-2-9408-15,-1 2-1792 0</inkml:trace>
  <inkml:trace contextRef="#ctx0" brushRef="#br1" timeOffset="93621.27">13882 2945 8287 0,'2'-1'368'0,"-2"1"80"0,0 0-448 0,0 0 0 15,0 0 0-15,-1 0 0 16,0 0 1264-16,0 0 160 0,-3 1 48 0,-1 0 0 0,-1 1 528 0,-3 1 112 16,-1 0 32-16,-1 1 0 0,-1 1-432 0,0 0-96 0,-1 2-16 0,-1 0 0 15,1 0-64-15,-2 2 0 0,1 1-16 0,1-2 0 16,4 0-272-16,1 0-48 0,0-4-16 0,3 4 0 16,1-4-752-16,2 1-160 0,3 0-16 0,1-3-16 15,1 0-240-15,2 1 0 16,3-1 0-16,1 1 0 0,0-1 0 0,1-1-128 0,2 1 128 0,-12-2 0 15,0 0-128-15,41 13 128 0,-41-13 0 0,0 0 0 16,43 22-128-16,-43-22 128 0,0 0 0 0,0 0 0 16,40 31 0-16,-40-31-128 0,0 0 128 0,0 0 0 0,0 0 0 15,0 0 0-15,8 41 0 0,-14-35 0 0,-3 1 0 0,0-2 128 16,-1 0-128-16,-2 0 144 0,-2-1-16 0,-1 1 0 16,1-3 0-16,1-1 0 0,1 1-128 0,2-2 0 15,3-2 0-15,3-1 128 0,2 0-272 0,2-1-64 16,3-1-16-16,1-2-16448 31</inkml:trace>
  <inkml:trace contextRef="#ctx0" brushRef="#br1" timeOffset="94046.56">14121 2856 15663 0,'-1'0'688'0,"-1"0"144"0,0 0-656 0,0 0-176 0,1 2 0 0,0 1 0 15,0-1 1024-15,-3 3 192 0,-2 3 16 0,-1 3 16 16,-1 4-96-16,1 3 0 0,1 1-16 0,0 0 0 16,1 3-96-16,2-3-16 0,0-3 0 0,3-16 0 15,-3 33-144-15,3-33-48 0,-2 40 0 0,2-40 0 16,-3 41 64-16,3-41 0 0,-4 36 0 0,4-36 0 16,-4 33-384-16,2-21-80 0,0-1-16 0,1-4 0 15,0-2-144-15,-1-2-16 0,1-1-16 0,0-2 0 16,-1 0 240-16,1-2 48 0,0-1 16 0,1-1 0 15,0 0-224-15,2-2-32 0,0-1-16 0,2-3 0 16,-1-1-144-16,1 2-128 0,1 1 144 0,0-2-144 0,3-1 0 0,0 1 0 16,1 3 0-16,1-3 0 0,-1 4 0 0,1 0 0 15,1 0 0-15,-1 3 0 0,1-1 0 16,-1 1 0-16,0 3 0 0,0 0 0 0,1 2 0 16,-1 1 0-16,-10-3 0 0,0 0 0 0,0 0 0 0,0 0 0 15,38 33 0-15,-38-33 0 0,0 0 0 0,0 0 0 16,15 42 0-16,-15-42 0 0,0 0 0 0,0 0 0 15,4 43 0-15,-3-35 0 0,0 1 0 0,0-4 0 16,1 0 0-16,0-1 0 0,0-2 0 0,1-1 0 0,2-1 0 0,-1-1 0 16,3-1 0-16,0-2 0 0,3-2-128 0,1 0-17456 15</inkml:trace>
  <inkml:trace contextRef="#ctx0" brushRef="#br1" timeOffset="94743.28">14503 3169 12895 0,'0'-2'576'0,"0"-1"112"0,1 0-560 0,-1 2-128 0,1-2 0 0,-1 3 0 16,0-2 1584-16,1-1 272 0,0-3 64 0,0-2 16 15,0 1-240-15,1-6-48 0,0 3-16 0,-1-2 0 16,0 2-928-16,-1 0-176 0,-1 1-32 0,0 2-16 16,-1 2 160-16,-1 0 16 0,-2 1 16 0,-2 4 0 0,0 0 80 0,-1 2 16 15,-3 5 0-15,0 0 0 0,0 3-384 0,0 0-80 16,0 2-16-16,1 2 0 0,0 1-16 0,0-2 0 15,1 3 0-15,2-1 0 0,1 0 112 16,2-2 0-16,2-1 16 0,2-2 0 0,2-2 48 0,1-2 16 16,-3-6 0-16,0 0 0 0,0 0-272 0,0 0-64 15,39 7-128-15,-28-12 192 0,1 0 0 0,1-2-16 16,0 0 0-16,1-3 0 0,-1 1-176 0,0 0 0 16,0-2 0-16,-2 0 128 0,0 2-128 0,-1 0 0 15,-2-1 0-15,0 3 0 0,-2-2 0 0,-1 1 0 16,1-1 0-16,-1 3 0 0,-3 2 0 0,0-1 0 0,-1 3 0 15,0 1 0-15,-2 1 0 0,0 3 0 16,0 0 128-16,-1 2-128 0,1 0 160 0,-1 2 0 0,0 2 0 0,1 0 0 16,1 1 96-16,0-10 32 0,0 0 0 0,0 0 0 15,0 0-288-15,12 40 0 0,-7-35 128 0,0 0-128 16,1-3 0-16,1 0 128 0,1-2-128 0,1 0 0 16,1-3 128-16,1-1-128 0,1-1 0 0,0 1 0 15,0-3 0-15,1 0 0 0,1-4 0 0,0 1 0 16,-2 2 0-16,1-1 0 0,0-2 0 0,-1 0 0 0,-1 2 0 0,0-2 0 15,0 1 0-15,-2-1 0 0,0-1 0 0,0-1 0 16,-2 1 0-16,-1 2 0 0,-3 1 0 0,0 0 0 16,-2 2 0-16,0 3 0 0,-2 1 128 0,0 1-128 15,0 1 0-15,-1 2 0 0,0 3 0 0,-1-2 0 16,-1 5 0-16,0-2 0 0,1 5 0 0,-2-1 0 0,1 3 0 16,1 0 0-16,-1 4 0 0,4-16 0 0,-7 36 0 0,7-36 0 15,-5 45 0-15,5-45 0 0,-6 54 0 0,4-23 0 16,0-2 0-16,2-29 0 0,-3 57 0 0,3-57 0 15,-3 52 0-15,3-52 0 0,-2 40 0 0,2-40 0 16,0 36 0-16,0-36 0 16,0 0 0-16,3 40 0 0,-3-40 0 0,0 0 0 15,0 0 0-15,0 0 0 0,0 0 0 0,0 0 0 16,0 0 0-16,0 0 0 0,12-5 0 0,-11-2-144 0,1-2 144 0,-1-3-192 31,1-2-992-31,-1-6-208 0,-1 0-32 0,-2-2-16 0,0-2-1984 0,-1-2-400 0</inkml:trace>
  <inkml:trace contextRef="#ctx0" brushRef="#br1" timeOffset="94947.71">14793 3140 3903 0,'0'0'352'0,"0"-1"-352"15,0 0 0-15,0-1 0 0,0 0 1536 0,1-6 256 16,0 0 32-16,2-2 16 0,0 0 1104 0,1 0 208 16,2 2 48-16,0 1 16 0,2 2-992 0,0 0-208 15,3 0-32-15,0 2-16 0,0-1-688 0,2 1-128 32,0 1-16-32,1-2-16 0,-1 1-416 0,1 0-96 0,1-1-16 0,1-1 0 0,-1 2-304 0,-1 1-64 15,-1 1-16-15,-2 1 0 16,-2 1-16-16,-3 1 0 0,0 1 0 0,-2 4 0 0,-3-2-192 0,-1 2 144 15,-2 0-144-15,-3 2 128 16,-2 3 0-16,-2 2-128 0,-2-1 192 0,-1 3-64 0,-2-1 0 0,0 1-128 16,0-3 192-16,1 0-64 0,1-1-128 0,3-5 0 0,3 0 0 0,1-2 0 15,2-2 0-15,1-1 0 0,2 0 0 0,1-4 0 32,2 2-656-32,2-3-112 0,0-2-32 0,3 3-15200 0</inkml:trace>
  <inkml:trace contextRef="#ctx0" brushRef="#br1" timeOffset="95253.88">15095 3115 11967 0,'3'-1'528'0,"-1"-1"112"16,1 2-512-1,-1 0-128-15,0-1 0 0,-1 1 0 0,0 0 2320 0,2-1 432 0,2 1 96 0,1-2 16 0,4 2-320 0,-1-3-64 16,2 3-16-16,-1-2 0 31,0-1-1104-31,1 1-208 0,-1 0-64 0,1-1 0 0,0-1-448 0,-1 1-112 0,0 1-16 0,0-3 0 16,-2 0-240-1,0 1-48-15,-1-1-16 0,-2 0 0 0,-1 0-208 0,-1 0 128 0,-1 1-128 0,-3-1 0 16,-1-2 128-16,-2 3-128 16,-2 1 0-16,-2 0 0 0,-4 1 128 0,-1 4-128 0,2 1 0 0,-1 0 0 15,1 1 128-15,1 3-128 0,0 0 0 0,0 3 0 16,1-1 192-16,2 3-48 0,-1 0-16 0,2 2 0 16,1 0 160-16,1 1 32 0,4-15 0 0,0 0 0 15,1 38-64-15,-1-38-16 0,0 0 0 0,0 0 0 16,36 33-240-16,-36-33 128 0,0 0-128 0,45 12 0 15,-27-10 0-15,0-2-128 0,3-2-16 0,-1-1-17872 16</inkml:trace>
  <inkml:trace contextRef="#ctx0" brushRef="#br1" timeOffset="105967.84">15780 3034 13823 0,'2'0'1216'0,"-1"-2"-960"0,-1 2-256 0,0-2 0 15,0 2 1184-15,0 0 192 0,1 0 32 0,-1-1 16 31,2 1 304-31,-2-2 48 0,0 2 16 0,0 2 0 0,0-1-1024 0,-1 1-192 0,0 0-32 0,-2 1-16 32,0 1 64-32,0 1 16 0,1-1 0 0,-2 1 0 15,0 0 48-15,-1 2 16 0,2 0 0 0,-2 1 0 0,1-2-192 0,2 0-32 0,-2 0-16 0,1 2 0 16,0-2-64-16,2-1-16 0,0 0 0 0,1-2 0 16,1 1-48-16,2 1-16 0,1-3 0 0,0 0 0 15,0 1-128-15,2-2-32 0,0 1 0 0,2-2 0 16,1-2 48-16,1 1 0 15,0-3 0-15,2 1 0 0,0-1-176 0,0-2 160 16,2-2-160-16,0 0 160 0,1-2-160 0,-2 1 0 16,-3 2 0-16,1-3 0 0,-2-1-320 0,-3 1 64 0,-1 1 16 0,-4-1 0 0,-3 0 0 0,-3 2 0 15,-3 2 0-15,-2 0 0 0,-2 1 240 0,0 2 0 32,-2-1 0-32,-1 3 0 0,0-1 0 0,-1 2 0 0,3 0 0 0,0 2 0 15,1 1 128-15,3 1 0 0,0 1 16 16,1 0 0-16,1 2 48 0,1-2 16 0,2 0 0 0,1 2 0 15,2-2-208-15,0 2 144 0,2-3-144 0,0-1 128 16,3 1-128-16,0-3 0 0,4 1 0 0,0-4 0 16,2 1 0-16,2-3 0 0,0 1 0 0,1-1 0 15,0-3-192-15,1 2 16 0,1-2 16 0,1 0 0 16,1 1-96-16,-3 0 0 0,-1-2-16 0,0 2 0 16,0 0 272-16,-1 0-128 0,-1 1 128 0,-1 0 0 15,-2 0 0-15,2 0 0 0,-3 1 0 0,0-1 0 16,0 2 0-16,-1 1 128 0,0 2-128 0,-1-1 144 15,1 1 112-15,-1 1 0 0,-2 1 16 0,1 1 0 16,-1 0 16-16,0 0 0 0,-1 3 0 0,-1-1 0 0,1 2-288 16,-2 1 160-16,0 0-160 0,-1 2 128 0,-1 1-128 15,1-1 0-15,-1 0 0 0,-1-1 128 0,0 0-128 0,-1 1 192 16,0 2-192-16,-1-4 192 0,1 1 48 0,0-1 16 16,0-2 0-16,1-1 0 0,1-2-80 0,0-2-16 15,0 1 0-15,1-2 0 0,0-3-16 0,1 0 0 16,0-2 0-16,0-1 0 0,1 0-16 0,0-1-128 15,2-2 192-15,-1 1-64 0,2-1-128 0,0-2 128 16,2-2-128-16,2-1 128 0,0 0-128 0,1-1 0 16,3-1 0-16,0-1 0 0,0 5 0 0,0-2 0 15,1 2 0-15,0 3 0 0,0 2 0 0,-1 0 0 16,-3 4 0-16,1 1 0 0,-1 2 0 0,1 2 0 0,-2 3 0 0,-1 0 0 16,-7-5-352-16,0 0 0 0,0 0 0 0,0 0-11472 15,0 0-2288 1</inkml:trace>
  <inkml:trace contextRef="#ctx0" brushRef="#br1" timeOffset="107019.07">16894 2868 9215 0,'0'-2'816'0,"0"0"-656"16,1 1-160-16,-1-1 0 0,0 2 1248 0,0-3 224 15,1 0 32-15,0-3 16 0,0-1 688 0,1-5 144 16,1 2 16-16,0-1 16 0,1-1-688 0,-1 1-144 16,0 1-16-16,1-2-16 0,-1 1-448 0,-2 0-96 15,1-1-16-15,0 1 0 0,-1 2-192 0,-1-1-64 16,-1 0 0-16,-1 3 0 0,0 0-64 0,-1 2-32 16,-1 1 0-16,-1 3 0 0,0-1-112 0,-2 2-32 15,-1 3 0-15,0 2 0 0,-3 2-256 0,0 4-48 0,-1 3-16 0,0 3 0 16,-1 2-144-16,0 5 0 0,-1 4 0 15,0 3 0-15,0 2 0 0,1-1 0 0,0 0 0 0,1-1 0 16,0-2 0-16,1-1 0 0,2-2 0 0,2 0 0 16,1 0 0-16,1-2 0 0,5-24 0 0,-3 40 0 15,3-40 0-15,0 0 0 0,4 45 0 0,-4-45 0 16,0 0 0-16,0 0 0 0,0 0 0 0,0 0 0 16,34 21 0-16,-26-24 0 0,1-3 0 0,1-1 0 15,1-3-192-15,-1 2 48 0,0 0 0 0,0-2 0 0,1 1-192 16,1-3-48-16,0 0 0 0,0 0 0 15,-1 1-16 1,-1-1-16-16,0 0 0 0,-1 2 0 0,-3 3 272 0,0-1 144 0,0 0-160 0,0 3 160 0,-2-2 0 0,-1 2 0 16,0 1 0-16,-1 3 0 0,-1 1 0 0,-1 0 0 15,0 3-128-15,-1-1 128 0,-1 5 0 0,0 0 0 16,-1 3 0-16,-1 2 0 0,1 0 160 0,-2 2-160 16,1 0 128-16,0 0-128 0,0 0 144 0,1 0-144 15,1-2 160-15,2-12-160 0,0 0 128 0,0 0-128 16,0 0 0-16,0 0 144 0,8 38-144 0,-5-38 0 15,0-2 0-15,2 0 0 16,-1-1-784-16,0-2-96 0,0-1-16 0,1 0-9216 0,-2 0-1856 16</inkml:trace>
  <inkml:trace contextRef="#ctx0" brushRef="#br1" timeOffset="107222.52">16846 3022 10127 0,'-8'-2'448'0,"3"0"96"0,0-1-544 0,2 3 0 0,1 0 0 0,1 0 0 16,0 0 1664-16,0 0 240 0,-1 1 32 0,0-1 16 15,1 2 320-15,1-2 64 0,2 0 16 0,2-2 0 16,2 1-432-16,0-1-64 0,3-1-32 0,-1 1 0 16,1 0-736-16,3-3-128 0,-1 0-48 0,2 1 0 15,-1-1-608-15,1 1-128 0,0 1-32 0,0-2 0 16,0 2-144-16,-1 1 0 0,-1 0 0 0,-2 0-176 31,0 2-848-31,0 0-192 0,-2 2-16 0,-1 0-13424 0</inkml:trace>
  <inkml:trace contextRef="#ctx0" brushRef="#br1" timeOffset="108072.69">17100 3072 9215 0,'1'0'400'0,"-1"0"96"0,1 1-496 0,-1-1 0 16,1 0 0-16,0-1 0 0,1 1 1600 0,0-2 208 0,2 0 48 0,0-1 16 15,3-2-784-15,0 0-144 0,1-2-48 0,-2 0 0 16,2 0-640-16,-3-2-128 0,0 2-128 15,-2 1 192-15,-1 0 368 0,-1-1 80 16,0 2 0-16,-2 0 16 0,-1 2 256 0,-1 1 48 0,-1 0 16 0,-2 2 0 16,-1 0-416-16,0 1-96 0,-3 2-16 0,1 2 0 15,-1 2-64-15,0 1 0 0,-1-2-16 0,3 3 0 16,1-1-144-16,0 0-32 0,0 2 0 0,0 1 0 16,1 1-64-16,-1 0-128 0,2 2 176 0,0-4-176 15,2 1 144-15,1-1-144 0,0-1 0 0,2-1 144 16,1-2 192-16,1-1 48 0,0 0 0 0,1-3 0 15,0 0 64-15,1-2 0 0,0 0 16 0,0 0 0 16,1-2-208-16,1 0-64 0,0-3 0 0,1 0 0 0,-1 1-192 0,2-4 128 16,0 1-128-16,1-2 0 0,-3 2 0 0,1 0 0 15,1-3 0-15,-2 0 0 0,1 2-256 0,-2 0 64 16,1-2 16-16,-2 3 0 0,-1 0 176 0,0 0 0 16,-1 2 0-16,-1 1 0 0,-1 1 0 0,0 3 0 15,0 0 0-15,-1 0 0 0,0 1 0 0,-1 3 0 16,0-1 0-16,1 4 0 0,-1-1 208 0,0 2-16 15,0 1-16-15,1-1 0 0,0 2 80 0,1-2 32 16,0-8 0-16,0 0 0 0,0 0 0 0,0 0 0 16,0 0 0-16,0 0 0 0,34 31-32 0,-27-31-16 0,1-1 0 15,1-2 0-15,0 0-80 0,0-3-16 0,1 0 0 0,1-1 0 16,-1 0-144-16,0-2 0 0,0 1 0 0,1-1 0 16,0 2 0-16,0-1-224 15,-1-1 80-15,0 0 16 16,-2 1-640-1,0 0-112-15,-1 1-16 0,-1-1-16 0,-2 2-144 0,-1 0-32 0,0-1 0 0,-2 0 0 0,0 2 560 0,-1 0 96 0,-1 1 32 16,0 1 0-16,0 2 400 0,-1 0 0 0,-1 3 0 0,0 0 128 16,-1 3 496-16,-1 2 96 0,1 1 32 0,-2 1 0 0,1 3 144 15,0-3 48-15,1 2 0 0,0 0 0 16,-1 1-368-16,1 2-80 0,1-2-16 0,1 0 0 0,0-1-48 0,2-11-16 16,0 0 0-16,0 0 0 0,0 0-224 0,0 0-64 15,0 0 0-15,0 0 0 0,37 26-128 0,-28-31 0 16,2-1 144-16,1-1-144 0,-2 2 0 0,0-5 0 15,2 1 0-15,0 0 0 32,-1 1-384-32,1-2-32 0,-2 1-16 0,2-2 0 0,-3 1-256 0,-2 0-48 0,0 1-16 0,-2-1 0 31,0 2 176-31,-1 0 16 0,-2 1 16 0,0 0 0 0,0 3 352 0,-2 1 192 0,0 3-192 0,-1 0 192 0,0 2 0 0,-1 0 0 16,1 1 0-16,-2 4 144 0,0 0 224 0,-1 2 32 15,0 3 16-15,0-2 0 0,2-1 112 0,-1 0 32 0,1 3 0 0,0 0 0 16,2-12-224-16,0 0-32 0,0 0-16 0,3 40 0 15,-3-40-32-15,0 0 0 16,0 0 0-16,0 0 0 0,0 0-256 0,34 22 128 0,-25-24-128 0,0-3 0 16,0 2 0-16,0-3 0 0,0 0 0 0,1 0-192 31,0-2-1424-31,-1 1-288 0,0 0-48 0,1 0-12416 0</inkml:trace>
  <inkml:trace contextRef="#ctx0" brushRef="#br1" timeOffset="108419.26">17766 2914 2751 0,'2'-3'256'0,"0"0"-256"16,-1 1 0-16,0 2 0 0,-1-2 1664 0,1 2 272 16,1-3 64-16,0-2 16 0,0 1 368 0,0-3 80 15,-2 4 16-15,-2 1 0 16,1 0-752-16,-3 2-128 0,-1 2-48 0,0-1 0 0,-2 2-464 16,0 1-112-1,-1 2-16-15,0 1 0 0,0-2-272 0,-1 3-64 0,1 0-16 0,-2 2 0 0,0 0-192 0,-1 2-32 16,1-1-16-16,1-1 0 0,2-1 176 0,3-1 32 15,0-2 16-15,2 2 0 0,2-4-224 0,1 1-48 16,2-2-16-16,1 0 0 0,1-2-304 0,3 1 0 16,0-2 0-16,1 1 0 0,0 1 0 0,-1-2 0 15,1 2 0-15,0 1 0 0,0-1 0 16,-2 3 0-16,-7-5 0 0,0 0 0 0,0 0 0 0,0 0 0 0,0 0 0 0,0 0 0 16,0 0 0-1,27 35 0-15,-30-30 0 0,-1 0 0 16,-2-1 0-16,-1-1 0 0,0 2 0 0,-1-1 0 15,-1-1 144-15,-2 0-144 0,1 1 0 0,1-3 144 16,1 0-144-16,1-1 128 0,2 0-128 0,1 0 128 16,2 0-128-16,1-1 0 0,1 0 0 0,3-1 0 15,1-1-512 1,4 1-128-16,1-3-16 0,3 0-9376 0,-1 0-1872 0</inkml:trace>
  <inkml:trace contextRef="#ctx0" brushRef="#br1" timeOffset="108739.53">17992 2927 9215 0,'5'-8'400'0,"-3"3"96"0,0 0-496 0,-1 2 0 16,0 3 0-16,-2 0 0 0,0 0 2032 0,-2-2 304 16,0 4 64-16,-4-2 16 0,-2 5-288 0,-2 2-48 0,-1 0-16 0,0 2 0 15,-1 1-800-15,1 2-176 0,-1 0-16 0,2 2-16 16,3-4-288-16,1 1-48 0,2-2-16 0,2-1 0 16,1-3-352-16,2 2-80 15,2-2-16-15,2 0 0 0,1-1-256 0,1-2 0 0,1 0 128 0,2-1-128 16,1 1 0-16,-1-2 0 15,-1 2 0-15,0-2 0 0,0 1 0 0,1 1-144 0,-2 0 144 0,1 0-128 16,-3 1 128-16,-1 2 0 0,0-2 0 0,-4 1 0 16,1 1 0-16,-2 1 0 0,0-1 0 0,-3-1 0 15,-1 2 0-15,-1-1 128 0,-3 1-128 0,1 0 0 16,-2 0 176-16,0-1-48 0,-2 0 0 0,0 0 0 0,0 0 32 16,1-2 0-16,1-2 0 0,1 1 0 15,2-2-160-15,2 0 0 0,2-2 0 0,2 0 0 16,2-2-1152-16,2-1-192 0,1 0-64 0,4 0-12096 15</inkml:trace>
  <inkml:trace contextRef="#ctx0" brushRef="#br1" timeOffset="108944.15">18109 2920 4607 0,'2'-1'400'0,"-2"0"-400"16,1 1 0-16,0 0 0 0,0 1 2544 0,0-1 416 15,0 1 96-15,1 1 16 0,1 3 368 0,0-2 80 0,-3-3 0 0,0 0 16 16,0 0-1680-16,0 0-320 0,36 24-80 0,-29-22-16 15,1 0-1056-15,-1 0-224 16,0-1-32-16,1 1-128 0,-3-2-128 0,1 0-144 0,-2 2-32 16,-2-2 0-1,1 1-2000-15,-3 1-384 0</inkml:trace>
  <inkml:trace contextRef="#ctx0" brushRef="#br1" timeOffset="109071.53">18162 3015 10127 0,'-3'5'448'0,"0"-3"96"0,1 3-544 0,0-3 0 0,1 1 0 0,-1-1 0 15,2 0 1824-15,-3 1 256 0,-1 4 48 0,-2 2 16 16,0 3 560-16,0-2 112 0,0 2 32 16,1-1 0-16,2-1-1552 0,0-3-304 0,3 0-64 0,1 0-16 0,0-2-912 0,1-3-176 15,1 0-32 1,1-1-8960-16,2-1-1792 16</inkml:trace>
  <inkml:trace contextRef="#ctx0" brushRef="#br1" timeOffset="109845.06">18332 3050 9215 0,'4'-3'400'0,"-1"0"96"0,-1 1-496 0,0 1 0 0,0-1 0 0,-2 2 0 16,1-2 2048-16,1-1 320 0,2-1 64 0,-1-2 16 15,2-3-304-15,0 2-64 16,-2-3-16-16,0 1 0 0,-1 0-656 0,-1 1-144 16,-1 2-32-16,-1 1 0 0,-1 2-384 0,0 1-80 15,-1 2 0-15,-2 0-16 0,-1 2-112 0,0 1-32 0,-2 4 0 0,0 0 0 16,0 2-352-16,-1 2-80 0,0 0-16 0,1 1 0 31,0-3 0-31,1 1 0 0,0 1 0 0,1 1 0 16,0 0 48-16,3-4 16 0,1 0 0 0,1 0 0 0,2-4-32 0,0 1-16 0,1-2 0 0,0 0 0 0,2-2-176 0,0 1 0 31,0-2 144-31,1-2-144 0,0 1 128 0,-1 0-128 16,0-1 128-16,2-1-128 0,-1 1 0 0,2-3 0 15,-2 1 0-15,2-1 0 0,0 1 0 0,2-2 0 16,-1-1 0-16,0 0 0 0,0 0 0 0,-1-1 0 15,0 2 0-15,0-4-128 0,-1 5 128 0,-1-2-128 16,0 3 128-16,-2-1-128 0,0 4 128 0,0-1 0 16,-2 2 0-16,1 0 0 0,-1 2 0 0,-1 2 0 15,0 1 0-15,-1 1 0 0,1-1 0 0,-1 0 0 0,1 2 0 16,0-1 0-16,0 2 144 0,0-1-144 0,1 1 192 16,0-1-192-16,0-1 320 0,1 1-64 0,0-2 0 0,1 0 0 15,1-2-128-15,0 1-128 0,1-4 192 0,0 1-192 16,0-2 144-16,1-1-144 0,1-1 0 0,1-1 144 15,0 0-144-15,1-2 0 0,2 0 0 0,0-2 0 16,-3 4 0-16,2-2 0 0,0-2-128 0,2-1 128 16,0 0-256-16,1 2 32 0,0-3 0 0,-2 2 0 31,0 0-240-31,-1 1-48 0,-1 0-16 0,-1-1 0 0,-2 2 336 0,0 1 64 0,-1 0 128 0,-1 3-208 16,0 0 208-16,-2 2 0 0,1 2 0 0,-2 0 0 0,0 3 0 0,-1 0 0 15,-1 2 0-15,-1 2 0 0,0 3 320 0,-1-4-64 16,0 1 0-16,0 2 0 0,0 1-16 0,-2 0-16 15,1 0 0-15,0 0 0 0,1-3-32 0,-1-2-16 16,1 3 0-16,0-6 0 0,2 2 16 0,0-3 0 16,0 0 0-16,1-2 0 0,-1-1-16 0,2-1 0 15,-1-1 0-15,2 0 0 0,-1-3-176 0,2 0 192 16,2-2-192-16,0-1 192 0,0-1-192 0,2 1 0 16,0 0 0-16,1-4 0 0,3 0 0 0,1-2 0 0,0 1 0 15,-1 0 0-15,0 0 0 0,1 1 0 0,0 1 0 0,-1 0 0 16,-1 4 0-16,0-1 0 0,-2 6 0 0,-2 0 0 15,1 2 0-15,-3 3 0 0,-1 3 0 0,-1 1 0 16,-2-7 0-16,0 0 0 0,0 0 0 0,1 43 0 16,-2-34 0-16,-2 2 0 0,3-11 0 0,-7 27 0 15,3-12 0-15,1-3 0 0,-1 1 0 0,0-3 128 16,2 0-128-16,0-4 160 0,2 0-160 0,0-2 160 16,0-2-160-16,2-1 0 0,1-1 0 0,1-1-12016 15,0-1-2352-15</inkml:trace>
  <inkml:trace contextRef="#ctx0" brushRef="#br1" timeOffset="110857.5">19566 2842 5519 0,'3'-5'496'0,"-1"1"-496"16,0 1 0-16,0 2 0 0,-1 0 1152 0,-1-1 144 16,1 0 32-16,0-1 0 0,1-1 592 0,0-4 128 15,-1 1 32-15,0-1 0 0,-1 0-336 0,-1 0-64 16,0 1-16-16,-1 0 0 0,-1-1-224 0,-1 2-48 15,0 1-16-15,1 0 0 0,-1 3-272 0,-1-3-48 0,1 2-16 0,-3 1 0 16,2 2-448-16,-2 0-80 0,1 2-32 16,-1 1 0-16,0 2-144 0,-2-1-16 0,2 4-16 0,-1-1 0 15,-2 4-16-15,1 2 0 0,1 5 0 0,0-1 0 16,1 4 0-16,0-2 0 0,7-19 0 16,-9 45 0-16,9-45-32 0,-6 47 0 0,6-47 0 0,-3 43 0 15,3-43-128-15,0 41-128 0,0-41 144 0,1 47-144 16,-1-47 0-16,3 50 0 0,-3-50 0 0,1 47 0 0,-1-47 0 15,-1 45 128-15,1-45-128 0,-10 41 0 0,4-26 0 0,-3-2 0 16,0 1 0-16,-2-2 0 0,-1 0 0 0,0-2 0 16,0-1 0-16,0-3 0 0,0 0 128 0,1-3-128 15,-1-1 0-15,2-2 144 0,0-3-144 0,1-1 0 16,0-1 0-16,-1-3 0 0,3-1 0 0,0-2 0 16,1-1 0-16,0-2 0 15,3-1-1344-15,-1-1-160 0,2-1-32 0,2-5-14128 16</inkml:trace>
  <inkml:trace contextRef="#ctx0" brushRef="#br1" timeOffset="110983.64">19276 3047 2751 0,'2'-1'256'0,"-1"1"-256"16,-1 0 0-16,0 0 0 0,2 0 2064 0,2 0 368 15,1-2 80-15,4 2 16 0,1 0 736 0,0 0 128 0,2 0 48 0,0 2 0 16,1-2-1376-16,1 0-272 0,1 0-48 0,1 0-16 16,-1-2-912-16,3-1-192 0,-2 1-48 0,1-1 0 15,2-1-736-15,-1-1-160 0,0 2-16 0,0-1-13776 16</inkml:trace>
  <inkml:trace contextRef="#ctx0" brushRef="#br1" timeOffset="111644.81">19779 2961 6447 0,'2'-1'272'0,"-2"-1"80"0,1 2-352 0,-1-1 0 0,0 0 0 0,0 1 0 16,0 0 1664-16,0 0 272 0,-1 0 48 0,0-2 16 16,0 2 848-16,-2 0 160 0,1 0 48 0,0 2 0 15,-1 0-656-15,0 0-128 0,-1 1-32 0,0 4 0 16,-2-2-864-16,0 4-176 0,-2 1-48 0,0 2 0 15,0-3-480-15,-1 3-96 0,0 5-32 0,-2 1 0 16,0 0-224-16,2 2-64 0,0 0 0 0,2-2 0 16,7-18-128-16,-6 34-128 0,6-34 144 0,0 0-144 15,0 0 0-15,0 0 0 0,19 42 0 0,-10-42 0 0,1-2 0 0,2-3 128 16,1-2-128-16,1-3 0 0,2-2 0 0,-1 1 0 16,-1-1 0-16,1 0 0 0,-1 0 0 0,-1-1-128 15,-1 0 128-15,-2 1 0 0,-1 3-128 0,-1-1 128 16,0-2 0-16,-1 1 0 0,0 1 0 0,-1-1 0 15,-1 1 0-15,-2 2 0 0,1 2 0 0,-2-1 0 16,-1 4 0-16,-1 1 0 0,1-1 0 0,-2 3 0 16,1 3 0-16,-2-2 0 0,0 2 0 0,0 2 0 15,0 0 0-15,-1 2 0 0,0 0 0 0,-1 3 0 16,0 2 0-16,1-1 0 0,3-11 176 0,0 0-176 16,-7 34 192-16,7-34-192 0,0 0 160 0,0 0-160 0,0 0 128 15,12 45-128-15,-12-45 0 0,0 0 0 0,0 0 0 0,0 0 0 16,31 16 0-16,-24-16 0 15,2-2 0-15,-1 0 0 0,1-3 0 0,1 0 0 0,0 0-192 0,0-2 192 32,1 1-1632-32,-2 0-208 0</inkml:trace>
  <inkml:trace contextRef="#ctx0" brushRef="#br1" timeOffset="112085.13">20142 2972 5295 0,'0'-2'0'0,"-1"0"224"15,1 0-64-15,0 1 0 0,-1 1-160 0,1 0 0 0,-1 0 0 0,0 0 0 0,0 1 2608 16,-2 1 480-16,0 2 112 0,-1 1 0 0,-2 1-560 0,1 2-112 16,-3 2-32-16,1 1 0 0,-2 1-608 0,1 0-128 15,-1 2-32-15,0-1 0 0,1 1-672 0,-1 2-144 16,-2-1-16-16,0 1-16 0,2-2-272 0,1 0-48 16,1-2-16-16,2-2 0 0,0-2-208 0,3-2-32 15,0 1-16-15,2-4 0 0,0-1-96 0,2-2-32 16,0 0 0-16,1-2 0 0,1-1-160 0,0-2 0 15,3-1 0-15,-1 0 128 0,1-3-128 0,0 1 0 16,2-1 0-16,-1 0 0 0,1-2 0 0,0 1-176 16,-1 0 176-16,0 1-192 0,1-3-32 0,-1 0-16 15,0 0 0-15,1-2 0 0,1 0 112 16,-1 0 128-16,1 1-208 0,0 2 80 0,-2 1 128 0,0 2 0 0,1 2 0 0,-2 2-128 16,0 3 128-16,-2-1 0 0,1 4 0 0,-3 1 0 15,2 0 0-15,-2 2 0 0,-3-5 0 0,0 0 0 16,0 0 0-16,0 0 0 0,5 44 0 0,-5-44 128 15,0 0-128-15,-6 38 0 0,6-38 128 0,-8 26-128 16,8-26 0-16,-10 26 128 0,4-14-128 0,0-3 0 16,1 2 0-16,-1-3 128 0,1-1-128 0,2-2 0 0,0 0 0 0,1-3 144 15,1-2-144-15,0 2 0 0,2-4 0 0,1 1 0 16,1-2 0-16,1 0 0 16,1-4-576-1,2 2-160-15,1-3-32 0,0-1-15280 0</inkml:trace>
  <inkml:trace contextRef="#ctx0" brushRef="#br1" timeOffset="112383.54">20389 3058 7359 0,'6'-2'320'0,"-3"1"80"0,-1 1-400 0,1-2 0 16,0 0 0-16,-1 1 0 0,0 1 1728 0,2-2 272 16,4 0 48-16,2-5 16 0,2 0 208 0,0-1 32 15,0 0 16-15,0 1 0 0,-2-1-848 0,-1 1-160 0,-3 0-32 0,0 2-16 16,-3 0-400-16,-2 1-80 15,0 3-16-15,-3-1 0 0,0 2-144 0,-4 0-48 0,0 3 0 16,-4 1 0-16,-1 2-192 0,-2 0-64 0,-1 1 0 0,-1 1 0 31,0 1-128-31,-1 2-16 0,1 1-16 0,0 2 0 0,2-2-160 0,0 2 0 0,1 1 144 0,3-3-144 16,1 2 384-16,3-2 0 16,2-3 0-16,3-9 0 0,0 0 32 0,0 0 16 0,0 0 0 0,0 0 0 15,28 40-432-15,-18-37 128 0,0-2-128 0,4-1 0 16,0-1 0-16,2-2 0 0,1-1-224 0,-1-1 80 15,2 0-1392 1,0-2-256-16</inkml:trace>
  <inkml:trace contextRef="#ctx0" brushRef="#br1" timeOffset="112671.96">20840 2814 9215 0,'0'0'816'0,"0"2"-656"15,0-2-160-15,-1 2 0 0,0 0 1792 0,-1 1 320 31,-2 4 64-31,-1 3 0 0,-3 5 912 0,-4 3 176 0,0 2 48 0,-2 1 0 16,0-1-1568-16,-2 2-304 0,0 0-64 0,-1-1-16 16,2 2-352-16,0-3-80 15,0 1-16-15,3 0 0 0,1-2-208 0,2-2-64 0,9-17 0 0,-12 30 0 16,12-30-320-16,0 0-64 0,0 0 0 0,10 41-16 16,-10-41-240-16,0 0 144 0,26 11-144 0,-15-11 128 15,2-2-128-15,1-2 0 0,2-2 144 0,2-1-144 16,0-2 0-16,-1-1 0 0,0 1 0 0,-1-3 0 15,-1 1 0-15,-1 1 0 0,-3 0 0 0,-1 1-128 16,-3-1-720-16,-2 1-144 0,-1-1-32 0,-3 1 0 16,0-1-1216-16,-3 1-256 0,0-3-64 0,-3 2 0 15,-1 1-352-15,-4 2-80 0,-2-2-16 0,-3 4-6272 16</inkml:trace>
  <inkml:trace contextRef="#ctx0" brushRef="#br1" timeOffset="112829.02">20685 2982 8751 0,'-37'2'192'0,"30"-2"32"0,7 0 16 0,0 0 16 0,-1 0-256 0,-1 0 0 16,0 0 0-16,-2 0 0 0,2 0 2928 0,1 0 528 15,3 0 128-15,2-1 0 0,2 1-576 0,4-1-112 16,0-1-16-16,3 2-16 0,2-2-944 0,1 2-192 16,2 0-48-16,2 0 0 0,0 0-944 0,0 2-192 15,1-2-32-15,-2 0-16 0,1-2-368 0,-3 1-128 16,0-1 0-16,-2-1 0 0,-1 1 0 0,0-3 0 16,-1 3-208-16,-2-3 64 15,-2 3-1744-15,0-2-352 0</inkml:trace>
  <inkml:trace contextRef="#ctx0" brushRef="#br1" timeOffset="113019.34">20970 2937 13183 0,'2'-2'288'0,"-1"1"64"0,0-1 16 0,1 2 0 0,0-1-368 0,0 0 0 0,1 1 0 0,1-3 0 16,6-1 2992-16,2 1 528 0,3-1 96 0,0-1 32 16,1 0-1488-16,0 3-304 0,0-1-48 0,-2 3-16 15,-1-2-1152-15,0 4-224 0,-1-2-48 0,-3 3-16 0,-2-1-352 0,0 1 0 16,-3 4 0-16,-2-5 0 31,0 2-928-31,-3-1-96 0,-2 2-32 0,-1-3 0 0,-2 3-1920 0,0 0-384 0</inkml:trace>
  <inkml:trace contextRef="#ctx0" brushRef="#br1" timeOffset="113192.36">21062 2998 3679 0,'0'0'320'0,"0"0"-320"16,0 1 0-16,-1-1 0 0,1 2 2240 0,-1 0 368 15,0 1 80-15,-1 3 0 0,2-6 320 0,0 0 48 16,-10 29 16-16,4-17 0 0,-1 2-704 0,-1 1-128 15,-1 0-16-15,1 0-16 0,-1 0-672 0,1 1-144 16,8-16-32-16,-9 26 0 0,9-26-960 0,0 0-192 0,0 0-32 0,0 0-16 16,0 0-384-16,0 0-80 0,20 38-16 0,-12-41 0 31,2-1-1504-31,1-3-304 0</inkml:trace>
  <inkml:trace contextRef="#ctx0" brushRef="#br1" timeOffset="113933.12">21259 3044 8287 0,'7'-5'368'0,"-5"2"80"0,0 1-448 0,-1 2 0 15,0-2 0-15,-1 2 0 0,0 0 2464 0,-1-2 416 16,0 2 64-16,-2-1 32 0,0 2-112 0,-3 1-32 16,0 0 0-16,-4 3 0 0,0 0-1072 0,-2 2-224 15,-1 2-32-15,-1 3-16 0,0-2-256 0,1 2-48 16,3-1-16-16,3-1 0 16,2 1-608-16,2-3-128 0,3-8-32 0,0 0 0 0,0 0-400 0,0 0 128 15,0 0-128-15,0 0 0 0,38 30 0 0,-27-30 0 16,1-2 0-16,-1 0 0 15,0-3 0-15,0 0 128 0,0 1-128 0,1-3 0 0,-1 2 0 0,0-3 0 16,-3 4 0-16,0-4 0 0,1 2 0 0,-2-4 0 16,-1 3 0-16,-1 0 0 0,0-2 0 0,-2 4 0 15,-2-3 0-15,0 2 0 0,0-2 0 0,-2-3 0 0,0 3 0 0,-1-3 0 16,-2 3 0-16,-1-1 0 0,-1 3 0 0,-1 0 0 16,0 3 0-16,-1 1-176 0,0 2 176 0,0 0-128 15,-1 2 128-15,1-1 0 0,0 3-144 0,0-1 144 16,1 1 0-16,0-1 0 0,3 2 0 0,0-1 0 15,1 1 0-15,1 0 0 0,2-1 0 0,1-1 0 16,1 0 0-16,2-1 0 0,0 0 128 0,2 0-128 16,1-2 0-16,1 0 0 0,2 0 0 0,2-2 0 15,2-3 0-15,0 0 0 0,1 1 0 0,1-1 0 16,0-1 0-16,1 0 0 0,-1-1 0 0,-1 3 0 0,-1-2 0 16,0 2 0-16,1-1 0 0,-2 0 0 0,-2 3 0 0,0 0 0 15,-1 0 0-15,-2 2 0 0,-1 0 0 16,-3 2 0-16,1 0 0 0,-3 0 0 15,0 1 0-15,-3 2 0 0,0 1 0 0,-1 2 0 0,-1-1 0 0,-1 1 0 16,0 3 0-16,-2-1 128 16,0 1-128-16,0 1 0 0,0 0 0 0,0-2 128 0,-1 3-128 0,2-1 0 15,0 0 0-15,1-2 0 0,0-1 0 0,1-2 0 16,0-2 128-16,2 0-128 0,0-3 0 0,0 0 0 16,0-1 0-16,1-1 128 0,0-1-128 0,0-1 192 15,1 0-192-15,0-3 192 0,0 0-192 0,0-1 128 16,2 0-128-16,0-1 128 0,1 0-128 0,0 0 0 0,2-2 0 0,1-1 0 15,1 0 0-15,0 1 0 0,2-2 0 0,0 1 0 16,2-2 0-16,0 0 0 0,0 2 0 0,1-1 0 16,0 1 0-16,-1 2 0 15,1 2 0-15,-2-1 0 0,-1 3 0 0,-1 1 0 0,0 1 0 0,-2 1 0 16,0 1 0-16,-2 3 0 16,0-1 0-16,-2 1 0 0,-3-3 0 0,0 0 0 0,0 0 0 0,0 0 0 15,0 0 0-15,-5 44 0 0,5-44 0 0,0 0 0 16,-12 27 0-16,6-18 0 0,1 1 0 0,-1-3 0 15,2 2 0-15,-1-3 0 0,1 2 0 0,1-3 0 0,2 0 0 16,1-2 0-16,0 1 0 0,1-4 0 0,2 1 0 0,1-2 0 16,1-1-176-16,2-1 176 15,0 0-1808 1,3-1-288-16,0-1-48 0</inkml:trace>
  <inkml:trace contextRef="#ctx0" brushRef="#br1" timeOffset="114235.47">21815 2999 8287 0,'6'-3'368'0,"-2"2"80"15,0 0-448-15,-1-2 0 0,-1 1 0 0,0 0 0 0,1 1 2192 0,0-1 368 32,3-2 64-32,2-1 0 0,1 0 304 0,-1-2 48 15,0 1 16-15,-1 1 0 0,-2 1-976 0,-3 1-192 0,1 2-32 0,-3-1-16 0,0-1-624 0,-3 3-128 16,1 0-32-16,-4 0 0 0,-1 3-416 0,-2-1-96 16,-1 2-16-1,-2 2 0-15,1-2-160 0,-3 4-48 0,0 1 0 0,-1 0 0 16,1 3 0-16,2-2-16 0,2 0 0 0,3-2 0 15,4 0-16-15,0-1 0 0,3-7 0 0,0 0 0 16,0 0-224-16,0 0 0 0,0 0 128 0,33 36-128 16,-33-36 0-16,0 0 0 0,35 16 0 0,-35-16 0 15,0 0 0-15,34 19 0 0,-34-19 0 0,0 0 0 16,0 0 0-16,32 26 0 0,-32-26 0 0,0 0 0 16,0 0 0-16,0 0 0 0,-15 31 0 0,1-24 0 15,-4-3 0-15,-4 1 0 0,-4-1 0 0,-3-1 0 0,-2 0 0 16,-5-1 0-16,-3-4 0 0,-3-3-19056 15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10-23T01:04:45.791"/>
    </inkml:context>
    <inkml:brush xml:id="br0">
      <inkml:brushProperty name="width" value="0.05292" units="cm"/>
      <inkml:brushProperty name="height" value="0.05292" units="cm"/>
      <inkml:brushProperty name="color" value="#002060"/>
    </inkml:brush>
    <inkml:brush xml:id="br1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3411 3271 3679 0,'-4'1'320'0,"2"1"-320"0,1 0 0 0,0-2 0 15,0 1 1328-15,1 0 192 0,-1 1 32 0,0-1 16 0,0 3-160 0,0 1-48 32,-1 2 0-32,1-2 0 0,1 0-144 0,-1 0-48 0,1-1 0 0,0-2 0 0,1 1-528 0,0-1-128 15,0-2 0-15,0 0-16 0,1-2 320 0,1-1 64 16,-1-1 16-16,2-4 0 0,1 2-16 0,0-2 0 31,1-1 0-31,0-3 0 0,1 0-272 0,0-1-48 16,2-2-16-16,-2 0 0 0,1-1-96 0,-1 2-32 0,0-3 0 0,0 1 0 0,-1 1-192 0,1 0-32 0,-1-2-16 0,0 0 0 31,-1 2-176-31,0-1 0 0,1-3 0 0,-2-2 0 16,2 1 0-16,-1 0 0 0,-2 0 0 0,0 2 0 15,0 1 0-15,-1 2 0 0,-1 3 0 0,-1 1 0 16,0 4 0-16,0-1 0 0,-1 2 0 0,1 0 128 15,-1 4-128-15,-1 0 0 0,1 2 0 0,-1 0 0 16,0 2 0-16,0 0 160 0,1 3-160 0,-2-1 160 0,0 2-16 16,0 1 0-16,0-2 0 0,1 2 0 0,0 0-16 0,0 2-128 15,0 2 192-15,0 0-64 0,1 3-128 0,0 0 192 16,0 0-192-16,1 0 192 0,0 1-192 0,0 0 0 16,1-2 0-16,1-1 128 0,0-2-128 0,0 1 0 15,2-1 144-15,-1 0-144 0,1-4 0 0,1 0 0 16,-2-2 0-16,1-1 0 0,0-1 0 0,0-2 0 15,0-3 0-15,0 1 0 0,0-2 0 0,0-2 0 16,1 0 0-16,-1-2 0 0,2 1 0 0,0-2 0 16,-1-3 0-16,2 0 0 0,-1 0-208 0,1 0 32 15,-1 0 16-15,1 0 0 16,-1 3-592-16,-1 0-112 0,-1 1-32 0,1 2 0 16,-1-2 96-16,-1 2 16 0,-2 1 0 0,1 1 0 0,-1 0 320 0,0-1 64 0,-1 1 16 0,0-1 0 15,-1 0 384-15,0 3 0 0,0-2 0 0,0 1 0 16,0 0 0-16,1 1 0 0,-2 1 192 0,0 0-64 15,1-2 176-15,0 1 32 0,1 2 16 0,-1 0 0 16,0 0 32-16,1 0 0 0,0 2 0 0,-1 1 0 16,1-1-160-16,0 5-32 0,0-2 0 0,0 5 0 15,0-1 16-15,0 0 0 0,1 1 0 0,0-2 0 16,0 3-80-16,1-1 0 0,0-1-128 0,0-2 192 16,0 2-192-16,1-3 0 0,1 0 0 0,0-1 0 0,1-2-160 15,0-3-80-15,1 0-16 0,0-2 0 16,-1-1-2160-16,1 0-432 0</inkml:trace>
  <inkml:trace contextRef="#ctx0" brushRef="#br0" timeOffset="440.35">3775 2983 3679 0,'-2'-1'320'0,"0"-1"-320"0,1 2 0 0,0-2 0 15,0 2 1328-15,0 0 192 0,1 0 32 0,-1 0 16 16,0 0 48-16,-1 2 16 0,0-2 0 0,0 3 0 15,0 0-768-15,0 2-160 0,-1 0-16 0,1 2-16 16,1 0 32-16,-1 1 16 0,-1 1 0 0,1 0 0 16,-1 3 0-16,0 0 0 0,0 1 0 0,-1 0 0 15,1-1-256-15,0 1-48 16,0-2-16-16,1-2 0 0,0-1-272 0,1-1-128 0,1-3 128 0,0 1-128 16,0-2 0-16,1-1 0 0,1-1 0 0,0-2-176 15,1-2-320-15,-1-1-64 0,3-1-16 0,0-3 0 16,0 2-1744-16,0-4-368 0,0 3-64 0,-1-2 0 31,2-2 368-31,-2 0 80 0,2-1 0 0,-2 0 16 16,0 0 1168-16,0-1 224 0,0 1 64 0,-2 0 0 0,0 2 672 0,-1 1 160 15,0 1 0-15,-1 0 0 0,0 2 1152 0,0 2 208 0,-1-1 48 0,0 2 16 0,0 0 400 0,0 2 80 16,0-1 16-16,0 2 0 0,0 0-512 0,1 0-80 16,0 0-32-16,0 0 0 0,0 2-208 0,1-1-64 0,0 2 0 15,0 0 0-15,1 2-224 0,1-1-48 16,0 1-16-16,0 1 0 0,-1 0-224 0,1 0-64 0,0 3 0 0,1 0 0 15,-1 2-256-15,-2-1-48 0,2 0-16 0,-1 1 0 16,0-1-128-16,-1-1 0 0,0 2 0 0,1-2 0 16,-1 0 0-16,-1-2 0 0,1-3 0 0,0-1 0 15,0 0-240-15,-1-1 80 0,1-2 16 0,0 0-7456 16,-1-3-1488-16</inkml:trace>
  <inkml:trace contextRef="#ctx0" brushRef="#br0" timeOffset="646.14">3760 3077 6207 0,'-7'0'128'0,"4"0"48"16,-1 0 0-16,1 0 0 0,1 0-176 0,1 2 0 0,-1-2 0 0,1 0 0 0,-2 1 1920 0,0 1 368 15,-1 0 64-15,1-2 16 16,2 1-528-16,0 0-112 0,1-1 0 0,2 0-16 0,-1-1-240 0,3 0-64 31,0-1 0-31,1 0 0 0,1 1-512 0,0-4-96 0,1 3-32 0,0-2 0 0,1 1-576 0,-1-2-192 16,2 1 128-16,-1-1-128 31,1 0-624-31,0-2-176 0,2 0-32 0,-2 0-11184 0</inkml:trace>
  <inkml:trace contextRef="#ctx0" brushRef="#br0" timeOffset="992.06">3926 2783 4607 0,'0'-1'400'0,"-1"0"-400"15,1 0 0-15,0 1 0 16,-1 0 1536-16,0 0 208 0,0-1 48 0,-1 0 16 0,-2 1 96 0,1 0 16 15,-2 1 0-15,0 0 0 0,0 1-720 0,0 2-144 16,1 1-32-16,-1 1 0 0,0 1-256 0,2 5-48 16,-1 1-16-16,0 2 0 0,2 2 16 0,1 0 0 15,1 1 0-15,0 2 0 0,2-2-224 0,0-1-48 16,1 0-16-16,1-5 0 0,-1-1-208 0,-3-11-32 16,0 0-16-16,0 0 0 0,0 0-176 0,34 36 0 15,-34-36 0-15,0 0-176 16,0 0-336-16,33-3-64 0,-25-1 0 0,0-1-11648 0</inkml:trace>
  <inkml:trace contextRef="#ctx0" brushRef="#br0" timeOffset="1464.55">4030 2806 8287 0,'-1'1'736'15,"0"1"-592"-15,0-2-144 0,1 2 0 16,-1-2 768-16,0 0 112 0,-1 3 16 0,-1-1 16 16,1 2 608-16,-3 0 112 0,1 2 32 0,1-1 0 15,1 0-416-15,0 0-80 0,0 4-16 0,1-2 0 16,0 0 64-16,1 1 16 0,0 3 0 0,1-1 0 0,0 2-400 0,0 1-96 16,0-1-16-16,0 0 0 0,1 0-352 0,-1 0-80 15,2-2-16-15,0-3 0 0,2 0-272 0,-1-5 0 16,1 0 0-16,0-2 0 0,0-2 0 0,1 0 0 15,0-6 0-15,1 0 0 0,0 0 0 0,1-5 0 16,0 1 0-16,0-2 0 0,1 1 0 16,-1-3 0-16,-1 1-144 0,1 1 144 0,-2 2-384 0,-1-2 16 15,0 2 0-15,-1 0 0 0,0 3-16 0,0-1 0 0,-2 3 0 16,0 2 0-16,0-1 176 0,-1 2 16 0,-1 1 16 16,1 2 0-16,-1 1 176 0,0 0 0 0,-1 2 0 15,0 0 0-15,0 2 128 0,-1 1-128 0,0 1 160 16,1 0-160-16,-1 0 560 0,-1 3 16 0,1 2 0 0,0 2 0 15,0-1 240-15,1 0 48 0,1 2 16 0,0-2 0 16,1 0-192-16,1 0-48 0,1 0 0 0,1-1 0 16,-4-11-320-16,0 0-64 0,0 0 0 0,0 0-16 15,0 0-240-15,42 29 0 0,-31-32 0 0,-1-1 0 16,1-1 0-16,0 0 0 0,1-2-192 0,0 2-15232 16</inkml:trace>
  <inkml:trace contextRef="#ctx0" brushRef="#br0" timeOffset="1992.08">4325 2759 13823 0,'0'-5'1216'0,"1"3"-960"0,0-2-256 0,0 3 0 0,-1 1 816 0,1-2 112 15,1-3 32-15,1 0 0 0,1-2 1344 0,0-2 256 16,3 2 64-16,-1-1 16 15,2 4-816-15,1 2-160 0,-1 1-48 0,-8 1 0 0,0 0-592 16,0 0-112-16,37 27-16 0,-37-27-16 0,0 0-256 0,25 45-48 16,-25-45-16-16,11 35 0 0,-11-35-240 0,3 38-64 15,-4-19 0-15,-2-2 0 0,-3-1-80 0,-2 3-32 16,-2-2 0-16,-2 1 0 0,-2 2-144 0,0-1 128 0,-4 2-128 16,0 0-11584-1,4-4-2416-15</inkml:trace>
  <inkml:trace contextRef="#ctx0" brushRef="#br0" timeOffset="3141.04">14712 9360 11967 0,'0'-5'1072'0,"-1"2"-864"0,1 1-208 0,-1 2 0 16,1 0 1088-16,-1 0 160 0,0-2 32 0,-1 0 16 16,-2-1 176-16,1 1 48 15,-1 2 0-15,0 0 0 0,0 5-240 0,1-2-32 16,-2 3-16-16,1 1 0 0,1 1-272 0,-1 3-48 0,-1-1-16 0,1 4 0 15,-1 1-80-15,-1 3-32 0,2-2 0 0,-1 2 0 16,1-1-16-16,0-2 0 0,2 0 0 0,0-1 0 16,2-14-176-16,0 0-32 15,0 0-16-15,6 33 0 0,-3-31-304 0,3-1-64 0,1-1-16 0,3-3 0 16,-1 1-16-16,2-6 0 0,1 0 0 0,1-2 0 0,1-2-16 16,1 0 0-1,0 0 0-15,-2-1 0 0,0 1-128 0,-1-1 0 0,0 1 0 0,-3 0 0 0,0 0 0 0,0 0 0 16,-3 1 0-16,0 1 0 0,-2 1-256 0,-1-1 80 15,1 1 16-15,-2-3 0 0,0 3 160 0,-1-1-160 16,-2 5 160-16,0 0-160 0,0 2 160 0,-1 2 0 16,1 1 0-16,-2 2 128 0,1 1-128 15,0 4 0-15,-1 2 0 0,0 0 0 0,0 3 176 0,-1 0-48 16,2 5 0-16,-2 2 0 0,1 0 128 0,1 0 0 16,1 0 16-16,1-19 0 0,-2 35 0 0,2-35 0 15,1 31 0-15,-1-31 0 0,0 0-144 0,8 33-128 0,-8-33 144 0,0 0-144 16,0 0 0-16,0 0 0 0,45 10 0 0,-31-19-18048 31</inkml:trace>
  <inkml:trace contextRef="#ctx0" brushRef="#br0" timeOffset="17410.66">3906 9376 2751 0,'1'0'256'0,"0"0"-256"15,0 0 0-15,-1 0 0 0,0-1 256 0,2 0 16 16,0 1 0-16,0-2 0 16,1-1 432-16,2-1 64 0,-1 1 32 0,-1-1 0 0,1 1 288 0,-1-2 64 15,0 4 16-15,-1-2 0 0,-1 1-32 0,1 1-16 16,-1-1 0-16,0 2 0 0,-1 0 96 0,0 2 32 16,0-1 0-16,-1 1 0 15,1 0-208-15,0 0-32 0,-1 0-16 0,1 1 0 0,0 0-304 0,0-1-64 16,0 0-16-16,1 0 0 15,1-2-112-15,0 1-32 0,1 1 0 0,0-2 0 0,2 0-96 0,0 0-32 16,0 0 0-16,2-2 0 0,0 1-176 0,0-1-32 0,-1 0-128 0,1 0 192 16,0-1 32-16,-1 0 0 15,2 1 0-15,-2 0 0 0,0 0 208 0,0-1 32 0,1 1 16 16,-1 0 0-16,1 1-96 0,0-1-32 0,1 2 0 0,-3 0 0 16,2 0-96-16,-1 2-32 0,1-1 0 0,-1 1 0 15,2 0-80-15,-2 1-16 16,2-1 0-16,-1-1 0 0,0 0-128 0,-1 1 128 15,1-2-128-15,0 0 128 0,0 0-128 0,2 0 192 16,-2-2-192-16,1 1 192 0,0 1 64 0,-1-1 32 16,1 1 0-16,-1 0 0 0,1 0-32 0,-1 0-16 15,-1 0 0-15,1 0 0 0,-1 0-96 0,-1 0-16 16,1 0 0-16,0 1 0 0,0-1-128 0,-1 0 0 16,2 0 144-16,-2 1-144 0,1-1 128 0,0 0-128 15,2-1 128-15,-2 1-128 0,2-1 144 0,-1 1-144 0,1-2 192 0,0 2-192 16,-1-2 192-16,1 1-192 0,0-1 192 0,0 2-192 15,1-3 192-15,-2 3-192 0,1 0 192 0,-1 0-192 16,-1 0 160-16,0 0-160 0,2 0 128 0,0 0-128 16,-1 0 128-16,0 0-128 0,0 0 0 0,1 1 128 15,0 1-128-15,0-2 160 0,1 0-160 0,-1 0 160 16,2 0-160-16,-1-2 0 0,2 1 0 0,-1 1 128 16,0-2-128-16,-1 0 0 0,2 0 0 0,0-1 0 15,-1 1 0-15,0-1 0 0,0 1 128 0,1 0-128 0,-1-1 0 16,-1 0 0-16,0 1 0 0,0 1 128 0,-1 0-128 0,0-1 0 15,0 0 0-15,-1 1 0 0,1-1 0 0,-1 0 0 16,0 1 0-16,0-1 0 0,0 2 0 0,1-2 0 16,-1 2 128-16,1-3-128 0,-2 3 896 0,1-2 128 15,-3-1 48-15,2 1 0 16,-1 1-1600-16,2-2-320 0,1 1-64 0,0-1-16 16,1 0 928-16,-1 1 0 0,1 0 0 0,0-1 0 0,0 1 128 0,-1-1-128 15,2-1 128-15,-2 2-128 0,1-1 0 0,0 0 144 16,-1 1-144-16,1 0 0 0,0-2 128 0,-1 3-128 0,0-3 0 15,1 3 0-15,-2-1 0 0,1 0 0 0,0 2 0 0,-1-2 0 16,1 1 0-16,-1-1 0 0,1 2 0 0,-1-3 0 16,0 3 0-16,1-2 0 0,-1 0 0 0,0 0 0 15,0 2 128-15,1-3-128 0,-1 0 0 0,0 1 0 16,0 0 0-16,0-2 0 0,0 1 128 0,0-2-128 16,1 3 0-16,-1-3 128 0,1 0-128 0,1 1 0 15,-2 1 128-15,1-1-128 0,-1 1 0 0,-1-1 0 16,1 1 128-16,-1-2-128 0,1 1 0 0,-1-1 0 15,-1 2 0-15,1-1 0 0,0-1 0 0,1 0 0 16,-2 3 0-16,1-3 0 0,-1 0 0 0,1 1 0 0,-1 1 0 0,1-2 0 16,0 1 0-16,0 1 0 0,0-2 0 0,-1 1 0 15,1 0 0-15,0 0 0 16,0 0 0-16,0 0 0 0,1-1 0 0,0 1 0 0,0 0 0 0,-1-1 0 16,3 1 0-16,-3-1 0 0,1 0 0 0,0-1 0 15,0 0 0-15,1 0 0 0,-1 0 0 0,1 0 0 16,-2-1 0-16,1 2 0 15,0-3 0-15,0 2 0 0,1-2 0 0,-2 1 0 16,1 0 0-16,-2 3 0 0,2-2 0 0,-2 0 0 16,2 1 0-16,-1-1 0 0,-1 2 0 0,1-3 0 15,-1 3 0-15,0-3 0 0,0 4 0 0,1-4 0 16,0 2 0-16,-1-1 0 0,2 0 0 0,-1 0 0 16,0 0 0-16,0-1 0 0,1 0 0 0,-1 0 0 15,2 0 0-15,-2-3 0 0,1 1 0 0,0 0 0 0,-1 1 0 0,2-1 0 16,-2 0 0-16,1 1 0 0,-1 1 0 0,1-2 0 15,-1-1 0-15,1 1 0 0,0 0 0 0,1 0 0 16,-2 0 0-16,1 1 0 0,0 0 0 0,0 1 0 16,-1-2 0-16,1 1 0 0,-2 1 0 0,2-1 0 15,-2 2 0-15,1-1 0 0,-1 0 0 0,2 0 0 16,-2-1 0-16,1 2 0 0,1-4 0 0,1 0 0 16,-1 1 0-16,1 0 0 0,-2-1 0 0,1 1 0 15,-1 0 0-15,0 1 0 0,0-2 0 0,1 1 0 16,-1 0 0-16,1-1 0 0,-2 1 0 0,2 0 0 0,-1 1 0 15,1-2 0-15,-2 1 0 0,1 0 0 0,-1-1 0 16,2 0 0-16,-2-1 0 0,1 1 0 0,0-1 0 0,-2 1 0 16,3 0 0-16,-2-1 0 15,1 2 0-15,-2 1 0 0,2-2 0 0,-1-1 0 0,0 1 0 0,0 1 0 16,-1-1 0-16,2 1 0 0,0 0 0 0,-2-1 0 16,2 2 0-16,-1-1 0 0,0 2 0 0,1-3 0 15,0-1 0-15,1 1 0 0,0-2 0 0,-1 3 0 16,-1-1 0-16,1 1 0 0,-1-1 0 0,0 1 0 15,0-1 0-15,1 1 0 0,-1 0 0 0,-1 0 0 16,0 1 0-16,1-2 0 0,-1 2 0 0,0-2 0 0,1 2 0 0,-2-3 0 16,2 1 0-16,0-2 0 0,0 2 0 0,0-1 0 15,0 1 0-15,0-2 0 0,1 1 0 0,-1 0 0 16,1 0 0-16,-1 1 0 0,0 1 0 16,0 0 0-16,1-2 0 0,0 0 0 0,-2 4 0 0,1-2 0 15,-1-1 0-15,2-1 0 0,0 1 0 0,0-2 0 16,0 0 0-16,-1 1 0 0,2-1 0 0,-2 1 0 15,1 0 0-15,-1-1 0 0,0 1 0 0,1-1 0 16,-1 2 0-16,1-1 0 0,-2 1 0 0,2-2 0 16,0 0 0-16,-2 0 0 0,1 1 0 0,-1 1 0 15,1-2 0-15,-1 3 0 0,1-2 0 0,0 0 0 16,0-1 0-16,-1 1 0 0,1 1 0 0,-1-1 0 0,1 1 0 0,0-1 0 16,-1 0 0-16,0 2 0 0,1-3 0 0,-1 3 0 15,0-2 0-15,1 0 0 0,-1-1 0 0,1 0 0 16,0 0 0-16,-1 1 0 0,1 1 0 0,0-1 0 15,-1-1 0-15,2 0 0 0,-2 1 0 0,3-2 0 16,-2 3 0-16,0-3 0 0,0 3 0 0,-1-4 0 16,1 4 0-16,0-2 0 0,0-1 0 0,0 1 0 15,-1-1 0-15,0 2 0 0,2-3 0 0,-3 2 0 16,2 2 0-16,-1-2 0 0,0 2 0 0,-1-1 0 16,1-1 0-16,0 1 0 0,-1 1 0 0,0-2 0 0,1 0 0 0,0 0 0 15,-1-2 0-15,1 0 0 0,1 2 0 0,-2-2 0 16,1 2 0-16,0 0 0 0,-1-2 0 0,2-1 0 15,0 1 0-15,-1 0 0 0,1-1 0 0,1-1 0 16,-2 2 0-16,1-3 0 0,0 1 0 0,0 1 0 16,-1 1 0-16,-1 0 0 0,2-2 0 0,-1 1 0 15,0 1 0-15,0 2 0 0,0 0 0 0,-1 0 0 16,0-2 0-16,0 2 0 0,1 3 0 0,-1-3 0 16,0-2 0-16,2 0 0 0,-1 2 0 0,-1-2 0 15,2 2 0-15,0-3 0 0,-1 2 0 0,1 0 0 16,1-1 0-16,-2 0 0 0,1 2 0 0,-1-3 0 0,2-1 0 0,0 2 0 15,0-3 0-15,1 1 0 0,-2 1 0 0,0 0 0 16,0 2 0-16,0-1 0 0,1 0 0 0,-2-1 0 16,2-1 0-16,-2 1 0 0,2 0 0 0,-1 0 0 15,0-2 0-15,1 0 0 16,-2 2 0-16,1 0 0 0,1 1 0 0,-2-1 0 0,2 1 0 16,-1 0 0-16,2-1 0 0,-2 0 0 15,2 0 0-15,-1-2 0 0,1 1 0 0,-2 1 0 0,2-1 0 0,-1 2 0 16,1-1 0-16,-2 1 0 0,2 0 0 0,-1-1 0 0,1 1 0 15,-2 2 0-15,1-2 0 0,-1 3 0 0,-2 3 0 0,1-1 0 16,2-3 0-16,-2-2 0 0,3 0 0 16,-2-1 0-16,0 2 0 0,1 0 0 0,0-1 0 0,0 0 0 15,-1 0 0-15,2 1 0 16,-2-1 0-16,2 0 0 0,-2 0 0 0,2-2 0 0,-2 2 0 0,1 1 0 16,-1-1 0-16,0 2 0 0,-1 0 0 0,0 1 0 15,1-1 0-15,0 0 0 0,-1 0 0 0,0 0 0 16,1 0 0-16,-2 1 0 0,1 1 0 0,0 1 0 15,0-5 0-15,1 1 0 0,1 2 0 0,-1-3 0 16,1 4 0-16,-1-2 0 0,1 0 0 0,0 0 0 16,-2 1 0-16,1 1 0 0,-1-1 0 0,1 1 0 0,0 0 0 0,-1 0 0 15,1-2 0-15,-1 1 0 0,0 1 0 0,0-4 0 16,1 3 0-16,-1 1 0 0,1-2 0 0,0 0 0 16,-1 2 0-1,0-1 0-15,1 1 0 0,1-1 0 0,-1 2 0 0,-1-1 0 16,1 2 0-16,-1-1 0 0,0-1 0 0,2 1 0 0,-1 0 0 0,-1 1 0 15,1 1 0-15,-1-2 0 16,2-2 0-16,0 0 0 0,-1 2 0 0,0 0 0 0,0 1 0 0,0-1 0 16,1-1 0-16,0 1 0 0,0-1 0 0,-1 1 0 15,2 0 0-15,-2 1 0 0,2-1 0 0,-2 0 0 0,1 1 0 0,-1-1 0 16,1 2 0-16,0-3 0 0,-1 1 0 0,1-1 0 16,0 1 0-16,0-1 0 0,0 3 0 0,1 0 0 15,-2-3 0-15,2 3 0 16,-2-1 0-16,0 0 0 15,1 1 0-15,-2-1 0 0,3 0 0 0,-2 1 0 0,0 1 0 0,0-1 0 16,0 0 0-16,1 0 0 0,-2-1 0 0,2 2 0 16,-2-1 0-16,1 2 0 0,1-3 0 0,0 0 0 15,1 0 0-15,-2 3 0 0,2-2 0 0,-1 1 0 16,0 0 0-16,0-1 0 0,1 0 0 0,-1 0 0 16,1 0 0-16,0 0 0 0,0 0 0 0,0 2 0 15,0-1 0-15,-1 1 0 0,1-1 0 0,0 2 0 16,-1-3 0-16,1 3 0 0,-1-2 0 0,1 1 0 15,-2 1 0-15,2-1 0 0,-1 0 0 0,1 0 0 16,0 0 0-16,1 1 0 0,-1-1 0 0,1 0 0 0,0 1 0 16,-1-1 0-16,2 2 0 0,0-1 0 0,0-1 0 15,1 2 0-15,-1-1 0 0,-1-1 0 16,1 0 0-16,1 3 0 0,0-3 0 0,-1 0 0 0,0 1 0 0,1 0 0 16,-1 0 0-16,0 2 0 0,1-2 0 0,-1 1 0 15,-1-1 0-15,1 1 0 16,0 1 0-1,0-3 0-15,-1 2 0 0,1-1 0 0,0-1 0 16,0 1 0 0,0 1 0-16,-2-2 0 0,1 0 0 15,-1 2 0 1,1-2 0-16,1 1 0 0,-2 0 0 0,1-1 0 0,0 0 0 16,-1 2 0-16,0-1 0 0,-1 2 0 0,2-3 0 0,-2 3 0 0,2-3 0 0,-2 2 0 0,1 1 0 0,-2 1 0 0,2 0 0 0,0-3 0 0,-1 3 0 0,2-1 0 0,-2 2 0 0,2-3 0 0,0 1 0 0,1 2 0 15,-1-2 0-15,0 0 0 0,1 0 0 0,1 1 0 16,-2-1 0-16,0 1 0 0,1-1 0 0,-1 1 0 15,0 0 0-15,-1 1 0 0,0-2 0 0,0 2 0 16,-2 0 0-16,0 0 0 0,1-2 0 0,-2 2 0 16,2-1 0-16,-1 1 0 0,1 0 0 0,0-2 0 15,0 2 0-15,-1 0 0 0,0 0 0 0,0 0 0 16,0 0 0-16,1 0 0 0,0 0 0 0,-1 0 0 0,1 0 0 16,0 0 0-16,1 0 0 0,-1 0 0 0,1 0 0 15,0 0 0-15,1 2 0 0,1-2 0 16,-1 0 0-16,0 0 0 0,2 0 0 0,-1 0 0 0,0 0 0 0,1 0 0 15,-2 0 0-15,1 0 0 0,0 0 0 0,1 0 0 16,-1 1 0-16,0-1 0 0,0 2 0 0,-2-2 0 16,1 2 0-16,0-2 0 0,-2 1 0 0,1 0 0 15,0 1 0-15,0-2 0 0,-2 1 128 0,2 1-128 16,-1 0 0-16,2 1 0 0,-1-1 0 0,1 0 0 16,0 1 0-16,-1-1 0 0,2 1 0 0,-2-1 0 0,0 0 0 0,2 1 0 15,-2 0 0-15,1 1 0 0,0-2 0 0,0 0 0 16,1 1 0-16,-1-1 0 0,1 1 0 0,0-1 0 15,-2 0 0-15,1 1 0 0,0 0 0 0,-1 1 0 16,2-2 0-16,-2 0 0 0,0 1 0 0,1 0 0 16,-1 1 0-16,1-1 0 0,-1 2 0 0,1-1 0 15,0 0 0-15,-1 2 0 16,2-2 0-16,-2 1 0 0,1 0 0 0,1 0 0 0,-1 0 0 0,0 0 0 16,0-1 0-16,-1 3 0 0,1-3 0 0,-1 2 0 15,1 0 0-15,-2-1 0 0,1-2 0 0,0 1 0 16,1 1 0-16,0-2 0 0,-1 1 0 0,1 1 0 15,-1 0 128-15,0-2-128 0,0 0 0 0,-1 1 0 0,1 1 0 16,-1-2 0-16,1 2 0 0,-1-2 0 16,1-1 0-16,-1 3 0 0,0-2 0 15,-1 1 0-15,2 0 0 0,-1-1 0 0,-1 2 0 0,1-1 0 0,-1 1 0 0,1 0 0 16,-2-1 0-16,2-1 0 0,0 2 0 0,-1-1 0 16,1 1 0-16,-1 0 0 0,0-2 0 0,0 2 0 15,0 1 0-15,0-1 0 16,-2 0 0-16,2-1 0 0,-1 1 0 0,0 0 0 0,2-1 0 0,-1 2 0 15,0 0 0-15,0-1 0 16,0 0 0-16,0 2 0 0,0-1 0 0,0 0 0 0,0 0 128 0,0 0-128 16,0 1 0-16,1-2 0 0,-2 2 0 0,1 0 0 0,0-1 0 0,1 0 0 15,-1 1 0-15,-1 0 0 0,1-1 0 0,0 0 0 16,-1 3 0-16,2-3 0 0,-2 2 0 0,2 0 0 16,-6-8 0-16,0 0 0 0,0 0 0 0,0 0 0 15,28 38 0-15,-23-31 0 16,1 1 0-16,0-2 0 0,-6-6 0 0,0 0 0 0,0 0 0 0,0 0 0 15,29 33 0-15,-22-26 0 0,-2 0 0 0,1-2 0 16,-1 1 0-16,1 0 0 0,0 0 0 0,0 0 0 16,0 1 0-16,0-3 0 0,1 4 0 0,-7-8 0 15,0 0 0-15,0 0 0 0,0 0 0 0,26 31 0 16,-21-23 0-16,1-2 0 0,-2 1 0 16,1 0 0-16,0 0 0 0,0 0 0 0,-5-7 0 0,0 0 0 0,0 0 0 0,0 0 0 15,26 41 0-15,-21-35 0 0,-5-6 128 0,0 0-128 16,0 0 0-16,0 0 0 0,22 41 0 0,-22-41 0 15,0 0 0 1,0 0 0-16,0 0 0 0,23 43 0 0,-23-43 0 0,0 0 0 0,0 0 0 0,0 0 0 16,26 45 0-16,-26-45 0 0,0 0 0 0,0 0 0 15,0 0 0-15,24 45 0 16,-24-45 0-16,0 0 0 16,0 0 0-16,0 0 0 0,23 47 0 0,-23-47 0 15,0 0 0-15,0 0 0 0,17 41 0 0,-17-41 0 16,0 0 0-16,0 0 0 0,0 0 0 0,21 45 0 0,-21-45 0 15,0 0 0-15,0 0 0 0,0 0 0 0,27 47 0 0,-27-47 0 16,0 0 0-16,0 0 0 0,27 42 0 16,-27-42 0-16,0 0 128 0,0 0-128 0,29 44 0 0,-29-44 0 15,0 0 0-15,0 0 0 0,28 44 0 0,-28-44 0 16,0 0 128-16,0 0-128 0,26 44 0 0,-26-44 0 16,0 0 0-16,0 0 0 0,0 0 0 0,25 44 0 15,-21-37 0-15,-4-7 0 0,0 0 0 0,0 0 0 16,0 0 128-16,23 43-128 0,-23-43 0 0,0 0 0 15,0 0 128-15,0 0-128 0,23 45 0 0,-23-45 0 16,0 0 0-16,0 0 0 0,0 0 0 0,21 45 0 0,-21-45 128 16,0 0-128-16,0 0 0 0,0 0 0 15,23 45 0-15,-23-45 0 0,0 0 0 0,0 0 0 0,0 0 0 0,22 47 0 16,-22-47 0-16,0 0 0 0,0 0 0 0,0 0 0 16,18 46 0-16,-18-46 0 0,0 0 0 0,0 0 0 15,0 0 0-15,18 47 0 0,-18-47 0 0,0 0 0 16,0 0 0-16,0 0 0 0,0 0 0 0,21 47 0 15,-21-47 0-15,0 0 0 0,0 0 0 0,0 0 0 16,0 0 0-16,23 44 0 0,-20-36 128 0,0 0-128 16,-3-8 0-16,0 0 0 0,0 0 0 0,0 0 0 15,0 0 0-15,19 45 0 0,-17-38 128 0,0-2-128 0,1 3 0 0,-3-8 0 16,0 0 0-16,0 0 0 0,0 0 0 0,0 0 0 16,14 51 0-16,-14-51 0 0,0 0 0 0,0 0 0 15,0 0 0-15,14 45 0 0,-14-45 0 0,0 0 0 16,0 0 0-16,0 0 0 0,18 47 0 0,-18-47 0 15,0 0 0-15,0 0 0 0,0 0 0 0,22 50 0 16,-22-50 0-16,0 0 0 0,0 0 0 0,0 0 0 16,18 43 0-16,-18-43 0 0,0 0 0 0,0 0 0 15,0 0 0-15,0 0 0 0,20 49 0 0,-20-49 0 16,0 0 0-16,0 0 0 0,0 0 0 0,18 41 0 16,-18-41 0-16,0 0 0 0,0 0 0 0,0 0 0 15,0 0 0-15,22 45 0 0,-22-45 0 0,0 0 0 0,0 0 128 0,0 0-128 16,19 45 0-16,-19-45 0 0,0 0 0 15,0 0 0-15,0 0 0 0,21 43 0 0,-21-43 0 0,0 0 0 16,0 0 0-16,0 0 0 0,23 47 0 16,-23-47 0-16,0 0 0 0,0 0 0 0,0 0 0 0,18 50 0 15,-18-50 0-15,0 0 0 0,0 0 0 0,0 0 0 16,19 43 0-16,-16-37 0 0,1 2 0 0,0-1 0 16,1 1 0-16,-2-1 0 0,1 1 0 0,0 0 0 15,-4-8 0-15,0 0 0 0,0 0 0 0,0 0 0 0,0 0 0 16,22 45 0-16,-19-37 0 0,-1-2 0 15,3 1 0-15,-5-7 0 0,0 0 0 0,0 0 0 16,0 0 0-16,0 0 0 0,21 48 0 0,-17-41 0 0,-4-7 0 0,0 0 0 16,0 0 0-16,0 0 0 0,16 43 0 0,-16-43 0 15,0 0 0-15,0 0 0 0,0 0 0 0,16 46 0 16,-16-46 0-16,0 0 0 0,0 0 0 0,0 0 0 16,17 51 0-16,-17-51 0 0,0 0 0 0,0 0 0 15,17 42 0-15,-17-42 0 0,0 0 0 0,0 0 0 16,0 0 0-16,19 44 0 0,-19-44 0 0,0 0 0 0,0 0 0 0,0 0 0 15,21 46 0-15,-21-46 0 0,0 0 0 0,0 0 0 16,0 0 0-16,21 44 0 0,-21-44 0 0,0 0 0 16,0 0 0-16,0 0 0 0,22 44 0 0,-22-44 0 0,0 0 0 15,0 0 0-15,21 40 0 0,-21-40 0 0,0 0 0 0,0 0 0 16,20 44 0-16,-20-44 0 0,0 0 0 0,0 0 0 16,20 44 0-16,-20-44 0 0,0 0 0 0,0 0 0 15,21 43 0-15,-21-43 0 0,0 0 0 0,0 0 0 16,20 40 0-16,-20-40 0 0,0 0 0 0,0 0 0 15,0 0 0-15,24 42 0 0,-24-42 0 0,0 0 0 16,0 0 0-16,0 0 0 0,24 44 0 0,-24-44 0 16,0 0 0-16,0 0 0 0,0 0 0 0,24 44 0 15,-24-44 0-15,0 0 0 16,0 0 0-16,23 38 0 0,-23-38 0 0,0 0 0 0,0 0 0 0,22 37 0 31,-22-37 0-31,0 0 0 0,0 0 0 0,25 37 0 0,-25-37 0 0,0 0 0 0,0 0 0 0,25 36 0 0,-25-36 0 16,0 0 0-16,0 0 0 0,25 40 0 0,-25-40 0 15,0 0 0-15,0 0 0 0,25 40 0 0,-25-40 0 0,0 0 0 16,0 0 0-16,26 33 0 16,-26-33 0-16,0 0 0 0,0 0 0 0,25 31 0 15,-25-31 0-15,0 0 0 16,0 0 0-16,26 34 0 0,-26-34 0 0,0 0 0 16,0 0 0-16,25 33 0 0,-25-33 0 0,0 0 0 15,0 0 0-15,25 35 0 0,-25-35 0 0,0 0 0 16,0 0 0-16,31 38 0 0,-31-38 0 0,0 0 0 0,0 0 0 15,30 36 0-15,-30-36 0 0,0 0 0 0,0 0 0 16,29 38 0-16,-29-38 0 0,0 0 0 0,0 0 0 0,28 38 0 16,-28-38 0-16,0 0 0 0,0 0 0 0,31 37 0 15,-31-37 0-15,0 0 0 0,0 0 0 0,31 31 0 16,-31-31 0-16,0 0 0 0,0 0 0 0,31 28 0 16,-24-20 0-16,1-3 0 0,0 2 0 0,-1-1 0 15,0 0 0-15,0 0 0 0,0 0 0 0,0 0 0 16,1-1 0-16,-2 1 0 0,2-2 0 0,-2 3 0 15,1-3 0-15,-1 1 0 0,1 0 0 0,-1-1 0 16,0 2 0-16,-1-2 0 0,0 1 0 0,-1 0 0 0,-1-1 0 16,0-1 0-16,2 2 0 0,0 1 0 0,0 0 0 15,0 0 0-15,0-1 0 0,0 0 0 0,0 0 0 16,0 0 0-16,0-1 0 0,-2 3 0 0,3-2 0 0,-1-2 0 16,0 2 0-16,0 0 0 0,0-1 0 0,-1 1 0 15,0-1 0-15,0 1 0 0,1 0 0 0,0-2 0 16,-1 0 0-16,1 3 0 0,1-2 0 0,-2-1 0 15,1 2 0-15,0-1 0 0,-1-1 0 0,1 1 0 16,-1 1 0-16,1-1 0 0,1-1 128 0,-2 0-128 16,2 1 0-16,-2-1 0 0,1 1 0 0,1-1 0 15,-2 1 0-15,2-2 0 0,-1 1 0 0,1 2 0 0,0-3 0 16,-1 0 0-16,1 1 0 0,-1 0 0 0,0 0 0 0,0 0 0 16,1 0 0-16,-1 2 0 0,0-2 0 0,0 0 0 15,0 1 0-15,2 0 0 0,-2 0 0 0,1-1 0 16,-1 0 128-16,0 1-128 0,2-2 0 0,-1 0 0 15,1 1 0-15,-1 0 0 0,1 0 0 0,0 0 0 16,1 0 128-16,-1-1-128 0,0-1 0 0,1 2 0 16,-1-2 0-16,1 1 0 0,-2 1 128 0,1 0-128 15,-1 1 0-15,1-2 0 0,-1 1 128 0,2 1-128 16,-2-1 0-16,0 1 0 0,1 1 0 0,-1-2 0 0,2 1 0 16,-3 1 0-16,2 0 0 0,-1-1 0 0,3 1 0 15,-3 0 0-15,1 0 0 0,-1 0 0 0,3-1 0 0,-2 1 0 16,0 0 0-16,2-1 0 0,-1 1 0 15,0 0 0-15,-1 0 0 0,0 0 0 0,2-1 0 16,-1 1 0-16,1 0 0 0,0-1 0 0,0-1 0 0,-1 2 0 16,2-1 0-16,-2-1 0 0,1 2 0 0,0-2 0 15,0 0 0-15,0 0 0 0,1 2 0 0,0-3 0 16,1 3 0-16,-1-3 0 0,-1 1 0 0,1 0 0 16,1 0 0-16,-1 0 0 0,-1 0 0 0,0 1 0 15,1-2 0-15,-1 3 0 0,0-2 0 0,1-1 0 16,0 2 0-16,0-1 0 0,-1 2 0 0,0-3 0 0,0 1 0 15,0 1 0-15,-1-1 0 0,2-1 0 0,0 1 0 0,-1 1 0 16,0-1 0-16,1 0 0 0,-1 0 0 0,0 0 0 16,1 0 0-16,0 0 0 0,-1 0 0 0,0 0 0 15,1 2 0-15,0-3 0 0,-1 1 0 0,0 1 0 16,1-1 0-16,0 1 0 0,-1-2 0 0,0 1 0 16,1 0 0-16,0 0 0 15,-1 0 0-15,1 0 0 0,0-1 128 0,-1 1-128 0,0-1 0 0,0 0 0 16,1 0 0-16,-2 1 0 0,1 0 0 0,0-1 0 15,0 0 0-15,0 0 0 0,1 1 0 0,-1-1 0 16,-1 1 0-16,0-1 0 0,2 0 0 0,-1 1 0 16,-1 0 0-16,2-1 0 0,-2 1 0 0,0 0 0 0,2 0 0 15,0-1 0-15,-1 1 0 0,0-1 0 0,1 0 0 16,-1 1 0-16,0-1 0 0,0 1 0 0,2-1 0 0,-2 0 0 16,0 0 0-16,0 1 0 0,0 0 0 0,-1-1 0 15,0-1 0-15,1 2 0 0,-1-2 0 0,0 1 0 16,2 0 0-16,-2-1 0 0,0 1 0 0,0 0 0 15,1-2 0-15,-1 2 0 0,1 1 0 0,0-1 0 16,-1-2 0-16,2 3 0 0,-3-1 0 0,1-1 0 16,0 2 0-16,0-2 0 0,2 1 0 0,-1 0 0 15,1 1 0-15,-2-2 0 0,1 0 0 0,0 1 0 0,-1-1 0 0,1 1 0 16,0 0 0 0,0-2 0-16,1 3 0 0,1-3 0 0,0 2 0 0,-1-1 0 0,1 0 0 0,0-1 0 15,0 2 0-15,0-1 0 0,0-1 0 0,1 2 0 16,-1-1 0-16,0 1 0 0,0 0 0 0,0-1 0 15,0 2 0-15,0-2 0 16,-1 3 0-16,-1-1 0 0,1-1 0 0,-1 5-224 0,-1-1 64 0,-8-6-18752 16</inkml:trace>
  <inkml:trace contextRef="#ctx0" brushRef="#br0" timeOffset="18502.47">4025 9331 3679 0,'-7'3'320'0,"1"-3"-320"0,2 2 0 0,1-2 0 16,1 0 1600-16,-3 0 240 0,-4 0 48 16,-6 3 16-16,-5 1 544 0,-3-1 112 0,0 1 32 0,0 3 0 15,1 0-1616-15,-2 1-320 0,-2 2-64 0</inkml:trace>
  <inkml:trace contextRef="#ctx0" brushRef="#br0" timeOffset="21968.32">3953 4661 1839 0,'-2'-1'160'0,"0"1"-160"0,1 0 0 0,0 0 0 15,0-2 512-15,0 2 80 0,-1 0 16 0,-1-2 0 16,-3 0-256-16,1 0-48 16,0 1-16-16,0-1 0 0,2 1-32 0,0-1 0 0,2 2 0 0,-1 2 0 15,2-2 352-15,0 0 64 0,1 1 16 0,0 1 0 0,1-2-176 0,-1 0-48 16,0 1 0-16,2 0 0 0,0 0 64 0,0-1 16 16,1 0 0-16,0 0 0 0,1-1 80 0,1 0 16 15,1 0 0-15,0-2 0 0,3 1-16 0,1 1 0 16,0-2 0-16,0 1 0 0,1-1-240 15,0 0-32-15,0 1-16 0,0 0 0 0,2-1-336 0,0-2 144 16,0 2-144-16,-1 0 0 0,-1 1 0 0,1 1 0 16,-1-2 0-16,0 1 0 0,1 2 0 0,-2-1 0 0,0 1 0 15,-2 0 0-15,0 0 0 0,-2 1 0 0,2-1 0 16,-1 1 0 0,-1 1-720-16,2 0-48 0,0-1-16 0,0 1-6352 0</inkml:trace>
  <inkml:trace contextRef="#ctx0" brushRef="#br0" timeOffset="22523.79">4548 4627 2591 0,'7'-2'0'0,"-2"2"0"0,0 0 144 0,-3 0-16 0,-1 0-128 0,3 2 0 0,3-2 0 0,4 0 0 15,3 1 656-15,1 1 112 0,2 0 32 0,-2-2 32 0,-1 3 96 0,-3-1 32 31,0 0 0-31,-2-1 16 0,2 1-512 0,-2-2-96 16,0 0-32-16,0-2 32 0,1 1-368 0,0-1-256 16,0 0 32-16,-1 1 32 15,0-1-320-15,-1 0-80 0,0-1-16 0,1 1 32 16,-1 0 0-16,0 1 0 0,0 1 0 0,0-2 16 0,0 2 288 0,0 0 48 16,-1 0 16-16,2 0 16 0,-1 0 192 0,0 0-192 0,1 0 192 15,-1 2-160-15,1-2 160 0,-1 1 0 0,1-1 0 0,0 2 144 16,1-2 48-16,-2 2 0 0,0-2 0 0,2 0 16 15,0 0 128-15,1 0 32 0,1 0 0 0,-1 0 16 16,1-2-192-16,-1 2-32 0,2-3-16 0,-1 3 32 16,0-2 48-16,1 0 16 0,-1 2 0 0,0 0 32 15,0-2 64-15,0 2 16 0,-1-2 0 0,0 2 0 16,0-1 128-16,-1 1 32 0,1 0 0 0,0 0 0 0,2-2 112 16,-1 2 16-16,1-1 16 0,0 1 0 0,0-1-400 15,1 1-64-15,-1-1-32 0,1 1 0 0,-1 0-160 0,0 0 0 16,1 0 0-16,0 0 0 0,0 0 0 0,0 1 0 15,-1-1 144-15,1 0-144 0,-1 1 0 0,-1 0 0 16,-1 1 0-16,0-2 0 0,0 1 0 0,0-1 0 16,1 2 0-16,-1-2 128 0,0 2-128 0,-1-1 176 15,1-1-176-15,0 1 192 0,1-1-192 0,-1 0 0 16,2 0 144-16,0 0-144 0,1-1 0 0,1 0-208 16,0-1 16-16,1 2 16 15,-1-2-432-15,0 1-96 0,-1 1 0 0,0 0-16 16,1 0 192-16,-1 0 32 0,1-2 16 0,-2 2 0 0,1 0 352 0,-2 0 128 0,0 0 0 0,-2 2-144 15,0-2 144-15,0 0-208 0,2 0 80 0,-2 0 128 32,1 1-592-32,0-1 0 0,-1 0 0 0,0 0-2944 0</inkml:trace>
  <inkml:trace contextRef="#ctx0" brushRef="#br0" timeOffset="22884.97">6126 4618 2751 0,'6'1'256'16,"0"-1"-256"-16,-3 0 0 0,-1 0 0 15,-1 0 1552-15,2 0 272 0,3 0 48 0,4 0 16 16,3 0 160-16,1-1 16 0,-1 1 16 0,1-2 0 16,-1 0-880-16,0 1-176 0,-1-3-48 0,1 2 0 15,-1 1-384-15,1-3-80 0,-2 1 0 0,1 1-16 16,0 1-288-16,-1-1-48 0,1 2-16 0,-1 0 0 0,0 0-144 0,-1 0 0 16,2 0 0-16,-3 0 0 0,1 2-256 0,0-2-16 15,0 1-16-15,1 1 0 16,-3 0-224-16,0-1-32 0,2 1-16 15,0 0 0-15,0-1-48 0,1 0-16 16,0 0 0-16,-1 1 0 0,2 0-480 0,-1-2-112 0,0 1 0 0,0 1-16 16,-2-2-144-16,1 0-32 0,0 0 0 0,-1-2 0 15,-1 2 272-15,2 0 48 0,-2 0 16 0,0 0 0 16,1 2 528-16,-3-2 96 0,2 2 32 0,-2-2 0 0,1 1 416 0,-2 0 176 0,2 1-16 0,-1-1 0 16,1 1 96-16,1 1 32 0,1-1 0 0,0 0 0 15,2 0-432-15,-1 1-96 0,2 0-16 16,2-1 0-16,1-2 256 0,0 0 0 0,1-3 0 0,1 1 0 15</inkml:trace>
  <inkml:trace contextRef="#ctx0" brushRef="#br0" timeOffset="23296.15">7030 4632 911 0,'8'0'0'0,"-3"0"0"0,-1 0 0 0,0 0 0 16,-1 0 880-16,-1 0 80 0,1 0 32 0,3 0 0 15,2 2 128-15,4-2 32 0,2 0 0 0,0 1 0 16,1-1-448-16,-1 2-64 0,-1-2-32 0,0 0 0 0,0 0-224 15,0 2-64-15,1-2 0 0,0 0 0 0,0 0-176 0,0 0-144 16,0 0 192-16,-1 1-192 0,0-1 0 0,0 0 0 16,0-1 0-16,0 1 0 0,-1 0 0 0,1 0 0 15,-1 0-176-15,1 0 176 0,-2 0-144 0,1 0 144 16,0-2 0-16,-1 2-144 0,0 0 144 0,0 0 0 16,0 0 0-16,0 2 0 0,1-2 0 0,0 0 0 15,0 1 0-15,1-1 0 0,0 0 0 0,1 2 0 16,1-2 0-16,0 0 0 0,1 0 0 0,0 0 0 15,-1-2 0-15,2 2 0 0,-1-1 0 0,-1 1 0 0,-1-2 0 16,-1 2-128-16,0 0 128 0,0 0 0 0,-1 0 160 0,-1 0-160 16,0 0 704-16,0 0 64 0,1 0 0 0,-1 0 0 15,-1 0-16-15,1 0 0 0,0-3 0 0,-1 3 0 16,0 0-304-16,0 0-64 16,3-2-16-16,1 2 0 0,1 0-368 0,1-1 144 0,0 0-144 0,-1 1 0 15,1-2 0-15,-1 2 0 0,2-1 0 0,-2 1 0 16,-1-2 0-16,0 2 0 0,0 0 0 0,-1 2 0 15,-2-2 0-15,0 1 0 0,1 1 0 0,-3 0 0 16,-1 0 0-16,1-2 0 0,-2 3 0 0,0-3 0 16,4 2-752-1,-1-1-208-15,0 1-32 0,1 0-6368 0</inkml:trace>
  <inkml:trace contextRef="#ctx0" brushRef="#br0" timeOffset="25063.86">7829 4632 2751 0,'-1'-1'256'0,"0"0"-256"0,1 1 0 0,0 0 0 16,0 0 1104-16,0 0 176 16,0 0 48-16,0-2 0 0,0 1 272 0,1-1 64 0,0 2 16 0,2-3 0 15,1 1-592-15,0 2-112 0,1-1-16 16,1 0-16-16,0-1-432 0,1 2-96 0,0-3-16 0,1 1 0 15,0 1 208-15,0 0 32 0,0 0 16 0,1 1 0 16,0 0-48-16,0 0-16 16,2 1 0-16,0-1 0 0,0 0-176 0,0 1-32 0,1-1-16 0,0 0 0 15,0 0 96-15,1-1 32 0,1 1 0 0,1-1 0 16,0 0-112-16,-1 0-32 0,0-3 0 0,0 1 0 16,-1 0-32-16,0-1-16 0,1 0 0 0,-1 0 0 15,-1 0 80-15,0 0 32 0,-1 1 0 0,0 0 0 0,-1 1 112 0,-1 0 32 16,-1-1 0-16,-1 1 0 0,-1 2-176 0,-1 0-48 15,0 0 0-15,-3 2 0 0,1-2-192 0,-1 3-144 16,-1-1 192-16,0 0-192 0,-1 1 0 0,-1 2 0 16,0-2 0-16,0 0 0 0,1 1 0 0,-1 0 0 15,0-2 0-15,0 1-144 0,0-1-48 0,1 0-16 16,-2 1 0-16,1-3 0 16,-1 2-432-16,0-2-64 0,-2 0-32 0,1 0 0 15,-3 0 160-15,0 0 48 0,-2 0 0 0,0-2 0 0,-1 2 288 0,-3 0 64 16,0 0 16-16,-2 0 0 0,-1 0 160 0,-1 2 0 15,-1-1 0-15,-1 0-128 0,-1 2 128 0,1 0-128 16,-1 1 128-16,0-2-128 0,2 0 128 0,0 1 0 0,3-1 0 16,0-1 0-16,3 1 0 0,1 0 0 0,1-2 0 0,1 2 0 15,2-2 0-15,1 0 0 0,1 0 128 0,3-2-128 16,-1 2 160-16,2 0-32 0,0-1-128 16,2 0 192-16,0 1 272 0,2-2 48 0,2 1 16 0,1-1 0 15,1 0 128-15,3 1 32 0,0 1 0 0,1-2 0 16,1 2-304-16,1 0-48 0,1 0-16 0,2 0 0 15,0 0-192-15,0 0-128 0,0-1 128 0,0 1-128 16,-1-1 0-16,0 1 0 0,0-2 0 0,0 2 0 16,1-3 0-16,-2 3 0 0,1-2 0 0,-2 1 0 15,0 0 0-15,-2 1 0 0,-1-1 0 0,-1 1 0 0,0 0 0 16,-3 0 0-16,-1 0 0 0,-3 0 0 0,0 0 0 0,-1 0 0 16,-2 0 0-16,-1 0 0 0,0 0 0 0,-2 0 0 15,-1 0 0-15,-2 0 0 0,-1 0 0 0,-2 0 0 16,2 0 0-16,-1 0 0 0,-2 0 0 0,-1 0 0 15,-2 0-176-15,0 1 176 32,-1 0-576-32,0-1-32 0,0 1 0 0,0-1 0 15,0 2 96-15,0-2 0 0,2 1 16 0,1-1 0 0,1 2 496 0,2-2-144 0,1 0 144 0,1 2 0 0,2-2 0 0,1 0 0 16,1 0 0-16,0 0 0 0,2 0 0 0,1 0 0 16,2 0 0-16,0 0 0 0,3-2 144 0,0 0 16 0,4 1 0 0,-1-2 0 15,2 1 480-15,1 0 80 0,3 0 32 0,1-1 0 16,-1 1-176-16,2-1-48 0,0 3 0 15,0-2 0-15,-2 2-192 0,2-1-32 0,0 1-16 0,-1 0 0 16,2 0-288-16,-3 1 0 16,-2-2 0-16,-2 1 0 0,-1 0 0 0,-2 1 0 0,-2-1 0 0,-4 2-15680 15</inkml:trace>
  <inkml:trace contextRef="#ctx0" brushRef="#br0" timeOffset="32876.51">3976 4686 3455 0,'-2'-3'304'0,"0"0"-304"0,1 0 0 0,1 0 0 0,0 2 0 0,0 0 0 16,0 1 336-16,-1-2 64 0,1-2 16 0,0 1 32 0,0-3 48 0,-1 0 16 16,1 1 0-16,-1 3 16 15,1-3-272-15,-1 0-64 0,0 3-16 0,-1 0 16 16,-1 0 0-16,0 1-16 15,0 1 0-15,-1 0 16 0,-1 0-192 0,0 0 0 16,-1 0-144-16,1 1 144 0,0 1 0 0,0-2 0 16,1 0 0-16,-2 1 0 0,2 0 256 0,1-1-16 15,0 0 0-15,1 0 16 0,0 0 640 0,0 0 128 16,1 0 16-16,0 0 48 0,0 0 192 0,1 0 64 0,-1 0 0 16,1 0 16-16,0 0-96 0,0 0-32 0,0 2 0 15,0-2 32-15,0 0-400 0,1 0-80 0,-1 1-16 0,2-1 32 16,0 2-416-16,1-2-96 0,1-2-16 0,0 2 32 15,1-1 64-15,0 1 16 0,0-2 0 0,1 1 0 16,0 0 80-16,1 1 16 0,0-2 0 0,0 2 0 16,2 2-64-16,-2-2-16 0,1 2 0 0,-1 0 0 15,1-1-176-15,-1 1-32 0,0 1-16 0,2-1 0 16,-2 0-176-16,1 0 160 0,-1-2-160 0,0 2 160 0,2-2-160 0,-1 0 160 16,-1 0-160-16,1 0 160 0,-1 0-160 0,1-2 0 15,-1 1 0-15,1-2 0 0,-1 3 0 0,-1-3 0 16,1-1 0-16,-1 3 0 0,0-2 0 0,0 0 0 15,-2 2 0-15,0-1 0 0,0 0 0 0,-2 1 0 16,-1-1 0-16,0 2 128 0,-1 0-128 0,-1 0 0 16,0 0 0-16,0 0 0 0,-1 2 0 0,-1-2 0 15,0 1 0-15,-1 1 0 0,1 0 0 16,-2-1 0-16,0 1 0 0,-1 0 0 0,0-2 0 0,0 2 0 16,-1-1 0-16,0 1 0 0,-1 0 0 0,-1-2-176 15,0 1 176-15,0-1-128 0,0 0 128 0,0 0 0 0,0 0 0 0,1 0 0 16,0 0 0-16,0 0 0 0,-1 2 0 0,-1-2 0 15,1 2 0-15,0-1 0 0,-1 0 0 0,2 2 0 16,0 0 0-16,0-1 0 0,2 1 0 0,0-2 0 16,2 1 0-16,-1-1 0 15,1-1 0-15,1 0 0 0,3 0 0 0,-1-1 0 0,1 1 0 0,0 0 0 16,1-2 0-16,1 2 0 0,1 0 0 0,0-1 128 16,1 0-128-16,0 1 128 0,2-2-128 0,-1 1 128 15,2 1 128-15,-2-1 48 0,2 0 0 0,0 1 0 16,1 0-16-16,0-2 0 0,1 1 0 0,1 1 0 15,0-2-96-15,-1 1-32 0,1 0 0 0,1-1 0 0,1 0-160 0,0 1 128 16,1-1-128-16,0 2 128 0,-1-2-128 0,0 1 128 16,0 1-128-16,-1 0 128 0,0 0-128 0,-1 0 128 15,0 1-128-15,-1 1 128 16,-1-2-128-16,-1 2 0 0,-1-2 0 0,0 1 128 0,-1 1-128 0,-1-2 0 16,0 2 0-16,-2-2 0 0,0 0 0 0,-2 0 0 15,1 0 0-15,-3 0 0 0,1 0 0 0,-1 0 0 16,-2 0 0-16,-2-2 0 15,1 2 0-15,-3 0 0 0,-1 0 0 0,-1-2 0 0,-1 2 0 0,-2-1 0 16,-1 1 0-16,-1 0 0 0,3 0 0 0,-1 0 0 0,-1 0 0 16,0 1 0-16,1 1 0 0,1-2 0 15,1 2-144-15,1-2 144 0,1 1 0 0,-1 0 0 0,1-1 0 16,0 2 0-16,0-1 0 0,1 1 0 0,1-2 0 0,0 0 0 16,1 0 0-16,1 0 0 15,-1 0 0-15,2 0 0 0,-1 0 0 0,1 0 0 0,0-2 0 0,0 1 0 16,1 1 128-16,1-2-128 0,0 2 0 0,0 0 0 15,1 0 0-15,1 0 0 0,0-1 0 0,1 0 0 16,1 1 0-16,0 0 0 0,1-2 0 0,2 2 0 16,-1 0 0-16,-1 0 128 0,3 0-128 0,0 0 0 15,1 0 0-15,0 0 0 0,1 0 0 0,1 0 0 0,0 0 0 16,1-2 0-16,2 2 144 0,-1-1-144 16,-1 1 208-16,2 0-32 0,0-2-16 15,0-1 0-15,1 3-32 0,-1-2-128 0,1 1 192 0,-1 0-64 0,0-1-128 0,-1 2 0 16,0 0 0-16,-1 2-16256 15</inkml:trace>
  <inkml:trace contextRef="#ctx0" brushRef="#br0" timeOffset="35318.11">3570 4599 5519 0,'-3'-3'496'0,"1"1"-496"16,1 1 0-16,0 0 0 0,1 1 1552 0,0 0 224 15,0 0 32-15,0 0 16 0,-1 0-304 0,0 1-64 16,1 0-16-16,-2 2 0 16,1 4-48-16,0-2-16 0,-1 4 0 0,-1 3 0 0,-1 0-544 0,1 3-96 15,0 2-32-15,0 1 0 0,-1 0-128 0,2-1-48 16,-1 0 0-16,1-3 0 0,0-5-144 0,2 0-48 15,-1-1 0-15,1-3 0 0,0 2 32 0,0-5 0 16,1 1 0-16,-1-1 0 0,0-2-64 0,1 2-16 16,-1-4 0-16,0 2 0 0,0-2 16 0,1-1 0 15,-1 3 0-15,0-4 0 0,0 1-32 0,0 0 0 0,0-1 0 0,0-1 0 32,0 0-272-32,1 1 0 0,-1-3 0 0,0 2 0 15,1-3 0-15,0 2 0 0,1-4 0 0,-1 0 0 16,1 1 0-16,-1-3 0 0,1 0 0 0,0-1 0 15,0 0 128-15,-1-1-128 0,1 3 0 0,-2 1 0 0,2-1 0 16,0 0 0-16,-1 2 0 0,0 2 0 16,0-1 0-16,0 2 0 0,0 3 0 0,-1 1 0 0,0 2 0 0,0 0 128 15,0 3-128-15,-1 3 0 0,0 2 272 0,0 3-48 16,0 1-16-16,-1 2 0 0,1 1 96 0,-1 1 16 16,1 1 0-16,0 0 0 0,0 0-320 0,1-2 128 15,-1-2-128-15,1 0 0 0,0-1 0 0,0-1 0 16,0-2 0-16,-1-3 0 0,1 2 128 0,0-3-128 15,-1 0 0-15,1-1 0 0,0-2 160 0,0 0-160 16,0-2 128-16,0 0-128 0,0 0 192 0,0-2-64 0,1-2 0 0,0-1 0 16,1 0 208-16,0-2 48 0,1-2 0 0,0-1 0 15,1 0-224-15,-1-4-32 0,2 2-128 0,-1-3 192 16,0 0-192-16,-1 0 0 0,0 1 0 0,0 0 0 16,-1-1 0-16,-1 1 0 0,-1-1 0 0,1 2 0 15,-1 1 0-15,0 5 0 0,-1 2 0 0,1 3 0 16,0 2 0-16,-2 1 0 0,0 3 0 0,-1 4 0 15,-1 3 0-15,1 4 0 0,-2 1 0 0,1 3 0 16,1 4 0-16,-1-2 0 0,1 2 0 0,0 0 0 16,1-2 0-16,2-21 0 0,-2 38 0 0,2-38 0 15,1 37 0-15,-1-37 0 0</inkml:trace>
  <inkml:trace contextRef="#ctx0" brushRef="#br0" timeOffset="37537.06">8268 4580 1839 0,'0'1'160'0,"0"-1"-160"0,0 1 0 0,-1-1 0 0,1 2 448 0,-1-2 64 16,1 3 16-16,-1-1 0 0,0 1 400 16,0 1 80-16,0 1 16 0,0 1 0 0,0 0-192 0,1 0-48 15,0 0 0-15,0 1 0 0,0 1-416 0,-1 1-96 16,0 0-16-16,-1 3 0 0,1 2-256 0,-1 1 0 16,1 2 128-16,-1 1-128 0,0 1 128 0,1 1-128 15,-2 5 192-15,1 0-192 16,-1 0 400-16,0 1-16 0,1 0-16 0,-2 2 0 0,0 3-192 0,0 2-48 0,2 1 0 0,0-3 0 15,1-1-128-15,0-4 0 0,1-26 0 0,2 48 0 32,-2-48-576-32,3 40-80 0,-3-40-32 0,2 33 0 0,-2-33-336 0,3 32-80 15,-3-32-16-15,3 35 0 0,-3-35 608 0,2 38 112 0,-2-17 16 0,0 0 16 16,-1 0 192-16,0 1 48 16,1-1 0-16,-1-2 0 0,0 0 128 0,1-2 0 0,-1-1 0 0,1-4 0 0,0 2 160 15,0-2 112-15,0 0 32 0,0 2 0 0,1-3 192 0,-1 1 32 16,1 1 16-16,-1 0 0 15,0 0-304-15,0 1-64 0,0 0-16 0,-1 1 0 0,1-15-160 0,-1 33 128 16,0-16-128-16,0 2 128 0,-1-3-128 0,2 3 160 16,-1-2-160-16,0 1 160 0,-1-1 496 0,1-2 112 15,-1 0 0-15,1-1 16 0,-1-1-112 0,1 1-32 16,0 0 0-16,0-1 0 0,1 0-192 16,0 0-32-16,0 1-16 0,0 0 0 0,0-2-208 0,0 2-32 15,0-14-16-15,3 31 0 0,-3-31-144 0,3 34 0 16,-3-34 0-16,4 38 0 0,-4-38 0 0,2 40 0 0,-2-40 0 31,1 42 0-31,-1-42-208 0,0 38 80 0,0-22 128 16,0 1-4800-1,0-2-832-15</inkml:trace>
  <inkml:trace contextRef="#ctx0" brushRef="#br0" timeOffset="38067.3">8222 6334 2175 0,'0'43'0'0,"0"-40"192"0,0-3-192 0,0 0 0 0,0 2 0 0,0 0 0 16,0 5 832-16,0 3 112 0,0 4 16 0,0 3 16 15,0 1 0-15,-1 2 0 0,1-20 0 0,-1 41 0 16,0-21 144-16,-1-1 32 0,1 0 0 0,0-4 0 15,1-15-128-15,-1 30 0 0,0-16-16 0,1 0 0 16,-1-2-160-16,1 2-16 0,0 1-16 0,0-1 0 16,0-14-304-16,1 27-48 0,-1-27-16 0,1 32 0 15,-1-32-192-15,2 27-32 0,-2-27-16 0,2 30 0 16,-2-30-208-16,3 36 0 0,-3-36 0 0,2 35 0 0,-2-35 0 0,4 36 0 16,-4-36 0-16,4 36 0 0,-4-36 0 0,4 33 0 15,-4-33 0-15,5 33 0 0,-5-33-176 0,4 33 176 16,-4-33-160-16,4 36 160 15,-4-36-448-15,4 37 16 16,-4-37 0-16,4 36 0 0,-4-36-656 0,4 36-144 0,-4-36-32 0,3 35 0 0,-3-35 736 0,4 36 144 16,-4-36 16-16,2 35 16 0,-2-35 352 0,1 31 0 15,-1-14 0-15,0-3 0 0,0 0 0 0,0 0 0 16,0 1 0-16,-1-1 128 0,1 1-128 0,-1 1 0 0,1-2 0 16,1 2 128-16,-1 1 80 0,0-17 16 0,2 33 0 0,-2-18 0 15,0-15 224-15,2 33 32 0,-2-33 16 0,2 31 0 16,-2-31-176-16,2 33-48 0,-2-33 0 0,2 33 0 15,-2-16-272-15,0-17 128 0,2 31-128 0,-2-15 0 16,0-16 0-16,0 31 0 0,0-15 0 0,0-1 0 16,-1 1 0-16,-1-1 0 0,1 3 0 0,0-1 0 15,0 1 0-15,0-2 0 0,0 0 0 0,1 1 0 16,-1-1-320-16,0 1 48 0,1 2 0 0,0-4 0 16,0 0-400-1,0-1-80-15,0 1-16 0,0-15 0 0,2 29 512 0,-2-29 80 0,2 26 32 0,-2-26 0 0,3 23 144 16,-3-23 0-16,3 26 128 0,-2-13-128 0,0 0 256 0,-1 2-32 15,1-1 0-15,-1-1 0 0,0-13 416 0,2 27 64 16,-2-13 32-16,1 0 0 0,0-4-432 0,0 2-96 16,0-2-16-16,0 1 0 0,0-3-192 0,0 1-128 0,0-2 128 15,0 0-5504 1,1 0-960-16</inkml:trace>
  <inkml:trace contextRef="#ctx0" brushRef="#br0" timeOffset="39871.61">8315 8739 5519 0,'0'2'496'0,"-1"0"-496"0,1-1 0 0,0 1 0 16,-1-2 704-16,0 2 32 0,0 3 16 0,0 2 0 16,-1 0-112-16,0 2 0 0,1 2-16 0,0 0 0 15,0-1-224-15,1 2-32 0,0 1-16 0,0 0 0 16,0 1 240-16,0 1 48 0,1 2 16 0,0 0 0 15,-1 2 192-15,1 0 48 0,0-1 0 0,-1 0 0 16,1 1-96-16,-1-1-16 0,0 4 0 0,0 0 0 16,0 1-144-16,-1-2-16 0,1 2-16 0,-1-2 0 15,0-1-96-15,1-1 0 0,-1-2-16 0,0-3 0 16,1 0-176-16,1-2-48 0,-1 2 0 0,0-2 0 0,0-1 192 0,0-2 48 16,0 0 0-16,0-1 0 0,0-1-32 0,1 1 0 15,-1 2 0-15,0-3 0 0,0 0-96 0,0 0 0 16,0 0-16-16,-1-1 0 0,1 0 64 0,-1 0 16 15,1 0 0-15,-1 1 0 0,0 0-64 0,1-1-16 16,-1 0 0-16,0-3 0 0,0 1-176 0,1-1-48 16,0-2 0-16,-1 0 0 0,0-1-144 15,0 0 0-15,1-1 0 0,-1 0 128 0,1-3 112 0,-1 3 16 16,1-2 0-16,-1 0 0 0,1 0-80 0,0-2-16 16,0 2 0-16,0 1 0 0,0-3-160 0,0 1 0 15,0 0 144-15,0-1-144 0,0-1 0 0,0-1 0 0,0 0 0 0,0 0 0 16,1 0-176-16,0-3 0 0,0 3 0 0,0-2 0 15,1-1-80-15,-1 3 0 0,2 0-16 0,-1 0 0 16,0 2 80-16,1 3 32 0,-1 0 0 0,0 2 0 16,0 3 160-16,-2-3-128 0,0 0 128 0,0 0-128 15,0 0 128-15,14 27 0 0,-12-17 0 16,0-1 0-16,-2-9 0 0,4 19 176 0,-4-19-176 0,4 20 192 16,-3-12 16-16,0 1 16 0,0 2 0 0,-1-2 0 15,1 1 64-15,-1-1 16 0,-1-1 0 0,1-2 0 16,-1 0-128-16,1-1-32 0,-1-4 0 0,0 1 0 15,0-2-144-15,0-3 0 0,-1-2 0 0,2-1 128 0,-1 0-128 16,1-2 0-16,-1 1 0 0,0-4 0 0,1-1-432 0,0 0 48 16,0 0 0-16,0 1 0 15,1 2-128-15,-1 1-32 16,1 3 0-16,0 2 0 0,-1 1 224 0,1 2 64 0,0 0 0 0,0 2 0 0,0 1 256 0,0 1-160 16,0 2 160-16,0 0-128 0,-1 0 128 0,0-2 0 15,0 1 128-15,0 0-128 0,-1 1 320 0,1 0-16 16,-1 0 0-16,-1 1 0 0,0 3-32 0,1-4 0 15,-2 2 0-15,0-1 0 0,0 0-16 0,-1-4-16 16,2 1 0-16,-2-1 0 0,0-3 16 0,1 0 0 0,1-2 0 16,-1 1 0-16,0-2-64 0,0-1-16 0,1-1 0 15,1-2 0-15,0 1 16 0,0 0 0 0,1-1 0 0,0 0 0 16,0 2-192-16,1-2 0 0,1 5 0 0,-2-2 128 16,1 1-128-16,2 2 0 0,-1 1 0 0,2-2 0 15,-4 2 0-15,0 0 0 0,0 0 0 0,0 0 0 16,0 0 0-16,0 0 0 0,0 0 0 0,0 0 0 15,32 29 0-15,-29-24 0 0,-1 1 0 0,-1-2 0 16,0 1 0-16,-1-2 0 0,-1 2 0 0,0-2 0 16,-1-1 0-16,-1-1 0 0,0-1 0 0,0-1 0 15,-2-1 0-15,1-3 0 0,0 0 0 0,-1-2 0 16,2 1 224-16,1-2 16 0,-1 1 0 0,0-3 0 16,1 1-48-16,1-1 0 0,1 2 0 0,0 2 0 0,1 0-192 15,0 3 0-15,2 1 0 0,0 1 0 0,-1 1 0 0,1 3 0 16,-3-3 0-16,0 0-11312 15,0 0-2192-15</inkml:trace>
  <inkml:trace contextRef="#ctx0" brushRef="#br0" timeOffset="44874.04">8196 9732 13823 0,'-1'-5'1216'0,"0"1"-960"16,1 1-256-16,0 1 0 0,1 0 576 0,-1 1 80 15,0 1 16-15,0-5 0 0,1 2 736 0,-1 0 160 0,0-2 32 16,0 0 0-16,1 3-192 0,-1-1-16 16,0 3-16-16,0 0 0 0,0 1-528 0,-1 1-96 15,1 2-32-15,-1 1 0 0,-1 2-192 0,0 3-32 0,0 0-16 0,0-1 0 16,0 0 32-16,0 3 16 0,-1 2 0 0,-1 1 0 15,0 2-112-15,0 0-32 0,-1 0 0 0,0 0 0 16,2 0 48-16,-2-3 0 0,0 2 0 0,1-4 0 16,1 0-16-16,-1-2 0 0,2-3 0 0,1-2 0 15,1-1-160-15,-1-3-16 0,1-1-16 0,0-1 0 16,1-1-224-16,0 0 176 0,0-3-176 0,2-2 160 16,-1 0-160-16,1-2 160 0,0 0-160 0,-1-2 160 0,2 2-160 15,-1-3 0-15,1 0 0 0,0 0 0 0,0 1 0 0,-1-1 0 16,0 0 0-16,1 0 0 0,-1 0 0 0,1 2 0 15,-1-2 0-15,2 1 0 0,0-1 0 0,-1 3 0 16,2 0 0-16,-1 1 0 0,1 2 0 0,0 3 0 16,-3 2 0-16,2 1 0 15,-1 0 0-15,-2 3 0 0,2 1 0 0,-1 2 0 0,0-1 0 0,-1 1 0 16,1 3 0-16,0-1 0 0,-1 1 0 0,0 0 160 16,-2-9-160-16,0 0 160 0,0 0-32 0,3 38 0 15,-3-28 0-15,-1 0 0 0,1-1-128 0,-1 0 192 0,-1 1-192 16,0 0 192-16,-1-1-192 0,0 0 0 0,1 1 144 15,-2-3-144-15,0 0 0 0,0 0 0 0,1 0 0 16,-1-2 128-16,1 0-128 0,1-3 0 0,1 0 0 16,-1-2 0-16,0 0 0 0,1 0 0 0,0-2 0 15,-1 0 0-15,1-2 0 0,1 1 0 0,1-2 0 0,1-2 0 16,0 0 0-16,0-1 0 0,1 0 0 0,1-1 0 16,0 0 0-16,1-2 0 0,0 1 0 0,1 1 0 15,0-1 0-15,0 3 0 0,1-2 0 0,0 1 0 16,2 0 0-16,-2 2 0 0,2 2-144 0,-2-1 144 15,-1 0 0-15,2 1 0 0,-1 1-144 0,0 1 144 0,-2 1 0 16,1 1 0-16,0 3 0 0,-2-1 0 0,0 2 0 0,-1 2 0 16,-3-6 0-16,0 0 0 0,0 0 0 0,3 35 0 15,-4-23 128-15,0 0-128 0,-2 0 0 16,-1 2 144-16,1 0-144 0,0 0 128 0,0-1-128 0,1-1 0 16,0 1 144-16,1-3-144 15,1 0 0-15,-1-1 0 0,2-3 0 0,0 0 128 0,1-1-128 0,0-1-192 16,2 1 64-16,-4-5-17824 0</inkml:trace>
  <inkml:trace contextRef="#ctx0" brushRef="#br0" timeOffset="47694.67">3889 9566 14735 0,'0'-2'1312'0,"0"2"-1056"16,-1-2-256-16,0 1 0 0,1 1 1072 0,-1 0 144 16,0 0 48-16,-2-2 0 15,-1 2 640-15,0 0 128 0,-1 5 16 0,0-1 16 0,-2 6-896 0,1 0-176 16,-2 2-32-16,2 4-16 15,-1 0-384-15,1 4-80 16,0 0-16-16,1 2 0 0,1 2 16 0,2-3 0 16,0-2 0-16,2-19 0 0,0 33 0 0,0-33 0 0,0 0 0 0,0 0 0 15,18 43-128-15,-18-43-32 0,0 0 0 0,0 0 0 16,42 2 48-16,-29-8 0 0,0-2 0 0,1-2 0 16,2-3-144-16,-1 0-32 0,0-3 0 0,1-3 0 15,-1 0-192-15,0-3 0 0,-1 1 0 0,-3 2 0 16,-2 1-240-16,-5 1-80 0,-1 2-32 0,-4 1 0 15,-2 2 96-15,-4 1 0 0,-3 4 16 0,-5 0 0 0,-2 2 240 16,-3 2 0-16,-2 3 0 0,0 0 0 0,-3 3 0 0,1 1 0 16,0 4 0-16,1-2 0 0,2 2 0 0,2 1 0 15,3 0 160-15,2 1-160 16,4 2-256 0,1 1-128-16</inkml:trace>
  <inkml:trace contextRef="#ctx0" brushRef="#br0" timeOffset="48533.12">3876 9419 10127 0,'-1'0'896'0,"0"-2"-704"0,0 1-192 0,0 1 0 0,1 0 1024 0,-1-2 160 0,0 2 32 0,-1-2 16 16,0 0 144-16,0-3 32 0,0 2 0 0,1-1 0 15,0 1-192-15,0-2-16 16,1 1-16-16,1 0 0 0,0 0-224 0,1 1-64 0,0 0 0 0,-1 0 0 16,3-2-240-16,0 3-48 0,1 1-16 15,1 0 0-15,1 1 0 0,2 0 0 16,1 1 0-16,-1 0 0 16,1 1-48-16,1 1-16 0,1-1 0 0,1-1 0 0,1 1-272 0,0-2-64 0,3 2-16 0,1-2 0 15,0-2-176-15,1 2 0 0,1-3 0 0,1-2 0 16,0 2-256-16,-2-3-64 0,0 1-32 0,-1 1 0 15,-3-3-1312-15,0 2-272 0,-3 0-48 0,-3 0-10544 16</inkml:trace>
  <inkml:trace contextRef="#ctx0" brushRef="#br0" timeOffset="48785.91">3866 9424 5519 0,'-2'-3'496'0,"0"1"-496"0,1 0 0 0,1 1 0 16,0 1 1392-16,0 0 176 0,1 0 32 0,0-2 16 15,1 1 752-15,1-2 160 0,4 0 32 16,-1-1 0-16,3 1-224 0,-1 1-32 0,2-1-16 0,1 1 0 16,1-1-896-16,0 1-176 0,3 1-48 0,-1 0 0 31,0 1-592-31,-1-2-112 0,1 2-16 0,-1 0-16 0,2 2-432 15,-2-2 0-15,-13 0 128 0,0 0-128 0,34 4-128 0,-23-4-64 0,-1 1-16 0,1-1-9920 16,-3 2-1984-16</inkml:trace>
  <inkml:trace contextRef="#ctx0" brushRef="#br0" timeOffset="50864.62">11175 6206 10127 0,'0'-2'896'0,"-1"0"-704"0,1 2-192 15,-1 0 0-15,1 0 672 0,-1 0 96 0,-1 2 32 0,-3-2 0 31,-2 0 624-31,-3 3 128 0,-3 4 32 0,0-1 0 0,-3 2-304 0,-1 1-64 16,-2 3-16-16,-4 0 0 0,-2 3-416 0,-3 2-80 0,-1 0 0 0,-3 3-16 0,0-1 16 0,-2 4 0 16,1 1 0-16,-2 2 0 0,-5 2-320 0,-5 4-64 15,-7 5-16-15,1-1 0 0,0-1-304 16,7-4 160-16,8-5-160 0,8-5 128 0,7-4-128 16,6-4 0-1,4-2 0-15,4-2-176 16,3-4-672-16,4-2-144 0</inkml:trace>
  <inkml:trace contextRef="#ctx0" brushRef="#br0" timeOffset="51195.51">10574 6384 8287 0,'2'-16'736'0,"-1"6"-592"0,0 1-144 0,0 4 0 15,0 3 944-15,0 0 144 0,-1 1 48 0,0-1 0 16,0-1 1168-16,-1 3 224 0,-1 0 48 0,-2 8 16 15,-1 1-800-15,-3 5-144 0,-2 5-48 0,-2 3 0 16,-1 2-768-16,-4 5-144 0,0 3-48 0,-3 3 0 16,0-1-288-16,0-4-64 0,1-4-16 0,0 0 0 15,1-2-32-15,-1-2-16 0,2-3 0 0,0 0 0 16,3-5-16-16,4-4 0 0,1-1 0 0,2-1 0 16,3-2 64-16,0-1 16 0,3-1 0 0,2 1 0 15,1-2-16-15,2-1 0 0,3 0 0 0,1-2 0 0,2 2 112 0,1-1 32 16,2 1 0-16,1-2 0 0,1 0 64 0,1 1 16 15,-1 1 0-15,2-2 0 0,-1 0-240 0,2 0-64 16,-1 0 0-16,-1-2 0 0,-1 1-192 0,-2 1 144 16,1-3-144-16,-2 1 128 0,-1 0-128 0,0 0 128 15,-1-3-128-15,-3 0 128 0,-1 3-128 0,-2-3 0 16,1 0 0-16,-2 1-11504 16,-1-1-2256-16</inkml:trace>
  <inkml:trace contextRef="#ctx0" brushRef="#br0" timeOffset="51723.64">11142 6259 10127 0,'-1'-4'448'0,"1"1"96"0,0 0-544 0,0 0 0 16,1 3 0-16,-1 0 0 0,0-2 1104 0,1 2 112 16,0 0 32-16,-1 0 0 0,1 0 560 0,0 2 112 15,0 4 32-15,0 0 0 0,-1 2-368 0,0 1-80 16,0-9-16-16,0 0 0 0,0 39-544 0,0-39-112 0,0 0-32 0,2 51 0 16,-2-51-96-16,0 0 0 0,3 45-16 15,-3-45 0-15,0 0-240 0,9 45-64 16,-9-45 0-16,0 0 0 0,0 0 64 0,0 0 16 0,40 24 0 0,-28-27 0 15,4-3 240-15,3-4 64 0,0 0 0 16,5-4 0-16,4-1-304 0,4-3-48 0,5-3-16 0,3-5 0 16,3-3-272-16,2-2-128 0,-1 3 128 0,0-2-128 15,-2 3 0-15,1-2 0 0,0 1 0 0,-4 2 0 16,-5 5-240-16,0 2-80 0,0-2 0 0,-4 5-16 16,-5 3-1712-1,-2 1-320-15</inkml:trace>
  <inkml:trace contextRef="#ctx0" brushRef="#br0" timeOffset="52366.98">12528 5836 6447 0,'-4'-4'576'0,"1"1"-576"0,0 1 0 0,1 2 0 15,1 1 1504-15,-1 0 192 0,-1 2 32 0,-3 1 16 16,-2 6-240-16,-5 2-48 0,-1 4-16 16,-3 4 0-16,2 4 256 0,0 1 48 0,5-6 16 0,-2 6 0 15,-2 7-288-15,-3 9-64 0,-1 8-16 0,0 1 0 16,0-3-224-16,1-1-32 0,2-6-16 0,2-2 0 16,2-7-416-16,2-3-96 0,9-28-16 0,-11 40 0 15,11-40-336-15,0 0-64 0,0 0 0 0,0 0-16 16,0 0 112-16,0 0 32 0,0 0 0 0,0 0 0 0,0 0-160 0,0 0-32 15,27 7 0-15,-20-19 0 16,1-2-544-16,0 0-112 0,1-4-32 0,1 0 0 16,-1 0-1024-16,-1-2-208 0,1 0-32 0,-1-1-16 31,-1-1 528-31,1 0 96 0,-1-4 32 0,0-2 0 0,-1 1 224 0,1-2 32 0,0-6 16 0,0 0 0 16,1-3 352-16,-1 0 80 0,0 0 16 0,0 3 0 0,1 4 464 15,-1 2 208-15,-1 6-16 0,-1 6 0 0,1 5 1088 0,-1 3 224 16,-1 6 32-16,2 2 16 15,-1 4 0-15,-5-3 0 0,0 0 0 0,0 0 0 16,30 51-464-16,-30-51-112 0,20 51-16 0,-20-51 0 16,19 53-400-16,-19-53-96 0,18 59-16 0,-18-59 0 15,20 76 0-15,-20-76 0 0,19 83 0 0,-19-83 0 16,19 76-304-16,-19-76-144 0,18 66 128 0,-18-66-128 16,15 55 0-16,-15-55 0 0,15 42 0 0,-15-42 0 15,0 0 0-15,19 46 0 0,-19-46 0 0,0 0 0 16,0 0 0-16,0 0 0 0,0 0 0 0,0 0 0 15,0 0-560 1,0 0-144-16,0 0-16 0,0 0-16 0,-10 2-992 0,-3-13-192 0,-2 0-32 0,-7-1-16 16,-5-4 144-16,-4 0 32 0,-2-1 0 0,1-1 0 15,0 0 128-15,3-1 16 0,0 3 16 0,5 2 0 0,4 4 1632 0,2 5 160 16,5 1 112-16,2 3 32 0,2 1 1968 0,5 3 400 16,1-1 80-16,4 1 0 0,5-1-448 0,1 0-112 15,3-1-16-15,5 1 0 0,4-2-992 0,6 0-208 16,1 0-32-16,5 0-16 0,4-2-928 0</inkml:trace>
  <inkml:trace contextRef="#ctx0" brushRef="#br0" timeOffset="54820.37">12346 6334 3679 0,'-1'-2'320'0,"1"0"-320"16,0 2 0-16,-1 0 0 0,1 0 672 0,0-2 64 31,-1 1 16-31,0-3 0 0,0 1 128 0,0 1 16 0,0-3 16 0,0 2 0 0,-1 0-32 0,2 2-16 16,-1-1 0-16,0-1 0 0,0 3 160 0,0-2 48 15,2 2 0-15,0 0 0 16,0 0-160-16,1 0-16 0,1 0-16 0,2 0 0 0,1-2-112 0,3 1 0 31,0-1-16-31,2-2 0 0,2 1-176 0,1-2-16 16,3 1-16-16,2-4 0 0,2 1 176 0,0 0 48 15,0 0 0-15,0 0 0 0,-3-3-128 0,1 3-32 0,-3-1 0 0,-2 2 0 0,-2 1-160 0,-2 3-16 0,-3 0-16 0,-2 0 0 16,-3 4-224-16,-1 0-64 0,-1-2 0 0,-2 4 0 16,-3 2-128-16,-2-2 0 0,-3 4 0 0,-1-1 0 15,-1 2-192-15,-1-4 16 0,0 3 16 16,-1-2 0-1,1 1-288-15,0-4-64 0,3 1-16 0,-1-1 0 16,1 1-288-16,0-2-48 0,3 1-16 0,1-1 0 0,1-2-352 31,0 0-80-31,2 1-16 0,2-1 0 0,-1 0-464 0,1 0-80 0,0-1-32 0,1 1 0 16,1 0 384 0,1-2 80-16,-1 2 16 0,0 0 0 0,0-2 400 0,0 2 96 0,1 0 16 0,-1 0 0 0,1 0 656 0,-1 2 128 15,1 0 128-15,0-1-192 0,-1 1 192 0,1 0 128 16,1 0-128-16,0-1 176 0,1 3 112 15,-1-3 32-15,1 1 0 0,0 0 0 0,-1 0-320 0,1 1 0 16,-2-1 0-16,0 1 0 16,-1-1-960-16,-1-2-128 0,-1 1-48 0,-1-1 0 15,-1-1 896-15,-1 1 240 0,-3-2 0 0,1-1 0 0,-1 3 0 0,-1-3 0 16,-2 0 0-16,0 0 0 0,0 0 0 0,-1 1 128 16,1-1 0-16,0 0 16 0,-1 0 1376 0,1 2 272 15,2-1 48-15,0 0 32 0,1 1-96 0,0 1-32 0,1 0 0 16,0-2 0-16,2 2-176 0,-1-1-32 0,1 0-16 0,2 1 0 15,0-2-224-15,1 0-32 0,1 1-16 0,1-1 0 16,2 0-336-16,0-1-64 0,4 1-16 0,-1-1 0 16,3 1-176-16,0-1-32 0,3 1-16 0,1 0 0 15,1 0-272-15,3 0-48 0,3 1-16 0,1 1 0 16,2 0-272-16,2 0 0 0,3-2-128 0,3 1-14080 16</inkml:trace>
  <inkml:trace contextRef="#ctx0" brushRef="#br1" timeOffset="72480.89">15578 9474 911 0,'0'0'0'0,"-1"0"0"15,1 0 0-15,0-2 0 0,0 1 912 0,0 1 112 0,-1 0 0 0,0-2 16 16,-1-1 896-16,0 0 176 0,0-1 48 0,1 2 0 16,0-3 80-16,0 1 32 0,0-2 0 0,0 2 0 15,1 0-608-15,0-1-112 0,1 2-16 0,1-1-16 16,-1-1-560-16,2 2-96 15,1-1-32-15,2-1 0 0,-1 0-400 0,2 1-96 0,-1 1-16 0,0 0 0 16,-2 1-128-16,2 2-16 0,0 0-16 0,1 2 0 16,-3 3-160-16,-4-5 160 0,0 0-160 0,0 0 160 15,0 0-160-15,9 38 0 0,-12-29 0 0,-1 1 0 16,-1 0 0-16,-2-1 0 0,0-2 0 0,-1 1 0 16,-1-1 0-16,1 0 0 0,-1-1 0 0,1 0 0 0,0-3 0 0,0-2 240 15,2-1-48-15,-1 0 0 0,2-2 224 0,0-3 32 31,1 0 16-31,1-1 0 0,1-2-80 0,0 1-32 0,0 0 0 0,2-2 0 16,1 2-224-16,0-1-128 0,2 1 160 0,0 0-160 16,1 0 128-16,1 0-128 0,0-1 0 0,0 2 144 15,2 1-144-15,-2 0 0 0,3 0 0 0,-2 3 0 16,1-1 0-16,-2 3 0 0,1 0 0 0,-2 1 0 16,0 3 0-16,0-1 0 0,-2 2 0 0,-1 2 0 15,-1-3 0-15,0 3 0 0,-2 0 0 0,-2 1 0 16,1-2 0-16,-1 0 0 0,0 0 0 0,-1 2 0 15,1-4 0-15,-2 1 0 0,1-2 0 0,0-1 0 0,1-1 0 0,-1-1 0 16,1 0 0-16,1-3 0 0,0 1 0 0,0-1 0 16,3-2 0-16,-1 0 0 0,2-2 0 0,-1 3 0 15,2-4 0-15,1 2 128 0,0 0-128 0,1 0 0 16,-2 3 0-16,2-2 0 0,-1 3 0 16,0-3 0-16,0 3 0 0,1-1 0 0,0 1 0 0,-1 2 0 15,-1 0 0-15,0 0 0 0,0 2 0 0,-1-1 0 16,0 3 0-16,-1-1 0 0,-1 1 0 0,0-1 0 15,0 4 0-15,-2-2 0 0,0 4 0 0,-1-2 0 16,0-1 0-16,0 0 0 0,0 0 0 0,-1-2 0 16,2 0 0-16,-1 1 0 0,0-4 0 0,0 0 0 15,1-1 0-15,0 0 0 0,1 0 0 0,-1-2 0 0,1 0 0 0,1-3 0 16,0 0 128-16,-1 1-128 0,1-1 0 0,1 1 128 16,0 1-128-16,-1-2 128 0,2 2-128 15,-1-1 128-15,1 1-128 0,0-1 0 0,0 3 0 0,0-1 0 16,0 2 0-16,1-1 0 0,1 1 0 0,0 1 0 15,0-1 0-15,-1 3 0 0,2-1 0 0,0 1 0 16,0 1 0-16,-2-2 0 16,2 3 0-16,0-2 0 0,-2 0 0 0,1 0 0 0,0 0 0 0,-1-1 0 15,-1-1 0-15,0 1 0 0,0-1 0 0,-1 0 0 16,0-1 0-16,-1 2 0 0,0-2 0 0,0 0 0 16,0 0-288-16,-1-2 16 0,2 2 0 0,-1-2 0 15,1 0-1824-15,1 1-352 0</inkml:trace>
  <inkml:trace contextRef="#ctx0" brushRef="#br1" timeOffset="73283.93">16014 9296 9215 0,'-1'0'816'0,"1"0"-656"15,0 0-160-15,0 0 0 0,0 0 704 0,0 0 96 16,1 0 32-16,-2 0 0 0,1-2 464 0,1 1 112 15,-1 1 0-15,0 0 16 0,1 1-16 0,-2 1-16 16,1-1 0-16,0 2 0 0,-1 0-240 0,0 4-32 16,-1 0-16-16,0 2 0 0,1 1-48 0,-2 4-16 15,1-2 0-15,2-12 0 0,-7 29-144 0,3-10-16 16,1-1-16-16,-2 0 0 0,1 2-96 0,-1-2 0 0,0 2-16 16,1-1 0-16,4-19-176 0,-3 31-16 0,3-31-16 0,0 0 0 15,0 0-304-15,4 41-64 0,-4-41-16 0,0 0 0 16,0 0-160-16,0 0 0 0,0 0 0 0,0 0 0 31,0 0-720-31,0 0-80 0,31 2-16 0,-28-9 0 0,0-1-1792 0,0 0-352 16,0 0-80-16,-1-4-9632 0</inkml:trace>
  <inkml:trace contextRef="#ctx0" brushRef="#br1" timeOffset="73558.34">15977 9310 911 0,'-1'-5'0'0,"0"0"0"15,1 3 0-15,0 0 0 0,0 2 1296 0,0-3 176 16,0-2 48-16,-1-1 0 0,2-4 448 0,1 1 80 15,0 0 32-15,2 2 0 0,1 1-208 0,1-1-32 16,2 2-16-16,1-2 0 16,0 1-464-16,1 0-80 0,1 2-32 0,2-3 0 0,0 2-480 0,-1 0-80 15,-2 0-32-15,0 3 0 0,1 2 16 0,-2 0 0 16,-9 0 0-16,0 0 0 0,0 0-256 0,0 0-48 16,26 38-16-16,-26-38 0 0,0 0-80 0,-2 38-16 15,-1-26 0-15,-2 0 0 0,0-1 128 0,-4 1 32 0,-1 0 0 0,-1 0 0 16,-1-3 224-16,0 1 32 0,1-1 16 0,0-2 0 15,0-1-128-15,2 0-32 0,0-3 0 0,0 0 0 16,3-1-304-16,0-4-64 0,2 1-16 0,0-2 0 16,2 0-144-16,1-2 0 0,3 0 0 0,1 0 0 31,2-3-768-31,1 4-64 0,2-3-32 0,2 2-15248 0</inkml:trace>
  <inkml:trace contextRef="#ctx0" brushRef="#br1" timeOffset="73763.22">16208 9262 8287 0,'4'-6'736'0,"-1"3"-592"0,0 0-144 0,-1 1 0 0,-1 2 2288 0,0 0 416 16,1 0 96-16,2-1 16 0,1 1 576 0,2-1 112 15,0 1 16-15,1 0 16 0,-1 0-1488 0,0 0-288 16,-2 0-64-16,1 2-16 0,-2-2-1072 16,2 2-224-16,1 1-32 0,-7-3-16 0,0 0-336 0,0 0 0 15,0 0 0-15,0 0 0 16,0 0-576-16,0 0-176 0,34 31-32 0,-33-27-16 15,-1-1-2400-15,0 0-496 0</inkml:trace>
  <inkml:trace contextRef="#ctx0" brushRef="#br1" timeOffset="73937.12">16249 9336 8111 0,'-1'2'176'0,"0"-2"32"0,0 0 16 0,1 0 16 0,0 0-240 0,0 0 0 0,0 0 0 0,0 0 0 15,-1 3 2560-15,0-1 448 0,0 1 112 0,-2 1 16 16,1 1-256-16,-1 0-32 0,1 2-16 0,-1 0 0 15,0-3-1104-15,-1 4-240 0,1-1-32 0,0 0-16 16,-2 3-784-16,0-4-144 16,2 3-48-16,-1-3 0 0,1 2-464 0,0-2 0 0,2-1 0 0,0-3 0 31,1 3-624-31,1-3-208 0,0-2-64 0,1 0-14400 0</inkml:trace>
  <inkml:trace contextRef="#ctx0" brushRef="#br1" timeOffset="74384.53">16384 9360 7359 0,'0'0'656'0,"0"-2"-528"0,1 1-128 0,-1 1 0 16,1 0 1712-16,-1 0 304 0,0 0 64 0,2-2 16 15,1 0 672-15,0 1 144 0,2-1 32 0,-2 1 0 16,2 0-976-16,0-1-192 0,1 0-48 0,1 1 0 15,1-1-752-15,-1-1-144 0,3 1-48 0,-2 0 0 16,0-1-480-16,1-2-112 0,-2 3 0 0,0 0-16 16,2-3-176-16,-1 0 0 0,0 1 0 0,-1-1 0 15,-1 0 0-15,0 1 0 0,0-1 0 0,-3 0 0 16,1 0 0-16,-2 0-144 0,-1 1 144 0,-2-3 0 16,-2 2-544-16,-1-2 0 0,-1 3 0 0,0-2 0 15,0 2-128-15,-2 1-32 0,-1-2 0 0,-1 1 0 0,0 3 432 16,-1-1 80-16,1 4 0 0,-2 1 16 0,3 2 176 15,-1-1 0-15,1 4 0 0,0 1 128 16,2 3 320-16,-1 0 80 0,1 2 16 0,-2 1 0 16,2 1 64-16,-1-2 16 15,3-2 0-15,0 2 0 0,0-1-16 0,4-13 0 16,0 0 0-16,-3 32 0 0,3-32-160 0,0 0-16 0,0 0-16 0,0 0 0 0,0 0-208 0,37 24-32 0,-26-24-16 16,-1-3 0-16,0-1-160 0,1-1 0 0,0 0 0 0,0 1 0 31,0-1-512-31,-2 0-144 0,1 0-32 0,-1 1 0 0,0 1-1360 0,-1 1-288 0,1 0-48 15,-1-1-11184-15</inkml:trace>
  <inkml:trace contextRef="#ctx0" brushRef="#br1" timeOffset="75425.67">16822 9262 911 0,'1'0'0'0,"0"0"0"0,0-2 0 0,0 2 0 0,-1 0 704 0,1 0 48 16,0-1 16-16,0 0 0 0,0 1 512 0,2-4 128 31,-1 3 0-31,0-2 16 0,1 1 384 0,-1 0 80 0,0 0 16 0,-1-1 0 15,-1 3 96-15,0-2 32 0,1-1 0 0,-1 1 0 0,0 2-288 0,0-2-48 16,0 2-16-16,0-3 0 0,0 3-688 0,0 0-144 16,0 0-16-16,0 0-16 0,0 0-384 0,-1 0-80 15,0 0-16-15,0-2 0 0,0 2-176 0,-1 0-32 16,0-2-128-16,0 2 192 0,-1-1-192 0,0 1 0 16,0 0 0-16,-1 0 0 0,1 0 160 0,-1 0-160 15,-1 0 160-15,1 1-160 0,0 1 192 0,-1 0-64 0,-1-1-128 0,0 3 192 16,1 1 0-16,-2-2-16 15,2 1 0-15,-1 0 0 16,0 2 144-16,1 1 16 0,-1 0 16 0,1 0 0 0,0 1 80 0,0 0 16 0,1-1 0 0,-1 3 0 16,1-3-96-1,2 0-16-15,-1 1 0 0,2-2 0 0,0 0-144 0,2-1-16 16,0-1-16-16,1 0 0 0,0-1-160 0,0-2 0 0,3 0 0 16,0-1 128-16,0-1-128 0,2 0 0 0,0-2 0 0,1 1 0 15,0-1 0-15,0 1 0 0,1 0 0 0,-2 0 0 0,0-1 0 16,1 1-224-16,-2 2 32 0,2-3 0 15,-2 3-928 1,1-2-176-16,-1 2-48 0,-1 0 0 16,0 0-1344-16,-1 0-256 0,0 0-64 0,-1-2-9216 0</inkml:trace>
  <inkml:trace contextRef="#ctx0" brushRef="#br1" timeOffset="75929.32">16877 9272 7823 0,'0'2'336'0,"-1"-2"96"0,1 0-432 0,-1 0 0 0,1 0 0 0,0 0 0 16,0 0 1536-16,0 0 208 0,0 0 48 0,0 0 16 15,1 0 400-15,1 0 80 0,0 0 16 0,0 0 0 16,0 0-672-16,2 0-128 0,-1 0-32 16,2 0 0-1,-1 0-512-15,2 0-96 0,0 0-32 0,2-2 0 16,-1 2-176-16,1-2-32 0,0 2-16 0,-1-3 0 15,2-1-304-15,-2 0-64 0,1 1-16 0,-2 0 0 16,1-2-224-16,-1 3 0 0,0-2 128 0,-2 1-128 16,1 0 0-16,-1-1 0 0,-2 1 0 0,0-1 0 15,0 1 0-15,-1-1 0 0,0-1-160 0,-1 2 160 16,0-1-288-16,-2-1 32 0,0 2 0 0,-1-1 0 16,1-1-128-16,-2 2-32 15,0-1 0-15,0 0 0 0,1 1 144 0,-1 0 16 0,-1 1 16 0,2 0 0 0,-2 2 240 0,0 0 0 16,2 0-160-16,-1 1 160 0,0 2 0 0,1 0 0 15,-1 0 0-15,0 2 128 0,0-1 144 0,0 1 32 16,0 1 0-16,0 2 0 0,1-3 64 0,-2 2 16 16,0-1 0-16,2 2 0 0,-2-1-32 0,1 0 0 15,0 0 0-15,-1 0 0 0,0 3 64 0,1-3 16 16,0 2 0-16,0 1 0 0,1-3 0 0,0 1 0 16,1-1 0-16,1 1 0 0,1-2-112 0,0-2 0 15,1 1-16-15,1 0 0 0,1-1-144 0,-1-2-32 0,2 1 0 0,1-3 0 16,-1 2-128-16,2-2 192 0,1 1-192 15,0 1 192-15,0-2-192 0,2-2 128 0,-2 2-128 0,1-1 128 16,-1-1-128-16,0 2 0 0,1-3 0 0,-1 1 0 16,1 1 0-16,-2-2-192 0,2 1 0 0,-2 1-11424 15,0-1-2288-15</inkml:trace>
  <inkml:trace contextRef="#ctx0" brushRef="#br1" timeOffset="77544.84">17232 9184 911 0,'-1'-4'0'0,"1"1"0"0,0-2 0 0,0 3 0 16,0 1 2096-16,0 0 336 0,1 1 64 0,-1-3 0 15,1-1 0-15,0 1 0 0,1-1 0 0,-1-1 0 16,0 2-272-16,-1 2-64 0,0 0-16 0,-1 1 0 16,0 2-800-16,-1 1-144 0,0 4-48 0,-1 0 0 0,0 2-464 0,-2 3-112 15,0 0 0-15,-1 2-16 0,0 0-144 0,-2 1-32 16,2 2 0-16,-2-1 0 0,1 0-64 0,0-1-32 15,2-1 0-15,1-2 0 16,1-2 32-16,2 0 0 0,2-4 0 0,1-3 0 0,1 0-144 0,1-3-32 16,0-1 0-16,3-2 0 0,0-2-144 0,2-1 160 15,2-4-160-15,-1 1 160 0,0 2-160 0,0-3 0 16,0 0 0-16,0 1 0 16,-1-3-544-16,-1 3-96 0,1-3 0 0,-3 2-16 0,1 3-32 15,-2-2 0-15,0-1 0 0,-1 3 0 0,0 0 384 0,-1 0 80 0,-1 1 16 0,0 1 0 16,-1 1 208-16,0 2 0 0,-1 2 0 0,-1 0 0 15,1 2 0-15,-2 1 0 0,1 2 0 0,-1-1 160 16,0 4 112-16,-1-2 32 0,1 4 0 0,-1 0 0 16,0-1 32-16,-1 1 16 0,1 1 0 0,2 1 0 0,1-12-80 15,0 0-16-15,-3 34 0 0,3-34 0 0,0 0 16 0,0 0 0 16,0 0 0-16,0 0 0 0,0 0-16 0,0 0 0 16,36 23 0-16,-27-27 0 0,1 1 64 0,1-4 0 15,-1 1 0-15,0-2 0 0,-1 1-320 0,2-3 128 16,-2 1-128-16,-1-1 0 0,1 1 128 0,-3-1-128 15,1 1 0-15,-3 0 0 0,1 1 0 0,-1-3 0 16,-1 3 0-16,-1-1 0 0,0-1 0 0,0 3-144 16,-2 0-16-16,1 2-11120 15,-1 1-2224-15</inkml:trace>
  <inkml:trace contextRef="#ctx0" brushRef="#br1" timeOffset="78529.06">17605 9152 6447 0,'0'-4'576'0,"1"1"-576"16,0 0 0-16,0 1 0 0,-1 1 1376 0,1-1 160 0,0-3 48 0,1-1 0 15,-1-2 1168-15,2-2 256 0,0 3 32 0,0 0 16 16,0 1-528-16,-1 2-96 0,1 0-32 0,0 2 0 16,1-1-768-16,-2 1-160 0,1 2-16 0,0-2-16 15,1 2-656-15,-1 2-128 0,1-2-16 0,-1 2-16 16,0-1-464-16,-1 1-160 0,1 0 0 0,0 0 144 15,-1 0-400-15,0 1-64 16,0 2-32-16,-2-1-11104 0,0 1-2240 0</inkml:trace>
  <inkml:trace contextRef="#ctx0" brushRef="#br1" timeOffset="78687.1">17627 9203 911 0,'-2'3'0'0,"1"-1"0"16,0-2 0-16,1 0 0 0,0 0 2000 0,-1 2 320 15,0-1 64-15,-1 3 16 0,-1 2 480 16,0 0 80-16,0 1 32 0,-1 3 0 0,0-1-448 0,1 0-96 15,-1 1-16-15,0-2 0 0,1 1-576 16,1 0-128-16,0-2-32 0,0 0 0 0,2 1-896 0,1-2-176 16,1 0-48-16,0-2 0 0,0-2-576 0,3-1 0 15,1-1 0-15,0-3-11008 16,1 1-2192-16</inkml:trace>
  <inkml:trace contextRef="#ctx0" brushRef="#br1" timeOffset="79050.39">17828 9170 6447 0,'2'-2'576'0,"1"-1"-576"0,-2 1 0 0,-1 0 0 16,1 2 1824-16,-1-1 256 0,1 1 48 0,1-3 16 16,0 0 544-16,-1 0 128 0,-1 1 0 0,-2 1 16 15,-1 1-816-15,-1 3-160 16,0 0-48-16,-3-1 0 0,2 0-640 0,-2 3-128 0,1 0-16 0,-1-3-16 16,1 5-352-16,-1-2-64 15,1-1-16-15,0 2 0 0,1 0-208 0,0-1-48 0,1 0-16 0,2 0 0 16,1 0-144-16,1-1-32 0,2 1 0 15,1-2 0-15,0 1-128 0,1 1 128 0,-4-5-128 0,0 0 128 0,0 0-128 0,0 0 0 16,0 0 0-16,35 33 0 16,-35-33 0-16,0 0 0 0,0 0 0 0,0 0 0 0,30 21 0 0,-24-18 0 15,-1-1 128-15,-1 0-128 0,0 3 0 0,-1-4 0 16,-1 1 0-16,-1 0 0 0,0-2 0 0,-1 1 0 16,-1 0 128-16,-1 1-128 0,-2-2 0 0,-1 1 0 15,0 1 0-15,-3-2 0 16,1 1 0-16,-3 1 0 0,-1-2 0 0,1 2 0 0,0-2 0 15,0 2 0-15,2-2 0 0,0 2 0 16,3-1 0-16,-1 1 0 0,1 0 0 0,3-1 0 16,1 1-672-16,2 0-64 0,0-2-16 0,2 0-10192 0,3 0-2048 0</inkml:trace>
  <inkml:trace contextRef="#ctx0" brushRef="#br1" timeOffset="79398.62">17960 9274 3679 0,'2'-2'320'0,"-1"2"-320"0,1 0 0 16,-1-2 0-16,0 2 2560 16,0 0 432-16,1 0 80 0,-1-2 32 0,4 1 368 0,1-1 80 0,1-1 16 0,1 0 0 31,1 0-1392-31,-1-2-256 0,1 2-64 0,2-1-16 16,-2-1-1040-16,1 0-208 0,-1 0-32 0,2 0-16 0,-2-1-352 0,0-1-192 15,-1 2 192-15,0-3-192 0,-2 0 0 0,-1 1 0 16,-2-1 0-16,-1 1 0 0,-1-1 0 0,-3 2 0 15,-1-2 0-15,-2 2-144 0,-1 1 144 0,-2 2 0 16,-1 2-144-16,-1 0 144 0,-2 1-128 0,0 2 128 16,-2 1-160-16,1 2 160 0,1 2 0 0,0 2 0 15,1 0 0-15,-1 3 0 0,1 3 288 0,0 1 96 16,2 0 32-16,1 1 0 0,0 0 192 0,2-1 32 0,6-16 16 16,-8 31 0-16,8-31-208 0,0 0-64 0,0 0 0 0,10 45 0 15,-10-45-192-15,0 0-32 0,0 0-16 0,40 19 0 16,-26-18-144-16,1-2 0 0,2-3 0 0,0-1 0 15,4 0 0-15,0-2-224 0</inkml:trace>
  <inkml:trace contextRef="#ctx0" brushRef="#br1" timeOffset="80822.31">18707 8900 4607 0,'2'-7'400'0,"-1"3"-400"0,0 1 0 0,0 1 0 0,-1 2 2304 0,0 0 368 16,0 0 80-16,-1 2 0 0,1 0-256 0,0 0-64 15,-3 3-16-15,-1 2 0 0,0 3-512 0,-2 2-112 16,0 2 0-16,-2 2-16 0,-1 4-768 0,-1 0-160 16,0 2-16-16,-1 2-16 0,0 0-96 0,0 0-16 15,1 1 0-15,0-4 0 0,4 1-64 0,0-3-32 16,6-19 0-16,-3 31 0 0,3-31-208 0,0 0-32 15,0 0-16-15,7 41 0 0,-7-41-192 0,0 0-32 16,0 0-128-16,0 0 192 0,30 33-192 0,-30-33 0 16,0 0 128-16,0 0-128 0,0 0 0 0,38 18 0 0,-29-16 0 15,-1-2 0-15,1 0 0 0,-1-2 0 0,1 0 0 0,1-1 0 32,-2-2-1344-32,1-1-192 0</inkml:trace>
  <inkml:trace contextRef="#ctx0" brushRef="#br1" timeOffset="81026.12">18899 9052 15663 0,'3'-5'688'0,"-2"2"144"0,2 1-656 0,-1 2-176 0,0 0 0 0,-1 0 0 15,1 0 2288-15,1 0 416 0,1 0 96 0,3 0 16 16,0 2-128-16,0-2 0 0,1 1-16 0,-2-1 0 16,1 2-1264-16,-2-2-256 0,1 0-64 0,0 0 0 15,-2 2-736-15,0-2-160 0,1 1-16 0,-3 1-16 16,1 0-160-16,0-1 0 0,-2 2-160 0,0 0 160 31,-2 2-1984-31,-1-1-288 0,-1 4-64 0,-1-2-12928 0</inkml:trace>
  <inkml:trace contextRef="#ctx0" brushRef="#br1" timeOffset="81169.89">18927 9170 4607 0,'-1'2'192'0,"1"-2"64"0,0 1-256 0,0-1 0 16,0 2 0-16,0-2 0 0,0 2 2112 0,0-1 368 15,0 3 80-15,-1 0 0 0,1 4 624 0,-2-1 112 16,0 0 32-16,-1 3 0 0,0-3-1088 0,-6 9 1760 15,6-9-2032-15,-1 1-1072 0,2-2-192 0,1-1-64 0,2-2 0 16,1-1-640-16,2-2 0 0,2 0 0 0,1-2 0 31,4-5-1872-31,1 0-368 0</inkml:trace>
  <inkml:trace contextRef="#ctx0" brushRef="#br1" timeOffset="81531.78">19118 9111 8287 0,'4'-3'368'16,"-2"3"80"-16,0 0-448 0,-1 0 0 0,0 1 0 0,-1 1 0 15,1 0 2464-15,-1 3 416 0,0 0 64 0,-1 4 32 16,1-9-176-16,-4 26-48 16,4-26 0-16,-7 31 0 0,1-17-1040 0,0 1-224 0,-1-1-32 0,2-2-16 0,1-3-400 0,1-2-80 15,1 0 0-15,2-4-16 0,0-1-560 0,2-4-96 16,0 0-32-16,1-1 0 0,1 0-256 0,0-3 0 16,2-2 0-16,-1 1 0 15,0 0-272-15,0 0-64 0,0-2-16 0,2-3 0 16,-1 2-480-16,1-2-112 0,-1 1-16 0,1-1 0 15,-1 2 336-15,1-2 64 16,0 1 16-16,0 1 0 0,1 1 544 0,-2 2 0 0,2 1 0 0,-2 2 0 0,1 0 144 0,-1 3 96 16,1-1 16-16,-3 4 0 0,1 1 416 0,-1 1 96 0,-2 1 0 0,0 2 16 15,-2-7-208-15,0 0-32 0,0 0-16 0,3 41 0 16,-3-41-176-16,-4 26-32 0,2-12-16 0,-2-2 0 16,1-1-48-16,0 0-16 0,1-3 0 0,1 0 0 15,0-1-96-15,1-1-16 0,-1-3 0 0,2 0 0 16,0 0-128-16,0-2 0 0,0 1 0 0,2-2 0 15,0-2 0-15,1 0-224 0,0 0 80 0,1-1-11568 16,1-2-2304-16</inkml:trace>
  <inkml:trace contextRef="#ctx0" brushRef="#br1" timeOffset="82229.69">19483 9151 9215 0,'-1'0'816'0,"0"0"-656"16,0 0-160-16,0 1 0 0,1 1 1392 0,0-2 240 31,-1 2 48-31,0 0 16 0,-2 1 512 0,1 1 96 0,0 1 32 0,1 0 0 0,1-2-192 16,0 1-32-16,1-2-16 0,1 1 0 0,1-1-624 0,0-1-112 16,1 0-16-16,2-1-16 0,-1-1-560 0,2 0-128 15,0-2 0-15,2-1-16 0,-1-1-352 0,2 0-64 31,0-2-16-31,1 0 0 0,1 0-192 0,-1-2 0 0,0 2 128 0,-2 0-128 16,-1 1 0-16,0 0 0 0,-3-1 0 0,0 2 0 16,-2 0 0-16,-2 0 0 0,-1 1-128 0,-2-1 128 15,-2 2 0-15,0 1-128 0,-3-2 128 0,-1 3 0 16,-1-1-304-16,-1 2 48 0,-1 2 16 0,0-1 0 16,0 3 96-16,0 0 16 0,-1 2 0 0,0 0 0 15,-1 2 128-15,1 1 0 0,-1 0 0 0,2 0-128 16,2 0 128-16,1 2 0 0,0-2 0 0,2 3 0 0,0-1 0 15,2 0 0-15,-1 1 0 0,2 0 128 0,3-12 176 16,0 0 32-16,0 0 16 0,4 35 0 0,-4-35-48 0,0 0-16 16,0 0 0-16,0 0 0 0,37 21-160 0,-27-20-128 15,0-1 192-15,2-1-192 0,0-1 0 0,0 0 0 16,1-1 0-16,-1-2 0 0,0 1 0 0,0-1-272 16,1 0 16-16,-1-1 16 15,1 1-2032-15,0 1-416 0</inkml:trace>
  <inkml:trace contextRef="#ctx0" brushRef="#br1" timeOffset="82891.43">19783 9130 8287 0,'2'-4'368'0,"-2"0"80"0,1 2-448 0,0 0 0 0,-1 0 0 0,0 2 0 15,0-2 1648-15,0 1 240 0,0-4 48 0,0 3 16 16,0-5 400-16,-1 2 80 0,1 1 0 0,-1-2 16 16,1 2-992-16,0 0-208 15,-1 1-32-15,0-2-16 0,1 1-512 0,-1 1-112 0,0-2 0 0,0 1-16 16,-1 1-368-16,-1 1-192 0,0 0 192 0,-1 2-192 15,-2 2 160-15,1 1-160 0,-3 2 128 0,1 1-128 16,-2 1 272-16,0 3-16 0,2 0-16 0,-2 3 0 16,2 2-32-16,1-1 0 15,0 2 0-15,0-1 0 0,6-15 96 0,-4 28 16 0,4-28 0 0,0 0 0 0,0 0 176 0,0 0 32 16,14 40 16-16,-8-37 0 0,2-3-160 0,-1 0-48 16,2-3 0-16,1-2 0 0,-1 1-16 0,1-3 0 15,0 0 0-15,0-3 0 0,-1 1-320 0,0-1 0 16,0 1 0-16,-1-1 128 0,-2 1-128 0,0 0 0 15,-2 1 0-15,0 2 0 0,-2-1-144 0,0 1 144 16,-1 1-160-16,-1 3 160 0,0 0 0 0,0 2-144 16,-1 0 144-16,0 2 0 0,0 0 0 0,-2 3 0 15,1 1 0-15,1 1 0 0,-1 1 0 0,-1 2 0 16,3-10 128-16,0 0-128 0,-3 31 256 0,3-31-32 16,0 0 0-16,0 0 0 0,0 0 0 0,0 0 0 15,8 40 0-15,-5-37 0 0,1-1-96 0,0-1 0 0,-1-2-128 16,3-1 192-16,0-1-192 0,-1-1 176 0,2-1-176 0,-1-2 160 15,1 2-160-15,2-5 0 0,0 1 144 0,1-1-144 16,0-1 0-16,2-1 0 0,0 1 0 0,-1 0 0 16,1-1 0-16,0 1 0 0,-1 1 0 0,1 1 0 15,-1 1 0-15,-1 1 0 0,1 2 0 0,-2 1 0 16,-1 2 0-16,-1 0 0 0,-2 4 0 0,1 0 0 16,-6-2 0-16,0 0 0 0,0 0 0 0,0 0 0 15,21 39 0-15,-21-39 0 0,0 0 0 0,4 41 0 16,-4-41 0-16,0 0 0 0,-2 49 0 0,2-49 0 0,0 0 0 0,-4 39 0 15,4-39 0-15,0 0 0 0,0 0 0 0,-3 28 0 16,2-25 0-16,1 0 128 0,0-3-128 0,0 0 0 16,0 0 0-16,1-3 0 0,0-2 0 0,0 1 0 15,2-4 0-15,0 1 0 0,1-2 144 0,-1-1-144 16,3-2 192-16,0 0-192 0,0-2 160 0,1 0-160 16,2 0 128-16,0-3-128 0,0 1 128 0,1 2-128 15,1 1 0-15,-1 0 128 0,0 3-128 0,-1 3 0 16,1 0 0-16,-1 2 0 0,0 3 0 0,0 0 0 15,-1 2 0-15,0 2-18384 0</inkml:trace>
  <inkml:trace contextRef="#ctx0" brushRef="#br1" timeOffset="84344.36">21283 8935 14735 0,'2'-18'1312'0,"0"5"-1056"0,1 2-256 0,-1 2 0 16,-2 3 880-16,1 2 112 15,0-4 32-15,0-3 0 0,1-6 1168 0,0-7 240 0,-1 0 64 0,-2 1 0 16,-2 2-816-16,-1 5-144 0,-4 4-48 0,0 4 0 16,-2 3-464-16,-2 3-80 0,-1 0-32 0,0 4 0 15,-2 1-416-15,1 3-96 0,-1 2-16 0,1 1 0 16,1 3-176-16,0 5-32 0,0 1-16 0,0 4 0 16,-1 2-160-16,0 2 192 15,1 4-192-15,-1 1 192 0,2 2 0 0,-1 3 0 0,0 4 0 0,0 1 0 16,1 2 0-16,2 0 0 0,0-2 0 0,2-5 0 0,2-2-64 0,6-34-128 15,-6 52 192-15,6-52-64 16,-1 36-128-16,1-36 0 0,0 0 0 0,4 42 0 0,-4-42 0 0,0 0 0 16,0 0 0-16,0 0 0 0,0 0 0 0,0 0 0 15,0 0 0-15,0 0 0 16,0 0-512-16,0 0-48 0,0 0 0 0,-3 31 0 16,-3-34-2064-16,0-1-432 15</inkml:trace>
  <inkml:trace contextRef="#ctx0" brushRef="#br1" timeOffset="84502.81">20834 9194 3679 0,'-1'-5'320'0,"1"0"-320"16,0 5 0-16,0 0 0 0,0-1 1648 0,0-2 256 16,1-4 48-16,0-1 16 0,3 1 1056 0,1 1 224 15,0 3 32-15,2 3 16 0,1 2-864 0,1 1-160 16,-9-3-32-16,0 0-16 0,37 12-768 0,-22-10-160 16,3-1-16-16,2-2-16 0,0-1-544 0,0-1-96 15,1-3-32-15,1 0 0 0,-1-1-400 0,0-3-64 0,-4 2-128 0,-1 0 176 31,-1 1-544-31,-2 0-96 0,-1 0-32 0,-2 2-15760 0</inkml:trace>
  <inkml:trace contextRef="#ctx0" brushRef="#br1" timeOffset="85244.16">21235 9040 5519 0,'2'0'496'0,"-1"0"-496"16,-1 0 0-16,0 0 0 0,0 0 1952 16,0 0 288-16,0 0 64 0,0 2 16 0,0 0 768 0,-2 3 160 15,0 1 16-15,-1 2 16 16,0 2-912-16,-2 2-176 15,0 2-32-15,0 0-16 0,0 3-928 0,5-17-192 16,-6 30-48-16,6-30 0 0,0 0-544 0,-1 36-112 16,1-36-32-16,0 0 0 0,0 0-288 0,0 0 0 15,0 0 128-15,0 0-128 0,34 22 0 0,-27-27 0 16,3 0 0-16,0-4 0 0,0 2-320 0,0-2 0 16,0-2-16-16,0 0 0 15,0 1-496-15,-2-2-112 0,0 1-16 0,-2 1 0 16,0 0 448-16,-3-1 64 0,1 2 32 0,-1 1 0 0,-1 1 416 0,0 0 0 0,0 0 0 0,-2 4 0 15,2 1 352-15,-2 0 160 0,1 2 16 0,0 2 16 16,0-1 400-16,-1 2 80 0,0 3 0 0,-1 1 16 16,1 2-400-16,-1-1-96 0,1-8-16 0,0 0 0 15,-2 34-272-15,2-34-64 0,0 0-16 0,0 0 0 16,5 43-176-16,-5-43 128 0,0 0-128 0,0 0 128 16,0 0-128-16,0 0 0 0,0 0 0 0,0 0 0 15,33 24 0-15,-27-27 0 0,0-1 0 0,3-1 0 16,-1 0 0-16,1-2 0 0,2-1 0 0,-1-1 0 15,0 0-992 1,-1 1-80-16,2-1-16 0,-2 0 0 0,-1 2-1488 0,0-3-304 0,-2 2-64 0,1 0-16 16,-2 1 240-16,0 0 48 0,-2-1 16 0,0 2 0 0,0-1 1872 0,-1 2 368 15,0 0 80-15,-1 0 16 0,1 3 1600 0,-2 0 336 16,0-1 64-16,0 3 16 0,0 0 480 0,-1 0 112 16,0 1 16-16,0 1 0 0,-1 0-576 0,0 2-128 15,-2 1 0-15,1 2-16 0,-2 3-560 0,-1-1-96 16,1 3-32-16,-1 0 0 0,0 0-384 0,-1 0-64 15,2 2-32-15,-1-2 0 0,2-2-160 0,0 1-16 16,1-1-16-16,0-3 0 0,2 0-224 0,0-3 176 0,1-1-176 16,0-1 160-16,2-1-160 0,-1-2 0 0,2-1 0 0,0-1 0 15,0-1 0-15,2-3 0 0,1-2 0 16,1 0 0-16,1-2-208 0,1-1-32 0,1 0 0 0,1-2 0 31,1 0-784-31,0 0-144 0,-1 0-48 0,0 0 0 16,0 2 128-16,-1-2 0 0,1 2 16 0,-2 0 0 0,0 2 768 0,-2 3 160 0,0 2 144 0,-1 3-208 15,-1 2 208-15,-3 0 208 0,0 3-32 0,-1 4-16 16,-1-1 736-16,0-6 128 0,0 0 48 0,-5 34 0 16,5-34-304-16,-8 26-48 0,8-26-16 0,-8 27 0 15,3-14-288-15,0 1-64 0,5-14-16 0,-8 26 0 0,5-15-160 16,1-2-48-16,0-2 0 0,2 0 0 0,0-3-128 0,2-3 0 16,0 1 0-16,1-5 0 0,2 1 0 0,0 0-272 15,3-5 64-15,-1 2-11472 16,3-4-2288-16</inkml:trace>
  <inkml:trace contextRef="#ctx0" brushRef="#br1" timeOffset="85497.86">21869 9028 8287 0,'3'-5'736'0,"-1"2"-592"16,0 1-144-16,-1 0 0 0,0 0 2064 0,-1 0 384 16,1-1 80-16,0 0 16 0,-1-4 448 0,1-1 80 15,0-2 32-15,-1 2 0 0,-1-1-1632 0,0 1-320 16,-1 2-64-16,-2-2 0 0,1 4-384 0,-1 1-64 15,0 1 0-15,-1 2-16 0,1 3-464 0,-3 1-160 0,2 1 0 0,-3 4 144 16,2 1-144-16,-1 2 0 0,2 2 0 0,-1 0 0 16,1 2 0-16,5-16 160 0,-7 32-160 0,7-32 160 15,-4 32 256-15,4-32 48 0,0 0 16 0,4 41 0 16,-4-41-96-16,0 0 0 0,0 0-16 0,0 0 0 16,32 35-368-16,-21-34 128 0,1-2-128 0,0-2 0 15,3-3 0-15,0-3-288 0,3-1 48 0,1-3-10992 16,3-2-2208-16</inkml:trace>
  <inkml:trace contextRef="#ctx0" brushRef="#br1" timeOffset="85938.71">22231 8751 13823 0,'6'-10'608'0,"-4"5"128"0,0 3-592 0,0-2-144 0,-1 3 0 0,-1 1 0 0,0 0 2576 0,0 0 496 16,-1 3 80-16,-1 1 32 15,-1 6-624-15,-3 2-128 0,-2 4-32 0,-1 3 0 0,1 2-1232 16,-1-1-240-16,0 3-48 0,2-2-16 0,-1 1-320 0,2-3-64 15,6-19-16-15,-11 43 0 0,11-43-304 0,-10 38-160 16,10-38 160-16,-6 35-160 0,6-35 0 0,0 0 0 16,-1 38 0-16,1-38 0 0,0 0 0 0,0 0 0 15,0 0 0-15,0 0 0 0,0 0 0 0,0 0 0 0,0 0 0 0,0 0-160 32,0 0-352-32,0 0-80 0,0 0-16 0,0 0 0 15,0 0-656-15,0 0-128 0,0 0-16 0,0 0-16 16,30 9-256-16,-28-13-48 0,0-4-16 0,-2 1 0 15,1-2 592-15,-1-1 128 0,-1 1 32 0,1-2 0 0,-2-1 64 0,-2 0 16 16,-2 0 0-16,-1-3 0 0,-1 4-432 0,-3-1-96 0,-1 4-16 16,1 1 0-16,0 2 160 15,1 3 16-15,2 2 16 0,0 2 0 0,3 1 2688 0,-1 0 544 0,1 1 96 0,3 1 32 0,1 0 1104 0,0-1 240 32,3-1 32-32,1 2 16 0,3-3-816 0,2-1-176 0,2 0-16 0,2-2-16 0,2 0-1184 0,-1-4-224 15,1 2-48-15,1-1-16 0,1-3-544 0,1 1-128 16,0-3 0-16,1 1-16 0,0 0-176 0,0 1-128 15,0 0 192-15,-2-1-192 0,0 0 0 0,-1 2 0 16,-2 0 0-16,-1 0 0 0,-1 2 0 0,-1 0 0 16,0 1 0-16,-3 0 0 15,0 3-784-15,0-1-176 0,-2 1-16 0,-1 0-16848 0</inkml:trace>
  <inkml:trace contextRef="#ctx0" brushRef="#br1" timeOffset="86085.62">22429 8828 6447 0,'1'0'576'15,"1"-2"-576"-15,-1 2 0 0,1-1 0 16,-1 1 2608-16,1-1 400 0,2 1 96 0,3-2 16 0,2-1 464 16,2 1 112-16,2 0 16 0,-1 1 0 15,0 1-2240-15,-2 0-448 0,0 1-96 0,-1 1-16 16,0 0-720-16,-1-1-192 0,-2 3 0 0,0-2-15232 16</inkml:trace>
  <inkml:trace contextRef="#ctx0" brushRef="#br1" timeOffset="86258.33">22482 8945 14735 0,'-1'0'640'0,"0"0"160"0,0 0-640 0,0 0-160 0,0 2 0 0,1-2 0 15,-1 1 2624-15,0 1 512 0,0 2 80 0,-1 1 32 16,2-5-608-16,0 0-112 0,0 0-32 16,-10 36 0-16,10-36-1056 0,0 0-224 0,-7 33-32 0,7-33-16 15,0 0-800-15,0 0-176 0,0 38-16 0,0-38-16 16,0 0-160-16,0 0 0 0,0 0 0 0,0 0 0 31,0 0-1696-31,0 0-224 0</inkml:trace>
  <inkml:trace contextRef="#ctx0" brushRef="#br1" timeOffset="86957.84">22638 8952 5519 0,'1'-2'496'0,"0"0"-496"0,0 1 0 0,-1 1 0 15,0 0 2432-15,0 0 400 0,0-2 80 0,0 2 16 16,0-2 528-16,-2 4 96 0,-1 0 32 0,-1 3 0 0,0 0-1568 0,-2 3-304 15,1 0-64-15,-2 2-16 0,2 1-736 0,-1-2-128 16,2 2-48-16,0-2 0 0,1 0-336 0,1-1-64 16,2-8 0-16,0 0-16 0,0 0-304 0,0 0 128 15,0 0-128-15,0 0 0 0,0 0 128 0,0 0-128 16,36 19 0-16,-26-23 0 0,0-2 0 0,1-1 0 16,-1 2 0-16,1-3 0 0,0 0-208 0,0 1-48 15,-1-3-16-15,-2 3 0 16,-1-2-544-16,-2-1-96 0,0 1-32 0,-1 2 0 15,-3-3 272-15,-1 0 48 0,-1 1 16 0,-2 2 0 0,-2-3 432 0,0 3 176 0,-3-1-128 0,1 2 128 16,-2 3 0-16,0 1 0 0,1 1 0 0,-1 2 176 16,1 1 208-16,0 1 32 0,0-1 16 0,2 2 0 15,1 2 256-15,1-1 48 0,1-3 16 0,2 3 0 16,1-2-64-16,1 1-16 0,1-2 0 0,1 0 0 16,3-2-336-16,0 0-64 0,2 0-16 0,1-2 0 15,1 1-128-15,2-2-128 0,1 0 192 0,0-2-192 0,1 1 0 16,-1-1 0-16,1-1 0 0,1 0 0 15,-2 0 0-15,1 0 0 0,-1 1 0 0,-2 2 0 0,-1-1 0 0,0 2 0 16,0 0 0-16,-3 1 0 0,0 4 0 0,-2-1 0 16,0 1 0-16,-1 1 0 0,-4-4 0 0,0 0 0 15,0 0 0-15,0 0 0 0,0 0 0 0,9 50 0 16,-9-50 0-16,0 0 0 0,-11 36 0 0,11-36 0 16,-11 26 128-16,5-16-128 0,-1 2 0 0,1-3 0 15,0 0 0-15,2-2 0 0,0-2 144 0,0 0-144 16,2-3 0-16,0 1 144 0,0-3-16 0,2 0 0 15,1-3 0-15,1 1 0 0,0-3 0 0,2 0-128 0,2-2 192 16,0-2-64-16,1 2-128 0,1-3 0 0,1-2 0 0,2 1 128 16,-1 1-128-16,1-2 0 0,0 0 0 0,1-2 0 31,0 2 0-31,-1-2 0 0,0 2 0 0,0 0 0 0,-2 0 0 0,0 3 0 16,0-1 0-16,0 6 0 0,-2-1 0 0,0 3 0 0,-3 1 0 0,1 2 0 15,-2 3 0-15,-1 1 0 0,-2 2 0 0,0-7 0 16,0 0 0-16,0 0 0 0,-4 45 0 0,4-45 0 15,-8 28 0-15,8-28 0 0,-8 29 0 0,8-29 0 16,-7 26 0-16,7-26 0 0,0 0 0 0,-7 33 0 16,7-33 0-16,0 0 0 0,0 0 0 0,0 0 0 15,0 0 0-15,0 0 0 0,0 0 0 0,0 0 0 16,0 0-512-16,0 0-64 0,0 0-32 0,35 5-17168 16</inkml:trace>
  <inkml:trace contextRef="#ctx0" brushRef="#br1" timeOffset="87301.49">23236 8853 911 0,'3'-1'0'0,"0"-1"0"32,-1 2 0-32,-1-2 0 0,0 2 2480 0,0 0 400 0,1-3 96 0,4-2 16 0,1 1 1200 0,1-1 240 15,-1 0 48-15,1 1 16 0,-2-1-2064 0,0 0-432 16,-2 3-80-16,0-1 0 0,-1-1-1008 0,-1 1-192 16,-2 2-32-16,0 0-16 0,-1 1-448 0,-3 0-96 15,0 2 0-15,-2 1-128 0,-2 2 176 0,-1 1-176 16,-2 4 160-16,0-2-160 0,0 3 304 0,0-2-48 15,0 3 0-15,2-2 0 16,2 0 128-16,1-1 0 0,2-1 16 0,3 0 0 0,1-8-144 0,0 0-48 0,0 0 0 0,0 0 0 16,0 0-16-16,0 0-16 0,32 26 0 0,-23-25 0 15,1 1-48 1,-1 0 0-16,-2 0 0 0,3 1 0 0,-2-1-128 0,-8-2 0 0,0 0 144 0,0 0-144 16,29 19 0-16,-29-19 128 0,0 0-128 0,0 0 0 15,0 0 0-15,0 0 0 0,10 40 0 0,-14-32 0 0,-1-2 0 0,-2 0 0 16,-1 0 0-16,-3 2 128 0,-1-3-128 0,-1 2 0 15,-2-3 0-15,0-2 0 0,-1 1 0 16,1-3 0-16,1 2 0 0,2-4-18880 16</inkml:trace>
  <inkml:trace contextRef="#ctx0" brushRef="#br1" timeOffset="89163.61">23731 8814 15663 0,'-1'0'1392'0,"1"0"-1120"0,0 0-272 0,0 0 0 16,1 1 1120-16,-1 1 160 0,0 0 48 0,0 3 0 15,0-1-32-15,-1 5 0 0,1-9 0 16,0 0 0 0,-6 41-496-16,6-41-96 0,-7 40-32 0,7-40 0 15,-10 48-128-15,10-48-32 0,-11 52 0 0,11-52 0 16,-12 52 0-16,12-52 0 0,-9 46 0 0,9-46 0 16,-8 38-192-16,8-38-64 0,0 0 0 0,-5 42 0 15,5-42-96-15,0 0-32 0,0 0 0 0,0 0 0 16,0 0-128-16,0 0 0 0,0 0 0 0,0 0 0 15,0 0-736-15,0 0-80 0,0 0-16 0,0 0 0 16,23 5-1472-16,-20-11-288 0,1 0-64 0,0-3-7776 16</inkml:trace>
  <inkml:trace contextRef="#ctx0" brushRef="#br1" timeOffset="89731.61">23720 8974 6095 0,'4'-34'128'0,"-2"18"16"0,-1 8 16 0,-1 4 32 0,1 2-192 0,-1 1 0 15,1-4 0-15,1-4 0 0,0-3 2032 0,1 0 352 16,0-1 80-16,-1 3 16 0,0 2 64 0,0 2 16 15,-2 3 0-15,0 0 0 0,1 3-736 0,0 0-144 16,1 0-16-16,0 0-16 0,0 1-704 0,2 1-144 16,0-2-32-16,3 0 0 0,0-2-400 0,3 1-96 0,2-1-16 0,1-2 0 15,1 1-48-15,2-2-16 0,-1 2 0 0,-1 0 0 16,0 2-64-16,-3 1-128 0,-2 0 176 0,-1 4-176 16,-8-4 0-16,0 0 0 0,0 0 0 0,0 0 0 15,7 46 0-15,-13-34 0 0,-3 3 0 0,-3-1 0 16,-2 2 0-16,-2-4 128 0,0 0-128 0,-1-2 160 15,1-2 208-15,2 0 32 0,0-3 16 0,0 2 0 0,2-3 80 16,1-1 16-16,3-1 0 0,2-1 0 0,1-1-128 16,2 0-32-16,1-1 0 0,1-1 0 0,3-1-192 0,1-1-32 15,2-1-128-15,0 0 192 0,3-1-192 0,2 0 128 16,0-1-128-16,2-1 0 0,1-1 0 0,1 0 0 16,1 0 0-16,1-1 0 0,-1 0 0 0,0 1-208 15,1-2 32-15,0 1 16 16,-1 0-224-16,1-2-64 0,2 1 0 0,-1 1 0 0,0-1 256 0,0 1 64 15,-1 2 0-15,-2 2 0 0,0 1 128 0,-1 2 0 16,-1 3 0-16,-2 3 0 0,-10-3 128 0,0 0-128 16,0 0 128-16,0 0-128 0,23 49 0 0,-23-49 128 15,0 0-128-15,-8 46 0 0,8-46 128 0,-11 35-128 0,11-35 160 0,-14 33-160 16,7-19 240-16,0-1-48 0,0-1-16 0,0-1 0 16,1-1 16-16,1-3 0 0,2 0 0 0,0-5 0 15,2 0-32-15,1-2 0 0,2-2 0 0,0 0 0 16,0-3-160-16,2-2 128 0,2-2-128 0,0-1 128 15,3-1-128-15,-1-1 0 0,2-3 144 0,1-1-144 16,1 1 0-16,1-3 0 0,0 1 0 0,1-2 128 16,0-2-128-16,0 2 0 0,0-3 0 0,0 3 0 15,-1 2 0-15,-2 1 0 0,-1 4 0 0,-1 3 0 16,-1 4 0-16,-3 0 0 0,1 5 0 0,-2 0 0 0,-2 3-320 16,1 1 32-16,0 2 0 0,-3-6-11552 31,0 0-2320-31</inkml:trace>
  <inkml:trace contextRef="#ctx0" brushRef="#br1" timeOffset="90429.9">24322 8848 14975 0,'0'-7'320'0,"0"4"80"0,1 1 16 0,-1-2 0 0,1 3-416 0,-1-2 0 0,1 3 0 0,0-2 0 0,0 0 2272 15,0-2 368-15,0 1 80 0,-1 0 16 0,0 0-976 0,-1 2-192 16,-1 2-32-16,-1 2-16 0,0 2-832 0,-2 1-176 15,-2 1-16-15,1 2-16 0,-1 2-144 0,-1 1-16 16,0 2-16-16,-1 0 0 0,2 1 176 0,7-15 32 16,-11 28 16-16,11-28 0 0,0 0 64 0,0 0 16 0,-4 38 0 0,7-33 0 15,1 0-368-15,0-2-80 0,2-1-16 0,0-2 0 16,2 0 64-16,0-3 16 0,2-1 0 0,1-1 0 16,0 0-96-16,1-2-128 0,0-1 176 15,-1 2-176-15,0-4 0 0,-1 3 0 0,-1-2 0 0,0-1 0 16,-2 1 0-16,-1 0 0 0,-2 1-176 0,-2-2 176 0,-1 1-336 0,-2-2 32 15,-1 1 16-15,-1 0 0 0,-3 0 288 0,-1 1 0 16,-1 0-128-16,0 4 128 16,-1 0 0-16,0 4 0 0,-1 0 0 0,1 3 0 0,0 0 336 0,-1 3-16 31,3-1-16-31,0 2 0 0,0 1-80 0,2-2-16 0,1 2 0 0,2 0 0 16,1-2-80-16,1-1-128 0,2 1 176 0,1-2-176 0,0 0 128 0,3-2-128 0,1 1 0 15,2-2 0-15,0-2 128 0,1 0-128 0,1 0 144 0,0-1-144 16,2-2 128-16,-1 1-128 15,0 1 0-15,-1-2 0 16,-1 1 0-16,1-1 0 0,-1-1 0 0,1 0 0 16,0-1 0-16,-1 2 0 0,0-2 0 0,-1 0 0 15,0 1 0-15,-3 0 0 0,1 1 0 0,-3 1 0 16,-1 1 0-16,0 3 0 0,-2-2 0 0,-1 4 0 16,0-2 0-16,-1 3 0 0,0-1 0 0,-2 3 0 15,1 0 0-15,-2 1 0 0,2 2 0 0,-2 1 0 16,1 1 0-16,3-10 0 0,0 0 0 0,-8 33 0 0,8-33 0 15,0 0 0-15,0 0 0 0,-5 45 0 0,5-45 0 16,0 0 0-16,0 0 0 0,0 0 0 0,8 44 0 0,-5-38 128 16,0-1-128-16,1-3 0 0,0 0 0 0,-1-2 0 15,2 2 128-15,-1-4-128 0,1 2 0 0,0-2 128 16,1-3-128-16,0 1 0 0,0 0 128 0,1-2-128 16,0 0 0-16,1 0 144 0,-1-3-144 0,1 1 0 15,0-1 0-15,0 0 128 16,0-1-128-16,0 0 0 0,0 1 0 0,0-3 0 0,-1 0 0 0,0-4 0 15,-1-1 128-15,2-1-128 0,-2 0 0 0,1 2 0 16,0 0 0-16,-1 4 0 0,-1 1 0 0,0 2 0 0,-2 3-128 16,1 3 128-1,-1 1-1440-15,-2 4-224 0,-1 1-32 0</inkml:trace>
  <inkml:trace contextRef="#ctx0" brushRef="#br1" timeOffset="90808.63">24655 8874 911 0,'1'0'0'15,"0"0"0"-15,0 0 0 0,0 0 0 0,0 0 1792 0,0-2 256 0,2 2 64 0,-1-1 16 16,3 1 576-16,1-2 112 0,0 0 32 0,2 1 0 16,-2-1-800-16,1 1-176 0,0 0-16 0,-1-1-16 15,1 0-608-15,-1 1-112 0,2 1-32 0,0-2 0 16,1 0-240-16,-1 1-48 0,-1-1-16 0,1 0 0 0,0 0-96 0,0 1-32 16,1-3 0-16,-1 1 0 15,0 1-336-15,-1-3-80 0,0 2-16 0,-1-1 0 0,-1-1-224 0,-1-2 0 16,0 2 0-16,-2 0 0 0,0-1 0 0,-1-2 0 15,-2 2 0-15,-2 0 0 0,0 0 0 0,-1 0 0 16,-1 2 128-16,-1-1-128 0,0 0 288 0,-1 1 16 16,1 1 0-16,-1-1 0 0,2 3 0 0,-2 1 0 15,1 1 0-15,-1 3 0 0,0 1-16 0,-1 2 0 16,1 3 0-16,0 4 0 0,-1 0 16 0,8-14 0 16,-13 32 0-16,13-32 0 0,-11 32-96 0,11-32-16 0,-10 31 0 0,10-31 0 15,0 0-48-15,-9 34-16 16,9-34 0-16,0 0 0 0,0 0-128 0,0 0 0 0,0 0 0 0,0 0 128 15,19 40-128-15,-13-40 0 0,1 0 0 0,1-2 0 16,2 1 0-16,-1-2 0 0,0 0 0 0,0 0 0 16,1 0 0-16,-1-2 0 0,2 1 0 0,0-1 0 31,0 0-1072-31,1 1-80 0,0-1-32 0</inkml:trace>
  <inkml:trace contextRef="#ctx0" brushRef="#br1" timeOffset="91391.35">24992 8909 3679 0,'3'-4'320'0,"0"1"-320"0,-1 1 0 0,1-1 0 0,-1 1 864 0,0 2 96 16,0-3 32-16,0 1 0 0,4 0 560 0,1-3 112 16,3-2 32-16,-2 0 0 0,0 2 320 0,-1-1 64 15,-3 1 16-15,1 0 0 0,-1 0-688 0,-2 2-128 16,0-1-16-16,-2-1-16 0,-1 0-480 0,-1 1-112 15,-1-1-16-15,-1-1 0 0,0 0 288 0,-1 1 48 16,0 1 16-16,0-2 0 0,0 4 32 0,0 0 16 16,-1 0 0-16,0 2 0 0,2 0-320 0,-2 0-64 0,1 3-16 15,-1 0 0-15,1 3-224 0,-2 0-48 16,0 2-16-16,-1 1 0 0,2 1-16 0,-2 1 0 0,1 1 0 16,0 0 0-16,2-1-128 0,-1 2-16 0,6-13-16 0,0 0 0 15,-8 29-176-15,6-20 160 0,2-9-160 0,0 0 160 16,0 0-160-16,0 0 0 0,0 0 0 0,0 0 0 15,0 0 0-15,0 0 0 0,30 30 128 0,-21-32-128 16,0 0 0-16,2-3 0 0,0 0 0 0,-1-2 0 16,1 0 0-16,-1 0 0 0,0 0 0 0,1-3 0 15,-1 1 0-15,-2-2 0 0,0 1 0 0,0-2 0 0,-1 0-192 16,1-2 48-16,-2-5 0 0,2 0 0 0,-2-2 144 0,0-1-208 16,1-3 80-16,0 0 128 0,-2-1-144 0,1-2 144 15,-1 1 0-15,-1-1 0 16,-1 2 0-16,0 0 0 0,0 3 0 0,0 4 0 0,0 4 128 0,0 1 48 15,-1 2 0-15,0 3 0 0,1 1 48 0,-1 4 16 16,0 0 0-16,-1 3 0 0,-1 1-96 0,-1 3-16 16,0 1 0-16,-2 4 0 0,3-8-128 0,0 0 128 15,-10 37-128-15,10-37 128 0,0 0-128 0,-12 47 0 16,12-47 0-16,-14 48 0 0,5-19 0 0,-1 5 0 16,-1 1 128-16,0 3-128 0,-1 2 0 0,1 1 0 0,2-2 0 15,1-5 0-15,8-34 0 0,-4 55 0 0,4-55 128 16,0 0-128-16,13 53 0 0,-13-53 0 0,0 0 0 0,28 32 0 15,-28-32 0-15</inkml:trace>
  <inkml:trace contextRef="#ctx0" brushRef="#br1" timeOffset="94472.22">15858 9792 4607 0,'2'-3'400'0,"-1"0"-400"0,0 1 0 0,0 0 0 0,0 2 192 0,0 0-32 16,0 0-16-16,1-2 0 0,0 1 880 0,2-1 160 31,1 0 32-31,0 1 16 0,-1-2 896 0,1 2 176 0,1-1 48 0,0-1 0 0,1 1 32 0,-1 0 16 16,1 1 0-16,-1 1 0 16,0 3-336-16,-2 0-64 0,1 2-16 0,-5-5 0 15,0 0-896-15,0 0-192 0,7 44-48 0,-7-44 0 16,-4 38-304-16,0-15-64 0,-2 3-16 0,0 3 0 0,-2 2-144 0,-2-2-48 0,0 4 0 15,-1-3 0-15,0 1-48 0,1-4-16 0,2-3 0 16,3-3 0-16,1-3-208 0,4-18 144 0,-2 29-144 0,2-29 128 16,0 0-128-16,0 0 0 0,0 0 0 0,0 0 0 15,0 0 0-15,0 0 0 16,0 0 0-16,33-5 0 0,-28-6-192 0,2-2-64 0,-1-3 0 0,1-1-16 31,-2-1-2064-31,0 0-416 0,-1-2-64 0,-2 0-32 0,-1 1-1136 16,-1-2-240-16,-1-3-32 0,-1-2-16 0,0-1 1792 15,-1 0 368-15,1-2 64 0,0 4 0 0,2 5 1824 0,-1 4 352 0,1 4 80 0,1 0 16 16,0 3 1952-16,1 4 400 0,0 0 80 0,0 0 16 16,0 4-48-16,0-2 0 0,1 2 0 0,2 0 0 0,-2 0-848 15,4 1-176-15,0-3-48 0,4 1 0 0,0 0-608 0,2-3-128 16,1 0-32 0,0 1 0-16,0-1-352 0,2 0-80 0,3-2-16 0,-3 1 0 0,1 3-160 0,-4 0-48 31,-2 3 0-31,-2 1 0 0,-9-1-128 0,0 0 0 0,0 0 0 0,0 0 0 0,15 40 0 0,-20-28 0 15,-3 4 0 1,-4 0 0-16,-2 2 128 0,-2 0-128 0,-2-1 0 0,0 0 128 0,1-1-128 0,-1-2 0 16,1 0 0-16,2-2 0 0,0-2 0 0,2-3 0 15,3-2 144-15,1-2-144 0,4-2 128 0,1-1-128 16,2-1 160-16,3-2-160 0,1-2 240 0,3-1-48 0,2-2-16 16,2-1 0-16,2 1-176 0,2-4 0 0,0 2 144 0,2 1-144 15,3-3 0-15,-1-1 0 16,2 1 0-16,-1 2 0 0,-1 0 0 0,1 1 0 0,0 0 0 0,-2 3 0 15,2 0 0-15,-1 3-128 0,1-1 128 0,-1 3 0 16,-1-1 0-16,-3 2 0 0,-1 2 0 0,-12-2 0 31,0 0 0-31,0 0 0 0,0 0 0 0,0 0 128 0,0 0-128 0,0 0 0 0,0 0 0 16,0 0 128 0,0 0-128-16,0 0 176 0,7 43-176 0,-14-36 192 15,0 3 32-15,1-1 16 0,-1 1 0 0,2 1 0 0,1-1-240 16,1 0 128-16,0 1-128 0,2-4 0 0,1-7 144 0,0 0-144 0,0 0 128 0,0 0-128 0,0 0 128 15,0 0-128-15,34 19 0 0,-24-24 128 0,2-1 16 16,0-4 0-16,2 0 0 0,-1 1 0 0,1-3-144 0,-1 0 0 16,2-1 144-16,-3 3-144 0,0-2 0 0,-2 2 0 15,1-2 0 1,-3 3 0-16,-1 0 0 0,-3-1 0 16,-2 3 0-16,-2 0 0 0,-1 0 0 0,-3 2 0 15,-3 0 0-15,-3 3 0 0,-1-1 0 0,-2 1 0 16,-1 2 0-16,-1 2 0 0,0-1 0 0,0 3 0 15,0-1 0-15,1 1 0 0,1 1 0 0,3 1 0 0,0 0 0 0,3-1 0 16,2-1 0-16,2-1 0 0,1 2 0 0,3-2 0 16,1 0 0-16,1-2 0 15,3 3 0-15,1-4 0 0,3 1 0 0,0-1 0 0,3-1 0 0,1 1 0 16,1-2 0-16,1-1 0 0,2 0 0 0,-1 0-128 16,-1 0 128-16,2-2 0 0,2 1 0 0,0-3 0 15,-1 3-128-15,-1-2 0 0,0 0 0 0,1 0 0 16,-2 1-64-16,-2-1-16 0,0 1 0 0,-3 2 0 15,0-1 208-15,-2 1 0 0,-3 1 0 0,-1 0 0 16,-3 2 0-16,-1 1 0 0,-1 0 0 0,-1 1 0 16,-1 1 0-16,-1 1 0 0,-1 1 128 0,-2 1-128 0,-1 2 304 15,1-1 0-15,-1 3 0 0,1 0 0 0,-1 1-128 0,1 1-32 16,-1 3 0-16,0 2 0 0,2-2-144 0,0 2 192 16,0 2-192-16,1-3 192 0,-1 1-64 0,4-17-128 15,-6 29 192-15,4-15-64 0,-1-4-128 0,0 1 160 16,0 1-160-16,0 0 160 0,0-3-160 0,0 1 0 15,-1-1 0-15,2 1 0 0,-2-1 0 0,-1 1 0 16,1-1 0-16,0-2 0 0,0 3 0 0,0-5 0 16,1 2 0-16,-1-3 0 0,1 1 0 0,0-2 0 15,2-3 0-15,0 0 0 16,1-3-448-16,1-2 0 0,1-2-16 0,2-2 0 16,1-3-1008-16,-1-2-208 0,2-3-48 0,0-2 0 15,1-2-480-15,-1-3-96 0,0 1-32 0,-1-1 0 16,-2-2 32-16,1-2 0 0,-1-1 0 0,0 2 0 15,0 4 1024-15,1 2 192 0,0 5 64 0,-1 4 0 0,1 3 1616 0,-1 3 336 0,0 1 64 0,-1 3 16 16,0 0 1280-16,1 0 256 0,1 1 48 0,0 1 16 16,0 1-112-16,1 1 0 0,1 0-16 0,1 0 0 15,-7-2-1072-15,0 0-224 0,0 0-32 0,35 10-16 16,-35-10-752-16,0 0-128 0,32 4-48 0,-22-4 0 16,-10 0-208-16,0 0 128 0,0 0-128 0,29 5 0 15,-23-4 0-15,-2 1 0 0,-2 1 0 0,0-2 0 16,-1 4 0-16,-2-2 0 0,-1 1 0 0,-3 3 0 0,-1-2 0 0,-1 2 0 15,-1 2 0-15,-3-1 0 0,0-1 0 16,-2 2 0-16,0 1 0 0,1-1 0 0,2-2 0 16,-1 1 0-16,2-1 0 0,0 0 0 0,3 0 0 0,1-4 0 15,1 1 0-15,3-4 0 0,1 2 0 16,1-3 0-16,1 0 0 0,2-3 0 0,2 1-384 0,1-3 16 16,3 0 16-16,2-1 0 15,2-3-368-15,1-1-80 0,2 1-16 0,-1-1 0 16,0 2 112-16,-1-2 32 0,0 1 0 0,1 1 0 0,-1 0 240 0,0-1 48 15,-1 3 16-15,-1-1 0 0,-1 2 368 0,-1 1 0 16,-1 3 0-16,-1-2 0 0,-4 3 128 0,-1 1 0 0,0 0 0 0,-2 1 0 16,-1 1 384-16,-1 1 64 0,-2 1 0 15,-1 1 16-15,-1 1 0 0,-1 0 0 0,-2 2 0 0,0 0 0 16,-2 1-256-16,1 1-48 0,1 1-16 0,-1-1 0 16,1 0-96-16,1-1-32 0,2 0 0 0,1-1 0 15,1-1 96-15,2-2 16 0,1-1 0 0,0 1 0 16,3-2-128-16,-1-1 0 0,3-2-128 0,0-2 192 0,2 1-192 0,1-4 144 15,1 1-144-15,1-3 128 0,1 0-128 0,0-1 0 16,0 1 0-16,0-1 0 0,1-2 0 0,0 2 0 16,0-1 0-16,0-3 0 0,0 3-144 0,-1 0-16 15,-2 1 0-15,-1-1 0 0,-1 4-80 16,-1-3-16-16,-2 4 0 0,-2-3 0 0,-1 3 256 0,-1 1 0 16,-1 0 0-16,0-1-144 0,-1 3 144 0,-1 1 0 15,1 0 0-15,-1 3 0 0,0-1 0 0,0 3 0 16,0-2 128-16,-1 2-128 0,0 1 192 0,0 2-48 15,1 1 0-15,-1 0 0 0,0 3 96 0,1 0 16 0,2-12 0 16,0 0 0-16,0 33-48 0,0-33 0 0,0 0 0 0,0 0 0 16,10 38-208-16,-10-38 128 0,0 0-128 0,0 0 0 15,0 0 0-15,0 0 128 16,34 24-128-16,-27-26 0 0,3-1 0 0,-1-2 0 16,1-2 0-16,2 0 0 0,0-2-560 0,1-1-96 15</inkml:trace>
  <inkml:trace contextRef="#ctx0" brushRef="#br1" timeOffset="94741.21">17295 9571 13823 0,'2'-12'608'0,"-1"5"128"15,0 0-592-15,-1 3-144 0,1 1 0 0,-1 1 0 0,0 1 2304 0,1-1 448 16,-1-3 64-16,0 3 32 16,-2 2-112-16,-1 4-32 0,0 4 0 0,-4 1 0 15,1 3-1120-15,-2 3-240 0,0 2-32 0,-2 1-16 0,-1 3-784 0,0 0-144 31,-1 3-48-31,0 0 0 0,2-3-80 0,0 3-32 16,0 0 0-16,0-1 0 0,4-4-32 0,0 0-16 16,6-19 0-16,-3 29 0 0,3-29-32 0,0 0-128 15,0 0 192-15,0 0-64 0,0 0-128 0,0 0 0 16,33 33 0-16,-24-36 0 0,2 0 0 0,-1-1 0 16,-1-1 0-16,1 1 0 0,1-1-256 0,0-2-48 0,2 0 0 0,-1 0 0 31,2 0-2064-31,-1 2-400 0,0-2-96 0,-1 2-12112 0</inkml:trace>
  <inkml:trace contextRef="#ctx0" brushRef="#br1" timeOffset="95370.85">17400 9799 6495 0,'11'-1'128'0,"-9"1"48"0,-2 0 0 0,0 0 16 0,1 0-192 0,0 0 0 0,0 0 0 0,2 0 0 15,0-2 3008-15,1 0 576 0,1-1 96 0,0-1 32 16,1 0-880-16,-1-1-160 0,0-1-48 0,1 0 0 16,-1 0-1216-16,0-1-240 0,0-1-48 0,1-2-16 15,-1 2-400-15,-2-1-64 0,0 1-32 0,-2 0 0 0,0 2-224 0,-2 0-32 16,0 0-16-16,-2 3 0 0,0 0-64 0,-3 1-16 15,0 4 0-15,-2 0 0 0,-1 2-80 0,-1 1-32 16,-1 3 0-16,-2 3 0 0,1 0-144 0,1 2 128 16,0 1-128-16,1 0 128 0,1 3-128 0,-1 0 0 15,2 1 0-15,1-1 0 0,1 0 0 0,1-1 0 16,5-16 0-16,0 0 128 0,-3 31 80 0,3-31 16 16,0 0 0-16,0 0 0 0,0 0-48 0,0 0-16 15,0 0 0-15,41 12 0 0,-31-18-160 0,1-2 0 0,2-1 0 0,0-1 128 16,0 0-128-16,-1-2 0 0,0 3 0 0,-1-3 0 15,0 1 0-15,-2 1 0 0,1 0-176 0,-2-2 176 32,-1 3-496-32,-2 2-16 0,-1-3 0 0,-1 4 0 0,-2 0 208 0,0 2 48 0,0 2 0 0,-1-1 0 15,-1 4 256-15,0 1 0 0,0 1 0 0,-2 3 0 16,1 0 0-16,-1 2 176 0,-1 2-48 0,2 1-128 16,2-11 432-16,0 0-32 0,-6 38 0 0,6-38 0 15,0 0-80-15,0 0-32 0,7 38 0 0,-7-38 0 16,0 0-96-16,0 0-32 0,0 0 0 0,0 0 0 15,35 14-160-15,-26-17 128 0,0-2-128 0,2-1 128 16,2-1-128-16,-2-2 0 0,0-1 0 0,1 1 0 16,2-3 0-16,0-2 0 0,1 2 0 0,-1-3 0 0,1 2-192 15,-1 1 0-15,0-1-16 0,-2 2 0 16,-2 1-288-16,0-1-48 0,-2-1-16 0,-2 2 0 0,-1 0 384 0,-1 1 176 16,-2 0-160-16,-2 1 160 0,0 2 0 15,-1 3 0-15,0 1 0 0,-1 0 0 0,1 4 240 0,-2-2-16 16,1 3 0-16,0 1 0 0,0-2 32 0,-2 3 16 15,1 1 0-15,0 0 0 0,1 1-144 0,-1 0-128 16,0 2 192-16,0 1-192 0,1-2 192 0,0 3-64 16,2-11 0-16,-5 21-128 0,5-21 208 0,-5 29-64 15,5-29-16-15,-8 33 0 0,3-17-128 0,1 1 0 16,-1 0 144-16,5-17-144 0,-6 30 0 0,6-30 0 0,-4 26 0 0,4-26 128 16,0 0-128-16,0 0 0 0,0 0 0 0,0 0 0 15,0 0 0-15,0 0 0 0,0 0 0 16,0 0 0-1,0 0-320-15,0 0-64 0,0 0-32 0,0 0-11472 0,0 0-2288 0</inkml:trace>
  <inkml:trace contextRef="#ctx0" brushRef="#br1" timeOffset="97832.32">17750 9838 8287 0,'0'0'736'0,"-1"-2"-592"0,0 2-144 0,1 0 0 0,0 0 1328 0,-1-1 224 15,0 0 48 1,-1-1 16-16,0-1 752 0,0-1 160 16,0 1 32-16,0-1 0 0,0 1-480 0,0 0-96 15,0 1 0-15,1 0-16 0,0 0-512 0,-1-1-112 0,1 3 0 0,1-3-16 0,-1 2-432 0,1 0-96 16,2-1-16-16,0 0 0 0,0-1-288 0,3-2-64 15,2 2-16-15,2-3 0 0,1 1-176 0,1-1-48 16,3 0 0-16,1-1 0 0,1-1-64 0,1-2 0 16,2 2-128-16,-2-1 192 0,0 1-192 0,0 0 0 0,-1 2 128 0,-1-1-128 15,1 2 0-15,-4 1 0 0,-1 2 0 0,-2 0-12048 16,0 2-2416 0</inkml:trace>
  <inkml:trace contextRef="#ctx0" brushRef="#br1" timeOffset="98752.34">18515 9569 2751 0,'0'-1'256'0,"0"1"-256"16,0 0 0-16,0 0 0 0,0-2 1472 0,0 2 240 16,0 0 48-16,0-2 16 0,0-1 720 0,0 1 160 15,0-1 32-15,0 1 0 0,0 2-432 0,0-1-80 16,0 0 0-16,0 1-16 0,0 0-640 0,0 0-128 15,-1 0-32-15,1 2 0 0,-1 0-464 0,0 3-112 16,-1 0-16-16,-1 5 0 0,2-1-256 0,-3 5-64 0,-1 3-16 0,1 2 0 16,-1 1-16-16,-2 1 0 15,3-1 0-15,-3 3 0 0,7-23-48 0,-11 47-16 0,5-24 0 0,-1 0 0 16,2-3-208-16,5-20-144 0,-10 33 192 0,10-33-192 16,-5 24 192-16,3-14-192 0,0-3 192 0,0-1-192 15,1-1 192-15,0-3-192 0,0 1 192 0,0-3-192 16,1 0 176-16,0-3-176 0,0 1 160 0,0-3-160 15,0 3 192-15,1-6-64 0,0 2-128 0,0-2 192 0,1 1-192 16,1-2 0-16,1-1 128 0,-1-1-128 0,2 1 0 16,0-2 0-16,0 0 0 15,2 1 0-15,0-1 0 0,1-2 0 0,2 2 0 0,0 0 0 0,3 0 0 0,0 2 0 16,2 3 0-16,0 2 0 16,-1 1 0-16,0 1 0 0,0 1 0 0,-1 2 0 0,-1 2 0 0,-12-2 0 15,0 0 0-15,32 12 0 0,-32-12 0 0,0 0 0 16,0 0 0-16,0 0 0 0,23 38 0 0,-23-38 0 15,0 0 0-15,-5 29 0 0,1-20 0 16,-3-2 0-16,-1 3 0 0,-2-5 0 0,-2 4 0 0,0-2 0 0,0-1 0 16,-1 0 0-16,1-4 0 0,-1 1 0 0,1-1 0 15,1-2 0-15,1-2 0 0,2-3 0 0,0 2 0 16,3 0 0-16,1-1 0 0,1 0 0 0,3 1 0 0,1-1 0 16,3 1-320-16,1-2-48 0,4 2-16 0,0-1-11344 15,3-1-2288-15</inkml:trace>
  <inkml:trace contextRef="#ctx0" brushRef="#br1" timeOffset="99116.01">18768 9774 5519 0,'-1'0'496'0,"1"1"-496"0,0 1 0 0,0-2 0 16,0 0 3312-16,0 1 560 15,0-1 112-15,1 1 32 0,1 0-624 0,1 1-112 0,1-2-16 0,3-2-16 0,-1 0-1392 0,3-2-256 16,1 1-64-16,1-3-16 0,0 1-688 0,1-1-144 15,1 0-32-15,-1 0 0 0,1-2-464 0,-2 2-192 16,0 0 128-16,0-1-128 0,-4 2 0 0,0-1 0 16,-3 1 0-16,-1 0 0 0,-1 0 0 0,-3 1 0 15,-1 1 0-15,-3-1 0 0,0 1 0 0,-3 1 0 16,0 1 0-16,-2 1 0 0,0 1-128 0,-2 1 128 0,0 3 0 16,0-1 0-1,-1 1 0-15,0 2 0 0,0 1-144 0,1 1 144 0,1 0 0 0,1 1 0 16,0 3 0-16,0 0 0 0,0 1 0 0,-1 1 176 31,4 1-48-31,0-2-128 0,3-2 352 0,4-12-32 0,0 0-16 0,-2 31 0 16,2-31-128-16,0 0-32 0,0 0 0 0,0 0 0 15,0 0-144-15,42 21 160 0,-31-23-160 0,2-3 160 16,1 1-160-16,1-4 0 0,0 1 0 0,1-1 128 16,1 0-128-16,-1 1 0 0,0-3 0 0,1 3 0 15,-1 0-896-15,-2-1-128 16,1 2 0-16,-1 1-16480 0</inkml:trace>
  <inkml:trace contextRef="#ctx0" brushRef="#br1" timeOffset="99796.66">19133 9772 5519 0,'-1'0'240'0,"1"0"64"0,0 0-304 0,0 0 0 0,0 0 0 0,1 0 0 16,-1 0 2032-16,1 0 336 0,1-1 80 0,1 0 16 16,1 1 672-16,0-2 128 0,1-1 16 0,-1 1 16 15,0-1-800-15,1 0-176 16,0-1-16-16,-1 2-16 0,0-1-1008 0,1-1-208 0,-2 2-48 0,1-3 0 16,0 2-592-16,-1 1-128 0,0 0-32 0,0-1 0 15,0-1-144-15,0 1-128 0,-1-1 192 0,0 1-192 16,0-2 0-16,0 1 0 0,-1-1 0 0,0 0 0 15,-1 0 0-15,-2 0 0 0,0 1 0 0,-2-1 0 16,1 2 0-16,-3 0 0 0,-1 2 0 0,-1-1 0 16,1 4 0-16,-2 0 0 0,-1 1 0 0,0 4 0 0,0-2-128 0,-1 4 128 15,1 1 0-15,-2 1-144 16,1 1 144-16,1 0 0 0,0 2-144 0,0 1 144 0,1-3 0 0,1 2 0 16,-2 0 0-16,2-2 0 0,2 2 0 0,0-5 0 15,2 1 0-15,4-10 0 0,0 0 0 0,0 0 0 16,0 0 0-16,0 0 128 0,0 0-128 0,0 0 0 15,0 0 0-15,0 0 0 0,0 0 0 0,0 0 0 16,0 0 128-16,0 0-128 0,29 10 0 0,-24-13 0 0,-2-1 0 16,-1 1 0-16,-1 0 0 0,1 0 0 15,-1 2 0-15,-1-2 0 0,1 1 0 0,-1 2 0 0,0 0 0 0,-1-2 0 16,1 2 0-16,0 0 0 0,-1 2 0 0,1-2 0 16,0 0 0-16,0 0 0 0,0 0 0 15,0 0 0-15,0 1 0 0,0-1 0 0,0 0 0 0,1 0 0 16,-1 0 0-16,0 1 0 0,1-1 128 0,-1 1-128 15,1-1 0-15,-1 0 0 0,1 2 0 0,-1-2 0 16,1 0 0-16,0 0 0 0,-1 1 0 0,1 0 0 16,1-1 128-16,-1 2-128 0,0-2 0 0,0 1 128 15,1 1-128-15,-1 0 0 0,0-1 0 0,1 3 0 0,-1-4 0 0,0 3 0 16,1 1 0-16,-1-1 0 0,0-1 0 0,1 0 0 16,1 0 0-16,-1-1 0 0,1 1 0 0,0 0 0 15,2-2 0-15,0 0 0 0,-1 0 0 0,2 0 0 16,-1-2 0-16,1-1 0 15,0 1 0-15,0 0 0 0,2-3 0 0,-1 0 0 0,1 1 0 0,1-1 0 16,-1 0 0-16,1 0 0 16,1 0-416-16,-1 1-64 0,0-1-16 0,-1 0-10928 15,2 1-2192-15</inkml:trace>
  <inkml:trace contextRef="#ctx0" brushRef="#br1" timeOffset="101170.8">19433 9751 20271 0,'0'0'896'0,"-1"0"192"0,1 0-880 0,0 0-208 0,0 0 0 0,0 0 0 16,1-2 2016-16,-1 2 352 0,2-1 80 0,0-1 16 16,1 1-368-16,0-2-80 0,1 0-16 0,0-1 0 15,0 1-1088-15,0-2-208 0,1-2-64 0,-1 2 0 16,0 0-384-16,0-1-96 0,-1-1-16 0,0 2 0 16,-1 0-144-16,-1-1 0 0,-1 1 0 0,-1 1 0 15,-1 1 0-15,0 0 0 0,-1 0 0 0,-2 1 0 16,0 2 0-16,-1 0 0 0,-2 3 0 0,1 1 0 15,-1 0 0-15,-1 2 0 0,0 0 0 0,-1 4 0 0,0-2 0 0,-1 3 0 16,1-1 0-16,0 2 0 0,1 1 0 16,0-1 0-16,0 2 0 0,2-2 0 0,-1 0 0 0,2 0 0 15,1-2 0-15,1-1 0 0,3-2 0 0,1-2 0 16,1 0 144-16,0-1-144 0,4-3 0 0,0-1 0 16,1-1 0-16,2-2 128 0,-1-1-128 0,1-1 0 15,1 1 0-15,0-1 128 0,1-2-128 0,0 0 0 16,1 0 0-16,0-2 0 0,0 1 0 0,-2 1 0 0,0 0 0 0,0-2 0 15,-3 2 0-15,1 2 0 0,-2-3-144 0,0 4 144 16,-2-1 0-16,-1 0 0 0,-1 3-144 0,0 0 144 16,0 0 0-16,-2 4 0 0,1-2 0 0,-2 3 0 15,1 0 0-15,-1 3 0 0,-1-2 0 0,0 6 0 16,0-3 0-16,3-7 0 0,0 0 0 0,0 0 0 16,-4 36 128-16,4-36 0 0,0 0-128 0,0 0 192 15,0 0 0-15,0 0 0 0,0 0 0 0,0 0 0 16,34 28-64-16,-26-31-128 0,1 1 176 0,0-3-176 15,0-2 128-15,2 1-128 0,2-2 0 0,-1-1 0 16,2 0 0-16,0 1 0 0,1-4 0 0,-1 2 0 0,1 1 0 0,-2-2 0 16,-1 1 0-16,-1 2 0 0,-2 0-192 15,-1 0 16-15,-3 1 0 0,0 0 0 0,-1 0 48 0,-2 3 0 16,-2 1 0-16,0 1 0 0,0 1 128 0,-2 2 0 16,-1 3 0-16,-1-2 0 0,0 4 0 15,-1 2 0-15,0 0 0 0,-1 1 0 0,0 1 0 0,0 1 0 16,0 1 128-16,1 0-128 0,-1-1 224 0,1 0-32 15,3-2 0-15,2-9 0 0,0 0 0 0,0 0-16 16,0 0 0-16,0 0 0 0,0 0-176 0,0 0 0 16,0 0 144-16,0 0-144 0,35 24 0 0,-27-29 144 15,1 3-144-15,2-5 0 0,-1 2 0 0,0-3 0 0,1 2 0 0,1-4 0 16,-1 3 0-16,1 0 0 0,-1-3 0 0,-1 1 0 16,-1 2-144-16,0-1-48 0,0 2 0 0,-3-2 0 15,0 2-96-15,-2 0-32 0,-1 2 0 0,-2-1 0 16,0 2 320-16,-1-1-128 15,0 2 128-15,-1-1 0 0,0 1 0 0,-1 0 0 0,1 1 0 0,0 1 0 16,-1 0 0-16,0 0 0 0,0 0 0 0,0 1 0 16,-1 3 128-16,1-1-128 0,-1 1 0 0,-1 1 144 15,0 4 48-15,0 1 16 0,-1 0 0 0,0-1 0 16,5-9 32-16,-9 24 0 0,9-24 0 0,0 0 0 16,-4 33-48-16,4-33 0 0,0 0 0 0,0 0 0 0,0 0-192 15,0 0 144-15,34 33-144 0,-24-33 128 0,2 0-128 16,0-4 0-16,2 1 0 0,1-4 0 0,2 0 0 0,-1-3 0 15,2 3 0-15,1-2 0 0,-1-1-160 16,1 0-64-16,-2 1-16 0,2 0 0 16,-2 1-544-16,1-1-112 0,-2 0-32 15,-2 1 0 1,-1-1 32-16,-2 0 16 0,-1 1 0 0,-3-1 0 0,-1 2 672 0,-2 0 208 0,-2 2 0 0,-1 0-160 0,0 1 368 0,-2 3 80 16,0-2 16-16,-1 2 0 0,-1 2 416 0,-1 0 96 15,0 1 16-15,-1 1 0 0,0 2-320 0,1-1-64 16,-1 2-16-16,1 0 0 0,1 2-192 0,3-8-48 15,0 0 0-15,0 0 0 0,0 0-192 0,-5 35 144 0,5-35-144 16,0 0 128-16,0 0-128 0,0 0 0 0,0 0 0 16,0 0 0-16,13 43 0 0,-13-43 0 15,0 0 0-15,0 0 0 0,0 0 0 0,0 0 0 0,13 42 0 0,-13-42 0 16,0 0 0-16,0 0 0 0,0 0 128 0,0 0-128 16,-5 36 0-16,1-32 0 15,-2 1 0-15,1-2 128 0,-2 1 0 0,1-1-128 0,-3 2 192 0,0-3-64 16,-1-1-128-16,-1 0 0 0,-1 1 0 0,2-2 128 15,1 0-128-15,2-2 0 0,-1 2 0 0,3-2 0 16,1 0 0-16,0 0 0 0,3 1 0 0,1-4 0 16,1 3-512-1,3-3 32-15,1 1 0 0,3-1-17648 0</inkml:trace>
  <inkml:trace contextRef="#ctx0" brushRef="#br1" timeOffset="101517.43">20233 9727 11967 0,'0'0'1072'0,"1"1"-864"0,-1-1-208 0,1 2 0 0,0-2 2320 0,0 0 432 16,1 2 64-16,1 0 32 0,1 0 416 0,-4-2 64 16,0 0 32-16,0 0 0 0,31 8-1568 0,-21-8-320 15,1 0-64-15,2-2-16 0,2-1-800 0,0-1-144 16,0 1-48-16,1-2 0 0,-2 0-272 0,1 1-128 16,-1-1 128-16,-1-1-128 0,-2 0 0 0,0 1 0 15,-1-2 128-15,-3 0-128 0,0 0 0 0,-4 1 0 16,0 0 0-16,-3-2 0 0,-2 2 0 0,-1 0 0 15,-3 0 0-15,-2-1 0 0,-3 3 0 0,-1-1 0 16,-1 2 0-16,0 1 0 0,-1 2 0 0,1 1 0 0,-1 2 0 0,2 3 0 16,0 0 0-16,1 2 0 0,0 3 0 15,2-1 0-15,1 1 0 0,1 1 0 0,2 1 0 0,5-13 0 16,0 0 256-16,-5 39 0 0,5-39 16 0,0 0 0 16,0 0-64-16,34 38-16 15,-34-38 0-15,34 9 0 0,-14-8-192 0,0 1 0 0,4-4 128 0,-1 0-128 16,1-2 0-16,0-2 0 0,3 2 0 0,-4-4-19072 15</inkml:trace>
  <inkml:trace contextRef="#ctx0" brushRef="#br1" timeOffset="103890.24">21177 9540 23951 0,'0'-2'2128'0,"0"2"-1696"16,0 0-432-16,0 0 0 0,0 0 1152 0,0 2 160 16,1-1 32-16,-2 2 0 0,1 1-32 0,-1 4 0 15,-2 2 0-15,-1 3 0 0,4-13-528 0,-10 29-96 0,4-14-32 0,-1 2 0 16,0 1-272-16,-2-1-64 15,2-3-16-15,-2 3 0 0,0-3-96 0,0 1-16 0,0 1 0 0,-1-2 0 16,4-2 96-16,1-3 16 0,1 1 0 0,2-3 0 16,1-1-96-16,0-2-16 0,2 0 0 0,0-1 0 15,2-2-192-15,1-1 144 0,3-1-144 16,0-2 128-16,3-1 0 0,1-1 0 0,1 0 0 0,2-2 0 16,2-3-128-16,1 1 0 15,1 0 0-15,-1-1 0 0,0 0-192 0,-2-1-128 0,-1 2-32 0,-2 0 0 16,-2 0-1984-1,-2 3-400-15,-2-1-80 0,-3 2-11648 0</inkml:trace>
  <inkml:trace contextRef="#ctx0" brushRef="#br1" timeOffset="104086.35">21047 9701 7023 0,'-19'3'144'0,"5"-3"48"0,2 2 0 0,4-1 0 0,4-1-192 0,1 0 0 0,1 1 0 0,-4-1 0 0,-2 0 2816 0,-3 0 528 15,1 2 112-15,3-2 0 0,1 0-448 0,4 0-80 16,4-2-32-16,2 0 0 15,2-2-848-15,2-1-192 0,3 2-16 0,2-4-16 16,3 0-800-16,1-1-144 0,4 2-48 0,0-4 0 16,3 3-496-16,1-2-96 0,2-1-32 0,2 0 0 15,0 1-208-15,-1 0 0 0,-2-1 0 0,-1 0 0 16,-1 1-320-16,-4 0-64 0,0-1-16 0,-2 1 0 16,-1 2-2672-16,-1-3-512 0</inkml:trace>
  <inkml:trace contextRef="#ctx0" brushRef="#br1" timeOffset="104735.21">21477 9382 8287 0,'1'-6'368'0,"0"2"80"0,0 1-448 0,-1 1 0 16,0 0 0-16,0 1 0 0,1 1 2496 0,-1 0 400 15,0 1 96-15,0 1 16 0,0 3 176 0,-1 4 32 16,-2 1 16-16,3-10 0 0,-8 34-1168 0,2-13-224 16,0 2-48-16,-2 1-16 0,1 1-880 0,-2 1-160 0,0-2-32 0,-1 0-16 15,1 0-288-15,-1-3-48 16,-1 0-16-16,1-1 0 0,1-2-176 0,0-3-32 0,2 1-128 0,1-4 192 15,3-2-192-15,-1-1 128 0,1-1-128 16,2-2 0-16,0-1 0 0,1-3 0 0,0 1 0 0,1-3 0 16,1 0 0-16,1-2 128 0,1 0-128 0,-1-2 0 15,4 0 0-15,-1-3 0 0,4-2 128 0,-2 1-128 16,0 1 0-16,1-2 0 0,0-1 0 0,1 1 0 16,0 2 0-16,2-3 0 0,-1 3 0 0,1 0 0 0,-1 2 0 15,-1 0 0-15,0 1 0 0,0 1 0 0,-1 1 0 0,-2 2 0 16,1 0 0-16,-2 2 0 0,-1-1 0 15,-1 3 0-15,0-2 0 0,-4-2 0 0,0 0 0 0,0 0 0 16,0 0 0-16,0 0 0 0,0 0 0 16,9 45 128-16,-9-45-128 0,0 0 0 0,0 0 0 0,0 0 0 15,0 0 0-15,11 41 0 0,-11-41 0 0,0 0 0 16,0 0 0-16,29 9 0 0,-19-9 0 0,2-2 0 16,0 0 0-16,0-2 0 0,2 0 0 0,0-3 0 15,0 0 0-15,0 0 0 0,0-2-144 0,-1 2-32 0,-1-1 0 0,-1 1 0 31,-1 0-448-31,-2 0-80 0,-2 0-32 0,0 0 0 16,-3 2-288-16,0 0-64 0,-2-2-16 0,-1 2 0 16,0-2 304-16,-1 1 64 0,-2 1 16 0,0 0 0 0,-2 0 512 0,1-1 208 0,-2 0-176 0,1 1 176 15,-1 1 0-15,1 1 0 0,1-2 0 0,-1 3 160 16,1 0 368-16,1-1 80 0,-1 1 16 0,1 2 0 16,0 0 80-16,-2 0 32 15,2 2 0-15,-2-1 0 0,3 2-208 0,-2 0-32 0,0 0-16 16,1 2 0-16,0-1-112 0,-1 4-32 0,1-2 0 0,0 2 0 15,0 1-112-15,1 0-32 0,-1 1 0 0,3-10 0 0,0 0-16 16,-4 33-16-16,4-33 0 0,0 0 0 16,0 0 0-16,3 36 0 0,-3-36 0 0,0 0 0 0,0 0-160 0,0 0 192 15,0 0-192-15,30 35 192 0,-22-32-192 16,2-3 0-16,-1 0 0 0,0-2 128 0,1 1-128 16,0-2 0-16,0-1 0 0,-1 0 0 0,-1 1-176 0,2-1-16 15,0-2 0-15,-1 2-18224 0</inkml:trace>
  <inkml:trace contextRef="#ctx0" brushRef="#br1" timeOffset="105449.16">21909 9630 2751 0,'1'-2'256'15,"0"0"-256"-15,0 1 0 0,-1-1 0 16,1 2 2176-16,0-3 400 0,1 0 80 0,1-3 16 16,1-1 1216-16,1-2 240 15,-1 4 48-15,0-2 16 0,1 3-1168 0,-2 1-224 16,-1 0-48-16,0 3-16 0,1 0-1520 0,-1 1-288 0,-1 3-64 0,0-2-16 0,0 3-528 0,0 0-128 15,-1-1 0-15,0 2-16 0,0 0-176 0,0-1 160 32,0 0-160-32,0-3 160 0,1 3-160 0,0-3 0 15,0 1 144-15,0-1-144 0,0-2 0 0,0 2 144 0,1-2-144 0,-1 1 0 0,0-1 144 0,0 2-144 16,0-2 0-16,-1 0 144 0,0 2-144 0,1 1 128 16,0 0-128-16,0 0 128 0,0 2-128 0,0 0 0 15,0 2 0-15,-1-7 0 0,0 0 0 0,0 0 0 16,0 0 128-16,0 0-128 15,7 44 0-15,-7-44 0 0,0 0 0 0,0 0 0 0,0 0 0 0,0 0 0 0,0 0 0 0,0 0 0 32,0 0 0-32,36 20 0 0,-28-25 0 0,0 1 0 0,1-1 0 0,-1-2 0 0,0 0 0 0,0 0 0 15,-1-3 0-15,-1 3-192 0,-1-2 64 0,-1 1 128 32,0-1-448-32,-1 2 16 0,-2 0 16 0,0 0 0 0,0-1 160 0,-1 0 48 0,0 2 0 0,-1 0 0 31,0 1 208-31,1 1 0 0,0 0 0 0,0 2 0 15,0 0 0-15,0 1 208 0,-1 1-64 0,1 0-16 0,0 1 128 16,-1 1 0-16,0 1 16 0,-1 1 0 0,1 1-96 16,0 0-32-16,0 2 0 0,1-7 0 0,0 0-16 0,-6 34 0 15,6-34 0-15,-6 29 0 0,6-29-128 0,-7 36 192 16,7-36-192-16,-11 43 192 0,11-43-64 0,-13 47-128 16,6-23 192-16,-1 0-64 0,0 0-128 0,0-3 0 15,1 2 0-15,-1-3 0 0,1-4 0 0,-1 0 0 16,2-4 128-16,-2-2-128 0,1-3 0 0,-1 0 0 15,-1-2 0-15,0 0 0 0,0-3 0 0,-2 1 0 0,-1-1 0 16,-2-2 0-16,1 0 0 0,-3-3 0 0,-2-1 0 0,1 1 0 16,-1-2 0-16,-1-1 0 0,0 1 0 0,1-2 0 31,3-3-400-31,4 0-16 0,2-3 0 0,3-2-18144 0</inkml:trace>
  <inkml:trace contextRef="#ctx0" brushRef="#br1" timeOffset="106450.28">22595 9630 23951 0,'-4'2'1056'0,"2"-2"224"0,0 0-1024 0,0 1-256 0,1-1 0 16,1 2 0-16,0-2 1936 0,-1 0 336 0,1 2 64 0,0-1 16 15,0 1-560-15,2 0-128 0,1-1 0 0,2-1-16 16,0 0-944-16,2-1-176 0,0-4-32 0,2 1-16 16,-2 1-304-16,1-2-176 15,0-2 192-15,-2 3-192 0,1-4 0 0,-4 2 0 0,1 0 0 0,-2-1 0 16,-1 0 0-16,-2 1 0 16,-2 0 0-16,-1 2 0 0,0-3 0 0,-2 4 0 0,-1-1 0 0,-1 2 0 15,-1 1 0-15,1 2 0 0,-1-1 0 0,1 2 0 16,0 2 0-16,-1 1 0 0,2 0 0 0,0 2 0 15,0 2 0-15,1 1 0 0,-1 2 0 16,1 0 0-16,-1 2 0 0,2 0 0 0,-1 0 0 0,1 0 0 0,5-14 176 0,0 0-176 16,-5 40 160-16,5-40-160 0,0 0 128 0,0 0-128 15,0 0 0-15,0 0 144 0,22 39-144 0,-15-37 0 16,0-2 0-16,1-3 0 0,2 0 0 0,-1-3 0 16,2 1 0-16,0-2 0 0,0 0 0 0,0-2 0 15,0 2 0-15,-2-3 0 0,0 3 0 0,-1-2 0 16,-1 0 0-16,-1 1 0 0,-2-1 0 0,0 0 0 0,-1 1 0 0,-1-2 0 15,0 2 0-15,0-1 0 0,-1 3 0 0,0-2 0 16,-1 4 0-16,0 1 0 0,0 1 0 0,0 4 0 16,0-1 0-16,0 3 0 0,-1-1 0 0,1 4 0 15,0-7 0-15,0 0 0 0,0 0 0 0,0 0 0 0,6 40 0 16,-6-40 0-16,0 0 0 0,0 0 0 0,0 0 0 0,0 0 0 16,0 0 0-16,26 36 0 0,-23-34 0 15,0-1 0 1,1-1 0-16,0 0 0 0,-2-1 0 0,1-1 0 0,1-1 0 0,0 0 0 0,1 0 0 0,0-2 0 15,1-1 0-15,1 0 0 0,-1 0 0 0,1-2 0 16,0 0 0-16,1 1 0 16,1-2 0-16,-1 1 0 0,1-1 0 0,1-1 0 0,0 1 0 15,-1-3 0-15,0 3 0 0,2-1 0 0,-1 3 0 0,-2-2 0 16,-1 4 0-16,-1 0 0 0,1 2 0 0,-2 1 0 16,0 1 0-16,0 1 0 0,-1 1 0 0,0 1 0 0,-1 3 0 15,-3-5 0-15,0 0 0 0,0 0 0 0,0 0 0 0,8 43 0 16,-8-43 0-16,0 0 0 15,-2 42 0-15,2-42 0 0,0 0 0 0,-6 43 0 0,6-43 0 16,0 0 0-16,-8 34 0 0,6-25 0 0,1-2 0 0,-1-2 0 16,1-1 0-16,0-1 0 0,0-1 0 0,0-1 0 15,0-1 0-15,1 0 0 0,0-1 128 0,0-1-128 16,1-1 0-16,1-1 0 0,-1-1 144 0,1 0-144 16,0-1 160-16,2 0-32 0,1-3-128 0,0 0 192 15,2-2-192 1,0 0 144-16,2-1-144 0,-1 0 128 15,1 0-128-15,1-2 0 0,1-1 0 0,0 0 128 0,-1 0-128 16,0 1 0-16,0 0 0 0,0 3 0 0,2 3 0 16,-4 1 0-16,0 2 0 0,0 1 0 0,-2 2-272 0,0 1 16 15,-1 1 0-15,0 1 0 16,-1 1-1984 0,-1 0-400-16</inkml:trace>
  <inkml:trace contextRef="#ctx0" brushRef="#br1" timeOffset="106750.73">23108 9630 11055 0,'1'0'480'0,"-1"0"112"16,1 0-464-16,1 0-128 0,0 0 0 0,0-2 0 0,1 2 2384 0,0-2 464 15,5-1 96-15,2 0 0 0,2-1-1024 0,2-1-224 16,0 0-32-16,-1-2-16 0,1 2-400 0,-2-2-80 16,1 0-16-16,-2 0 0 0,1 0-528 0,-2 0-112 0,-2 0-32 0,0-1 0 15,-2 0-288-15,-1 0-64 0,-2-1-128 0,-1 2 192 16,-3-3 0-16,-1 3-16 0,-2 1 0 0,-1 0 0 15,-2 3 224-15,-2 1 48 0,0 2 16 0,-3 2 0 16,1 2-48-16,-2 1-16 0,0 1 0 0,0 3 0 16,-1 2-192-16,1 2-32 0,1 3-16 0,-1 1 0 15,2 1 80-15,0 0 16 0,1 1 0 0,2-2 0 0,8-17 160 0,-11 35 32 16,11-35 16-16,0 0 0 0,0 0-192 0,12 42-32 16,-12-42-16-16,0 0 0 0,33 15-96 0,-19-13-128 15,3-2 176-15,3-2-176 0,-1-3 0 0,1 1 0 16,-3-1 0-16,1 1-12336 15,0-1-2576-15</inkml:trace>
  <inkml:trace contextRef="#ctx0" brushRef="#br1" timeOffset="108087.33">23792 9464 15663 0,'6'-7'1392'0,"-1"1"-1120"16,1 1-272-16,-3 1 0 0,0 2 0 0,-2 2 128 15,1-1-128-15,1 0 0 0,0-1 1984 0,3-3 272 16,-1 0 64-16,-2 3 16 0,-1-1-544 0,-4 1-128 16,-2 2 0-16,-4 1-16 15,-1 3-496-15,-2-2-80 0,-3 5-32 0,-1-2 0 16,-1 2-288-16,0 0-64 0,-1 1-16 0,-1 1 0 0,2-1-176 0,1 0-48 0,1 2 0 0,1-3 0 15,4 1-128-15,1-2-16 0,4 1-16 0,3-2 0 16,1 2-160-16,3-2-128 16,2-3 192-16,1 3-192 0,1-3 128 0,1 1-128 15,3-2 0-15,1 0 0 0,-1 1 160 0,1-1-160 0,0 1 128 16,1 1-128 0,-1 1 0-16,0-2 128 0,-1 3-128 0,-2 0 0 0,-9-5 0 0,0 0 0 0,0 0 0 0,0 0 0 0,0 0 0 0,0 0 0 15,0 0 0-15,0 0 0 0,22 38 0 16,-25-36 0-1,-1 1 128-15,0 1-128 0,-1-1 0 0,-2-1 0 16,0 3 0-16,-1-2 0 0,0 1 0 0,0-2 0 16,-2 3 0-16,-2 0 0 0,0-1 0 0,0 1 0 0,1 0 128 0,0-1-128 15,0 2 0-15,0 0 0 0,2-1 0 16,1 0 0-16,3-3 0 0,2 1 0 0,2-1 0 16,3-2 0-1,1 0-576-15,3-2-80 0,1-1-32 0,5-1-16368 0</inkml:trace>
  <inkml:trace contextRef="#ctx0" brushRef="#br1" timeOffset="108277.03">23950 9442 21183 0,'0'-2'944'0,"0"1"192"0,0 0-912 0,0 1-224 0,1 0 0 0,0 0 0 0,1 1 2224 0,0-1 400 16,3 0 64-16,0 0 32 15,3 1-1056-15,2-3-192 0,2 0-64 0,0 0 0 16,-1-1-448-16,1 0-80 0,0 0-32 0,-1-1 0 15,0 2-608-15,0-3-240 0,-3 3 176 0,-1 0-176 16,-1 0-512-16,-3 1-208 0,-1 1-48 0,-2 0-15968 16</inkml:trace>
  <inkml:trace contextRef="#ctx0" brushRef="#br1" timeOffset="108481.57">23960 9516 5519 0,'0'0'240'0,"0"0"64"0,0 2-304 0,0-2 0 16,0 1 0-16,0 1 0 0,0 0 2432 0,0-1 448 0,0 2 64 0,-1 3 32 15,-1 1 352-15,2-7 64 0,0 0 0 0,-10 28 16 16,4-18-1040-16,6-10-192 0,-10 21-64 0,4-11 0 16,6-10-1248-16,0 0-256 0,-12 28-48 0,12-28-16 15,0 0-544-15,0 0 0 0,0 0 0 0,0 0 0 32,0 0-384-32,0 0-144 0,0 0-32 0,0 0 0 0,0 0-2048 15,29 18-400-15</inkml:trace>
  <inkml:trace contextRef="#ctx0" brushRef="#br1" timeOffset="109597.4">24053 9568 10127 0,'13'-14'448'0,"-7"8"96"0,-2 2-544 16,-3 2 0-16,0 2 0 0,-1-1 0 0,2 0 2208 0,2-4 336 16,2 0 64-16,0-1 16 0,1 1 496 0,-2 2 96 15,0 1 32-15,-2 3 0 16,-2 2-1328-16,-2 2-272 0,1 0-48 0,-3 5-16 0,3-10-816 0,0 0-144 16,-13 28-48-16,6-16 0 0,2-2-320 0,-3 1-80 15,1-1-16-15,-1 1 0 16,0-1 16-16,2-2 0 0,0 0 0 0,0-2 0 0,2-2-176 0,0 1 160 15,1-3-160-15,1-1 160 0,1 1-160 0,0-4 128 16,2-1-128-16,0 0 128 0,0 0-128 0,2-3 0 16,1 0 144-16,1-2-144 0,2 1 0 0,0-4 0 15,2 0 0-15,0 0 0 16,0 1 0-16,1-2 0 0,2-2 0 0,0-1 0 0,0 1 0 0,0 0 0 16,1 0 0-16,-1 0 0 0,-1 2 0 0,-1 2 0 0,-1 3 0 0,-1 5 0 15,-3-1 0-15,0 3 0 0,0 1 0 0,-3 3 0 16,-1 1 0-16,-1-5 0 0,0 0 0 0,0 0 0 15,-6 40 0-15,6-40 0 0,0 0 0 0,-14 38 0 16,14-38 0-16,-11 26 0 0,5-14 0 0,1-1 128 16,-1-3-128-16,2-1 0 0,-1 1 0 0,1-4 128 15,0 1-128-15,1-3 0 16,0 1 0-16,1-1 0 0,1-2 0 0,0 0 0 0,1-2 0 0,0 2 0 16,2-3 0-16,0 1 0 0,2-3 0 0,-1 1 0 0,3-2 0 0,0 2 0 15,2-3 0-15,1-2 0 16,0 1 0-16,3-3 0 0,-1 1 0 0,1-2 0 0,1 0 0 0,-1 0 0 15,-1-1 0-15,1 3-128 0,0-2-32 0,-1 4 0 16,-1-1 0-16,-1 2 0 16,-2 5 160-16,1-3 0 0,-3 3-144 0,1 1 144 0,-2 1 0 0,0 0 0 15,0 0 0-15,-1 1 0 0,-2 1 0 0,2 3 0 16,-2-3 0-16,0 3 0 0,-1-5 0 0,0 0 0 16,0 0 144-16,0 0-144 0,0 0 160 0,7 43-32 15,-7-43-128-15,0 0 192 0,0 0-192 0,0 0 176 16,6 42-176-16,-6-42 160 0,0 0-160 0,0 0 0 15,0 0 144-15,0 0-144 0,0 0 0 0,19 38 0 0,-14-36 0 16,1 1 0-16,-3-3 0 0,2 0 0 0,1-2 0 0,-1-1 0 16,2 2 0-16,-2-3 0 0,2 0 0 0,-1 0 0 31,1-2 0-31,-1-1-192 0,1 0 64 0,-2 0 0 16,2-1-768-16,-2-1-128 0,1 0-48 0,-1-3 0 15,1 0 48-15,0 0 0 0,1-2 0 0,-1 0 0 0,2 0 704 0,-1-1 128 0,1-1 48 0,0 4 0 16,-1 0 144-16,0 3 128 0,-1 1-128 0,-1 2 176 15,-1 3 512-15,-2 1 96 0,0 1 32 0,-2 1 0 16,0 3 64-16,0 0 16 0,-2 3 0 16,-1 2 0-16,3-8-384 0,0 0-64 0,-12 32 0 0,12-32-16 0,-9 32-272 0,9-32-160 15,-13 35 192-15,13-35-192 0,-12 38 144 0,12-38-144 16,-14 41 0-16,14-41 144 0,-13 43-144 0,13-43 160 16,-12 41-160-16,12-41 160 0,-13 43-160 0,13-43 0 15,-10 43 0-15,10-43 128 0,-10 38-128 0,10-38 0 16,-8 36 0-16,8-36 0 0,0 0 0 0,-10 44 0 15,10-44 0-15,0 0 0 0,0 0 0 0,-11 35 0 16,9-32 0-16,2 0 0 0,-1-1 0 0,0-1 0 16,0-2 0-16,1-1 0 0,0-1-176 0,1-3-16 15,0 0 0-15,0-2 0 16,2 0-880-16,1-4-176 0,-1 0-32 0,0-2-16 16,1 0-880-1,0-3-192-15,0-4-16 0,-1-1-16 0,1-1-368 0,0-3-80 0,-1-3-16 0,3-3 0 16,0 0 432-16,1 2 64 0,-1-1 32 0,0 7 0 0,0 3 2336 0,-1 1 320 0,0 6 144 0,-1 5 32 15,1 2 1728-15,-1 2 336 0,0 0 80 0,0 4 16 16,0 0-416-16,0 1-96 0,0-2-16 0,2 4 0 16,-1-2-464-16,2 0-80 0,-1 2-32 0,2-2 0 15,-1 0-672-15,1-2-144 0,1 2-32 0,0-2 0 16,1-1-432-16,1 1-80 0,1-1-32 0,0-1 0 16,0 0-160-16,-1 0 0 0,0 2 144 0,-2 0-144 15,-1 0 0-15,-3 2 0 0,0 3 0 0,-5-3 0 0,0 0 0 16,0 0 0-16,0 0 0 0,-9 41 128 15,-1-29 0-15,-1 2 16 0,-2 3 0 0,-2 0 0 0,-1-1 176 16,-3-1 16 0,1 1 16-16,-1-1 0 0,2-4-160 0,3-3-16 0,2-1-16 0,2-3 0 15,3 1 16-15,2-4 0 16,2 1 0-16,2-2 0 0,2-2-176 0,3-1 0 0,2 0 144 0,1-1-144 16,2-4-496-16,3 1-160 0,1-4-48 15</inkml:trace>
  <inkml:trace contextRef="#ctx0" brushRef="#br1" timeOffset="109866.19">24850 9263 19343 0,'-2'-4'1728'0,"1"3"-1392"0,1 1-336 0,0-2 0 0,0 2 1216 0,0 0 192 0,0 2 16 0,0-2 16 16,0 2 768-16,1 1 160 0,0 1 16 0,-1 1 16 16,1 0-1264-16,0 2-256 0,-1-7-48 0,0 0-16 15,0 0-128-15,0 0-32 0,0 0 0 16,0 48 0-16,0-48-448 0,0 0-80 0,-7 35-128 0,7-35 176 31,0 0-176-31,-17 45 0 0,17-45 0 0,-16 38 0 16,16-38 0-16,-18 48 0 0,18-48 0 0,-21 52 128 15,21-52-128-15,-13 42 0 0,13-42 0 16,0 0 128-16,0 0-128 0,-4 43 0 0,7-38 0 0,1-3 128 0,1-1-128 16,-2 0 0-16,0-1 0 0,0-2 0 15,1 0-768-15,1-1-128 16,1-2-16-16</inkml:trace>
  <inkml:trace contextRef="#ctx0" brushRef="#br1" timeOffset="110218.24">24857 9521 8287 0,'1'0'368'0,"-1"0"80"16,1 0-448-16,-1 0 0 0,1 0 0 0,0-2 0 0,0 2 2432 0,0 0 384 16,1 0 96-16,2 2 16 0,0-2-176 0,3 0-48 15,-1 0 0-15,3 0 0 0,0-2-848 0,1 1-160 16,2-1-32-16,0 0-16 0,3-2-864 0,0 0-160 0,0 2-48 0,0-2 0 15,-2-1-416-15,0 0-160 0,-1-1 0 0,0 2 144 16,-1-2-144-16,-2-1 0 16,-2 2 0-16,0-2 0 0,-2 2 0 0,-2-3 0 0,-1 2 0 0,-2-2 0 15,-2 2 0-15,-1-2 0 0,-3 2 0 0,-1 0 0 16,-1-1 0-16,-2 2 0 0,-1 1 0 0,-1 0 0 0,-1 3 128 16,0 1 64-16,0 3 0 0,1 0 0 0,0 1-32 0,1 3 0 15,0 0 0-15,1 2 0 0,0 1 320 0,1-1 64 16,1 3 16-16,8-12 0 0,0 0-128 0,-11 33-32 15,11-33 0-15,0 0 0 0,0 0-160 0,21 48-48 16,-21-48 0-16,28 19 0 0,-28-19-32 0,37 16-16 16,-17-11 0-16,1-3 0 0,1-2-144 0,0 1 0 15,0-1 144-15,-1-1-144 0,1 1 0 0,-4-2 0 16,-1 2 0-16,-3 0 0 0,-2 0-192 0,-3 2-64 0,-1-1-16 0</inkml:trace>
  <inkml:trace contextRef="#ctx0" brushRef="#br1" timeOffset="110691.2">23690 9962 12895 0,'-6'-7'1152'0,"2"2"-928"0,0 1-224 0,1 1 0 0,1 1 304 0,1 1 16 15,1 1 0-15,-1-3 0 0,-3 0 1888 0,0-2 384 16,-1 0 80-16,2 0 16 0,-1 0-336 0,2 2-64 0,1 2-16 0,1-1 0 16,3 2-992-16,1-2-192 0,1 1-32 0,4 1-16 15,0 0-272-15,5-3-48 16,3 3-16-16,8-2 0 0,6 0-208 0,5-3-48 0,4 3-16 0,5-3 0 31,4 1-96-31,2-1-16 0,0 1 0 0,4-2 0 0,5 1-176 0,1-1-144 0,-1 3 192 0,0-2-192 16,0 3 128-16,-1-3-128 0,1 0 0 0,-3 1 0 15,-2 1 0-15,-7-2 0 16,-5 3 0-16,-6 0 0 0,-3-1 0 0,-4-1 0 0,-5 3-128 0,-7-1 128 16,-4 2-864-1,-4-1-80-15,-6 1-16 0,-4 0 0 0,-3 1-1456 0,-4-1-288 0,-3 3-64 0</inkml:trace>
  <inkml:trace contextRef="#ctx0" brushRef="#br1" timeOffset="111023.9">23923 10002 11967 0,'-15'2'528'0,"6"-2"112"16,0 1-512-16,4 1-128 0,3-2 0 0,1 0 0 0,0 0 1984 0,-1 2 384 0,-2-2 64 0,0 3 0 15,0-2-464-15,0 0-112 0,1 1 0 0,2-1-16 16,0 1-848-16,0-2-160 0,1 2-48 0,0-2 0 15,0 1-192-15,1 1-32 0,1-2-16 0,0 0 0 16,3 0 32-16,1-2 0 0,3 1 0 0,1-1 0 16,2-1 176-16,5 0 32 0,2-1 16 0,4-1 0 15,1 1-112-15,4-1-32 0,5 0 0 0,6 1 0 16,4 1-320-16,6-2-64 0,2 3-16 0,1 0 0 0,2 0-256 16,-2-1 0-16,-1 3 128 0,2 0-128 0,3 0 0 0,-3 0 0 15,-1 1 0-15,-3-1 0 16,-5 2 0-16,-5-2 0 0,-5 0 0 0,-5 0 0 0,-2-2 0 0,-3 2 0 15,-2-1 0-15,-3-1 0 16,-2 1-1104-16,-4-1-128 16,-3 0-32-16</inkml:trace>
  <inkml:trace contextRef="#ctx0" brushRef="#br1" timeOffset="111607.99">25164 9879 16575 0,'-6'0'736'0,"1"0"160"15,2 0-720-15,0 0-176 0,2 0 0 0,1 0 0 0,-1 0 1680 16,0 0 304-16,0 2 64 0,-1-2 16 0,1 0-208 0,1 0-64 15,1-2 0-15,2 2 0 0,1-2-1248 0,0 1-256 16,0 1-48-16,1-2-16 0,0 1-224 0,1 0 0 16,-2-1 128-16,2 2-128 0,0 0 0 0,-2 0 128 15,-1 2-128-15,-1-2 0 0,0 2 256 0,-3 0-32 16,-1 1-16-16,-2 2 0 0,0-1 192 0,-2-1 48 0,0 2 0 0,2-3 0 16,-1 0-96-16,1 0-16 0,-2 1 0 0,0-2 0 15,-2 1-16-15,2-2 0 0,-1 0 0 0,2-2 0 16,0 1-64-16,0-2 0 0,3 0-16 0,2 0 0 15,0-2 96-15,1-2 32 0,3 2 0 0,1-2 0 16,1 0-80-16,3 2-16 0,0-4 0 0,2 4 0 16,-2 0-272-16,1 0 128 15,1 3-128-15,-2 2 0 0,-2-2 0 0,-1 4 0 0,-1-2 0 0,-3 2 0 16,-1 3 128-16,-3 0-128 16,-2-1 0-16,-4 4 0 0,-1-3 0 0,0 2 0 0,1-3 0 0,0 1 0 15,-1 1 160-15,-1-3-160 0,2 2 128 0,1-2-128 0</inkml:trace>
  <inkml:trace contextRef="#ctx0" brushRef="#br1" timeOffset="114038.99">15526 11038 10127 0,'-1'-2'896'0,"1"0"-704"0,1-1-192 0,-1 3 0 16,1-2 1296-16,-1 0 240 0,1-1 32 0,1-3 16 16,0 0 432-16,1-1 96 0,1-1 0 0,0 2 16 15,0 1-400-15,0-1-64 0,1 2-32 0,0 0 0 16,0 2-544-16,0-1-128 0,0 1 0 0,0 0-16 15,-1 4-368-15,0-2-80 0,-1 2-16 0,-1 1 0 16,0 1-304-16,-2 1-176 16,0-5 192-16,0 0-192 0,0 0 144 0,-9 32-144 0,3-21 0 0,-1-2 144 15,1-1-144-15,-2 1 0 16,1 0 144-16,-2-4-144 0,2 2 0 0,0-4 144 0,1 1-144 0,0-2 0 0,3-1 192 16,-2-1-64-16,2-1 0 0,0-2-128 15,1 0 352-15,0-2-32 0,1 0-16 0,0-2 0 0,0 1 64 0,2-2 16 16,1 1 0-16,0-1 0 0,0 0-160 0,3 0-32 15,0 1 0-15,0 0 0 0,1-1-192 16,0 4 0-16,2 0 128 0,-2 1-128 0,1 1 0 0,-2 1 0 16,1 1 0-16,-1 1 0 0,-1 3 0 0,-1-1 0 15,-3-3 0-15,0 0 0 0,0 0 0 0,0 0 0 16,0 0 0-16,-3 33 0 0,-1-25 0 0,-3 0 0 16,0-3 0-16,-2 2 0 15,0-1 0-15,0-2 0 0,1 0 0 0,1-1 0 0,1-2 0 0,3-2 0 0,-1-1 0 16,2-1 0-1,1-2 0-15,2-1 0 0,0 0 0 0,1-3 0 16,2 0 0-16,1-1 0 0,3 0 0 0,0-1 0 0,0 2 0 0,3-1 0 16,1 0 0-16,0 0-17376 15</inkml:trace>
  <inkml:trace contextRef="#ctx0" brushRef="#br1" timeOffset="115077.74">16010 10832 11055 0,'-5'0'976'0,"3"0"-784"0,0 0-192 0,0 0 0 15,2 2 704-15,-1-2 112 0,1 0 16 0,-1 0 0 16,0 0 1088-16,1 3 208 0,-1-3 48 0,2 0 16 16,2 2-240-16,1-4-48 0,2 2-16 0,1-3 0 15,1 1-416-15,1-2-96 0,2 1-16 0,0-2 0 16,2 3-256-16,1-3-48 0,0 0-16 0,0 1 0 15,0-1-400-15,-1 0-64 0,0 1-32 0,0-1 0 16,-2 2-304-16,-1 1-64 0,0-2-16 0,-1 1 0 16,-2 1-160-16,0 1 0 0,-2-1 0 0,-1 1 0 15,0 0-432-15,-2 1-16 16,-1 0 0-16,-3 0 0 0,0 1-3008 0,-3 0-592 0</inkml:trace>
  <inkml:trace contextRef="#ctx0" brushRef="#br1" timeOffset="115330.43">16116 10799 6847 0,'-2'2'144'0,"0"-1"48"0,1 1 0 0,0-2 0 0,1 0-192 0,0 0 0 16,1 0 0-16,-1 0 0 0,0 2 2304 0,0-2 448 16,1 2 64-16,-1-1 32 15,1 3-416-15,-1 1-64 0,0-1-32 0,-1 2 0 0,1-6-528 0,0 0-96 16,-6 28-32-16,3-16 0 0,3-12-688 0,-9 27-144 16,9-27-16-16,-10 32-16 15,5-15-240-15,-2-1-64 0,2 0 0 0,-2 2 0 0,1 0-144 0,0-1-48 0,6-17 0 0,-9 32 0 16,9-32-80-16,-9 27-32 0,9-27 0 0,0 0 0 15,-5 29-64-15,5-22-16 0,0-3 0 0,1 1 0 16,-1-2-128-16,1-1 0 0,0-1 0 0,0-1 0 16,1-1-576-16,0-1 16 15,0 0 0-15,0-1 0 0,1-2-1472 16,-2 0-288-16,1 0-64 0,0-1-16 0,-1-1-992 0,0 0-192 0,0-1-32 0,-1 2-5152 16</inkml:trace>
  <inkml:trace contextRef="#ctx0" brushRef="#br1" timeOffset="115502.89">16042 11053 4607 0,'-7'-17'192'0,"7"17"64"0,0 0-256 0,0 0 0 15,0 0 0-15,0 0 0 0,0 0 1664 0,0-2 272 0,2 2 64 0,0-2 16 16,2 1 928-16,2-1 192 0,1 0 48 16,2 1 0-16,1-2-576 0,1-1-112 0,1-1-32 0,0 1 0 0,0-1-1120 0,1-2-208 15,2 2-48-15,-1-2-16 0,0 0-688 0,1 0-128 16,-2 0-16-16,0 2-16 0,-1-2-496 0,-2 2-112 16,-1 1 0-16,0 1-15616 15</inkml:trace>
  <inkml:trace contextRef="#ctx0" brushRef="#br1" timeOffset="116109.83">16327 10912 5519 0,'2'-2'496'0,"-1"1"-496"0,0 0 0 0,-1-1 0 16,1 2 1600-16,-1 0 208 0,0 0 48 0,-1 0 16 16,1 0 896-16,-1 0 176 0,-1 0 48 0,-2 3 0 15,1 1-560-15,-3 3-128 0,0 0 0 0,-1 3-16 16,-1 3-704-16,-1 0-144 0,2 3-32 0,-1 1 0 0,1-1-672 0,1-1-144 15,6-15-16-15,-7 28-16 0,7-28-224 0,0 0-32 16,0 0-16-16,0 0 0 0,0 0-128 0,0 0-32 16,28 31 0-16,-17-36 0 0,1-1-128 0,1-4 192 15,1 0-192-15,0-2 192 0,-1 0-192 0,0-2 0 16,0 0 0-16,-1 0 128 0,-2 2-128 16,-1 0-224-16,0 0 48 0,-4 0 16 15,0 3-288-15,-2-2-64 0,-1 2-16 0,-2 0 0 0,-1 1 240 0,-2 2 48 0,-1 0 16 16,0 3 0-16,-2 0 224 0,0 1 0 0,-2 2 0 0,0 2 0 15,0 1 0-15,-1 0 0 0,-1 1 0 0,0 3 0 16,-1 0 176-16,0 1-32 0,2-1 0 0,0 1 0 16,1 0 128-16,3-1 32 0,0-2 0 0,2-1 0 15,2 1 32-15,2-2 16 0,1 0 0 0,2-3 0 16,1 0-176-16,2-1-48 0,2-2 0 0,1-1 0 16,0 1-128-16,2-1 160 0,1-4-160 0,1 2 160 15,1-2-160-15,-2 1 0 0,-1 0 0 0,1 0 0 16,-1 0 0-16,0-1 0 0,-2 2 0 0,0 1 0 15,-1 0 0-15,-1 1 0 0,-1 1 0 0,0 1 0 16,-3 1 0-16,1 1 0 0,-1 0 0 0,-2 3 0 16,1-1 0-16,0 3 0 0,-1 0 0 0,-2-5 0 0,0 0 0 0,0 0 0 15,0 0 0-15,11 41 0 0,-11-41 0 16,0 0 0-16,0 0 0 0,8 44 0 0,-8-44 0 0,0 0 0 16,0 0 0-16,5 40 0 0,-5-40 0 0,0 0 0 15,0 0 0-15,-4 31 0 0,2-26 0 0,0-1 0 16,-1-1 0-16,-1 0 0 0,0-1 0 0,1-2 0 0,-1 0 0 0,1-2 0 15,0 2 0-15,1-3 128 0,0-1-128 0,1 1 0 16,0-2 176-16,1 0-48 0,2-3-128 0,0 0 192 16,1-1-48-16,3-1-16 0,1 1 0 0,3-5 0 15,2-1-128-15,3-2 0 0,1 1 0 0,2-1 0 16,-1 0 0-16,2 1 0 0,0 3 0 0,-1 0 0 16,-1 3 0-16,-2 3 0 0,-1 0 0 0,-1 3-12432 15,0 1-2416 1</inkml:trace>
  <inkml:trace contextRef="#ctx0" brushRef="#br1" timeOffset="117039.67">17071 10916 16575 0,'-1'2'1472'0,"0"-2"-1168"16,1 0-304-16,0 2 0 0,0-2 1920 0,0 0 320 16,1 2 64-16,-1 0 0 0,0-2 432 0,0 0 80 15,0 0 0-15,0 0 16 0,0 0-1216 0,0 0-240 16,40 24-48-16,-28-25-16 0,2 0-816 0,0-4-176 15,2-2-16-15,1-2-16 16,0-1-288-16,0 1 128 0,-2-2-128 0,0 0 0 0,-1-1 0 0,-1 1 0 0,-3 1 0 0,-1-2 0 31,0 3 0-31,-4-2 0 0,0 1 0 0,-3 2 0 16,-2-1 0-16,-2 1-176 0,-3 2 176 0,-2 1-208 16,-1 0-64-16,-2 3-16 0,-1 2 0 0,-2 2 0 15,-1 1 96-15,-1 4 32 0,1-1 0 0,-1 4 0 16,1 0 160-16,1 0 0 0,-1 3 0 0,0 2-128 0,2 1 128 15,0 1 0-15,2 2 0 0,0-1 128 0,0 0 80 0,2 2 32 16,1-3 0-16,7-17 0 0,-7 31 96 0,7-31 32 16,0 0 0-16,0 0 0 0,9 43-176 0,-9-43-48 15,0 0 0-15,0 0 0 0,32 14-144 0,-21-14 0 16,1-3 0-16,1 0 0 0,1-3 0 0,1-1 0 16,0 0 0-16,-1-2 0 0,2 0 0 0,0-1 0 15,0 0-192-15,0-2 192 16,1 1-864-16,-1-1-48 0,1 2-16 0,-3-3 0 15,0 0-1520-15,-1 1-304 0,-1-1-64 0,0 0-16 16,-3 1 1008-16,-1-2 208 0,0 0 32 0,-2 0 16 0,1 4 1088 0,-3 0 224 0,0 3 32 0,-1 2 16 16,-1 2 1216-16,-1 2 240 0,1 1 48 0,-1 1 16 15,0 2 624-15,0 0 128 0,-1-3 32 0,0 0 0 16,0 0-528-16,0 0-96 0,9 52-32 16,-9-52 0-16,0 0-736 0,14 48-160 0,-14-48-32 0,0 0 0 15,25 45-192-15,-25-45-64 0,0 0 0 0,34 38 0 16,-34-38-80-16,0 0-32 0,35 28 0 0,-35-28 0 15,0 0-144-15,0 0 0 0,38 17 0 0,-31-17 0 16,1-1 0-16,-2-3 0 0,-1-1 0 0,0 0 0 31,0-4-1200-31,0 0-208 0</inkml:trace>
  <inkml:trace contextRef="#ctx0" brushRef="#br1" timeOffset="117214.29">17637 10822 5519 0,'-1'-2'496'0,"0"1"-496"15,1 1 0-15,-1 0 0 0,0 0 2912 0,-1-1 480 16,-3 1 112-16,-2 2 16 0,-4 1-64 0,-2 5-16 15,-3 3 0-15,-1 3 0 0,-2 0-1296 0,-2 3-256 16,-2 2-48-16,-1 0-16 0,0 2-800 0,1-2-144 16,0-2-48-16,4-1 0 0,4-2-448 0,5-3-112 15,3-3-16-15,2-1 0 0,2-4-256 0,3-1 0 16,2-1 0-16,3-2-12112 16,1-3-2480-16</inkml:trace>
  <inkml:trace contextRef="#ctx0" brushRef="#br1" timeOffset="117513.37">17758 10754 19343 0,'4'-5'848'0,"-2"1"192"0,0 1-832 0,-2 3-208 0,1-2 0 0,0 2 0 16,0-3 1808-16,0 1 320 0,2-1 64 0,-1 0 16 16,1 0-96-16,-2 1-32 0,1 1 0 0,-2-1 0 15,1 2-1168-15,-1 0-224 0,-1 2-48 0,-1 0-16 16,1 2-368-16,-1 0-64 0,-1 3 0 0,-1 0-16 15,0 2 112-15,-1 2 32 0,-1 0 0 0,0 3 0 16,-2 0-112-16,1 2-16 0,-1 2 0 0,-1 0 0 16,1 1 48-16,0 0 0 0,0 0 0 0,1 0 0 0,7-19-32 0,-9 36 0 15,9-36 0-15,0 0 0 0,4 38-80 0,-4-38 0 16,0 0-128-16,0 0 192 0,0 0-192 0,41 14 144 16,-28-18-144-16,0-2 128 0,1-1-128 0,2-2 128 15,-1-2-128-15,0-1 128 0,0 1-128 0,-1-1 0 16,0-1 0-16,-1 0 0 0,-2 1-368 15,-2 1 0-15,-1-1 0 0,-4 3-11808 16,0 1-2368-16</inkml:trace>
  <inkml:trace contextRef="#ctx0" brushRef="#br1" timeOffset="117719.04">17682 10846 9327 0,'-13'0'192'0,"7"0"64"0,-1 2 0 0,2-2 0 0,3 0-256 0,0 0 0 15,0 0 0-15,-1 0 0 0,-1 1 4240 0,2-1 800 16,0-1 144-16,3 1 48 0,2-2-1904 0,2 0-384 0,3-2-80 0,3 1-16 15,3-2-1680-15,-1 3-336 0,3-3-64 0,2 2 0 16,-1-1-448-16,2-1-96 0,-1 0-16 0,-1 1 0 16,-1-1-208-16,-1 0 0 0,-1 3 0 0,-2-3 0 15,-1 2 0-15,-2 0 0 0,0 0 0 0,-2 0 0 32,0 1-1344-32,-3 0-192 0,1 1-64 0,-2 1-15360 0</inkml:trace>
  <inkml:trace contextRef="#ctx0" brushRef="#br1" timeOffset="118024.66">17901 10784 911 0,'1'0'0'0,"0"-2"0"0,0 2 0 0,0 0 0 0,0 0 2048 0,-1 0 320 16,2-1 64-16,2 0 0 0,2-4 640 0,2 1 112 16,0 1 16-16,2-1 16 0,-1 1-624 0,0 0-128 15,-1 1-32-15,1 1 0 0,-1 1-576 0,-1 1-112 16,0 2-16-16,-1 1-16 0,-6-4-672 0,0 0-128 16,0 0-16-16,0 0-16 0,0 0-416 0,0 0-80 0,19 45 0 0,-19-45-16 15,0 0-240-15,0 0-128 0,-5 38 160 0,5-38-160 16,-9 24 128-1,4-14-128-15,0-1 0 0,-1 0 0 0,-2 1 128 0,2-3-128 0,-1 0 0 0,2-2 0 16,1 0 192-16,1-4-48 0,1 0-16 0,0-1 0 16,2 0-128-16,0-2 192 0,1-1-192 0,1-1 192 15,2 0-64-15,0-2-128 0,0-1 192 0,2-3-64 16,0 3-128-16,3-4 0 0,1-1 0 0,2-2 128 16,2-1-128-16,0-1 0 0,1 2 0 0,-1 1 0 15,0 1 0-15,0 3 0 0,-2 1 0 0,-1 0 0 0,0 3 0 16,1 0 0-1,-2 2-176-15,-2 1 176 16,0 2-768-16,-2 0-80 0,1 2-16 0,-7-2-11152 16,0 0-2224-16</inkml:trace>
  <inkml:trace contextRef="#ctx0" brushRef="#br1" timeOffset="118481.65">18249 10823 7359 0,'1'2'656'0,"0"-2"-528"0,-1 0-128 0,0 0 0 15,1 0 2944-15,0 0 576 0,1 0 96 0,2 0 32 16,1-3 192-16,2 1 32 0,0 0 16 0,2-3 0 15,-1 0-1968-15,0 1-384 0,1-3-64 0,-1 2-32 16,0-3-912-16,0 2-176 0,-1-2-32 0,0 1-16 16,-3 0-304-16,0 0 0 0,-2 2 0 0,-3 1 0 15,-1 1 0-15,-1 1 0 0,-2 0 0 0,-2 2 0 16,-1 2 0-16,-1 1 0 0,0 1 0 0,-2 1 0 0,0 3 0 0,-1 0 0 16,0 2 0-16,0 1 0 0,1 1 0 15,0 0 0-15,0 0 0 0,0 0 0 0,3 1 0 0,-1-1 0 16,0 1 0-16,2-3 0 0,7-10 192 0,-10 21 0 15,10-21-16-15,0 0 0 0,0 0-176 0,0 0 192 16,0 0-192-16,0 0 192 0,0 0-192 0,26 29 0 16,-18-30 0-16,1-1 0 0,2-1 0 0,-1-1 0 15,0-1 0-15,1 0 0 0,0 1 0 0,0-4 0 16,1 1 0-16,0 0 0 0,-3-2 0 0,0 2 0 16,0-3 0-16,0 1 0 0,-1 0-176 0,-1 0 48 0,-3 0 0 15,1 1 0-15,-1 0 0 0,-2 1 0 0,0 0 0 0,-1-1 0 16,-1 2 128-16,-1 1 0 15,-1 2 0-15,0 3-128 0,2 0 128 0,-3 3 0 0,0 0 0 0,0 3 0 16,0 0 0-16,3-6 0 0,-8 20 0 0,8-20 0 16,0 0 0-16,-6 41 144 0,6-41-144 0,0 0 160 15,6 38 48-15,-6-38 16 0,0 0 0 0,0 0 0 16,30 37-48-16,-30-37-16 0,0 0 0 0,35 12 0 16,-21-11-160-16,0-4 0 0,2-1 0 0,0-2 128 15,2-3-128-15</inkml:trace>
  <inkml:trace contextRef="#ctx0" brushRef="#br1" timeOffset="120060.46">19122 10647 9215 0,'1'0'816'0,"0"-2"-656"15,0 2-160-15,-1 0 0 16,0 0 1472-16,1-2 256 0,0 1 48 0,1 1 16 16,1-3 272-16,0 0 64 0,1 0 16 0,0 0 0 15,-1-1-272-15,1 0-48 0,0 1-16 0,0 0 0 16,-2-1-464-16,1-1-80 0,0 2-32 0,-1-1 0 15,0 1-416-15,-2-2-96 0,0 3-16 0,-2 0 0 16,-1 0-240-16,-2 2-48 0,-1 0-16 0,-2 0 0 16,-2 0-192-16,-1 2-32 0,-2 0-16 0,-3 1 0 15,2 1-160-15,-3 0 160 0,0 2-160 0,0-1 160 16,1 1-160-16,0 2 0 0,0-1 0 0,1 2 128 0,1 1-128 0,2-1 0 16,2 1 0-16,1 0 128 0,0 0-128 0,1-2 0 15,2 2 0-15,0-3 0 0,2 0 0 0,0 0 0 16,2 0 0-16,1-2 0 0,2-1 0 0,0 0 0 15,3 0 128-15,0-2-128 0,4-2 0 0,1 0 0 16,2 0 0-16,2-2 0 0,1 0 176 0,0-1 0 16,0 0 0-16,1 1 0 0,-1 2-176 0,-1 0 160 15,-1 1-160-15,-12-1 160 0,0 0-160 0,0 0 0 16,0 0 0-16,33 30 0 0,-33-30 0 0,0 0 0 0,0 0 0 16,-5 38 0-16,0-29 0 0,-3 1 0 0,0 0 0 15,0-1 0-15,-1-2 0 0,0 3 0 0,-1-3 128 0,1 0-128 16,-2-2 0-16,2 2 0 0,-1-3 0 0,0 1 0 0,0-2 0 15,0-1 0-15,1-2 128 0,-1 0-128 0,1 0 0 0,1-2 0 16,2 0 0-16,1-1 0 0,0 0 0 0,2-3 0 16,1 1 0-16,2 0 0 15,1-2-1168-15,2 2-224 16</inkml:trace>
  <inkml:trace contextRef="#ctx0" brushRef="#br1" timeOffset="122186.92">19670 10782 10367 0,'0'0'1808'0,"2"-2"16"0,0-2 928 0,0 1 176 15,-1 0 32-15,1 1 16 0,-2 1-864 0,1 0-192 0,-1-2-16 0,0 1-16 0,0 0-768 0,0 1-160 16,-1 1-16-16,-1-2-16 0,1 2-352 0,-2 0-64 16,1 0 0-16,-1 0-16 15,-1 2-224-15,-1 1-32 0,0 0-16 0,-2 1 0 0,0 1-32 0,0 2 0 16,-1 0 0 0,1 0 0-16,0 1 16 0,0 1 0 0,0 2 0 0,1 1 0 0,1 0-16 0,-1 0 0 15,3 0 0 1,-1 0 0-16,4-12-16 0,0 0-16 0,0 0 0 15,0 0 0-15,5 38-16 0,-2-36 0 0,4 0 0 0,-1-2 0 16,3-2-144-16,0 0 160 0,1-3-160 0,2-2 160 16,0 0-160-16,1 0 192 0,1-3-192 0,-1 1 192 15,-1 0-192-15,-1-1 0 0,0 0 0 0,-3 1 0 0,-1-1 0 16,-1 1 0-16,-2-1 0 0,-2 3 0 0,-1-1-128 16,-2 0 128-16,0 1-160 0,-3 0 160 0,-2 2-128 0,0 0 128 15,-2 0 0-15,0 1-144 0,-1 1 144 0,-1 0 0 16,0 2 0-16,1 1 0 0,0 0 0 0,0 1 0 15,2 2 0-15,0 0 0 0,1-1 0 0,0 0 0 16,3 3 0-16,0-2 0 0,1 1 0 0,1 1 0 16,1 0 0-16,0-2-128 15,2 1-1008-15,0 1-192 0,1-1-32 0,-3-4-14880 0</inkml:trace>
  <inkml:trace contextRef="#ctx0" brushRef="#br1" timeOffset="122531.82">20002 10600 10127 0,'-1'-3'448'0,"-1"1"96"16,1 0-544-16,0 1 0 0,0 1 0 0,0 0 0 0,1 0 336 0,-2 1-32 15,0 1-16-15,0 0 0 16,-1-1-1488-16,-1 1-288 0,0 0-64 0,3 0-16 0</inkml:trace>
  <inkml:trace contextRef="#ctx0" brushRef="#br1" timeOffset="123508.86">19396 10793 10127 0,'1'-5'896'0,"-1"1"-704"0,1 2-192 0,-1 0 0 15,0 2 1200-15,0-2 208 0,0-3 32 0,0-2 16 16,0-3 1104-16,-1 0 240 16,-1 1 32-16,0 1 16 0,-1 0-576 0,1 3-112 0,-1 0-32 0,-1 0 0 15,1 3-1040-15,0 0-224 16,-1 0-32-16,0 2-16 0,0 0-464 0,1 2-96 16,-2 0 0-16,1 1-16 0,0 1-240 0,-1 1 0 0,0 0 0 0,-1 0 0 15,0 1 0-15,-1 2 0 16,0-3 0-16,-1 4 0 0,1 0 208 15,-3 1 0-15,1 1 0 0,0 1 0 0,-1 0 96 0,0 2 16 16,-2-1 0-16,2 3 0 0,0-2-64 0,0 3 0 16,1-3 0-16,0 0 0 0,2 0-112 0,0-2-16 15,3-2-128-15,0-2 192 0,2-2-192 0,0-1 0 16,1 0 0-16,0-3 0 0,1 0 0 0,0-2 128 16,0 0-128-16,2-2 0 0,0 0 0 0,0-1 0 0,1-2 0 0,0 1 0 15,2-3 0-15,1 0 0 0,0-1 0 16,2-1 0-16,0-2 0 0,1 1 0 0,0-2 0 0,2-2 0 15,0 2 0-15,0-2 0 0,1 0 0 0,-1 1 0 16,1 0 0-16,-1 3 0 0,1-2 0 0,-1 2 0 16,-1 1 0-16,-1 2-128 0,0-1 128 0,0 4 0 15,-2-1 0-15,0 1 0 0,0 3 0 0,-2-1 0 16,-2 4 0-16,1 0 0 0,-1 1 0 0,-1 2 0 16,-1 0 0-16,-1 2 0 0,0 0 0 0,0 1 0 15,0-8 0-15,0 0 0 0,0 0 0 0,-5 33 0 16,2-25 0-16,1 0 0 0,0-1 0 0,-2 0 0 0,1-2 0 15,-1 2 0-15,1-3 0 0,-1 2 0 0,0-2 0 0,0 1 0 16,-1 0 0-16,0-1 0 0,2-1 0 0,-1 1 0 16,0-1 0-16,0-1 0 0,2 0 0 0,-1-2 0 15,1 1 0-15,0-1 0 0,1 0 0 0,1-1 0 16,1-1 0-16,1 0 0 0,0-1 0 0,1-2 0 16,0 1 0-16,2-3 0 0,1 0 0 0,2-3 0 15,0 0 0-15,2-1 0 0,1-1 0 0,0-2 0 16,1 0 0-16,-1-1 0 0,1 1-336 0,-2 2 32 15,0 0 16-15,0 3 0 0,-1 2 96 0,-3 0 32 16,1 4 0-16,-2 2 0 0,-3 1 160 0,0 1 0 16,0 1 0-16,-2 2 0 0,-1 2 0 0,0 4 0 0,-2-1 0 15,1 3 128-15,-2 3-128 0,4-15 0 0,-8 33 0 0,8-33 128 16,-7 33-128-16,7-33 144 0,-7 35-144 0,7-35 160 16,-10 35-32-16,10-35-128 0,-8 29 192 0,4-17-64 15,4-12 16-15,-5 19 0 0,5-19 0 0,0 0 0 16,0 0-144-16,0 0 0 0,0 0 0 0,0 0-11776 15,0 0-2480-15</inkml:trace>
  <inkml:trace contextRef="#ctx0" brushRef="#br1" timeOffset="125605.14">19963 10766 13823 0,'1'-2'1216'0,"1"1"-960"15,-1-1-256-15,0 2 0 0,0 0 1760 0,0 0 304 16,1-2 64-16,1 1 16 0,0-1 272 0,1 0 48 16,0 0 16-16,-2 0 0 0,-1 1-896 0,0 1-176 15,-1 0-48-15,-1 0 0 0,1 0-640 0,-1 1-128 0,-2 1-16 0,0 0-16 16,-1 0-256-16,1 1-48 0,-2 2-16 0,-1-1 0 15,1 1-112-15,-1 2 0 16,1 0-128-16,-2 0 192 0,1 3-32 0,-1 2-16 0,1 0 0 0,0 2 0 16,2-4-144-16,1 1 160 0,0-2-160 0,2 1 160 15,1-10-160-15,0 0 0 0,0 0 144 0,0 0-144 16,0 0 0-16,0 0 0 0,0 0 0 0,38 19 128 16,-28-24-128-16,1 0 0 0,1-2 0 0,1 0 0 0,0-2 0 0,1 1 0 15,0-1 0-15,-1 2 0 0,0-3 0 0,-2 1 0 16,1 2 0-16,-4-3 0 0,-2 3-128 0,-1 2 0 15,-2-1 0-15,-2-2 0 0,-1 4-32 0,-3-3 0 16,-2 3 0-16,-1 0 0 0,-3-1 160 0,-1 2 0 16,-1 0 0-16,-1 1 0 0,1 1 0 15,0-1 0-15,2 0 0 0,-1 1 0 0,2-1 0 0,0 2 128 16,2 0-128-16,0 2 0 0,3-2 0 0,1 1 0 16,1 0 0-16,2 0 0 0,1 1-320 0,0-1-16 15,3 1-16-15,1-2-16496 0</inkml:trace>
  <inkml:trace contextRef="#ctx0" brushRef="#br1" timeOffset="125952.15">20361 10588 9215 0,'3'-7'816'0,"-1"2"-656"0,0 3-160 0,-1 0 0 15,0 1 1568-15,-1 1 288 0,0 0 48 0,1-2 16 16,0 2 512-16,-1 0 128 0,0 2 0 0,-2 1 16 16,-1 1-896-16,-2 2-176 0,1 2-32 0,-3 2-16 15,1 4-160-15,-3 3-16 0,0 3-16 0,0 3 0 0,-2-2-752 0,0 2-160 16,-1 1-32-16,1 0 0 0,0 0-64 0,1 0-32 16,0-1 0-16,1-2 0 0,3-3-48 0,6-18-16 15,-9 31 0-15,9-31 0 0,0 0-160 0,0 0 0 16,0 0 0-16,0 0 0 0,14 38 0 15,-8-39 0-15,1-1 0 0,0-1 0 16,2-4 0-16,1 0 0 0,1 0-176 0,0-3 176 16,-1 1-944-16,0-1-96 0,0 1-32 0,-1-3 0 15,-1 2-1520-15,-1-1-304 0,-2 1-64 0,-1-1-8992 0</inkml:trace>
  <inkml:trace contextRef="#ctx0" brushRef="#br1" timeOffset="126181.76">20220 10714 5919 0,'-13'6'128'0,"4"-1"16"0,0 0 16 0,2-3 32 15,5 1-192-15,0-1 0 0,-1 1 0 0,-2-1 0 16,-1 3 2944-16,-3 2 544 0,0 0 112 0,3-2 32 0,2-1-784 0,1-1-160 16,4-1-16-16,1-4-16 15,2 2-720-15,1-5-144 0,3 3-16 0,-1-3-16 0,3-1-640 0,1 0-128 16,2-1-32-16,-1 0 0 0,1 2-400 0,0-2-96 16,4 2-16-16,0-1 0 0,0 1-192 0,3 1-32 31,0 0-16-31,3 0 0 0,-1 1-208 0,0 1 128 0,1 0-128 0,-1-1 0 0,-2 1 0 0,0 0 128 15,-3 1-128-15,-1 1 0 0,-2-2 0 0,-1 2 0 16,-3-2 0 0,-1 2 0-1,-1 0-640-15,-3-2-80 0,0 1-16 0,-2 1-16672 0</inkml:trace>
  <inkml:trace contextRef="#ctx0" brushRef="#br1" timeOffset="126683.79">20653 10490 7359 0,'3'-4'656'0,"0"0"-528"16,-1 3-128-16,-1-1 0 0,-1 2 2256 0,1-2 432 15,1-1 64-15,0-1 32 0,2-1 528 0,-1 2 96 16,-1 2 32-16,-2 2 0 0,-1 6-1216 0,-3 0-240 15,4-7-64-15,-9 29 0 0,9-29-1024 0,-10 31-192 16,2-9-64-16,-2 6 0 0,-1 2-128 0,-1 2-16 16,1-1-16-16,0-3 0 0,1-2-160 0,1-3-48 15,2 1 0-15,-1-5 0 0,8-19-128 0,-12 33-16 16,12-33-128-16,-9 28 192 0,9-28-192 0,0 0 0 16,-8 24 0-16,7-19 0 0,-1 0 0 0,1-3 0 15,-1-2 0-15,1 0 0 0,0 0 0 0,0-1 128 0,0-2-128 0,1 0 0 16,0-2 0-16,1-2 0 0,1 0 128 0,1 0-128 15,1 0 0-15,-1-4 0 0,3 0 0 0,0 0 0 16,2-1 0-16,0 0 0 0,2-3 0 0,1 1 0 16,1 2 0-16,0-1 0 0,1 3 0 0,-1 3 0 15,-1-1 0-15,-1 4 0 0,0-1 0 16,0 3 0-16,-1 0 0 0,-1 1 0 0,-1 2 0 0,-2 1 0 16,1 3 0-16,-3-1 0 0,-3-4 0 0,0 0 0 15,0 0 0-15,0 0 0 0,6 40 0 0,-6-40 0 0,0 0 0 16,-8 34 0-16,3-22 0 0,0-2 0 0,1 1 0 15,-1-1 0-15,1 1 0 0,1-1 0 0,1-3 0 0,0-2 0 16,2-1 0-16,1-1 0 0,1 0 0 0,0-3 0 16,1 0 0-16,2-1-12528 15,0-1-2512-15</inkml:trace>
  <inkml:trace contextRef="#ctx0" brushRef="#br1" timeOffset="127254.9">20931 10723 20271 0,'0'-7'896'0,"0"0"192"0,1 2-880 0,-1 4-208 15,0 0 0-15,0 1 0 0,0-2 2160 0,0 1 384 16,0-1 80-16,1-1 0 0,-1 1-512 0,-1 2-128 16,0 3 0-16,-1 2-16 0,-1 1-880 0,3-6-192 15,0 0-16-15,-12 32-16 0,12-32-528 0,-11 30-96 16,11-30-32-16,-14 33 0 0,14-33-80 0,-16 33-128 0,9-19 176 0,-1-2-176 15,3-2 192-15,0-2-64 0,2 0 0 0,-1-3-128 16,2-2 128-16,0-1-128 16,1-2 0-16,1 0 0 15,0-1 128-15,1-2-128 0,1 0 0 0,2-3 0 0,-1 0 0 0,2-3 128 0,2-1-128 0,1-2 0 16,0 1 128-16,0 1-128 0,0-2 0 0,1-2 0 16,0 2 0-16,0-2 0 0,0-1 0 0,0 1 0 15,2 0 0-15,-2 1 0 0,1 0 0 0,0 1 0 16,1 1 0-16,-2 3 0 15,-1 1 0-15,0 3 0 0,1 1 0 0,-2 0 0 0,2 1 0 0,-3 2 0 16,1 0 0-16,-2 2 0 16,1 2 0-16,-6-4 0 0,0 0 128 0,0 0-128 0,0 0 0 0,18 44 0 0,-18-44 128 0,0 0-128 15,1 38 0 1,-1-38 0-16,0 0 0 0,-5 36 0 0,5-36 0 0,0 0 0 16,-7 30 128-16,4-22-128 0,3-8 0 0,0 0 0 0,0 0 0 0,0 0 0 15,0 0 0-15,0 0 0 0,0 0 0 0,0 0 0 16,0 0 0-16,0 0-18752 0</inkml:trace>
  <inkml:trace contextRef="#ctx0" brushRef="#br1" timeOffset="127619.77">21173 10778 17503 0,'-3'-2'768'0,"2"1"176"0,0 1-752 0,1-2-192 0,0 2 0 0,0 0 0 16,1 0 2544-16,0 0 464 0,2 0 112 0,1-2 16 15,1 2-976-15,2-1-192 0,1-1-48 0,0 0 0 16,3-1-800-16,0 1-160 0,1-3-48 0,0 1 0 16,1-1-528-16,-1 0-128 0,0 0 0 0,-1 0-16 15,-1 1-240-15,-1-3 0 0,-1 3 0 0,-2-2 0 16,-1 1 0-16,-1 1 0 0,-2-1 0 0,-1-1 0 16,-1 1 0-16,-1 0 0 0,-1 2-128 0,-3-2 128 0,0 0 0 0,-3 2 0 15,0 2 0-15,-2-1 0 0,1 2 0 0,-1 2 0 16,-1 2 0-16,-1 1 0 0,0 2 0 0,-1 3 0 15,1 0 0-15,0 1 0 0,1 2 0 0,-1 1 0 16,2 2 0-16,1-3 0 0,2 0 208 0,1-1 48 16,6-12 16-16,0 0 0 0,0 0 16 0,1 38 0 15,-1-38 0-15,0 0 0 0,0 0-160 0,31 16-128 16,-18-16 192-16,-1-1-192 0,1 0 128 0,1-4-128 16,2 0 0-16,-1-1 0 0,2 0 0 0,-2-2 0 15,2 0 0-15,-1 1 0 0,1 0-304 0,0-1-64 16,-3 0-16-16,1 2-11840 0,0-1-2368 0</inkml:trace>
  <inkml:trace contextRef="#ctx0" brushRef="#br1" timeOffset="127968.15">21580 10635 11055 0,'7'-8'480'0,"-3"3"112"0,0 1-464 0,-1 0-128 0,0 2 0 0,-2 0 0 16,1 1 2048-16,1-3 384 0,2 1 64 0,0-2 32 16,0 0 32-16,-2 2 0 0,0 2 0 0,-2-1 0 0,-2 4-880 0,-1-1-160 15,0 2-48-15,-3 2 0 0,-1 0-464 0,0 2-112 16,-2 2 0-16,-1 0-16 0,1 0-304 0,-1 2-64 15,-1-2-16-15,2 1 0 0,1 0-112 0,1-4-32 16,1 2 0-16,3-4 0 0,0 2-160 0,1-2-48 16,2-1 0-16,1-1 0 0,0 1-144 0,2-1 0 15,1 0 0-15,-1 0 0 0,2 0 0 0,-6-2 0 16,0 0 0-16,0 0 0 16,0 0 0-16,33 15 0 0,-33-15 0 0,0 0 0 0,0 0 0 0,0 0 0 15,0 0 0-15,32 32 0 0,-32-32 0 0,0 0 0 16,0 0 0-16,0 0 0 0,0 0 0 0,0 0 0 0,-3 37 0 0,-3-33 0 15,1-1 0-15,-3 2 0 16,1-1 0-16,-2-1 0 0,-1 1 0 0,0-1 0 0,0-1 128 0,1 0-128 16,0-1 0-16,1-1 0 0,2 0 0 0,-1 0 0 15,3-1 0-15,1-1 0 0,1 0 0 0,2-1 0 16,1-1-192-16,3 1 0 0,1-1-16 0,3-1-18032 16</inkml:trace>
  <inkml:trace contextRef="#ctx0" brushRef="#br1" timeOffset="128284.42">21841 10597 2751 0,'5'-7'256'0,"-2"5"-256"0,-1 0 0 15,0 0 0-15,-1 1 2624 0,-1 1 464 16,1-2 112-16,0 2 0 0,0-2 752 0,0 1 144 0,0-1 16 0,-1 2 16 16,-1 0-2016-16,-2 0-416 0,0 2-80 0,-2-2-16 15,0 3-832-15,-1 0-160 0,-1 1-32 0,-1 0-16 16,0 1-240-16,-2 2-64 0,0-1 0 0,1 2 0 15,2 1 48-15,-2 0 0 0,3 2 0 0,-1-2 0 16,3 1 112-16,4-10 32 0,0 0 0 0,0 0 0 16,0 0-208-16,8 40-48 0,-8-40 0 0,0 0 0 15,0 0-192-15,32 19 144 0,-32-19-144 0,0 0 128 16,31 15-128-16,-31-15 0 0,0 0 0 0,0 0 0 16,32 19 0-16,-32-19 0 0,0 0 0 0,0 0 0 0,0 0 0 0,0 0 0 15,0 0 0-15,0 0 0 0,0 0 0 0,4 43 0 16,-10-39 0-16,-3 3 0 0,2-2 0 0,-2 0 0 15,-1 2 0-15,0-3 0 0,1 1 0 0,-1-2 0 16,0 0 0-16,1-2 0 16,2 1-752-16,2-1-80 0</inkml:trace>
  <inkml:trace contextRef="#ctx0" brushRef="#br1" timeOffset="128463.54">22017 10814 18431 0,'0'0'816'0,"0"0"160"15,0 0-784-15,0 0-192 0,0 0 0 0,0 0 0 0,0 0 2160 0,0 0 384 0,0 0 80 0,-3 44 0 16,3-44-928-16,-11 24-192 0,11-24-32 0,-13 19-15360 16</inkml:trace>
  <inkml:trace contextRef="#ctx0" brushRef="#br1" timeOffset="129443.01">22576 10546 6447 0,'0'-1'576'0,"0"1"-576"16,0 0 0-16,0 0 0 0,0 0 2768 0,0 0 448 0,0 1 96 0,1 1 16 15,0-2-256-15,1 2-32 0,1-2-16 0,0 0 0 16,2 0-1008-16,0-2-208 0,0-1-32 0,1 1-16 16,1-3-672-1,0 0-144-15,3-2-32 0,-1 0 0 0,0 0-512 0,1-3-96 0,-2 1-32 0,0 0 0 16,0-3-272-16,-3 2 0 0,0-1 0 0,-1 1 0 16,-2 0 0-16,-2 1 0 15,-1-1 0-15,-1 1 0 0,-3 2 0 0,-1-3 0 0,-1 1 0 0,1 2 0 16,-3-3 0-16,2 4 0 0,-2 0 0 0,0 2 0 15,2 1 224-15,-1 1-64 0,1 2-16 0,-1 2 0 16,1 2-144-16,-1 2 128 0,0 1-128 0,0 3 128 0,1 1-128 0,-2 4 0 16,1 1 0-16,-2 3 0 0,-2 7 0 0,-1 3 0 15,-2 4 0-15,-1 2 0 16,-1 2 0-16,0 1 0 0,-1 1 0 0,2-3 0 0,1-3 0 0,3-5 0 16,3-3 0-1,3-5 0-15,6-20 0 0,-8 32 0 0,8-32 0 16,0 0 0-16,0 0 0 0,0 0 0 0,0 0 0 0,21 40 0 15,-14-40 0-15,2-3 0 0,2 1 0 0,1-3 0 0,0 0 0 0,1-2 0 16,1 0 128-16,1 0-128 0,1-3 0 0,0 3 0 16,1-2 0-16,-3 0 0 0,2 1 0 0,-1 0 0 15,1-1 0-15,-2 0 0 0,-2 2 0 0,-1 0 0 0,-2 0 0 16,-2-2 0-16,-2 6-224 0,-1-2 80 0,-1 0 16 0,-2 3 0 16,-2 2 128-16,-1 0 0 15,-2 2 0-15,0 1 0 0,0 2 0 16,-3 1 0-16,1 2 0 0,-1 1 0 0,0 1 0 0,0 1 0 0,0-1 0 0,0 2 0 15,1-2 0-15,0-1 0 16,1 0 0-16,1 1 0 0,2-3 0 16,0-2 0-16,1-1 0 0,1-1 0 0,1-1 0 0,0-2 0 0,1 0 0 0,-1-2 0 31,1-1-384-31,0 0-112 0,-1 0-16 0,1-2-16864 16</inkml:trace>
  <inkml:trace contextRef="#ctx0" brushRef="#br1" timeOffset="129633.7">22514 10706 15663 0,'-6'-2'688'0,"3"2"144"0,1 0-656 0,1 0-176 16,0 0 0-16,2 0 0 0,1 0 2624 0,0 0 480 15,1 2 96-15,4-1 32 0,2 1-96 0,2 0 0 16,3-2-16-16,4 0 0 0,0-2-1920 0,4-1-384 16,1-1-80-16,1-1-16 0,1-1-480 0,-1 0-112 15,-2-1 0-15,-2 2-128 0,-3-2 0 0,-1 2 0 0,-2 0 0 16,0 1 0-1,-2 2-320-15,-2-3-80 0,-1 2-16 0,0 1-17568 0</inkml:trace>
  <inkml:trace contextRef="#ctx0" brushRef="#br1" timeOffset="130867.64">22907 10702 911 0,'-3'0'0'0,"1"0"0"0,2 1 0 0,-1 0 0 0,1-1 1760 0,-1 0 272 16,1 2 48-16,-1-2 16 0,0 3 320 0,0-1 64 16,0 1 16-16,1-1 0 15,1-1 384-15,0-1 96 0,1-1 16 0,1 1 0 0,2-2-864 0,0-3-160 16,1 2-48-16,2-1 0 0,-1-3-1152 0,0 2-256 16,2-3-32-16,-2 2-16 0,0-4-336 0,-1 3-128 15,-1 0 0-15,-1-3 144 0,0 3-144 0,-2 0 128 16,-1 0-128-16,-1 1 128 0,-2 1-128 0,-2 2 0 15,0 0 0-15,-3 3 0 0,0 0 0 0,-2 3 0 16,0 2 0-16,-3 1 0 0,0 3 0 0,-1 2 128 0,-1 1-128 0,1 2 0 16,0 0 0-16,0 0 0 0,0 3 0 15,2-2 0-15,-1 1 0 0,2-1 0 0,1 0 0 16,1 0 0-16,8-15 0 0,-11 24 128 0,11-24-128 16,0 0 0-16,0 0 128 0,0 0-128 0,-1 37 0 0,5-35 128 15,0 1-128-15,1-2 0 16,3-2 0-16,-1-2 0 0,3 1 0 0,0-2 0 0,1-3 0 0,1 2 0 0,0-3 0 0,0 2 0 15,-1-2 0-15,1 1 0 0,-1-2 0 0,0-1-176 16,-2 3 176-16,0-2-128 0,-1-1 128 0,0 3-160 16,-3-2 160-16,1-1-160 0,-2 3 160 0,-1 0 0 15,-1 0 0-15,-1 2 0 16,-1 3 0-16,-1 0 0 0,0 2 0 0,-1 2 0 0,0 0 0 0,0 1 128 16,-2 4-128-16,-1-1 0 15,1 3 320-15,1 0 0 0,3-9 0 0,0 0 0 0,-9 33 64 0,9-33 0 0,0 0 0 0,0 0 0 16,4 40-144-16,-4-40-32 0,0 0 0 0,0 0 0 15,0 0-80-15,34 23 0 0,-23-23-128 16,2-2 192 0,1 0-192-16,0-3 0 0,2 0 0 0,0-2 0 0,0 0 0 0,-1-3 0 0,0 1 0 0,-1 0 0 15,-1-1 0-15,-2 0 0 16,-1 1 0-16,-3 0 0 0,-1 1 0 0,0-1 0 0,-2 2 0 0,-1 0 0 16,-3 0 0-16,1 0 0 15,-1 2 0-15,-1-2 0 0,1 4 0 0,0-1 0 0,-1 2 0 0,0 1 0 0,0 1 0 16,0 3 0-16,-1 0 0 0,-1 3 0 0,0 0 0 15,0 2 0-15,-2 0 0 0,0 3 0 0,0 1 0 0,5-12 0 16,-10 28 0-16,10-28 0 0,-10 26 0 0,10-26 0 16,0 0 0-16,-4 36 0 0,4-36 0 0,0 0 0 15,0 0 0-15,0 0 0 0,0 0 0 0,0 0 0 16,0 0 0-16,35 24 0 16,-26-28 0-16,1-1 0 0,1 0 0 15,0-3 0-15,1 2 0 0,0-4 0 16,1 1 0-16,-1 0 0 0,-2 1 0 0,0-2-288 15,1 1 64-15,-2 0 16 0,-2-1-48 0,0 1-16 16,-1 0 0-16,-1 1 0 0,-1-1 272 0,-3 2 0 0,1 1 0 0,-1 0 0 16,-1 3 0-16,0 0 0 0,-1 2 0 0,0 1 0 15,0 1 0-15,1 2 0 0,-2 0 0 0,0 0 144 16,0 0-144-16,0 2 192 0,-2 2-192 0,2 1 192 16,-2 1 32-16,1 0 16 0,3-9 0 0,0 0 0 15,-8 32-112-15,8-32 0 0,0 0-128 0,0 0 192 16,-1 40-192-16,1-40 0 0,0 0 128 0,0 0-128 15,0 0 0-15,0 0 0 0,0 0 0 0,31 26 0 16,-22-26 0-16,0-5 0 0,1 2 0 0,1-1 0 16,1-3-896-1,1 2-160-15,2-4-32 0,0 2-16 0,1-3-2608 0,1 0-512 0,-1-1-96 0,-1 1-32 16,0 1 464-16,-1-2 96 0,-1 0 16 0,-1-1 0 16,0 0 2592-16,-3-2 528 0,1 2 96 0,-1 0 32 0,-1 1 2688 0,-1 1 528 15,-2 1 128-15,0 1 0 0,-2 4 640 0,-1-1 128 16,0 3 32-16,-1 2 0 0,-1 0-1232 0,-2 2-240 15,0-1-48-15,0 3-16 0,-2-2-928 0,-2 3-192 16,0 1-48-16,-2 2 0 0,0-1-576 0,0 3-112 16,-2-3-32-16,1 2 0 0,0 1-192 0,0 0 128 15,0-1-128-15,2 0 0 0,0 1 128 0,3-3-128 16,1 0 0-16,1 0 0 0,2-7 0 0,0 0 128 16,0 0-128-16,0 0 0 0,0 0 0 0,0 0 0 0,0 0 0 15,28 29 0-15,-22-27 0 0,1 0 0 0,-2 1 0 16,2-1 0-16,-1 1 0 0,-6-3 0 0,0 0 0 0,0 0 0 15,0 0 0-15,0 0 0 0,0 0 0 0,0 0 0 16,0 0 0-16,10 40 0 0,-13-36 0 0,-2 1 0 16,1-2 0-16,-2 1 0 0,0-1 0 15,-1 0 0-15,0 1 0 0,-1-2 0 0,2 0 0 0,-1-2 0 16,1 1 0-16,1-2 0 0,1 1 0 0,3-2 0 16,-1 0 0-16,1-2 0 0,2 1 0 0,2-2 0 15,0 1-992 1,3-1-144-16,0 1-16 0,2-1-10272 0,2 0-2048 0</inkml:trace>
  <inkml:trace contextRef="#ctx0" brushRef="#br1" timeOffset="131231.04">23837 10614 3679 0,'10'-4'320'0,"-5"1"-320"16,-2 0 0-16,-2 3 0 0,-1 0 2816 0,0-2 480 16,3 2 96-16,0-2 32 0,2-1 160 0,-2 1 48 15,-3 0 0-15,-2 2 0 0,-4 4-1424 0,-1 0-288 16,-3 2-48-16,-1 3-16 0,-2 1-976 0,-1-1-208 15,-1 1-32-15,2 1-16 0,1-2-384 0,1-1-80 16,1 0-16-16,3 1 0 0,1-4-144 0,1 2 0 16,3-3 0-16,0-1 128 0,3 0-128 0,1-1 0 15,1 0 0-15,1-1 0 0,2-1 0 0,-1 1 0 16,3-1 0-16,0 2 0 0,1-2 192 0,-1 3-64 16,0 0 0-16,2 1 0 0,-2-1-128 0,-8-3 0 15,0 0 0-15,0 0 128 0,29 23-128 0,-29-23 0 0,0 0 0 16,0 0 0-16,0 0 0 0,0 0 0 0,13 40 0 0,-15-35 0 15,-2 0 0-15,-1 0 0 0,0 0 0 0,-3-1 0 16,1 1 0-16,-2-2 0 0,-1 1 128 0,-2-1-128 16,-1 1 0-16,-1 1 0 0,1-3 0 0,-1 1 0 0,1 2 0 15,1-3 0-15,1 0 0 0,1 0 0 0,2-1 0 16,1-1 0-16,3 0-144 0,1 0 144 16,1-1-768-16,3-3-112 0,3 2-16 0,0-4-15616 15</inkml:trace>
  <inkml:trace contextRef="#ctx0" brushRef="#br1" timeOffset="131436.31">24009 10628 19343 0,'2'-1'1728'0,"0"0"-1392"16,-1-1-336-16,0 2 0 0,-1 2 2304 0,2-4 384 0,2 0 64 16,3-1 32-16,4 0 96 0,1-1 0 15,2-1 16-15,-1 0 0 0,2 0-2000 0,-1 0-416 16,0 1-80-16,0-1-16 0,-1 0-208 0,-1 3-48 0,-1-2-128 0,-2 3 192 15,-1-1-192-15,-3 2 0 16,-1 0 0-16,-3 2 0 16,-3-1-464-16,-1 3-96 0,-2 1-16 0,-3 0 0 15,1-1-2752-15,-3 3-544 0,-1 0-112 0,-2 3-9536 0</inkml:trace>
  <inkml:trace contextRef="#ctx0" brushRef="#br1" timeOffset="131609.37">24060 10685 1839 0,'1'0'160'15,"-1"0"-160"-15,0 0 0 0,0 0 0 16,0 0 1584-16,1 3 272 0,1-1 64 0,-1 2 16 0,-1-4 1136 0,0 0 208 15,0 0 48-15,0 0 16 0,-7 46-416 0,7-46-96 16,0 0-16-16,-16 33 0 0,16-33-1264 0,-12 21-256 16,12-21-48-16,0 0-16 0,0 0-752 15,0 0-160-15,-7 34-16 0,9-32-16 0,0 0-544 0,2-2-96 16,3-1-32-16,1 0-10176 16,1-2-2048-16</inkml:trace>
  <inkml:trace contextRef="#ctx0" brushRef="#br1" timeOffset="132388.14">24289 10735 1839 0,'6'-3'160'0,"-3"3"-160"0,2-2 0 0,-2 1 0 0,-1 1 1952 0,-2-1 352 0,2 1 80 0,1-2 16 15,2 0 1392-15,0 1 288 16,2-2 48-16,-1 0 16 0,1 0-2016 0,-3 0-400 16,1-2-64-16,-1 1-32 15,-1-1-944-15,0-1-192 0,0 0-48 0,-1 0 0 16,0 0-448-16,-1-1 128 0,-1 0-128 0,-2 2 0 0,1 1 0 0,-2-1 0 0,-1 2 0 0,0 1 0 15,-2 2-144-15,1 2 144 0,-3-1 0 0,1 4-144 16,-2 1 144-16,0 1 144 16,-1 3-16-16,-1-1-128 0,0 3 624 0,0 0 16 0,-1 1 0 0,1 0 0 15,0-1-32-15,0 2 0 0,2-2 0 0,0-2 0 0,9-10 0 0,-13 19 0 16,13-19 0-16,0 0 0 0,0 0-256 0,0 0-48 16,0 0-16-16,0 0 0 0,0 0-288 0,0 0 160 15,0 0-160-15,31 33 128 0,-20-36-128 0,0-2 0 16,2 1 0-16,0-1 0 0,1-2 0 0,1-2 0 15,0 2 0-15,0-3 0 16,0 0 0-16,-2 1 0 0,1-3 0 0,0 1 0 0,-3 2-288 0,0-2 64 16,-1 2 16-16,-2-1 0 0,-2 2 208 0,-1 0-192 15,-1 3 192-15,-2 1-192 0,0 1 192 0,-2 1 0 16,0 2 0-16,-1 0 0 0,-1 2 0 0,-1 1 128 16,-1 1-128-16,1 1 160 0,-2 2 96 0,0 0 0 0,0 2 16 0,5-9 0 15,0 0-96-15,-13 31-32 16,13-31 0-16,0 0 0 15,0 0 32-15,0 0 0 0,0 0 0 0,4 43 0 0,-4-43-176 16,0 0 128-16,0 0-128 0,0 0 128 0,27 12-128 16,-18-12 0-16,-1 0 0 0,2-2 128 0,1-1-128 0,1 0 0 15,1-1 0-15,0-1 0 0,2 0 0 0,1-1 0 16,-1 0 0-16,0-2 0 0,0 0 0 0,-1 1 0 16,1-2-144-16,-1 1 144 0,-3-1-128 0,0 0 128 15,-1 0-192-15,-2-1 192 16,-1 2-160-16,-1 0 160 0,0 0-128 0,-4 3 128 0,0 0 0 0,-2 3 0 15,0 0 0-15,0 2 0 0,-1 2 0 0,-1 3 0 16,2-5 0-16,0 0 0 0,0 0 0 0,-11 40 0 16,11-40 0-16,0 0 0 0,-7 47 0 0,7-47 128 15,0 0-128-15,-7 45 0 0,7-45 0 0,0 0 144 0,-3 41-144 16,3-41 0-16,0 0 144 0,0 0-144 0,0 0 0 0,0 0 144 16,1 42-144-16,0-39 0 0,-1-3 0 0,0 0 0 15,0-3 0-15,1 1 0 0,1-3 0 0,0-1 0 16,0-1 0-16,1-1 0 0,1-1 0 0,1-1 0 15,2-2 0-15,1 0 0 0,1 0 0 0,1-2 0 16,1 2 0-16,2-2 0 0,1-2 0 0,0 2 0 16,-3 2 0-16,2 2 0 0,1-2 0 0,0 0 0 15,0 3 0-15,-1 4 0 0,-1 0 0 0,-2 3 0 0,1 2 0 16,-3 5 0-16,-8-5 0 0,0 0 0 0,0 0 0 0,24 42 0 16,-24-42 0-16,0 0 0 0,7 50 0 0,-7-50 128 15,0 0-128-15,-1 52 0 0,1-52 0 0,0 0 128 16,-9 45-128-16,9-45 0 0,0 0 0 15,0 0 0-15,-9 38 0 0</inkml:trace>
  <inkml:trace contextRef="#ctx0" brushRef="#br1" timeOffset="134412.37">16135 11544 17503 0,'-1'0'1552'15,"1"2"-1232"-15,1-2-320 0,0 0 0 16,0 0 1216-16,0 0 176 0,1-2 32 0,1 1 16 0,0-1 976 0,2-1 192 16,0-1 32-16,3-3 16 0,-1 0-720 0,1-1-144 15,-1-1-16-15,0-2-16 0,0 1-1008 0,0-1-208 16,-2-2-32-16,0 1-16 15,-1 0-288-15,-2 0-48 0,-1 1-16 0,-1 1 0 16,-2 1-144-16,-1-1 0 0,-2 1 0 0,-1 4 0 0,1 0 0 0,-2 3 0 0,0-1 0 0,0 4 0 16,-2 3 128-16,0 1-128 0,0 2 128 0,-1 3-128 15,1 1 0 1,-1 1 0-16,1 3 128 0,-2 2-128 0,1 3 0 0,-1 2 0 16,1 4 0-16,0 0 0 0,0 2 0 0,2-2 0 0,1 1 0 0,0 3 0 15,1 3 0-15,-1-2 0 16,2 0 0-16,1-2 0 0,1 0 0 0,3-29 0 0,-2 46 0 0,2-46 0 0,0 0 0 0,4 48 0 15,-4-48 0-15,0 0 0 0,0 0 0 0,0 0 0 16,15 45 0-16,-13-40 0 0,-1-1 0 0,-1 1 0 16,1 1 0-16,-1-2 0 0,-2 3 0 0,-1-3-144 15,-1-1 144-15,0 2 0 0,-2-1-432 0,1-1 32 16,0-1 0-16,-2-1 0 16,2-2-448-16,-2-1-96 0,1-1-16 0,-1-1 0 15,0-3-288-15,-2-1-64 16,0 0-16-16,0-3 0 0,-2-1-528 15,-1-1-128 17,0 0 0-17,0-3-16-15,0-1-672 0,0-2-128 0,4 3-16 16,1 0-16 0,0 3 1488-16,2-1 288 0,0 3 64 0,1 1 16 0,1 2 1920 0,2 4 384 0,0-1 80 0,2 3 0 0,0 2 736 0,3 0 144 15,0 2 16-15,2-1 16 0,-6-1 528 0,0 0 96 0,35 9 32 0,-35-9 0 0,35 7-1072 0,-17-7-224 0,2 0-32 0,-1-2-16 0,2-1-1040 0,-1-2-208 0,2-2-32 0,-1 0-16 0,0-3-144 0,0 1-16 16,-4 2-16-16,1-3 0 0,-1 1-160 0,-1 0 0 15,1 1 0-15,0-1 0 16,0 2-272-16,-1 0-48 0,-1 3 0 0,-1-2-18096 16</inkml:trace>
  <inkml:trace contextRef="#ctx0" brushRef="#br1" timeOffset="135105.75">16328 11629 9215 0,'-2'0'400'0,"1"0"96"0,-1 0-496 0,1 2 0 15,1-2 0-15,0 1 0 0,-1 1 2368 0,-1 0 368 16,-1 0 80-16,-2 5 0 0,1 1 496 0,-2 3 80 15,1 1 32-15,-2 2 0 0,2 1-1392 0,-2 4-288 16,0-1-48-16,2-1-16 0,5-17-912 0,-7 33-192 16,7-33-48-16,0 0 0 0,0 0-288 0,0 0-64 15,16 38-16-15,-8-38 0 0,1-2-160 0,1-3 0 16,1-2 0-16,1-3 0 0,1-1 0 0,1-1 0 16,0-3 0-16,-1 1 0 0,-2 2-240 0,0-2-128 0,1 0-16 15,-2 0-16 1,-1 2-480-16,-3-1-80 0,1 2-32 0,-3 0 0 15,-2 3 384-15,-2 1 80 0,0 1 16 0,0 2 0 0,-1 2 512 0,-2 2 0 0,1 1 0 0,-1 3 144 16,0 1 496-16,0 2 112 0,-2 2 16 0,0 3 0 16,0 2 0-16,0 1 0 0,1-1 0 0,-1 1 0 15,0 1-336-15,5-16-64 0,-4 26-16 0,4-26 0 16,0 0-144-16,0 0-16 0,0 0-16 0,0 0 0 0,0 0-176 0,0 0 128 16,28 33-128-16,-18-36 128 15,-1-3-128-15,0-1 0 0,1-1 0 0,0-1 0 0,2-3-160 0,-1 2-16 16,0-2 0-16,0-1 0 15,0 1-2064-15,-1 2-400 16,-1-2-96-16,0 1-16 0,-1 2-1232 0,-1-2-256 0,0 2-48 0,-1 0-16 16,-1-1 1984-16,-2 1 400 0,-1 2 64 0,0 1 32 0,-2 2 2480 0,0 0 496 15,0 3 112-15,-1-1 16 0,0 4 1856 0,-1 1 384 16,0 1 80-16,0 2 16 0,-1 2-992 0,-1 2-208 16,-1 4-48-16,-1 0 0 0,0 3-992 0,0 0-208 15,-2-1-32-15,0 3-16 0,2-2-496 0,0-3-112 16,2-2 0-16,1 0-16 0,1-2-240 0,1-2-32 15,0-2-16-15,1-2 0 0,1-2-208 0,1-2 0 16,0-2 128-16,0 0-128 0,0-3 0 0,2-1 0 0,0-2 0 0,0-2 0 16,1 2 0-16,1-3 0 0,0-3 0 0,1 0 0 15,2 0 0-15,-1 0-192 0,0-1 192 0,2-1-208 16,-2 2-112-16,0 1 0 0,1-1-16 0,-1 2 0 16,-1 3 176-16,-2 0 160 0,1 2-208 0,-1 3 80 15,0 3 128-15,-1-1 0 0,0 4 0 0,-1 0 0 16,0 0 128-16,-1 3-128 0,-2-5 160 0,0 0-160 15,0 0 320-15,0 0-48 0,3 41 0 0,-3-41 0 16,0 0-144-16,-4 36-128 0,4-36 192 0,-8 28-192 0,4-14 144 16,-1-2-144-16,0 0 0 0,1-1 144 0,-1-1-144 0,0-1 128 15,1-1-128-15,0-2 128 0,1-1-128 0,3-2 0 16,-1-1 0-16,2-1 128 0,-1-1-128 0,2-1 0 16,2-3 0-16,1-1 0 0,1 0-128 0,2-3-16 15,1 2 0-15,1-4-18256 16</inkml:trace>
  <inkml:trace contextRef="#ctx0" brushRef="#br1" timeOffset="135373.68">16875 11672 19343 0,'7'-5'848'0,"-3"2"192"0,1-1-832 0,-1 1-208 16,-2-1 0-16,0 3 0 0,0-2 1920 0,2-3 320 16,1-1 80-16,1-5 16 0,1-2-64 0,-2 2-16 0,0 0 0 15,-3 3 0-15,0 4-1168 0,-3-2-256 0,0 4-32 0,-1 1-16 16,-3 3-448-16,-1 1-80 0,-1 3-32 0,-1 3 0 15,-1 1-96-15,0 2-128 0,-1 4 176 0,-1 0-176 16,1 4 144-16,-2-1-144 0,2 2 0 0,1-1 144 16,0 0-144-16,1-1 0 15,2 0 0-15,6-18 0 0,-7 28 160 0,7-28-160 0,0 0 192 0,0 0-192 16,0 0 192-16,0 0-192 0,0 0 192 0,31 29-192 16,-24-31 128-16,4-3-128 0,1 0 0 0,1-5 0 15,1-1 0-15,2 1 0 0,1-4 0 0,0-1 0 16,1 1-1072-1,1 0-160-15,0 0-48 0,2 0-15536 0</inkml:trace>
  <inkml:trace contextRef="#ctx0" brushRef="#br1" timeOffset="135611.12">17213 11482 4607 0,'1'-2'400'0,"0"1"-400"15,-1 1 0-15,0 0 0 0,1-2 3328 0,0-1 592 16,0 0 112-16,-1 0 32 0,-1 3-96 0,-1 0 0 16,-3 4-16-16,-1 4 0 15,-3 3-1840-15,-1 2-384 0,0 5-64 0,-2 1 0 0,0 1-1024 0,-1 1-192 16,2 2-32-16,0-2-16 15,2 1-176-15,1-1-32 0,1 0-16 0,2-2 0 0,5-19-32 0,-3 33 0 16,3-33 0-16,0 0 0 0,5 36-144 0,-5-36 0 16,0 0 0-16,0 0 0 15,0 0 0-15,0 0 0 0,36 16 0 0,-28-20 0 0,1-3 0 0,2 1 0 0,-1-3 0 0,0 0 0 32,0-2-192-32,-1 1-80 0,3-1-16 0,-3 0 0 15,-1 2-1376-15,0 0-256 0,0-1-64 0,-2-2-16 16,0 2-1776-16,-1-1-336 0</inkml:trace>
  <inkml:trace contextRef="#ctx0" brushRef="#br1" timeOffset="135823.54">17216 11543 4191 0,'-2'0'0'0,"2"0"176"0,0 0-48 0,-3 0 0 0,-4 3-128 0,-5-1 0 16,-7 3 0-16,-7 4 0 0,-3 3 1168 0,2 0 208 15,3 1 32-15,6-1 16 0,4-1 2320 0,4 1 464 32,3-3 80-32,4-2 32 0,2 0-1088 0,2-2-224 0,3-3-32 0,2 0-16 0,2-2-1280 0,2-2-256 31,1 0-48-31,2-5-16 0,1 1-688 0,0-2-144 0,3-1-16 0,-1 1-16 0,2-4-288 0,1 0-48 31,-2 0-16-31,0 0 0 0,-3 4-144 0,0 0 0 0,-1-1 0 0,0 1 0 0,0 1 0 0,-3 3 0 0,0-1 0 16,-2 2 0-16,0 1-320 15,-2 0-32-15,1 2-16 0,-3-2-18240 0</inkml:trace>
  <inkml:trace contextRef="#ctx0" brushRef="#br1" timeOffset="135994.51">17358 11532 11055 0,'3'0'976'0,"-1"-2"-784"0,0 2-192 0,0 0 0 0,1-1 2864 0,-1 1 528 0,5-2 96 0,2 0 32 16,4 1 0-16,2-3 16 0,0 1 0 0,-1-1 0 31,-1 1-2128-31,-1-1-448 0,-1 1-64 0,-1 0-32 16,-1 1-608-16,-1 0-128 0,-1 0-128 0,0 0 176 15,-2 2-368-15,-1-1-80 0,-1 2-16 0,-2 1-11360 16,-2 1-2288-16</inkml:trace>
  <inkml:trace contextRef="#ctx0" brushRef="#br1" timeOffset="136168.19">17421 11586 11967 0,'-1'5'528'0,"-1"-3"112"0,0 1-512 0,1-1-128 0,0-1 0 0,0 0 0 16,0 1 2064-16,-1 1 384 0,0 4 80 0,-2 0 16 16,-1 3 720-16,1 1 128 0,-1-1 48 15,1 0 0-15,4-10-1664 0,0 0-336 0,-6 28-64 0,6-28-16 16,0 0-928-16,0 0-192 0,0 0-48 0,0 0 0 15,0 0-192-15,0 0 0 0,0 0 0 0,0 0 0 16,0 0-1472 0,32 22-192-16</inkml:trace>
  <inkml:trace contextRef="#ctx0" brushRef="#br1" timeOffset="136939.7">17587 11579 15663 0,'2'-3'688'0,"-1"0"144"0,1 2-656 0,-2-1-176 16,1 2 0-16,-2 2 0 0,1-2 1824 0,-1 0 336 15,-1 2 64-15,0 3 16 0,-2 1 384 0,-1 2 64 16,-1 4 32-16,-1 0 0 0,1 2-1264 0,-2 1-256 16,1 3-48-16,0-1-16 0,1 0-624 0,6-17-128 15,-8 28-32-15,8-28 0 0,0 0-32 0,0 0 0 16,6 38 0-16,-6-38 0 0,0 0-192 0,0 0-128 16,0 0 128-16,34 1-128 0,-23-7 0 0,1-1 128 15,0-3-128-15,1 1 0 0,-2 0 0 0,1-3 0 0,-1 0 0 16,0 0 0-16,-1-1-192 0,0 2-64 0,-3 0-16 15,-1 1 0 1,0-1-416-16,-2 1-80 0,-1-2 0 0,-3 1-16 16,0 0 208-16,-2 2 32 0,-4 0 16 0,1 1 0 0,-2 2 528 0,0 3 0 0,-1 0 0 0,0 1 0 15,0 2 0-15,-1 3 272 0,-1 2-16 0,-2 1-16 16,0 2 240-16,-1-1 48 0,1 2 16 0,1 1 0 16,1 0-128-16,1-2-32 0,3 0 0 0,2-2 0 15,1 0-64-15,3-2-32 0,0-2 0 0,2 1 0 16,2-3-112-16,0 0-32 0,1-3 0 0,2 1 0 15,2-2 0-15,1-1 0 0,0 0 0 0,1-2 0 0,1 1-144 0,2-2 0 16,0 1 0-16,2-3 128 0,-1 1-128 0,0 2 0 16,-1-2 0-16,0 1 0 0,1 2 0 0,-2 0 0 15,0 1 0-15,-1 1 0 0,-2-1 0 0,1 3 0 16,-3 1 0-16,-1-1 0 0,0 2 0 0,-2 2 0 16,-1-1 0-16,0 3 0 0,-4-4 0 0,0 0 0 15,0 0 0-15,0 0 0 0,0 0 0 0,6 41 0 16,-6-41 0-16,0 0 0 0,-6 30 0 0,1-18 0 15,0 0 0-15,-1 2 0 0,1-2 0 16,5-12 0-16,-11 24 0 0,5-15 0 0,1 1 0 16,0-2 0-16,0 0 0 0,0-3 0 0,2 2 224 0,-1-2-32 15,0-1-16-15,1-1 0 0,1-2-48 0,1 1-128 16,0-2 192-16,1 0-64 0,0-2-128 0,1 1 128 16,0-2-128-16,1-1 128 0,1-1-128 0,0-2 0 0,2 0 0 15,0 0 0-15,2-3 0 0,0 1 0 0,2-2 0 0,0-1 0 16,2-1 0-16,0-1 0 0,1-2 0 0,0 1 0 15,0-1 0-15,0 2 0 0,0-1-144 0,-1 2 144 16,0 3 0-16,-2 0 0 0,-1 5 0 0,0 0 0 16,-2 3 0-16,-1 2 0 0,-1 2 0 0,0 1 0 15,-4-3 0-15,0 0 0 0,0 0 0 0,0 0 0 0,0 0 0 16,14 49 0-16,-14-49 0 0,0 0 0 0,-2 41 0 0,2-41 0 16,-3 29 0-16,3-29 0 0,-6 24 0 15,6-24 0-15,-6 23 0 0,5-16 0 0,1-7 0 0,0 0 128 16,0 0-128-16,0 0 0 0,0 0 0 0,0 0 0 15,0 0 0-15,0 0 0 0,0 0 0 0,0 0 0 16,0 0 0-16,0 0 0 31,27 8-1200-31,-20-14-128 0</inkml:trace>
  <inkml:trace contextRef="#ctx0" brushRef="#br1" timeOffset="137240.12">18204 11555 7359 0,'6'-5'320'0,"-3"3"80"15,-1 1-400-15,0 0 0 0,-1-1 0 0,0 1 0 16,0 0 2624-16,0 0 432 0,1-4 80 0,0 3 32 0,-1-3-160 0,-1 1-16 0,-1 1-16 0,-1 1 0 16,-1-1-1392-16,0 1-288 0,-1 2-48 0,-1 0-16 15,0 2-480-15,-1 1-112 0,-1-1 0 0,0 3-16 16,-1 2-112-16,1 0 0 0,0 0-16 0,0 3 0 16,2-1 64-16,1-2 16 0,1 1 0 0,3-8 0 15,0 0-288-15,0 0-48 0,0 0-16 0,0 0 0 16,0 0-224-16,24 38 176 0,-24-38-176 0,0 0 160 15,0 0-160-15,33 11 0 16,-33-11 0-16,0 0 128 0,0 0-128 0,33 12 0 16,-33-12 0-16,0 0 0 0,0 0 0 0,0 0 0 0,0 0 0 0,0 0 0 0,0 0 0 0,0 0 0 31,0 0 128-31,0 0-128 0,0 0 0 0,0 0 0 16,-9 36 0-16,-1-34 0 0,-2 0 0 0,-1-1 0 0,0 1 0 0,0-2 0 0,-1 0 0 0,0-3 0 31,1 3 0-31,1-2-12272 15,1 2-2400-15</inkml:trace>
  <inkml:trace contextRef="#ctx0" brushRef="#br1" timeOffset="138797.44">18841 11548 14735 0,'-1'0'1312'0,"0"0"-1056"0,1 0-256 0,0 0 0 16,1 0 1984-16,-1 0 352 0,0 2 64 0,0-2 16 16,1 3 560-16,1-1 112 0,0 1 32 0,1-1 0 15,1-1-1344-15,1-1-272 0,1 1-48 0,-1-3-16 16,3 0-864-16,-1-1-160 0,2-2-32 0,1-1-16 16,0 0-224-16,-1-2-144 0,0 0 192 0,-1 1-192 15,-3-2 0-15,-1 3 0 0,-2-2 0 0,-1 0 0 16,-3 3 0-16,-2-2 0 0,-1 3 0 0,-3-1 0 0,-1 0 0 0,-2 3 0 15,-1 0 0-15,0 1 0 0,-1 4 0 0,0-1 0 16,-1 3 0-16,1 0 0 0,-1 4 0 16,1 0-144-16,1 2 144 0,0 2 0 0,1 1 0 0,1 4 0 15,0 2 0-15,2 0 0 0,1 1 0 0,2 0 0 16,5-21 0-16,-8 40 0 0,8-40 0 0,0 0 0 16,2 45 0-16,-2-45 0 0,0 0 0 0,0 0 0 15,0 0 0-15,0 0 0 0,37 24 0 0,-28-29 0 16,2-2 0-16,0-1 0 0,1-1 0 0,-1 0 0 15,1 0 0-15,-1-3 0 0,1 2 0 0,-1-2 0 0,-2 1 0 16,-2 1 0-16,1 1 0 0,-2-1 0 16,0 3 0-16,-2-2 0 0,1 1 0 0,-1-1 0 0,0 2 0 0,-2-2-128 15,1 4 128-15,0-3 0 0,0 4 0 0,-1 1 0 16,-1 1 0-16,1 2 0 0,0 1 0 0,0 3 0 16,-1-2 0-16,0 5 0 0,-1-7 0 0,0 0 0 15,0 0 0-15,2 33 0 0,-2-33 0 0,0 0 0 16,0 0 0-16,0 0 0 0,3 40 0 0,-3-40 128 15,0 0-128-15,0 0 0 0,0 0 0 0,0 0 0 16,0 0 0-16,0 0 0 0,0 0 0 0,0 0 128 16,34 10-128-16,-29-14 0 0,2-1 0 0,0 0 0 0,1-2 0 0,0 0 0 15,1-1 0-15,1-1 0 0,1 0 0 0,0-1 0 16,0 0 0-16,-1 1 0 0,1 0 0 0,-1-1 0 16,-1 3 0-16,-1 0-128 0,1 0 128 0,-1 2 0 15,-3 3 0-15,0 2 0 0,-1 0 0 0,-2 2 0 16,-1 3 0-16,-1 2 0 0,0 0 0 0,-3 2 0 15,0 3 0-15,-2 2 0 0,0 1 0 0,-2-1 0 16,0 3 0-16,-1-3 0 0,-2 2 0 0,2-4 0 16,1 0 0-16,1-4 0 0,1-2 0 0,2-1 0 15,2-2 0-15,0-3 0 0,1 0 0 0,1-3 0 0,0 1 0 16,2-3 128-16,1 0-128 0,0-2 0 16,0 0 0-16,2 0 0 0,-1 0 0 0,1 0 0 0,1-3 0 0,2-1 128 15,-1 1-128-15,0-1 0 0,2 1 0 0,-1-2 0 16,1 0 0-16,0-1 0 0,2 0 0 0,0 1 0 15,0-2 0-15,-1 2 0 0,1 0 0 0,-1 0 0 16,1 3 0-16,-2 2 0 0,0 0 0 16,0 2-128-1,-2 3-768-15,0-1-160 0</inkml:trace>
  <inkml:trace contextRef="#ctx0" brushRef="#br1" timeOffset="139142.43">19299 11593 15663 0,'-1'0'1392'0,"1"0"-1120"16,1 0-272-16,-1 0 0 16,1 0 2160-16,0 0 368 0,1 0 80 0,1 1 16 0,2 1 0 0,1-2 0 15,2 2 0-15,0-2 0 0,2-2-1024 0,0 2-208 16,2-3-48-16,1-1 0 0,2 0-832 0,0-2-192 16,1-1-16-16,0-1-16 0,-2 0-288 0,0 0 0 15,-2 1 128-15,-1 0-128 0,0 0 0 0,-3 0 0 16,-1-1 0-16,-2 0 0 0,-2 2 0 0,-2-1 0 15,-1 0 0-15,-3 2 0 0,-3 0 0 0,0 1 0 0,-2-1 0 0,-3 3-144 16,0 0 144-16,-2 2 0 0,1 2 0 0,-2 3 0 31,0 2 0-31,0 2 0 0,1 3 0 0,0 0 0 0,1 2 0 0,2 0 0 0,0 3 0 0,1 2 0 16,-1-3 176-16,3 1 16 0,2 0 0 0,5-17 0 16,-5 28 32-16,5-28 16 15,0 0 0-15,0 0 0 0,0 0-80 0,36 36-16 0,-36-36 0 0,30 2 0 16,-12-4-144-16,3-5 0 0,0 2 0 0,2-5 0 0,-1 3-192 15,3-2-80-15</inkml:trace>
  <inkml:trace contextRef="#ctx0" brushRef="#br1" timeOffset="139712.5">19885 11632 15663 0,'-7'-1'688'0,"3"-2"144"0,1 1-656 0,2 0-176 15,1 2 0-15,1-2 0 0,0-1 1936 0,0-2 368 16,2-1 64-16,3-2 0 0,1-4 128 0,3 0 32 16,1 0 0-16,1 1 0 0,2-1-944 0,1 0-192 0,1 0-48 0,1 1 0 0,1 1-640 0,0 0-128 15,-1 3-16 1,-1 2-16-16,-2 1-320 0,-2 4-64 15,-12 0-16-15,0 0 0 0,0 0-144 0,34 21 0 16,-34-21 144-16,0 0-144 0,9 41 0 0,-9-41 0 16,-3 36 0-16,-1-18 0 0,-3 3 0 0,-1-2 0 15,-1 0 0-15,-1-1 0 0,1-3 0 0,0-2 0 16,0-2 0-16,2-1 0 0,1-3 0 0,2-2 0 0,0-2 0 16,2-2 0-16,1-1 0 0,1-1 0 0,1-2 0 0,2-2 128 15,1-2 0-15,1-4 0 0,4 0 0 0,1-3 0 16,1 1-128-16,1-1 176 0,1-1-176 0,1-2 192 15,2-1-192-15,-1 0 0 0,2-1 0 0,0 0 128 16,0-2-128-16,1 2 0 0,0 2 0 0,-4 3 0 16,-2 3 0-16,-2 4 0 0,-2 1 0 0,-1 4 0 15,-1 1 0-15,-2 2-176 0,0 1 176 0,-3 3-192 16,0 0-1280 0,-1 3-272-16,0 0-48 0,-1 2-14816 0</inkml:trace>
  <inkml:trace contextRef="#ctx0" brushRef="#br1" timeOffset="140014.72">20268 11573 11279 0,'1'1'240'0,"-1"1"48"0,1-2 16 0,-1 0 32 0,0 0-336 0,0 0 0 16,2 0 0-16,0-2 0 0,4 2 3536 0,0-1 640 16,4 0 128-16,0-3 32 0,1 0-1456 0,1 1-304 15,0 0-48-15,2-2-16 0,1-1-1280 0,0 0-256 16,1-1-48-16,-1 0-16 0,-1 0-560 0,-2 0-112 16,-1 0-32-16,-2 1 0 0,-2 0-208 0,-1-2 0 15,-3 4 0-15,-2-3 0 0,-1 2 0 0,-3-2 0 16,-1 2 0-16,-3 0 0 0,-1 0 0 0,-3 2 0 15,-2 2 0-15,-1-1 0 0,1 4-144 0,-1-1 144 16,-1 2 0-16,0 3-144 0,1 1 144 0,0 2 0 0,1 0-144 0,0 1 144 16,2 2 0-16,0 2 0 0,2 0 0 0,1 1 0 15,-1 2 0-15,2-1 0 0,1 1 0 0,6-17 128 16,-4 30 224-16,4-30 32 0,0 0 16 0,0 0 0 16,0 0-112-16,23 40-32 0,-23-40 0 0,25 3 0 15,-9-4-128-15,1-2-128 0,3 0 192 0,-1-5-192 16,3 1 0-16,0 0 0 0,-2 0 0 0,1 0 0 0,-1-2 0 0,-1 2 0 15,-1-1-160-15,1 1-18592 16</inkml:trace>
  <inkml:trace contextRef="#ctx0" brushRef="#br1" timeOffset="140818.67">20772 11510 11055 0,'1'-2'480'16,"0"2"112"-16,0-2-464 0,0 2-128 0,0-2 0 0,0 1 0 0,0 1 2256 0,1-3 432 15,1 1 96-15,2 0 16 0,0-3 416 0,1 0 96 16,0 1 16-16,-3-1 0 0,2 0-1408 0,-2 1-256 16,0-1-64-16,-3 0-16 0,1 1-864 0,-1-2-160 15,-1 0-48-15,0 0 0 16,-2 2-304-16,-1-1-64 0,-1 1-16 0,-2 3 0 0,-1 1-128 0,-3 3 0 15,1 0 0-15,-2 3 128 0,-1 2-128 0,-1 1 0 16,-1 1 0-16,0 3 0 16,1-1 0-16,1 3 0 0,-1 1 0 0,2 2 0 0,0 0 0 0,2 2 0 0,0-2 0 15,3 1 0-15,1-3 0 0,6-16 0 0,0 0 0 0,0 34 0 16,0-34 0-16,0 0 0 0,0 0 0 16,34 14 0-16,-19-18 0 0,3-2 0 0,-1-1 0 15,1-1 0-15,5-3 0 0,1-1 0 16,3 0 0-16,-1-2 0 0,-2 2 0 0,-1 0 0 0,-3-1 0 0,-1 1 0 15,-2 0-400-15,-4 2 32 0,0 1 16 0,-4 1 0 32,-2 2-480-32,-1 0-80 0,-3 2-32 0,-1 2 0 0,-2 0 448 0,-1 1 96 0,0 1 16 0,-2 3 0 15,0-1 384-15,-1 0 0 0,0 3 0 0,-1 0 176 16,-1-1 272-16,1 4 48 0,-2-1 16 0,1 2 0 16,-2 1 80-16,1 0 32 0,0 1 0 0,-1-1 0 0,1 2-240 0,1-1-32 31,2 0-16-31,4-11 0 0,0 0-96 0,0 0-32 0,0 0 0 0,2 37 0 0,-2-37-208 0,0 0 144 15,0 0-144-15,28 4 128 16,-18-6-128-16,2-2 0 0,0 1 0 16,0-3 0-16,1 0 0 0,0-1 0 0,1-3 128 0,-2 1-128 0,0 2 0 0,-1-3 0 15,-1 1 0-15,-2 0 0 0,0-1 0 0,-2 1 0 16,-2 0 0-16,-1 1 0 16,-2-2 0-16,-2 1 0 15,-1 0 0-15,-2 0 0 0,0 1 0 0,-2 1 0 16,-1 0 0-16,0 2 0 0,-1 0 0 0,-3 1 0 0,1 3 0 15,0 1 0-15,0 3 0 0,2-1 0 0,-1 1 0 0,2 1 0 16,-1 1 0-16,3 0 0 0,0-1 0 16,2 1 0-16,2 0 0 0,-1-1 0 0,3 0 0 0,0 0 0 15,1-2-128-15,1 0 128 0,1 1 0 0,1-1-12352 16,1-2-2400 0</inkml:trace>
  <inkml:trace contextRef="#ctx0" brushRef="#br1" timeOffset="141623.09">21204 11553 5519 0,'0'-2'0'0,"0"1"224"0,0-1-64 0,0 0 32 0,0 0-192 0,0 1 0 0,0-1 0 16,1-1 0-16,0-1 2256 0,0-5 432 16,1 4 64-16,0-3 32 0,-1 2 800 0,0 1 176 15,0 2 16-15,-1 1 16 0,0 0-1104 0,0 2-208 0,0 2-48 0,-1-1-16 16,0 2-1328-16,-1 1-256 0,-1 2-48 0,-1 2-16 15,1 3-496-15,-3-1-96 0,1 2-32 0,-2 0 0 16,1 1-144-16,-2-1 0 0,1 2 0 0,-2-2 128 16,2 1-128-16,0 0 0 0,-1-1 0 0,2 0 0 15,-1-2 128-15,3-1-128 0,1-4 0 0,0 0 128 0,1-2-128 16,1-1 0-16,1-2 0 0,1 0 128 0,1-3-128 16,1-2 0-16,0 1 0 0,3-4 128 0,1 0-128 0,1 0 0 15,2-4 144-15,0 2-144 0,1-2 0 0,1 1 0 16,2-1 0-16,-1-2 0 0,0 2 0 0,0 0 0 15,0 0 0-15,0 0 0 0,-1 1 0 0,0-1 0 16,-2 2 0-16,-1 3 0 0,0 1 0 0,-1 0 0 16,-2 4 0-16,0-1 0 0,-1 3 0 15,-2 0 0-15,0 1 0 0,0 1 0 16,-2 3 0-16,-1-1 0 0,0-4 0 0,0 0 0 0,0 0 0 0,-2 34 0 16,2-34 0-16,0 0 0 0,-10 33 0 0,10-33 0 15,-11 26 0-15,5-14 0 0,-1-1 0 0,0-1 0 16,0 2 0-16,1-5 0 0,-1 0 0 0,1 0 0 0,0-2 0 15,2-3 128-15,0 1-128 0,1-1 0 0,1-1 0 16,1-1 0-16,1-1 0 0,1-1 0 0,1-1 0 0,2-1 0 16,1-1 0-16,1-1 0 0,1 0 0 0,0-1 0 15,0-1 0-15,3 0 0 0,1-2 0 0,2-2 0 16,1-2 0-16,0 0 0 0,0-1 0 0,1-1-128 16,-3 4 128-16,0 0 0 0,0 1 0 0,-1 1-128 15,-1 2 128-15,-1 1-128 0,0 2 128 0,-1 2-128 16,-3 2 128-16,-1 1 0 0,0-2 0 0,-2 4 0 15,-2 2 0-15,0 1 0 0,-2 0 0 0,-1 3 0 0,0 0 0 0,0 1 0 16,-3 2 0-16,0 1 128 0,0-1-128 0,-1 1 0 16,1 3 0-16,-2-1 0 0,0 1 128 0,0 0-128 15,0-2 128-15,0 1-128 0,2 0 144 0,6-14-144 16,-11 23 192-16,8-13-192 0,3-10 0 0,0 0 0 16,0 0 0-16,0 0 0 0,0 0 0 0,0 0 0 15,0 0 0-15,0 0-12448 16,0 0-2560-16</inkml:trace>
  <inkml:trace contextRef="#ctx0" brushRef="#br1" timeOffset="142291.91">21571 11515 8639 0,'4'-3'192'0,"-1"1"32"0,0 2 16 0,0-1 0 0,-1 0-240 0,-2 1 0 0,2-2 0 0,2 2 0 16,1-3 3360-16,0 0 624 0,2 1 128 0,-2 1 32 16,0 0-1392-16,-2 1-256 0,-1 1-64 0,-1 0-16 15,-1 4-816-15,-1 1-176 16,-2 2-16-16,-1 0-16 0,4-8-608 0,-11 23-112 0,4-10-32 0,-1 0 0 16,0 2-288-16,-2-1-64 0,2 0-16 0,0-3 0 15,8-11-96-15,-13 24-32 0,6-14 0 0,3-3 0 16,-1 0-16-16,2 0-128 0,0-2 192 0,2-5-64 15,0 2 0-15,0-1-128 0,1-2 192 0,1 1-64 0,0-2-128 16,0 0 128-16,1-3-128 0,1 0 128 0,1 0-128 16,0-2 0-16,0 0 0 0,1 0 0 0,0-2 0 0,3 0 0 15,-1-1 0-15,2-1 0 0,1 0 0 0,0-1 0 16,0 0 0-16,1-2 0 0,0 0 0 0,1 1 0 16,-1 0 0-16,0 0 0 0,-1 1 0 0,0 1 0 15,1 2 0-15,-2 3 0 0,-1 3 0 0,-1 0 0 16,-1 1 0-16,-1 4 0 15,-2-1 0-15,-3-1 0 0,0 0 0 0,0 0 0 16,0 0 0-16,0 0 0 0,3 49 0 0,-3-49 0 16,0 0 0-16,-10 35 0 0,10-35 0 0,-10 23 0 15,3-12 0-15,0 1 0 0,-1-3 0 0,1 0 0 0,0-1 0 16,0-3 0-16,1 2 0 0,1-4 0 0,0 0 0 16,3-2 0-16,-1 1 128 0,2-4-128 0,0 1 0 0,2-1 0 15,0 0 0-15,1-3 0 0,1 0 0 0,2-2 0 16,1 0 0-16,1 0 0 0,1-2 0 0,2-2 0 15,0 0 0-15,2-1 0 0,1-2 0 0,0 0 0 16,1 0 0-16,0 0 0 0,0-1-160 0,-1 3 160 16,-2 1 0-16,0 1-144 0,-1 5 144 0,-1-2-192 15,-1 5 192-15,-2-2-192 0,0 3 192 0,-2 1 0 0,-1 3 0 16,0 0 0-16,-2 3 0 0,-1-6 0 0,0 0 0 0,0 0 0 16,0 0 0-16,-2 43 0 0,2-43 0 15,0 0 0-15,-9 38 0 0,9-38 0 0,-12 29 0 16,12-29 128-16,-14 32-128 0,14-32 0 0,-15 33 0 0,15-33 0 15,-12 26 0-15,12-26 0 16,0 0 0-16,-9 31 128 0,9-31-128 0,0 0 0 16,0 0 0-16,0 0 0 0,0 0-448 0,16 1 0 0,-8-7 0 15,1-2-17632-15</inkml:trace>
  <inkml:trace contextRef="#ctx0" brushRef="#br1" timeOffset="142655.24">21936 11565 15663 0,'-3'2'688'0,"1"-2"144"0,1 0-656 0,0 1-176 15,0-1 0-15,1 2 0 0,0-2 3104 0,1 2 592 16,0-1 112-16,0 0 32 0,3 1-1472 0,2 1-272 16,-6-3-64-16,16 0-16 0,-6 0-1152 0,1-3-224 15,1 0-64-15,0 0 0 0,1-2-368 0,0 1-80 16,0-1 0-16,-2 0-128 0,0 1 0 0,-1-1 0 16,0 1 0-16,-3-2 0 0,0 1 0 0,-4 0 0 15,1 0 0-15,-1 0 0 0,-2 2 0 0,-2-3 0 16,0 1 0-16,-2-2 0 0,-1 0 0 0,1 2-144 0,-3-2 144 0,0 3 0 15,1-1 0-15,-2 2 0 16,1 1 0-16,0 4-128 0,0-2 128 0,-1 3 0 16,0 2 0-16,-1 1 0 0,-2 2 128 0,0 1 16 0,-1 3 0 0,-2 5 0 15,0-1 272-15,0 1 48 16,-1 3 16-16,0-2 0 0,2 2-96 0,2-2-32 16,1-1 0-16,9-17 0 0,-11 30-144 0,11-30-16 0,0 0-16 0,0 0 0 15,3 38-176-15,-3-38 0 0,0 0 0 0,0 0 0 16,37 3 0-16,-23-8 0 0,3 0 128 0,0-2-128 0,0-3 0 15,2 1 0-15,1-2 0 0,1 1 0 0,-2-2-208 0,2 1-32 16,0-2 0-16,-2 1 0 16,-1 2-1712-16,0 1-352 0</inkml:trace>
  <inkml:trace contextRef="#ctx0" brushRef="#br1" timeOffset="143350.78">22333 11572 10127 0,'-1'-4'448'0,"0"3"96"0,1 1-544 0,0-2 0 0,0 1 0 16,0-1 0-16,1 2 2752 0,1-2 448 0,0 0 96 0,1-3 16 15,0 0-752-15,0-1-128 16,1 2-48-16,-1 0 0 0,-1 0-1024 0,1 1-208 0,-1 0-32 0,-1 1-16 0,1 0-656 16,-2 0-128-16,1 1-16 0,-2 1-16 15,1 0 16-15,0 0 0 0,-1 0 0 0,0 0 0 0,0 0 272 0,0 0 64 16,0-2 16-16,1 2 0 0,-1 0-32 0,1-2-16 15,0 2 0-15,0-1 0 0,-1 1-208 0,1-2-32 16,-1 2-16-16,1 2 0 0,-1-2-160 0,-1 3-16 31,-1 2-16-31,-2 0 0 0,-1 4-160 0,-1 0 0 0,-1 3 144 0,0 0-144 0,-1 0 0 0,0 0 0 16,0 2 0-16,-1 0 0 0,1-2 0 0,9-12 0 0,-15 22 0 16,9-12 128-16,6-10-128 0,0 0 0 0,0 0 0 0,0 0 0 31,0 0 0-31,0 0 0 0,0 0 0 0,0 0 0 0,0 0 0 0,0 0 0 0,27-1 0 0,-16-11 0 15,2 2 0-15,1-4 0 16,0 2 0-16,0-2-128 0,-1 3 128 0,0-2 0 0,-1 1 0 0,1-1 0 16,0 0 0-16,0 0 0 0,-2 0 0 0,0 1-128 15,-1 1 128-15,-1 1 0 0,-1 3 0 0,-2 1 0 16,0 1 0-16,-3 4 0 0,0-1 0 0,0 4-128 31,-1-1 128-31,-1 3 0 0,-1-4 0 0,0 0 0 16,0 0 0-16,0 0 0 0,-3 36 0 0,3-36 0 0,0 0 0 15,-10 37 0-15,10-37 0 0,-11 29 128 0,11-29-128 0,-13 31 0 16,13-31 0-16,-14 26 0 0,14-26 0 0,-11 21 0 16,11-21 0-16,0 0 128 0,-10 21-128 0,9-17 0 15,1 0 0-15,0-3 0 0,0-1 0 0,3 0 0 16,1-1 0-16,0-3 0 0,1 0 0 0,2 0 0 16,-1-1 0-16,3-2-12864 15,2 0-2496-15</inkml:trace>
  <inkml:trace contextRef="#ctx0" brushRef="#br1" timeOffset="143888.71">22613 11596 12383 0,'-1'0'256'0,"0"0"64"0,1 0 16 0,-1 0 32 0,1 0-368 0,1 0 0 0,1-2 0 0,0 1 0 16,2 1 4096-16,0-2 736 0,5-1 160 0,1-1 16 16,3 1-2816-16,0-2-560 0,3 1-112 0,-2-1-32 15,3 0-928-15,-1-1-192 0,-1 0-48 0,1-1 0 16,-3 0-320-16,0-2 0 0,-1 2 0 0,-4-3 0 15,-1 1 0-15,-3 2 0 0,-2 0 0 0,-3 3 0 16,-2 0 0-16,-2 0 0 0,-3 3 0 0,-2 1 0 0,-2 3 128 0,-2 0 0 16,1 1 0-16,-2 1 0 0,0 2 192 15,1 0 64-15,0 2 0 0,0-1 0 0,1 1 64 0,0 0 0 16,0 1 16-16,2 0 0 0,-1-1-96 0,4 1-32 16,1-1 0-16,2-1 0 0,5-8-112 0,0 0-32 15,0 0 0-15,0 0 0 0,0 0-192 0,0 0 0 16,0 0 0-16,0 0 0 0,27 32 0 0,-19-32 0 15,2-2 0-15,0 0 0 0,1-1 0 0,1-1 0 16,1 1 0-16,-1-3 0 0,0 0 0 0,1 0 0 16,0 0 0-16,0-1 0 0,-1-1-320 0,2-2 64 15,-1 0 0-15,1-1 0 0,-1-1-32 0,1-1 0 0,-1-3 0 16,0-1 0 0,1 1-112-16,-3-4-32 0,0 0 0 0,-1-2 0 15,1-3-16-15,-1-4-16 0,0 0 0 0,-1-2 0 0,0 0 208 0,1 0 64 0,-1 5 0 0,-1 2 0 16,0 6 192-16,-3 4 0 0,-1 5 0 0,-1 4 0 15,-2 4 0-15,-1 1 208 0,0 0-16 0,-1 5 0 16,-2 2 496-16,3-7 80 0,0 0 32 0,-14 35 0 16,14-35-384-16,-16 43-80 0,6-17-16 0,-1 4 0 15,0 2-112-15,-1 0-16 0,-1 3-16 16,1-3 0-16,0-3 16 0,3 0 16 0,9-29 0 0,-14 47 0 0,14-47-208 0,-7 40 144 16,7-40-144-16,0 0 128 0,-4 43-128 0,4-43 0 15,0 0 0-15,0 0 0 0,0 0 0 0,0 0 0 16,0 0 0-16,0 0 0 15,0 0-928-15,33 19-112 0</inkml:trace>
  <inkml:trace contextRef="#ctx0" brushRef="#br1" timeOffset="144271.72">22992 11529 11055 0,'-2'-2'976'16,"2"2"-784"-16,1 2-192 0,0-2 0 0,-1 0 2176 0,1 0 400 0,1 1 80 0,2-1 16 31,1 2 592-31,3-2 128 0,1 0 32 0,2 2 0 0,1-2-1584 0,1-2-320 0,1 2-64 0,-1-3-16 16,2 1-848-16,-2-1-160 15,1 1-48-15,-1-3 0 0,0 0-240 0,-2 1-144 0,0-3 160 0,-1 3-160 0,0-2 0 0,-3-1 0 32,0 2 0-32,-3-2 0 0,-1 1 0 0,-1 0 0 0,-1-1 0 0,-3 2 0 0,-1-1 0 0,-1 1 0 31,-3 1 0-31,0 1 0 0,-4 0-208 0,0 3 64 0,-1 1 16 0,0 1 0 15,0 2-352-15,0 2-64 0,0 2-16 0,0 2 0 16,-1 0 560-16,1 1-128 0,0 2 128 0,1 1 0 0,1-3 528 0,-1 2 176 16,2 1 16-16,9-14 16 0,-16 28-208 0,16-28-32 15,0 0-16-15,-11 31 0 16,11-31-224-16,0 0-32 16,0 0-16-16,0 0 0 0,0 0-208 0,21 37 144 0,-21-37-144 0,18 5 128 15,-8-7-128-15,2 2 0 0,1-3 0 0,2 0 128 16,1 0-128-16,0-2 0 0,-1 0 0 0,2 0 0 15,1 0 0-15,-1-3 0 0,2 1 0 0,0-1 0 32,-2 1-656-32,1-1-16 0,-2 4 0 0,-2-3-17504 0</inkml:trace>
  <inkml:trace contextRef="#ctx0" brushRef="#br1" timeOffset="144839.76">23444 11517 11055 0,'0'0'976'0,"1"-2"-784"16,0 2-192-16,0 0 0 0,0 0 1984 0,1-2 336 16,0 1 80-16,2-1 16 0,3-2-48 0,1-1-16 15,-1 1 0-15,1-2 0 0,0-1-1088 0,-1 2-224 16,-1-2-32-16,0 0-16 0,-1 0-416 0,-1 0-64 16,0 0-32-16,-2-3 0 0,-1 3-288 0,0-1-48 15,-2 0-16-15,0 1 0 0,-2-1 480 0,-1 2 96 16,0 0 0-16,-1 2 16 0,0-1 64 0,0 2 16 15,-1 3 0-15,-1 0 0 0,-1 3-384 0,1 4-80 16,-2 0-16-16,0 3 0 0,-1 1-128 0,0 2-16 16,-2 4-16-16,1 1 0 0,11-18-160 0,-20 31 192 0,20-31-192 15,-16 35 192-15,16-35-64 0,-9 31-128 0,9-31 192 0,0 0-64 16,-2 38-128-16,2-38 0 0,0 0 144 0,0 0-144 16,0 0 0-16,21 33 0 0,-15-33 0 0,1 0 0 15,2-2 0-15,0 0 0 0,2-3 0 0,0-2 128 16,2-1-128-16,1-1 0 0,1 0 0 0,0-3 0 15,0 0 0-15,1-1 0 0,-2 0 0 0,0-1 0 16,-1 0 0-16,-1-1-128 0,-1-2 128 0,-1 1 0 0,-2 0-208 16,0-6 32-16,0 1 16 0,-2-3 0 0,0 0 160 0,-1-1 0 15,0-1-144-15,0-1 144 0,-2 1 0 0,0 2 0 16,-2 1 0-16,1 1 0 0,-1 3 0 0,0 3 0 16,0 6 0-16,-1 2 0 0,0 5 176 0,0 2-48 15,-1 4-128-15,1-3 192 0,0 0-192 0,0 0 144 16,-9 56-144-16,9-56 128 0,-10 50-128 0,10-50 128 15,-10 67-128-15,5-31 128 0,1 1 16 0,-1 1 0 16,5-38 0-16,-8 69 0 0,8-69 0 0,-7 59 0 16,7-59 0-16,-5 49 0 0,5-49-144 0,-4 41 0 15,4-41 0-15,0 0 0 0,1 44 0 0,-1-44 0 16,0 0 0-16,0 0 0 0,0 0 0 0,0 0 0 0,0 0 0 16,0 0-12864-1,25 13-2496-15</inkml:trace>
  <inkml:trace contextRef="#ctx0" brushRef="#br1" timeOffset="145284">23795 11648 1839 0,'0'0'160'0,"0"1"-160"15,0-1 0-15,0 0 0 0,0 1 1280 0,0-1 240 16,0 0 32-16,-1 0 16 0,0 2 1008 0,1-2 208 16,-1 1 32-16,0-1 16 0,1-1 192 0,1 1 48 15,-1-2 0-15,1 0 0 0,0-1-960 0,1 1-176 16,0-3-32-16,1 1-16 16,0-1-1056-16,1 2-192 0,-1-1-64 0,0 1 0 15,1-1-432-15,-2 1-144 0,0 3 0 0,-1-1 0 0,1 1 0 0,-1 0 0 16,-1 0 0-16,0 0 0 0,0 0 128 0,0 0-128 0,0 0 0 15,0 0 0-15,0 0 128 0,0 0-128 0,0 0 0 0,0 0 0 16,0 0 0-16,0 0 0 16,0 0 0-16,-10 34 0 0,8-34 0 0,0 1 0 15,-1-1 0-15,2-1 0 0,-1 1 0 0,-1-2 0 16,1 2 0-16,0-3 0 0,0 1 0 0,2 0 0 0,-1-2 0 0,0 1 0 16,1 0 0-16,1 1 0 0,0-2 0 0,0 1 0 15,1 0 0-15,0 0 0 0,1 0 0 0,-1 1 0 16,0 1 0-16,0 1 0 0,0 0 0 0,0-2 0 15,0 4 0-15,-1-2 0 0,1 1-176 0,-1 0-16592 32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10-23T01:08:02.881"/>
    </inkml:context>
    <inkml:brush xml:id="br0">
      <inkml:brushProperty name="width" value="0.05292" units="cm"/>
      <inkml:brushProperty name="height" value="0.05292" units="cm"/>
      <inkml:brushProperty name="color" value="#002060"/>
    </inkml:brush>
    <inkml:brush xml:id="br1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6495 5422 6447 0,'0'0'576'0,"0"0"-576"0,1 0 0 0,-1-2 0 16,0 2 432-16,1-1-32 0,-1 1 0 0,1-2 0 15,1-1 1040-15,0-1 208 0,1-1 32 0,0 0 16 16,-1 3 48-16,1-3 16 0,0 3 0 0,0-1 0 16,0 1-416-16,-1 0-64 0,0 0-32 0,1 1 0 15,-1 1 32-15,1-2 16 0,-1 2 0 0,1-3 0 0,0 1-208 0,2 0-32 16,-2-3-16-16,3-2 0 0,-1 0-272 0,1-2-48 15,0 1-16-15,1-4 0 0,1-4-160 0,3-3-32 16,0-2-16-16,0-1 0 0,1-1-176 16,-1 1-48-16,0 1 0 0,-2-1 0 0,0 1-272 0,-4 0 0 15,1 2 0-15,-2 0 0 0,-3 2 0 0,0 3 0 16,-1 0 0-16,0 2 0 0,-1 2 0 0,0 1 0 16,-1 0 0-16,-1 1 0 0,1 1 0 0,0 3 0 15,0-1 0-15,1 2 0 0,0-1 0 0,-1 1 0 0,0-1 0 16,1 1 0-16,1 2 0 0,-1-2 0 0,1 1 0 0,0 1 0 15,0 1 0-15,1 0 0 0,-1 0 0 0,1 1 0 16,0 1 0-16,0 1 0 0,0 1 0 0,0 3 0 16,0 2 0-16,0 1 0 0,2 4 0 0,-1 3 0 15,1 2 0-15,-1 2 0 0,0 1 0 0,1 1 0 16,1 0 0-16,-1-1 0 0,0-5 0 0,1 2 0 16,0-1 0-16,-4-18 0 0,9 29 0 0,-5-18 0 15,0-2 0-15,-1-1 0 0,1-3 0 0,1 0 0 16,0-2 0-16,1-1 0 0,-2-2 0 0,1-2 0 15,1-2 0-15,-1 0 0 0,2-3 0 0,-1-2 0 0,2-1 0 16,0-4 0-16,0 0 0 0,1-1 0 0,-3 1 0 16,1-3 0-16,0 1 0 0,-1-1-144 0,0-4 144 0,-1 0 0 15,-2 2 0-15,-1 2 0 0,0 0 0 0,-1 1 0 16,-1 2 0-16,0 0 0 0,0 4 0 0,-1-2 0 16,1 5 0-16,-1 2 0 0,1 1 0 0,0 3 0 15,0 4 0-15,-1 1 0 0,1 2 0 0,-1 3 0 16,0 2 0-16,1 4 0 0,-1 2 0 0,1 2 0 15,0 2 128-15,1 0-128 0,0-4 0 0,1 1 144 16,0-3-144-16,1 0 0 0,0-2 144 0,1-1-144 16,0-3 0-16,0-3 144 0,-4-6-144 0,0 0 0 0,0 0 0 0,0 0 128 15,0 0-128-15,0 0 0 0,0 0 0 0,46 11 0 16,-38-16-272-16,2-2-48 0,0 0 0 16,-2 1 0-1,1 0-2784-15,0 0-560 0</inkml:trace>
  <inkml:trace contextRef="#ctx0" brushRef="#br0" timeOffset="644.41">7018 5120 6447 0,'0'-9'272'0,"0"4"80"0,1 1-352 0,0 1 0 16,0-1 0-16,-1 1 0 0,0 1 1392 0,2-3 208 15,1-2 32-15,1-1 16 0,-1-1 624 0,0 2 128 16,0 5 32-16,-1 0 0 0,0 4-768 0,-1 2-160 16,0 4-32-16,0 1 0 0,-1 1-400 0,0 4-96 15,0 0-16-15,0 1 0 0,-1 1-448 0,0-2-112 0,0 0-16 0,0 0 0 32,0-1-160-32,-1 1-32 0,0 0-16 0,1-2 0 15,0-1-176-15,1-1 160 0,0-5-160 0,0 2 160 0,1-5-160 0,0 0 0 0,0-1 0 0,0-2 0 16,0-1 0-1,1 0 0-15,-1-3 0 0,1-2 0 0,-1 0-192 0,-1-2 16 16,0 1 16-16,0-1 0 0,0-1-224 16,0-3-64-16,-1 1 0 0,0-1 0 0,-1-1 304 0,0 0 144 0,0-3-160 0,0 2 160 15,0 0 0-15,1 0 0 16,0 1 0-16,0 2 0 0,2 3 128 0,0-1-128 16,0 4 144-16,2 0-144 0,1 2 368 0,0 1-32 15,-1 1 0-15,3 4 0 0,-6-2 240 0,0 0 32 16,0 0 16-16,0 0 0 0,0 0-288 0,41 33-48 15,-41-33-16-15,0 0 0 0,28 29-112 0,-28-29-32 16,0 0 0-16,26 33 0 0,-26-33-128 0,0 0 128 16,0 0-128-16,25 31 128 0,-25-31-128 0,0 0 0 0,0 0 0 15,0 0 0-15,0 0 0 0,0 0 0 0,0 0 0 0,0 0 0 16,0 0 0-16,0 0 0 0,0 0-144 0,0 0 144 31,0 0-2240-31,0 19-320 0,-6-19-80 0,-2 0-16 16,-1 0-624-16,-2 1-128 0,0 0-32 0,0 1 0 15,2 1 752-15,-1 0 128 0,2 0 48 0,0 0 0 0,1 0 2192 0,1-1 448 0,0-1 96 0,1 1 16 16,1 0 1168-16,0-2 224 0,2 0 48 0,1-2 16 16,2-1 864-16,1-1 192 0,2 1 16 0,0-2 16 15,1 0-16-15,2-1 0 0,-1-2 0 0,2 1 0 16,1 0-1168-16,-1-2-224 0,2 2-48 0,0-1-16 0,-1 1-800 16,0 0-144-16,0 1-48 0,-2 1 0 0,1 2-320 15,0-2-160-15,-2 1 16 0,1 1-16048 16</inkml:trace>
  <inkml:trace contextRef="#ctx0" brushRef="#br0" timeOffset="1332.25">7235 4862 11055 0,'-1'-2'976'0,"0"0"-784"15,1 1-192-15,0 1 0 0,0 0 1008 0,0 0 144 16,0-2 48-16,-1 0 0 0,0-1 656 0,0 2 128 0,-1 1 16 0,1 0 16 16,-1 1-736-16,1 4-128 15,-1 0-48-15,0 2 0 0,1 2 0 0,0 3 0 0,0 2 0 0,1 3 0 16,0 3-368-16,1 0-80 0,1 1-16 0,0 1 0 16,1-3-192-16,1 1-64 0,-4-20 0 0,11 32 0 15,-11-32-112-15,0 0-16 0,0 0-16 0,31 31 0 16,-31-31-240-16,0 0 0 0,0 0 0 0,39-5 0 0,-28-2 0 15,0 0 0-15,-1 0 0 0,1-3 0 16,-2 1-720-16,-1 0-96 0,1-1-16 0,0-2 0 16,-2 0-2304-16,1 0-480 0,-2 0-96 0,0 0 0 15,-2-2 560-15,0 0 112 0,0 0 32 0,-1-3 0 0,-1-2 2384 0,0 3 496 16,0-3 128-16,-2 1 0 0,1 3 0 0,-1 0 0 16,0 1 0-16,0 2 0 15,-1 3-592-15,1 1-80 0,-1 4-16 0,1 2 48 0,-1 2 3056 0,1 3 608 0,-1 1 128 0,-1 4 32 16,1 1-672-16,0 2-128 0,-1 1-16 0,0 0-16 15,0 3-624-15,0 1-112 16,0 0-16-16,1-2-16 0,0 1-560 0,1 1-96 0,1-1-32 0,0-1 0 16,2 0-416-16,0-2-96 0,-3-12 0 0,0 0-16 15,0 0-144-15,0 0-32 0,28 30 0 0,-21-30 0 16,1-2-192-16,0-2 0 0,-1-1 0 0,1-1 0 16,-1-3 0-16,1 1 0 0,0-2 0 0,-1-2 0 15,2-2 0-15,-1-3 0 0,0 0-128 0,0-1 128 16,-2-1-640-1,0 2 0-15,-2-4-16 0,-1 2 0 0,-1-1 208 0,0 0 64 0,-1 3 0 0,-1 2 0 0,0 3 384 0,0 1 0 16,-1 4 0-16,0 4 0 0,0 1 0 0,-1 4 144 16,0 3-16-16,1 0-128 0,-1 3 560 0,0 3 0 15,0 1 0-15,-1 2 0 0,2 2 48 0,0-1 16 16,1 1 0-16,1-2 0 16,0 3-288-16,2-3-48 0,1 0-16 0,-4-14 0 15,0 0-128-15,0 0-16 0,21 36-128 0,-21-36 192 0,0 0-192 0,0 0 0 16,0 0 0-16,42 7 0 0,-34-10 0 0,1-1 0 15,1-5 0-15,-2 0 0 16,0 1-384-16,0-2-64 0,-2-1 0 0,1 1-16 16,-2-1-1872-16,0 1-368 0,0-1-80 0,-3-2-6352 15,2 1-1264-15</inkml:trace>
  <inkml:trace contextRef="#ctx0" brushRef="#br0" timeOffset="1584.47">7725 4616 8287 0,'-1'-2'736'0,"0"1"-592"0,1 1-144 0,0 0 0 0,0 0 1520 0,0 0 272 0,0-2 48 0,0 0 16 15,0 1 704-15,0 0 128 0,2-2 48 0,0 3 0 16,1-2-624-16,1 1-112 0,-1 1-16 0,3 0-16 16,0 3-528-16,1-1-96 0,-7-2-32 0,0 0 0 15,0 0-576-15,35 24-112 0,-35-24-32 0,0 0 0 16,32 40-208-16,-32-40-32 15,21 33-16-15,-21-33 0 0,18 36-96 0,-18-36-32 0,11 35 0 16,-11-35 0-16,4 37-48 0,-4-19-16 0,-3-1 0 0,-2-1 0 0,-1 0-144 0,-5-1 192 16,-1 2-192-16,-2-3 192 0,-2 1-192 0</inkml:trace>
  <inkml:trace contextRef="#ctx0" brushRef="#br0" timeOffset="2989.82">18301 11202 11967 0,'-4'-2'1072'0,"1"2"-864"16,1-2-208-16,2 1 0 0,0 1 832 0,-1-2 128 16,0-1 32-16,-3-1 0 0,0-1 800 0,0-2 176 15,1 0 16-15,1 2 16 0,1-2-192 0,1 2-32 16,1 1-16-16,0-1 0 0,1 2-512 0,-1 1-96 16,-1-2-32-16,2 1 0 0,-1 1-272 0,1 1-48 15,-1 1-16-15,1 0 0 0,-2 0-208 0,0 1-32 16,-1 3-16-16,-1 1 0 0,-1 3-176 0,-1 3-32 15,-2 4-16-15,0 3 0 0,-1 6-80 0,-1 2-16 16,0 2 0-16,0 3 0 0,0 0-80 0,0 2 0 0,3 0-128 0,0-4 192 16,0-3 0-16,4-5-16 0,0-4 0 0,1-17 0 15,0 0-48-15,0 0-128 0,0 0 192 0,0 0-64 16,0 0-128-16,44 17 0 0,-31-27 144 0,2-4-144 16,2-5 0-16,2-2 0 0,1-1 0 0,-4 1 0 15,-2 3 0-15,1-4 0 0,1-2 0 0,0 0 0 16,-2-2-288-16,-2 2 32 0,0 1 0 0,-4 1 0 15,-1 6 64-15,-1 1 32 0,-2 2 0 0,-2 5 0 16,-1 3 160-16,0 1 0 0,-1 3 0 0,-2 4 0 0,1 0 0 16,-2 3 0-16,0 4 0 0,-2-1 0 0,2 3 0 0,-3 1 176 15,1 3-176-15,-1 0 192 0,0 3-16 0,1-2 0 16,-1 2 0-16,3-3 0 0,-1-1-16 0,2-1 0 16,1-1 0-16,1-13 0 0,0 0-32 0,3 29 0 15,-3-29 0-15,0 0 0 0,0 0-128 0,0 0 0 16,0 0 0-16,0 0 128 0,40 12-128 0,-31-14 0 0,-1-3 0 0,2-2 0 15,-1 1 0-15,2-1 0 0,0-1 0 0,0-1 0 16,0 0 0-16,1-2 0 0,-1 2 0 0,-1-2 0 31,-1 1-416-15,0-1-16-16,0 0 0 0,-2-1 0 0,1-2-976 0,-2 1-192 0,1-2-32 0,-1-2-14560 0</inkml:trace>
  <inkml:trace contextRef="#ctx0" brushRef="#br0" timeOffset="25529.27">10234 6052 3615 0,'0'0'320'0,"-1"0"-320"16,1 2 0-16,0-2 0 0,0 0 0 0,-1 0 0 15,1 3 0-15,-1-3 0 0,1 3 336 0,-1 0 96 16,-1 0 16-16,2 0 32 0,-1-1-128 0,1 1-32 16,-1-1 0-16,1-1 48 15,-1 0-96-15,1-1-16 0,0 2 0 0,0-2 32 0,-1 0 16 0,1 0 0 16,0 0 0-16,0 1 32 0,0-1 16 0,-1 2 0 15,1-2 0-15,-1 1 32 0,0 1-112 0,1-2-16 16,-1 2-16-16,0 0 32 0,0 0-96 0,0 1-32 16,0 0 0-16,0 1 32 0,1 1-176 0,-2-2 160 15,1 2-160-15,0-2 192 0,0 2-192 0,0 0 144 0,1-2-144 0,-1 1 176 16,0-1-32-16,0 1 0 0,0-2 0 0,0 1 32 16,0 0 80-16,0-1 32 0,1 0 0 0,-1 0 32 15,0 1-128-15,0-1-48 0,0 1 0 0,-1-1 48 16,1 3-16-16,-1-3 0 0,1 3 0 0,-1-3 16 15,1 1 0-15,0 2-16 0,-1-1 0 0,1 1 0 0,-1 0-16 16,0-1 0-16,0 2 0 0,0 0 0 0,1 1 16 0,-2-2 0 16,1 2 0-16,-1 0 0 15,1-1 0-15,0 2 0 0,0 0 0 16,-1-3 0-16,0 4 0 0,1-2 0 0,-1 0 0 16,2 0 0-16,-1-1-32 0,-1 0 0 0,1 1 0 15,-1 3 0-15,1-3-144 0,0 1 192 0,0 0-192 0,0-1 192 16,0 1-192-16,0-2 0 0,0 2 0 0,1-1 128 15,0-2 0-15,-1 2 0 0,1-2 0 0,-1 1 0 16,0 2 112-16,1-1 16 0,-1 0 0 0,0 1 0 16,1 0 48-16,-2 1 16 0,1-1 0 0,-1 1 0 0,1 0-64 0,0 0 0 15,-1 0 0-15,0 2 0 0,1-1-96 0,-1 0-32 16,1-1 0-16,-1 1 0 0,0 1-128 0,0-1 192 16,1-1-192-16,1 1 192 0,-1-2-192 0,0 1 0 0,0-3 0 0,0 2 0 15,0-3 128-15,0 4-128 0,1-2 0 16,-1 0 128-16,-1 1 0 0,1 0 0 0,0 0 0 0,-1-1 0 15,2 0 128-15,-2 1 0 0,0 0 16 0,0 0 0 16,1-1 16-16,0 1 0 0,-1 1 0 0,0-2 0 16,0 1-80-16,0 0-16 0,1 1 0 0,-1 0 0 0,-1 0-16 15,1 0-16-15,0 0 0 0,0 1 0 0,0-1 32 16,1-2 0-16,0 1 0 0,-1 1 0 0,0 0-16 0,1-1 0 16,-1 1 0-16,1-2 0 0,0 3 16 0,-1-1 16 15,1 0 0-15,-1 1 0 0,0 0-80 0,1 1 0 16,-2-1-128-1,1-1 192-15,-1 2-192 0,1-2 128 0,0 0-128 0,-1 0 0 16,2 2 128-16,-2-3-128 0,1 0 0 0,1 1 0 0,-1 0 160 0,0-2-160 16,0 3 160-16,0-3-160 0,-1 2 208 0,1 1-48 15,0 0-16-15,-1-1 0 0,1 1 32 0,1 0 0 16,-1-2 0-16,0 0 0 0,0 1-176 0,0 3 160 16,0-3-160-16,-1 3 160 0,1-3-160 0,0 3 128 15,-1-2-128-15,1 2 128 0,-1-3-128 0,1 1 0 16,0 1 0-16,-1-1 128 0,0 2-128 0,0-2 0 0,0 1 0 0,0 1 0 15,1 0 0-15,-1 0 128 0,-1-3-128 16,2 2 0-16,-1-2 0 0,0 2 0 16,0-1 128-16,-1 1-128 0,1-1 0 0,1 2 0 15,-2-3 0-15,1 1 0 16,0-1 128-16,0 1-128 0,0 2 0 0,0-2 128 16,1 1-128-16,-1 1 0 0,1-2 0 0,0 1 0 15,-1 1 128-15,0 1-128 0,0 0 0 0,0 1 128 16,0 0-128-16,-1 1 192 0,1-1-192 0,-1 1 192 15,0 1-64-15,1-2-128 0,-2 0 192 0,2 1-64 0,-2-1-128 16,1 0 0-16,1-2 0 0,-1 0 128 0,1-1-128 0,0 1 0 16,-2 0 0-16,2 0 0 0,-1 0 0 0,0 0 0 15,2 0 0-15,-2 0 0 0,0 0 0 0,1 0 0 16,-1 0 0-16,0 1 0 0,1-3 0 0,0 2 0 16,-1 2 0-16,2-2 0 0,-2 2 0 0,0 0 0 15,0 1 128-15,0-1-128 0,1 0 0 0,-2 0 0 16,1 0 0-16,0-2 0 0,0 2 0 0,1-2 0 15,-1 2 0-15,0-2 0 0,1 2 0 0,0-4 0 16,-1 4 0-16,1-3 0 0,-1 2 0 0,0-3 0 0,0 2 0 16,0-1 0-16,1 1 0 0,-2-2 0 15,1 2 0-15,1 1 0 0,-1-1 0 0,1-1 0 0,1 0 0 0,-2-1 0 16,0 2 0-16,0 2 0 0,0 0 0 0,0 0 0 16,0 0 0-16,-1 0 0 0,1 1 0 0,-1-1 0 15,2-2 0-15,-1 2 0 0,0 0 0 0,1 0 0 16,-1-2 0-16,0 0 0 0,0 0 0 0,0 0 128 15,2-1-128-15,-2-1 0 0,0 0 0 0,1 0 0 16,-1 3 0-16,-1-1 0 0,1-2 0 0,0 2 0 16,0 1 0-16,0-3 0 0,0 2 0 0,0 0 0 15,1-3 0-15,0 3 0 0,-1 0 0 0,-1 0 0 16,3 0 0-16,-2 2 0 0,0-2 0 0,1 0 0 0,-1 0 0 16,0 2 0-16,2-3 0 0,-2 1 0 0,1 0 0 0,1 0 0 15,-1-1 0-15,0 0 0 0,1 0 0 0,0 1 0 16,-1-2 128-16,0 1-128 0,1-1 0 0,0 0 0 15,-1 1 0-15,0-1 0 0,2-1 0 0,-2 2 0 16,0 0 0-16,1-2 0 0,-1 3 0 0,0-3 128 16,0 3-128-16,2-2 0 0,-2 2 0 0,-1-2 0 15,2 1 128-15,-3 1-128 0,2 0 0 0,1-1 0 16,-1 1 0-16,-1-1 0 0,2 1 0 0,-1-1 0 16,0 1 0-16,0-2 0 0,1 1 0 0,-1-1 0 15,0 1 0-15,1 0 0 0,0 0 0 0,-1 1 0 0,1-1 0 16,0-1 0-16,0 1 0 0,0-1 0 0,0 2 0 0,0-4 0 15,1 0 0-15,-2 2 0 0,1-2 0 0,-1 3 0 16,1-2 0-16,-1 1 0 0,1 0 128 0,0-1-128 16,0 0 0-16,-1 2 0 0,1 0 0 0,-1-2 0 15,1-2 0-15,-1 3 0 0,0-1 0 16,1 1 0-16,-1 1 0 0,-1-2 0 0,2 2 0 0,-1-1 0 16,0 1 0-16,1-1 0 0,-2 1 0 0,0 1 0 15,2 0 0-15,-2 0 0 0,0 0 0 0,2-3 0 16,-1 3 0-16,-1 0 0 0,2 0 0 0,-2-1 0 15,2-1 0-15,-1 2 0 0,1-2 128 0,-1 1-128 0,0 1 0 16,1 0 0-16,-1-2 0 0,1 1 0 0,0-1 0 0,0 0 0 16,0 1 0-16,-1 1 0 15,0-2 0-15,2 1 0 0,-2-1 0 0,1-1 0 0,1-2 0 0,-1 3 0 16,0-1 0-16,0 3 0 0,-1 0 0 0,1 0 0 16,-1 2 0-16,-1-2 0 15,1 2 0-15,1-2 0 0,0-2 0 0,-1 1 0 0,1 1 0 0,-1-1 0 16,0 2 0-16,0-3 0 0,1 1 0 0,-1 1 0 15,0-3 0-15,1 3 0 0,0-2 0 0,-1 3 0 16,0-2 0-16,0-1 0 0,2-1 0 0,-3 2 0 0,2-1 0 16,-2 2 0-16,1-2 0 0,1 1 0 0,-2 1 0 0,0 0 0 15,2-3 0-15,-1 1 0 0,0-2 0 0,0 3 0 16,2 0 0-16,-3-1 0 0,1 0 0 0,1-3 0 16,-1 2 0-16,0-1 0 0,0 1 0 0,1 1 0 15,0 0 0-15,-1 2 0 0,1 3 0 0,0-3 0 16,0 0 0-16,-1 0 0 0,1 0 0 0,0-3 0 0,0 0 0 0,-1 1 0 15,1 0 0-15,0-1 0 0,-1 0 0 0,1 1 0 16,0-2 0-16,-1 0 0 0,0 2 0 0,0-2 0 16,0-2 0-16,0 4 0 0,0-1 0 0,0 1 0 15,1-1 0-15,-1-1 0 0,0 3 0 0,-1-3 0 16,2-1 0-16,-1 0 0 0,2 1 0 0,-2 1 0 16,0 0 0-1,1 2 0-15,-1-2 0 0,0-1 0 0,0-3 0 0,1 0 0 0,-1 6 0 0,-1 1 0 16,2-1 0-16,-2-2 0 0,1 0 0 0,1 0 0 15,-1-1 0-15,-1-4 0 0,1-5 0 0,-1 5 0 16,1 8 0-16,2 1 0 0,-3-3 0 0,1 2 0 0,0-2 0 16,1 1 0-16,-2-4 0 0,0 3 0 0,2-3 0 0,-2 0 0 15,1 1 0-15,1-2 0 16,-1 0 0-16,1 0 0 0,0 1 0 0,-1 0 0 0,1 1 0 0,0-2 0 16,0-2 0-16,2 2 0 0,-3-1 0 0,0 2 0 15,1 1 0-15,-1 3 0 16,1-2 0-16,-2-1 0 0,3 1 0 0,0-3 0 0,-1-2 0 0,2 0 0 15,0-1 0-15,0-1 0 0,-1 0 0 0,1 1 0 16,0 0 0-16,1 1 0 16,-1-2 0-16,-1 3 128 0,0 1-128 15,-1 0 0-15,0-1 0 0,1 1 0 0,-2 6 0 0,0 1 0 0,0 0 0 0,1-3 0 16,-1 2 128-16,0-2-128 16,1-1 0-16,-1-2 128 0,1 1-128 0,-1 0 0 0,2 0 0 0,-2 1 0 0,0-2 128 0,0-1-128 15,2 2 0-15,-2 0 128 0,1-1 16 0,-1 0 0 16,2-2 0-16,-2 2 0 15,1-3 0-15,0 2 0 0,0 0 0 0,0-1 0 16,-1 0-144-16,1-1 192 0,0 1-192 0,-1-1 192 0,2 0-64 0,-1 0 0 16,1-1 0-16,0 0 0 0,0 0-128 0,0 0 192 15,1 0-192-15,-1-1 192 0,1-1-192 0,-1 0 0 16,2 1 144-16,-1-2-144 0,1 1 128 0,-1 1-128 16,0-2 128-16,0 2-128 0,1-2 0 0,0 0 0 15,-1 1 0-15,1 1 128 16,-1-2-128-16,1 2 0 0,-1 0 0 0,0 1 0 15,0-1 0-15,-1 1 0 0,0 1 0 0,1 3 0 0,-2-2 0 0,0 2-160 0,-1-1 160 16,1 1 0-16,-1-1-144 0,0 1 144 0,1-2 0 16,0 2-144-16,-1 0 144 0,0 0 0 0,0 0 0 0,-1 1 0 15,0-2 0 1,2 0 0-16,-1-2 0 0,1-2 0 0,1 1 0 0,0-3 0 0,2-2 0 0,0-1 128 31,0 1 64-31,0-3 32 0,2 0 0 0,1-2 0 16,2-2-496-16,1-3-112 0</inkml:trace>
  <inkml:trace contextRef="#ctx0" brushRef="#br0" timeOffset="27552.27">10271 6071 1839 0,'0'-2'160'0,"0"0"-160"15,1 1 0-15,-1 1 0 0,0-2 608 0,0 2 96 0,0 0 0 0,0-1 16 0,1 0 400 16,0-1 80-16,-1 1 16 0,1-1 0 16,0-1-32-16,0 3 0 0,-1-2 0 0,0 2 0 15,1-1-160-15,-1 0-48 0,0 1 0 0,0 0 0 0,0 0 32 0,0 0 0 16,1 0 0-16,-1 0 0 0,0 0-176 0,2 1-48 16,0 0 0-16,0-1 0 15,0 0-176-15,0 2-32 16,1-2-16-16,-1 0 0 0,2 1-144 0,1-1-32 0,-2 0 0 0,2 0 0 0,0 0 144 0,-1-1 32 15,2 1 0-15,-1 0 0 16,2-2-176-16,-1 1-16 0,2 0-16 0,-1-1 0 16,1 0-96-16,-2 1 0 0,2-1-16 0,-1 2 0 0,-1-2-32 0,1 1 0 0,-1 1 0 15,-1 0 0-15,2 0-48 0,-2 0-16 16,2 1 0-16,-1-1 0 0,0 0-144 0,0 0 160 0,0 2-160 0,-1-2 160 16,1 0-160-16,-1 2 128 15,1-2-128-15,0 1 128 16,1 1-128-16,-1 0 128 0,1-2-128 0,0 1 128 15,0 0 16-15,-1-1 0 0,2 0 0 0,-2 2 0 16,1-2 48-16,-1 0 16 0,2 0 0 0,0-2 0 16,1 2-64-16,0 0-16 0,0 0 0 0,-1 0 0 15,1-1-128-15,-2 1 192 0,0 1-192 0,0-1 192 16,-1 0-192-16,1 0 160 0,-1 2-160 0,1-2 160 16,-1 0-32-16,2 1 0 0,-2 1 0 0,1 0 0 0,-1-2 0 15,1 1-128-15,0 1 192 0,1-2-64 0,-2 0-128 0,1 1 0 16,1-1 144-16,0 0-144 0,-1 1 0 0,0-2 128 15,2 1-128-15,0-1 0 0,0 1 0 0,-1 0 128 16,-1-2-128-16,0 2 0 0,1-1 144 0,1-1-144 16,-1 2 192-16,3-2-192 0,-2 1 288 0,1-1-48 15,-2 2-16-15,2-1 0 0,-1 0-96 0,0 1 0 16,1-2-128-16,0 2 192 0,1-2-192 0,-1 1 0 16,1 1 128-16,-2-2-128 0,0 2 0 0,-1 0 0 15,1-2 128-15,0 1-128 0,0 1 0 0,-1 0 0 16,0 0 0-16,-1-2 0 0,1 2 0 0,-1 0 0 15,0 0 0-15,0 0 0 0,-1 0 128 0,1 0-128 0,-1 0 0 0,0 0 0 16,1 0 128-16,2 0-128 0,0 0 0 0,-1 0 0 16,0 0 0-16,-2-2 0 0,1 2 0 0,-2 0 0 15,3 0 0-15,-1 0 128 0,1 0-128 0,-1 0 0 16,0-2 0-16,1 1 0 0,0 1 0 0,0-2 0 0,-1 0 0 16,1 1 128-16,0-1-128 0,-1 2 0 0,2-2 0 15,0 2 176-15,-1-2-176 0,0 0 160 0,0 1-32 0,-1 1 0 16,-1 0 0-16,0-2 0 0,1 2-128 15,-1 0 160-15,2 0-160 0,-1 0 160 0,1 2-160 0,-1-2 0 16,0 1 144-16,-1 1-144 0,0-2 0 0,0 2 128 16,1-1-128-16,-1 0 0 0,1 1 0 0,-1 1 0 15,1-1 0-15,-2-1 0 0,0 1 0 0,0 0 0 16,0-2 0-16,1 2 0 0,-1-2 0 0,1 0 0 16,-1 0 0-16,0 0 0 0,0 0 0 0,0-2 0 15,2 2 0-15,-1-2 128 0,2-1-128 0,-1 1 0 0,1-1 0 16,1-1 0-16,-1 2 0 0,1-1 128 0,1-2-128 0,1 3 0 15,-2 0 0-15,1-1 144 0,0 1-144 0,0-1 0 16,0 1 192-16,-1 0-64 0,-1 0 0 0,1 1-128 16,0-1 160-16,1 0-160 15,0 1 128-15,-2-1-128 0,1 2 0 0,0 0 128 0,-1 0-128 0,0-1 0 16,0 1 0-16,-2 0 128 0,2 0-128 0,-1 0 0 16,0 1 0-16,0-1 128 0,1 2-128 0,-1-2 0 15,-1 0 0-15,1 1 0 0,-2 1 0 0,1-2 0 16,-1 0 0-16,1 2 0 0,0-2 0 0,2 0 0 15,-2 0 0-15,1 0 0 0,0 0 0 0,1 0 0 0,-1-2 0 16,1 2 0-16,0-2 128 0,-1 2-128 0,-1-1 0 16,0 1 0-16,2-2 0 0,-1 2 0 0,1-1 0 0,-1 0 128 15,1 1-128-15,0 0 128 0,-1-2-128 0,1 2 128 16,-1 2-128-16,0-2 128 0,1 0-128 0,-1 0 0 16,1 1 0-16,-1-1 0 0,1 1 0 0,-1-1 0 15,1 2 128-15,0-2-128 0,0 0 0 0,0 0 0 16,0 1 0-16,-1 1 0 15,1-2 0-15,-2 0 0 0,2 0 0 0,-1 0 0 0,1 0 0 16,0 0 0-16,0-2 0 0,0 1 0 0,-1 1 0 0,-1 0 0 0,3 0 128 16,-2-2-128-16,1 2 0 0,-2 0 0 0,1 0 0 0,-1 0 0 15,0 0 0-15,-2 0 0 0,2-1 128 0,-1 1-128 16,-2 0 0-16,0 0 0 0,0 1 0 0,-1-1 0 16,0 2 0-16,-2-2 0 15,1 1 0-15,-1 1 0 0,1-2 0 0,-1 0 0 16,0 2 0-16,0-2 0 0,0 1 0 0,0-1 0 0,1 2 0 0,0-2 0 15,0 0-192-15,2 0-80 0</inkml:trace>
  <inkml:trace contextRef="#ctx0" brushRef="#br0" timeOffset="29365.21">12188 6007 911 0,'0'0'0'0,"-1"-2"0"16,1 2 0-16,-1-2 0 0,1 2 576 0,0-1 48 15,0 1 0-15,0-2 0 0,0 1 368 0,-1 0 80 16,0-2 16-16,0 1 0 0,1-1-64 0,-1 1-16 16,0 2 0-16,0-2 0 15,-1 2-176-15,1 0-48 0,-1 0 0 0,1 0 0 0,0 0-16 0,0 0-16 16,-1 0 0-16,2 0 0 0,0 1 16 0,0-1 0 0,0 1 0 0,0-1 0 15,0 0-16-15,1 0 0 0,1 2 0 0,0-2 0 16,1 0-96-16,0 0-16 0,0-2 0 16,0 2 0-16,1-1-32 0,0 0-16 0,0 1 0 0,1-2 0 15,0 0-32-15,1 1-16 0,0-1 0 0,0 2 0 16,1-2-128-16,0 2-32 16,-2-1 0-16,1 1 0 0,0 0-64 0,-2 0 0 0,3 0-16 0,-2 0 0 15,3 1-48-15,-3-1-16 0,2 2 0 0,-2-2 0 16,0 2-48-16,1-2-16 0,-1 1 0 0,1 1 0 15,-1-2-48-15,1 0-128 0,-1 2 192 0,0-2-64 0,1 1-128 0,-2-1 192 16,1 1-192-16,0-1 192 0,1 0-192 0,0 2 160 16,-1-2-160-16,0 0 160 15,0 1-160-15,0 1 0 0,1-2 0 0,0 0 128 0,1 2-128 0,-1-2 0 16,0 0 0-16,0 0 128 0,1 0-128 0,-1 1 0 31,0-1 144-31,0 0-144 0,2 0 128 0,-2-1-128 0,0 1 128 0,0 0-128 0,0 0 128 0,-2 0-128 16,2 0 160-16,-2 0-160 0,2 0 128 0,0 0-128 15,-3 0 0-15,2-2 144 0,-1 2-144 0,-1 0 128 16,1-2-128-16,-1 1 128 0,0 1 0 0,-2 0 0 16,1 0 0-16,0 0 0 0,-2 0-128 0,1 0 0 0,-1 0 0 15,0 1 0-15,-1 1 0 0,1-2 0 0,0 2 0 0,0-2 0 32,0 1-640-32,2-1-144 0</inkml:trace>
  <inkml:trace contextRef="#ctx0" brushRef="#br0" timeOffset="31767.18">12539 6000 911 0,'-1'0'0'0,"1"0"0"0,0 0 0 0,0 0 0 16,0 0 640-16,0 0 64 15,0 0 0-15,0-1 0 0,1 1 0 0,-1-1 0 0,1 1 0 0,-1 0 0 16,1-2 96-16,0 1 32 0,0 1 0 0,0 0 0 16,0 0-32-16,0-2 0 0,0 2 0 0,0 0 0 15,-1 0-144-15,1 0-16 0,-1 0-16 0,0 0 0 16,0 0 16-16,0 0 16 0,0 0 0 0,0 0 0 15,-1 0 48-15,1 2 0 0,0-2 0 0,0 0 0 32,0 0-64-32,0 0 0 0,1 0 0 0,-1 0 0 15,1 0 16-15,0 0 0 0,0 0 0 0,0 0 0 16,0 0-144-16,0 0-16 0,1 0-16 0,-1 0 0 16,1 0-32-16,-1 1 0 0,1 1 0 0,-1-2 0 0,1 2-160 0,-2 0-32 15,1-2-16-15,-1 3 0 0,1-1-32 0,0-1 0 16,-1 1 0-16,0 0 0 0,1 0-32 0,-1 0-16 15,1 1 0-15,0-2 0 0,0 3-32 0,0-3 0 16,0 2 0-16,0 0 0 0,0-1 0 0,1 1-128 16,-2-1 192-16,1 0-64 0,1 1 48 0,0 0 0 15,0 1 0-15,0-2 0 0,0 1 32 0,-1 1 16 16,0-1 0-16,1 1 0 0,0 1 0 0,0 0 0 16,0-1 0-16,0 0 0 0,0 1-96 0,-1-2 0 0,1 2-128 0,1 0 192 15,0 0-192-15,-1 2 144 0,0-3-144 0,1 0 128 16,0 2-128-16,0-1 0 0,1 0 0 0,-2 0 0 15,2 2 0-15,0-3 0 0,-1 3 0 0,0-2 0 16,-3-5 0-16,0 0 0 0,0 0 0 0,0 0 0 16,0 0 0-16,24 40 0 0,-24-40 0 0,0 0 0 15,0 0 0-15,0 0 0 0,0 0 0 0,24 38 0 16,-24-38 0-16,0 0 0 0,0 0 128 0,0 0-128 16,0 0 0-16,25 38 0 0,-25-38 0 0,0 0 0 15,0 0 128-15,0 0-128 0,19 37 128 0,-15-29-128 16,-4-8 128-16,0 0-128 0,0 0 128 0,0 0-128 0,19 36 144 15,-15-28-144-15,0 1 160 0,-4-9-160 0,0 0 144 0,0 0-144 16,17 35 128-16,-17-35-128 0,0 0 0 0,0 0 128 16,19 38-128-16,-19-38 0 0,0 0 0 0,0 0 0 15,18 40 128-15,-18-40-128 0,0 0 0 0,0 0 0 16,17 43 0-16,-17-43 128 0,0 0-128 0,13 33 0 16,-13-33 0-16,0 0 0 0,0 0 128 0,19 43-128 15,-19-43 128-15,0 0-128 0,0 0 176 0,17 39-48 16,-17-39-128-16,0 0 192 0,0 0-48 0,18 41-16 15,-14-33 0-15,-1 1 0 0,-3-9-128 0,0 0 160 16,0 0-160-16,17 40 160 0,-13-33-160 0,-4-7 128 16,0 0-128-16,0 0 128 0,15 43-128 0,-15-43 0 0,0 0 0 0,13 38 128 15,-13-38-128-15,0 0 0 0,12 35 0 0,-12-35 128 16,0 0-128-16,16 39 0 16,-16-39 0-16,0 0 0 0,16 42 0 0,-16-42 0 0,0 0 0 0,17 39 0 15,-17-39 0-15,0 0 0 0,15 37 0 0,-15-37 128 16,0 0-128-16,14 35 0 0,-14-35 0 0,0 0 128 15,13 35-128-15,-13-35 0 0,0 0 144 0,0 0-144 16,17 46 128-16,-17-46-128 0,0 0 128 0,14 38-128 16,-14-38 128-16,0 0-128 0,14 43 160 0,-14-43-160 15,0 0 144-15,15 42-144 0,-15-42 128 0,0 0-128 0,16 46 128 16,-16-46-128-16,0 0 128 0,17 44-128 0,-17-44 0 0,0 0 0 16,16 44 0-16,-16-44 0 0,0 0 0 0,17 44 128 15,-17-44-128-15,0 0 0 0,17 44 0 16,-17-44 0-16,0 0 128 0,19 47-128 0,-19-47 0 15,0 0 128-15,22 51-128 0,-22-51 128 0,0 0-128 0,22 50 192 16,-22-50-192-16,13 36 192 0,-13-36-192 0,14 34 160 16,-14-34-160-16,0 0 160 0,18 47-160 0,-18-47 0 15,0 0 144-15,17 47-144 0,-17-47 0 0,0 0 0 16,16 42 0-16,-16-42 128 0,0 0-128 0,15 38 0 16,-15-38 0-16,0 0 0 0,18 46 0 0,-18-46 0 0,0 0 0 0,17 47 0 15,-17-47 0-15,0 0 0 0,19 47 0 0,-19-47 0 16,0 0 0-16,19 46 0 0,-19-46 0 15,0 0 0-15,18 40 0 0,-18-40 0 0,0 0 0 0,16 40 128 16,-16-40-128-16,0 0 0 0,14 43 0 0,-14-43 0 16,0 0 0-16,16 43 0 0,-16-43 0 0,0 0 0 15,17 42 0-15,-17-42 0 0,0 0 0 0,18 48 0 16,-18-48 0-16,13 33 0 0,-13-33 0 16,0 0 0-16,23 49 0 0,-23-49 0 0,0 0 0 0,21 48 0 15,-21-48 0-15,14 33 0 0,-14-33 0 16,0 0 0-16,20 47 0 0,-20-47 0 0,0 0 0 0,19 48 0 0,-19-48 0 0,11 36 0 15,-11-36 0-15,11 33 0 0,-11-33 0 16,14 38 0-16,-14-38 0 0,14 40 0 16,-14-40 0-16,14 40 0 0,-14-40 0 0,15 41 128 0,-15-41-128 0,15 36 0 15,-15-36 0-15,16 33 0 0,-16-33 0 0,17 35 0 16,-17-35 0-16,0 0 128 0,24 50-128 0,-24-50 0 16,18 35 0-16,-18-35 128 0,19 38-128 0,-19-38 128 15,20 38-128-15,-20-38 128 0,19 38-128 0,-19-38 0 16,21 38 128-16,-21-38-128 0,18 35 0 0,-18-35 144 15,18 38-144-15,-18-38 0 0,15 36 128 0,-15-36-128 0,15 36 0 0,-15-36 0 32,13 35 128-32,-13-35-128 0,14 36 0 0,-14-36 0 15,14 35 128-15,-14-35-128 0,14 38 0 0,-14-38 0 16,14 36 144-16,-14-36-144 0,14 33 0 0,-14-33 144 0,14 33-144 0,-14-33 0 16,14 32 0-16,-14-32 128 0,13 32-128 0,-13-32 0 15,0 0 0-15,16 43 0 0,-16-43 0 0,0 0 0 16,16 43 128-16,-16-43-128 0,10 33 0 0,-10-33 0 15,11 33 0-15,-11-33 0 0,12 36 0 0,-12-36 0 16,13 33 128-16,-13-33-128 0,13 33 0 0,-13-33 0 16,13 34 0-16,-13-34 0 0,0 0 0 0,18 44 0 15,-18-44 0-15,0 0 0 0,20 40 0 0,-20-40 128 16,0 0-128-16,19 38 0 0,-19-38 0 0,0 0 0 16,18 36 128-16,-18-36-128 0,0 0 0 0,20 40 0 15,-20-40 0-15,0 0 0 0,20 43 0 0,-20-43 0 0,0 0 0 16,20 43 0-16,-20-43 0 0,0 0 0 0,18 40 0 0,-18-40 0 15,0 0 0-15,16 38 0 0,-16-38 0 0,0 0 0 16,17 38 0-16,-17-38 0 0,0 0 0 0,15 36 0 16,-15-36 0-16,0 0 0 0,15 35 0 0,-15-35 0 15,0 0 0-15,0 0 0 0,15 40 128 0,-15-40-128 16,0 0 0-16,11 30 0 0,-11-30 0 0,0 0 0 16,0 0 0-16,14 39 0 0,-14-39 0 0,0 0 128 15,12 31-128-15,-12-31 0 0,0 0 0 0,11 32 128 16,-11-32-128-16,0 0 0 0,11 32 0 0,-11-32 0 15,0 0 0-15,10 31 0 0,-10-31 0 0,0 0 0 0,11 31 0 16,-11-31 0-16,0 0 0 0,0 0 0 16,14 37 0-16,-14-37 0 0,0 0 0 0,0 0 0 0,0 0 0 0,15 36 0 15,-15-36 0-15,0 0 0 0,0 0 0 0,0 0 0 16,15 31 0-16,-15-31 0 0,0 0 0 0,0 0 0 16,0 0 128-16,15 31-128 0,-15-31 0 0,0 0 0 15,0 0 0-15,0 0 128 0,0 0-128 0,15 35 0 16,-15-35 0-16,0 0 0 0,0 0 0 0,0 0 0 15,0 0 128-15,16 31-128 0,-16-31 0 0,0 0 0 16,0 0 0-16,0 0 128 0,0 0-128 0,18 34 0 0,-18-34 0 16,0 0 128-16,0 0-128 0,0 0 0 0,0 0 0 0,17 35 0 15,-17-35 0-15,0 0 0 0,0 0 0 0,0 0 0 16,0 0 0-16,18 35 0 0,-18-35 128 0,0 0-128 16,0 0 0-16,0 0 0 0,0 0 0 0,0 0 0 15,18 34 128-15,-17-30-128 0,-1-4 0 0,0 0 128 16,0 0-128-16,0 0 0 0,0 0 0 0,12 32 128 15,-12-26-128-15,2-1 0 0,-2-5 0 0,0 0 128 16,0 0-128-16,0 0 0 0,0 0 0 0,0 0 0 16,0 0 0-16,17 29 128 0,-15-26-128 0,-2-3 0 15,0 0 128-15,0 0-128 0,0 0 0 0,0 0 128 0,0 0-128 16,0 0 0-16,0 0 0 0,0 0 128 16,0 0-128-16,0 0 0 0,0 0 0 0,0 0 128 0,0 0-128 0,0 0 0 15,0 0 0-15,0 0 0 0,30 27 0 0,-29-25 0 16,0 1 128-16,0 0-128 0,0 1 0 0,0-1 0 15,-1 1 0-15,1 1 0 0,-1 0 0 0,1 0 0 16,-1-2 0-16,0 1 0 0,1 0 0 0,-1 0 0 16,0-1 0-16,0-2 0 0,1 3 0 0,0-4 0 15,0 1 0-15,0 1 0 0,0-2 0 0,1 0 0 16,0 0 0-16,1 0 0 0,-1 0 0 0,1 0 0 16,-2 0 0-16,1 0 0 0,-1 0 0 0,0 2-192 0,0-2 64 15,0 1-18976-15</inkml:trace>
  <inkml:trace contextRef="#ctx0" brushRef="#br0" timeOffset="34024.57">10248 6114 911 0,'0'-5'0'0,"0"0"0"15,1 3 0-15,-1 0 0 0,0 0 448 16,0 1 16-16,0 1 0 0,0-2 0 0,1-1 176 0,0-1 16 16,0-1 16-16,-1-1 0 0,1 1 160 0,-1 2 16 15,0-2 16-15,0 3 0 0,-1-1 432 0,1 1 96 16,-1-1 16-16,0 1 0 0,1 1-304 0,-1 1-48 15,0-1-16-15,1 1 0 0,-1 0 32 0,1 0 0 0,-1 0 0 16,1 0 0-16,-1 1-432 16,1 0-96-16,0-1-16 0,0 0 0 15,0 2-272-15,0-1-64 0,-1 1-16 0,1 0 0 16,-1 2-176-16,0-1 0 0,0 2 144 0,-1 0-144 0,-2 2 128 16,-2 2-128-16,1 3 160 0,-4 0-160 0,1 5 0 0,-1 3 128 0,-2 3-128 0,-2 3-10560 31</inkml:trace>
  <inkml:trace contextRef="#ctx0" brushRef="#br0" timeOffset="36434.25">7494 6022 911 0,'1'0'0'0,"-1"0"0"0,0 0 0 0,0-2 0 16,0 1 864-16,0 1 96 0,0 0 0 0,0 0 16 15,1 0 304-15,0-3 48 0,0 3 16 0,0-2 0 16,1 0-128-16,0 0-32 0,1 2 0 0,-2-2 0 15,2 1-384-15,0 1-80 0,0 0-16 0,0 1 0 16,-2 1-224-16,2-2-48 0,0 2-16 0,1-2 0 16,-2 2-416-16,3-2 128 0,0 2-128 0,0 1 0 15,1-2 0-15,-1 1 0 0,2 0 0 0,0-1 0 16,1 0-288-16,-1 1 16 0,1-1 0 0,-1 1 0 16,0-2-704-16,1 2-144 0,-1-2-32 0,1 0 0 15,-2 1 592-15,1 1 112 16,-1-2 32-16,1 0 0 0,-1 0 240 0,0 0 176 0,-2 2-208 0,1-2 80 0,0 0-96 0,-1 0-16 15,2 2 0-15,-2-1 0 0,1 1 240 0,1 0 160 16,0 1-32-16,2-3 0 0,-2 2-128 0</inkml:trace>
  <inkml:trace contextRef="#ctx0" brushRef="#br0" timeOffset="36780.18">7939 6045 5519 0,'5'0'496'0,"1"-2"-496"0,-3 2 0 0,-1-2 0 15,-1 2 896-15,2-1 64 0,3 1 32 0,2-2 0 16,2 0 352-16,3-1 80 0,-1-1 16 0,0 3 0 16,-1-2-832-16,0 2-160 0,0-1-48 0,-1 0 0 15,0 1-400-15,-2 1 0 0,1 0 128 0,-2 0-128 16,1 0 0-16,-1 0-144 0,2 1 144 0,0 1-208 31,-1-2-752-31,0 2-160 0,1-2-32 0,-1 1 0 16,2 0-448-16,0 1-80 0,1 1-32 0,0-1 0 15,1 1 544-15,0-1 96 0,0 0 32 0,-1 1 0 0,-1-1 1040 0,2 1 144 0,1-1 64 0,1 0 16 0,0 1-224 0,1-1 0 16,1 1 0-16,-1-1 0 0,-4-1 160 0,0 0-16 16,2 1 0-16,-1-2 0 0,1 0 768 0,0 0 160 15,1 0 16-15,-1 0 16 0,0-2 0 0,-2 2 0 16,0-1 0-16,-1 0 0 0,0 1-304 0,1-2-64 16,0 1-16-16,1 1 0 0,-1-2-416 0,1 0-96 15,-1 2-16-15,-1-1 0 16,1 1-1184-16,0 0-240 0,1 0-48 0,0 0-16 0,-2-2 992 0,2 2 304 0</inkml:trace>
  <inkml:trace contextRef="#ctx0" brushRef="#br0" timeOffset="37038.78">8910 6077 2751 0,'11'-1'128'0,"-4"1"16"0,1 0-144 0,-3-2 0 0,-1 2 0 0,-2 0 0 15,1 2 544-15,3-4 80 0,1 2 16 0,5 0 0 16,2-3-224-16,2 1-32 15,0 2-16-15,-2-3 0 0,0 3-368 0,-1-2-160 16,-1 2 16-16,-1-1 0 0,-3 2-432 0,2-1-64 0,-2 0-32 0,1 0 0 0,0 0 672 0,-1 0 0 16,0 0 0-16,0 0 0 0,-1 0 0 0,0 0 0 15,1 2 0-15,-1-2 0 0,1 0 0 0,-1 1 0 16,1 1 0-16,0 0 0 0,-1-1-256 0,1 1 16 16,-1 1 0-16,2-2 48 0,1 2 192 0,0-1 0 0,3 1 0 0,-1-3 0 15,-1 2 0-15,-1-2 0 16,1 0-128-16,0 0 128 0,-2 1 0 0</inkml:trace>
  <inkml:trace contextRef="#ctx0" brushRef="#br0" timeOffset="37480.06">9439 6095 3679 0,'22'0'160'0,"-16"0"32"0,-4 0-192 0,-1 0 0 15,0 0 0-15,0 0 0 0,4-2 432 0,3 2 32 0,2 2 16 0,1-2 0 16,0 0 48-16,2 0 16 16,-2 0 0-16,0 0 0 15,0 2-288-15,-2-2-64 0,0 0-16 0,1 0 0 0,0 1-176 0,-2-1 128 16,-1 2-128-16,0-1 128 15,-1 0-1104-15,1 1-240 0,0-1-32 0,0 1-16 16,-1 0 992-16,0 1 272 0,0-1 0 0,2-2 0 0,-2 1 0 16,2-1 0-16,-2 1-128 0,1-1 128 0,-1 0 0 0,2 0 0 15,-1 0 0-15,0 0 0 0,1 0 0 16,0 0-144-16,0 0 144 0,1-1 0 0,-1 1 480 0,1-1 160 16,1 1 48-16,-1 0 16 0,-1-2-64 0,1 2 0 15,0 0-16-15,0-2 16 0,1 2-48 0,0-1-16 16,-1 1 0-16,-1 0 32 0,1 0 256 0,-2-2 48 0,1 2 16 15,0 0 32-15,-1-2-96 0,1 2-16 0,0-1 0 0,-1 1 32 16,2-2-400-16,-1 2-80 0,0-1-16 0,2 1 32 16,-2-1-416-16,0 1 0 0,1-2 128 0,-1 1-128 15,1 1 0-15,0-2 0 0,0 0-192 0,0 1 192 16,0 1-128-16,-2 0 128 0,1 0-128 0,-1 0 128 16,-1 0 0-16,0 0-192 0,0 3 192 0,0-3-128 15,1 2-80-15,-1 1-16 0,0-2 0 0,0 2 32 16,1-2-480-1,-1 1-96-15,1 0 0 0,-1-1 0 0,1 1 224 0,1-2 32 16,-1 0 16-16,2 0 16 0,0 0 336 0,-2 0 144 0,3-2-128 0,-3 1 128 0,1 1 0 16,0 0 0-16,0-2 0 0,0 0-128 0,-3 1 128 0,2-1 0 15,0 2 0-15,0-1 0 0,0 0 0 16,-1 1 0-16,1 0 0 0,-2 0 0 0,-1 1 0 0,1-2 0 16,0-1 0-16</inkml:trace>
  <inkml:trace contextRef="#ctx0" brushRef="#br0" timeOffset="37652.58">10320 6109 8287 0,'-3'-2'736'0,"0"0"-592"16,1 1-144-16,1 1 0 0,1 0 1152 0,-1 0 192 15,0 0 32-15,0 0 16 0,0 1-1024 0,-4 1-208 16</inkml:trace>
  <inkml:trace contextRef="#ctx0" brushRef="#br0" timeOffset="38361.75">7521 6126 911 0,'-1'-4'0'0,"0"3"0"0,1-1 0 0,0 1 0 0,-1-1 528 0,1 2 32 15,0-1 0-15,-1 0 0 0,0-1 336 0,-1-1 80 16,-1-2 16-16,1 1 0 0,0 1 80 0,1-2 16 16,0 3 0-16,-1 0 0 0,1 0 0 0,0-1 0 15,0 1 0-15,-1 1 0 0,1 1-128 0,0 0 0 16,0 0-16-16,1 0 0 0,-1 0-352 0,1 1-64 16,0 1-16-16,0-2 0 0,0 1-352 0,0 1-160 15,0-2 128-15,1 2-128 0,0-2 128 0,0 0-128 16,0 0 0-16,2 0 128 15,0 0 176-15,0-2 16 0,2-1 16 0,2 0 0 0,0 0 624 0,2 0 128 0,1 0 32 16,2-2 0-16,1 2-256 0,0 0-48 16,1 0-16-16,2 0 0 15,1 1-576-15,0 0-224 0,0 2 176 0,-2 0-12736 0</inkml:trace>
  <inkml:trace contextRef="#ctx0" brushRef="#br0" timeOffset="42910.8">6359 5763 911 0,'0'-2'0'0,"-1"1"0"0,1 1 0 0,-1-2 0 16,1 2 592-16,0 0 48 0,0 0 0 0,-1 0 0 15,1-1 224-15,-1 0 48 0,0 1 16 0,-1-2 0 16,1 2-160-16,0 0-16 0,-1 2-16 0,2-2 0 15,-1 1-160-15,0 0-48 0,1 1 0 0,-1 1 0 16,0 2-112-16,1-3-32 0,-1 3 0 0,-1-2 0 16,0 2 112-16,0-2 16 0,0 3 0 0,-1-2 0 0,1 1-80 15,0 0-16-15,-1-1 0 0,0 1 0 16,0 0-16-16,1-1 0 0,-1 1 0 0,0 0 0 16,0 2-16-16,0-1-16 0,1 3 0 0,-2 0 0 0,0 0 128 0,1 3 16 15,-2 3 16-15,0 4 0 0,0-1-16 0,-1 6 0 16,-1 7 0-16,0 2 0 0,4-5-16 0,-2 2-16 15,1 5 0-15,0 0 0 0,1 1-176 0,0-8-48 16,1-2 0-16,1-6 0 0,-1-3-256 0,1-2 0 16,0-1 128-16,0-2-128 0,-1-2 0 0,1 0 0 0,0-4 128 15,-1 2-128-15,2-3 192 0,-1-1-32 0,0 1 0 0,1-4 0 16,-1 0 16-16,1-1 0 0,-1 2 0 0,1-4 0 16,-1 1-48-16,1-2-128 0,0 0 192 0,0-2-64 15,0 1-128-15,0-4 0 0,-1 2 0 0,1-4 0 16,0 0 160-16,1-1-160 0,-1 1 192 0,0-1-192 15,2 1 128-15,-1-2-128 0,2 2 0 0,-1-1 0 16,1 1 0-16,0-1 0 0,1 1 0 0,1 0 0 16,-2 1 128-16,3 0-128 0,-1 0 0 0,0 1 0 15,1-1 0-15,0 1 0 0,1 2 0 0,0 0 0 16,0-1 0-16,-1 2 0 0,1 1 0 0,-2-1-144 16,1 2 144-16,-3 1 0 0,2 0 0 0,0 2 0 0,-2-2 0 0,0 2 0 15,-1 0 0-15,0 2 0 0,0-2 0 16,-1 2 0-16,0 0 0 0,-1 2 0 0,-1 2 0 15,1 1 0-15,-1 0 0 0,1 3 0 0,-1-1 0 0,0 3 0 16,0 0 0-16,0 0 0 0,1-1 128 0,0 1-128 16,-1 0 128-16,1 0-128 0,0-2 304 0,0 0-16 15,0-1 0-15,0-1 0 0,1-2-64 0,0 0-16 16,0 0 0-16,0-1 0 0,0-1-208 0,0 1 128 16,1-2-128-16,-1-1 0 0,0-2 0 0,2 0 0 15,2-2 0-15,-2-1 0 0,2 0 0 0,1-1-128 16,0-1-16-16,2-2-12832 0</inkml:trace>
  <inkml:trace contextRef="#ctx0" brushRef="#br0" timeOffset="43494.71">6545 6185 2751 0,'-1'-3'256'0,"1"3"-256"0,0-2 0 0,0 1 0 15,1 0 784-15,-1 1 112 0,1 0 32 0,0-2 0 0,0-1 112 0,2-1 32 16,0 1 0-16,0-2 0 16,0 1-208-16,-1 0-32 0,1 1-16 0,0-4 0 15,1 4-256-15,-2-4-48 0,2 2-16 0,0-2 0 0,0 2-112 0,-2-2-32 16,2 0 0-16,-2 0 0 0,0 1-224 0,-1 0-128 16,-1 0 160-16,0 1-160 0,-1 0 160 0,0 2-160 15,-2-1 160-15,0 1-160 0,0 0 368 0,-1 1-32 0,0 2 0 0,0 2 0 16,-2 1-32-16,-1 0-16 0,2 3 0 15,-2 2 0-15,1-2-64 0,-2 4-16 0,2 0 0 0,-1-1 0 16,1 1-32-16,0 1-16 0,1-1 0 0,-1 2 0 31,2-3 128-31,-1 1 32 0,1-1 0 0,2-1 0 0,2-2 112 0,-1 0 16 0,1-2 16 0,1-2 0 32,0 1-208-32,1-1-32 0,1-2-16 0,0 0 0 15,1-2-208-15,0 0 0 0,2 1 128 0,-1-1-128 0,2-2 0 0,-1 1 0 16,1 0 0-16,-2 0 0 0,3 2 0 0,-2-3 0 15,1 1 0-15,-2 0 0 0,2 1 0 0,-3 2 0 16,1-2 0-16,-1 2 0 0,-1 2 0 0,0 0 0 16,0 0 0-16,0 2 0 0,-1 2 0 0,0 1 0 15,-1 2 0-15,0 1 0 0,-1 2 320 0,-1 1-16 16,0 0-16-16,0-1 0 0,-1 2 128 0,-1 0 32 16,-1 3 0-16,0 0 0 0,-1-2-96 0,0-2-16 15,1-1 0-15,-1 0 0 0,-1 0 128 0,-1-3 32 16,1 1 0-16,-2-1 0 0,1-1 16 0,-1-1 16 15,1 0 0-15,0-3 0 0,-1 1-16 0,1-3 0 0,-2-1 0 0,1 1 0 16,1-2-128-16,0 0-16 0,-1-2-16 16,0-1 0-16,2 3-48 0,0-3-16 0,0 0 0 0,0 0 0 15,1-3-288-15,0 2 0 0,0-3 0 16,2 1 0-16,1 0 0 0,0-1 0 0,1-2 0 0,2 1-10576 16,1-1-2032-16</inkml:trace>
  <inkml:trace contextRef="#ctx0" brushRef="#br0" timeOffset="44634.13">6759 6002 1839 0,'2'-7'160'0,"-1"2"-160"16,0 1 0-16,0 2 0 0,0-1 928 0,-1 3 160 15,0-2 16-15,1-1 16 16,0-1 272-16,1-1 48 0,0-2 16 0,0 2 0 0,-1 0-48 0,0 3-16 15,-1 0 0-15,0 0 0 0,0 2-224 0,-1 2-32 16,1-2-16-16,-1 2 0 0,0 0-336 0,0 0-64 16,0 1-16-16,0 2 0 0,-1-3-64 0,1 3-32 0,0 2 0 0,0 0 0 15,-1 2 0-15,-1 1 0 0,1 0 0 0,-1 2 0 16,1 4-80-16,-2 0-16 0,-1 2 0 0,2 0 0 16,-1 2-128-1,0 0-16-15,0 0-16 0,2-1 0 0,-1 2-16 0,1-5 0 0,2-2 0 0,-1-1 0 16,2-2-144-16,0-1-48 0,0-1 0 0,1-2 0 15,0-2-144-15,-1 0 0 0,2-3 0 0,1 0 0 0,-2-1 0 0,1-1 0 16,1-1 0-16,0-1 0 0,1-2 0 0,1-1 0 16,0 0 0-16,0 1 0 0,1-2 0 0,-1 2 0 15,1-4 0-15,1 4 0 0,-2-3 0 16,2 1 0-16,-2 0-160 0,0 0 160 31,-2 1-1536-31,0 0-192 0,0 2-64 0,-2-1-6496 16,0 1-1312-16</inkml:trace>
  <inkml:trace contextRef="#ctx0" brushRef="#br0" timeOffset="44868.78">6693 6136 911 0,'-4'-3'0'0,"1"1"0"0,1 1 0 0,1 1 0 15,1 0 1056-15,-1 0 128 0,-1-2 32 0,-2 1 0 16,0 0 480 0,-1-2 96-16,1 1 32 0,2 0 0 15,1 1-16-15,0 1 0 0,2 0 0 0,1-2 0 0,1 1-176 0,1 0-32 0,2-1-16 0,0 0 0 16,2 1-288-16,0-3-48 15,1 1-16-15,-1 1 0 0,2-1-448 0,-1-2-80 16,3 1-32-16,-1-1 0 0,1 0-224 0,-1 1-32 16,0-1-16-16,-1 0 0 0,0 3-272 0,0-3-128 15,-1 2 0-15,1-1 128 0,-3 2-128 0,1-1 0 0,-1 1 0 0,0-1 0 16,0 1-624 0,0 0-48-16,-1 0-16 0,-1 1-13040 15</inkml:trace>
  <inkml:trace contextRef="#ctx0" brushRef="#br0" timeOffset="45217.33">6984 5948 3967 0,'3'-7'176'0,"-1"2"32"0,0 1-208 0,0 1 0 0,-1 3 0 0,0-2 0 16,-1 1 704-16,1-1 80 0,1-2 32 0,0 1 0 15,1-2 48-15,-1 3 16 0,0 0 0 0,-2 0 0 16,1 2 0-16,-2 2 0 0,0-2 0 0,0 2 0 16,0-2-96-16,-1 0-16 0,1 2 0 0,-1-1 0 15,0 1 192-15,0 0 48 0,1-1 0 0,-1 1 0 16,-1 1-96-16,0 0-16 0,-1 2 0 0,1-1 0 0,-1 2-144 0,-1 3-48 16,1 1 0-16,-2 2 0 0,1 0-96 0,-1 2-32 15,1 0 0 1,-1 0 0-16,0 5 64 0,1 0 16 0,0 3 0 0,0 1 0 0,1-1-32 0,1 0-16 15,2-1 0-15,1-3 0 0,2-4-352 0,2-2-80 16,1-4-16-16,2-2 0 0,0-3-160 0,1-1 0 16,-1-2 0-16,1 0 0 0,2-4 0 0,0-1 0 15,1-2 0-15,1 0 0 16,-1-1-704-16,0 1-80 0</inkml:trace>
  <inkml:trace contextRef="#ctx0" brushRef="#br0" timeOffset="45469.03">7162 5946 2751 0,'-3'-5'256'0,"0"2"-256"0,1 0 0 0,0 2 0 16,1 1 1232-16,-1 0 208 0,2 0 32 0,-3 0 16 15,-2 2 176-15,0 0 16 0,-3 1 16 0,1 2 0 16,0-1-96-16,1 4-32 0,0-2 0 0,1 4 0 16,-2 0-416-16,2 2-64 0,0 2-32 0,1-2 0 15,2 2-368-15,0 0-80 16,0 0-16-16,-1 3 0 0,1 2-240 0,0-3-48 0,0 1-16 0,0-2 0 15,2 1-288-15,-1-4 0 0,0-1 0 0,1-1 0 0,0-3 0 16,1 0 128-16,0-2-128 0,2-3 0 0,0 0 0 16,0-2 0-16,1-2 0 0,0 0 0 0,1 0-208 0,-1-4-112 15,2 2 0-15,0-1-11328 16</inkml:trace>
  <inkml:trace contextRef="#ctx0" brushRef="#br0" timeOffset="45751.88">7123 5996 5871 0,'-1'-10'128'0,"0"3"16"0,0 2 16 0,0 0 16 0,0 1-176 0,1 3 0 0,0-1 0 0,-1-2 0 16,1-1 1696-16,-1-2 304 15,0-1 64-15,0 2 16 0,1 0-208 0,0 2-32 16,0 2-16-16,0-1 0 0,1 3-480 0,0 0-80 0,1 3-32 0,-1 1 0 16,1 1-464-16,0 2-112 0,0 0-16 0,1 0 0 15,-1 3-400-15,2 0-96 16,-2 2-16-16,1-1 0 0,0 1-128 0,-3-12 192 0,0 0-192 0,8 45 192 15,-8-45 0-15,7 38 16 0,-7-38 0 0,5 35 0 16,-5-35-16-16,5 31 0 0,-5-31 0 0,0 0 0 16,0 0-192-16,12 40 0 0,-8-32 128 0,-1-4-128 15,0-2 0-15,1 1 0 0,0-3 0 0,-1 0 0 0,-1 0 0 16,0-2-208-16,1 1 64 16,0-1 16-16,-2 0-2032 15,0 2-400-15</inkml:trace>
  <inkml:trace contextRef="#ctx0" brushRef="#br0" timeOffset="45972.88">7097 6161 3679 0,'-4'-2'320'0,"1"0"-320"15,1 1 0-15,2 1 0 0,0 0 1664 0,-1 0 256 16,-1-2 48-16,0 0 16 0,-2-2 128 0,-1-1 48 16,3 2 0-16,0 1 0 0,0-1-304 0,3 1-48 15,0-1-16-15,1 1 0 0,2 1-448 0,1 0-112 16,0-3-16-16,1 3 0 15,1-2-448-15,1 0-112 0,0 0-16 0,0-2 0 0,1 2-320 0,-1-1-64 0,-1 1 0 0,0-2-16 16,0 2-240-16,1-2 0 16,0 1 0-16,1 0 0 0,-1-1 0 0,0 0-160 15,-1 3 160-15,-1-2-14448 0</inkml:trace>
  <inkml:trace contextRef="#ctx0" brushRef="#br0" timeOffset="46192.7">7293 5946 8287 0,'-2'-3'368'0,"1"-2"80"0,1 3-448 0,-1 0 0 0,1 2 0 0,0 0 0 0,1-2 1184 0,-1 1 160 15,2 1 16-15,-1-2 16 0,2 2 288 0,0 0 48 16,0 3 16-16,0 1 0 0,1 4-288 0,0 1-48 16,-4-9-16-16,0 0 0 0,0 0-160 0,14 49-48 15,-14-49 0-15,6 34 0 16,-6-34-480-16,5 41-112 0,-5-41 0 0,2 41-16 0,-2-19-320 0,-3-3-64 15,-1 0-16-15,-2 0 0 16,-2-2-160-16,-1-1 0 0,-1 0 0 0,-1-1-13872 0</inkml:trace>
  <inkml:trace contextRef="#ctx0" brushRef="#br0" timeOffset="47050.21">6397 5794 2751 0,'-1'-7'256'0,"0"4"-256"0,1-1 0 0,0 1 0 15,-1 1 768-15,1 2 96 0,-1-2 32 0,0 1 0 16,0-3 352-16,-2 1 80 0,0-2 16 0,1 1 0 16,0 0-240-16,0 1-32 0,-1 0-16 0,1 1 0 15,0 2-224-15,1-2-32 0,0 2-16 0,0 0 0 16,1 0-208-16,-2 2-32 0,0 0-16 0,0 3 0 0,-2 1 48 0,1 3 16 16,-1 3 0-16,-3 4 0 0,2 1 96 0,-2 4 16 15,2-3 0-15,-2 6 0 0,0 3-160 16,-2 6-32-16,1-2 0 0,0 4 0 0,-1-2-272 0,0 0-64 15,2 3-16-15,-2-3 0 0,3-2-160 0,0-5 0 16,2-2 144-16,0-7-144 0,1-1 0 0,0-2 0 16,1-4 0-16,0-1 128 0,0-2-128 0,1-2 0 15,0 0 0-15,1 0 0 0,0-3 0 0,-1-2 0 16,2 1 0-16,-1-2 0 0,1-1 0 0,1-1 0 0,-1-1 0 0,1-1 0 16,0 0 0-16,2-2 0 0,0-3 0 0,0-2 0 15,2 0-288-15,0-2-80 0,1-1-16 16,0-5 0-16,1 2-1472 15,-1 0-320-15,0-2-48 0,-1-2-16 0,1-2 0 0,0 0-16 0,1-6 0 0,-1 3 0 16,0 3 1104-16,-2 3 240 0,0 2 32 0,-2 3 16 0,-2 4 1488 0,-1 0 288 16,0 5 64-16,-1 0 16 0,-2 2 224 0,0 0 64 15,-1 4 0-15,0 0 0 0,0 1 32 0,0 1 16 16,0 0 0-16,-1 4 0 0,0 0-240 0,1-1-64 16,-2 6 0-16,0 0 0 0,-1 2-240 0,1 4-48 15,-3 0-16-15,4 1 0 0,-1 0-96 0,1 4-32 16,-1 6 0-16,-1 7 0 0,0 2-224 0,2 4-48 15,0-2-16-15,1 0 0 0,2 0-304 0</inkml:trace>
  <inkml:trace contextRef="#ctx0" brushRef="#br0" timeOffset="48719.7">11467 6043 2751 0,'-3'3'256'0,"-1"-1"-256"0,2 0 0 0,1-2 0 16,1 0 704-16,-1 0 80 0,-1 0 32 0,0 2 0 16,-2 0 112-16,1-1 32 0,0-1 0 0,2 0 0 15,1-1 0-15,0-2 16 0,1 0 0 0,0-2 0 16,1 2-224-16,0-1-48 0,2-1-16 0,-1 0 0 16,2-1 16-16,1 0 0 0,-2 2 0 0,0 1 0 0,0-2-256 0,-1 3-64 15,0 2 0-15,-1 0 0 0,0 2-256 0,-1 1-128 16,0 0 0-16,0 1 128 0,-1 3-128 0,0 0 0 15,-1 5 0-15,-2 0 0 0,1 0 0 0,-2 0 0 16,2 2 0-16,-2-2 0 0,0 0 0 0,0-3 0 16,0 1-144-16,0-1 144 0,0-4 0 0,3 0 0 15,-1-2 0-15,0-2 0 0,1-1-128 0,0 0 128 16,2-2 0-16,-1 0 0 0,1-1-320 0,-1-2 64 0,1 3 0 0,0-3 0 31,0-2-896-31,0 2-192 0,-1 0-16 0,1 1-16 16,-2-1 656-16,0 0 128 0,0 1 16 0,-1-1 16 0,1 0 304 0,-1 3 64 0,0-3 16 0,0 2 0 15,1 1 176-15,-1 0 0 0,0-2 0 16,0 3 0-16,2-1 144 0,-1 2 16 0,1 0 0 0,0 0 0 16,1 0 240-16,-1 2 48 0,0-1 16 0,1 1 0 15,0 0-208-15,0 0-32 0,0 0-16 0,0 1 0 16,0 2-208-16,0-3 0 0,-1 3 0 0,0 0 0 16,0-3 0-16,0 3 0 0,0 0 0 0,0-2 0 15,-1 0 0-15,0 0 0 0,0-2 0 0,0 0 0 0,0 2 0 0,1-3 0 16,-1 0 0-16,-1-3 0 15,1 2 0-15,0-2 0 0,0 2 0 0,0-2 0 16,1 0 0-16,-1-2 0 0,1 0 0 0,0 0 0 0,0-2 128 0,1 1 64 16,0 0 32-16,0 0 0 0,0 0 272 0,1 2 48 15,-1-3 16-15,1 3 0 0,0 1-336 0,0 0-64 16,-1-2-16-16,1 3 0 0,0 2-144 0,-1 0 128 16,0 0-128-16,0 2 128 0,1 1-128 0,-2 2 128 15,1-1-128-15,-1 1 128 0,0 2 160 0,-1 0 32 16,1 0 0-16,-1-2 0 0,1 0-144 0,-2 0-32 0,0 0 0 0,0-1 0 15,-1 1-144-15,1-3 192 0,0 1-192 0,-1-1 192 16,1-2-192-16,0 0 192 0,0 0-192 0,1-2 192 16,0 0-192-16,1-1 0 0,1-2 144 0,0 0-144 15,1-2 0-15,1 3 0 0,0-1-160 0,0 0-8464 16</inkml:trace>
  <inkml:trace contextRef="#ctx0" brushRef="#br0" timeOffset="49213.07">11429 6076 5407 0,'2'-7'0'16,"0"4"0"-16,-1 1 0 0,-1 1 0 16,-1 1 144-16,1 0-144 15,1-1 736-15,0-4 64 16,0 2 16-16,0-1 16 0,0 2 256 0,-1 0 32 15,0 1 16-15,-1 2 0 0,0 3-512 0,0 0-112 16,1 2 0-16,-1 3-16 0,0 0-176 0,1 5-48 16,1-1 0-16,0 4 0 0,-1-17-272 0,7 39 0 15,-7-39 0-15,6 43 0 0,-6-43-208 0,6 42-112 16</inkml:trace>
  <inkml:trace contextRef="#ctx0" brushRef="#br0" timeOffset="49560.97">11461 6593 5615 0,'1'5'0'0,"-1"-1"224"0,0-1-64 0,0-1 32 0,0 1-192 0,0-1 0 0,0-1 0 0,1 2 0 0,-1 3 896 0,1 3 128 16,0-1 48-16,0 3 16 0,-1-2-176 0,0 1-32 16,1 1-16-16,-1-1 16 0,0 0-560 0,0-3-96 15,0 2-32-15,0-1 32 0,0-1-224 0,0 2 0 16,0-2 0-16,0 0 0 0,0-2 0 0,-1 2-208 15,1-3 48-15,1 4 160 16,-1-4-976-16,0 4-80 0,1-1-16 0,0 2 32 16,0-2 784-16,0 1 256 0,1 1-160 0,0-2 160 0,0 0-128 0,0 0 128 15,-1 0-160-15,-1-2 160 0,1 0 0 0,-1-1-160 16,-1 1 160-16,1-1-128 0,-1-1 128 0,-1-3-128 16,1 1 128-16,0-1-128 0,0 2 128 0,1-2-128 0,-1 0 128 15,1 0-128-15,-1 2 128 0,1-1-128 0,0 1 128 0,0-2-128 16,0 2 128-16,0-1-128 0,0 0 128 0,1-1-128 15,1 2 128-15,1-4-128 0,1 0 128 0,1-5-128 16,1 0 128-16</inkml:trace>
  <inkml:trace contextRef="#ctx0" brushRef="#br0" timeOffset="50367.28">11458 6127 1839 0,'1'-3'160'0,"0"0"-160"0,-1 3 0 0,0-2 0 16,0 1 432-16,0 1 48 15,1-2 16-15,0 0 0 0,0-2 176 0,-1 1 32 0,1 0 16 0,-1 3 0 16,0 3 64-16,-1-1 16 0,1 5 0 0,0 1 0 16,0 4 48-16,-1 4 16 0,2 3 0 0,-1 1 0 15,1 1-432-15,0 2-96 0,0-2-16 0,-1 3 0 16,1-3-128-16,-1 0-48 0,1-4 0 0,0 1 0 15,-1-1-144-15,2 1 128 0,0 0-128 0,0-1 128 16,0 0-128-16,0-2 0 0,-1 0 0 0,1-1 0 0,0 1 0 0,-1 1 0 16,0 1 128-16,0-1-128 0,-1 2 272 0,0-1-16 15,-1 1-16-15,0 1 0 0,0-3 16 0,-1 1 16 16,1 2 0-16,-1 0 0 0,0 0-96 0,-1-3-32 16,1-2 0-16,0 1 0 0,0 1 208 0,1 1 32 15,0-1 16-15,0-1 0 0,0 2 112 0,1-1 32 16,0-2 0-16,0 0 0 0,1 3-112 0,-1-3-32 15,1 1 0-15,-1-1 0 16,1 0-16-16,-1-1 0 0,0 0 0 0,0 1 0 0,-1 0-112 16,0-2-16-16,0 0-16 0,1 0 0 0,-1 2-112 0,0 0 0 0,-1-1-128 0,1 0 192 15,0-1-192-15,0 2 0 0,0 4 0 0,-1-1 0 16,2-1 0-16,-2 0 128 0,1-1-128 0,0 1 0 16,0-2 0-16,1 0 0 0,-1 0 0 0,0-1 0 15,1 1 0-15,0 0 0 0,0-2 0 0,0 0 0 16,1 0 0-16,0-1 0 0,0 1 128 0,1 0-128 15,-1-2 0-15,0-1 0 0,-1 3 0 0,1-3 0 16,-1 3 0-16,1 0 0 0,-1 0 0 0,-1 0-160 16,0 2 160-16,1-1 0 0,0-2 0 0,-1-2 0 15,0 3 0-15,-1 0 0 0,1-1 0 0,0 1 0 0,0-2 0 16,0 0 0-16,0-1 0 0,0 0 0 0,1-1 0 0,0-1 0 31,-1 1 0-31,1 0 0 0,1-1 0 0,-1 1 0 0,1-1 0 16,0 1 0-16,1 1 0 0,-1-1 0 0,1 2 0 0,-1 0 0 15,1-1 0-15,-2 0 0 0,0 1 0 0,1 0-128 0,0 0 128 0,-1 1-160 16,-1-2 160-16,1 1-160 0,0-3 16 0,-1-1 0 16,1 2 0-16,0-3 0 0,0 0 144 0,0-2-160 15,0 1 160-15,0-3-160 16,0 0-464-16,0-1-80 0,1 2-32 0,0-4-5616 16,0 2-1136-16</inkml:trace>
  <inkml:trace contextRef="#ctx0" brushRef="#br0" timeOffset="53431.06">11472 7664 1839 0,'-1'-7'160'0,"0"2"-160"0,1 1 0 0,0 2 0 0,0 0 544 0,0 1 80 16,-1-6 16-16,1-5 0 0,-1-1-64 0,0-2 0 15,1 3 0-15,0 0 0 0,0 2 48 0,0 4 0 16,0-2 0-16,0 4 0 0,0 1 144 0,0 1 48 15,0 0 0-15,0 2 0 0,0 0 112 0,0 2 32 16,0 0 0-16,0 3 0 0,0-3-256 0,0 3-32 16,1 0-16-16,-1 0 0 0,1 4-160 0,0-2-48 15,0 0 0-15,0 3 0 0,0-1-32 0,0 0-16 16,0 3 0-16,0 0 0 0,0 2 96 0,0-2 16 16,0 3 0-16,0-1 0 0,-1 1 16 0,0-1 16 0,0 0 0 0,0-4 0 15,1 3-176-15,-1-1-48 0,1 0 0 0,0 2 0 16,-1-1-192-16,1 0-128 0,-1 0 128 0,1 1-128 15,-1-3 0-15,1 2 144 0,0 1-144 0,0 2 0 16,0-3 224-16,1 0-64 0,0 3-16 0,-1 1 0 16,-1-17 64-16,6 33 16 0,-5-16 0 0,1 0 0 15,0-1 0-15,-2 3 0 0,1-1 0 0,-1 0 0 16,1-2-80-16,-1-1-16 0,0 1 0 0,0-1 0 16,0 1 64-16,-1 1 0 0,0-2 0 0,1-2 0 15,-1 1 64-15,0 0 0 0,0 1 16 0,0 2 0 16,0 0-80-16,1 1-32 0,-1-1 0 0,1 1 0 15,-1 2-16-15,1-2 0 0,-1 2 0 0,1-2 0 0,0 4 64 16,-1-4 16-16,1 2 0 0,0-2 0 0,-1 0-96 0,0 0 0 16,0-2-128-16,1 1 192 0,-1 0 0 0,0-1-16 15,0 1 0-15,0 0 0 0,1-1 64 0,0-1 16 16,0 4 0-16,0-3 0 0,0 3 0 0,0 0 0 16,0-2 0-16,1 2 0 0,-1 0-80 0,1 2-16 15,0-2 0-15,0 0 0 0,-1-2-160 0,0 2 192 16,0 0-192-16,0-1 192 0,-1 0-192 0,1 0 0 15,-1 1 0-15,1-3 128 0,-1 2-128 0,1 0 0 16,0-1 144-16,0 2-144 0,0-1 128 0,-1-1-128 0,1-2 160 16,0 2-160-16,0 1 256 0,-1-1-64 0,1-1 0 0,-1-2 0 15,1 1-16-15,-1 1-16 0,1-1 0 0,0 1 0 16,0-2-160-16,0 0 128 0,0 0-128 0,0 1 128 16,0 2-128-16,0-1 0 0,-1 1 144 0,1 2-144 15,0-3 0-15,1 1 128 0,-1 2-128 0,1-2 0 16,-1 1 0-16,0-1 128 0,-1 2-128 0,1-2 0 15,-1 1 0-15,1-1 128 0,0 0-128 0,-1-2 0 16,1 0 128-16,-1 2-128 0,0-3 160 0,1-2-160 16,-1 0 176-16,0 0-176 0,1 2 192 0,-1-2-192 15,-1 2 192-15,1-7-192 0,1-1 192 0,-1 0-192 16,1 4 0-16,-1 2 0 0,1 2 0 0,0 0 0 0,0 2 0 16,0-3 0-16,1 3 0 0,-1-4 0 0,0 2 128 0,1 0-128 15,-1 1 0-15,1 1 0 0,-1 1 0 0,1 2 0 16,-1-3 0-16,0 3 0 0,-1-4 0 0,1-1 0 15,-1 0 0-15,1-1 0 0,-1 0 0 0,0 1 0 16,0-2 0-16,1 0 0 0,-1 0 0 0,1-2 0 16,-1 1 0-16,1-2 0 0,0-3 0 0,0 1 0 15,0 2 0-15,0 1 0 0,0-1 0 0,0-2 0 16,0 3 0-16,0-1 0 0,0 0 0 0,0 1 0 0,0-2 0 16,0 3 0-16,-1-2 0 0,1 3 0 0,0 0 0 0,0 0 0 15,0 1 0-15,0 2 0 0,0-3 0 0,0 0 0 16,0 0 0-16,0 1 0 0,0 2 0 0,0-3 0 15,0-6 0-15,1 0 0 0,-1 4 0 0,0-3 0 16,-1 2 0-16,1 1 0 0,-1-1 0 0,0 3 0 0,1-2 0 16,-1 1 0-16,1 0 0 0,-1 0 0 15,0-2 0-15,0-1 0 0,0 1 0 0,0 0 0 0,1-1 0 0,0 2 0 16,0-1 0 0,0-2 0-16,0 2 0 0,-1-1 0 0,1 0 0 0,0 0 0 0,0 1 0 0,0-2 0 15,0 1 0-15,0-2 0 0,0 2 0 0,0-3 0 16,-1 4 0-16,1-2 0 15,-1 0 0-15,1 0 0 0,0 2 0 0,-1 1 0 0,1-2 0 0,-1 1 0 16,0-2 0-16,1 0 0 0,0 2 0 0,0-3 0 16,0 2 0-16,-1 0 0 0,1-1 0 0,0-1 0 15,-1 0 0-15,1 1 0 0,0-3 0 0,0 2 0 0,-1-2 0 16,1 1 0-16,0 0 0 0,1-1 0 0,-1 1 0 0,0 0 0 16,0 0 0-16,0 2 0 0,0 0-128 0,0 1 128 15,0 1 0-15,1-2 0 0,-1 2 0 0,0-2 0 31,0 0 0-31,0 0 0 0,0-2 0 0,0 2 0 0,-1-2 0 0,1 0 0 0,0 0 0 0,0-1 0 16,0 1 0-16,0 0 0 0,0-1 0 0,0-1 0 16,0 2 0-16,0-2 0 0,0 1 0 0,0 1 0 15,0 1 0-15,1-1 0 0,-1 2 0 0,1-2 0 32,-1 2 0-32,1 0 0 0,1 0 0 0,-1 1 0 0,0-2 0 0,0 0 0 0,0 0 0 0,-1 2 0 15,1-3 0-15,0 2 0 0,-1 0 0 0,0 0 0 0,1 0 0 0,-1-2 0 16,0-1 0-16,0 1 0 0,-1-2 0 0,0-1 0 15,1 2 0-15,-1-1 0 0,0-1 0 0,1 1 0 16,-1-1 0-16,1-2 0 0,0 2 0 16,-1-2 0-1,1 3 0-15,0-1 0 0,0-1 0 0,1 1 0 16,-2 1 0-16,1 1 0 0,0 1 0 0,0-1 0 16,-1 3 0-16,1-2 0 0,0 2 0 0,1-1 0 15,-1 0 0-15,0-1-144 0,-1 0-48 0,1 0-16 16,0 0 0-16,0-1 0 15,-1 1-176-15,1-1-16 0,-1-2-16 0,1 1 0 0,0-3 96 0,-1 2 32 0,1-2 0 16,-1 0 0 0,1 0-288-16,1-2-64 0,0-3-16 0,0 0-14512 0</inkml:trace>
  <inkml:trace contextRef="#ctx0" brushRef="#br0" timeOffset="54166.17">11359 10939 9215 0,'-1'0'816'0,"0"0"-656"15,0 0-160-15,0 0 0 0,2 0 1440 0,-2 0 256 16,-1 0 48-16,0 0 16 0,-1 2 512 0,1-2 96 15,1 0 32-15,1 3 0 0,1-1-720 0,1-2-144 16,0 0-16-16,0 0-16 0,1 2-448 0,2 0-96 16,1 2 0-16,-6-4-16 0,0 0-208 0,20 32-32 15,-20-32-16-15,17 34 0 0,-9-11-256 0,0 1-48 0,1 2-16 0,-2-3 0 16,0 0-176-16,-1 0-16 0,0 0-16 16,0-2 0-16,-6-21-160 0,9 32 0 0,-9-32 144 0,0 0-144 15,19 33 0-15,-13-28 0 0,0-5 0 0,-1-2 0 31,-1-2-576-31,2-4-96 0,0-6-16 0,2-6-15264 0</inkml:trace>
  <inkml:trace contextRef="#ctx0" brushRef="#br0" timeOffset="54344.77">11593 10920 19343 0,'-4'7'848'0,"2"-4"192"16,-2 1-832-16,1-2-208 0,2 1 0 0,-1-1 0 0,0 3 1680 0,-2 4 304 15,-3 6 48-15,-2 4 16 0,-2 7 336 0,2-2 80 16,0-1 16-16,2 1 0 0,1-3-1504 0,2-4-288 16,1-1-64-16,2-4-16 0,1 0-608 0,1-2 0 15</inkml:trace>
  <inkml:trace contextRef="#ctx0" brushRef="#br0" timeOffset="55439.38">11442 6145 911 0,'0'-3'0'16,"0"1"0"-16,0 0 0 0,0 0 0 0,1 1 576 0,-1-3 16 15,0-1 16-15,1-3 0 0,0-3 80 0,0-1 16 16,1 3 0-16,-1 1 0 0,0 2-64 0,-1 3-16 15,0 0 0-15,0 3 0 0,-1 0 368 0,-1 1 80 16,1 1 16-16,-1 1 0 0,0 2-80 0,0-1-16 16,-1 1 0-16,-1-1 0 0,2 1 176 0,0 0 48 15,0-1 0-15,0 1 0 0,0-2-192 0,1 1-16 16,0-1-16-16,1 1 0 0,0 1-320 0,0 0-64 16,0 0-16-16,0 1 0 0,1 3-48 0,0 0-16 15,0 5 0-15,0 0 0 0,0 2-48 0,-1 1-16 16,0 0 0-16,0-1 0 0,-1 1-112 0,0 0-32 0,0 1 0 0,0-3 0 15,0 1-160-15,-1 1-32 0,1 1-128 0,0-1 192 16,1 0-192-16,-1 2 128 0,1 0-128 0,1 2 0 16,0-2 128-16,0 3-128 0,1-1 0 0,0 0 144 15,1 1-144-15,-1-1 0 0,-1 0 0 0,1-1 0 16,-1-2 0-16,0 1 0 0,-1 0 0 0,-1 1 0 16,1 0 0-16,-1-1 0 0,0-1 0 0,0 2 0 15,0 1 0-15,-1 1 0 0,0-1 0 0,-1 0 0 16,1 1 0-16,-1-1 0 0,1 0 0 0,-1 1 0 15,1-3-480 1,0 1 32-16,0-2 0 0,1-1 0 0,0-1-1216 0,1 1-224 0,-1-1-48 0,1 1-9072 16</inkml:trace>
  <inkml:trace contextRef="#ctx0" brushRef="#br0" timeOffset="56058.49">11410 6391 3679 0,'0'-2'320'0,"0"-1"-320"16,0 3 0-16,0-2 0 0,1 2 1040 0,-1 0 144 16,0 0 32-16,0-2 0 0,1 0 432 0,0 2 80 31,0-2 32-31,-1 2 0 0,1 0-480 0,0 2-80 0,0 0-32 0,0-2 0 16,0 2-336-16,0 0-64 0,0-1 0 0,0 3-16 0,0-1-368 0,-1-1-80 15,1 3-16-15,1 0 0 0,-1 1-32 0,0 0 0 16,0 3 0-16,0 0 0 0,1 3 112 0,0 3 16 15,1 3 0-15,-1 1 0 0,1 3 176 0,-2 2 32 16,1 2 16-16,-1 0 0 0,0 0 16 0,-1-2 0 0,1-1 0 0,-1-1 0 16,0 0-224-16,0-4-32 0,0-1-16 0,0 0 0 15,1 1-80-15,0-1-16 0,0-2 0 0,0 2 0 16,0-2-64-16,0 4 0 16,-1-2-16-16,1 2 0 0,-1 2-48 0,0-1 0 0,-1 0 0 0,1 1 0 15,-1 1 0-15,-1-1-128 0,0 0 192 0,0 1-64 16,0-3 0-16,0 0-128 0,1-1 192 0,0 0-64 15,0 0 144-15,-1 2 32 0,0 0 0 0,1-2 0 16,-1 2 16-16,0 0 0 0,1-1 0 0,0 0 0 16,1 0-80-16,0 2-16 15,0-3 0-15,0-1 0 0,0-2-224 0,0 1 176 16,1 0-176-16,0-1 160 0,-1-3-160 0,0 2 0 0,-1-2 0 0,0-3 0 0,1 1 0 0,0-5-144 16,-1 2 144-16,0-5 0 15,1 0-160-15,-1-2 160 0,0 0-128 0,1-2 128 31,-1 0-1104-31,1-5-144 0,1 2-32 0,0-3-13440 0</inkml:trace>
  <inkml:trace contextRef="#ctx0" brushRef="#br0" timeOffset="56497.2">11427 6631 1727 0,'1'-2'0'0,"0"1"144"0,-1 2-144 0,0-1 0 0,0 2 0 0,0-2 0 16,1 2 1088-16,0-1 176 0,0 4 32 0,0 1 16 15,0 0-128-15,0 0-32 0,0 2 0 0,0-2 0 16,0 1 224-16,0 1 32 0,0-1 16 0,0 2 0 16,0 0-160-16,-1 1-48 0,2 2 0 0,-1 2 0 15,1 0-368-15,0 3-80 0,0 1 0 0,0 4-16 0,0 0 0 0,0 2 0 16,2 4 0-16,-1 0 0 0,-1 0-48 0,-1-1-16 16,1 1 0-16,-1-2 0 0,1-5-304 0,-2 2-48 15,1 0-16-15,-1-2 0 0,1 2-176 0,-1 0-144 16,1 0 192-16,-1 0-192 0,0 1 384 0,1-1-48 15,-1 1 0-15,1 0 0 0,-1 4 176 0,1-2 16 16,-1-1 16-16,0 1 0 0,0-1-96 0,0 1-32 0,-1 1 0 16,1-1 0-16,1-3-192 0,0 1-32 0,0 0-16 0,-1 0 0 15,1-1-176-15,1-2 0 0,1 1 0 0,-1-3 0 16,0 0 0-16,-1-3-144 0,1-1 144 0,-1-3-208 31,2-3-1456-31,-1-2-304 0</inkml:trace>
  <inkml:trace contextRef="#ctx0" brushRef="#br0" timeOffset="57183.21">11441 6074 3679 0,'0'-3'320'0,"0"1"-320"0,1-1 0 0,-1 3 0 15,0-2 1056-15,0 1 144 0,0-2 16 0,1-2 16 16,1 0 240-16,-1-2 64 16,0 0 0-16,1 0 0 0,0 2-96 0,-2 0-16 0,0 2 0 0,0 1 0 15,-1 2 32-15,-1 0 0 0,0 5 0 0,-1 1 0 16,0 5-96-16,-2 1-16 0,0 4 0 0,0 4 0 15,-3 5-224-15,0 4-48 0,0 2-16 0,-3 2 0 16,0 0-288-16,-1-2-64 16,0 0-16-16,-1-1 0 0,3-6-160 0,-1-3-16 0,0 2-16 0,2-6 0 15,2-2-256-15,3-3-48 0,0-3-16 0,2-2 0 0,2-4-176 0,0-3 0 16,3-3 0-16,0-2 0 0,3-6-272 0,2-1 16 16,2-5 0-16,3-4 0 31,1-2-2112-16,1-1-432 1,0 1-80-16,-1-2-10448 0</inkml:trace>
  <inkml:trace contextRef="#ctx0" brushRef="#br0" timeOffset="57312.21">11452 6086 9215 0,'6'-10'400'0,"-4"5"96"0,-1 5-496 0,-1 0 0 0,0 0 0 0,1 0 0 0,1 0 2400 0,1 0 384 0,0 3 80 0,3 1 16 0,-6-4 192 0,0 0 32 0,0 0 16 0,26 40 0 0,-26-40-1392 0,0 0-288 0,16 48-48 0,-16-48-16 0,11 36-544 0,-11-36-96 0,8 38-32 0,-8-38 0 16,7 36-224-16,-5-16-48 0,-2-20-16 0,7 44 0 15,-7-44-288-15,7 40-128 0,-7-40 128 0,9 44-128 16,-9-44 0-16,12 43 0 0</inkml:trace>
  <inkml:trace contextRef="#ctx0" brushRef="#br0" timeOffset="60261.08">8305 10778 2751 0,'1'-10'256'0,"0"3"-256"0,0 2 0 0,-1 3 0 0,1-3 752 0,0 0 96 0,1-7 32 0,1-6 0 15,1-4 0-15,0-1 0 0,-2 4 0 0,1 4 0 16,0 4 128-16,-1 2 16 0,0 3 16 16,0 2 0-16,-2 3 80 0,0 1 16 0,0 1 0 0,-1 1 0 15,0 3-80-15,0-1-16 0,-1 4 0 0,1 3 0 16,0 1-96-16,0 6-32 0,1 5 0 0,0 5 0 15,1 0 96-15,1 6 16 16,0 1 0-16,0 3 0 0,-1-6-192 0,1 7-48 0,1 7 0 0,0 4 0 16,0 4 96-16,-2-2 16 0,0 0 0 0,-2-5 0 15,-1-2-384-15,0 3-64 16,-2 2 0-16,0 0-16 0,1-1-432 0,0-5 0 16,0-5 128-16,2-6-10560 15,0-6-2112-15</inkml:trace>
  <inkml:trace contextRef="#ctx0" brushRef="#br0" timeOffset="61384.99">14810 10793 3679 0,'-3'-1'320'0,"1"-1"-320"0,0-1 0 0,2 3 0 15,0-2 1088-15,-1 1 128 0,1 1 48 0,0-2 0 16,0 0 224-16,0-3 48 0,0 0 16 0,-1 1 0 0,1 1-512 16,1 1-96-16,-1 0-32 0,0 1 0 15,0 1-64-15,0 0-16 0,0 0 0 0,0 0 0 16,0 1-144-16,0 1-48 0,-1-2 0 0,0 2 0 0,1 1 64 0,-1-1 16 15,0 0 0-15,0-1 0 0,1 1-144 0,0 1-48 16,0-1 0-16,0 0 0 0,1 0-128 0,-1-2-16 16,1 2-16-16,0-2 0 0,1 3-112 0,-2-3 0 15,1 0-16-15,0 1 0 0,0 1-112 0,-1-2 0 16,1 2-128-16,0-2 192 0,-1 1-192 0,0 0 0 16,0-1 0-16,0 0 0 0,0 2 0 0,-1-1 0 15,0 1 0-15,0-2 0 0,1 2 0 0,-2-1 0 16,2 1 0-16,-1 0 0 0,0 0 0 0,0 1 144 15,0-1-144-15,0-1 128 16,0 1 128-16,0 1 0 0,1-2 16 0,-1 1 0 16,1 1-32-16,0-1-16 0,0-2 0 0,0 1 0 0,1 1-64 0,-1-2-16 15,1 1 0-15,-1 0 0 16,0-1-144-16,1 0 192 0,0 0-192 0,-1 2 192 16,0-2-64-16,0 1-128 0,0 1 192 0,-1 0-64 15,1 1 32-15,-1-1 0 0,0 0 0 0,0 1 0 16,1 2 64-16,-2-2 16 0,1 3 0 0,0 1 0 15,0 0-48-15,-1 0 0 0,1 1 0 0,0 1 0 0,0 2 0 0,0-1-16 16,1-10 0-16,-1 28 0 0,1-28 0 0,1 38 0 16,-1-38 0-16,1 50 0 0,1-19-16 0,-1 0 0 15,0 3 0-15,0 1 0 0,-1 0 16 0,0 3 0 16,1-1 0-16,0 4 0 0,1 7-176 0,-1 2 0 16,0 0 144-16,1-5-144 0,-1 0 0 0,-1-5 0 15,1-1 0-15,-1 0-11136 16,0 4-2176-16</inkml:trace>
  <inkml:trace contextRef="#ctx0" brushRef="#br0" timeOffset="62487.71">8399 11419 1839 0,'2'-4'160'0,"-2"0"-160"0,0 3 0 0,0-1 0 0,0 2 800 0,0-1 128 15,0-2 32-15,0-2 0 0,-1-2 640 0,0 2 128 16,0 2 16-16,-1 1 16 0,0 1-160 0,0 2-16 16,-1 2-16-16,1 1 0 15,0 1-512-15,-1 2-96 0,0 0-32 0,0 1 0 0,1 1-496 0,-2 0-112 16,2 3 0-16,0 0-16 0,0 5 0 0,0 4 0 15,2 3 0-15,0 2 0 0,0 1 416 0,0 2 96 16,0 3 16-16,2 3 0 0,-1 0-48 0,0 3 0 0,0 3 0 0,-1-1 0 16,0-2-384-16,0-5-80 0,-1 1 0 0,1-8-16 15,0-5-304-15,0-2-256 0,1-5 64 0,-1-1-12832 16</inkml:trace>
  <inkml:trace contextRef="#ctx0" brushRef="#br0" timeOffset="64674.42">8386 11752 5519 0,'-1'0'496'0,"0"0"-496"0,0 0 0 0,1 0 0 16,0 0 864-16,0 0 80 0,-1 0 16 0,-2-2 0 15,1 4 480-15,0-2 96 0,1 0 32 0,0 0 0 0,0 0-208 0,0 0-32 16,1 2-16-16,0-2 0 0,1 0-352 0,-1 1-64 16,1 1 0-16,1-2-16 0,-2 2-240 0,2-2-32 15,-1 1-16-15,2-1 0 0,0 0-144 0,0 0-16 16,-1-1-16-16,2 1 0 0,0-2 192 0,0 0 32 15,2 1 16-15,0-1 0 0,-1 0 64 0,2-1 16 16,-1 1 0-16,2-1 0 0,-2 3-208 0,1-2-32 16,-1 2-16-16,1-1 0 0,-1 1-112 0,0 1-32 15,1-1 0-15,0 0 0 0,0 2-112 0,-7-2-32 16,0 0 0-16,0 0 0 0,0 0-64 0,0 0 0 0,43 10-128 0,-43-10 192 16,0 0-192-16,0 0 0 0,0 0 0 0,39 7 0 15,-39-7 0-15,0 0 0 0,0 0 0 16,35 0 0-16,-35 0 0 0,0 0 0 0,0 0 0 0,39 0 0 15,-39 0 0-15,0 0 0 0,36-4 128 0,-36 4-128 16,0 0 128-16,41-3-128 0,-41 3 176 0,0 0-176 16,40 0 288-16,-40 0-48 0,0 0-16 0,38 0 0 15,-38 0-64-15,0 0-16 0,38 5 0 0,-38-5 0 16,0 0-144-16,39 5 0 0,-39-5 144 0,0 0-144 16,38 6 0-16,-38-6 0 0,0 0 0 0,42 3 0 15,-42-3 0-15,0 0 0 0,47 0 0 0,-47 0 0 16,32-2 0-16,-32 2 0 0,36-3 0 0,-36 3 0 15,36-4 0-15,-36 4 0 0,36-5 0 0,-36 5 0 0,32-5 0 0,-32 5 0 16,33-5 0-16,-33 5 0 0,31-5 0 0,-31 5 128 16,0 0-128-16,43-2 0 0,-43 2 0 0,0 0 128 15,44-2-128-15,-44 2 0 0,0 0 0 0,45-2 0 16,-45 2 0-16,0 0 128 0,42 2-128 0,-42-2 0 16,0 0 0-16,47-2 128 0,-47 2-128 0,0 0 0 15,44-2 0-15,-44 2 0 0,0 0 0 0,42-3 128 0,-42 3-128 16,0 0 0-16,36-1 128 0,-36 1-128 0,0 0 128 15,36-2-128-15,-36 2 144 0,0 0-144 0,35 2 192 0,-35-2-192 16,0 0 144 0,0 0-144-16,45 3 0 0,-45-3 144 0,0 0-144 0,0 0 0 15,47 6 0-15,-47-6 0 0,0 0 0 16,42 3 128-16,-42-3-128 0,0 0 0 0,47-2 0 0,-47 2 0 0,33-2 0 0,-33 2 0 16,31-2 0-16,-31 2 0 0,29-3 0 0,-29 3 128 15,30-3-128-15,-30 3 0 0,0 0 0 0,43 0 0 16,-43 0 128-16,0 0-128 0,39 0 128 0,-39 0-128 15,0 0 128-15,38 3-128 0,-38-3 0 16,0 0 128-16,37 3-128 0,-37-3 0 0,0 0 0 0,37 2 0 0,-37-2 0 16,0 0 0-16,39 1 0 0,-39-1 0 0,0 0 0 0,38 1 0 15,-38-1 0-15,0 0 0 0,37 0 0 0,-37 0 0 16,0 0 0-16,36-1 0 0,-36 1 0 0,0 0 0 16,35-1 128-16,-35 1-128 0,0 0 0 0,35-2 0 15,-35 2 0-15,0 0 0 0,37-6 0 0,-37 6 0 16,0 0 0-16,32-3 128 0,-32 3-128 0,0 0 160 15,33-1-160-15,-33 1 160 0,0 0-160 0,34 0 128 16,-34 0-128-16,0 0 128 0,37 2-128 0,-37-2 0 16,0 0 0-16,42 6 0 0,-42-6 0 0,0 0 0 15,46 6 128-15,-46-6-128 0,0 0 0 0,46 5 0 0,-46-5 0 16,0 0 0-16,49 5 0 0,-49-5 0 0,35 0 0 0,-35 0 0 16,0 0 0-16,49 2 0 15,-49-2 0-15,39 2 0 0,-39-2 0 0,40 1 0 0,-40-1 0 0,43 4 0 16,-43-4 0-16,47 5 128 0,-47-5-128 0,44 4 0 15,-44-4 0-15,44 5 0 0,-44-5 128 0,44 4-128 16,-44-4 0-16,43 3 0 0,-43-3 0 16,45 0 0-16,-45 0 0 0,45 1 0 0,-45-1 128 0,48 2-128 15,-48-2 0-15,53 0 0 0,-53 0 0 0,54-3 0 16,-54 3 0 0,52-2 128-16,-52 2-128 0,51 0 0 0,-51 0 0 0,49-1 128 0,-49 1-128 0,48-1 0 0,-48 1 0 15,50-2 0-15,-50 2 0 0,54 0 0 0,-54 0 0 0,58 0 0 16,-58 0 128-16,53-1-128 0,-53 1 0 0,54-2 0 15,-54 2 0-15,53 0 0 0,-53 0 0 0,50-3 0 16,-50 3 0-16,55-2 0 0,-55 2 0 0,56 0 0 31,-26 0 0-31,0-1 0 0,-30 1 0 0,55 0 128 0,-55 0-128 0,54 1 0 0,-54-1 0 0,52 0 128 16,-52 0-128-16,50 0 0 0,-50 0 0 0,54 0 0 16,-54 0 128-16,58 0-128 0,-58 0 0 0,58 0 0 31,-28 0 0-31,-30 0 0 0,57-1 0 0,-29 0 128 15,-28 1-128-15,55-4 0 0,-55 4 0 0,54-3 0 0,-24 1 0 16,0 1 0-16,1-1 0 0,0 0 0 0,0 2 128 16,-2-3-128-16,1 3 0 0,-30 0 0 0,57-4 0 15,-29 3 0-15,-28 1 0 0,53-4 0 0,-25 2 0 0,0-1 0 16,1 0 0-16,0 1 0 0,2 1 128 0,-31 1-128 16,57-1 0-16,-57 1 0 0,54 0 0 0,-54 0 0 15,52 0 0-15,-52 0 0 0,49-2 0 0,-49 2 0 16,50 0 0-16,-50 0 0 0,51-2 128 0,-51 2-128 15,53 0 0-15,-53 0 0 0,54 2 0 0,-54-2 0 16,51 2 0-16,-51-2 128 0,49 0-128 0,-49 0 0 0,48 0 0 0,-48 0 128 16,47 0-128-16,-47 0 0 0,48-2 0 0,-48 2 0 15,50-2 128-15,-50 2-128 0,51-1 0 0,-51 1 0 16,48 0 0-16,-48 0 0 0,44 0 0 0,-44 0 0 16,41 0 128-16,-41 0-128 0,38 0 0 0,-38 0 0 15,38 0 0-15,-38 0 0 0,35 0 0 0,-35 0 0 16,35 0 0-16,-35 0 0 0,36-2 0 0,-36 2 0 15,36-3 0-15,-36 3 0 0,36-2 0 0,-36 2 0 16,31-1 0-16,-31 1 0 0,31-1 0 0,-31 1 0 16,28-2 0-16,-28 2 0 0,0 0 0 0,37-1 0 15,-37 1 0-15,0 0 0 0,32-2 0 0,-23 0 0 16,2 1 0-16,-2 1 0 0,1-2 0 0,-1 1 0 0,1 0 0 0,-2-1 0 16,1 0 0-16,-1 1 0 0,0 1 0 0,-1-2 0 15,1 0 0-15,-2 1 0 0,1 1 0 0,-1-2 0 16,0 2 0-16,0 0 0 0,-1 0 0 0,1 0 0 15,-2 0 0-15,0 0 0 0,1 0 0 0,-2 0 0 16,1 0 0-16,0 2 0 0,-1-2 0 0,1 0 0 16,-1 0 0-16,1 0 0 0,-1 0 0 0,1 1 0 15,0-1 0-15,-1 0 0 0,1-1 0 0,-1 1 0 16,1 0 0-16,-1 0 0 0,0 0 0 0,0 0 0 16,0-2 0-16,-1 2 0 0,-1 0 0 0,-1 0 0 15,0-2 0-15,-1 2 0 0,-1-2 0 0,-1 2 0 0,-1 0 0 16,1 0 0-16,-1 0 0 0,-1 0 0 0,1-1 0 0,2 1 0 15,-1-2 0-15,2 2-18704 16</inkml:trace>
  <inkml:trace contextRef="#ctx0" brushRef="#br0" timeOffset="65117.07">14774 11606 1839 0,'-1'-3'160'0,"0"0"-160"16,1 2 0-16,0 0 0 0,0 1 1488 0,0-2 272 16,0 2 48-16,1-3 16 0,0 1 560 0,0-1 112 15,0 1 32-15,0 0 0 0,1 0-544 0,-1 1-128 16,0-1 0-16,-1 2-16 0,1 0-736 0,0 2-144 16,-1 1-16-16,0-1-16 0,0 3-352 0,0 0-64 15,0 1 0-15,0 4-16 0,-1 0-48 0,0 2 0 16,-1 2 0-16,0 0 0 0,1 3 16 0,-1 2 0 0,0-1 0 15,0 4 0-15,2-22 96 0,-2 40 16 0,2-40 0 16,0 40 0-16,0-40-192 0,2 31-48 0,-2-31 0 0,0 0 0 16,5 33-336-16,-5-33 144 15,0 0-144-15,0 0 0 0,0 0 0 0,0 0 0 0,0 0 0 16,0 0-10688-16,0 0-2048 0</inkml:trace>
  <inkml:trace contextRef="#ctx0" brushRef="#br0" timeOffset="65686.25">14833 11638 2751 0,'-2'-2'256'0,"0"0"-256"16,1-1 0-16,1 0 0 0,0 1 672 0,0 2 96 15,-1-2 0-15,1 0 16 0,0-3 544 0,0 0 96 16,-1-2 32-16,0 2 0 0,0 1-16 0,-1-1 0 16,1 3 0-16,-1 1 0 0,1 1-96 0,-1 3-32 15,1-1 0-15,-2 1 0 0,1 0-112 0,0 3-32 16,-1 0 0-16,0 2 0 0,1 0-368 0,-1 3-80 16,1 1-16-16,-1 0 0 0,1 2-256 0,1 1-48 15,1-15-16-15,-3 36 0 0,1-15-112 0,1 4-16 16,-2-1-16-16,0 0 0 0,2 0-96 0,-1-1-16 0,1 1 0 0,-1-3 0 15,0-2-128-15,0-2 0 0,1 0 0 0,1-17 0 32,0 0-1344-32,2 33-128 0</inkml:trace>
  <inkml:trace contextRef="#ctx0" brushRef="#br0" timeOffset="66633">14589 11602 6447 0,'-3'-2'576'0,"2"0"-576"0,0 2 0 0,1-2 0 16,0 2 1280-16,-2-2 128 0,0-1 48 0,-2 0 0 16,-1-1 384-16,-1-1 80 0,0 0 0 0,0 3 16 15,1 0-64-15,1 2-16 0,-1-2 0 0,0 4 0 16,1-2-464-16,-1 2-112 0,1 0 0 15,-1 1-16-15,0 1-112 0,2-1-32 0,-1-1 0 0,0 3 0 16,1-3-272-16,1 1-48 0,1-1-16 0,-1-2 0 16,1 2-144-16,0-2-48 0,1 0 0 0,-1 0 0 15,1 0-208-15,-1 0-64 0,1 0 0 0,0-1 0 16,0 0-96-16,0-1-32 0,1 2 0 0,-1-2 0 0,0 1-48 0,1-1-16 16,-1 2 0-16,0-2 0 0,0 2 0 0,1 0 0 15,-1 0 0-15,1 0 0 0,0 2-128 0,1-2 192 16,-1 2-192-16,2-1 192 0,1 1-192 0,-1 0 160 15,1-1-160-15,1 0 160 0,0-1-160 0,0 2 0 16,2-2 144-16,-1 1-144 0,1 1 0 0,0-1 128 16,1 1-128-16,1 0 0 0,-2 0 0 0,-7-2 144 15,0 0-144-15,0 0 0 0,0 0 128 0,39 19-128 16,-39-19 0-16,0 0 0 0,0 0 144 0,0 0-144 0,37 17 0 0,-37-17 144 16,0 0-144-16,0 0 0 0,0 0 0 0,0 0 0 15,0 0 0-15,36 18 0 0,-33-15 0 0,-1-1 0 16,0 1 0-16,-1-1 0 15,-1 0 0-15,0-1 0 0,-1 1 0 0,0 1 0 0,0-1 0 16,0 0 0-16,0-2 0 0,0 2 0 0,0-2 0 0,1 1 0 16,-1 1 0-16,1-2 0 0,-1 0 0 0,1 0 0 15,1 0 0-15,-1 0 0 0,0 2 0 0,1-2 0 16,-1 0 0-16,1 1 0 0,0 1 0 0,0-2 0 16,0 0 0-16,0 2 0 0,0-2 0 0,-1 1 0 15,1-1 0-15,-1 1 0 0,0-1 0 0,1 0 0 0,-1 0 0 16,1 0 0-16,-1 0 0 0,1 0 0 0,-1 0 0 15,1 0 0-15,-1 0 0 0,0 0 0 0,0 0 0 0,1 0 0 16,1-1 0-16,-1 1 0 0,0 1 0 0,1-1 0 16,1-1 0-16,-1 0 0 0,0 1 0 0,1 0 0 15,0 0 0-15,0 0 0 0,0 0 0 0,0 0 0 16,0 0 0-16,0 0 0 0,0 0 0 0,-2 1 0 16,2 0 0-16,-2-1 0 0,0 0 0 0,0 2 0 15,0-2 0-15,-1 0 0 0,0 1 0 0,0-1 0 0,0 2 0 0,0-2 0 16,-1 0 0-16,0 0 0 0,1 0 0 0,-1-2 0 15,0 2 0-15,0-1 0 0,-1 1 0 0,1 0 0 16,-3 0 0-16,0 0 0 0,0 0 0 0,-1 3 0 16,-1-1 0-16,-1-1 0 15,-2 3 0-15,-3-1 0 0,1 4 0 0,-4-3 0 0,-2 6 0 0,-3-1 0 16,-2 3 0-16,-2 0 0 0,0 0 0 0,1 2 0 16,0-2 0-16,3 0 0 0,2-3 0 0,2 1 0 15,4-1-320-15</inkml:trace>
  <inkml:trace contextRef="#ctx0" brushRef="#br0" timeOffset="67833.97">8616 11674 1839 0,'0'-3'160'0,"-1"1"-160"0,1 2 0 0,0 0 0 0,1-2 1184 0,-1 1 208 16,0-1 32-16,1 0 16 0,-1-3 688 0,1 1 144 15,-1 1 32-15,0 1 0 0,1-1-96 0,-1 1-16 16,0 0 0-16,1 1 0 0,-1 1-464 0,0 0-80 15,0 0-32-15,1 0 0 0,-1 0-544 0,0 0-112 0,1 0-32 0,-1 0 0 16,0 0-464-16,1-2-80 0,-1 2-32 0,-1 0 0 16,1-1-64-16,-1 1-16 0,0 1 0 0,-1-1 0 15,-1 2 32-15,0-1 0 0,-2 3 0 0,0-1 0 16,-2 1 0-16,0 1 0 16,-1 1 0-16,0 0 0 0,0-1-48 0,-2 2 0 0,0 0 0 0,0-2 0 15,-1 2-64-15,0-3 0 0,0 2-16 16,0-2 0-16,0 1-176 0,1 0 192 0,-1-1-192 0,0-2 192 15,1 2-192-15,-1-2 0 0,1 0 0 0,0 0 128 0,1-2-128 16,0 2 0-16,0-1 144 0,1-1-144 0,0 2 176 0,1-2-48 16,0 0 0-16,0 0 0 15,2 0 64-15,2 0 16 0,-1 0 0 0,1 0 0 0,1 0-64 16,1 0-16-16,0-2 0 0,0 2 0 0,2 0-128 0,-1 0 0 16,1-1 144-16,0 1-144 0,1-2 0 15,1 2 0-15,-1 0 0 0,1 0 128 0,0 0-128 0,-1 0 0 16,1 0 0-16,0 0 0 0,0 2 0 0,-2-2 128 15,2 0-128-15,-1 0 0 0,0 1 0 0,-1 1 0 16,1 0 0-16,-1-2 128 0,0 1-128 0,0 1 0 16,1 0 0-16,0-2 0 0,0 2 0 0,0-2 0 15,0 1 0-15,0 1 128 0,-1-2-128 0,1 0 0 0,1 2 0 0,0-2 128 16,0 0-128-16,-2 1 176 0,2 1-176 0,1-2 192 16,-1 2-192-16,0-1 128 0,-1 0-128 0,1 1 128 15,0 1-128-15,1 0 160 0,-1 0-160 0,1 0 160 16,2 2-160-16,-1 0 192 15,-5-5-192-15,0 0 192 0,0 0-192 0,31 33 160 0,-31-33-160 0,0 0 160 16,31 31-160-16,-31-31 0 0,0 0 144 0,37 25-144 16,-37-25 0-16,0 0 0 0,56 32 0 15,-56-32-19040-15</inkml:trace>
  <inkml:trace contextRef="#ctx0" brushRef="#br0" timeOffset="72102.53">10757 11908 7359 0,'4'-4'656'0,"-1"1"-528"0,-1 1-128 0,-1 0 0 15,0 1 896-15,0-1 160 16,2 0 32-16,2-3 0 0,0-2 752 0,-1 2 144 0,-1-2 48 0,-2 5 0 15,-2 0-576-15,-2 0-112 0,0 2-32 0,-3 2 0 0,1-2-496 0,-3 2-112 16,-1 0 0-16,-1 1-16 0,0 1-288 16,0 0-48-16,-2 0-16 0,-1 0 0 0,-1 2 96 0,-2 0 16 15,0-1 0-15,-1 0 0 0,0 2-48 0,-1-2 0 16,1 2 0-16,3-3 0 16,1 1-80-16,2 0-32 0,3-1 0 0,1-1 0 0,2 2-32 0,0-1 0 15,4-1 0-15,-1 1 0 16,1 0-256-16,1-1 128 0,2 0-128 0,0 0 0 0,2 1 0 0,1-2 0 15,0-1 0 1,2 3 0-16,-7-4 0 0,0 0 0 0,0 0 0 0,42 14 0 0,-42-14 0 0,0 0 0 0,39 17 0 16,-39-17 0-16,0 0 128 0,0 0-128 0,45 26 0 0,-45-26 0 15,0 0 0-15,0 0 0 0,0 0 128 0,0 0-128 16,36 34 128-16,-33-28-128 16,-2-1 144-16,-1 0-144 15,-1-3 240-15,-2 1-48 0,-1 1-16 0,-1 1 0 0,-2-3 16 0,-1 3 16 0,-2-2 0 0,-1 1 0 16,-1-2-16-16,-2 3 0 0,0-1 0 0,-2 0 0 15,0 0 32 1,1 1 0-16,2-3 0 0,1 0 0 0,3 1-80 0,1-3-16 16,2 0 0-16,2 0 0 0,0-2-128 0,3 0 128 0,1 0-128 0,2-1 128 15,2 0-128-15,0-2 0 16,4 2 0-16,0-3 0 16,3 1-1648-16,4-2-208 0</inkml:trace>
  <inkml:trace contextRef="#ctx0" brushRef="#br0" timeOffset="72610.9">10839 12003 7359 0,'-2'0'320'0,"0"-2"80"0,1 2-400 0,0 0 0 0,1 0 0 0,0 0 0 16,-1 0 1152-16,1 0 160 0,0-2 32 0,-1 2 0 15,0 0 240-15,0 0 48 0,0 2 16 0,1 0 0 16,-1 1-384-16,-1 1-80 0,0 2-16 0,0 2 0 15,-1 0-96-15,0 1-32 0,0 1 0 0,-1 1 0 16,0 1-400-16,1 0-64 0,0 0-32 0,0 0 0 16,2-4-224-16,0 0-32 0,1 0-16 0,1-3 0 15,0 2 816-15,2-3 176 0,0-2 16 0,-1 1 16 16,2-3-928-16,0 0-192 0,0-4-48 0,2 1 0 16,0-2-128-16,-1 0 0 0,3-2 0 0,-1 0 128 15,0 0-912-15,2-2-192 0,-2 1-48 0,1 0 0 16,-2 1 704-16,1-1 144 0,0-1 32 0,0 1 0 0,-2-1-112 0,1 2-32 15,-2 0 0-15,0 3 0 0,-1 1 96 0,-2 0 32 16,1 0 0-16,-2 1 0 0,-1 2 160 0,0 0-128 16,0 0 128-16,-1 0-128 0,0 2 128 0,0-2 0 15,0 3 0-15,0 0 128 0,0-1-128 0,-1 0 0 16,0 3 128-16,0 0-128 0,2-1 272 0,-1 1-16 16,0 2 0-16,0 3 0 0,0-1 432 0,1 0 80 15,1 0 0-15,0 0 16 0,0 0-144 0,2 0-48 0,0-1 0 16,1-2 0-16,-3-6-144 0,0 0-16 15,0 0-16-15,0 0 0 0,0 0-192 0,38 10-32 0,-28-17-16 0,0 0 0 16,0 0-176-16,1 0 0 0,-2-3 0 0,-1 3 0 31,0 0-448-31,1-1-160 0,-1 0-32 0,0 0-16 16,-2 3-2224-16,0-2-448 0</inkml:trace>
  <inkml:trace contextRef="#ctx0" brushRef="#br0" timeOffset="73118.22">11077 12027 5695 0,'2'-3'128'0,"-1"1"16"0,0 0 16 0,0 0 0 0,0 0-160 0,-1 1 0 0,1-1 0 0,-1-1 0 16,2 0 2240-16,0-3 400 0,1 1 96 0,0-1 16 16,-1 3-432-16,-1 0-80 0,-1 3 0 0,0 0-16 0,0 1-368 0,0 3-64 15,-2 2 0-15,0 2-16 0,-2 0-560 0,1 3-96 16,0 1-32-16,-2 2 0 0,1 3-512 0,0 0-96 16,0-3-32-16,-1 2 0 0,2 3-176 0,-1-2-32 15,1 0-16-15,0-1 0 0,1 1-96 0,1-5 0 16,-1 0-128-16,1-3 192 0,0-2-192 0,1 0 0 0,0-1 0 15,1-2 0-15,0 0 0 0,1 0 0 0,-2-1 0 16,1 0 0-16,0-1 0 0,0-1 0 0,1 1 0 0,-1-2-160 16,0 2-160-16,1-2-48 0,0-2 0 0,0-1 0 31,0 1-1248-31,1-4-256 0,1 0-48 0,-1-3-16 16,0-1-528-16,0-2-96 0,0 0-32 0,0-2 0 15,-1 2 400-15,-1-3 80 0,0 0 0 0,-1-2 16 16,1 2 1136-16,-1-1 240 0,-1 2 32 0,0 0 16 0,0 0 672 0,-1 2 0 0,0 2 128 0,0-2 0 0,0 5 944 0,1 0 192 15,-2 0 32-15,3 2 16 16,0 3 208-16,-1-1 32 0,2 1 16 0,0 2 0 0,0 0-224 0,0 0-64 16,2 2 0-16,0-2 0 0,0 3-256 0,3-1-64 15,0 0-16-15,0 1 0 0,1-1 752 0,0-1 160 16,-1 1 16-16,1 0 16 16,-1-1-2032-16,1 0-416 0,-1 1-80 0,-1-1 0 0,1 1 640 15,-2 1 144-15,0-1 32 0,-1-1 0 0,-1 2-176 0,-2 0 0 16,1 0 144-16,-3 1-144 0,-2 3 0 15,-1-2 0-15,0 2 0 0,-2-1 0 16,1 2 0-16,-3-2 0 0,2 1-144 0,0-1 144 0,-1-1-128 0,3 0 128 0,-1-3-160 0,1 0 160 47,3-1-512-47,0 1-16 0,1-2 0 0,1 0 0 16,2-2-688-16,1 1-128 0,1-1-16 0,1-2-6832 0,1 1-1376 0</inkml:trace>
  <inkml:trace contextRef="#ctx0" brushRef="#br0" timeOffset="73356.05">11226 12039 6783 0,'4'-2'144'0,"-2"1"48"0,0-1 0 0,-1 2 0 0,-1-1-192 0,0 1 0 0,0 0 0 0,1-1 0 15,-1 1 2800-15,0-2 528 0,0 0 96 0,-1 2 32 0,0 2-944 0,-2-2-176 16,1 2-32-16,0 0-16 0,0 3-112 0,1 0 0 16,-2 0-16-16,1 4 0 15,0-2-2160-15,0 2-640 0,0 2-32 0,1 0 0 0,0 1 672 0,0 0 0 16,-1 2 176-16,0 1-48 0,1 0 0 0,-1 2-128 15,0 0 192-15,0-3-64 0,1 0-128 0,-2 0 160 16,1 0-160-16,1-4 160 0,0 2-160 0,0-5 128 0,1 2-128 0,0-4 128 16,1 0-128-16,0-3 0 0,1-2 0 0,0-2 0 31,0 0-416-31,0-3-64 0,2-2-16 0,1-3 0 16,-2 1-1952-16,1-2-400 0</inkml:trace>
  <inkml:trace contextRef="#ctx0" brushRef="#br0" timeOffset="74269.66">11230 12046 8287 0,'0'-7'368'0,"0"2"80"0,0 3-448 0,0 0 0 0,1 0 0 0,-1 2 0 16,1 0 1808-16,0-1 288 0,1 1 48 0,0-2 16 15,0 1 224-15,2 1 48 0,1-2 16 0,-1 2 0 16,1 0-864-16,1 0-176 0,0 0-48 0,0-1 0 16,1 0-656-16,-1 1-144 0,2 0-32 0,-2 0 0 15,1 0-368-15,-1 0-160 0,0 1 128 0,-1 2-128 0,-2 0 0 16,0 0 0-16,-2 1 0 0,-1 3 0 0,-1-2 0 0,-2 2 0 15,-1 0 0-15,-3 0 0 0,1 0 0 0,-2 1-176 16,0-1 176-16,0 1-128 0,-1 0 128 0,1-3 0 16,0 0 0-16,-1 0 0 0,2-1 0 15,-1-1-128-15,2 1 128 0,1-3-128 0,2 1 128 0,2-2-160 16,0-2 160-16,1 1-160 0,1-1 160 0,0 0 0 16,2 1 0-16,1-2 0 0,1 0 0 0,3-2-160 0,-1 2 160 15,2-1 0 1,-1 1-544-16,1-2 0 0,1 2 0 0,-1 0 0 0,0-2 304 0,1 2 64 0,0-1 16 15,-1 1 0-15,0 1 160 0,-1-1 0 0,1 1 0 0,-2 2 0 16,1-2 0-16,-2 2 192 0,1-3-32 0,-3 1-16 16,1 2 304-16,-1 0 48 0,-1 0 16 0,-1 0 0 15,0 0 112-15,0 0 16 0,-2 2 16 0,0 1 0 16,0-1-272-16,-1 3-64 0,0 0-16 16,-2 1 0-16,0 2-304 0,1-1 160 0,-2 2-160 0,0 1 128 15,1-1-128-15,3-2 0 0,-1 1 144 0,2-4-144 16,-1 2 0-16,3-2 128 0,0-2-128 0,2-2 0 0,0 0 0 0,1-2 128 15,0 0-128-15,1-4 0 16,0 2 0-16,2-3 0 0,-2 1 0 0,1-3 0 0,0 3 0 0,-1-4 0 16,1 3 0-16,-2 0 0 0,0-1 0 0,-2 0 0 15,0 2-144-15,-2 0 144 0,0 0 0 0,-2 2 0 16,0-1-144-16,-2 1 144 0,0 1 0 0,-2 1 0 16,1-1-128-16,-2 1 128 0,-2 0 0 0,0 1 0 15,0 1-128-15,-1-2 128 0,0 2 0 0,-1 0 0 16,-1 0 0-16,-1 0 0 0,2 0 0 0,0 0 0 15,1 2 0-15,2-2 0 0,1 1 0 0,0 1 0 0,3 0 0 0,0-1 0 16,1 1 0-16,1 0 0 0,1 0 0 0,0-2 0 16,2 3 0-16,-1-3 0 15,3 2 128-15,0-2-128 0,2 0 0 0,0-2 128 0,1 0-128 0,1-1 0 16,-1 1 128-16,3-1-128 0,-2-2 0 0,1 1 144 16,0-3-144-16,1 2 0 0,-1-2 0 0,0 1 0 15,-2 0 0-15,2 1 0 0,-1 1 0 0,-1-3 0 16,0 4 0-16,0-2 0 0,1 0 0 0,0 2 0 15,0 0 0-15,-2 1 0 0,1 2 0 0,-3 1 0 16,1 3 0-16,-2-1 128 0,-1 2-128 0,0 0 192 16,0 2 64-16,-1 0 0 0,-1 3 16 0,-1-1 0 15,0 0-16-15,0 3-16 0,-2 0 0 0,0 2 0 16,-1-2-112-16,-1 2-128 0,1-1 176 0,-1-1-176 0,0-1 208 16,1-1-64-16,-1-1-16 0,1-3 0 0,-1 0 112 0,2-3 16 15,-1 0 0-15,0-2 0 0,2-1-48 0,-1-1 0 16,2-2 0-16,-1-2 0 0,2 0-16 0,0-2 0 15,1 0 0-15,0-3 0 16,2-1-192-16,-1 1 128 0,2-2-128 0,0 0 0 0,1 0 0 0,1-2 128 16,0 2-128-16,1-2 0 0,1 2 0 0,-1 0 0 15,1-1 0-15,1 5 0 0,-1-2 0 0,-1 4 0 16,0 1 0-16,-1 2 0 0,-1 1 0 0,0 2 0 16,0-2 0-16,-2 4 0 0,0-2-288 0,-1 2 48 15,0 0 16-15,0 1-11488 16,0-1-2288-16</inkml:trace>
  <inkml:trace contextRef="#ctx0" brushRef="#br0" timeOffset="74742.27">11862 11934 5519 0,'0'-6'496'0,"0"0"-496"15,0 2 0-15,0 2 0 0,0-1 1664 0,0 3 256 16,0-2 32-16,0-1 16 0,1-1 1392 0,-1-3 288 15,0 3 48-15,0 1 16 0,0 0-1168 0,0 1-240 16,-1 2-32-16,0 2-16 0,0 1-1296 0,-1 0-256 16,0 1-48-16,-1 3-16 15,0 2-336-15,-1-1-80 0,0 5-16 0,-1-1 0 16,0 2-80-16,-1 1 0 0,0 2-128 0,-1 2 192 0,1 2-192 0,-2 0 144 0,0 3-144 0,1-3 128 16,0-1-128-16,2-2 0 0,2-3 0 0,2-2 0 15,1-3 128-15,0-10-128 0,0 0 0 16,0 0 128-16,0 0-128 0,0 0 0 0,0 0 0 0,38 13 0 15,-29-18 0-15,1-1 0 0,0-1 0 0,1-2 0 16,-1 0 0-16,1 1 0 0,-2 0 0 0,0 0-176 31,-2 3-832-31,0-2-160 0,-1 2-48 0,-1 0 0 0,-2 0-1616 0,-2 1-336 16,0-1-64-16,-2 0-8368 0</inkml:trace>
  <inkml:trace contextRef="#ctx0" brushRef="#br0" timeOffset="74921.39">11806 12034 6447 0,'-12'-1'272'0,"4"0"80"0,0 1-352 0,4 0 0 31,1 0 0-31,1 0 0 0,-1 0 1664 0,-2 2 256 16,-3 0 48-16,-1 1 16 0,0 2 336 0,3-3 80 15,1 3 16-15,4-3 0 0,1 1-176 0,1-1-16 16,3-2-16-16,1-2 0 0,2 0-720 0,1-1-144 16,2 0-16-16,0-1-16 0,1-1-544 0,1-1-128 15,1 0 0-15,1-1-16 0,-1 0-400 0,1 0-80 16,1-1-16-16,0 2 0 0,-2 1-128 0,0 0 0 0,1-2 0 0,1 4-176 15,-1 0-1232 1,-1 2-240-16</inkml:trace>
  <inkml:trace contextRef="#ctx0" brushRef="#br0" timeOffset="75511.63">12655 11878 1839 0,'0'-3'160'0,"0"1"-160"0,0-1 0 0,-1 3 0 15,1-2 1872-15,-1 2 352 0,0 0 64 0,-2 0 16 16,0 0 640-16,-2 0 128 0,-3 0 16 0,0 0 16 16,0 2-672-16,-2 1-144 0,-1 2-32 0,0-3 0 15,0 5-720-15,-2-2-160 16,0 0-32-16,1 2 0 0,0-3-416 0,0 1-96 0,2 0 0 0,-1-3-16 16,2 3-400-16,1-2-80 0,-1 1-16 0,3 1 0 15,-1-3-112-15,2 2-16 0,0-1-16 0,1 2 0 16,1-2-176-16,0 1 128 0,0 1-128 0,1-2 128 15,1 1-128-15,0 1 0 16,1 0 0-16,0-1 0 0,1 1 0 0,1 0 0 0,1 0 0 0,0 2 0 0,-3-7 0 16,0 0 0-16,0 0 0 0,0 0 0 0,0 0 0 15,38 33 0-15,-38-33 0 0,0 0 0 0,0 0 0 16,39 26 0-16,-39-26 0 0,0 0 0 0,0 0 0 0,35 26 0 16,-35-26 0-16,0 0 0 0,0 0 0 0,0 0 0 15,0 0 0-15,0 0 0 0,28 33 0 0,-28-30 0 16,0 1 0-16,-3-1 0 0,-1-1 0 0,-1 0 0 15,-3 1 0-15,0 0 0 0,-1 1 0 0,-1-2 0 0,-2 3 0 16,-1-2 0-16,1-1 0 0,0 0 0 0,1 0 128 0,0-2-128 16,1 1 0-16,1-1 128 15,1 0-128-15,3-1 128 0,1-1-128 0,1 1 0 0,1-2 0 0,2 0 128 16,2-1-128-16,2 1 0 16,0-1 0-16,3-2 0 15,1 2-1296-15,3-4-192 0</inkml:trace>
  <inkml:trace contextRef="#ctx0" brushRef="#br0" timeOffset="75867.78">12625 12092 15663 0,'3'0'688'0,"-1"-1"144"0,-1 1-656 0,1 0-176 0,0-2 0 0,-1 2 0 16,1-1 2000-16,1 1 368 0,1-3 80 0,3 0 16 0,2 0 208 0,0-2 32 16,2 1 16-16,-2-1 0 0,2 2-1440 0,-1-3-272 15,0 1-64-15,1 0-16 0,0 0-640 0,0-2-128 31,-1 1-32-31,-1 0 0 0,1 2-128 0,-3-1 0 0,0 0 0 0,-1 0 0 0,0 0 0 0,-4 1-144 16,0-1 144-16,-1 1-160 0,-1 1-48 0,-2-2-16 16,-2 1 0-16,-3 1 0 15,1-1-400-15,-4 1-80 0,1 0 0 0,-2 1-16 0,0 2 336 0,0 0 80 16,0 2 16-16,-1 2 0 0,3 0 288 0,1 1 0 31,-2 4-128-31,1-2 128 0,2 0 0 0,-2 1 0 0,2 3 0 0,1-1 144 0,1 2 144 0,0 0 32 0,2 1 0 0,3-1 0 16,-1-1 256-16,2 0 64 0,-1-11 16 0,0 0 0 31,0 0-80-31,0 0-32 0,0 0 0 0,33 33 0 0,-26-33-256 0,3 0-48 0,2-2-16 0,-1-1 0 16,1-1-224-16,0-1 0 15,1-2 0-15,1-3 0 0,0 3 0 0,-1-2-240 0,0 1 48 0,0-1-11472 16,-1 2-2304-16</inkml:trace>
  <inkml:trace contextRef="#ctx0" brushRef="#br0" timeOffset="76167.39">13005 11930 11055 0,'4'-5'240'0,"-2"2"48"0,0 1 16 0,-2 2 16 0,0 0-320 0,0 0 0 16,0 0 0-16,0 0 0 0,0 2 2128 0,-1 2 368 15,-1 2 80-15,-2 1 16 0,-2 3 192 0,1-1 32 16,-3 5 16-16,1-2 0 0,0 2-1392 0,-2 1-288 15,0 0-48-15,1 1-16 0,0 0-416 0,0-1-96 16,1 1 0-16,1-2-16 0,1 1-224 0,2-3-32 16,1 0-16-16,2-12 0 0,0 0-144 0,2 28-16 0,-2-28-128 0,0 0 192 15,0 0-192-15,0 0 0 0,0 0 128 0,0 0-128 16,36 9 0-16,-28-14 0 0,0 1 0 0,2-4 0 16,-2 2 0-16,-1-1-192 0,2 2 192 0,-3-2-208 31,2 3-1008-31,-3 0-208 0,0 2-48 0,0-1 0 0,-1 1-1088 0,0 0-208 0,1 0-48 15,-3 2-16-15,1-2 320 0,0 1 64 0,0-1 16 16,-1 2-2672-16,0-3-528 0</inkml:trace>
  <inkml:trace contextRef="#ctx0" brushRef="#br0" timeOffset="76485.83">12930 12030 7359 0,'-4'-5'320'0,"2"2"80"0,0 1-400 0,0 0 0 16,0 0 0-16,0 2 0 0,0 0 1696 0,-1-1 256 16,-1 1 48-16,-3 0 16 0,0 0 464 0,-1 3 80 0,2-1 32 0,-1 2 0 15,3 2-624-15,-1-2-128 16,2 1-32-16,2 0 0 0,1-1-448 0,1-1-80 0,2 0-32 0,2-1 0 15,1-2-160-15,4-2-48 16,1-1 0-16,2-2 0 0,2-2-400 0,-1 1-96 16,1-2-16-16,1 1 0 0,2-3-352 0,-1 0-176 0,2 1 160 0,-1 2-160 15,0-2 0-15,-2 4 0 0,0 0 0 0,-4 0-12080 16,0 5-2432-16</inkml:trace>
  <inkml:trace contextRef="#ctx0" brushRef="#br0" timeOffset="80674.62">11958 8947 4607 0,'2'-2'400'0,"0"-1"-400"16,-1 3 0-16,0-2 0 0,0 2 624 0,-1 0 32 15,2 0 16-15,1-2 0 0,0 0-352 0,0 1-80 0,-1-1-16 0,-1 2 0 16,0 0-224-16,-2 0 144 0,0 2-144 0,-2-2 128 15,0 3 320-15,-2-1 64 16,1 3 16-16,-2-2 0 0,0 2 192 0,-3 1 48 0,-1 1 0 16,-1 3 0-16,0-1-448 0,-3 3-64 0,-3 2-32 0,-1 1 0 15,-3 1-224-15,-3 5 0 0,-3 0 0 0,-2 3 0 16,-3 2 176-16,0 3-176 0,0-1 192 0,3-1-192 16,4-6 144-16,2-1-144 0,3 0 0 0,0-2 144 0,2-1 192 15,2 0 48-15,2-4 0 0,4-2 0 0,2-4-240 16,3 0-144-16,2-2 192 0,1-3-192 0,3 0-176 0,2-2-144 15</inkml:trace>
  <inkml:trace contextRef="#ctx0" brushRef="#br0" timeOffset="81122.3">11659 9056 3679 0,'-1'-2'0'0,"0"0"144"0,1 0-144 0,-1 1 208 0,1 1-208 0,0 0 0 0,0 0 0 0,0 0 0 16,-1 0 1104-16,0 0 176 0,0 1 48 0,0 1 0 16,0 0-240-16,0 2-64 0,-1-1 0 0,1 2 0 15,0 0-272-15,-1 2-64 0,0-1-16 0,-1 2 0 31,0-1-224-31,0 0-32 0,0 3-16 0,-3 0 0 0,1 1 32 0,-2 1 0 16,1 2 0-16,-2 0 0 0,1-1-96 0,-2 1-16 16,-2 2 0-16,0 0 0 15,1 1 128-15,-1 0 32 0,-1 1 0 0,1-1 0 0,1-2 32 0,0 1 0 16,2-2 0-16,1 0 0 0,3-4 64 0,-1 0 32 16,3-1 0-16,0-2 0 0,2-2-224 0,1 0-64 15,3-3 0-15,0 0 0 0,0-2-64 0,2 0 0 0,0-2-16 16,2 0 0-16,0-1 112 0,1-2 32 0,0 1 0 0,0 1 0 15,0-2-112-15,1 1-16 0,1-3 0 0,0 2 0 16,1 0 48-16,0-2 0 0,0 2 0 0,0 0 0 16,-1 1-96-16,-1-1-16 0,-1 3 0 15,-2-1 0-15,1 1-192 0,-2 2 144 0,0 0-144 0,-2-2 128 16,1 2-128-16,-1 0 0 0,-2 0 0 0,2 0 0 16,-1 0-768-1,0 2-64-15</inkml:trace>
  <inkml:trace contextRef="#ctx0" brushRef="#br0" timeOffset="81769.23">11954 8978 9215 0,'-1'-5'400'0,"1"1"96"15,0 1-496-15,0 2 0 0,0 0 0 0,0-1 0 0,0 0 896 0,2-1 96 0,0-1 16 0,1-2 0 16,2-1 224-16,-1 0 48 0,0 1 16 0,1 0 0 16,-2 1-80-16,1 3-32 0,-1-2 0 0,0 3 0 15,0 1-144-15,-1 0-16 16,0 0-16-16,-1 3 0 0,1-1-304 0,0 3-64 0,-1 2-16 0,0-2 0 0,1 4-336 0,0 1-64 16,-1-1-16-16,0 1 0 15,0-1-208-15,0 3 144 0,0 0-144 0,-1 2 128 16,0-14 16-16,2 33 0 0,-2-33 0 0,2 38 0 0,-2-38 64 0,3 39 16 15,-3-39 0-15,5 40 0 0,-5-40-64 0,0 0-16 16,10 47 0-16,-10-47 0 0,0 0-144 0,0 0 128 16,0 0-128-16,0 0 128 0,26 43 0 0,-21-41-128 15,-1-1 192-15,1-2-64 0,-1 1 176 0,0-4 16 16,2 1 16-16,-2-1 0 0,1-1-80 0,0-1 0 0,-2 0-16 0,1 0 0 16,-1-2-112-16,0 0-128 0,-1 1 176 0,-1-2-176 15,1 1 128-15,0 2-128 0,0 0 0 0,0 0 0 16,0 3 0-16,-1-2 0 0,1 1 128 0,1 1-128 15,0-1 0-15,0 1 0 0,0 1 0 0,2-3 0 16,0 0 0-16,2 0 0 0,1-2 0 0,3 0 0 16,1 0 0-16,1-5 0 15,3 0 0-15,1 0 0 0,0-2 0 0,4-2 0 0,5-4 128 16,3-5-128-16,0 1 0 0,3-2 128 0,2-2-128 0,1 1 0 16,-1-1 0-16,-2 2 0 0,-2 1 0 0,-6 4 0 15,-3 3-768 1,-6 4-144-16,-3 4-48 0,-6 3-13120 0</inkml:trace>
  <inkml:trace contextRef="#ctx0" brushRef="#br0" timeOffset="85217.57">12724 8596 8287 0,'0'-2'736'16,"1"-2"-592"-16,0 3-144 0,-1 1 0 0,0 0 848 0,1-2 144 15,0 0 32-15,0-1 0 0,1-1 880 0,-1 1 176 16,0 0 32-16,0 4 16 0,0 3-448 0,-1 1-80 16,0 5-32-16,-1 1 0 0,0 6-480 0,0 0-112 15,0 5-16-15,-2 3 0 0,0-1-384 0,0 4-96 16,0 1-16-16,-3 2 0 0,0-2-240 0,2-2-48 15,-3-1-16-15,2-2 0 0,1 0 800 0,1-5 144 16,1-2 48-16,2-3 0 0,0-2-960 0,1-5-192 0,1 0 0 16,1-3 0-1,1-3-1616-15,0-2-240 0,2-2-64 0,-1-1-7280 0,2-4-1456 0</inkml:trace>
  <inkml:trace contextRef="#ctx0" brushRef="#br0" timeOffset="85422.45">12869 8679 1839 0,'2'-7'160'0,"-1"5"-160"0,0 0 0 16,-1 2 0-16,0 2 1680 0,-1-1 304 0,2 0 64 0,-1-1 16 16,-1 5 672-16,-1 4 128 0,-2 5 16 0,-2 3 16 0,0 7-1040 0,-2 2-224 15,0 5-32-15,0 0-16 0,-1 2-336 0,1-3-64 16,3-1-16-16,-1-3 0 0,1 0-304 0,1-4-64 16,1 1-16-16,1-1 0 0,2-22-608 0,0 31-176 15,0-31 0-15,0 0 0 16,0 0-896-16,0 0-240 0,0 0-48 0,0 0-12064 15</inkml:trace>
  <inkml:trace contextRef="#ctx0" brushRef="#br0" timeOffset="85607.28">12708 8916 10127 0,'-4'-4'448'0,"0"-1"96"0,0 3-544 0,3 1 0 0,0 1 0 0,1-2 0 0,1 2 1792 0,0 0 240 16,0-1 48-16,2 0 16 15,1-2 272-15,-1 1 64 0,3-1 16 0,2 0 0 0,2 0-576 0,0-2-112 16,4 0-32-16,0 0 0 0,2-2-832 0,1 0-192 0,-1 2-16 0,-1-1-16 16,-1 0-400-16,-1 0-80 0,-1 0 0 15,-1 2-16-15,-2 0-320 0,0 1-64 0,-1 0-16 0,-1 1-15456 16</inkml:trace>
  <inkml:trace contextRef="#ctx0" brushRef="#br0" timeOffset="85965.38">12916 8898 2751 0,'-3'3'256'0,"1"0"-256"0,1 0 0 16,0-1 0-16,1-2 1968 0,0 1 336 15,0 1 80-15,0 0 16 0,0 2 480 0,1 2 80 0,0-2 32 0,1 1 0 16,2 0-880-16,1-5-160 0,1 1-32 0,1-2-16 16,0-1-816-16,2-1-144 0,0-3-48 0,1 0 0 15,0-1-528-15,0-2-112 0,0 1-32 0,-1-1 0 16,-3 2-224-16,1-2 0 0,-3 1 0 0,-1 1 0 15,-1 1 0-15,-1 0 0 0,-2-1 0 0,-1 2 0 16,-1-2 0-16,-3 3 0 0,-1-1 0 0,0 2-160 16,-1 0 160-16,-2 2 0 0,1 1 0 0,-2 0 0 15,0 2 0-15,0 3 0 0,1 2 0 0,-2 1 0 16,2 1 0-16,0 2 0 0,0 0 0 0,0 0 0 16,0 3 160-16,2-1 64 0,-1 0 16 0,1 1 0 0,2 0 208 0,0 0 64 15,3-2 0-15,1 0 0 0,2-2-64 0,2-1-16 16,1-2 0-16,2-2 0 0,1 0-208 0,3-4-32 15,0 0-16-15,0-1 0 0,1-1-176 0,0-2 128 16,1 0-128-16,1-2 128 0,1-2-128 0,0 0 0 16,-1 0 0-16,1 0 0 15,1 0-784-15,-1 0-192 0,0-1-48 0,-1 2-14816 0</inkml:trace>
  <inkml:trace contextRef="#ctx0" brushRef="#br0" timeOffset="86154.82">13073 8878 2751 0,'0'-4'256'0,"0"-1"-256"0,1 2 0 0,0 0 0 16,0 2 1488-16,0-1 256 0,-1 2 48 0,2-3 16 16,1-1 1056-16,2 1 208 0,-1-2 32 0,2 1 16 15,-1 1-352-15,1 1-64 0,0 0-16 0,0 1 0 16,0 0-1280-16,-1 1-256 0,0 0-48 0,0 0-16 16,-2 1-816-16,0 0-272 0,0 1 160 0,-1-1-160 15,-1 0-256-15,-1 1-144 0,-1 1-32 0,1 0-14400 16</inkml:trace>
  <inkml:trace contextRef="#ctx0" brushRef="#br0" timeOffset="86312.18">13096 8918 7775 0,'-2'3'160'0,"1"0"32"0,0-1 16 0,0-1 32 0,1 0-240 0,0-1 0 16,0 2 0-16,-1 1 0 0,1-1 2592 0,-1 3 480 16,0 0 80-16,0 2 32 0,-1-3-800 0,0 2-144 15,1-2-48-15,0 1 0 0,0 0-912 0,0-3-176 16,1 3-32-16,0-3-16 0,1 1-784 0,0 0-144 15,0-2-128-15,1 1 144 16,2-2-1056-16,-2 0-224 0,2 0-32 0,0 0-11520 0</inkml:trace>
  <inkml:trace contextRef="#ctx0" brushRef="#br0" timeOffset="86738.11">13191 8980 1839 0,'1'0'160'0,"1"1"-160"0,0 1 0 0,0-2 0 16,0 0 1776-16,-1 0 320 0,1 0 64 0,0-2 16 15,3 1 1008-15,2-1 208 0,3-3 32 0,0 0 16 16,0 1-944-16,0-4-192 0,0 2-48 0,-2-2 0 16,0 1-1216-16,0-1-240 15,-2 0-48-15,0 1-16 0,-2-1-400 0,-2 2-80 0,-1 0 0 0,-1 2-16 16,-3-1-240-16,0 1 0 0,-3 1 0 0,0 2 0 0,-3 1 0 0,0 0 0 16,-1 1 0-16,0 1 0 0,-1 1 0 0,-2 0-128 15,1 3 128-15,1-1 0 16,2 1 0-16,0 0 192 0,1 1-16 0,1-3-16 0,0 4 176 0,2-3 48 15,0 3 0-15,1 0 0 0,1-1-32 0,1-1 0 16,2 0 0-16,0 1 0 0,1-2-128 0,1 0-32 16,1 0 0-16,0-1 0 15,2 1-192-15,-5-5 144 0,0 0-144 0,0 0 128 0,0 0-128 0,31 40 0 16,-31-40 144-16,0 0-144 0,16 38 0 0,-16-38 0 16,0 0 0-16,7 50 128 0,-7-50-128 0,-4 38 0 0,0-19 0 0,-2-2 0 15,-1-1 0-15,-1-1 0 0,-1-1 0 0,-3-2 0 16,1 0 0-16,-2-1 0 0,0-2 0 0,-1 1 128 15,1 0-128-15,0-4 0 0,1 0 128 0,0-2-128 16,0-2 128-16,0 1-128 0,3-3 128 0,0-2-128 16,2-1 0-16,2 1 0 0,2-5 0 0,2 0 0 15,4-3-192-15,1-2-128 0,4 0 0 0,2-4-16400 16</inkml:trace>
  <inkml:trace contextRef="#ctx0" brushRef="#br0" timeOffset="87797.95">13353 8753 13823 0,'-1'-3'1216'0,"1"1"-960"0,0 0-256 0,0 2 0 15,1 0 2016-15,-1 0 352 0,0-3 80 0,1 1 16 0,1-1 256 0,0 0 48 16,0 0 16-16,1 0 0 0,1 3-1312 0,0 0-272 16,-1 1-48-16,2 1-16 0,-1 2-576 0,-1 1-112 15,1 2-32-15,-4-7 0 16,0 0-240-16,0 0-48 0,7 48-128 0,-7-48 192 15,-1 35-192-15,-2-16 0 0,-2 2 128 0,0 1-128 16,-2 3 0-16,0-1 0 0,-1-2 0 0,1 0 0 16,-2 3 128-16,2-1-128 0,1-1 0 0,1-1 0 15,2-6 0-15,0-3 0 0,2-2 0 0,1-3 0 16,1-4 0-16,1-1 128 0,1-3-128 0,0-1 0 0,1-3 0 0,2-4 0 16,0 0 0-16,1 0 0 0,1-4 0 0,2 0 128 15,0-2-128-15,-1 2 0 0,1 0 0 0,0-2 0 16,0 2 0-16,-2 0 0 0,0 1 784 0,0 2 176 15,-1 3 16-15,-1 2 16 16,-2 4-1632-16,-1 0-320 0,0 2-64 0,-2 3 0 0,-1 2 816 0,-1 0 208 16,0 2 0-16,-2 3 0 0,1 0 0 0,0 2 0 15,-1 0 0-15,-1-2 0 0,1 2 0 0,1-1 0 688,0-1 0-688,0 1 0 0,0-3 128 0,0 0-128 0,1-1 0 0,1-3 0 0,1-2 0 0,0 0 0 0,0-4 0 0,1 0 0 0,1 0 0 0,0-5 0 0,2 2 0 0,0-3 0 0,1 0-176 0,1-2-32 0,0 1-16 0,1-3 0 0,2-1-2032 0,0 1-416 0</inkml:trace>
  <inkml:trace contextRef="#ctx0" brushRef="#br0" timeOffset="87813.97">13619 8927 3679 0,'0'-1'320'0,"0"-1"-320"0,0 2 0 0,-1 0 0 0,1 0 2304 0,-1-2 384 0,0 1 64 0,-1-2 32 0,-2 2 528 0,0 1 96 0,-1 4 32 0,-1 2 0 0,0 2-960 0,0 0-192 0,0 3-48 0,1 1 0 0,0 0-992 0,0 2-208 0,1 3-32 0,0-2-16 0,1 3-464 0,1-2-80 0,0 1-32 0,0 0 0 0,2-17-224 0,-3 34-32 0,1-16-16 0,2-18 0 0,-2 34-144 0,2-34 0 0,-1 30 144 0,1-30-144 0,-1 28 0 0,1-16 0 0,0-2 0 0,0 0 0 0,1-1 0 0,-1-2 0 0,2-3 0 0,0 1 0 0,1-4 0 0,0 1 0 0,0-4 0 0,0-1 0 0,0 0-224 0,1-1-16 0,-2-3 0 0,1 2 0 0,-1-4-832 0,-1 0-160 0,0 1-48 0,-1-2 0 0,0 1-48 0,-1-3-16 0,0 0 0 0,-1-4 0 0,-1 2 704 0,0-1 128 0,-1-1 16 0,0-1 16 0,1 3-96 0,-1 2 0 0,1 1-16 0,-1 3 0 0,1-2 208 0,-1 3 32 0,0 2 16 0,1-1 0 0,0 3 336 0,1-1 0 0,0 1 0 0,0 3 0 0,1-2 144 0,-1 2 48 0,2 0 16 0,0-2 0 0,0 2 688 0,0 0 128 0,0 0 16 0,0-1 16 0,0 1 240 0,0 0 48 0,1-2 16 0,-1 2 0 0,1-3-160 0,-1 3-48 0,1-2 0 0,0 1 0 0,-1 0-464 0,1-1-112 0,1-1 0 0,0 1-16 0,0 1-240 16,0-1-64-16,0 1 0 0,1 0 0 0,1 1-64 0,0-2 0 0,0 2-16 0,2 0 0 0,-1 0-48 0,2 0-128 0,-1 2 192 0,2-2-64 0,0 0-128 0,1 0 0 0,2 0 0 0,-1 0 128 0,1-2-128 0,1 2 0 0,-1-2 0 0,0-1 0 0,-1 1 0 0,1-1 0 0,0 1 0 0,-2-3 0 0,1 0 0 0,-1 1 0 0,0-1 0 0,-2 0 0 0,0 3 0 0,-2-3 0 0,1 2-160 0,-3 1-12304 0,-2 0-2448 0</inkml:trace>
  <inkml:trace contextRef="#ctx0" brushRef="#br0" timeOffset="92685.09">12250 5286 14735 0,'2'-4'1312'0,"0"1"-1056"0,0 1-256 16,-1 0 0-16,-1 4 768 0,0-2 112 0,1-2 16 0,0 1 0 16,-1 1 96-16,0 1 32 0,-2 3 0 0,-3 1 0 15,-1 5-272-15,-3 1-48 0,-2 6-16 0,-5 0 0 16,0 5-160-16,-5 3-16 0,-3 3-16 0,-2 1 0 16,0 2 0-16,-1-1 0 0,1-3 0 0,3-2 0 15,3-3-176-15,0 0-16 0,2-1-16 0,-3 2 0 16,1 3 0-16,0-3 0 0,3 0 0 0,3-5 0 15,2-3-288-15,3-3 160 0,3-1-160 0,1-1 128 16,3-5-656 0,-1 2-144-16,2-5-32 0,0 0-11920 0</inkml:trace>
  <inkml:trace contextRef="#ctx0" brushRef="#br0" timeOffset="93054.48">11887 5602 911 0,'0'-4'0'0,"-1"3"0"16,1-1 0-16,-1 2 0 0,1 2 1120 0,-1-2 144 15,0 0 16-15,-1 0 16 0,-1-2 752 0,1 4 160 0,-2-1 32 0,1 3 0 16,-1 0-272-16,1 2-48 0,-1 0-16 0,0 4 0 16,0-3-688-16,2 2-144 0,-2 1-32 0,0-3 0 15,2 2-304-15,-2 1-64 0,0 0-16 0,0 1 0 16,1-1-144-16,-2 4-16 0,1-2-16 0,1 2 0 0,-2 0 0 0,1-1 0 15,1 1 0-15,0 0 0 16,1 1-224-16,1-3-32 0,0 1-16 0,1-3 0 0,1-1-32 0,0-3-16 16,2 0 0-16,-1 1 0 15,1-5-160-15,1 1 128 0,0-1-128 16,-1-2 128-16,3 0-128 0,0-3 128 0,-1 1-128 0,2-2 128 0,-1-3 0 0,1-1-128 16,1 0 192-16,1-3-64 0,0-1-128 0,2 0 192 15,-2-1-192-15,1 0 192 16,0-1-352-16,2-1-64 0,0 0-16 0,1 0-9280 15,-1 1-1856-15</inkml:trace>
  <inkml:trace contextRef="#ctx0" brushRef="#br0" timeOffset="93481.32">12231 5261 8287 0,'-1'-3'368'0,"0"1"80"0,0-1-448 0,1 1 0 16,0 2 0-16,0 0 0 0,0 0 1424 0,1 0 208 15,0 0 32-15,0 2 16 0,1 1 352 0,0-1 64 0,0 5 16 0,1-2 0 16,0 2-752-16,0-1-144 16,0 2-16-16,2-1-16 0,-5-7-256 0,0 0-48 0,0 0-16 0,18 45 0 15,-18-45-352-15,0 0-64 0,13 43 0 0,-13-43-16 16,0 0-192-16,14 45-48 16,-14-45 0-16,8 33 0 0,-8-33-32 0,0 0-16 0,11 40 0 0,-11-40 0 15,0 0-16-15,0 0-128 0,0 0 192 0,0 0-64 16,30 36 48-16,-24-36 0 0,1-4 0 0,3-2 0 15,0-3 256-15,2-5 48 0,3-3 16 0,2-4 0 16,1-2-112-16,4-6 0 0,5-2-16 0,1-2 0 16,-3 6-176-16,4-5-16 0,5-6-16 0,0-2 0 0,2 1-160 0,-5 2 0 15,0 3 0-15,-4 4 0 16,-3 4-1136-16,-4 6-208 0,-2 4-32 0,-3 6-13568 16</inkml:trace>
  <inkml:trace contextRef="#ctx0" brushRef="#br0" timeOffset="94586.95">13211 4653 8287 0,'0'-1'736'0,"0"1"-592"15,0 0-144-15,0 0 0 0,0 0 880 0,-1 1 144 0,0 0 16 0,0 2 16 16,-1 0 128-16,1 5 32 0,-3 1 0 0,1 3 0 0,0 5-48 0,0-1 0 16,1 1 0-16,-2 0 0 15,0 3-304-15,0 0-64 0,-2-1-16 0,0 2 0 16,0 0 32-16,0-3 0 0,1-5 0 0,-1 2 0 0,0 1-144 0,-2-2-32 16,1-1 0-16,0 0 0 0,2-1 192 0,0-3 16 15,1-1 16-15,0-4 0 0,2 1-224 0,1-2-32 16,0-1-16-16,0-2 0 0,2-2-256 0,0-3-48 15,0 0-16-15,1 1 0 0,0-2-80 0,1-2-32 16,0-2 0-16,3-2 0 0,-2 0-160 0,3-2 160 16,0-3-160-16,1 0 160 0,0 1-160 0,1-3 0 0,1 1 0 15,-1-2 0-15,1 1 0 0,0 3 0 0,2-3 0 0,-1 2 0 32,0 1 0-32,0 2 0 0,0 2 0 0,-1 3 0 0,0 1 0 0,-1 5 0 0,-1 1 0 0,-1 3 0 15,-1 2 0-15,-1 2 0 0,-2 0 0 0,1 2 0 16,-1 2 0-16,0 1 0 0,-1 0 0 0,-2 2 0 15,0 0 0-15,-1 2 0 16,-1 1 0-16,-1-2 0 0,0 3 0 0,-1-1 0 0,-2 4 0 0,0-3 0 16,1-1 0-16,0-3 128 15,2-1-128-15,0-1 0 0,1-1 128 0,-1-4-128 0,2 2 128 16,0-4-128-16,0-1 160 0,2-2-160 0,0-2 192 0,0-1-192 0,1-2 192 16,1 1-192-16,-1-1 192 0,1-1-192 0,2-4 144 15,1 0-144-15,1-4 0 0,0 2 144 0,3-3-144 16,-1 1 0-16,-1-2 0 15,2 0 0-15,0-2 0 0,0 2 0 0,0-3 0 0,-1 0 0 0,1 2-192 0,-2 1 192 16,-1 2-160-16,1 4 160 0,-2 1-128 0,1 1 128 16,-2 4 0-16,0 0-144 0,0 3 144 0,-2 1 0 15,1 2 0-15,-1 1 0 0,0 2 0 0,-1 2 0 16,-2 0 0-16,0 4 0 0,0-1 0 0,0 3 0 16,-2 0 0-16,-1-1 0 0,0 0 0 15,-1 2 0-15,1 0 0 0,-3 1 128 0,1 1-128 0,-1-4 0 0,1 2 0 0,1-2 128 31,0-3-128-31,1 1 0 0,1-5 0 0,1 2 0 16,1-2 0-16,0 0 0 0,2-2 0 0,0-2 0 31,1 1-352-31,0-2-96 0,0-2 0 0,2 2-15424 0</inkml:trace>
  <inkml:trace contextRef="#ctx0" brushRef="#br0" timeOffset="94940.2">13524 4794 10127 0,'-1'-1'448'0,"0"1"96"0,1 0-544 16,0 0 0-16,0 1 0 0,0-1 0 0,1 0 1904 0,0 2 272 16,0 0 48-16,3-2 16 15,1 2-160-15,2-2-32 0,2 0 0 0,2-2 0 0,1 0-1200 0,1-3-240 16,1 0-48-16,0 1-16 0,-1-4-240 0,0 1-48 16,-1 0-16-16,-1 0 0 0,-2 0-240 0,-3 0 0 15,1 2 0-15,-3 0 0 0,-2 0 0 0,-1 1 0 16,-1-1 0-16,-2 2 0 0,0 1 0 0,-4 0 0 15,0 0 0-15,-3 2 0 0,1 0 0 0,-2 0 0 0,-1 2 0 0,-1 0 0 16,0 3 0-16,-1 0 0 16,0 2 0-16,0 0 0 0,1 1 0 0,2 1 0 0,1 2 0 15,2-1 0-15,0 2 448 0,1-2 0 0,2 2 0 0,-1 1 0 16,1 0 320-16,3-1 64 0,0-1 16 0,2-1 0 16,1 1-128-16,2-3-16 0,2-1-16 0,1-2 0 15,1-1-256-15,2-2-48 0,-2-2-16 0,2 0 0 16,4-1-368-16,1-2 128 0,1-4-128 0,0 2 0 0,-2-3 0 0,1 0 0 15,-1 0 0-15,0-1 0 16,0 2-1024-16,-1-1-192 0,-1 1-16 0,0-2-8960 16,-2 2-1792-16</inkml:trace>
  <inkml:trace contextRef="#ctx0" brushRef="#br0" timeOffset="95475.8">13837 4706 1839 0,'1'-3'160'0,"0"3"-160"15,-1 0 0-15,0 0 0 16,0 1 2048-16,-1 1 368 0,1-2 80 0,0 2 0 0,0 0 544 0,0 3 96 15,-1 2 32-15,-1 0 0 0,0 1-880 0,0 1-176 0,0 1-48 0,-1-1 0 16,0 2-816-16,-1-1-160 16,2 0-48-16,-2-1 0 0,0 0-384 0,0 0-80 0,1-1 0 15,0-3-16-15,0-1-224 0,1 0-32 0,0 0-16 0,2-3 0 16,-1 0-128-16,1-2-32 0,1 0 0 0,0-3 0 16,2 0-128-16,1-2 0 0,0-2 0 0,1 1 128 15,1-2-128-15,0-1 0 0,2-1 0 0,0-1 0 16,1 0 0-16,0 0 0 0,0-2-144 0,0 0 144 15,0 2 0-15,1 0-128 0,-2-2 128 0,0 4 0 0,1 1-144 0,-3 4 144 16,0 0 0-16,-2 3-144 16,0 2 144-16,-1 2 0 0,-2 3 0 0,0 2 0 15,0 0 0-15,-2 3 0 0,-1 2 0 0,0 1 0 0,-1-1 0 16,0 0 0 0,0 0 0-16,-1 0 0 0,0 0 0 0,1-2 0 0,0 1 0 0,-1-4 0 15,2 1 0-15,0-4 0 0,2-1 128 0,0 1-128 0,0-3 0 0,0 1 0 16,1-4 0-16,1 1 128 0,0-1-128 0,1-1 0 15,1-3 0-15,1-1 0 0,0 2 0 0,2-5 0 16,1 1 0-16,1-1 0 0,2-1 0 0,0-1-208 16,2-3 48-16,-1 1 16 15,1 0-832-15,-3 0-176 0,1 2-16 0,-2 2-16 16,0 1 208-16,-1 1 32 0,-2 2 16 0,1 1 0 0,-2 2 640 0,0 1 128 0,-2 4 32 0,-1 1 0 16,-1 4 128-16,-1 1 128 0,-1 5-128 15,-1 2 176-15,-1 1 272 0,-2 3 48 0,0 0 16 0,1-3 0 16,-2 1 16-16,2-2 16 0,-1 1 0 0,1-2 0 15,1-2-64-15,1-2-16 0,1-1 0 0,2-3 0 16,2-3-240-16,0 0-48 0,1-1-16 0,2-4 0 31,-2-1-336-31,4-3-64 0,0 0-16 0,1-3-14864 0</inkml:trace>
  <inkml:trace contextRef="#ctx0" brushRef="#br0" timeOffset="95934.46">14283 4422 5519 0,'1'-7'496'0,"-1"2"-496"16,1 2 0-16,-1 0 0 0,0 3 1824 0,0 0 272 15,-1 1 48-15,1 1 16 0,-1 0 400 0,-1 1 96 16,-1 3 16-16,1 3 0 0,-1 0-1008 0,-1 2-192 16,0 1-32-16,1 2-16 0,-1 1-784 0,0-1-144 15,1 1-48-15,0 0 0 0,-1 3-96 0,0 0-32 16,0 4 0-16,0 1 0 0,0-1 0 0,1 1-16 15,-1 1 0-15,0-2 0 0,2-2-64 0,0-2-16 0,-1 0 0 16,1-4 0-16,2-2-224 0,0-4 0 0,1-1 0 16,0-2 0-16,0-1 0 0,1-3 128 0,-1 0-128 0,-1-2 0 15,2 0 0-15,-1-1 0 0,0-3 0 0,1 0 0 16,-1-2 0-16,0 0 0 0,1-1 0 0,-1 2 0 16,0-2 0-16,0-1 0 0,-1 0 0 0,2-3 0 15,0 0 0-15,0 0 0 0,2 0 0 0,0 0 0 16,1 0 0-16,1 3 0 0,2-2 0 0,-1 1 0 15,1 2 0-15,1-1 0 0,0 4 0 0,1-1 0 16,-2 1 0-16,1 3 0 0,0-1 0 0,0 3 0 0,0 0 0 16,-1 2 0-16,-1 1 144 0,-1 2-144 0,-6-5 0 0,0 0 0 15,0 0 128-15,0 0-128 0,12 46 0 0,-14-33 0 16,-2 0 0-16,-3 2 0 0,0-1 0 0,-1-2 0 16,-2 0 0-16,1-1 0 0,0-1 0 0,0 0 128 15,-1-4-128-15,1 2 0 0,-1-1 0 0,1 0 0 16,-1-4 128-16,3 1-128 0,0-4 0 0,2 0 0 15,2-2 0-15,1-1 0 0,1-1 0 0,2-1 0 16,2-2-160-16,1 0 160 16,2 0-1472-16,2-1-192 0</inkml:trace>
  <inkml:trace contextRef="#ctx0" brushRef="#br0" timeOffset="96281">14433 4668 11967 0,'-2'0'528'0,"2"0"112"0,-1 0-512 0,0 0-128 15,1 2 0-15,0-2 0 0,0 0 2448 0,0 2 464 0,0 0 96 0,1 1 0 16,2 0-256-16,2-1-64 0,1-2-16 0,3-2 0 16,0-1-1712-16,1-2-352 0,1 1-64 0,1-3-16 15,1 0-368-15,0-1-160 0,0-1 128 0,-1 0-128 16,1 1 0-16,-2-1 0 0,-1 2 0 0,-2-1 0 16,-2 2 0-16,-2 0-144 0,-1 2 144 0,-1-1-208 15,-2 0-432-15,-3 1-96 0,-1 1-16 0,-3 1 0 16,1 2 160-16,-4 0 16 0,-1 0 16 0,-1 2 0 0,0 1 384 0,0 1 176 15,-1 4-160-15,1-2 160 0,0 2 0 0,1 2 0 16,2 1 128-16,-1 1-128 0,1 2 656 0,3-1 32 16,-1 3 0-16,2-2 0 0,3 0 48 0,2-2 16 15,1-2 0-15,2-1 0 0,2-2-160 0,0 0-16 16,1-2-16-16,1-3 0 0,0 1-400 0,0-1-160 16,2-2 128-16,-1-3-128 0,1 1 0 0,0 0 0 15,-1 0 0-15,0-3 0 0,2 2 0 0,-1-1-272 0,0-3 32 16,1 3 16-1,0-2-1968-15,0 1-400 0</inkml:trace>
  <inkml:trace contextRef="#ctx0" brushRef="#br0" timeOffset="96614.57">14713 4582 3679 0,'-1'2'320'0,"-1"-2"-320"15,1 0 0-15,1 1 0 0,0-1 1728 0,0 2 256 16,-1-2 64-16,0 1 16 0,1 0 400 0,0 0 80 0,1 1 16 15,2-2 0-15,0 0-1344 0,2 0-256 0,1-2-48 0,0 0-16 0,1 1-592 0,2-1-128 16,0 1-32 0,-1 1 0-16,1 0-144 0,-3 1 0 0,2 2 0 0,-2 1 0 0,-1 0 0 0,-1 4 0 15,-1-1 0-15,-1 2 0 0,-1 2 0 0,-2 0 0 16,0 1 0-16,-2 0 0 0,1 2 0 0,-3 0 0 16,-1-2 0-16,0-1 0 0,-1-1 0 0,1-1 0 15,-1-1 144-15,1-2-144 0,-1-1 512 0,2-2 16 16,0-3 16-16,2 0 0 0,2-2 192 0,0-1 32 15,1-3 16-15,1 0 0 0,0-3-176 0,1-1-32 16,3 0-16-16,0-1 0 16,2-1-160-16,1-3-16 0,3 1-16 0,-1 0 0 0,0 0-160 0,0 2-16 0,1 0-16 0,-1 0 0 15,3-2-176-15,0 0-192 0,0 1 32 0,0 1 16 32,-1 1-1520-32,0 2-288 0</inkml:trace>
  <inkml:trace contextRef="#ctx0" brushRef="#br0" timeOffset="97135.87">15198 4488 9215 0,'0'-10'400'16,"0"3"96"-16,1 0-496 0,-1 2 0 0,0 3 0 0,0 1 0 0,-1-1 2272 0,1-2 352 16,0-1 80-16,-2 0 16 0,-1 0 160 0,-2 1 48 15,1 3 0-15,-3 1 0 0,-1 5-1520 0,-2 0-288 16,-1 0-64-16,-1 3-16 15,1 0-432-15,-2-1-96 0,-1 4 0 0,0 0-16 0,0 1-256 0,1-2-48 0,0 1-16 0,1 1 0 32,2-3 80-32,2 1 32 0,1-3 0 0,4 0 0 0,0-2-32 0,2-2 0 0,1 1 0 0,2-2 0 15,2 1-256-15,0-1 0 0,4-1 0 0,1 0 0 16,2 2 0-16,1-3 0 16,2 1 0-16,-14-1 0 15,30 4 0-15,-30-4 0 0,0 0 0 0,45 11 0 16,-45-11 0-16,0 0 0 0,37 14 0 0,-37-14 0 0,0 0 0 0,0 0 0 15,0 0-128-15,0 0 128 0,0 0 0 0,0 0 0 16,0 0 0-16,18 43 0 0,-26-38 0 0,-2 2 0 16,-1 0 0-16,-3 0 0 0,-1-2 0 0,0 0 0 15,0 2 128-15,0-3-128 0,1-1 0 0,1 0 0 16,1-1 0-16,2-1 0 0,2-1 0 0,3-1 0 16,1-1 0-16,4-3 0 15,2 1-432-15,3-4-80 0,2 1-32 0,3-5-15632 0</inkml:trace>
  <inkml:trace contextRef="#ctx0" brushRef="#br0" timeOffset="97545.62">15380 4267 12895 0,'-1'-3'1152'0,"0"0"-928"0,1 2-224 0,-1 1 0 16,1 1 1952-16,0-1 352 0,-1 0 64 0,0-1 0 15,-1 1 112-15,0 0 16 0,1 2 0 0,-1 3 0 16,1 2-1552-16,0 1-304 0,1 5-64 0,-1 2-16 15,1-15-192-15,0 35-48 0,-1-16 0 0,1 3 0 16,-1 1-80-16,-1 1-32 0,-1 2 0 0,-1 0 0 16,0 0-64-16,-1-4-16 0,0 0 0 0,1-2 0 15,0-1-128-15,0-2 0 0,1-3 0 0,1-4 0 0,0-1 192 16,1-4-64-16,1 0 0 0,1-3 0 0,-1-2 192 0,2-2 16 16,0-1 16-16,-1-2 0 0,2-1-96 0,0-2-32 15,1-1 0-15,0-1 0 0,2-1-224 0,-1 1 144 16,0-2-144-16,2 0 128 0,1-1 0 0,-1 0 0 15,2 0 0-15,-2 2 0 0,1 4-128 0,-1 0 0 16,2 0 144-16,0 2-144 0,0 1 0 0,-2 4 0 16,1 0 0-16,-2 4 0 0,0 1 0 0,-6-5 0 15,0 0 0-15,0 0 0 0,0 0 0 0,14 47 0 0,-14-35 0 16,0-12 0-16,-1 28 0 0,0-16 0 0,0-1 0 0,-1 0 0 16,0-2 0-16,0-1 0 0,0 1 0 0,-1-4 0 15,2 2 0-15,0-5 0 0,0 1 0 0,1-1 128 16,1-2-128-16,1 0 0 0,1-2 0 0,0-1 0 15,2-1-208-15,1-2-16 0,1 0 0 0,2-1-16576 16</inkml:trace>
  <inkml:trace contextRef="#ctx0" brushRef="#br0" timeOffset="97893.24">15706 4428 4607 0,'-3'-1'400'0,"1"0"-400"0,1 1 0 0,1 0 0 15,0 0 2368-15,0-2 384 0,0 2 64 0,0-3 32 16,0 0 576-16,1 1 112 0,2 0 32 16,1-3 0-16,1 3-1616 0,2-3-320 0,-1 3-64 0,2-1-16 15,-1 1-832-15,1-1-160 0,0 1-48 0,-2 1 0 16,1 1-512-16,-3 0 0 0,0 1 0 0,-1 1-144 31,-1 3-1088-31,-3-1-224 0</inkml:trace>
  <inkml:trace contextRef="#ctx0" brushRef="#br0" timeOffset="98034.88">15688 4544 10127 0,'0'2'448'0,"0"-2"96"0,0 1-544 0,-1-1 0 15,1 2 0-15,0-2 0 0,-1 3 1856 0,1-1 272 16,-1 0 48-16,1 3 16 0,-1 0 288 0,0 2 48 16,1 1 16-16,0-1 0 0,0 1-1424 0,1 0-288 15,0-1-48-15,0 0-16 0,1-2-608 0,1 0-160 16,2-1 0-16,-2-4-13280 15</inkml:trace>
  <inkml:trace contextRef="#ctx0" brushRef="#br0" timeOffset="98318.59">15903 4465 12895 0,'1'1'576'0,"-1"1"112"0,0-2-560 0,-1 1-128 0,1 1 0 0,-1 0 0 16,1-1 1728-16,-1 3 320 0,0-2 64 0,-1 6 16 31,-1-2 96-31,1 4 16 0,-1-3 0 0,1 2 0 0,1 3-512 0,-2 0-112 0,0 2-16 0,0 1 0 16,-1 4-512-16,0-2-128 0,-1 6 0 0,0 3-16 15,-2 2-528-15,1 1-96 0,-1 2-32 0,1-1 0 16,-1-1-96-16,2 0-32 16,0-3 0-16,1 0 0 0,2-5-160 0,2-21 128 0,0 39-128 0,0-39 128 0,0 0-128 0,7 39 0 15,-7-39 0-15,0 0 0 0,0 0 0 0,0 0 0 16,0 0 0-16,32 7 0 15,-26-13-688-15,-1-2-16 16,-1-2 0-16,0 1 0 0,0-4-1728 16,-2 0-336-16,-1 1-80 0,-2-2-10704 0</inkml:trace>
  <inkml:trace contextRef="#ctx0" brushRef="#br0" timeOffset="98555.49">15815 4482 1839 0,'4'-4'160'0,"-1"-1"-160"0,-1 1 0 0,1 3 0 0,-1 1 1728 0,2-2 304 15,1 0 64-15,6-5 16 0,3 0 976 0,4 0 208 0,1 2 32 0,-1 2 16 32,1-2-1136-32,-2 3-224 0,1 1-64 0,-1 1 0 0,-1-1-992 0,-1 1-208 15,-1 1-32-15,-1 0-16 0,-2 2-224 0,-1 1-64 0,-1-1 0 0,-4 2 0 32,-1 2-144-32,-2 0-48 0,-1 2 0 0,-3-1 0 0,-3 3 128 0,0-4 0 0,0 3 16 0,-3-3 0 31,-2 4-96-31,-4 1-32 0,-4 2 0 0,-2-1 0 0,-3 3-208 0,0-4 0 0,1 0 128 15,0-3-128-15,3-1-176 16,4-2-80-16,4-3 0 0,5-1-15024 16</inkml:trace>
  <inkml:trace contextRef="#ctx0" brushRef="#br0" timeOffset="104368.6">16437 4426 11967 0,'0'0'1072'0,"0"0"-864"0,0-2-208 0,0 2 0 0,0 0 1104 0,0-2 176 15,2 1 48-15,1-2 0 16,2 0 32-16,0 0 16 0,4-2 0 0,-1 0 0 0,1 3-480 0,2-3-80 16,1 2-32-16,1 1 0 15,0 0 64-15,2-2 16 0,2 1 0 0,0 0 0 0,0 1-304 0,3-3-64 16,-2 0-16-16,1-3 0 0,-1 0-336 0,0-1-144 16,-1 1 128-16,-2 0-128 0,-2-1 0 0,-2 3-176 15,-2-2 16-15,-3 2 0 16,-1 1-576-16,-2 2-112 0,-3 1-32 0,-1 0 0 15,-3 2-224-15,0 0-48 0,-3 2-16 0,-1 2 0 32,-1-1 80-32,-1 3 32 0,-1 0 0 0,1-1 0 0,0 1 688 0,0 0 144 0,1 0 32 0,3 0 0 0,0-2 352 0,2 1 80 0,2-2 16 0,-1 1 0 31,1-2 480-31,0 0 96 0,1 1 32 0,-1-2 0 16,1 3 144-16,-1-2 16 0,0 1 16 0,-1 4 0 15,-1-2 272-15,0 4 48 0,-1 3 16 0,-1 0 0 16,1 0-288-16,-2 4-48 0,-2 3-16 0,1 0 0 0,1-3-416 0,-2 1-96 0,-1 5 0 0,-1 3-16 0,-1-1-144 15,3-2-32 1,2-1 0-16,1-4 0 0,3-2-128 0,0-2-16 16,2-1-16-16,1-5 0 0,1 2-160 0,0-4 0 15,1 0 0-15,-1-3 0 0,2 0 0 0,-1-2 0 16,1 0 0-16,-1 0 0 16,1-2-592-16,0 1-112 15,0 0 0-15,1-4-15040 0</inkml:trace>
  <inkml:trace contextRef="#ctx0" brushRef="#br0" timeOffset="104545.16">16501 4620 1839 0,'-1'-2'160'0,"0"0"-160"16,1 2 0-16,0-2 0 0,1 2 1920 0,0-1 368 15,-1-1 64-15,2-1 16 0,2 1 768 0,1-3 144 16,2-2 48-16,2 1 0 0,2 0-1008 0,1-1-192 0,2 0-32 0,2 0-16 16,0 0-1088-16,0-1-224 0,-1 2-32 0,0-1-16 15,3-1-528-15,1-1-192 0,-1 2 144 0,-1 0-144 31,-1-1-320-31,-3 4-160 0,-3-1-32 0,0 0-13488 0</inkml:trace>
  <inkml:trace contextRef="#ctx0" brushRef="#br0" timeOffset="104957.95">16879 4453 4031 0,'2'-5'0'0,"-1"2"176"0,0 0-48 16,0 1-128-16,-1 2 0 0,0 0 0 0,-1 0 0 0,0 0 0 0,0 0 2176 0,-1 2 320 15,-1-1 64-15,-1 3 0 0,-2 2-384 0,-1 0-64 16,1 3-32-16,-2 2 0 0,0 0-464 0,0 3-80 16,1-2-32-16,1 1 0 15,-1 1-304-15,2-1-64 0,0 1-16 0,2-2 0 0,2-1-304 0,0-3-64 16,2 0-16-16,1-3 0 0,2-1-352 0,1-3-64 16,1-1 0-16,2-1-16 0,1-4-128 0,1 0-32 15,1-1 0-15,0-2 0 0,2-2-144 0,0-1 0 16,-1 1 0-16,0 1 128 15,0-2-496-15,2 0-96 0,0-1-32 0,0-1 0 16,-2 3-864-16,-2-1-176 0,1 1-48 0,-3 0 0 16,-1 1 688-16,-2 2 128 0,-1 0 16 0,-2 4 16 0,-1-1 544 0,-1 3 192 0,0 1 0 0,-1 3-144 15,-2-1 272-15,0 3 48 0,-1 2 16 0,0 0 0 16,-1 2 672-16,-1 1 144 0,2 0 16 16,-2 1 16-16,3-1-208 0,-1-1-64 0,1 3 0 0,0 1 0 15,1 0-48-15,2-13-16 0,0 0 0 0,0 0 0 16,0 0-144-16,4 40-48 0,1-35 0 0,1-4 0 0,3-1-256 0,-1-1-64 15,1-3-16-15,0 1 0 0,-1 1-176 0,2-5 0 16,1 2 0-16,0-2-176 16,1 0-1184-16,-1-1-240 0,-1 2-64 0,0-2-12800 0</inkml:trace>
  <inkml:trace contextRef="#ctx0" brushRef="#br0" timeOffset="105352.17">17200 4433 911 0,'1'-5'0'0,"0"1"0"0,0 1 0 0,-1 0 0 15,1 3 1664-15,-1 0 256 0,0 0 64 0,0-2 0 0,2 1 944 0,-1 0 192 16,1-1 32-16,0 2 16 0,-1 0-832 0,-1 2-160 0,0 2-48 0,-1 0 0 16,-1 2-320-16,-1 4-64 0,1 0-16 0,-3 3 0 15,0-1-672-15,1 0-144 0,-1-3-16 0,-1 1-16 16,0 3-368-16,-2 0-64 0,0 0 0 0,1-1-16 16,-1-1-144-16,2-2-32 0,0-2 0 0,2-2 0 15,0 0-48-15,1-3-16 16,1-2 0-16,1 0 0 0,2-1-192 0,1-2 128 0,1 0-128 0,1-2 0 15,0-2 0-15,3 0 0 0,1-2 0 0,0 0 0 0,0 1 0 0,0-2 0 16,2-2 0-16,2-2 0 16,0 2 0-16,-1-2 0 0,0 2 0 0,-1 0 0 0,1-2-192 0,-1 2 192 31,0 1-192-31,0 2 192 0,1 1-208 0,-1 3 64 0,0 0 16 0,0 3 0 0,-1 1 128 0,-1 2 0 16,0 1 0-16,-2 3 0 15,1-1 0-15,-3 2 0 0,0 2 0 0,-4-8 0 0,0 0 0 0,0 0 0 0,0 0 0 16,3 49 128-16,-5-39-128 0,-1 1 0 0,-1 1 0 15,0-3 0-15,-1 1 0 0,1-1 144 16,-1 1-144-16,0-1 0 0,2-1 128 0,0-2-128 0,2-1 0 0,1-2 0 16,1-1 0-16,2-2 0 0,0-2 0 15,3-1-11632 1,-1 1-2320-16</inkml:trace>
  <inkml:trace contextRef="#ctx0" brushRef="#br0" timeOffset="105651.48">17613 4466 7359 0,'3'-2'656'0,"-1"0"-528"0,-1 1-128 0,-1-1 0 0,1 2 1664 15,0-3 288-15,0 1 64 0,2-2 16 0,0-4 320 0,1-1 64 16,0 0 16-16,-2 0 0 0,-1-1-1056 0,-1 2-208 16,0 1-32-16,-1 0-16 0,0 2-576 0,-2 1-112 15,-1-1-32-15,-1 5 0 0,-1 0 48 0,-1 2 16 16,-2 3 0-16,-1-1 0 0,-2 5-256 0,-1 0-48 15,-1 3-16-15,0 2 0 0,1 0-144 0,2 1 0 16,2-2 0-16,0 3 0 0,4-3 160 0,-1 1-160 16,6-14 192-16,0 0-192 0,0 0 704 0,0 40 16 0,0-40 16 15,0 0 0-15,0 0 32 0,35 19 0 0,-22-19 0 16,0-2 0-16,1-1-480 0,-1-1-96 0,2-1 0 0,1-2-16 16,1 0-176-16,-1-3 0 0,2 0 0 15,-1 1 0 1,0 0-1520-16,-2 1-176 0,0 2-32 0,-1-2-13152 0</inkml:trace>
  <inkml:trace contextRef="#ctx0" brushRef="#br0" timeOffset="106013.96">17957 4244 4607 0,'1'-3'400'0,"1"1"-400"16,-1 1 0-16,-1 1 0 0,0 0 2000 0,0-2 320 15,1 2 64-15,0-2 16 0,0 0 544 0,0-1 96 16,-2 3 32-16,-1 0 0 0,0 2-736 0,-1 1-144 16,-2 1-16-16,-1 4-16 0,0-1-832 0,-1 4-176 15,0 4-16-15,-1 1-16 0,-2 3-592 0,2 1-112 16,0 1-32-16,-1 2 0 0,9-23 16 0,-15 44 0 15,15-44 0-15,-9 43 0 0,9-43-96 0,0 0-32 16,-1 44 0-16,1-44 0 0,0 0-272 0,0 0 128 16,23 38-128-16,-23-38 0 0,0 0 0 0,27 12 0 15,-17-10 0-15,-2-5 0 0,1 1 0 0,1-2 0 0,0-4 0 0,-2 2 0 32,-1 0-304-32,-2 0-112 0,2-2-32 0,-3-1 0 0,1-1-1728 15,-2 2-368-15,-1-1-64 0,0 1-16 0,-1-1-1024 16,-2 0-192-16</inkml:trace>
  <inkml:trace contextRef="#ctx0" brushRef="#br0" timeOffset="106204.96">17797 4383 13823 0,'-9'5'608'15,"3"-3"128"-15,2 0-592 0,0 1-144 0,3-3 0 0,1 0 0 0,1 2 2400 0,0-2 448 16,2 1 96-16,2 1 0 0,4-2 208 0,3-2 48 16,2-1 0-16,4-2 0 0,1 1-1600 15,3-4-304-15,0 1-64 0,1-2-16 0,0 1-800 0,-1-1-160 16,-4 1-48-16,0 2 0 15,-2 1-208-15,-1-1 0 0,-2 1 0 0,0 2 0 0,0 1 0 0,-1-1 0 16,-1 1 0-16,-1-1 0 16,-1 3-1840-16,0-2-256 0,0 1-48 0,-2 0-13904 0</inkml:trace>
  <inkml:trace contextRef="#ctx0" brushRef="#br0" timeOffset="106344.62">18175 4305 6447 0,'2'-2'576'0,"0"1"-576"0,0 1 0 0,0-2 0 16,-1 2 2336-16,1 0 352 0,2-2 80 0,4-3 16 15,1 2 304-15,2-3 64 0,1 1 16 16,-1 0 0-16,-1 0-1888 0,1 0-368 0,-3 2-80 0,0 0 0 16,-1 0-832-16,-2 3-352 0,1-2 32 0,-3 4-13056 15</inkml:trace>
  <inkml:trace contextRef="#ctx0" brushRef="#br0" timeOffset="106534.11">18204 4367 9215 0,'-2'0'400'0,"1"0"96"16,3 0-496-16,-2-1 0 0,0 1 0 0,1 0 0 16,-1 0 2208-16,1 0 352 0,0 0 64 0,0 1 0 15,0 3 448-15,-2-1 96 0,0 1 16 0,-1 4 0 0,-1 1-1152 16,-1 0-240-16,-2 3-32 0,1 0-16 0,-1 0-960 0,1 0-192 16,-2 1-32-16,1 0-16 0,1-1-352 0,5-12-192 15,0 0 192-15,0 0-192 0,0 0 0 0,-2 38 0 16,7-34 0-16,1-4 0 15,3 0-1536-15,0 0-224 0</inkml:trace>
  <inkml:trace contextRef="#ctx0" brushRef="#br0" timeOffset="107280.22">18379 4383 12895 0,'3'-2'576'0,"-1"0"112"0,-1 1-560 0,0 1-128 0,-1 0 0 0,-1 0 0 15,0 0 1696-15,0 1 304 0,0 3 64 0,-2-1 16 16,-1 3 304-16,-3 2 64 0,0 1 16 0,-1 0 0 15,0 3-672-15,1-2-128 0,-1 2-16 0,3-3-16 16,1 1-448-16,1-1-96 0,3-3 0 0,1-1-16 16,2-2-656-16,0 0-128 0,2-1-32 0,1-2 0 15,0 0-256-15,1-2 0 16,0 0 128-16,2-1-128 0,-1 1 0 0,-1-3 0 0,2 2 0 0,-2-3 0 16,0 1 0-16,-1 0 0 0,2-2 0 15,-3 1 0-15,3 0 0 0,-3-1 0 0,1 0-160 0,-1 0 160 0,-1-1-368 0,-1-1 0 16,-1 1 0-16,-2-1 0 15,0 1-112-15,-2 0-32 0,-1-2 0 0,-2-1 0 0,0 2 304 0,-2 1 48 16,-1 3 16-16,-1 0 0 0,-1 2 144 0,0 2 0 16,-1 1 0-16,1 0-128 0,-1 2 128 0,1 3 0 15,0 0 0-15,3-1 0 0,1 2 0 0,1 0 0 16,1 0 0-16,2 0 0 0,1-1 0 0,2-2 176 0,2 1-176 0,2-4 192 16,0 0-64-16,3 0-128 0,1 0 192 15,1-5-64-15,0 3 64 0,2-3 0 0,0 0 0 16,1 0 0-1,-1-1-64-15,1-1-128 0,0 2 192 0,1-3-64 0,-1 4-128 16,0-4 0-16,0 2 0 0,-1 1 0 0,-1-1 0 0,1 1 0 16,-3 2 0-16,0 0 0 0,-1 2 0 0,-2 0 0 15,0 1 0-15,-2 2 0 0,1 0 0 0,-2 2 0 16,-2 2 0-16,0 1 0 0,0 0 0 0,-1 1 128 16,-1-1-128-16,0 2 0 0,0 3 144 0,-2-2-144 15,-1 1 160-15,-1 1-160 0,1 0 192 0,-2 0-64 16,0-1-128-16,-1-1 192 0,2 2 112 0,-1 0 16 15,0-3 0-15,0-1 0 0,2 1-32 0,2-5 0 16,-1 2 0-16,2-3 0 0,1-2-160 0,0 1-128 0,1-2 192 16,0 0-192-16,1 0 128 0,0-3-128 0,2 0 0 15,0 0 0-15,1-2 0 0,1 1 0 0,0-4 0 0,1 2 0 16,-1 0 0-16,3-2 0 0,-1 0 0 0,1-2 0 16,2 1 0-16,-1-2 0 0,0 1 0 0,0-2 0 15,-1 0 0-15,2 0 0 0,-2 0 0 0,0 0 0 16,0 1-176-16,1 1 176 15,-3 3-192-15,1-3 192 0,-2 6-144 0,0-1 144 0,-1 3 0 0,0 1-144 16,-1 2 144-16,-2 1 0 0,2 3 0 0,-2-1 0 16,1 4 0-16,-2-1 0 0,-1-7 0 0,0 0 0 15,0 0 0-15,-2 42 0 0,2-42 0 0,0 0 0 0,-8 38 0 16,5-25 0-16,3-13 0 0,-11 30 0 0,11-30 0 0,-11 28 0 16,11-28 0-16,0 0 0 0,-7 34 0 0,6-27 0 15,2 0 0-15,1-3 0 0,1-1-144 0,0-1-112 16,1-2 0-16,1 0-17584 15</inkml:trace>
  <inkml:trace contextRef="#ctx0" brushRef="#br0" timeOffset="107849.72">19448 4118 10127 0,'-1'-5'896'0,"0"0"-704"0,1 1-192 16,-1 1 0-16,0 3 976 0,0-2 176 0,0 1 16 0,1 1 16 16,-2-3 1184-16,0 0 224 0,-3 0 48 0,0 1 16 15,-1 2-864-15,-1 2-160 0,-1 3-32 0,-1 0-16 16,-1 4-560-16,-2 4-128 0,-1 0 0 0,0 4-16 16,-1 2-288-16,-1 0-48 15,-1 4-16-15,0 3 0 16,1 0-16-16,2 0-16 0,0 1 0 0,0-3 0 0,4 1 176 0,9-25 32 15,-11 36 16-15,11-36 0 0,0 0-288 0,0 0-64 0,10 50-16 0,-10-50 0 16,0 0-224-16,32 22-128 0,-32-22 128 16,29 12-128-16,-11-7 0 0,0-1 0 0,-1 0 0 0,0-1 0 0,-1-1-256 0,-1 0-80 15,-1-1-16-15,-1 1-17312 16</inkml:trace>
  <inkml:trace contextRef="#ctx0" brushRef="#br0" timeOffset="108560.97">19607 4170 10815 0,'0'-5'240'0,"0"3"48"0,0 1 16 0,0 1 0 0,0 0-304 0,0 0 0 0,-1 3 0 0,1-1 0 16,0 2 2656-16,-2 2 480 0,0 3 80 0,2-9 32 15,0 0-1296-15,-10 40-256 0,10-40-48 0,-10 36-16 31,10-36-432-31,-10 40-96 0,10-40-16 0,-10 38 0 0,10-38-160 0,-8 36-32 16,8-36-16-16,0 0 0 16,-6 38-416-16,5-31-80 0,1 0 0 0,2-4-16 0,0-1-368 0,1-2 144 15,0-2-144-15,1-1 0 16,1-1 176-16,0-4-176 0,0 1 160 0,0-2-160 16,1-1 128-16,0-2-128 0,-1 0 0 0,0 0 0 15,-1-2 0-15,1 0 0 0,-1-2 0 0,0 0 0 0,0-1 0 0,0 0 0 16,0 0 0-16,0 0 0 0,0-1 0 0,0 1 0 15,1 0 0-15,0 2 0 0,0 2 0 0,1 1 0 16,-1 3 0-16,1 4 0 0,0 0 0 0,-1 3 0 16,0 4 0-16,-2-1 0 0,2 3 0 0,-1 0 176 15,-1 2-32-15,-3-6 0 0,0 0 224 0,0 0 32 16,14 42 16-16,-14-42 0 0,0 0-128 0,13 54-32 16,-13-54 0-16,0 0 0 0,12 60-80 0,-12-60-32 15,0 0 0-15,10 55 0 0,-10-55-144 0,0 0 0 16,0 0 0-16,14 51 0 0,-14-51 0 0,0 0 0 15,0 0 128-15,0 0-128 0,0 0 0 0,0 0 0 0,0 0 0 16,0 0 0-16,0 0 0 0,0 0 0 0,27 12 0 16,-24-19 0-16,0-2 0 0,1-1 0 0,0-2 0 0,2 0 0 15,0-2 0-15,0-2 0 0,1-1 0 0,1-2 0 16,-1 3 0-16,2-4 0 0,0-1 0 0,0 0 0 16,0 0 0-16,1 2 0 0,-1-2-144 0,0 4 144 15,0 1 0-15,-2 6-128 0,0-1 128 0,-2 3 0 16,-1 3 0-16,0 3 0 0,-1 0 0 0,0 2 0 15,-1 0 0-15,-1 2 0 0,1 0 0 0,-1 0 0 16,0 3 0-16,-1 0 0 0,1 0 0 0,0 2 0 0,-1-7 0 0,0 0 0 16,0 0 0-16,0 0 0 0,7 54 0 0,-7-54 0 15,0 0 0-15,3 50 0 0,-3-50 0 0,0 0 0 16,0 57 0-16,0-57 0 0,-1 40 0 0,1-40 0 16,0 0 0-16,-2 52 0 0,2-52 0 0,0 0 128 15,0 0-128-15,2 48 0 0,-2-48 0 0,0 0 0 16,0 0 0-16,0 0 0 0,0 0 0 0,0 0 0 15,0 0 0-15,0 0 0 16,0 0-416-16,0 0-80 0</inkml:trace>
  <inkml:trace contextRef="#ctx0" brushRef="#br0" timeOffset="108843.54">20197 4130 4607 0,'-1'-3'192'0,"0"0"64"0,1 1-256 0,-1 2 0 0,1-1 0 0,0 1 0 16,0 0 1984-16,0 0 368 0,1-1 64 0,0 1 16 15,1 0-176-15,1-2-16 0,1 0-16 0,-1 1 0 16,3 1-768-16,-1-2-160 0,4 2-16 0,0-3-16 16,1 1-304-16,0 1-64 0,3 0-16 0,0-2 0 15,0 1-496-15,1-1-80 0,0 1-32 0,1 0 0 16,1 0-272-16,0-1 160 0,-2 0-160 0,0 1 128 15,-1 0-128-15,-1 2 0 0,-3-2 0 0,-2 2 0 0,-2 0 0 0,-2 2 0 16,-2-2 0-16,-2 2-176 16,-2 0-720-16,-3 2-160 0,0 0-32 0,-3 0-11184 15</inkml:trace>
  <inkml:trace contextRef="#ctx0" brushRef="#br0" timeOffset="109054.27">20321 4103 1839 0,'1'-2'160'0,"-1"-1"-160"0,1 1 0 0,-1 2 0 16,1 0 1856-16,-1 0 352 0,1-1 64 0,0 0 16 15,1-1 608-15,-1 2 128 0,0 0 32 0,-1 3 0 32,0 1-480-32,-1 4-80 0,1-8-32 0,0 0 0 0,0 0-1104 0,-8 49-208 15,8-49-64-15,-8 40 0 0,8-40-320 0,-9 48-80 0,9-48-16 0,-10 54 0 16,10-54-128-16,-10 52-32 0,10-52 0 0,-7 42 0 16,7-42-224-16,0 0-48 0,-6 51-16 0,6-51 0 0,0 0-224 15,0 0 0 1,4 43 0-16,-4-43 0 0,0 0 0 0,0 0 0 0,0 0 0 0,0 0 0 0,0 0-176 0,20 6-16 15,-18-10-16-15,2-4 0 16,-1 2-1952-16,-1-2-384 0</inkml:trace>
  <inkml:trace contextRef="#ctx0" brushRef="#br0" timeOffset="109259.54">20274 4360 8287 0,'1'-3'368'0,"-1"0"80"0,1 0-448 0,-1 2 0 0,0-1 0 0,0 2 0 0,1 0 1600 0,0-2 224 0,0-1 48 0,1 0 16 31,0 1 480-31,0-2 112 0,1 1 16 0,1-2 0 16,0 3-736-16,-1 0-144 0,3-1-16 0,0-2-16 16,2 3-688-16,0-2-144 0,3 1-32 0,1-2 0 15,2 1-416-15,1-1-96 0,1 1-16 0,1-1 0 16,1 0-192-16,-1 0 0 0,-1 2 0 0,-1-2 0 16,0 2-176-16,-2 0-16 0,1-2-16 0,-2 2-14256 15</inkml:trace>
  <inkml:trace contextRef="#ctx0" brushRef="#br0" timeOffset="109497.38">20668 4058 4607 0,'0'0'400'0,"0"0"-400"16,1 2 0-16,0-2 0 0,0 1 1584 0,0-1 224 15,0 2 48-15,2-1 16 0,1 3 912 0,3-2 176 16,2 3 48-16,1 0 0 0,-10-5-320 0,24 12-64 15,-10-6-16-15,-14-6 0 0,29 17-688 0,-29-17-128 16,31 19-16-16,-31-19-16 0,28 25-768 0,-28-25-160 0,28 29-16 0,-28-29-16 16,25 34-400-16,-25-34-80 0,0 0 0 0,25 54-16 15,-25-54-96-15,0 0-16 0,5 61 0 16,-5-61 0-16,-14 37-192 0,2-19 0 0,-3-1 128 0,-3 1-128 16,-5-2 0-16,-3 0 0 0</inkml:trace>
  <inkml:trace contextRef="#ctx0" brushRef="#br0" timeOffset="119530.71">7126 6456 1663 0,'4'-3'0'0,"-2"-2"0"0,0 3 0 0,-1-2 144 0,0 3-144 0,-1-1 0 16,1 1 0-16,1-1 0 0,0 0 528 0,0-3 80 15,1-2 16-15,0 2 0 0,-1 0-80 0,1 1-16 16,-2 0 0-16,1 1 0 0,-1 1-48 0,-1 1-16 15,1 1 0-15,-1-2 0 0,0 2-144 0,0 0-16 16,-1 0-16-16,1 0 0 0,-1 0 16 0,0 0 0 16,0 2 0-16,-1-2 0 0,1 3 16 0,-1-3 16 15,1 2 0-15,-2 1 0 0,1-1-80 0,0-1 0 0,-1 2-16 16,0-2 0-16,0 2 16 0,0 1 16 0,-1-2 0 0,1 0 0 16,-1 1-80-16,0 2-32 0,0-2 0 0,0 0 0 15,0 1 32-15,0 0 16 0,0 0 0 0,-2 2 0 16,0 0-80-16,-2 2 0 15,1 1-128-15,-2 0 192 16,0 1-192-16,-2 2 144 0,0 1-144 16,-2 1 128-16,-1 1-128 15,-1 2 0-15,-1 2 0 0,0 3 0 16,-2-1 128-16,1 3-128 0,-2-1 0 0,-1 1 128 16,-2 2-128-16,-1-1 128 0,0 1-128 0,-1 1 128 0,0 2-128 0,0 2 160 0,-2 1-160 0,1 2 160 0,-1-1 32 0,0-1 0 0,2 0 0 0,-2 0 0 0,0 1-64 0,0-1 0 15,3-3 0-15,-1-1 0 0,-1 1 16 0,-3 1 0 16,-1 4 0-16,0-3 0 0,2-1 48 15,0 1 0-15,0 0 0 0,2 0 0 0,2-3 128 0,-1 0 48 16,1 2 0-16,0 0 0 0,2-4 16 0,3 0 16 16,-1 0 0-16,3-2 0 0,1 0-16 0,2-3 0 0,1-1 0 15,1-4 0-15,2-2-208 0,0 0-48 0,0-4-128 16,2 0 192-16,0-4-192 0,2 1 0 0,0-2 0 0,0 0 0 16,1-1 0-16,0-1 144 0,1 0-144 0,1 1 128 15,-1-3 0-15,1 0 0 0,0-1 0 0,1 0 0 16,-1 2-128-16,1-2 160 0,1-2-160 0,0 2 160 15,0 0-160-15,0 0 0 0,0 0 0 0,0 0 0 16,0 2 0-16,0-2 0 0,0 1 0 0,0 1 0 16,0-2 0-16,-1 2 0 0,1-1 128 0,0 1-128 15,0-2 0-15,0 1 0 0,0-1 0 0,0 0 0 16,1 0 0-16,-1-1 0 0,0 1 0 0,1-2 0 0,0 1 144 16,-1 1-144-16,1 0 160 0,0-2-160 0,0 0 0 15,0 1 0-15,0 1 0 0,0 0 0 0,0-2 160 0,0 2-160 16,0 0 160-16,0 0-160 15,0 0 0-15,-1-1 0 0,0 1 0 0,1 0 0 0,0-1 0 0,0 1 0 16,-1 0 0-16,1-2 0 0,0 2 0 0,-1 0 128 16,0-2-128-16,1 2 0 0,0 0 128 0,0 0-128 15,0-1 176-15,-1 1-176 0,1 0 160 0,0 0-160 16,0 1 128-16,0-1-128 0,0 0 128 0,0 0-128 16,2 0 128-16,-1 0-128 0,1-1 160 0,-1 1-160 0,1 0 192 15,1 0-192-15,1-2 192 0,-2 2-64 0,3-2 0 0,-1 1-128 16,1 1 176-16,1-2-176 0,0 2 160 0,1 0-160 31,1-2 0-31,-1 0 0 0,2-1 0 0,0 0 0 0,0 1 0 0,-1 1 0 0,0 0 0 0,0-1 0 16,0 2 0-16,-1 2 0 0,0-2 0 0,-1 2 0 15,0 0 0-15,-2 1 0 0,0 0 0 0,-1 1 0 16,-1-1 0-16,0 1 0 16,0 1 0-16,-2 0 0 0,-1 2 0 0,0-2 0 0,-2 4 0 0,-1-2 0 15,-1 0 0-15,1 3 0 0,-4 2 0 0,1-1 0 16,-2 4 0-16,0-1 0 0,-1 0 0 0,1 2 0 15,2-1 0-15,-2-1 0 0,2 0 0 16,0 1 0-16,2-1 0 0,1 0 0 0,0-2 0 0,3 0 0 0,1-3 0 0,1 0 0 16,1-3 0-16,2-2 0 0,1 1 0 0,-1-3 0 15,2-1 0-15,-1-1 0 0,3 0 0 0,-2-1 0 16,1-1 0-16,1-1 0 0,0 0 0 0,-2 2 0 16,1-4 0-16,-1 3 0 0,0-1 0 0,-2 3 0 15,0-1 0-15,0 2 0 0,-2-1 0 0,0 2 0 16,-1 1 0-16,-1 2 0 0,0-1 0 0,-2 2 0 15,-2 0 0-15,0 4 0 0,-1 0 0 0,-2 2 0 16,0 0 0-16,-2 1 0 0,1 0 0 0,-2 1 0 0,0 0 0 16,1 0 0-16,-1 0 0 0,2-1 0 15,0-1 0-15,1-1 0 16,1 1 0-16,1-3 0 0,0 0 0 0,1 1 0 0,2-3 0 0,1-2 0 0,1 0 0 0,1 0 0 16,2-1 0-16,-1-2 0 0,2-1 0 0,2 0 0 15,-1-1 0-15,2 0-128 0,1-1 128 0,-1 0 0 16,1 1 0-16,1-2 0 0,0 0 0 0,0 0 0 15,1 1 0-15,-1-1 0 0,1-1 0 0,-1 3 0 16,0-2 0-16,-1 2 0 0,1 2 0 0,-2-1 0 16,-2 3 0-16,1-1 0 15,-2-1 0-15,-1 3 0 16,-1 0 0-16,0-1 0 0,-2 3 0 0,-1 0 0 0,0 3 0 16,-3-3 0-16,-1 3 0 0,0 2 0 0,-2 1 0 15,-1 0 0-15,-1 1 0 0,0 2 0 0,-1-1 0 0,-1 0 0 16,2 0 0-16,-2 2 0 0,-1 2 0 0,0-3 0 15,1 4 0-15,1-4 0 0,1 1 0 0,1-3 0 16,2-4 0-16,3 1 0 0,-1-1 0 0,2-3 0 0,2 0 0 0,2-2 0 16,0 0 0-16,2-2 0 0,1-2 0 0,2-2 0 15,-1 0 0-15,4-4 0 0,1-1 0 0,2-2 0 16,-1 1 0-16,2-3 0 0,5-2 0 0,1-2 0 16,1 1 0-16,1 0 0 0,0 1 0 0,-2 2 0 15,-1 1 0-15,1 1 0 0,-1 0 0 0,0 1 0 16,-3 2 0-16,-1-1 0 0,-1 2 0 0,-2-1 0 15,-3 3 0-15,-1 2 128 0,-1 0-128 0,-3 3 0 0,-2 1 0 16,-2 1 0-16,-3 3 0 0,-2 0 0 0,-3 2 0 16,-2 3 0-16,-5 3 0 0,-2 3 0 0,3-5 0 0,-2 2 128 15,-4 4-128-15,-5 3 0 0,-3 3 0 0,-4 3 0 16,-1 2 0-16,-2 2 0 16,1 0-352-16,-1 1-64 0,1-2-16 0,3-1 0 15,3-3 16-15,1-1 0 0,3 1 0 0,-1-1 0 0,3-1 416 0,2-1 0 16,0-3 0-16,3-1 0 0,3-5 0 0,3 1 0 15,3-2 0-15,1-1 0 0,2-4 0 0,2-1 0 16,1 0 0-16,0-4 0 0,1 0 0 0,1-2 0 16,0-2 0-16,1 1 0 0,0-2 0 0,2-2 0 15,-1 0 0-15,0 0 0 0,1-1 0 0,-1-2 0 16,1 3 0-16,-2 0 0 0,2-1 0 0,0-1 0 16,-1 1 0-16,0 2 0 0,0 0 0 0,0-1 0 0,1 0 0 0,-2 1 0 15,2 1 0-15,0-2 0 0,1 1 0 0,-2 1 0 16,2-2 0-16,-1 1 0 0,2 1 0 0,-1-1 128 15,0-1-128-15,0 0 0 0,0 1 0 0,0-1 0 16,0 2 0-16,-1-3 0 0,1 1 0 0,0 1 128 16,-2 0-128-16,2-2 0 0,-1 3 0 0,-1-2 0 15,1 2 0-15,1-3 128 0,-2 1-128 0,2 0 0 16,0 0 160-16,-1-1-32 0,1 0-128 0,1 0 192 16,0 0 0-16,0 0 0 0,0-2 0 0,0 2 0 0,-1 0-192 15,2 0 176-15,-1-2-176 0,1 1 160 0,-1-1-32 16,3 0 0-16,-2 1 0 0,2-1 0 0,1 1 64 0,0-1 0 15,0 1 0-15,-1 1 0 16,1 0-48-16,1 0 0 0,-1-1 0 0,0 3 0 16,-1-1-144-16,2 0 0 0,-1 2 144 0,-1 0-144 0,-2 2 0 0,1 0 0 15,-2 1 0-15,1 0 0 0,-2 1 0 0,1 0 0 16,-1 2 0-16,0-2 128 0,1 3-128 0,-3-2 0 16,1 2 0-16,0 0 0 0,-1-1 0 0,-2 0 0 15,2 1 0-15,-1 0 0 0,1 1 0 16,-1-2 0-16,1 2 0 0,-1-1 0 0,1 0 0 0,1 0 0 15,-1 0 0-15,-1 0 128 0,2-2-128 0,-1 2 0 0,0-1 0 0,-1 0 0 16,2 0 0-16,-1 0 0 0,1 1 0 0,-2 0 0 16,1 2 0-16,0-1 0 0,0 1 0 0,0 0 0 15,0 1 0-15,0-2 0 0,0 1 0 0,0 0 0 16,0 3 0-16,0-4 0 0,0 3 0 0,0-2 0 16,-2-1 0-16,2 2 0 15,0 3 0-15,0-1 0 0,1 3 0 0,-2 1 0 0,2 1 0 0,0 2 0 16,-1 4 0-16,0 1 0 15,1 2 0-15,0 1 128 0,-2 3-128 0,2 1 0 16,-1 2 0-16,0 3 0 0,0 2 0 0,1 3 0 16,1 6 128-16,0 2-128 0,1-2 128 0,-1 1-128 15,1-6 128-15,-1 1-128 0,-2-4 528 0,2 3 48 16,0-2 0-16,-1 0 0 0,2 0 704 0,-1-2 128 16,1-6 48-16,-1-3 0 0,-3-4-1072 0,2-1-224 15,-2-1-32-15,1 1-128 16,0-3-608-16,-2 1-224 0,1-1-64 0,1 1 0 0,-1-1 896 0,-1 0 0 0,0-2 208 0,1 0-32 15,-1-2-176-15,-1-1 192 0,1-2-192 0,-1-1 192 16,1-2-192-16,-1-1 160 0,-1-5-160 0,1 0 160 16,0-1 128-16,0-4 32 0,0 1 0 0,0-2 0 15,0 1 64-15,0-2 0 0,0 2 16 0,0-2 0 16,0 1-128-16,1 1-16 0,0 0-16 0,-1 1 0 16,1 1-240-16,0 0 0 0,-1 2 0 0,1-1 0 15,-1 2 0-15,0-1 128 0,0 1-128 0,0 0 0 16,0 2 0-16,-1-1 0 0,0 0 0 0,0 0 0 15,0 0 0-15,1 1 176 0,-1-3-176 0,0 0 160 16,1 1 0-16,0-2 0 0,-1 2 0 0,0-2 0 16,1-1-160-16,-1 0 192 0,0 1-192 0,1-1 192 15,0 1-192-15,-1 1 0 0,1-2 0 0,-1 1 0 16,1 2 0-16,0-3 0 0,-1 1 0 0,0 1 0 16,0-1 0-16,0 0 128 0,0 0-128 0,1 0 0 0,-1 2 256 0,1-3-16 31,0 0-16-31,0-1 0 0,0 1-48 0,1 0-16 0,-1-1 0 15,1 1 0-15,-1-2-32 0,1 0-128 0,-1 0 192 0,1 0-64 16,-1 0-128-16,0 0 0 0,0-2 144 0,0 1-144 0,-1-1 0 0,0-1 0 16,1 1 0-16,-1 2 128 0,2-1-128 0,-1 0 0 15,1 1 0-15,0 1 0 0,0 0 0 0,0-1 0 0,1 0 0 16,0 2 0 15,0 1 0-31,-1-3 0 0,0 2 0 0,0-1 0 0,0 1 0 0,-1-2 0 0,0 2 0 0,0-2 0 0,0 0 0 16,-1 2 0-16,0-2 0 0,0 1 0 0,0 1 0 15,1-2 128-15,-1 0-128 0,0 0 0 0,0 0 0 16,1 0 0-16,0 0 0 0,0 0 0 0,1-2 0 16,0 1 128-16,1-1-128 0,1 2 128 0,0-4-128 15,2 1 128-15,0 0-128 0,3-1 144 0,2-3-144 0,4 2 160 16,1-4-160-16,4 1 128 0,3-1-128 0,2-1 128 0,4-2-128 16,1 0 160-16,2-2-160 0,3 0 160 0,2-2-160 0,2-1 0 15,-2 0 0-15,1 1 128 0,2-3-128 0,-2 4 0 16,1 1 0-16,-2 3 0 0,-4 6-192 0,-32 5 0 15</inkml:trace>
  <inkml:trace contextRef="#ctx0" brushRef="#br0" timeOffset="120561.15">7216 6410 4607 0,'1'-6'400'0,"0"0"-400"0,0 3 0 0,0-1 0 0,0 2 1104 0,-1 0 144 15,2 1 32-15,-1-2 0 0,0-3 160 0,1 1 32 16,0-2 16-16,-1 0 0 0,0 2-32 0,-2 0-16 15,-1 3 0-15,-1 2 0 16,-2 0-272-16,-3 2-48 0,0 1-16 0,-3 3 0 0,-1 0-208 0,-4 3-32 16,1-1-16-16,-1 1 0 0,-2 1-144 0,-3 3-48 15,-2 0 0-15,-3 3 0 0,-3 1 48 0,-2-1 0 16,1-1 0-16,0 1 0 0,0-2-240 0,3-2-32 16,1 0-16-16,2-2 0 0,4-1-240 0,1 1-48 15,3-4-128-15,3 0 192 0,1 0-192 0,4-3 0 16,4 2 128-16,1-3-128 0,4 0 0 0,1 0 0 0,1-1 0 0,4-1 0 31,2 0-992-31,2-1-96 0,1-1 0 0,3 0-12720 0</inkml:trace>
  <inkml:trace contextRef="#ctx0" brushRef="#br0" timeOffset="120772.61">7149 6441 6447 0,'9'-9'272'0,"-3"4"80"0,1 0-352 0,-4 1 0 0,-1 1 0 0,-1 3 0 16,1-3 1440-16,0 1 224 0,2 0 32 0,1-5 16 15,3 1 336-15,-4 0 80 0,0 1 16 0,-1 1 0 0,-2 2-448 16,-1 1-96-16,0 2 0 0,-2 1-16 0,1 0-464 0,-2 0-96 16,1 3 0-16,0 2-16 15,-1 3-304-15,-1 1-64 0,-1 6-16 0,-1 0 0 16,-1 6-368-16,-1 4-64 0,-1 3 0 0,-2 1-16 0,0 2-16 0,-1-2 0 16,1 2 0-16,0 0 0 0,1-4-160 15,2 0 128-15,0-1-128 0,0 3-14720 0</inkml:trace>
  <inkml:trace contextRef="#ctx0" brushRef="#br0" timeOffset="121530.69">7182 10512 8287 0,'-4'0'736'0,"1"0"-592"16,2 0-144-16,1 0 0 0,0 0 1184 0,-1 0 208 0,-1 0 32 0,-1 0 16 16,-1 0 336-16,1-2 64 0,0-1 16 0,1-2 0 15,2 1 0-15,0-3 0 16,1 2 0-16,1-2 0 0,0 0-384 0,0 2-80 16,1 0-16-16,0 3 0 0,1 0-368 0,-1 2-80 0,2 2-16 0,0 0 0 15,0 3-384-15,0 1-80 0,1 2 0 0,0-1-16 16,-2 1-144-16,1-1-32 0,0 2 0 0,-1 1 0 15,2-4-16-15,-2 2-16 0,0-1 0 0,0 0 0 16,1 0 32-16,-1-2 16 16,1 0 0-16,-1 0 0 0,-2-1-80 0,2 1-32 0,-2 0 0 0,1-3 0 0,-1 3-16 0,-1 0 0 15,-1 1 0-15,-1 0 0 0,0 2-144 0,-1 0 192 16,-1 1-192-16,-2 1 192 0,1 4-192 0,-4 1 0 16,0 3 0-16,-2 2 128 0,-1 0-128 0,-2 3 0 15,-2 0 0-15,-3 3 0 0,0 2 0 0,-4 1 0 16,-1 2 0-16,1-1-18112 0</inkml:trace>
  <inkml:trace contextRef="#ctx0" brushRef="#br0" timeOffset="125175.52">3273 8182 15663 0,'1'-3'1392'0,"0"0"-1120"16,0 1-272-16,0 1 0 0,-1 0 976 0,-1 1 144 15,1 0 32-15,1-4 0 0,-1 3 352 0,0 1 80 16,-1 3 16-16,0 3 0 0,-1 2-304 16,0 6-48-16,0 2-16 0,0 4 0 0,-1 1-368 0,2 5-80 15,-2 2-16-15,0 2 0 0,1 0-288 0,-1-1-64 16,1-1-16-16,-1-4 0 0,0-4 0 0,1-3 0 16,-1-2 0-16,2-4 0 0,-1-4-112 0,1-1-32 15,0-2 0-15,1-4 0 0,0 0 64 0,0-4 0 16,1-1 0-16,0-2 0 0,1-1-80 0,-1-4-16 15,2-2 0-15,0-4 0 0,2 0-224 0,0-2 0 16,0-2 0-16,0-2 0 0,1 0 0 0,1-2 0 0,1 2 0 16,0-1 0-16,1 3 0 0,0 1 0 0,0 0 0 0,-1 6 0 15,2 1 0-15,-2 5-128 0,1 4 128 0,0 0 0 16,-2 5 0-16,0 0-128 0,0 3 128 0,-1 3 0 16,-6-6 0-16,0 0 0 0,14 32 0 0,-9-21 0 15,-2 1 0-15,0 3-128 0,-2 3 128 0,0 1 0 16,-1-1 0-16,-1 0 0 0,-2 1 0 0,-1-3 0 0,0-1 0 0,0-1 0 15,-1-2 0-15,1-3 0 16,1 1 128-16,-1-6-128 0,1 1 0 0,0-4 144 0,2-1 80 0,0-3 16 16,0-2 0-16,2-4 0 0,-1-1-240 0,3-2 144 15,1-2-144-15,0 0 128 0,0-3-128 0,3-2 0 16,0-2 0-16,3-5 0 16,-1 1 0-16,1 0 0 0,0 1-144 0,0 1 144 0,0 4-256 15,-1 3 0-15,0 3 0 0,0 1 0 0,-1 3 16 0,-1 0 16 0,1 6 0 0,-2-2 0 16,0 3 224-16,-1 2 0 0,0 2 0 0,-1 1 0 15,-1 1 0-15,0 2 0 0,0 2 0 16,-1 0 0-16,0-1 0 0,-1 2 0 0,0 3 0 0,-1 0 0 16,0 2 0-16,-1-2 0 0,0 2 128 0,-1 0-128 15,0 1 224-15,-1 0-16 0,0 1 0 0,2-2 0 16,-1-2 32-16,1 0 0 0,0-3 0 0,0 0 0 16,0-1-240-16,1-3 176 0,0 2-176 0,1-5 160 15,0 0-160-15,0 0 0 0,1-2 0 0,0-2 0 0,0 0 0 16,1-2 0-16,1 0 0 0,-1 0-17648 15</inkml:trace>
  <inkml:trace contextRef="#ctx0" brushRef="#br0" timeOffset="125790.08">3693 8179 8287 0,'-5'5'736'0,"3"-4"-592"31,-1 2-144-31,1-2 0 0,1 1 800 0,0 0 128 0,-1 1 32 0,0 0 0 15,0 3 832-15,-1 3 192 0,0-1 16 0,2-1 16 0,1-2-128 0,1-2-32 16,3-2 0-16,0-1 0 0,3-2-160 0,0-5-32 16,3 2-16-16,1-4 0 15,1 0-832-15,0-1-176 0,0-1-16 0,0-1-16 0,0-1-384 0,0 0-80 16,-1 1-16-16,-1-1 0 0,1 1 64 0,-2 0 16 16,-3-2 0-16,0 2 0 0,-2 1-208 0,-1 1 128 15,-1-2-128-15,-3 3 0 0,-1 1 0 0,-1 1 0 0,-2 2 0 0,-1 2 0 16,-1 2 0-16,-1-1 0 0,-2 4 128 15,0 0-128-15,-1 3 0 0,0 2 0 0,0 3 0 0,1 2 0 16,-2 2 0-16,3 1 0 0,1 0 0 0,0 3 0 16,3 0 0-16,0 1 0 0,2 0 0 0,1 0 0 15,1 0 0-15,1 0 0 0,1 0 144 0,1 0-144 32,1-2 272-32,-3-17-16 0,0 0-16 0,21 32 0 0,-21-32 16 15,0 0 0-15,0 0 0 0,40 1 0 0,-28-6-256 0,1-7 0 0,0 2 0 0,0-4 0 31,1-2-832-31,2-5-176 0</inkml:trace>
  <inkml:trace contextRef="#ctx0" brushRef="#br0" timeOffset="126374.57">4004 8010 11967 0,'0'0'1072'0,"0"0"-864"15,0 0-208-15,0 0 0 0,0 0 1472 0,0 1 240 16,0 1 48-16,0 0 16 0,-1 1 736 0,1 1 160 15,0 2 16-15,0 0 16 0,0 4-848 0,0-1-160 16,-1 1-32-16,1-1-16 0,-1 3-848 0,1 0-160 16,-1 0-48-16,0-2 0 0,-2 2-256 0,0-1-48 15,0 1-16-15,0-3 0 0,0 1-272 0,-1-3 160 16,2 0-160-16,-2-2 128 0,0 0-128 0,1-3 0 0,2 0 0 0,-1-2 128 16,2-1-128-16,-1-2 0 0,2-2 0 0,1-2 0 15,-1-1 0-15,3-3 0 0,1 1 0 0,0-4 0 16,2 0 0-16,-1-3 0 0,2 1 0 0,-2-4 0 15,1 2-144-15,-1-2 144 0,0 4 0 0,-1 0 0 16,1 2-144-16,-1 0 144 0,0 2 0 0,1 2-144 16,-2 2 144-16,1 4 0 0,0 0 0 0,-2 4-128 0,0 4 128 15,0 0 0-15,-1 4 0 0,0 1 0 0,-1 3 0 0,-1 0 0 16,0 5 0-16,0-3 0 0,-1 2 0 0,-2-1 0 16,1 1 0-16,-1 1 0 0,0-3 0 0,1-2 0 15,0-2 0-15,0-1 128 0,1-1-128 0,0-4 0 16,2-1 0-16,0-1 0 0,1-2 0 0,0-5 0 15,0 2 0-15,1-4 0 0,2-1 0 0,-1-3 0 16,2-1 0-16,1-2 0 0,0 0 0 0,-1-3 0 16,2 1 0-16,-3 1 0 0,2-1-192 0,-2 0 64 15,2 1 0-15,-1-2 0 16,0 3-624-16,0 0-112 0,-1 2-32 0,1 1 0 0,-1 3 448 16,0 0 96-16,-1 2 16 0,-1 3 0 0,1 1 336 0,-1 2 0 0,-1 2 0 0,0 1 0 15,0 3 0-15,-1 2 0 0,0-1 0 16,-1 4 192-16,0 0 192 0,0-1 64 0,-1 3 0 15,0-1 0-15,0 1-112 0,0 0-16 0,1-1 0 0,-1 0 0 16,1-2 96-16,0 1 16 0,0 0 0 0,0-2 0 16,1 0-176-16,-1-2-48 0,2-2 0 0,0 0 0 15,0-2-208-15,0-2 128 0,0-1-128 0,0 0 0 16,-1 0 0-16,1-2 0 0,1 0 0 0,0-3-11136 16,0 2-2192-16</inkml:trace>
  <inkml:trace contextRef="#ctx0" brushRef="#br0" timeOffset="126877.64">4364 7649 11967 0,'0'-8'528'0,"0"3"112"0,0 0-512 0,0 1-128 15,0 3 0-15,0-1 0 0,0 2 1536 0,0 0 288 16,0-2 48-16,0 2 16 0,0 0 16 0,0 4 0 16,0 2 0-16,-1 5 0 0,1 3-448 0,-1 3-96 15,0 2-16-15,-1 2 0 0,1 3-640 0,-1 1-144 0,0 1-32 0,-1 1 0 16,0 4 224-16,-1-2 32 0,0 1 16 0,2-3 0 16,0-2-336-16,1-3-64 0,1-5-16 0,0-4 0 15,0-3-256-15,1-3-128 0,0-2 128 0,0-5-128 16,-1 0 0-16,1-2 0 0,1-3 0 0,0-2 0 15,1-1 128-15,-1 0-128 0,0 0 0 0,0-2 128 16,1-2-128-16,0 1 0 16,0-4 0-16,-1 1 0 0,1-1 0 0,0 0 0 0,2-2 0 0,-1 0 0 15,2 3 0-15,-1 2 0 0,2 0-144 0,-1 3 144 16,1 2 0-16,-2 0 0 0,2 4 0 0,-1 1 0 16,-1 2 0-16,1 3 0 0,-1 2 0 0,0 3 0 0,-5-8 0 0,0 0 0 15,14 34 0-15,-11-22 0 0,-1 2 0 0,0-1-128 16,-1 2 128-16,-2 0 0 0,0 1 0 15,-2-3 0-15,-1 3 0 0,-2-4 0 0,1 0 0 0,-2-1 0 16,1-4 0-16,-1 1 0 0,2-2 0 0,-3-1 128 16,2-4-128-16,-1-1 0 0,1 0 0 0,1-1 0 0,1-4 0 15,0 1 0 1,1-3 0-16,1 2 0 0,2-2 0 0,1 0-10944 0,1-3-2176 16</inkml:trace>
  <inkml:trace contextRef="#ctx0" brushRef="#br0" timeOffset="127200.26">4528 7899 13823 0,'0'-2'608'0,"0"2"128"0,1 0-592 0,-1 0-144 15,0 0 0-15,1 0 0 0,0-2 1696 0,1 1 304 16,2-1 64-16,1 0 16 0,2-1 32 0,0-4 0 16,2 1 0-16,-1-2 0 0,1 1-976 0,1-2-192 15,-1-1-48-15,0-2 0 0,0 2-256 0,-1 1-64 16,0-2-16-16,0 1 0 0,-2 0-336 0,0-1-64 15,-2 3-16-15,-1-1 0 0,-2 0-144 0,-2 4 0 16,-2-2 0-16,-1 3 0 0,-2 3 0 0,0 1 0 16,-3 2 0-16,1 3 0 0,0 2 0 0,-2 0 0 15,0 3 0-15,0 1 0 0,1 1 0 0,-1 0 0 0,2 2 0 16,0 0 0-16,1-2 144 0,2 0-144 0,-1 3 160 0,0 2-160 16,2-1 320-16,1-1-48 0,1-2 0 0,2-1 0 15,2-2 208-15,2-4 32 0,0-3 16 0,3-1 0 16,0-1-304-16,3-3-64 0,0-2-16 0,0 0 0 15,-2-1-144-15,3-2 0 0,1-2 0 0,-1 0 0 16,-1 1 0-16,1-2 0 0,1-1 0 0,0 1 0 16,0-1-1280-16,0 1-192 0,-2 2-48 0,1 0-13984 15</inkml:trace>
  <inkml:trace contextRef="#ctx0" brushRef="#br0" timeOffset="127562.52">4798 7748 5519 0,'-2'-5'240'0,"1"3"64"0,0 1-304 0,0-1 0 15,0 2 0-15,0 0 0 0,1 0 2112 0,-1 0 352 16,1 0 80-16,-1 0 16 0,0 0 368 0,2 0 80 16,0 0 0-16,1-2 16 0,1-1-1088 0,0 1-208 15,2-1-64-15,1 1 0 0,0 0-928 0,1 0-192 16,0-1-32-16,0 3-16 0,0 0-320 0,-1 2-176 0,-6-2 192 0,0 0-192 15,0 0 0-15,0 0 0 0,0 0 0 0,33 41 0 16,-30-29 0-16,-2 2 0 0,0-2 0 0,-1 0 0 16,0 0 0-16,-3 0 0 0,0 0 0 15,0-1 0-15,-1-2 0 0,1-1 0 0,-1-4 0 0,1 1 0 16,1-3 0-16,-1-2 0 0,0-2 0 0,1-4 0 16,1 0 0-16,0-3 0 0,2-3 128 0,-1-2-128 15,3-1 464-15,0-1 48 0,0 1 0 0,2-1 0 16,1-3-176-16,-1 0-16 0,2 2-16 0,0-1 0 15,1 1-304-15,-1 1 0 0,0 2 0 0,2 1 0 16,-2 4-320 0,1-1-112-16,1 3-16 0,-2 3-15424 0</inkml:trace>
  <inkml:trace contextRef="#ctx0" brushRef="#br0" timeOffset="127926.75">5181 7551 6447 0,'1'-4'576'0,"-1"1"-576"16,0 0 0-16,-1 1 0 0,1 2 2256 0,-1 0 352 16,-1-3 64-16,-1 0 16 15,-1-1-160-15,-1 0-32 0,-2 3 0 0,0 1 0 16,-2 5-1168-16,-1-1-240 0,1 4-64 0,-1 1 0 0,0 3-256 0,-1 1-48 16,1 3-16-16,1-1 0 0,0 2-256 0,1-2-64 0,3-1-16 0,1-4 0 15,2 2-224-15,2-4-144 0,3 0 192 0,0-3-192 16,1 0 128-16,1-2-128 15,1 1 0-15,1-1 0 0,-1-1 0 0,1 0 0 0,-1 0 0 0,1 1 0 16,-7-3 0-16,0 0 0 0,0 0 0 0,0 0 0 16,0 0 0-16,0 0 0 0,0 0 0 0,40 21 0 15,-38-16 0-15,-1-2 0 0,-1 0 0 0,0 0 0 0,0 2 0 0,-1-2 0 16,-1 1 0-16,-2 1 0 0,1 0 128 0,0-3-128 16,-1 3 0-16,-1 0 0 0,-1-3 0 0,-1 3 0 15,-1-2 0-15,0 1 0 0,1-2 0 0,0 1 0 16,0-3 0-16,2 0 0 0,2-3 0 0,1 1-176 15,1-2 0-15,1-2-14416 0</inkml:trace>
  <inkml:trace contextRef="#ctx0" brushRef="#br0" timeOffset="128353.14">5231 7345 17503 0,'1'-1'768'0,"-1"1"176"0,1 0-752 0,-1 0-192 0,0 0 0 0,0 0 0 15,0 3 1376-15,0-1 240 0,1 1 48 0,-1 1 16 16,1 1-240-16,0 2-48 0,0 1-16 0,0 0 0 16,0 2-400-16,1 0-80 0,0 2 0 0,0 2-16 15,-1 0-208-15,0 2-32 16,1 2-16-16,-2 2 0 0,0 3-352 0,0 0-64 0,0 0-16 0,-2 1 0 16,0 0-192-16,-1 0 0 15,0-1 0-15,-1-1 0 16,1-4 144-16,2-4-144 0,0-2 128 0,0-2-128 0,2-5 128 0,-1 0-128 0,0-2 0 0,0-2 128 15,0-2 112-15,1 0 16 0,0-4 0 16,0 0 0-16,2-2 16 0,0-1 16 16,2-3 0-16,-1-1 0 0,2-2-288 0,0 0 128 15,1-3-128-15,0 1 0 0,1 1 0 0,-1 0 0 16,1 2 0-16,1 1 0 0,-2 5 0 0,1 0 0 0,-1 0 0 0,-1 4 0 16,0 1 0-16,-1 2 0 0,0 2 0 0,-1 3 0 0,0 0 0 0,-1 2 0 15,0 0 0-15,0 1 0 0,-1 3 0 0,-1-3 0 0,-1 3 0 31,0 0 0-31,-1-2 0 0,0 2 0 0,0-2 0 0,-1-1 0 16,0-1 0-16,0 0 0 0,1-3 0 0,1-3 0 16,0 1 0-16,1-5 0 0,0 1 0 0,1-2 0 31,1-2-720-31,0 0-112 0,0-2 0 0,1 1-14784 0</inkml:trace>
  <inkml:trace contextRef="#ctx0" brushRef="#br0" timeOffset="128495.13">5469 7437 14735 0,'1'-3'640'0,"0"1"160"0,0 1-640 0,0 0-160 0,0 1 0 0,-1 1 0 0,1 0 1792 0,0-1 320 16,2 2 64-16,1-1 0 0,0 1-304 0,0 0-64 15,0 1-16-15,0-1 0 16,-1-2-1280-16,1 2-272 0,0-1-48 0,-1 1-16 16,0 0-480-16,0-1-80 0</inkml:trace>
  <inkml:trace contextRef="#ctx0" brushRef="#br0" timeOffset="128667.84">5510 7579 8287 0,'-1'3'736'0,"1"-3"-592"15,1 2-144-15,-1-2 0 0,0 0 1776 0,-1 1 320 0,1 0 64 16,0 4 16-16,0 0 416 0,0 2 96 0,0 0 0 0,0 1 16 16,1 1-288-16,-1 0-64 0,0 1-16 0,1-1 0 15,0 0-1760-15,0-1-368 0,-1-3-64 0,2 2-16 31,1-4-1248-31,1-2-256 0,-1-1-48 0,0-1-12576 0</inkml:trace>
  <inkml:trace contextRef="#ctx0" brushRef="#br0" timeOffset="129098.12">5654 7420 15663 0,'0'-1'688'0,"0"0"144"0,1 1-656 0,-1 0-176 0,0 0 0 0,-1 1 0 16,1 0 1536-16,0 1 256 0,0 3 64 0,0 2 16 0,0 1-128 0,-1 1-16 15,1 3-16-15,-1-2 0 16,2 3-800-16,-1-1-144 0,1 3-48 0,-1 1 0 0,2 1-48 0,0 2-16 16,0 1 0-16,0 1 0 0,0 2-64 0,-2 3-16 15,0 0 0-15,1 0 0 0,-2-2-240 0,-1-3-48 16,2-2-16-16,-1-2 0 0,1-5-128 0,0-2-16 16,1-1-128-16,-1-2 192 0,1-2-192 0,-1-1 0 15,0-3 0-15,0-1 0 0,-1-1 0 0,1-4 0 16,-1 2 0-16,-1-3 0 0,1-3 0 0,-2-1 0 0,1-2 0 0,-1 0 0 31,-2 0-368-31,1-2-112 0,0-2-32 0,-1-1 0 0,0-3-1376 0,0-2-288 0,1 0-48 0,1-1-16 16,0 1 384-16,1-4 64 0,0-5 0 0,1 0 16 15,1 3 1520-15,2 2 256 0,3 2 160 0,-1 6-32 16,4 3 160-16,-1 3 32 0,2 3 0 0,1 1 0 16,0 1 736-16,0 2 160 0,1 2 16 0,-1 2 16 0,-10 1 48 15,0 0 16-15,0 0 0 0,46 12 0 0,-46-12-224 0,0 0-64 16,0 0 0-16,0 0 0 0,45 30-432 0,-39-22-80 15,-6-8-32-15,0 0 0 0,0 0-144 0,0 0-16 16,15 35-16-16,-17-29 0 0,0 2-48 0,-3-1-16 16,-1 3 0-16,-2 2 0 0,0-2-112 0,-1 1 0 15,-2-1-128-15,-1 1-11504 16,-2 1-2400-16</inkml:trace>
  <inkml:trace contextRef="#ctx0" brushRef="#br0" timeOffset="130914.04">3738 8691 1839 0,'0'-12'160'0,"0"7"-160"0,1 1 0 0,-1-1 0 16,1 2 2480-16,-1 3 464 0,0-2 80 0,1 1 32 15,0-2-832-15,0 1-176 0,0 2-16 0,-2 2-16 16,1 2-80-16,-1 4-16 0,-1 3 0 0,0 4 0 16,1 1-736-16,-1 6-160 0,0-1-16 0,-1 3-16 15,0 2-528-15,0 0-96 0,0 0-32 0,-2 0 0 16,1 2 48-16,0-4 16 0,0-1 0 0,1-1 0 16,0-1 144-16,0 0 32 0,0-1 0 0,1-4 0 15,2-2-224-15,-1-2-32 0,2-4-16 0,0-2 0 0,1-1-304 0,0-4 0 16,1-2 128-16,0-1-128 0,1-4 0 0,0-3 0 15,0 0 0-15,1-3 0 16,0-2-640 0,0-3-144-16,1 1-32 0,-2-3 0 0,-1 0-1840 0,0 0-368 0,-1 0-80 0,-1 0-16 15,-1 0 816-15,-1 0 144 0,0-1 48 0,-1 0 0 0,1 2 1408 0,0 0 272 16,0 1 64-16,0 4 16 0,1 3 912 0,1 1 176 16,1-1 32-16,1 5 16 0,1-2 880 0,-1 3 192 0,2 1 16 15,1-2 16-15,2 4-224 0,0 0-32 0,1 1-16 16,2 0 0-16,-11 0-416 0,0 0-96 0,0 0-16 0,42 12 0 15,-42-12-592-15,0 0-128 0,0 0-32 0,33 33 0 16,-33-33-144-16,0 0-48 0,13 35 0 0,-10-25 0 16,-2 3-144-16,-2-2 0 0,1 1 0 0,-3 0 128 15,-1-3-128-15,-1 3 0 0,-3 0 0 0,-1 0 0 16,0-1 0-16,-1 1 0 0,0-1 0 0,-3 0 0 16,-1-1 0-16,0-1 0 0,-1 0 128 0,3-2-128 15,3-2 0-15,2-1 0 0,0-1 0 0,3-1 0 16,2-2 0-16,1 1-256 0,3-2 64 0,0 1-15072 15</inkml:trace>
  <inkml:trace contextRef="#ctx0" brushRef="#br0" timeOffset="131293.71">4005 8875 15663 0,'-2'1'688'0,"1"-1"144"0,0 0-656 0,0 2-176 0,1-1 0 0,0 1 0 15,-1 0 1728-15,1 1 320 0,-1 1 64 0,2 1 16 16,0 0 80-16,2-1 16 0,1-1 0 0,2-1 0 16,-1-2-752-16,4-4-160 0,-1 1-32 0,2-3 0 15,2 0-784-15,0-3-176 0,1-1-16 0,0-1-16 16,-1 1-288-16,-1-2 0 0,-1 0 0 0,-1 1 0 16,0 1 0-16,-2-1 0 0,-1 1 0 0,-3 2 0 15,0 1 0-15,-2-1 0 0,-2 2 0 0,-2-1-144 0,-1 3-64 0,-2 1-16 16,-2 3 0-16,-2 0 0 0,-1 2 32 0,-1 3 16 15,0 3 0-15,-1 1 0 0,1 3 176 0,-1 4 0 16,-2 1 0-16,2-1-128 0,0 3 128 0,2-1 0 16,3-2 0-16,0 2 0 0,3 1 0 0,0 0 0 15,2-2 0-15,2-3 0 0,1-2 0 0,1-2 0 16,3-1 0-16,1-4 128 0,1-3 16 0,3-2 16 16,2-1 0-16,1-3 0 0,3-3-160 0,0-2 128 15,1-1-128-15,1-1 128 0,1-1-128 0,-2 1 0 16,0 0 0-16,1 0 0 15,-2 3-1088-15,1-1-320 0</inkml:trace>
  <inkml:trace contextRef="#ctx0" brushRef="#br0" timeOffset="131702.79">4361 8838 9215 0,'1'-1'816'0,"0"0"-656"0,-1 1-160 0,1-2 0 16,0 1 2224-16,0-1 400 0,1-1 96 0,2-1 16 15,0-5-144-15,2 1-32 0,0-1 0 0,-2 1 0 16,0-1-960-16,0 0-208 0,-1 1-48 0,1-3 0 16,-2 2-608-16,-1 0-128 0,0 0-32 0,-1 1 0 15,-1 2-384-15,-1 2-192 0,-1-1 160 0,0 3-160 0,-3 2 0 0,-1 2 0 16,0 0 0-16,-2 3 0 0,-1 2 0 0,-1 2 0 16,1 1 0-16,0 2 0 15,1 0 0-15,-1-2-128 0,3 1 128 0,0 1 0 16,3-3 0-16,-1 1 0 0,3-2 0 0,1-2 0 0,1 0 0 0,2-2 0 15,2-2 160-15,0-2-32 0,1 2 112 0,1-4 16 16,1 2 16-16,0-2 0 0,-1 2-80 0,1-2 0 16,-7 2-16-16,0 0 0 0,0 0-48 0,0 0 0 15,0 0 0-15,46 24 0 0,-46-24-128 16,0 0 0-16,14 37 0 0,-13-20 0 0,-1 1 0 0,-3 4 128 0,-1-1-128 0,-1 3 0 16,-1-1 0-16,-1-1 128 0,-1 2-128 0,-1-2 0 15,-1 1 240-15,-2-3-48 0,0-3 0 0,-1 0 0 16,-1 0 96-16,0-4 16 0,-1 0 0 0,2-3 0 15,0-4-304-15,2-3 0 0,1-3 0 0,2 0 0 16,0-3 0-16,2-1 0 0,1-4 0 0,2 0 0 31,3-1-1136-31,2-4-272 0</inkml:trace>
  <inkml:trace contextRef="#ctx0" brushRef="#br0" timeOffset="132050.13">4401 8867 7359 0,'5'-9'656'0,"-1"3"-528"0,0 2-128 0,-2-1 0 0,0 0 2352 0,1 3 432 16,0-2 96-16,2-2 0 0,5-6-224 0,1-2-48 16,2 1-16-16,-1 0 0 0,-1 1-992 0,0 3-192 15,0 0-32-15,-2 3-16 0,2 3-272 0,-2 2-48 16,0 1-16-16,0 1 0 0,-9-1-464 0,0 0-112 16,0 0 0-16,0 0-16 0,38 26-432 0,-38-26 0 15,0 0 128-15,14 32-128 0,-10-18 0 0,-3-2 0 16,1 0 0-16,-2 2 0 0,-1-2 0 0,-1 0 0 15,-1-3 0-15,0 1 0 0,-1-3 0 0,-1-1 0 0,2 0 0 0,-2-4 0 16,2 1 0-16,0-3 0 0,1-2 0 0,1-3 0 16,0 1 0-16,1-4 0 0,0 1 128 0,2-3-128 15,-1 1 0-15,1-3 0 0,2 0 0 0,0-3 128 16,2 1-128-16,0-2 160 0,-1 0-160 0,3 1 160 16,-1-1-160-16,2 3 0 0,0-1 0 0,0 3 0 15,0 1 0-15,0 3-192 0,0 0 32 0,-1 2 16 31,1 3-1264-31,-3-1-256 0,1 1-64 0,-2 2 0 0,0 2-1504 0,-1-1-304 16</inkml:trace>
  <inkml:trace contextRef="#ctx0" brushRef="#br0" timeOffset="132350.79">4713 8777 11055 0,'1'4'480'0,"0"-3"112"0,0 1-464 16,0 0-128-16,0-2 0 0,0 0 0 0,1 0 2496 0,0-2 496 15,3 2 80-15,1-3 32 0,1-1-1760 0,1 1-368 16,1-2-64-16,-2-2-16 0,1 0-224 0,0 0-48 15,-2 0-16-15,2 1 0 0,-1-3-352 0,0 3-64 16,-1-4 0-16,-1 3-16 0,-1-2-176 0,0 1 0 16,-2 1 0-16,-2-1 0 0,0 2-192 0,-2-1 16 15,-1 0 16-15,-1 1 0 32,-1 0-288-32,-1 3-48 0,-1 0-16 0,-1 2 0 0,-1 1 256 0,0 2 64 0,-2 5 0 0,0 0 0 15,2 4-208-15,-1 1-48 16,2 1 0-16,1 0 0 0,1 0 288 0,0 3 160 0,3 2-192 0,-1 0 192 0,1 1 576 0,1-2 240 0,2 0 32 0,1-1 16 15,2-4 928 1,-3-12 176-16,0 0 32 0,0 0 16 0,0 0-864 0,0 0-192 0,41 26-16 0,-31-29-16 16,0 0-544-16,0 0-96 0,2-4-32 0,0 0 0 15,0-1-256-15,0-1 0 0,1 0 0 0,-2-1-16736 16</inkml:trace>
  <inkml:trace contextRef="#ctx0" brushRef="#br0" timeOffset="132744.41">4963 8686 11967 0,'-2'0'528'0,"1"1"112"0,0 1-512 0,1-2-128 32,0 0 0-32,0 2 0 0,0-2 2016 0,1 0 368 0,1 3 80 0,0-3 16 0,2 2 272 0,2-2 64 15,-1 0 16-15,2 0 0 0,0-2-1264 0,1-1-256 16,0-1-48-16,-1 1-16 0,2-2-672 0,-1-2-128 15,-1 3-16-15,0-4-16 0,0 1-416 0,0-1 128 16,-2 2-128-16,0-1 0 16,0 0 0-16,-3 0 0 0,-1 0 0 0,-1 2 0 15,-1-2 0-15,-2 2 0 0,-1 0 0 0,-1 1 0 32,-1 1-448-32,-1 1 16 0,-3 2 16 0,1 0 0 0,0 2 80 0,-1 3 16 0,-3 2 0 0,3 1 0 31,2 0-96-31,1 2-16 0,-1 0 0 0,2 1 0 0,0 1 272 0,2 1 160 0,1 3-192 0,0-2 192 15,1 2 0-15,1-1 224 0,1 1-16 0,2-3 0 0,1 0 448 0,-3-13 96 16,0 0 16-16,0 0 0 0,0 0-256 0,30 33-64 16,-21-32 0-16,1-2 0 0,0-1-176 15,1-2-32-15,0-2-16 0,1 0 0 0,-1-1-224 0,0 0 0 16,-1-1 0-16,0-1 0 16,1-1-1168-16,1-1-240 0</inkml:trace>
  <inkml:trace contextRef="#ctx0" brushRef="#br0" timeOffset="133063.41">5311 8531 15663 0,'2'-6'688'0,"-2"-1"144"0,1 3-656 0,-1 1-176 15,0 0 0-15,-1 1 0 0,0 0 1536 0,-1 0 288 16,0-4 48-16,-3 0 16 0,-1 1-16 0,1 3 0 16,-3 1 0-16,1 4 0 0,0 2-624 0,-2-1-128 15,1 4-32-15,-1 1 0 0,-1 1-240 0,1 3-48 0,0-1-16 16,-1 1 0-16,3 0-320 0,0 2-64 15,0-1-16-15,3 0 0 0,0-1 80 0,1-2 16 0,2-1 0 0,0-1 0 16,2-1-80-16,2 0-16 0,0-2 0 0,1 0 0 16,-4-6-224-16,0 0-160 0,0 0 192 0,0 0-192 0,0 0 128 0,46 22-128 15,-46-22 0-15,0 0 0 0,0 0 0 16,44 16 0-16,-44-16 0 0,0 0 0 0,0 0 0 0,0 0 0 16,43 26 0-16,-39-20 0 0,-2 0 0 0,-2-1 0 15,-2 2 0-15,-3 1 0 0,-2 0 0 16,-5 2 0-16,1-2 0 0,-5 1 0 0,-3-1 0 0,-4-1 0 15,-3 1 0-15,-2 0 0 0,0 1 0 0,-4 0 0 16,-2 1 0-16,-1 4-18064 0</inkml:trace>
  <inkml:trace contextRef="#ctx0" brushRef="#br0" timeOffset="138399.56">3171 11709 5519 0,'-1'-2'496'0,"1"2"-496"15,0 2 0-15,-1-1 0 0,1 2 512 0,-1 0 0 16,0 5 0-16,0 4 0 0,-2 6 192 0,1 6 32 15,0 7 16-15,0 1 0 16,0 2 176-16,-1-1 32 0,0 1 16 0,1-1 0 0,0 0-288 16,0 0-64-16,0-2-16 0,0-3 0 0,1-2-112 0,1-3-32 15,0-2 0-15,0-4 0 0,1-2-272 0,0-5-48 0,-1 2-16 0,0-5 0 16,1-1-128-16,-1-2 0 16,0 0 0-16,0-1 0 0,-1 0-304 0,0-2 16 15,0 1 0-15,0-2-7328 0</inkml:trace>
  <inkml:trace contextRef="#ctx0" brushRef="#br0" timeOffset="138907.6">3593 11951 2751 0,'4'0'256'0,"-3"0"-256"0,1 0 0 0,-1-2 0 16,-1 2 1024-16,-1 0 176 0,1 2 16 0,-2-2 16 15,1 1 320-15,-2 1 64 0,-1 0 16 0,-1-2 0 16,1 2-384-16,-2-2-80 0,1 2-16 0,-2-1 0 15,2 1-32-15,-1-2-16 0,0 1 0 0,0 0 0 16,-1-1-288-16,-1 1-64 0,0-1-16 0,-2 2 0 16,1-2-272-16,-1 0-48 0,-2-2-16 0,-2 2 0 0,-1-1 208 0,-1 1 32 15,-3 0 16-15,0 0 0 16,1 1 48-16,-3 1 16 0,-5 0 0 0,2 1 0 0,4 1-176 16,-2 1-32-16,-1 2-16 0,2 0 0 0,2 3-224 0,3-3-32 15,0 0-16-15,5 0 0 0,3-1-224 0,2-2 0 16,2 1 0-16,3-1-9712 15,2-2-1936-15</inkml:trace>
  <inkml:trace contextRef="#ctx0" brushRef="#br0" timeOffset="139401.88">3454 11861 5519 0,'-3'-3'240'0,"1"1"64"0,0 2-304 0,0-1 0 15,1 0 0-15,0 1 0 16,0 0 1280-16,-2-2 192 0,-2 2 32 0,0-3 16 0,-2 3 160 0,1-2 48 0,0 2 0 0,1 0 0 15,-1 0-384-15,-1 0-80 0,1 2-16 0,-1 1 0 32,3-1-432-32,-3 0-96 0,-1 1-16 0,-4 2 0 15,0-1-256-15,-2 3-48 0,-3 3-16 0,-2-1 0 0,-1 2-32 0,2 0-16 16,-1 1 0-16,2-3 0 0,2 3-192 0,1-4-144 0,2 1 192 0,2 0-192 16,0-2 192-16,2 1-192 0,2 0 192 0,-1-3-192 15,3 0 144-15,2-3-144 0,0 1 0 0,2-1 144 0,1-2-144 0,0-2 0 16,2 0 0-16,1-1 0 15,1 1 128-15,-1-1 32 0,4-2 16 0,0 2 0 16,0 0 784-16,2 1 176 0,2 4 16 0,-12-2 16 16,0 0-464-16,0 0-80 0,52 26-32 0,-52-26 0 0,0 0-336 0,40 38-64 15,-40-38 0-15,0 0-16 0,46 45-176 16,-46-45 0-16,0 0 0 0,46 47 128 0,-46-47-128 0,0 0 0 16,48 33 0-16,-48-33-15760 15</inkml:trace>
  <inkml:trace contextRef="#ctx0" brushRef="#br0" timeOffset="141518.21">3588 12003 911 0,'-1'0'0'0,"0"0"0"15,1 0 0-15,-1 0 0 0,1 0 416 0,0-2 0 16,0 2 0-16,-1 0 0 0,1-2 320 0,-1 1 64 15,0-1 16-15,0 1 0 0,1 0-48 0,-1-1 0 16,1 2 0-16,0-2 0 0,0 1 304 0,0 1 48 16,0-2 16-16,0 2 0 0,0 0 112 0,1 0 32 15,1-2 0-15,-1 2 0 0,1-1 16 0,1 1 16 16,2 0 0-16,-2-2 0 0,2 2-128 0,1 0-32 0,0 0 0 0,2-2 0 16,0 2-336-16,-1-2-80 15,1 1-16-15,0 1 0 0,0 0-240 0,1 0-48 16,1 0-16-16,0 0 0 0,0 0-176 0,1 0-48 0,0 3 0 0,-1-3 0 15,1 2-192-15,1 0 176 0,0-1-176 0,-12-1 160 16,0 0-160-16,40 9 0 0,-40-9 0 0,0 0 128 16,40 7-128-16,-40-7 0 0,0 0 0 0,42 9 0 15,-42-9 0-15,0 0 0 0,49 10 0 0,-49-10 0 16,37 7 0-16,-37-7 0 0,41 9-176 0,-41-9 176 16,45 8-496-16,-45-8-16 0,49 9 0 15,-49-9 0-15,52 6-1440 0,-52-6-288 0,54 4-64 0,-54-4-16 16,55 5 944-16,-55-5 192 0,55 4 32 0,-55-4 16 0,56 2 800 0,-26-2 144 15,0 0 48-15,2 0 0 0,0 0 144 0,2 0 0 16,0-2 0-16,0 2 0 0,2 0 0 0,-2 2 0 16,1-2 0-16,1 1 128 0,1-1-128 0,2 0 0 15,2-1 0-15,1 1 128 0,0 0-128 0,-1 0 0 16,1 0 0-16,0-2 0 16,0 0-464-16,2-1-16 0,0-1 0 0,0 1 0 15,1 1-800-15,-1-2-176 0,1 1-16 0,-2-2-16 0,-3 3 1040 0,3-5 224 0,0 3 32 0,1-2 16 16,-1 3 176-16,-2-1 0 0,0 0 160 0,2 1-160 15,1-2 896-15,1 0 96 0,-1 1 16 16,1 1 0-16,0 3 176 0,2-1 32 0,-1 1 16 0,0 0 0 16,-5-1-320-16,3 1-64 0,3 0-16 0,2 0 0 15,2 1-416-15,-1 0-96 0,1 2 0 0,-2-1-16 16,-4 0-64-16,1-2-16 0,3 1 0 0,0 1 0 16,-1 0 48-16,0 0 16 0,2 1 0 0,0-1 0 15,-5 1-128-15,2-3-32 0,2 2 0 0,1-2 0 16,0 1-128-16,0 0 128 0,-1 1-128 0,-2-1 128 15,-3 1 96-15,0-2 16 0,3 0 0 0,1-2 0 0,-1 2 208 16,0 2 32-16,-1-2 16 0,-1 1 0 16,-1 1-128-16,0 0-32 0,0-1 0 0,1 0 0 15,-2 2-192-15,1 1-144 0,-2 1 192 0,0 0-192 0,-2 0 0 0,0 1 0 16,-1 2 0-16,-1-3 0 0,-2 4 0 0,1-2 0 16,-1 2-160-16,0 1 160 0,-36-10 0 0,68 21-176 15,-68-21 176-15,64 20-128 0,-64-20-128 0,60 19-32 16,-60-19 0-16,59 16 0 0,-59-16 64 0,57 12 16 15,-57-12 0-15,58 14 0 0,-58-14 64 0,55 12 16 16,-55-12 0-16,52 9 0 16,-52-9 128-16,50 5 0 0,-50-5 0 0,50 2-128 0,-24-1-128 0,0-1-32 15,1 2 0-15,-1-2 0 16,3 0-896-16,-1 0-176 0,1 2-48 0,0 1 0 16,-1-3-112-16,0 2-16 0,-1-2-16 0,-1 0 0 15,-2 0 880-15,1 0 176 0,-25 0 48 0,51 4 0 0,-51-4 448 0,50 8 0 0,-50-8 0 0,51 9 160 16,-51-9 368-16,53 12 80 15,-53-12 16-15,54 10 0 0,-54-10 112 0,52 7 32 0,-25-5 0 0,0-2 0 16,1 2-192-16,1-2-16 0,0 0-16 0,1 1 0 16,1 1-304-16,1 0-64 0,1 1-16 0,-1-1 0 15,2-1-160-15,-1 0 0 0,0-2 0 0,-2 1 0 0,1 0-160 16,1 0 160-16,0 1-208 0,2 1 80 16,-1 2-512-1,1 0-112-15,1 1-16 0,-2 0 0 0,-1-1 256 0,1-2 64 0,-2 1 0 0,-2-1 0 0,-1-1 448 0,2 1 0 16,3 0 0-16,4 0 0 15,-1 0 192-15,0-1 16 0,0 1 16 0,-1-2 0 16,-3 0 368-16,4 0 80 0,1-2 16 0,0 1 0 0,-1 1-256 0,-1 0-48 16,-2 0-16-16,2 1 0 0,2 1-96 0,-1 0-16 15,1-2 0-15,-3 1 0 0,1 1-128 0,-3-2-128 16,2 1 192-16,-2 0-192 16,2 2 224-16,1 1-64 0,3-1-16 0,-2 0 0 0,-5-2 80 0,1 1 16 15,2-2 0-15,-1 0 0 0,0 0 144 0,2 0 16 16,0 0 16-16,1 0 0 0,-2 0-256 15,1 0-160-15,0 0 192 0,-1-2-192 0,-2 2 0 0,1-2 0 0,1 0 0 0,1-1 0 16,1 1 0-16,-1 2 0 0,1-2 0 0,-1 2 0 16,0 0 0-16,-1-1 0 15,0 1 0-15,0-2 0 0,-1 2 0 0,0-2 0 0,1 2 0 0,2-2 0 16,0 2 0-16,0 0 0 0,0 0 0 0,-2-1 0 16,-1 1 0-16,2-4 0 0,1 1 0 0,2 1 0 15,0-3 0-15,1 1 0 0,0 3 0 0,1-1 0 16,0 2 0-16,-2-2 0 0,-1-1 0 0,-2 1 0 15,0-1 0-15,1 0 0 0,2 0 0 0,-2 3 0 0,2 0 0 16,-1 2 0-16,0 0 0 0,-1 1 0 0,-2 1 0 0,-1-3 128 16,0 1-128-16,0 0 0 0,-3-2 128 0,2 3-128 15,-1 1 0-15,4-1 0 0,2-1 0 0,-1-1 160 16,-2 0-160-16,-2-1 128 0,0 0 176 0,1-2 16 16,4-2 16-16,0 1 0 0,1 0 16 0,-1 1 0 15,2 0 0-15,-1 0 0 0,-1-1-224 0,-1 0-128 31,-1-1 128-31,0-1-128 0,-1 0 0 0,0 3 0 0,0-2 0 0,0 1 0 16,1 3 0-16,-1 2 0 0,0-1 0 0,-2-1 0 16,1 0 256-16,-1-1 0 0,-1 1-16 0,0-2 0 15,2-1 256-15,-1 3 48 0,1 0 16 0,0 0 0 16,1 0-320-16,-2 0-64 0,1-2-16 0,-1 0 0 16,-1-1-160-16,-1-1 0 0,2 0 0 0,-2 1 0 15,0-2 896-15,0 2 80 0,2 1 32 0,-1 0 0 31,1 2-1632-31,-1-2-320 0,-1 1-64 0,-2-1-16 0,0 2 832 0,1-3 192 0,-1 1 0 0,-1 0 0 0,1-2 0 0,1 1 0 16,-1 2 0-16,1 1 0 0,0-2 0 0,0 2 0 16,1 0 0-16,0-2 0 0,-2 0 0 0,2-3 0 15,0-1 0-15,0 2 0 0,0-1 0 0,-2 1 0 16,3-1 0-16,-1 0 0 16,2 3 0-16,-3-3 0 0,3 3 0 0,-4-1 0 0,-1 1 0 0,-2 0 0 15,1-1 0-15,-2 1 0 0,0 0 0 0,-1 1 0 16,0 1 0-16,-2 0-144 0,0 1 144 0,1 1 0 15,1-1 0-15,1 1 0 0,0 0 0 0,1-1 0 16,0 0 128-16,0-1-128 0,0 0 128 0,0-1-128 16,2-2 160-16,1 0-160 0,2 1 352 0,-1-1-32 15,1 2 0-15,0 0 0 0,4-1-128 0,-2-1-16 0,1 1-16 0,-1-1 0 16,-3 0-160-16,3 0 128 0,-2 2-128 16,2-3 128-16,-3 3-128 0,0-1 0 0,2 1 0 0,-1 0 0 15,1 1 0-15,-1 0 0 0,1 0 0 0,-2 0 0 16,-1 1 0-16,2-2 0 0,-1 1 0 0,2 0 128 15,-2 0 64-15,0-2 16 0,3 2 0 0,0-2 0 16,2 1 80-16,1 1 16 0,-1-3 0 0,-1 1 0 16,0 1-144-16,1 0-32 0,0-1 0 0,-1-1 0 15,0 1-128-15,-1-1 128 0,2 1-128 0,1 1 128 0,0 0-128 0,-2-1 0 16,0 2 0-16,-2 0 0 0,-1-1 0 0,2 2 128 16,-1 1-128-16,-1-2 0 0,-3 0 128 0,0 0-128 15,3 0 0-15,0 1 128 0,-1 0 0 0,1 1 0 16,-1-2 0-16,-1 1 0 15,2-1 224-15,0 0 32 0,2-1 16 0,-2 1 0 16,2-2 0-16,-2 0 0 0,1-1 0 0,0 1 0 0,1 0-192 0,-2 1-32 16,-1-1-16-16,-2 0 0 0,-2 0-160 0,-2 2 192 15,-1-2-192-15,-2 2 192 0,-1-1-192 0,-5 1 0 16,-3 1 0-16,-2 1 0 0,-3 0 0 0,-1 0 0 16,-2 0 0-16,-2 1 0 15,-2-1-464-15,-1 1-80 0,-1-1-16 0,-2 0-10784 0,0-2-2160 0</inkml:trace>
  <inkml:trace contextRef="#ctx0" brushRef="#br0" timeOffset="141943.34">18601 12010 11967 0,'-6'-2'1072'15,"1"0"-864"-15,3 2-208 0,1 0 0 0,1-2 544 0,-2 1 64 16,0-1 16-16,-4-1 0 0,0-1-624 0,-1-1 0 15,2 0 0-15,2 1-192 0,0-1 192 16,1 0-160-16,1 3 160 0,0-2-160 0,2 3 544 0,0-1 128 31,0 1 0-31,0 1 16 0,0 1 1232 0,0 1 240 16,0-1 48-16,-1 3 16 0,1-2-912 0,0 0-192 16,-1 1-48-16,0-1 0 0,0 1-16 0,1-1 0 0,0 0 0 0,1-2 0 15,0 1 288-15,1 1 48 0,1-2 16 0,1 0 0 0,2 0-336 0,0 0-64 16,0 0-16-16,2-2 0 15,0 4-352-15,2-2-80 0,1 0-16 0,1 2 0 16,1 1-96-16,1 0-32 0,2 1 0 0,-1 1 0 0,-16-5-96 0,36 14-32 0,-36-14 0 0,34 18 0 16,-34-18 16-16,31 22 0 0,-31-22 0 0,29 22 0 15,-29-22-144-15,0 0 0 0,32 37 144 0,-32-37-144 16,0 0 0-16,0 0 128 0,6 41-128 16,-11-32 0-16,-3 1 160 0,-4 0-32 0,-5 1-128 0,-2-1 192 15,-4 2-48-15,-3 1-16 0,-2-1 0 0,-3 2 0 16,1-1-128-16,-2 1 160 15,0-2-160-15,1-1 160 0,4-1-160 0,3-1 0 0,5-2 0 0,4-2-18496 16</inkml:trace>
  <inkml:trace contextRef="#ctx0" brushRef="#br0" timeOffset="142369.7">18848 11934 16575 0,'3'-4'1472'0,"-2"-1"-1168"0,0 1-304 0,0 3 0 16,0 1 1232-16,0-2 192 0,1-2 48 0,2-4 0 16,0 1-656-16,1-4-128 15,0 3-32-15,-1-1 0 16,0 4-160-16,-1-2-48 0,0 4 0 0,-1-1 0 16,1-1 480-16,-1 2 96 0,1 1 0 0,-2 0 16 15,1 0-80-15,-2 1 0 0,1 1-16 0,0 0 0 16,-1 1-336-16,0 1-64 0,0 0-16 0,0 0 0 15,-1 1-32-15,1 2-16 0,-1-1 0 0,1 4 0 16,0-8 96-16,0 0 0 0,-3 38 16 0,3-38 0 0,0 0-256 0,-2 44-48 16,2-44-16-16,-4 58 0 0,2-18-16 15,1 1 0-15,0 3 0 0,1-1 0 0,0-1-128 0,0-1-128 16,0 1 144-16,0-1-144 0,-1 1 0 0,-3 1 0 16,0-2 0-16,0-1-18112 0</inkml:trace>
  <inkml:trace contextRef="#ctx0" brushRef="#br0" timeOffset="143363.57">18770 11878 3679 0,'-7'1'320'0,"2"-1"-320"16,1 0 0-16,1 0 0 0,1 0 512 0,-2 1 48 15,-3-1 0-15,-5 0 0 0,-3 2 752 0,0-2 160 16,-1 0 16-16,3-2 16 0,1 0 160 0,3-1 16 16,2-4 16-16,3 0 0 0,1 0 32 0,2-6 0 15,4 0 0-15,2-4 0 0,4-4 176 0,7-3 32 16,6-3 16-16,6-5 0 0,8-3-560 0,9-5-112 15,12-4-32-15,7-5 0 16,6-1-816-16,7-3-176 0,7-2-16 16,4 0-16-16,5 3-96 0,0 2-128 0,1 3 176 0,-3 6-176 0,-2 5 0 0,-4 0 0 15,-7 6 0-15,-2-3 0 16,-1 5-448-16,-6 3-208 0,-7 4-48 0,-7 4 0 16,-4 2-1440-16,-4 3-288 0</inkml:trace>
  <inkml:trace contextRef="#ctx0" brushRef="#br0" timeOffset="145545.16">20606 10614 11055 0,'2'-5'976'0,"-1"0"-784"16,0 3-192-16,-1 2 0 0,0 0 528 0,0 0 64 16,0-2 16-16,0-1 0 0,0-1 816 0,-2 3 176 0,-1 1 16 0,0 1 16 31,-3 4-864-31,0 2-160 0,-1 4-32 0,0 1-16 0,-2 5-48 0,0 4-16 15,0 3 0-15,-2 0 0 0,1 2-176 0,0 1-48 16,1 0 0-16,0 1 0 16,0-2 144-16,3-2 32 0,1-4 0 0,5-20 0 0,-2 33 128 0,2-33 16 0,0 0 16 0,0 0 0 15,0 0-160-15,32 31-16 16,-19-34-16-16,2-4 0 0,2-3 320 0,3-2 64 0,0-3 16 0,2-3 0 16,2-1-688-16,1 1-128 0,-1-2 0 0,-3 0 0 15,-1 2-1328-15,-2 2-208 16,-4-1-64-16,-2-1 0 0,-3 3 816 0,-2 1 144 0,-4 1 48 15,-1 1 0-15,-2 1 592 0,-2 5 0 16,-1 1 0-16,-2 4 192 0,-1 1 432 0,-2 5 80 16,0 1 32-16,0 3 0 0,-1 0 32 0,0 3 0 15,-1 4 0-15,-1 1 0 0,2 2 32 0,1 0 16 16,0 0 0-16,0 0 0 0,3 2-48 0,0-2-16 16,5-19 0-16,-3 33 0 0,3-33-112 0,0 0 0 15,0 0-16-15,0 0 0 0,27 41-384 0,-16-41-80 16,1-3-16-16,2-2 0 0,1 1-144 0,0-6 0 0,1 3 0 0,-1-4 0 31,0 1-1712-31,0 0-368 0</inkml:trace>
  <inkml:trace contextRef="#ctx0" brushRef="#br0" timeOffset="145939.41">20964 10694 17503 0,'3'-4'768'0,"-2"0"176"16,1 3-752-16,-1-1-192 0,0 1 0 0,-1 1 0 0,0 1 1600 0,0 1 304 15,0 1 48-15,0-1 16 0,-2 5 0 0,-1 2 0 16,-2 3 0-16,0 2 0 0,-3 3-992 0,1 0-192 15,-2-1-32-15,0 1-16 0,0 2-160 0,0-3-16 16,0 1-16-16,2-2 0 0,0-1-160 0,1-3-48 16,1-1 0-16,3-2 0 0,0-2-208 0,1-1-128 15,0-4 128-15,2 0-128 0,0-1 0 0,1-2 0 16,0-2 0-16,2 0 128 0,1-2-128 0,0-2 0 16,1-1 0-16,0 0 0 0,2-1 0 0,0-4 0 15,1 2 0-15,2-4 0 0,-1 1 0 0,0-1 0 16,0 1 0-16,0 1 0 0,1 0 0 0,-1 2-128 0,-1 0 128 0,1 3 0 15,0 2 0-15,-1-1 0 0,0 4 0 0,-1 1 0 16,-1 3 0-16,-2 0 0 0,2 0 0 0,-2 4 0 16,-2 0 0-16,1 3 0 0,-1 0 0 0,-1 2 0 15,-1-1 0-15,-1 1 0 0,-1 2 0 0,0 1 0 16,-2 0 0-16,0 0 0 0,-1 0 0 0,-1 1 0 16,0-1 272-16,0-1-16 0,-1 1 0 0,2-3 0 15,-1 0-80-15,0-1-32 0,2-4 0 0,0 1 0 16,1 0-144-16,0-3 0 0,1-2 144 0,2 0-144 0,1-2 0 15,1-3 0-15,0 0 0 0,3-2 0 16,1-2-1168-16,2-1-256 16</inkml:trace>
  <inkml:trace contextRef="#ctx0" brushRef="#br0" timeOffset="146113.03">21216 10673 19343 0,'1'-2'848'0,"0"-1"192"0,0 1-832 0,0 2-208 0,-1 0 0 0,0 0 0 16,1 0 1856-16,0 2 320 0,1-2 64 0,1 1 0 0,0 1 96 0,1 0 16 15,1-1 0-15,-2 1 0 0,2 0-1200 0,0 0-256 16,-2 1-32-16,1 0-16 0,0 1-576 0,0-2-112 16,-1 3-32-16,-1 0 0 0,1-1-128 0,-2 1 0 15,-1 2 0-15,-1 1-176 16,1-8-1744-16,0 0-368 0</inkml:trace>
  <inkml:trace contextRef="#ctx0" brushRef="#br0" timeOffset="146270.6">21190 10842 18431 0,'0'0'816'0,"0"-2"160"0,0 1-784 0,1 1-192 0,0-2 0 0,-1 2 0 16,1 0 1920-16,0 0 320 0,1 0 80 0,-1 2 16 16,1-1 96-16,-1 3 0 0,-1 1 16 0,-1 2 0 15,0 0-1104-15,-1 2-240 16,-1 1-32-16,0 0-16 0,1 1-688 0,0-2-144 0,2-9-32 0,0 0 0 0,0 0-192 0,0 0 0 16,0 34 0-16,3-32 0 15,0-2-464-15,2-1-48 0,1-2 0 16,2-2-16768-16</inkml:trace>
  <inkml:trace contextRef="#ctx0" brushRef="#br0" timeOffset="146554.1">21391 10723 18431 0,'4'-7'816'0,"-2"2"160"0,0 1-784 0,-1 1-192 16,0 3 0-16,-1 0 0 16,1 0 2128-16,-1 0 384 0,1 2 80 0,0-1 16 0,0 3-368 0,-1 1-64 0,1 2 0 0,-2 0-16 15,1-7-992-15,0 0-192 16,0 0-32-16,0 45-16 0,0-45-480 0,0 0-112 15,2 41-16-15,-2-41 0 0,0 0-176 0,4 40-144 0,-4-40 192 0,0 0-192 32,0 0 128-32,0 0-128 0,12 40 0 0,-8-38 0 15,1 1 0-15,-1-5 0 0,1 1 0 0,0-3 0 0,0 1 0 0,2-4 0 16,-1 0 0-16,2-2 0 0,1-1 128 0,-1-2-128 0,1 1 0 0,1-1 0 16,-1 0 0-16,1-2 0 0,1 1 0 0,-1-3 0 15,3 2 0-15,-2 0 0 16,-1-1 0-16,-1 2 0 0,-1 3 0 0,0-1 0 0,-2 2 0 0,1 5-144 15,-3 0-1424 1,1 3-288-16,-2 4-48 0,-2 1-14112 0</inkml:trace>
  <inkml:trace contextRef="#ctx0" brushRef="#br0" timeOffset="146871.47">21588 10813 10367 0,'1'6'224'0,"-1"-3"48"0,1-2 16 0,0-1 0 0,0 0-288 0,0 0 0 0,1-1 0 0,2 1 0 15,4-2 3456-15,2 0 624 0,3-3 128 0,0 0 16 16,2-2-1600-16,0 0-336 15,0 0-64-15,1 0-16 0,0-3-816 0,0 1-176 16,-1 2-16-16,-2-2-16 0,0 2-704 0,-2-1-144 16,0 2-16-16,-3-1-16 0,1-1-304 0,-3 1 0 15,-1-1 0-15,-2 0 0 0,0 1 128 0,-3-1-128 16,-1 1 0-16,-2-1 0 0,0 4 0 0,-4-1 0 0,0 0 0 0,-3 5 0 16,-1 0 0-16,-1 1 0 0,-1 3 0 0,-1 2 0 15,1 0 0-15,1 3 0 0,1 1 0 0,0 0 0 16,1 2 0-16,1 2 192 0,1 0-48 0,1 0 0 15,1 0 96-15,1 0 16 0,5-14 0 0,0 0 0 16,-6 39-64-16,6-39 0 0,0 0 0 0,0 0 0 16,0 0-48-16,22 42-16 0,-22-42 0 0,0 0 0 0,30 9-128 0,-18-9 0 15,2-2 0-15,0 0 0 0,-2 0 0 0,2-4 0 16,0 2 0-16,2-3 0 16,-1 1-576-16,1 0-208 15</inkml:trace>
  <inkml:trace contextRef="#ctx0" brushRef="#br0" timeOffset="147223.26">21948 10694 14735 0,'-1'0'1312'15,"1"0"-1056"-15,0 0-256 0,0-2 0 0,1 2 1600 0,0 0 256 0,1 0 48 0,1 0 16 16,1-2 384-16,1 2 96 0,1-2 16 0,2-1 0 16,-1 0-1648-16,1 1-320 0,0 0-64 0,0 0 0 15,2 0 288-15,-2 1 64 16,1-1 16-16,0 2 0 0,-1 0-272 0,-1 2-48 15,0 1-16-15,-7-3 0 0,0 0-240 0,0 0-48 0,0 0-128 0,0 0 192 16,16 52-192-16,-16-52 0 0,0 0 128 0,-10 42-128 16,10-42 0-16,-14 29 0 0,5-12 128 0,0-3-128 0,0 0 0 0,-1-2 144 15,2-3-144-15,0-1 128 0,0-1 96 0,2-3 16 16,0 1 0-16,2-3 0 0,0-2 208 0,1-2 64 16,1-1 0-16,2-1 0 0,2-3-80 0,1-2-16 15,2-1 0-15,1-2 0 0,2-1-144 0,3-2-16 16,2 0-16-16,0-2 0 0,3-1-240 0,1-1 144 15,1 0-144-15,1-2 128 0,0 4-128 0,-2-2 0 16,2 0 0-16,-2 2 0 0,0 3-256 0,-2 2-16 0,-1 4-16 16,-2 2 0-1,-2 1-1312 1,-2 5-272-16,0 0-48 0,-3 3-14352 0</inkml:trace>
  <inkml:trace contextRef="#ctx0" brushRef="#br0" timeOffset="147586">22450 10650 15663 0,'5'-8'688'0,"-1"2"144"0,0 3-656 0,-2-2-176 0,-1 4 0 0,0 0 0 15,-1 1 2384-15,1-2 448 0,-1-3 96 0,0 1 16 0,0-1-400 0,-1 2-80 16,-2-2-16-16,-3 3 0 16,0 2-1072-16,-2 0-224 0,-1 0-32 0,-1 2-16 15,0 1-576-15,-1 1-112 16,-1 1-32-16,0 0 0 0,1 3-192 0,1-2-64 0,1 3 0 0,1-1 0 0,4-2-128 0,0 3 0 31,3-1 0-31,1-1 0 0,0-7 0 0,0 0 0 0,0 0 0 0,0 0 0 0,0 0 0 0,33 40 0 31,-33-40 0-31,0 0 0 0,0 0 0 0,36 24 0 16,-36-24 0-16,0 0 0 0,0 0 0 0,35 27 0 0,-35-27 0 0,0 0 0 16,0 0-128-16,0 0 128 0,0 0 0 0,0 0 0 0,12 43 0 0,-17-37 0 0,0-1 0 15,-4 0 0 1,0 0 0-16,-2 2 0 0,-1-3 0 0,0 1 0 0,0 0 0 0,0-3 0 0,0 0 0 0,2-1 0 15,0-1 0-15,2-1 0 0,1 1 0 0,3-2 0 32,1 0-448-32,1-2-112 0,3 1-16 0,2 2-16960 0</inkml:trace>
  <inkml:trace contextRef="#ctx0" brushRef="#br0" timeOffset="147887.19">22498 10782 16575 0,'6'-6'736'0,"-3"3"160"0,0 0-720 0,0 1-176 0,-1 1 0 0,0 0 0 0,1-1 2400 16,2-1 448-16,4 0 96 0,3-3 0 0,3-2-832 0,1 2-192 16,1 0-16-16,0-1-16 0,1 0-1168 0,-1 1-224 15,0 0-48-15,0-1-16 0,-1-1-432 0,-2-1 0 16,0 3 0-16,-2-4 0 0,-3 1 0 0,-1 2-272 16,-2-3 32-16,-3 0 16 15,-1 4-704-15,-2-3-144 0,-3 3-16 0,-3 1-16 16,-1 1 464-16,-4 2 80 0,-1 4 32 0,-2 0 0 0,1 3 528 0,-3 2 0 15,-1 0 128-15,0 3-128 0,2 2 576 0,-2 1 0 0,0 2 16 16,1-1 0-16,1 0 592 0,1 1 112 0,2-3 32 0,2 0 0 16,4-1-320-16,2-2-64 0,4-9-16 0,0 0 0 15,0 0-608-15,0 0-128 0,0 0-32 0,23 39 0 16,-12-35-160-16,1-1 0 0,2-1 0 0,0-2 0 16,2 2 0-16,2-2 0 0,-1 0 0 0,2 0-11920 15,0-2-2304-15</inkml:trace>
  <inkml:trace contextRef="#ctx0" brushRef="#br0" timeOffset="148440.7">23465 10645 22111 0,'1'-7'976'0,"0"2"208"0,0-1-944 0,0 3-240 0,1 0 0 0,-1 0 0 15,0 1 1920-15,1 0 352 0,0-3 64 0,2-2 16 16,0 0-560-16,-2 0-128 0,0 2 0 0,-2 0-16 16,-2 5-928-16,-2 0-176 15,-1 3-32-15,-2 2-16 0,-2 1-368 0,-2 4-128 0,-1 4 0 0,-1 0 144 16,0 1-144-16,0 4 0 0,0-2 0 0,1 2 0 16,0 1 0-16,3-3 0 15,9-17 0-15,-11 33 0 0,11-33 0 0,0 0 0 0,0 0 0 0,0 0 0 0,28 44-128 16,-14-42 128-16,3 0 0 0,3-6 0 0,2-1 0 0,1-2 160 15,1-3-16-15,1-2 0 0,0-1-144 0,1 0 0 16,-3-4 144-16,-1 1-144 0,-3 1 0 0,-3 0-320 16,-6 2 64-16,-1 1 16 15,-5-1-560-15,-3 0-112 0,-3 0-32 0,-3 1 0 0,-3 1 624 0,-2 2 128 16,-2 2 32-16,-2 2 0 0,0 3 416 0,-1 0 96 16,0 4 16-16,-1 1 0 0,1 3 176 0,1 1 32 15,2 0 16-15,1 3 0 0,3-2-224 0,2 1-48 0,2 0-16 0,3 1 0 16,1-10-176-16,0 0-128 0,0 0 144 0,0 0-144 15,33 33 0-15,-19-30 0 16,4-1 0-16,2-2 0 16,3-2-720-16,2-2-144 0,1 1-32 0,1-3-15456 0</inkml:trace>
  <inkml:trace contextRef="#ctx0" brushRef="#br0" timeOffset="148882.46">24017 10531 17503 0,'9'-19'768'0,"-3"5"176"0,-1 0-752 0,-2 2-192 0,-1 4 0 0,-1 4 0 16,1-5 2096-16,0-1 384 0,2-9 80 0,1-7 0 15,1-5-384-15,-1 0-64 0,1 1-32 0,-1 6 0 0,-3 4-1200 0,1 6-240 16,-1 2-64-16,-1 6 0 16,0 1-16-16,-2 5-16 0,-1 3 0 0,-1 3 0 15,3-6-272-15,0 0-48 0,-16 43-16 0,16-43 0 16,-20 47-80-16,8-21-128 0,0 5 176 0,-2-2-176 0,0 4 144 16,-1 2-144-16,0 1 0 0,1 2 144 0,2-2-144 0,1-1 160 15,3 0-160-15,8-35 160 0,-9 69-160 0,9-69 0 16,-5 65 0-16,5-65 0 15,-1 61 0-15,1-61 0 0,1 61 0 0,-1-61 0 0,1 55 0 0,-1-55 0 16,-3 51 0-16,3-51 0 0,-5 43 0 0,5-43 0 0,-11 34 0 16,11-34 0-16,-15 26 0 0,6-16 0 0,-1-1 0 0,0-1 0 31,0-2 0-31,0-3 128 0,1-1-128 0,0-4 0 0,0 0 0 0,-2-2 0 0,1-2 128 0,0-1-128 16,0-3 0-16,0-1 0 0,-1-1 0 0,2-5 128 15,2 1-128-15,-1-4 0 0,2-3 0 0,1-5 0 16,1 1 0-16,3-1 0 0,0-2 0 0,3 1-176 31,0 5-240-31,3 0-48 0,1 3-16 0,4 2 0 0,1 4 480 0,2 1 0 0,3 2 0 0,1 3 0 16,4 0 0-16,3 1 208 0,1 2-32 0,3 0-16 0,1 0 240 15,5-2 48-15,5 1 16 0,1-1 0 0,-3 2-272 0,3 0-64 16,5 0-128-16,0 1 192 0,0 1-192 0,-3-1-288 16</inkml:trace>
  <inkml:trace contextRef="#ctx0" brushRef="#br0" timeOffset="150570.41">20820 11498 12895 0,'0'-1'1152'0,"1"0"-928"15,-1 1-224-15,0 0 0 0,1 0 1216 0,-1 0 192 0,1-2 32 0,0-1 16 0,0 1 240 0,1-1 48 16,-1 1 16-16,0 0 0 0,0 2-416 0,-1-3-64 15,0 3-32-15,0 0 0 0,0 1-224 0,0 1-32 16,-1 0-16-16,-2 3 0 0,1 3-416 0,-2 3-96 16,0 1-16-16,-1 3 0 0,0 0-176 0,-2 5-32 15,0 1-16-15,-1 0 0 0,0 1-224 0,0 2 128 16,-1-1-128-16,1 0 0 0,1-1 128 0,2-3-128 16,0-2 0-16,5-17 0 0,0 0 0 15,-3 33 0-15,5-26 0 0,0-5 0 0,1 0 0 0,1-4 0 0,0 0 0 0,1-5 0 16,0 2-320-16,1-5 0 0,0-1 0 0,0-1 0 31,0 0-1824-31,-2-3-368 0,1 1-80 0,-2-1-16 16,-1 0 752-16,0 0 128 0,-1 1 48 0,-1-3 0 0,0 3 1296 0,-1-2 256 15,0-1 128-15,0 0-128 0,1 1 944 0,-1 0 192 0,0 2 32 0,1 1 16 16,1 2 80-16,0 2 16 0,0 1 0 0,1 1 0 16,1 2-208-16,2-1-48 0,-1 0 0 0,3 2 0 15,-1 1-336-15,3-1-80 0,1 1-16 0,1-2 0 16,1 1 0-16,2 1 0 0,1-2 0 0,1 3 0 15,4-3 192-15,-1 3 48 16,4 0 0-16,-1 1 0 0,-2 1-192 0,-1 1-16 0,-19-1-16 0,32 9 0 0,-32-9-288 0,0 0-48 16,34 21-16-16,-34-21 0 0,0 0-128 0,0 0 0 31,3 45 0-31,-13-30 0 0,-2 1 0 0,-4-1 0 0,-2 2 0 0,-4 1 0 0,-3 1 0 0,0 0-176 16,-3 1 176-16,-1-2-128 0,1 1 128 0,-1-2 0 15,2 1 0-15,2-1 0 0,2-4 0 0,5 0 176 16,1-1-176-16,5-3 192 0,3-1 0 0,2-1 16 15,3-3 0-15,4-1 0 0,2-1-208 0,3-2 0 0,1 0 0 16,5-5-11328 0,4-1-2240-16</inkml:trace>
  <inkml:trace contextRef="#ctx0" brushRef="#br0" timeOffset="150775.6">21142 11510 23951 0,'4'-1'1056'0,"-1"0"224"0,0 1-1024 0,0 1-256 0,1 0 0 0,-2-1 0 0,2 0 1168 0,0 2 176 16,4 1 48-16,4-1 0 0,1 1-352 0,0-1-64 0,0 0-16 0,-1-2 0 15,-1 0-512-15,-1 1-96 16,-2-1-32-16,0 0 0 0,-2 2-320 16,-1-2 128-16,-1 2-128 0,-3 1 0 15,0 1-1264-15,-2 1-320 0,-1 0-64 0,-2 0-7328 16,0 4-1472-16</inkml:trace>
  <inkml:trace contextRef="#ctx0" brushRef="#br0" timeOffset="150905.68">21211 11624 4607 0,'-14'10'192'0,"10"-7"64"0,2-2-256 0,2-1 0 16,0 0 0-16,0 2 0 0,-1-1 1776 0,0 1 304 15,0 3 64-15,-1-1 16 0,0 2 752 0,1 0 160 16,0 0 16-16,0 0 16 0,1-6-928 0,0 0-176 16,0 0-32-16,-3 33-16 0,3-33-1024 0,0 0-208 0,0 0-32 0,0 0-16 15,0 0-544-15,1 38-128 0,2-35 0 16,1-3-9744-16,0 0-1984 0</inkml:trace>
  <inkml:trace contextRef="#ctx0" brushRef="#br0" timeOffset="151251.51">21494 11568 12895 0,'3'-3'1152'16,"1"1"-928"-16,-2 1-224 0,-1 1 0 0,-1 0 2240 0,1 0 416 15,1 0 80-15,1 0 16 0,0-2-64 0,1 0 0 16,-1 2 0-16,-2-2 0 0,-1 2-1424 0,-2 0-304 15,0 2-48-15,-3-2-16 0,2 2-384 0,-3-2-96 16,-1 1-16-16,-1 0 0 0,1 1-208 0,-2 1-64 16,0 0 0-16,-1 0 0 0,1 0-128 0,-1 2 0 15,1 0 144-15,0 0-144 0,2 2 224 0,1-2-32 16,1 2 0-16,2-2 0 0,2 2 0 0,1-2 0 16,2 2 0-16,-2-7 0 0,0 0-192 0,0 0 0 15,0 0 128-15,35 28-128 0,-35-28 0 0,0 0 0 16,35 17 0-16,-35-17 0 0,0 0 0 0,33 19 0 0,-33-19 0 0,0 0 0 15,0 0 0-15,0 0 0 0,32 28 0 0,-31-24 0 16,-3 0 0-16,-2 2 0 0,-1-1 0 0,-4 0 0 16,0-1 0-16,-3 1 0 0,-2 1 0 0,-3-2 0 15,0 1 0-15,-3-1 0 0,-2-1 0 0,0 1 0 16,0-1 0-16,2-1 0 0,1 0 0 0,4-2 0 31,3 2-1072-31,2-1-144 0,3 1-48 0,2 1-14880 0</inkml:trace>
  <inkml:trace contextRef="#ctx0" brushRef="#br0" timeOffset="151911.4">21831 11626 10127 0,'1'-2'896'0,"0"2"-704"0,0 0-192 0,-1 0 0 0,1 0 1840 0,-1 0 336 16,1 0 64-16,1-2 0 0,1 0 640 0,-2 1 112 15,2-1 16-15,-1-1 16 0,1 1-976 0,-1 0-208 16,0 0-48-16,0-1 0 0,1 0-1072 0,0 0-208 16,-1 0-64-16,1-2 0 0,-2 0-272 0,1 3-176 15,-1-3 192-15,0 0-192 0,-1 1 144 0,-1-1-144 16,-1 1 0-16,0-1 144 0,-2 2-144 0,-2-2 0 16,0 4 0-16,-1 0 0 0,-1 1 0 0,-1 0 0 15,-1 2 0-15,-1 3 0 0,0 0 0 0,-1 2 0 16,1 1 0-16,-1 1 0 0,0 2 0 0,1 2 0 15,0 1 0-15,0 0 0 0,2 1 0 0,1 0 0 0,0 2 0 0,2-3 0 16,0 1 0-16,6-15 0 0,0 0 0 0,-2 35 0 31,2-35 0-31,0 0 0 0,0 0 0 0,0 0 0 0,0 0 0 0,43 26 0 0,-29-28 0 0,0-1 128 16,0-3 96-16,0 0 16 0,1-1 0 0,-1 0 0 16,0 0-240-16,0-2 0 0,1 1 0 0,-1 1-11504 15,-1-2-2224 1</inkml:trace>
  <inkml:trace contextRef="#ctx0" brushRef="#br0" timeOffset="152928.26">22084 11585 3679 0,'5'-4'160'0,"-1"2"32"0,-1-1-192 0,-2 1 0 0,0 2 0 0,0-1 0 15,0 1 1216-15,0-1 192 0,2-1 32 0,0 0 16 0,0-1 592 0,-1 1 128 0,0 1 32 0,-1 0 0 16,0 0-528-16,-2 1-96 15,1 0-32-15,-2 0 0 0,1 0-368 0,-1 0-80 0,1 0-16 0,-1 0 0 16,0 0-288-16,0 0-64 0,-1 1-16 0,1 0 0 31,0-1-288-31,-2 1-64 0,0 0-16 0,0 2 0 16,1-2-32-16,-2 3 0 0,0-2 0 0,-1 1 0 0,0 2 0 0,-2 1-16 0,1 0 0 0,-2 2 0 16,1 1 208-1,-1 2 64-15,-1-1 0 0,2 3 0 0,0-1-64 0,1 1-16 0,2 0 0 0,5-13 0 0,0 0-32 16,-7 33 0-16,7-33 0 0,0 0 0 0,0 0-304 0,0 0-160 15,0 0 160-15,0 0-160 0,33 31 0 0,-24-33 128 16,1-3-128 0,1 1 0-16,2-4 0 0,0 1 0 15,0-1 0-15,0-3 0 0,0 2 0 0,-1-3-256 16,0 1 16-16,-1 1 16 16,-4 0-736-16,-1 0-160 0,-1 1-32 15,-1 0 0-15,-2-1 224 0,-3 3 32 0,-1-2 16 0,-3 1 0 0,0-1 688 0,-2 2 192 16,-1-1 0-16,-1 2 0 0,-1 1 224 0,0-1 160 15,1 3 48-15,-1 1 0 0,3 1-32 0,-1 2 0 16,1 1 0-16,2 2 0 0,0-1 32 0,1 2 0 0,2-1 0 16,1 0 0-16,2 0-96 0,1 0-16 0,2 0 0 0,2-1 0 15,1-1-96-15,1 1-32 0,3-2 0 16,2-1 0-16,0-1-192 0,1-1 128 0,-1 1-128 0,1-3 0 16,1 1 0-16,0 1 0 0,1-3 0 0,-1 0 0 15,2 1-256-15,-2-3 16 0,1 3 0 0,-2-1 0 16,-1 1-256-1,-2 0-48-15,-1-1-16 0,-3 3 0 0,0-1 368 0,-3 1 64 0,-1 2 128 0,-1 0-208 16,-1 0 208-16,-1 0 0 0,-1 0 0 0,0 0 0 16,0 2 0-16,-1-2 0 0,1 3 0 0,-1-1 0 15,0-1 208-15,0 3-64 0,0-2-16 0,0 1 0 0,0 0 32 16,1 1 0-16,-1 0 0 0,-1 1 0 0,0 1 96 0,0 0 0 16,1 3 16-16,0-1 0 0,2-8 96 0,0 0 16 15,-9 35 0-15,9-35 0 0,-8 26-48 0,8-26 0 16,-6 27 0-16,6-27 0 0,0 0 0 15,-3 32 0-15,3-32 0 0,0 0 0 0,0 0-208 0,0 0-128 16,0 0 160-16,30 20-160 0,-20-23 144 0,0-2-144 16,1 1 128-16,0-3-128 0,1 2 0 0,0-4 128 15,1 1-128-15,0-1 0 0,1-1 0 0,-1-1-192 16,0 1 0-16,0-2 16 16,-2 0-336-16,-1 1-64 0,0-1 0 0,-1 0-16 0,-2 0 352 0,1 0 80 0,-3 0 16 0,1 2 0 15,-2 1 144-15,-2 2 0 0,0 0 0 16,0 4 0-16,-2 1 256 0,0 2 0 0,-1 0-16 0,0 2 0 15,0 3 112-15,-1 0 32 0,-1 2 0 0,-1 2 0 16,0 1-96-16,1 2-16 0,3-12 0 0,-8 26 0 16,8-26-80-16,0 0-32 0,-5 42 0 0,5-42 0 15,0 0-32-15,0 0 0 0,10 46 0 0,-10-46 0 16,0 0-128-16,0 0 0 0,0 0 144 0,31 19-144 16,-23-19 0-16,1-3 0 0,1 1 0 0,2-3 128 15,0-2-128-15,1 0 0 0,2 0 0 0,0-3 0 16,1 1-320-16,0 0-96 0,-2-1-16 0,1 0 0 15,0-1-1872-15,-2 2-384 0,-1 0-80 0,-1 0-12080 16</inkml:trace>
  <inkml:trace contextRef="#ctx0" brushRef="#br0" timeOffset="153338.88">22753 11553 14047 0,'-2'-3'304'15,"1"1"64"-15,0 1 16 0,1 0 16 0,-1 1-400 0,1-2 0 0,0 1 0 0,0 0 0 0,0-2 3584 0,0 0 624 0,1 1 128 0,-1-2 16 16,2 1-2176-16,1-2-432 16,0 1-80-16,2 1-32 0,-1-2-912 0,3 3-176 0,0-3-32 0,0 2-16 15,2-1-256-15,-1 0-48 16,1 3-16-16,0-1 0 0,-1 0-32 0,0 4 0 0,-2 0 0 0,0 3 0 0,-6-5 112 0,0 0 32 31,0 0 0-31,0 0 0 0,12 42-288 0,-12-42 0 16,0 0 0-16,-6 41 0 15,6-41 128-15,-7 28-128 0,7-28 0 0,-11 30 0 0,11-30 0 0,-8 26 0 16,8-26 0-16,-8 23 0 0,4-16 0 0,1 1 0 16,1-4 0-16,0 0 0 0,1-1 0 0,0-2 0 0,0 0 128 15,0-2-128-15,1 0 224 0,0-1-16 16,1-1 0-16,-1 0 0 0,1-1-80 0,0-1-128 0,-1 0 176 0,1 1-176 16,1-3 144-16,-2 2-144 0,2-2 0 0,0 0 144 15,1 0-144-15,1-1 0 0,-1 0 0 0,2-1 128 16,1 0-128-16,0-2 0 0,1 1 0 0,3-2 0 15,-1-1 0-15,1 1 0 0,0-1 0 0,0 1 0 16,0 1-128-16,0-1-64 0,-1 2-16 0,0 1 0 31,-1 1-1776-31,-1 4-336 0,1-1-80 0,-3 2-13184 0</inkml:trace>
  <inkml:trace contextRef="#ctx0" brushRef="#br0" timeOffset="164265.94">22924 11588 5055 0,'4'-7'448'0</inkml:trace>
  <inkml:trace contextRef="#ctx0" brushRef="#br0" timeOffset="168664.84">22890 11619 11967 0,'0'-2'528'0,"-1"0"112"0,1 2-512 0,0 0-128 0,0 0 0 0,0 2 0 15,-1-2 688-15,1 2 96 0,-1 1 32 0,0 1 0 16,-1 2-624-16,1 0-192 0,1-6 128 0,0 0-128 15,-12 24 0-15</inkml:trace>
  <inkml:trace contextRef="#ctx0" brushRef="#br0" timeOffset="-196764.91">23287 11427 19343 0,'2'0'1728'0,"0"-2"-1392"0,-1 2-336 0,-1 0 0 0,0 2 1280 0,-1-2 176 16,1 0 32-16,-1 1 16 0,-1 3-160 16,-1-2-16-16,-3 3-16 0,-2 0 0 0,-1-1-272 0,-2 1-48 15,1 0-16-15,-2 0 0 0,0 0-272 0,1-1-48 16,-1 1-16-16,0-2 0 0,0 0-192 0,0 0-64 15,1 0 0-15,1 2 0 0,0-1-48 0,2 1-16 16,1-2 0-16,2 1 0 0,2 1 80 0,1 0 16 16,1-1 0-16,1-4 0 0,0 0-208 0,0 0-32 15,0 0-16-15,0 0 0 0,33 24-32 0,-22-22 0 16,2 1 0-16,0 0 0 0,1 1-128 0,-14-4 192 16,28 7-192-16,-28-7 192 0,26 10-192 0,-26-10 0 0,0 0 0 0,28 22 0 15,-28-22 0-15,0 0 0 0,0 0 0 0,0 0 0 16,11 41 0-16,-11-41 0 0,-9 18 0 0,0-9 0 15,-1 0 0-15,-2-1 0 0,-2-1 0 0,-1 2 128 16,-3-2-128-16,-2-1 128 0,1 0-128 0,-1-3 128 16,0 1-128-16,2-2 0 0,2-2 144 0,3 0-144 15,3-1 0-15,2 0 0 0,3-4 0 0,3 0 0 16,4 1 0-16,2-4 0 0,5-1-160 0,5 2-18080 16</inkml:trace>
  <inkml:trace contextRef="#ctx0" brushRef="#br0" timeOffset="-196394.78">23368 11627 25791 0,'-6'-1'1152'0,"4"1"224"0,0 0-1104 0,1 1-272 16,0-1 0-16,1 0 0 0,1 0 848 0,1 0 112 16,0 0 32-16,1 0 0 0,4-1-256 0,0-1-48 15,3 2-16-15,0-4 0 0,2 1 512 0,0-2 96 16,2 1 32-16,0-1 0 0,-1 1-624 0,0-1-128 0,-1 2-32 0,-1-2 0 15,-1 1-304-15,-1 1-64 0,-2-2-16 0,-3 3 0 16,-1-2-144-16,-2 1 0 16,-2 0 0-16,-2 1 0 0,0-2 0 0,-3 1 0 0,-1-2 0 0,-3 3 0 0,0-3 0 0,-2-1 0 15,-1 0 0-15,-2 1 0 0,2 1 128 0,-1-1-128 32,2 0 128-32,0 4-128 0,2 0 320 0,1 1 0 15,1 1-16-15,0 2 0 0,2 2 0 0,0 0 0 0,0 5 0 0,0 0 0 0,6-10-64 0,-8 30-16 16,8-30 0-16,-7 38 0 0,7-38 0 0,-3 38 0 15,3-38 0-15,1 42 0 0,-1-42-32 0,0 0-16 16,11 52 0-16,-11-52 0 0,0 0-176 0,0 0 192 0,36 38-192 0,-36-38 192 16,29 3-192-16,-10-6 0 15,1-4 0-15,3-2-19520 16</inkml:trace>
  <inkml:trace contextRef="#ctx0" brushRef="#br1" timeOffset="-173194.04">1157 5580 6447 0,'-2'-9'576'0,"0"4"-576"16,0 1 0-16,1 1 0 15,1 1 576-15,-1 0 0 0,0 1 0 0,-1-1 0 0,0 0 1168 0,0-3 240 16,0 2 64-16,-1 0 0 0,1 2-432 0,2 1-80 16,-2 2 0-16,0 1-16 0,1 2-640 0,0 1-128 15,0 2-32-15,0 1 0 0,0 3 48 0,0 0 16 16,0 4 0-16,0 1 0 0,0-3-48 0,-1 5-16 16,-1 2 0-16,-1 1 0 15,0 4-128-15,-1 0-16 0,0-2-16 0,-1-3 0 0,3-1-112 0,-1-5 0 0,1-1-16 0,1-4 0 16,1 0-64-16,1-5-16 0,0 2 0 0,0-5 0 15,1-2-208-15,1 0-144 0,0-4 192 0,0 1-192 16,1-3 0-16,-1-2 0 0,0 1 0 0,2-3 0 16,-1-3 0-16,1 0 0 15,-1-1 0-15,1-2 0 0,0 1-192 0,-2 0 16 0,1 1 0 0,-1-1 0 16,1-2-272 0,-1 0-48-16,-1 0-16 0,-1-2 0 0,0 0 160 0,-1 3 32 0,-1 1 0 0,1 1 0 15,-2-2 320-15,0 1-176 0,0 1 176 0,-1 1-128 0,1 2 128 16,0 2 0-16,2 0 0 0,-1 3 0 0,1 0 256 0,0 1-32 15,0 2 0-15,0 1 0 16,1-2 288-16,0 3 48 0,0-1 16 0,0 2 0 0,1-2-64 0,-1 1-16 16,1 1 0-16,0 0 0 0,1 0-96 0,0 3-16 15,1-1 0-15,1 1 0 0,0 1-160 0,0 1-32 16,2 4-16-16,-6-9 0 0,0 0-48 0,20 36 0 16,-20-36 0-16,15 36 0 0,-15-36 0 0,15 40-128 15,-15-40 192-15,15 48-64 0,-15-48-128 0,15 44 0 16,-15-44 144-16,14 38-144 0,-14-38 0 0,0 0 0 15,21 38 0-15,-16-30 128 0,2-4-128 0,-2-1 0 0,1-1 128 16,-1-2-128-16,-1-2 128 0,1-1-128 0,-2-1 128 0,0-1-128 16,-1 1 256-16,1-2-32 0,-1-1 0 0,0 0 0 15,-1 0-96-15,1-3 0 0,-2 1-128 0,1-2 192 16,0 1-192-16,0-2 0 0,0 1 0 0,0-2 0 16,1-5 0-16,2-2 0 15,-1-1 0-15,4-2 0 0,0-2 0 0,3-1 0 0,-2 0 0 0,1 0 0 16,1 0-288-16,1 2-48 0,-1 1-16 0,1 1-11280 31,0 4-2256-31</inkml:trace>
  <inkml:trace contextRef="#ctx0" brushRef="#br1" timeOffset="-172479.7">1504 5379 5519 0,'-1'-6'496'0,"1"1"-496"0,0 2 0 0,0 0 0 0,1 2 512 0,-1 0 16 16,0-1 0-16,0 0 0 0,0-1 1312 0,1-2 256 15,-1 1 48-15,0 1 16 0,0 1-112 0,-2 2 0 16,1 2-16-16,0 3 0 0,-1-1-560 0,-1 4-96 31,1 1-32-31,-1 3 0 0,0 2-400 0,0 3-96 0,1 2-16 0,1 2 0 0,0 3-192 0,0-3-64 32,1 1 0-32,0 1 0 0,0-1-64 0,0-1 0 0,1 0-16 0,0-1 0 0,0 0-160 0,0 0-16 0,0-4-16 15,1 0 0-15,-1-4-176 0,0-2-128 0,1 0 144 0,0-4-144 16,0-1 0-16,0 0 0 0,0-5 0 0,-1 0 0 15,0 0 0 1,0-5 0-16,-1 0 0 0,1 1 0 16,0-3-672-16,-1 2-128 0,1-4-32 0,0 1 0 0,-1-3-1152 15,0-1-256-15,0 0-32 0,0-4-16 0,0 1 112 16,-1-1 32-16,0 0 0 0,-1-2 0 0,0-1 432 0,-1 3 96 16,1-4 16-16,0 4 0 0,1 0 848 0,0 2 176 0,0 1 48 15,1 0 0-15,0 3 912 0,0 0 192 16,1 1 48-16,0 2 0 0,0 2 752 15,1 0 160-15,1 1 16 0,0 1 16 0,0 0 256 0,1-1 48 16,0-1 16-16,0 1 0 0,2 1-512 0,-1-2-96 16,2 0-32-16,-1 1 0 0,1-1-560 15,0 0-112-15,2-1-32 0,-1 1 0 0,1 2-400 0,1 1-144 16,-2-1 0-16,-1 3 144 0,2 1-144 0,-3 2 0 16,-6-3 0-16,0 0 0 0,0 0 0 0,0 0 0 15,23 44 0-15,-24-30 0 0,-1 0 0 0,-3 3 0 16,-2 0 0-16,-2 1 0 0,-1-1 0 0,-1-3 0 15,0 0 0-15,-2-2 0 0,0 2 0 0,0-4 0 16,0 2 144-16,2-5-144 0,1 0 0 0,1-2 128 16,3 0-128-16,0-3 0 0,2-2 0 0,2 0 128 0,0 0-128 0,1-4 0 15,2 1 0-15,1-2 0 0,2 1 0 0,4-2 128 16,0 0-128-16,3-2 0 0,0-1 0 0,2 2 0 16,2-1 0-16,0 0 0 0,1 2 0 0,-2 2 0 15,0 1 0-15,-1 1 0 0,0 2 0 0,-13 0 0 16,0 0 0-16,0 0 0 0,39 19 0 0,-39-19 0 0,0 0 0 0,0 0 144 15,12 40-144-15,-15-26 160 0,-3 1 208 0,-1 1 32 16,-3 1 16-16,0-3 0 0,1-1 336 0,-2 0 64 16,-1-1 16-16,-1 1 0 15,-1-2-320-15,0-1-48 0,1-2-16 0,1 0 0 0,2-4-256 0,1-1-64 16,0-1-128-16,3-1 192 0,1-2-192 0,2-3 0 16,2 1 0-16,2-1 0 15,1-1-496-15,4 0-80 0,1-4-32 0,4 1-15392 16</inkml:trace>
  <inkml:trace contextRef="#ctx0" brushRef="#br1" timeOffset="-172269.08">1878 5464 7359 0,'0'-4'656'0,"0"2"-528"0,1 1-128 0,0-1 0 15,-1 0 688-15,1 2 96 0,-1-1 32 0,2 1 0 16,0-2 1728-16,0 0 336 0,3 2 80 0,-1 0 16 15,0 2-1312-15,0-2-256 0,1 5-48 0,-2-2-16 16,1 2-992-16,0 1-208 0,0-1-144 0,-1-1 192 16,0 2-672-16,-1 0-128 0,-1 0-32 0,-1 0-10368 15</inkml:trace>
  <inkml:trace contextRef="#ctx0" brushRef="#br1" timeOffset="-172133.45">1869 5576 5919 0,'-2'2'128'0,"1"1"16"0,1 1 16 0,0-3 32 0,0 1-192 0,0-2 0 0,1 2 0 0,1 0 0 0,1 3 2624 0,-1 0 512 16,3 0 80-16,1 0 32 0,-1-1-624 0,2-2-112 16,-1 0-16-16,1-1-16 0,1-1-1312 0,1-1-256 15,0 0-48-15,2-2-9248 16,-2 1-1840-16</inkml:trace>
  <inkml:trace contextRef="#ctx0" brushRef="#br1" timeOffset="-171173.17">2281 5282 3679 0,'0'1'320'0,"-1"-1"-320"0,0 0 0 0,1-1 0 15,0 1 992-15,-1 0 128 0,0-2 32 0,0 1 0 16,0 1 624-16,-1-2 128 0,1-1 16 0,0 1 16 16,1 1-400-16,1-2-64 0,0 1-32 0,1 1 0 15,1-2-400-15,1 1-80 0,1 0 0 0,1 0-16 16,1-1-192-16,1-2-48 0,2 2 0 0,-1-2 0 0,2 1-256 0,0 0-64 16,1-3-16-16,0 2 0 0,-2 0-48 0,0 0 0 15,1 1 0-15,-2-1 0 0,0 0-176 0,-1 1-144 16,-1 1 192-16,0 1-192 0,-3-1 0 0,0 1 0 15,0 1 0-15,-2 1 0 0,-1 1-400 0,-2 1 16 16,0 1 0-16,-2 0 0 16,1 1-1936-16,-1-1-384 0</inkml:trace>
  <inkml:trace contextRef="#ctx0" brushRef="#br1" timeOffset="-167817.09">2901 4952 11967 0,'1'-5'1072'0,"-1"0"-864"16,1 3-208-16,-1 0 0 0,0 2 624 0,0-4 80 15,0-1 0-15,0-3 16 0,0-3-208 0,-2-4-64 16,-1 1 0-16,-1-2 0 0,1 3 448 0,-3 1 64 16,1 3 32-16,-2 0 0 0,0 1 48 0,-2 2 16 15,0 1 0-15,0 2 0 0,0 1-208 0,-1 2-32 16,0-2-16-16,1 4 0 0,0-2-224 0,0 3-32 16,2 1-16-16,0-1 0 0,2 3-80 0,0-1-32 15,2 2 0-15,1 1 0 0,1 1-128 0,1 3-32 0,0 5 0 0,2 1 0 16,1 4-64-16,1 2 0 15,2 6-16-15,3 4 0 0,0 6 48 0,1 0 16 0,0 1 0 0,1 1 0 32,-2-3 64-32,1 3 16 0,-1 0 0 0,2-2 0 0,-1-1-80 0,0-2-16 0,-1-3 0 0,-9-34 0 15,16 53-32-15,-16-53 0 0,14 41 0 0,-14-41 0 16,0 0 112-16,16 39 16 0,-13-30 0 0,0 1 0 16,-1-4-128-16,0-1 0 0,-1-1-16 0,0-3 0 15,-2 1-176-15,0-1 160 0,-1-1-160 0,0-1 160 16,-1-1-160-1,1 0-144-15,-1-3 144 0,0-2-208 0,-1-2-1536 16,0 1-304-16,-1-3-64 0,-1-1-12032 0</inkml:trace>
  <inkml:trace contextRef="#ctx0" brushRef="#br1" timeOffset="-167611.85">2828 5362 5519 0,'-7'-11'240'0,"3"6"64"0,1 0-304 0,0 0 0 16,2 3 0-16,0-2 0 0,-1 3 1296 0,0-4 208 31,0-1 32-31,-2 0 16 0,0-2 480 0,1 2 80 0,1 0 32 0,0 0 0 15,1 3-256-15,0 2-48 16,1-2-16-16,0 1 0 0,0 2-544 0,2-2-96 0,1 1-32 0,-1-1 0 0,3 1-512 0,1-2-96 31,1 0-32-31,1-2 0 0,2 1-128 0,1-4-16 16,2 1-16-16,1-1 0 0,0 0 32 0,2-2 0 0,0 1 0 16,1-2 0-16,-1 0-384 0,2 2 0 0,-1-2 0 0,-2 3 0 31,2-2-1056-31,0 2-288 0</inkml:trace>
  <inkml:trace contextRef="#ctx0" brushRef="#br1" timeOffset="-166713.05">2448 5289 4607 0,'-1'-3'400'0,"1"1"-400"16,0 2 0-16,0-2 0 0,0 2 1120 0,-1-2 144 15,0 1 16-15,0-4 16 0,-2 2 448 0,0-3 96 16,1 1 16-16,0 1 0 0,0 1 64 0,0 1 32 15,1-1 0-15,0 3 0 0,0-2-560 0,0 2-112 16,1 2-32-16,0-2 0 16,0 1-432-16,0 1-96 0,1 0-16 0,0-1 0 0,0 1-144 0,1 0-48 15,-1 0 0-15,1 3 0 0,-1-2 16 0,1 1 0 16,0 1 0-16,0 2 0 0,1 3-16 0,0 0 0 0,-3-10 0 0,7 32 0 16,-7-32-176-16,6 43-32 15,-3-19-16-15,-1 1 0 0,2-1-96 0,-2-1 0 0,-1-3-16 0,1-1 0 16,1 0-176-16,-1-5 0 0,0-2 0 0,0-3 0 15,0-3-176-15,-1-2-112 0,1 1-32 0,0-5 0 32,-1 2-1344-32,0-4-256 0,-1 0-64 0,0 1-16 0,-1-1-912 0,-2 0-176 0,0-1-48 0,-1 1 0 15,-1 2 256 1,-1-2 64-16,-2 2 0 0,1 0 0 0,-1 2 1360 0,-1 0 288 0,2 1 48 0,-2-1 16 0,1 0 1664 0,1 3 336 16,0 0 64-16,1-1 0 0,0 0 672 0,1 0 128 15,3 0 32-15,-2-1 0 0,2 0 176 0,0-1 32 16,0 0 16-16,1 0 0 0,1-1-32 0,1 1-16 15,-1 0 0-15,2-1 0 0,-1-1-304 0,2-1-48 16,1 1-16-16,1-3 0 0,2-1-320 0,2 0-64 16,0-1 0-16,1-2-16 0,3-1-544 0,0-1-96 15,3-1-32-15,-1 1 0 0,1-1-272 0,-1-2-48 16,-1 3-16-16,0 0 0 0,-1-1-192 0,0 0 0 16,0 1 128-16,-1 2-128 0,1-3 0 0,-1 1 0 15,0 2 0-15,-2 0-18096 16</inkml:trace>
  <inkml:trace contextRef="#ctx0" brushRef="#br1" timeOffset="-165370.21">3379 4730 9215 0,'0'-3'816'0,"0"0"-656"0,0 3-160 0,1 0 0 15,-1 0 400-15,0 0 48 0,1-2 16 0,0 1 0 16,0 0 784-16,1-2 160 0,-1 2 16 16,1 0 16-16,1 1-400 0,-2 0-80 0,-1 0 0 0,0 2-16 15,1-1-240-15,-1 3-32 0,-1 1-16 0,1 2 0 16,0 3 432-16,0 4 64 0,0 1 32 0,0 3 0 15,0 3-112-15,0 5-32 0,0 3 0 0,0 4 0 16,0 0-304-16,0 1-64 0,0 3-16 0,0 0 0 0,-1 1-16 0,1-4 0 16,0-5 0-16,1-3 0 0,-1-5-256 0,0-2-48 15,1-5-16-15,0-3 0 0,1-2-80 0,-2-2-32 16,1 0 0-16,0-3 0 0,-1-2 48 0,0 1 16 16,-1-3 0-16,0 0 0 0,0-2-64 0,0 1-16 15,-1-1 0-15,2 0 0 0,-2-3-64 0,1 0 0 16,-1 1-128-16,0-4 192 0,1 2-192 0,1-2 0 15,-1 1 128-15,1-2-128 0,2-1 0 0,0 1 0 16,0-1 0-16,1-1 0 0,2-1 0 0,1 0 0 16,1-2 0-16,0-1 0 0,0-1 0 15,1-1 0-15,1 1 0 0,0 1 0 0,-1 1 0 0,0 2 0 0,-2 3 0 0,1 1 0 16,-1 4 0-16,0 2 0 0,-1 2 0 0,0 2 0 16,-1 2 0-16,-1 4 0 0,0 1 0 0,0 3 0 15,-1 2 0-15,-1 3 0 0,0-1 0 0,0 1 0 16,-1 0 0-16,0-3 0 0,0 0 128 0,-1-2-128 15,1 0 0-15,-1-3 176 0,1-1-176 16,0-1 160-16,0-2 16 0,1-1 0 0,0-1 0 0,0-3 0 16,1 0-176-16,1-2 0 0,0-1 0 0,1-1 128 15,1-2-128-15,1-2 0 0,1-1 0 0,0 0 0 16,0 0-1328 0,0-2-192-16,1 0-32 0,-1 2-14496 0</inkml:trace>
  <inkml:trace contextRef="#ctx0" brushRef="#br1" timeOffset="-164936.04">3685 5045 6447 0,'1'-1'272'0,"-1"1"80"0,1-2-352 0,0 2 0 16,0-1 0-16,-1 1 0 0,1 0 1472 0,1-1 208 15,0-1 48-15,2-1 16 0,1-2 272 0,1-2 48 16,0 0 16-16,1 0 0 0,-1 0-688 0,1-2-144 16,-1 1-32-16,2-1 0 0,-2-1-320 0,1 1-80 15,-2 0-16-15,1-1 0 16,-2 0-608-16,-2-1-192 0,-1 1 0 0,-2 1 0 15,-2-1 0-15,-3 4 0 0,-2 2 0 0,-3 2 0 0,0 4 0 0,0 2 0 16,2 1 0-16,-2 3-144 0,0 1 144 0,-1 3 0 16,0 1 0-16,1 1 0 0,0 2 128 0,2-1 64 15,1 1 16-15,0 0 0 0,3-1 64 0,0-1 16 0,1-2 0 16,1-2 0-16,2 1 208 0,1-3 32 0,2-4 16 0,2-1 0 16,2-1-64-16,0-2-16 0,2 0 0 0,0-2 0 15,1 1-240-15,1 1-48 0,1-2-16 0,-11 2 0 16,0 0-160-16,0 0 0 0,50 15 144 0,-50-15-144 15,0 0 128-15,0 0-128 0,43 43 128 16,-43-43-128-16,0 0 128 0,21 40-128 0,-21-40 128 0,8 32-128 0,-6-19 0 16,-4 3 144-16,-3-2-144 0,0-2 0 0,-3 0 208 0,-2 0-64 15,-1 0-16-15,-2-1 0 0,0-1 128 0,0 0 32 16,0-3 0-16,-1 0 0 0,1-5-64 0,1 0-16 16,-1-1 0-16,2-1 0 0,0-1-208 0,1-1 0 15,1-2 0-15,1 1 0 0,0-2 0 0,2 1-128 16,1 1-16-16,3-2-10560 15,0 3-2112-15</inkml:trace>
  <inkml:trace contextRef="#ctx0" brushRef="#br1" timeOffset="-164526.74">3996 4682 2751 0,'0'-2'256'0,"-1"-1"-256"15,1 3 0-15,0 0 0 0,0 0 1664 0,0-2 272 16,0 0 64-16,1 1 16 0,-1-1 736 0,0-3 128 15,1 3 48-15,0 0 0 0,-1 1-736 0,0 1-144 16,1 3-16-16,-1 2-16 0,1 1-864 0,-1 4-160 16,-1 2-32-16,1 4-16 0,0 1-400 0,0 2-80 15,0 0-16-15,0 0 0 0,0 3-80 0,0-1-32 16,-1 3 0-16,1 1 0 0,0 0 48 0,-1 0 0 16,1-1 0-16,0 0 0 0,1-5-192 0,1-2-48 0,-2-17 0 15,0 0 0-15,0 0-144 0,0 0 160 0,0 0-160 0,31 33 160 16,-24-36-160-16,0-3 192 0,2-2-192 0,-1-2 192 0,1-1-192 15,1-1 0-15,0-5 144 0,1 1-144 0,-2 2 0 0,0-1 0 16,2 1 0-16,-3-1-192 16,0 2-768-16,-1 3-144 15,-2 1-48-15,-3 1 0 0,0 2-816 0,-3 0-160 0,-2 4-48 0,-1 0-6080 16,-3 0-1232-16</inkml:trace>
  <inkml:trace contextRef="#ctx0" brushRef="#br1" timeOffset="-164351.49">3983 4875 3679 0,'-12'6'160'0,"4"-3"32"15,1 1-192-15,2-2 0 0,2-1 0 0,2 1 0 0,-1-2 944 0,-1 2 144 16,-1 3 16-16,-3-2 16 0,3 2 864 0,0-1 192 16,3-2 16-16,3 0 16 0,1-2-208 0,2-2-32 15,3 0-16-15,0-2 0 16,3-2-592-16,1-1-112 0,2-1-32 0,0-1 0 0,2-2-384 0,0 1-96 16,-1 1-16-16,2-2 0 0,-1 0-464 0,-1 2-80 0,0-2-32 0,0 3 0 31,0-2-656-31,-1 1-144 0,0 2-32 0,-1-3-12048 0</inkml:trace>
  <inkml:trace contextRef="#ctx0" brushRef="#br1" timeOffset="-163634.95">4324 4566 4607 0,'1'-3'400'0,"-1"1"-400"31,1-1 0-31,-1 3 0 0,0-2 1376 0,0 2 192 0,0-2 32 0,1 0 16 16,-1-1 256-16,0 0 48 0,0 0 16 0,-2 2 0 0,1 1-208 0,-3 2-32 15,1 1-16-15,-2 2 0 16,1 1-352-16,-2 4-80 0,0 2-16 0,-1 1 0 0,0 2-240 0,0 5-48 16,0 1-16-16,1 4 0 0,1 4-224 0,0-2-64 15,2 1 0-15,1-4 0 0,1 0 32 0,1 1 0 16,2-3 0-16,0-1 0 0,1-5-256 0,-3-16-48 16,0 0-16-16,17 39 0 0,-17-39-224 0,0 0-128 0,0 0 128 0,0 0-128 15,40 33 0-15,-32-33 0 0,2-3 0 16,1-2 0-16,0-3-176 0,2-2-48 0,-1-1-16 0,1-2 0 31,1-4-1504-31,-1-3-304 0,1 0-64 0,-1 1-16 16,0-2-1088-16,-2 2-224 0,0-1-32 0,6-39-16 31,-4 10 304-31,-3 11 64 0,-4 12 16 0,0 2 0 0,-3 5 2240 0,1 2 448 0,-2 3 96 0,0 2 0 16,-1 5 1808-16,0 2 368 0,-1 3 64 0,-1 2 0 15,-1 3 496-15,0 2 80 0,-1 3 32 0,0 2 0 0,0 3-608 16,-2 2-128-1,0 5-32-15,-1 3 0 0,1 3-256 0,0 1-48 16,-1 5-16-16,0-1 0 0,1 0-240 0,0-3-48 16,3-4-16-16,-2-1 0 0,1-2-384 0,1-1-80 0,1-2-16 15,1-2 0-15,2-2-448 0,0-5-80 0,1-2-128 0,0-2 176 16,1-2-176-16,0-3 0 0,1-3 0 0,-1-2 0 16,3-4-192-16,-2 0 48 0,3-5 0 0,-2 0 0 31,0-1-816-31,-1-2-144 0,0 1-48 0,-2-1 0 15,-1-2-624-15,0-3-128 0,0 1-16 0,-1-5-16 16,-1-2 512-16,0 0 96 0,0 3 32 0,0-1 0 0,-1 0 560 16,0 3 112-16,0 4 32 0,0 0 0 0,0 1 448 0,1 3 144 0,-1 3 0 0,1 2 0 15,0 3 256-15,1 2 176 0,0 2 16 0,1 2 16 16,0 2 656-16,1 2 128 0,1 0 32 0,-2 0 0 16,1 3-352-16,1 0-64 0,-4-6-16 0,0 0 0 15,0 0-224-15,22 39-48 0,-22-39-16 0,0 0 0 16,22 43-48-16,-22-43-16 0,18 38 0 0,-18-38 0 0,18 45 48 15,-18-45 16-15,16 50 0 0,-16-50 0 0,17 46-192 0,-17-46-48 16,0 0 0-16,20 47 0 0,-20-47-320 0,0 0 128 16,0 0-128-16,23 38 0 0,-19-32 0 0,0-3 0 15,-1 2 0-15,0-5-192 16,-2 0-1024-16,-1-2-192 0,0-1-64 0,-3 0-12992 16</inkml:trace>
  <inkml:trace contextRef="#ctx0" brushRef="#br1" timeOffset="-163465.02">4533 4788 5519 0,'-10'1'240'0,"3"1"64"0,1-2-304 0,2 2 0 0,2-2 0 0,2 0 0 16,-1 1 1552-16,-1-1 256 0,0 2 48 0,0 0 16 15,1-2 368-15,1 0 80 16,2-2 16-16,1 0 0 0,1-1-768 0,2-2-160 0,2 1-16 0,2-4-16 16,0 1-480-16,2-2-112 0,0-1-16 0,1 1 0 15,0-1-544-15,0-2-224 0,-1 1 176 0,0 0-176 31,-2 0-768-31,0 2-256 0</inkml:trace>
  <inkml:trace contextRef="#ctx0" brushRef="#br1" timeOffset="-163244.48">4742 4476 3679 0,'1'-3'160'0,"-1"-1"32"0,1 3-192 0,0-1 0 15,1 1 0-15,-1 0 0 0,1 1 1632 0,2-3 288 16,1-1 48-16,5 0 16 0,0-1 336 0,3 2 80 15,1 1 16-15,1 2 0 16,-15 0-208-16,0 0-32 0,49 14-16 0,-49-14 0 0,0 0-304 0,54 37-64 16,-54-37-16-16,0 0 0 0,42 52-704 0,-42-52-144 15,22 44-32-15,-22-44 0 16,6 49-496-16,-10-22-96 0,-4 2-32 0,-7 0 0 0,-3 0-272 0,-6-3 0 16,0-2 0-16,-4 2-16816 0</inkml:trace>
  <inkml:trace contextRef="#ctx0" brushRef="#br1" timeOffset="-162326.99">5128 4492 10127 0,'-2'0'896'0,"0"0"-704"0,0 0-192 0,1 0 0 0,0 0 992 0,-1 0 160 15,0 0 48-15,-2 0 0 0,-1 2 976 0,0-2 208 16,0 0 48-16,1 1 0 0,3 1-896 0,-1-2-160 15,0 2-32-15,2-2-16 0,0 0 272 0,2 0 64 16,1 0 16-16,2-2 0 0,1-1-1680 0,3 0-144 16,1 0-128-16,1-3-32 0,1 0 560 0,2-1 96 15,1-1 32-15,0 0 0 0,1 0-144 0,0-1-32 16,1 1 0-16,-1-1 0 0,0 2-208 0,-1-1 144 16,0 4-144-16,-3-3 128 0,-1 4-128 0,-2-1 0 0,-3 2 0 0,-2 1 0 15,-1 1-192-15,-2 0 48 0,-2 0 0 0,0 3 0 31,-2 0-1104-31,-1 0-224 0,0 2-32 0,-3 0-12384 0</inkml:trace>
  <inkml:trace contextRef="#ctx0" brushRef="#br1" timeOffset="-162105.08">5153 4580 3679 0,'-2'1'320'0,"0"0"-320"0,1-1 0 0,1 0 0 15,0 0 1440-15,0-1 224 0,0 1 32 0,0 0 16 16,0 0 1040-16,2-1 224 0,1 1 32 0,1-4 16 16,2 1-896-16,1-2-176 0,3 1-32 0,0-2-16 0,1 0-608 0,1 0-112 15,1 0-32-15,1-2 0 0,2 2-576 0,-1-2-112 16,1 2-16-16,-1 0-16 0,-2 0-432 0,-1 0 0 16,-1 2 0-16,-1-1 0 0,0 2-128 0,-2-1-128 15,-1-1 0-15,1 1-14272 0</inkml:trace>
  <inkml:trace contextRef="#ctx0" brushRef="#br1" timeOffset="-161758.85">5612 4162 2751 0,'-1'-6'128'0,"1"1"16"15,0 2-144-15,0 1 0 0,0 2 0 0,0 0 0 0,0 0 1536 0,0-2 256 16,0 0 64-16,0 1 16 0,0-1 992 0,0-1 192 16,0 3 32-16,-1 0 16 15,1 0-352-15,0 0-64 0,0 3 0 0,-1-1-16 0,0 1-944 0,1 1-176 16,0 1-32-16,-1 1-16 15,1 2-560-15,1 0-112 0,-1 5-32 0,0-13 0 0,3 29-304 0,-3-29-64 16,4 44-16-16,-2-15 0 0,3 5-144 0,-1-1-16 16,-2 0-16-16,2-2 0 0,1 2-80 0,-5-33-16 15,9 50 0-15,-9-50 0 16,9 45-144-16,-9-45 0 0,11 39 0 0,-11-39 128 0,0 0-128 0,22 37-224 0</inkml:trace>
  <inkml:trace contextRef="#ctx0" brushRef="#br1" timeOffset="-160175.89">5947 4378 16575 0,'2'-2'1472'0,"0"0"-1168"0,-1 2-304 0,0-2 0 16,0 2 512-16,0-1 64 0,1-1 0 0,1-1 0 16,4 1 1184-16,-1 0 240 0,1 3 48 0,-1 0 16 15,-6-1-528-15,0 0-128 16,0 0 0-16,0 0-16 0,16 38-608 0,-16-26-112 0,-2 1-32 0,0 0 0 15,-3 1-160-15,-2 0-32 0,1-2-16 0,-1 0 0 16,-3 2-432-16,1-2-192 0</inkml:trace>
  <inkml:trace contextRef="#ctx0" brushRef="#br1" timeOffset="-152910.99">831 6638 3679 0,'1'0'320'0,"-1"-2"-320"16,0 2 0-16,0 0 0 0,0 0 560 0,0-2 32 16,0 1 16-16,0-3 0 0,1 1 272 0,-1 1 48 15,0-1 16-15,1 1 0 0,0-1 16 0,-1 1 0 16,0 1 0-16,1 0 0 0,-1-1-160 0,0-1-32 0,1 3 0 15,-1-2 0-15,-1 1 160 0,0 1 32 0,1 0 0 0,-1 0 0 32,0 0-160-32,-1 0-32 0,1 1 0 0,-1-1 0 0,1 0-240 0,-1 0-48 0,1 0-16 0,-2 2 0 15,1-2-112-15,-2 0-32 0,0 1 0 0,1 3 0 16,-3-2-64-16,1 3 0 0,-2-2-16 0,-1 3 0 16,-1 2-96-16,-1-1-16 0,1 1 0 0,1 0 0 15,-2 1-128-15,1 1 160 0,-1 2-160 0,1 0 160 16,-1 1 32-16,2 0 0 0,2-3 0 0,0-1 0 15,1 0 64-15,2-1 32 0,0-2 0 0,1 2 0 16,1-4-16-16,0-1 0 0,2 0 0 0,0-1 0 16,2-2-144-16,0 2-128 0,-1-2 192 0,1 0-192 0,1 0 208 15,0 0-64-15,0 0-16 0,1 0 0 0,0 2-128 0,1-2 128 16,-1 2-128-16,1-1 128 0,0 1-128 0,0 1 0 16,1-1 0-16,1-2 0 0,0 2 0 0,1 0 128 15,0-2-128-15,0 1 128 16,0-1-128-16,0 0 0 0,-1-1 144 0,0 1-144 0,1 0 192 0,-3-2-16 15,0 2-16-15,-1 0 0 0,0 0-16 0,0 0 0 16,-2 0 0-16,-1 2 0 0,-1-2-144 0,-1 1 160 16,0 3-160-16,-2-1 160 0,0 1-160 0,-2 1 160 15,-2 1-160-15,1 0 160 0,-3 0-160 0,1 2 0 16,-1-3 0-16,-1 3 128 0,1 0-128 16,0 0 0-16,-2-3 144 0,1 2-144 0,1-1 0 0,-1 0 0 0,3-4 0 0,-1 0 128 15,2 0-128-15,0 1 0 16,1-1 0-16,1-2 0 0,2 1 0 0,0-1 0 0,0 2 0 0,2-2 128 15,1 0-128-15,0-2 0 16,1 1 0-16,2-1-128 16,0-1-528-16,3-1-112 0,-1 0 0 0,2-2-16 15,0 2-2240-15,0-3-448 0</inkml:trace>
  <inkml:trace contextRef="#ctx0" brushRef="#br1" timeOffset="-152431.71">905 6782 1839 0,'2'-2'160'0,"1"0"-160"0,-2-1 0 0,-1 2 0 0,1 0 784 0,1-2 128 31,3-5 32-31,2-4 0 0,3-3 320 0,-1-1 64 16,0 1 16-16,0 1 0 0,-2 0-32 0,-1 2 0 16,-1 0 0-16,-1 3 0 0,-1 2-256 0,-1 2-48 15,-2 2-16-15,0 1 0 0,0 2-160 0,-1 0-48 16,-1 2 0-16,0-1 0 0,0 3-144 0,-1 1-16 16,0-1-16-16,0 4 0 0,0-4-224 0,-1 4-64 15,2 1 0-15,-2 1 0 0,1 2 0 0,0 1-16 16,1 0 0-16,1-2 0 0,1 0 16 0,0 0 16 15,1-2 0-15,1 0 0 0,1 0-48 0,0-3-16 16,1 1 0-16,-1-3 0 0,3-1-272 0,-2 0 160 0,1-3-160 16,0 0 128-16,-1-2 16 0,1-2 0 0,1 0 0 0,0-3 0 15,-1 1 48-15,1-3 0 0,2 0 0 0,-1-3 0 16,1 1-192-16,0-3 0 0,0 2 0 0,0 0 0 16,-1 0 0-16,0 0 0 0,1 0 0 0,-3 0-176 15,1 2 176-15,-2 1 0 0,-1 0 0 0,-1 2 0 16,-1 3 0-16,-1 1 0 0,0 0 0 0,-2 0 0 0,1 3 0 0,-1 1 0 15,1 2 0-15,-1 1 128 0,0-2-128 0,0 3 0 16,0 0 0-16,0 2 0 0,1 1 0 0,0 0 128 16,1 0-128-16,0 1 0 15,1 1 144-15,0-4-144 0,1 0 192 0,0 0-192 0,0 2 352 16,2-4-32-16,-2 2-16 0,2-2 0 16,1 0-64-16,-1-3-16 0,0 1 0 0,0 0 0 0,0-2-96 15,0-2 0-15,1 0-128 0,-1-1 192 0,2 1-64 0,-1-3-128 16,1 0 176-16,0-2-176 0,-1 2 128 0,1-2-128 15,0 0 0-15,2-2 0 16,-2-1-256-16,2 1-176 0,-1-1-16 0,0 1-8896 16,2 0-1792-16</inkml:trace>
  <inkml:trace contextRef="#ctx0" brushRef="#br1" timeOffset="-152134.81">1341 6508 1839 0,'2'-3'160'0,"-1"0"-160"0,-1 2 0 0,0 0 0 15,-1 1 1424-15,1 0 256 0,0 0 48 0,-1-2 16 16,1 0 256-16,-2-1 48 0,-1-1 16 0,0 3 0 0,-2-1-544 0,0 1-112 15,0 1-32-15,-1 0 0 16,1 1-352-16,-1 1-64 0,1-1 0 0,-1 3-16 16,-1-1-304-16,1 1-48 0,-1 1-16 0,0 0 0 15,1 2-208-15,-1 0-48 0,2 0-16 16,-1 2 0-16,1 1-32 0,2 2 0 0,0 0 0 0,2 0 0 16,0 0 48-16,1-2 16 0,2 1 0 0,1-2 0 15,-1-3-112-15,2 0-32 0,0 1 0 0,1-3 0 16,2-1-192-16,-1 0 0 0,3-3 0 0,-2 0 0 15,1-3 0-15,0 1 0 0,0-2 0 0,2-2 0 16,-1 2 0-16,1-3 0 0,-2 2 0 0,1-2 0 0,2-2 0 0,0-1 0 16,1-3 0-16,-1 0 0 15,0 1-688 1,-1-2-80-16,1 0 0 0,-2-1-7616 0,-1 2-1504 0</inkml:trace>
  <inkml:trace contextRef="#ctx0" brushRef="#br1" timeOffset="-151602.89">1476 6275 1839 0,'-1'-7'160'16,"0"2"-160"-16,0 0 0 0,0 3 0 0,1 0 992 0,0 0 160 0,-1 2 48 0,0-3 0 16,-1-2 240-16,-1-1 48 0,1 0 16 0,-1 2 0 0,0 1-208 0,0 1-32 31,1 0-16-31,0 2 0 0,1 0-128 0,-1 2-32 16,1-2 0-16,0 2 0 0,0 1-304 0,0-1-64 15,-1 0-16-15,1 1 0 0,0-1-192 0,0 1-32 16,0-1-16-16,1 0 0 0,-1 0 96 0,0-1 16 0,1 1 0 0,-1 1 0 15,0-1-176-15,1-1-16 0,-1 0-16 0,1-1 0 16,0 2-48-16,0 1-16 0,-1-3 0 0,1 2 0 16,0 1-16-16,0-1 0 0,0 1 0 0,0 2 0 15,0 1-16-15,1 2 0 16,0 3 0-16,0 1 0 0,0 0-80 0,0 0 0 0,0 4-16 0,-1 1 0 0,1-1 16 16,0 6 0-16,0 2 0 0,0 2 0 0,1-2-192 0,0-1 192 15,0 1-192-15,0-5 192 0,-1-3-192 0,1-4 128 16,1-1-128-16,-1-5 128 0,1 1-128 0,-1-5 0 15,0 0 0-15,0-4 0 0,0 0 144 0,0-2-144 0,0 1 160 16,-1-4-160 0,0-1 320-16,0 2-48 0,0-4 0 0,0 0 0 15,0 1-80-15,1 0-32 0,-1-1 0 0,0 0 0 16,1 1-160-16,0 0 0 0,0-2 0 0,0 0 128 16,2 2-128-16,-1 2 0 0,1-1 0 0,-1 2 0 15,2 0 0-15,0 2 0 0,1-1 0 0,1 1 0 0,-2 3 0 0,1-1 0 16,-1 4 0-16,1-2 0 0,-1 3 0 0,0 2 0 15,0-1 0-15,-1 4 0 0,0-1 0 0,1 2 0 16,-3 1 0-16,1-1 0 0,0 0 0 0,-1 1 0 16,-1 0 0-16,0-1 0 0,0 0 0 0,-1-1 0 15,0-2 0-15,1-2 0 0,0 1 0 0,0-2 0 0,1-2 0 0,0 1 0 16,1-2 0-16,0 0 0 0,-1-2 0 0,2-1 0 31,0-1-464-31,0-2-32 16,2 2 0-16,0-3-14352 0</inkml:trace>
  <inkml:trace contextRef="#ctx0" brushRef="#br1" timeOffset="-151084.25">1940 6372 11055 0,'2'-2'480'0,"0"2"112"0,0-2-464 0,-1 2-128 0,0 0 0 0,0-2 0 16,0 2 1328-16,0-1 240 0,2 1 48 0,1-2 16 16,0-1 144-16,0-1 16 0,0-1 16 0,0 0 0 0,-1 1-544 0,1-3-112 15,0 0-32-15,-2-1 0 0,1 1-560 0,0 0-112 16,-1-2-32-16,-1 1 0 0,-1 1-272 0,0 0-144 16,-3 2 160-16,0 1-160 0,-1 2 0 0,-3 1 0 15,0-1 0-15,-3 2 0 0,1 2 0 0,-1 3 0 0,-2-3 0 0,1 6 0 31,-1-2 0-31,1 2 0 0,-1 2 0 0,1 1 0 16,2 1 0-16,1-2 0 0,2 1 0 0,1 1 0 0,3 0 0 16,0 1 0-16,1 0 0 0,2-1 0 0,0-2 0 15,1 1 0-15,1-2 0 0,2 0 0 0,1-1 0 0,-1-3 0 16,3-2 0-16,-1 1 0 0,1-4 0 0,2 0 0 16,-1-2 0-16,1-1 0 0,-1-1 0 0,0-3 0 15,0 0 0-15,0-2 0 0,1-2 0 0,0 0 0 16,-1-1 0-16,-1 0 0 0,-1 1-160 0,-1 1 160 0,0-2-128 15,-1 0 128-15,-1 0 0 0,-1 3 0 0,0 2 0 0,-2-1-128 16,0 4 128-16,-1-1 0 0,0 5 0 0,0 0 0 16,-1 2 0-16,1 1 0 0,0 0 0 0,0 3 0 15,0 0 0-15,0 2 0 0,0 2 0 0,1-1 128 16,1 2 112-16,1-3 16 0,0-1 16 0,0-1 0 0,0-1 176 0,3-1 48 16,0 0 0-16,1-3 0 0,1-1-320 0,2-1-176 15,-1-1 192-15,1-1-192 16,1-3 0-16,0-2 0 0,1 1-240 0,0-2-13872 0</inkml:trace>
  <inkml:trace contextRef="#ctx0" brushRef="#br1" timeOffset="-150264.75">2491 5998 7359 0,'1'-3'656'0,"0"1"-528"16,-1-1-128-16,0 3 0 0,0-2 928 0,0 2 160 15,1-2 16-15,-1-3 16 0,0-2 352 0,0 0 64 16,-1 0 0-16,-1-1 16 0,0 2-16 0,-1-2 0 16,1 1 0-16,-2 0 0 0,0 3-192 0,0-2-32 15,-1 2-16-15,0-1 0 16,1 0-224-16,-1 3-48 0,1 0-16 0,0 0 0 15,1 2-320-15,0-1-64 0,0 2-16 0,1 1 0 0,1 2-336 0,-2 1-64 0,1 0-16 0,0 2 0 16,1 0-192-16,0 3 144 0,1-1-144 0,0 1 128 31,0 4-128-31,1 1 192 0,0 3-192 0,1 2 192 16,1 3-192-16,0 3 192 0,0 0-192 0,2 3 192 0,0 1-192 0,-2-1 192 16,3 2-192-16,-2-3 192 0,0-2-192 0,1-1 0 15,-2-2 144-15,1-4-144 0,-1-3 0 0,1-1 0 16,-2-1 0-16,1-5 0 0,-1 0 0 0,0-3 0 15,-1 0 0-15,-1-3 0 0,0 0 128 0,-1-2-128 0,-1-1 128 0,0-1-128 16,0 0 144-16,0-2-144 0,0-1 192 0,-2-3-192 16,-1 0 0-16,1-3 0 0,-2 3 0 0,0-2 0 15,-1-1 0-15,-1 0-144 0,-1 1 16 0,-3-2 0 16,2 1-1712 0,-1-2-336-16,1 0-64 0,0 0 0 0,0 1 400 0,2 1 96 0,1 1 16 0,-1 1 0 0,4 1 1280 0,-1 2 272 15,2 2 176-15,2 0-208 0,1 2 400 0,2-4 64 16,0 3 32-16,2-2 0 0,1-1 1008 0,2 0 208 15,0-2 32-15,2 0 16 0,1-1 0 0,-1-1 0 16,2 1 0-16,2-1 0 0,0 0-768 16,0-2-144-16,-1 3-48 0,1-2 0 15,0 1-448-15,0 0-144 0,-1-1 0 0,1 3 0 32,-1-2-368-32,0 1-176 0,0 2-32 0,-1 0-14352 0</inkml:trace>
  <inkml:trace contextRef="#ctx0" brushRef="#br1" timeOffset="-149819.97">2643 6012 911 0,'1'-5'0'0,"-1"1"0"16,1 1 0-16,-1 1 0 0,1 0 1824 0,-1 1 288 16,0 1 48-16,0-4 16 0,1 1 256 0,-1-1 48 15,1 1 16-15,-1-1 0 0,-1 3-224 0,0-1-32 0,0 4-16 16,0-1 0-16,0 3-720 0,-1 2-144 0,1 2-16 0,0-3-16 16,0 2-416-16,1 2-80 0,-1 3 0 0,0 0-16 0,2 3-512 0,-1 1-112 31,1-3 0-31,1 0-16 0,1-3-176 0,1-1 128 0,0-1-128 0,1-4 128 15,1 1-128 1,-1-5 0-16,2 0 0 0,-1-3 0 0,1-1 0 0,-1-3 0 0,3 0 0 0,-2-3 0 0,0 1 0 0,1-1 0 31,-1-1 0-31,0-1 0 0,-2 4-176 0,0-3 176 16,0 1-128-16,-1-2 128 0,0 0-160 0,-1 0 160 16,-1 3-192-16,0-1 192 0,0 3-144 0,-1 0 144 0,0 3 0 0,-1 1-144 15,1 0 144-15,-2 3 0 0,1 0 0 0,-1 3 0 16,-1 0 0-16,1 1 0 0,0-1 0 0,0 4 0 15,1-2 0-15,-1 2 0 0,1-1 0 0,0 0 128 16,0-2-128-16,0 3 128 0,0-2-128 0,1 2 128 16,0-1 80-16,0 0 32 0,1 1 0 0,0 0 0 0,1 0 160 0,-1 3 48 15,1-3 0-15,0 0 0 16,0-2-176-16,1 0-16 0,-1 1-16 0,1-3 0 0,1 2-240 0,-1-3 144 16,1 0-144-16,1-1 128 0,-1-1-128 0,1-1 0 15,0-2 0-15,1-1 0 0,-3 0 0 0,2-1 0 0,1-3 0 0,0-1-176 31,-1 0-2208-15,0-1-448-16</inkml:trace>
  <inkml:trace contextRef="#ctx0" brushRef="#br1" timeOffset="-149467.33">2930 5849 1839 0,'0'-1'160'0,"0"-1"-160"15,0 2 0-15,0-2 0 0,1 2 1616 0,-1-2 304 16,1 1 48-16,-1-3 16 0,3 1 0 0,-1-1 0 15,2-1 0-15,0 1 0 0,0 1-176 0,1 0-16 16,-1-1-16-16,2 3 0 0,0 1-560 0,-1 0-128 16,2 0 0-16,-2 1-16 0,2 1-592 0,-2 0-112 0,0-1-32 0,0 3 0 15,-1-2-208-15,1 0-128 0,-1 2 128 0,-1 0-128 16,1 0 144-16,-2 1-144 0,-1 0 192 0,-1 0-192 16,1 0 160-16,-2-1-160 0,-1 3 128 0,-1 0-128 0,-1 1 128 15,0 1-128-15,-1-2 0 0,-1 3 128 16,-1-1-128-16,2 1 0 0,-2-1 0 0,1-1 128 0,1 1-128 0,-1 0 192 15,2-1-192-15,0-1 192 0,2-2 256 0,2 0 64 16,0-2 16-16,2 0 0 0,1-1-256 0,1-2-48 16,2 0-16-1,0-2 0-15,1-1-80 0,0 1 0 0,1 0-128 0,-1-2 192 16,3 1-16-16,-2-2-16 0,1 3 0 0,-1-3 0 16,1 0-160-16,-2 3 0 0,1-3 0 0,-2 0 0 15,1 3 0-15,-3-2-144 0,1 1 144 0,-1 0-160 16,-2 1-1472-16,-1 0-288 15,0 0-64-15,-2 1-10384 0</inkml:trace>
  <inkml:trace contextRef="#ctx0" brushRef="#br1" timeOffset="-149265.1">2939 5917 3679 0,'-1'0'320'0,"0"0"-320"0,1 0 0 0,0 0 0 16,1 0 1664-16,0 0 272 0,1 0 48 0,0-2 16 15,0 1 816-15,3-1 176 0,2 0 16 0,-1 0 16 16,2-3-800-16,1 2-176 0,1-1-16 0,1-1-16 15,-1 0-880-15,2 1-176 0,0-1-48 0,0-2 0 0,-1 2-656 16,-1-2-128 0,0 0-128-16,-1 2 192 0,1-2-192 0,-3 2 0 15,1-1 0-15,-1 0-176 16,-1 2-1072-16,1-3-224 0,-2 4-32 0,-1-2-11392 0</inkml:trace>
  <inkml:trace contextRef="#ctx0" brushRef="#br1" timeOffset="-148902.25">3178 5757 5519 0,'1'-3'240'0,"-1"1"64"0,1 1-304 0,-1 1 0 0,0 0 0 0,1-2 0 16,0 2 1312-16,0 0 208 0,0-2 32 0,2 1 16 16,0-1-96-16,1 0 0 0,2-1-16 0,-1-2 0 15,2 3-464-15,-1-2-96 0,2 1 0 0,-2 0-16 0,1 0-304 0,0 0-48 16,-1 1-16-16,1 1 0 0,-1-1-112 0,1 2-16 16,-2-2-16-16,0 2 0 0,-1 2-16 0,0-2 0 15,-2 2 0-15,0 1 0 0,-1 0 48 0,-1 1 16 16,0 3 0-1,-3 0 0-15,1 2-80 0,-1 2-16 0,-3 1 0 0,0 2 0 16,-3 1-80-16,1 2-32 0,-1 1 0 0,0-2 0 0,2 0 48 0,1-2 16 0,3-2 0 0,1-3 0 16,3-1 192-1,2-3 48-15,0-1 0 0,2-1 0 16,2-3-192-16,2-2-16 0,2-2-16 0,0 0 0 0,3-3 64 0,0 0 16 16,0-1 0-16,0 0 0 0,0 0-224 0,0-1-144 15,1 0 192-15,-2 1-192 0,-1-2 0 0,-1 2 0 16,0 1 0-16,-4-1 0 0,-1 3 0 0,-2 0 0 0,-2 0-144 0,-2 1 144 31,-1 2-1648-31,-2-1-240 0,-1 0-48 0,-4 1-16 16,1 0-1152-16,-3-2-224 0</inkml:trace>
  <inkml:trace contextRef="#ctx0" brushRef="#br1" timeOffset="-148317.91">3226 5803 3679 0,'-16'10'160'0,"9"-5"32"0,4-1-192 0,1-4 0 0,1 2 0 0,1-2 0 0,-2 3 1616 15,-1-1 288-15,0 3 48 0,1 0 16 0,2 0 720 0,2-2 160 16,2-2 32-16,2-1 0 0,2-2-816 0,2 0-144 15,0-3-48-15,2-1 0 0,2-2-416 0,0 1-96 16,2-1-16-16,0-1 0 0,1 0-816 0,-1-1-160 16,0 0-48-1,-1-1 0-15,0 1-320 0,-2 1 0 0,0 1 0 0,0-1 128 16,0 0-128-16,-1-1 0 0,-2 1-128 0,-1 2 128 31,0-3-1056-31,-2 3-128 0,-2 1-32 0,0 0 0 0,-1 0-1376 0,-1 0-288 0,0-2-48 0,0 2-16 16,0-1 1152-16,-1 0 208 0,-1 2 48 0,0-2 16 15,-1 2 928-15,0 3 176 0,1-3 32 0,-1 2 16 0,1 1 1232 0,-1 1 240 16,1 0 48-16,0 1 16 0,-1 1 256 0,1 0 48 16,1 2 16-16,-1 1 0 0,1 1 48 0,1 2 0 15,-1 2 0-15,2 1 0 0,-1 0-560 0,0 0-96 16,1-1-32-16,0 0 0 0,1-1-256 0,0-1-48 0,2 0-16 0,-7-7 0 16,0 0-272-16,0 0-64 0,0 0-16 0,0 0 0 15,44 14-176-15,-37-17 0 0,0-2 0 0,0-1 0 16,-2-1 0-16,1-1 0 0,-1-1 0 0,0-1 0 0,0-1 0 15,-3 1 0 1,1-2-176-16,-1 3 176 0,0-2-288 0,-2 0 32 0,1 2 0 0,0-1 0 0,-1 1 256 0,0 0-160 16,1 1 160-16,0 1-128 0,-1 1 128 0,0 2 0 31,1 0 0-31,0 2 0 0,1 2 128 0,-1 0-128 16,0 2 128-16,1 2-128 0,1 0 192 0,-2 2-16 15,2 4-16-15,0-1 0 0,1 1 240 0,-1 4 48 0,-3-14 16 0,10 33 0 16,-10-33 0-16,11 40 0 0,-11-40 0 0,16 46 0 15,-16-46 32-15,16 52 0 0,-16-52 0 0,16 50 0 16,-16-50-176-16,9 49-48 0,-6-28 0 0,-3-2 0 16,-3-2-112-16,1-3-32 0,-3 0 0 0,-1-3 0 0,2 0 160 15,-4-4 32-15,-1 2 0 0,0-1 0 16,-1-2-112-16,-2-1-16 0,1-1 0 0,-1-1 0 0,-1 0-192 0,-2-3 0 16,1 0 128-16,-2 0-128 0,0-2 0 0,0 1 0 15,0-2 0-15,0-1 0 0,1-1-208 0,1 1-144 16,2-3-32-16,1 0-17296 0</inkml:trace>
  <inkml:trace contextRef="#ctx0" brushRef="#br1" timeOffset="-147869.16">4146 5381 5519 0,'2'-2'496'0,"-1"-1"-496"0,0 1 0 0,-1 2 0 15,0 0 1104-15,0-1 128 0,0 0 32 0,-1-4 0 16,1 0 160-16,-2 1 48 0,0-3 0 0,-3 4 0 16,-1 1-288-16,0-1-48 0,-2 3-16 0,0 3 0 15,-2-1-432-15,0 3-96 16,-2 2-16-16,1 1 0 0,-1 3-256 0,1-2-64 0,0 3-16 0,1 0 0 0,1 2 192 0,1-2 32 31,4 0 16-31,1-2 0 0,2-1-32 0,2-2-16 16,2 0 0-16,1-1 0 0,3-4-272 0,1 2-160 15,1-3 192-15,3-1-192 0,-1 2 192 0,1-2-192 0,-12 0 192 0,0 0-192 16,41 4 160-16,-41-4-160 0,0 0 128 0,45 8-128 16,-45-8 0-16,0 0 0 0,44 9 0 0,-44-9 0 15,0 0 0-15,0 0 0 0,38 8 0 0,-32-8 0 16,-2 1 0-16,-2-1 192 0,-1 2-192 0,-2-2 192 15,-2 3-192-15,-2-2 128 0,-1 3-128 0,-3 0 128 0,-1 1 48 0,-2 2 0 16,-3-1 0-16,0 2 0 0,-3 2-48 0,1 0-128 16,3-1 192-16,1-2-64 0,1 3 192 0,2-5 16 15,2 4 16-15,1-5 0 0,3-1-160 0,1-1-48 16,2-2 0-16,2-2 0 0,2-3-144 0,3-1 0 0,3-2-160 16,3-4-13072-16</inkml:trace>
  <inkml:trace contextRef="#ctx0" brushRef="#br1" timeOffset="-147483.91">4396 5367 8287 0,'-3'0'736'0,"1"0"-592"16,1 1-144-16,0 1 0 0,1-2 1232 0,-1 0 224 16,1 2 32-16,-1-1 16 0,0 0 576 0,0 2 112 15,0 1 32-15,2-1 0 0,0-1-336 0,2 0-64 16,0-2-16-16,2-2 0 0,1 2-656 0,2-5-128 0,1 1-16 0,0 0-16 15,0-2-560-15,-1 1-112 16,0-1-32-16,1 0 0 0,-1-1-288 0,-1-1 0 0,-1-1 0 0,-2 3 0 16,-1-2 0-16,-2 1 0 0,0 2 0 0,-3 1 0 15,0-1 0-15,-4 1 0 0,-1 1 0 0,-3 2 0 0,0 0 0 16,0 1 0-16,-1 2 0 0,-2 0 0 16,-2 4 0-16,0 2 0 0,5 0 0 0,0-1 0 0,1 2 128 0,0 3-128 15,1 2 0 1,1 1 0-16,3 1 176 0,0-1-176 0,3 0 160 0,1-1-160 0,2-1 352 0,1-1-32 0,-3-12 0 0,0 0 0 15,0 0 192-15,0 0 16 0,46 25 16 0,-32-25 0 16,1-3-96-16,1 0-32 0,0-4 0 0,2 0 0 16,-1-2-224-16,0-1-64 0,1-1 0 0,-1-2 0 31,1 1-128-31,-1-2 0 0,-1 1 0 0,0 1 0 16,-2-1-640-16,-1 1-176 15,0 0-16-15,0 0-10032 0,-2 0-2000 0</inkml:trace>
  <inkml:trace contextRef="#ctx0" brushRef="#br1" timeOffset="-147235.95">4774 5052 911 0,'1'-8'0'0,"-1"4"0"16,0 0 0-16,0 3 0 0,0-1 2656 0,0 2 448 0,-1 0 96 0,1 2 0 15,-1-2-464-15,0 3-112 0,-2 0 0 0,-1 3-16 16,0 3-672-16,0 3-128 0,0 2-16 0,0 1-16 16,1 4 64-16,-1-1 16 0,1 4 0 0,-1-1 0 15,1 3-1856-15,0 0-448 0,1-4-64 0,1 1 0 0,1 2 896 0,1-2 160 31,1-2 32-31,-2-19 16 0,6 32-176 0,-6-32-32 16,0 0-16-16,0 0 0 0,22 41-208 0,-18-36-32 0,3-2-128 0,-3-1 192 0,2-2-192 0,0-2 128 16,-1-3-128-16,1 0 0 0,-1-2 0 0,0 0 0 15,0-5 0 1,0 2 0-16,0 1 0 0,-2 0-320 0,-2-3 64 0,0 0 0 31,-2 2-1488-31,-1 1-304 0,-3-2-48 0,-3 1-11888 0</inkml:trace>
  <inkml:trace contextRef="#ctx0" brushRef="#br1" timeOffset="-147086.6">4752 5258 2415 0,'-59'0'0'15,"56"0"208"-15,3 0-208 0,-1 0 0 0,-1 0 0 0,-2 2 0 16,-1 1 1616-16,-3 2 288 0,-2-1 48 0,2 3 16 0,0-2 1344 0,4 0 272 16,2 0 48-16,3-3 16 0,4-2-880 0,3-2-160 15,2-1-48-15,3-2 0 0,3-2-512 0,3-2-128 16,4-3 0-16,1-2-16 0,-1 2-1264 0,0-1-256 16,2 0-64-16,-1 1 0 15,-2 0-320-15,1 2 0 0,-2 1 0 0,-2 2-17648 0</inkml:trace>
  <inkml:trace contextRef="#ctx0" brushRef="#br1" timeOffset="-141215.91">773 7352 11967 0,'0'0'1072'0,"0"0"-864"15,0 0-208-15,0 0 0 0,0-2 736 0,0 2 96 16,0-1 32-16,0 1 0 0,0 0 928 0,1 0 176 16,1 1 32-16,1 1 16 0,0-2-800 0,1 3-176 15,-1 0-16-15,1 0-16 0,1 2-480 0,-2-3-80 0,1 3-32 0,0-3 0 16,1 1-144-16,1 1-16 0,-2-2-16 16,2 1 0-16,0 0-240 0,-3-1 0 15,2 0 128-15,-1 1-128 0,0-1 0 0,0 0-160 0,-1 1 32 16</inkml:trace>
  <inkml:trace contextRef="#ctx0" brushRef="#br1" timeOffset="-141026.58">798 7508 8287 0,'0'0'368'0,"0"0"80"16,0 0-448-16,0 0 0 0,0 0 0 0,1 0 0 0,-1 0 928 0,1 0 96 15,1 2 32-15,0-1 0 0,2 3 736 0,-1 1 128 16,1-1 48-16,0 4 0 0,0 1-320 0,-2 3-64 15,1 0-16-15,0 0 0 0,1 2-768 0,-2 0-160 16,0 1-16-16,0-1-16 0,1-2-416 0,-1-3-192 16,2 0 160-16,-2-4-160 0,2-2 0 0,1-3 0 15,1-3 0-15</inkml:trace>
  <inkml:trace contextRef="#ctx0" brushRef="#br1" timeOffset="-140662.1">1107 7288 10127 0,'5'-10'448'0,"-2"6"96"16,0 1-544-16,-2 0 0 0,0 1 0 0,0 1 0 0,-1 1 880 0,1-1 64 0,-1 1 16 0,-1 0 0 15,-1 2 512-15,-2 1 96 0,-3 4 32 0,0 0 0 16,-2 4-400-16,0-1-80 16,-1 0-16-16,0 2 0 0,1-1-352 0,-1-1-80 15,2-1-16-15,0 1 0 0,1-3-192 0,2 2-32 0,0-3-16 0,1 0 0 16,2-1-224-16,1 0-32 0,1-3-16 0,1 0 0 0,2 1-144 0,2-3 192 15,-1 2-192-15,2 1 192 0,1-3 128 0,3 2 16 16,0-2 16-16,1 1 0 16,-11-1 64-16,0 0 16 15,0 0 0-15,52 7 0 0,-52-7-240 0,0 0-32 0,0 0-16 0,45 13 0 0,-35-10-144 0,-3 1 0 16,-1-1 0-16,-3 0 128 0,0 1-128 0,-3 0 128 16,-1 2-128-16,-2 0 128 0,0-1-128 15,-3 0 0-15,0 0 144 0,-2 0-144 0,-1-1 0 0,-1-1 128 0,-2 1-128 16,1-1 0-16,3-1 128 0,-1-2-128 0,-2 2 160 15,0-1-160-15,-1-1 0 0,2 0 0 16,3-1 0-16,1-1 0 16,3 0 0-16,2-3 0 0,2-1 0 0,2-2 0 15,4-1-544-15,3 0-208 0</inkml:trace>
  <inkml:trace contextRef="#ctx0" brushRef="#br1" timeOffset="-140153.05">1523 7311 10127 0,'4'0'448'0,"-3"0"96"0,1 0-544 0,0 0 0 15,-1-2 0-15,0 2 0 0,1-2 1248 0,0-1 144 16,1-1 16-16,3-4 16 0,0-1 144 0,1-1 32 16,-2-1 0-16,2 1 0 0,-2-2-656 0,-1 2-128 15,0 1-32-15,-1-3 0 0,0 1-528 0,-2 1-96 16,-1-2-32-16,-1 3 0 0,0 2-128 0,-2-3 0 0,-3 1 144 15,1 4-144-15,-3-2 176 0,1 4-48 16,-2 2 0-16,0 1 0 0,0 3 336 0,1 0 64 0,-1 3 16 0,1 2 0 16,-1-1-32-16,0 3 0 15,2 2 0-15,-1 0 0 0,-1 4-176 0,2 1-32 0,1 2-16 0,0 0 0 16,1 2-48-16,0 3-16 0,2-3 0 0,1 0 0 16,1-4 112-16,1 0 32 0,2-3 0 0,1-4 0 15,3-1-128-15,1-2-32 0,-1-5 0 0,1 0 0 16,1-2-208-16,1-3 0 0,0-3 128 0,3-3-128 0,0-3 128 15,0-2-128-15,0-1 176 0,0-3-176 0,1-1 144 16,-2-1-144-16,-1 2 0 0,-2 1 144 0,0 2-144 0,-2 1 0 16,0 0 0-16,-2 0 0 0,-2 2 0 0,0 2 0 15,-1 4 0-15,-1-2 0 0,0 4 0 0,-1 2 0 16,1 2 0-16,-1 2 0 0,0 2 0 0,0 2 0 16,0 2 0-16,0 2 0 0,1 2 0 0,0-2 0 15,1 4 0-15,0-2 0 0,2 0 240 0,1-1-48 16,1-1 0-16,0-1 0 0,-5-9 320 0,0 0 64 15,0 0 16-15,0 0 0 0,45 10-256 0,-35-15-48 16,2-2-16-16,0-3 0 0,1-1-272 0,1-2 160 16,-2-1-160-16,0 2-10976 15,-1-2-2272-15</inkml:trace>
  <inkml:trace contextRef="#ctx0" brushRef="#br1" timeOffset="-139713.59">2177 6859 5519 0,'1'-7'496'0,"1"4"-496"0,0-2 0 0,-1 3 0 0,0 0 2032 0,0 0 304 16,0 1 64-16,0-2 16 0,1 0 304 0,0-2 64 15,0-1 16-15,-1 2 0 0,0-1-960 0,-2 2-192 16,0 0-48-16,-1 2 0 0,-1 1-800 0,-2 0-160 15,0 2-48-15,-2 3 0 0,-1 1-272 16,-1 2-64-16,1 1-16 0,-3 1 0 0,1 2-96 0,-2 2-16 16,1 0 0-16,-2 0 0 0,3 1 16 0,0-1 0 15,2-2 0-15,1 0 0 0,3-3 48 0,0-1 0 16,3-2 0-16,1 0 0 0,2 0-192 0,2-3 0 16,0 2 0-16,3-3 128 0,0 0-128 0,1-2 0 15,2 2 0-15,0-2 0 0,1 0 0 0,1 0 0 16,-12 0 0-16,0 0 0 0,43-3 0 0,-43 3 0 0,0 0 0 15,39-1 0-15,-28 1 0 0,-2 0 0 0,-1 0-144 0,-1 0 144 16,-2 1 0-16,-3 0 0 0,1-1 0 0,-2 2 0 16,-2 1 0-16,-2 2 0 0,-1-1 0 0,-3 1 0 15,-1 2 176-15,-2 3-16 0,-1-1 0 0,0-1 0 16,-2 3 48-16,0 1 16 0,0 0 0 0,0 1 0 16,0 0-224-16,2-1 144 0,3-4-144 0,0 1 128 15,2 0-128-15,1-4 0 0,4-2 144 0,0-1-144 16,2-4 0-16,4-4 0 0,3-1 0 0,5-9-16240 15</inkml:trace>
  <inkml:trace contextRef="#ctx0" brushRef="#br1" timeOffset="-139241.62">2429 6671 17503 0,'-3'-7'768'0,"1"3"176"0,0 3-752 0,1-1-192 15,1 2 0-15,-1 0 0 0,-1 2 1072 0,-1 1 176 16,-1 0 32-16,-2 3 16 0,-1 1 432 0,-1 3 64 15,1 0 32-15,0 1 0 16,1 1-864-16,0 2-192 0,2-2-16 0,1 2-16 0,1-1-368 0,0 3-80 16,1 2-16-16,0 0 0 15,2 0-272-15,-1 1 0 0,2 0 0 0,1-2 0 0,-1 0 0 0,2-3 0 16,-4-14 0-16,0 0 0 0,0 0 0 0,21 35 0 16,-14-32 0-16,-1-5 0 0,2 1 0 0,-1-5 0 15,2 0 0-15,-1-3 0 16,0-1 208-16,-1 1 48 0,0-1 0 0,0-1 0 0,0-1-256 0,-2 0 0 0,-1 1 0 15,-1 0 0-15,-2 2 0 0,0 0 0 0,-1 1-208 0,-2 1 64 32,-2 2-1056-32,-1-1-208 0,-2 3-32 0,0 0-16 0,0 1-432 15,-3 2-96-15,1 2 0 0,-1 1-16 0,-1 0 784 16,-1 1 176-16,0 3 16 0,-1 0 16 16,-1 1 80-16,0-2 16 0,2 2 0 0,0-1 0 0,2 0 304 0,3-3 64 15,0-1 16-15,3-1 0 0,1-1 848 0,1-2 160 0,2 1 32 0,1-4 16 16,0 3 624-16,2-2 128 0,1-2 32 0,1-1 0 0,1 2 640 15,0-4 128-15,1 2 32 0,0-2 0 0,0 2-240 0,1-2-32 16,0 1-16-16,1-2 0 0,1-1-496 0,1 0-112 16,2-2 0-16,0 1-16 0,0-1-688 0,-1 3-128 15,1-1-16-15,0 0-16 0,1 1-352 0,-1 0 0 16,0-1 0-16,-1 3 0 16,-1 0-960-16,-1 0-224 0,0 3-32 15,-1 1-14400-15</inkml:trace>
  <inkml:trace contextRef="#ctx0" brushRef="#br1" timeOffset="-138430.58">2592 6688 8575 0,'1'0'192'0,"0"-2"32"0,0 2 16 0,0-1 0 0,0 1-240 0,-1 0 0 0,1-2 0 15,1 2 0-15,0-2 1856 0,2-1 336 0,1 1 64 0,-1-2 16 16,1 0-432-16,-1 0-96 0,-1-1-16 16,0 3 0-16,-1-3-576 0,-1 3-128 0,0-1-32 15,-2-1 0-15,0 1-288 0,-1 1-64 16,0 0-16-16,-1 0 0 0,-1 2-192 0,-1 0-48 0,0 2 0 0,-1-2 0 31,2 2 64-31,-1 0 0 0,0 3 0 0,1-2 0 0,-2 3-192 0,2-1-16 0,0 2-16 0,0-1 0 16,0 2-64-16,1 2-16 0,-1 0 0 0,0 0 0 15,1 3 128-15,1-3 32 0,1 1 0 0,0 1 0 0,0 0 80 0,1 0 0 16,0 0 16-16,2 0 0 16,-1-3-80-16,1-2 0 0,2 1-16 0,0-5 0 0,-1 0-304 0,1-3 160 31,0 0-160-31,1-3 128 0,1-3-128 0,0-2 0 0,3-3 144 0,0-1-144 0,1-2 0 0,1-2 0 15,1-3 0-15,-2 2 128 0,0-1-128 0,-1 0 0 16,0 2 0-16,-2-1 0 0,-2 1 0 16,-2 4 0-1,0 0 0-15,-1 1-128 0,-1 5 128 0,-1 2 0 16,0 1 0-16,-1 3 0 0,0 1 0 0,0 3 0 16,0 0 0-16,0 4 0 0,-1-1 0 0,1 2 0 0,-1 1 0 15,0 0 0-15,1 1 0 0,0 1 0 0,0 2 0 0,1-1 0 16,0-1 160-16,1-1-32 0,0-2-128 0,1-3 192 15,1 0 64-15,0-4 16 0,1 1 0 0,1-5 0 16,-2 1-112-16,2-3-32 0,1-1 0 0,0-2 0 16,1-3-128-16,-1 1 0 0,2-3 0 0,1-2 128 15,-1-1-128-15,2 1 0 0,0-2 0 0,1-1 0 16,-1 0 0-16,-1 1 0 0,-1 2 0 0,2 0 0 16,-3 2 0-16,0 2 0 0,-2 3 0 0,1 0 0 15,-2 2 0-15,-2 3 0 0,1 0 0 0,0 4 0 0,-1 0 0 16,-1 2 0-16,0 0 0 0,-1 3 0 0,1 2 0 0,-1 1 0 15,1 1 0-15,-2 1 0 0,1 0 0 0,-1 0 0 16,0 0 0-16,0 0 0 0,-1-3 0 0,1 1 0 16,-1-1 0-16,0-1 0 0,1-3 0 0,0-1 0 15,0 3 0-15,0-5 0 0,0 3 0 0,0-3 0 16,0 1 0-16,0-3 0 0,0 0 0 0,1 0 0 16,0-3 0-16,0 1 0 0,0-3 0 0,1 1 0 15,0-2 0-15,0 0 0 0,1-2 0 0,-1-1 0 16,2 0 0-16,0-1 0 0,2 0 0 0,-2-2 0 0,2 1 0 0,0-4 0 15,-1 2 0-15,2 0 0 0,0 1 0 16,0-1 0-16,0 3 0 0,1 1 0 0,-1 1 0 0,1 1 0 16,-1 0 0-16,0 3 0 0,-1 1 0 0,1 1 0 15,-2 2 0-15,-1 2 0 0,0 3 0 0,0 0 0 0,-1 4 0 0,1 1 0 32,-2 1 0-32,0 1 0 0,-1 1 0 0,0 1 0 0,1 0 0 0,-1 0 0 0,0 0 0 0,0-4 0 15,1-1 0-15,0-2 0 16,0 1 0-16,1-2 0 0,0-1 0 0,0-3 0 0,0 1 0 0,1-3 0 15,1-3 0-15,0-1 0 16,1 0-736-16,0-4-32 0,2-2 0 0,0-1-15760 16</inkml:trace>
  <inkml:trace contextRef="#ctx0" brushRef="#br1" timeOffset="-137910.05">3138 6482 5519 0,'2'-1'496'0,"0"1"-496"0,0 0 0 0,-1-1 0 16,0 1 2048-16,0 0 320 0,1-1 64 0,3-2 16 15,2 1-112-15,-1-2-32 0,3-1 0 0,-1 0 0 16,-1 0-640-16,0-2-128 0,0 0-16 0,0 0-16 16,-2-3-736-16,1 2-128 0,-2 0-48 0,0-2 0 15,0 1-336-15,-2 0-80 0,-1 0-16 0,-2 1 0 16,-1 1-160-16,-1 0 0 0,-3 4 0 0,-1 1 128 16,1 0 0-16,-3 2 0 0,2 2 0 0,-2 0 0 15,3 3 192-15,-2 2 16 16,0 0 16-16,1 2 0 0,1 0-112 0,2 0-32 0,-1 2 0 0,0 2 0 15,2 3 64-15,-1-1 16 0,1 1 0 0,1 1 0 0,2 1 288 16,2-5 64-16,1 0 16 0,1-3 0 16,-4-10-224-16,0 0-48 0,0 0-16 0,0 0 0 0,0 0-368 0,37 30 128 15,-29-30-128-15,0-4 0 0,-1-1 0 0,0-2 0 16,2-3 0-16,-1-2 0 0,-1 0 0 0,2-1 0 16,-2-2 0-16,1-1 0 0,-2-1 0 15,0-1 0-15,0-1 0 0,-1-1-128 0,-1 1-192 0,-2-1-48 16,0 0 0-16,-1 1 0 0,-1 0 96 0,-1 1 16 15,-2-2 0-15,1 1 0 0,-1-2 256 0,-1 2 0 16,0 2 0-16,1 0 0 0,-2 3 0 0,2 3 0 16,0 4 0-16,2 4 0 0,-1 0 144 0,0 4-144 15,2 3 128-15,-1 1-128 0,1 2 224 0,0 3-32 0,0 4-16 0,1 5 0 16,0 2 128-16,2 3 16 0,-1-3 16 0,2 1 0 16,-1 1 16-16,1 1 0 0,1 0 0 0,1 1 0 31,-6-25-80-31,13 41-16 0,-13-41 0 0,15 35 0 0,-15-35-256 15,0 0 0-15,25 35 128 0,-17-32-128 0,0 0 0 0,0-6 0 0,-1 0 0 0,0-3 0 32,0-1 0-32,-1 0 0 0,-2 1 0 0,2-3 0 15,0-3-688 1,2-2-80-16,0-2-32 0,1-3-10608 0,1 2-2128 0</inkml:trace>
  <inkml:trace contextRef="#ctx0" brushRef="#br1" timeOffset="-137169.58">3506 6268 2751 0,'-1'0'256'0,"1"2"-256"15,0-2 0-15,0 1 0 0,0 1 2256 0,0-2 416 16,0 2 80-16,0-1 0 0,1 3 32 0,0-2 0 16,1 0 0-16,0-2 0 0,2 0-656 0,0-2-128 15,0 0-16-15,2-3-16 0,-1-2-800 0,1 2-144 16,0-3-48-16,-2 0 0 0,1 1-480 0,-2-3-112 16,0 3 0-16,-2 0-16 0,-1-2-240 0,-2 2-128 15,-1 1 128-15,-2 3-128 0,-2 0 0 0,-1 2 128 16,-1 4-128-16,0 1 0 0,-2 4 0 0,1 1 144 15,1 1-144-15,0 1 0 0,0 3 160 0,1-2-160 16,1 3 128-16,1-1-128 0,-1 3 176 0,3-1-48 0,-2 1-128 0,4-3 192 16,0-2 48-16,1-1 0 0,2-2 0 0,1-1 0 15,0-3-32-15,2-2 0 0,2 1 0 0,-1-4 0 16,1-2-208-16,0-1 128 0,2-1-128 0,0-6 0 16,1 0 192-16,1-3-48 0,2-2-16 0,-2 1 0 15,-1 2-128-15,-2-1 0 0,2 0 0 0,-2-1 0 16,1 0 0-16,-2 0 0 0,0 0 0 0,-3 4 0 0,0 0 0 15,0 3 0-15,-2 0-144 0,0 5 144 0,-1 0 0 0,-1 4 0 16,-1 0 0-16,0 1 0 0,0 4 0 0,0-1 0 16,0 2 0-16,-1-1 0 0,1 2 0 0,0 1 0 15,1-1 0-15,0 1 0 0,0-2 0 0,1 0 128 16,1 0-128-16,0-1 0 0,0-1 304 0,2 0-48 16,0-4 0-16,0 0 0 0,0-2-64 0,2 0 0 15,0-2-16-15,0-3 0 0,2 0-176 0,0-2 128 16,1-1-128-16,2-1 128 0,-1-2-128 0,1-1 0 15,0 0 0-15,2-2 0 0,-1 2 0 0,-1 0 0 16,0 0 0-16,0 1 0 0,-1 1 0 0,0 0 0 0,-1 1 0 16,0 2 0-16,1 0 0 0,-2 2 0 0,-1 1 0 0,0 1 0 15,-1 1 0-15,1 1 0 0,-2 1 0 0,0 3 0 16,0-1 0-16,1 1 0 0,-1 0 0 0,0 1 0 16,-1 1 0-16,1 1 0 0,-1 2 0 0,0-1 0 15,-2 2 0-15,1 1 0 0,0 0 0 0,-1 1 0 16,-1 3 0-16,0-2 0 0,0 0 0 0,-2-3 0 15,1 3 0-15,-1-2 0 0,1-5 0 0,0 0 0 16,0-1 0-16,0-1 0 0,0-1 0 0,0-2 0 16,0 0 0-16,1-2 0 0,0-1 0 0,-1-1 0 15,1-1 0-15,0 0 0 0,0-5 0 0,1 3 128 16,0-2-128-16,0-2 192 0,1 0-192 0,0-1 192 0,-1-1-192 16,2 0 192-16,1-1-192 0,0 2 192 0,-1-2-192 15,2 2 0-15,0 0 0 0,0 1 0 0,1 1 0 0,0-2 0 16,2 3 0-16,-1-2 0 15,0 1-320-15,2 2-112 0,-1 1-16 16,1 0 0-16,0 0-2064 0,0 0-432 0,0 1-64 0,2 0-11328 16</inkml:trace>
  <inkml:trace contextRef="#ctx0" brushRef="#br1" timeOffset="-136664.72">4044 6028 9215 0,'1'8'400'0,"0"-3"96"0,1 2-496 0,0-3 0 0,1-2 0 16,-2-1 0-16,1 3 1360 0,0-1 176 0,3-1 48 0,-5-2 0 15,0 0 656-15,0 0 128 0,0 0 16 0,40 10 16 16,-31-15-672-16,-1 0-128 16,1-2-16-16,-2 0-16 0,1-3-688 0,-1 1-144 0,-1 0-32 0,-3-1 0 15,1 0-448-15,-2 1-112 0,-3 0-16 0,-1-1 0 16,-1 3-128-16,-1 0 0 0,-1 2 0 0,-1 0 0 16,-2 3 0-16,0-2 0 0,-1 3 0 0,2-1 128 15,0 4-128-15,-1 1 0 16,3 0 0-16,-2 1 0 0,3 3 0 0,-2 0 0 0,0 0 0 0,2 5 0 15,-1-2 128-15,1 4-128 0,0 0 128 0,0 2-128 0,1 1 256 0,1 0-48 16,2-3 0-16,-1-1 0 0,1 0 112 0,1-1 0 16,0-2 16-16,1 1 0 0,0-4-64 0,2 0-16 15,0-3 0-15,1-1 0 0,1-3-256 0,0 0 0 16,2-3 128-16,-1-3-128 0,1 0 0 0,1-3 0 16,1-2 0-16,0-1 0 0,1-2 144 0,-1-1-144 15,0 3 0-15,-1-2 144 0,-2 2-144 0,1-4-144 16,-1 0 144-16,1-1-208 0,-2-2-112 0,0 0-32 15,-2-2 0-15,-1-1 0 16,-1 1-64-16,-2-2-16 0,-1 1 0 0,-2-2 0 0,0 1 288 0,0 4 144 0,-1 0-160 16,-1 4 160-16,2 1 0 0,-2 4 0 0,1 2 0 0,2 2 0 31,0 4 224-31,0 2-64 0,0 1-16 0,1 2 0 0,-1 5 240 0,1 1 64 0,1 6 0 0,0 1 0 16,1 6-16-16,1 1 0 0,1 3 0 0,1 0 0 15,-4-26-112-15,9 45-32 0,-9-45 0 0,10 34 0 16,-10-34 112-16,0 0 32 0,20 44 0 15,-20-44 0-15,0 0-208 0,0 0-32 0,29 36-16 16,-29-36 0-16,0 0-176 0,0 0 0 0,0 0 0 0,0 0 0 16,46 7-256-16,-38-14-64 0,0 0-32 0,2 0-16832 15</inkml:trace>
  <inkml:trace contextRef="#ctx0" brushRef="#br1" timeOffset="-135306.3">4806 5676 11967 0,'3'-5'1072'0,"-1"1"-864"16,-1 1-208-16,-1 0 0 0,0 1 1472 0,0-1 240 16,1-1 48-16,0-6 16 0,0 0 768 0,-1-3 144 15,0 1 48-15,-3 2 0 0,1 3-896 0,-2 0-176 16,-1 2-48-16,0 3 0 0,-1 0-784 0,1 4-144 16,-1 0-48-16,0 1 0 0,1 1-416 0,-1 1-96 15,1 2 0-15,-1 2-128 0,2 1 208 0,1 2-64 16,0 0-16-16,1 0 0 0,1 0 0 0,1 2 0 15,1 0 0-15,1 2 0 0,-2-16-128 0,7 31 0 16,-7-31 0-16,11 33 128 0,-11-33-128 0,13 34 128 16,-13-34-128-16,14 36 128 0,-14-36 0 0,14 38-128 0,-14-38 192 0,11 37-64 15,-11-37-128-15,11 38 0 0,-11-38 144 0,8 40-144 16,-8-40 0-16,5 34 128 0,-4-15-128 0,-1-1 0 16,-1 0 0-16,-1-2 0 0,0-2 0 0,-1-2 128 15,-1-3-128-15,0-2 0 0,-1 1 0 0,0-5 0 16,-1-2 0-16,1-2 0 0,0 0 0 0,-1-4 0 15,0-1 0-15,-2-2 0 0,1-2 0 0,-1-1 0 16,-1 0-160-16,-1-1-96 0,-1-1-32 0,0-1 0 16,-2 0-1456-1,-1-3-304-15,-1 2-48 0,0-1-16 16,2 2-80-16,1 2-32 0,3 2 0 0,1 4 0 0,2 0 1728 0,2 3 352 0,1 0 144 0,3 0-128 0,1 1 1104 0,2 0 240 16,3-2 32-16,2 0 16 0,3-1 96 0,1-1 32 15,2-2 0-15,3-3 0 0,2-1-96 0,3-2-16 16,0-1 0-16,0 1 0 0,0-2-608 0,0 1-128 15,-1-2-32-15,-2 3 0 0,-2 0-320 0,-1 2-64 16,0 0 0-16,-2 1-128 0,-1 2 0 0,-1 1 0 16,-2-1 0-16,-1 2 0 0,-1 1-192 0,-3 2-80 15,-1-1-32-15,-1 1 0 16,0 1-1200-16,-2-1-240 0,0 1-48 0,0 0-16 16,1-1-240-16,-1-1-64 0,0 0 0 0,-1 1 0 15,0-1 1088-15,1-1 224 0,1 0 32 0,-1 1 16 0,0 1 752 0,0-1 0 16,0 2 0-16,-1 1 0 0,1 2 752 0,-1 0 192 0,0 2 32 0,-2 3 16 15,1 1 704-15,0 2 144 16,-1 2 16-16,0 1 16 0,0-1-528 0,0 4-96 0,1 1-32 0,0 2 0 16,1 1-448-16,2-1-80 0,1-1-32 0,0-4 0 15,-3-12-304-15,0 0-64 0,0 0-16 0,0 0 0 16,29 34-96-16,-23-35-32 0,1-1 0 0,2-3 0 16,-2-2-16-16,2-2-128 0,1-1 192 0,-2-2-64 15,-1 1-128-15,0-3 128 0,0-1-128 0,0-2 128 16,-2 1 688-16,1-1 128 0,-1 0 16 0,-3 1 16 15,0 0-976-15,0 2 0 0,-2 0 0 0,0 1-160 0,0 4 160 16,-2-1 0-16,1 3 0 0,0 2-128 0,-1 3 128 0,1 2 0 16,0 2 0-16,-1 0 0 0,2 4 0 15,-1-2 0-15,1 3 0 0,0 0 128 0,1 3 0 0,1 0 0 16,0 4 0-16,0-2 0 16,-2-12-768-16,0 0-160 0,13 38-32 0,-13-38 0 15,0 0 832-15,0 0 0 0,29 42 224 0,-29-42-48 0,0 0-176 0,0 0 0 16,29 34 0-16,-29-34 128 0,0 0-128 0,0 0 0 15,0 0 0-15,0 0 0 0,0 0 0 0,38-1-192 16,-33-7 64-16,-2-1-17984 16</inkml:trace>
  <inkml:trace contextRef="#ctx0" brushRef="#br1" timeOffset="-134959.33">5232 5467 11055 0,'-2'-1'480'0,"0"-1"112"0,1 4-464 0,0-2-128 0,1 0 0 0,0 0 0 15,0 0 1728-15,0 1 320 0,1-1 64 0,1 2 0 16,1-2-32-16,0-3-16 0,3 1 0 0,-1 0 0 16,2-3-656-16,0 0-144 15,2-2-32-15,0 0 0 0,0 0-496 0,1 1-96 0,0-2-32 0,-1 3 0 16,0 1-416-16,-1 3-64 0,-1 1-128 0,-1 1 176 16,-2 3-176-16,0 1 160 0,-1 4-160 0,-1 3 160 15,-2 3 48-15,-1 1 16 0,-1 3 0 0,-1-3 0 16,-1 2 64-16,0 2 16 0,-1 2 0 0,-1-1 0 0,-1 0-176 0,2-3-128 31,1-2 192-31,0-2-192 0,1-2 128 0,1 0-128 0,1-3 0 0,1-2 0 0,0-2 160 0,1-2-160 16,1-1 128-16,2-4-128 0,1-1 432 0,0-2 0 15,2 1 0-15,0-3 0 0,1-1-160 0,3-1-16 16,1-3-16-16,0 0 0 0,0 0-240 0,0 0 0 16,2-2 0-16,-1 2 0 31,0 1-352-31,-1 1-112 0,-1-1-32 0,-2 1 0 0,1 0-1424 0,-3 1-272 0,-2 2-64 0,-3 0-11760 0</inkml:trace>
  <inkml:trace contextRef="#ctx0" brushRef="#br1" timeOffset="-134275.97">5295 5539 13823 0,'-10'8'608'0,"4"-3"128"0,0 0-592 0,3 0-144 0,1-3 0 0,1-2 0 16,0 2 1840-16,0 0 336 0,-1 3 64 15,-1 0 0-15,2 2 432 0,1-2 80 0,2-3 0 0,2 0 16 16,2-2-1072-16,2-2-224 0,0 0-32 0,2-5-16 15,1 0-896-15,0-3-176 0,1 1-32 0,-1-1-16 16,-1 1-304-16,1-3 0 0,0 0 0 0,0 0 0 16,0 0-608-16,-2 0-80 0,-1 0-16 0,1 1 0 31,-3 1-832-31,1-1-160 0,-1 2-32 0,0-1-16 0,-1 3 624 0,-1 1 128 16,0 0 32-1,-2-1 0-15,1 2 544 0,-1 0 112 0,0 0 32 0,1 1 0 0,-1 1 272 0,0-2 0 0,0 3 0 0,1-3 0 16,0 3 384-16,1-3 16 0,-1 1 16 0,1 1 0 0,0-2 1504 0,0 1 288 15,1 1 64-15,0 0 16 0,0-1-1744 0,1 2-352 16,0-3-64-16,1 2 0 0,0 0 368 0,0 0 80 31,0 1 0-31,-1 1 16 0,-1 1-160 0,1 1-48 16,-1 0 0-16,1 2 0 0,-2-1-128 0,0 1-16 0,0 1-16 0,-2 1 0 16,0 0-96-16,-1 2-128 0,-1 0 176 0,0 0-176 15,-1 1 160-15,-1 1-160 0,-1 2 128 0,-1 1-128 16,1 0 128-16,-1 0-128 0,-1 1 0 0,1-1 128 15,1 1-128-15,0-1 0 0,2-3 0 0,1-2 0 16,1 1 0-16,1-4 0 0,2 1 0 0,-1-2 0 0,3-1 0 16,0-2 0-16,2-2 0 0,1-1 0 15,1-2 0-15,1 1 0 0,1-4 128 0,0-1-128 0,1 2 0 0,-1-3 0 16,0 1 0-16,-3 0 0 0,-1 1 0 0,0 2 0 16,-1-2 0-16,0 3 0 15,-2-2-512-15,-2 3-144 0,-1-1-32 0,-2 2 0 16,-1 1-1136-16,-2 0-224 0,-3-1-64 0,-1 3 0 15,-2 1-608-15,-2 3-128 0,-3-2-32 0,-3 3 0 16,1 0 512-16,-1 0 112 0,-3 2 16 0,1 0 0 16,-2 0 0-16,4 0 0 0,0 0 0 0,3 0 0 0,2 0 2480 0,1-1 496 0,2 0 96 15,0-1 32-15,3 0 1280 0,1-1 256 0,2-1 48 0,2-1 16 16,1 1 608-16,2-1 112 0,2-1 16 0,2-1 16 16,0-1-848-16,1-1-160 0,4-1-32 0,0-2-16 15,1-1-896-15,1 0-176 0,2-3-48 0,0 2 0 16,-2-3-560-16,0-1-112 0,0 2-32 0,-1 0 0 15,1 0-336-15,-3 1 0 0,-1 0 0 0,-1-2 0 16,1 2 0-16,-2 0-288 0,-1 1 48 0,-2 0 16 31,-1 0-1760-31,0 0-336 0,0-1-80 0,-1 1-16 16,-2 0-1312-16,0 0-272 0</inkml:trace>
  <inkml:trace contextRef="#ctx0" brushRef="#br1" timeOffset="-133893.34">5690 5204 5295 0,'-1'-15'0'0,"0"10"224"0,1 3-64 0,0 2 0 0,0 0-160 0,1 0 0 16,-1-1 0-16,2 0 0 0,-1-1 2928 0,1 1 544 15,2 4 112-15,0-1 32 0,0 3-608 0,1 2-112 16,-5-7-16-16,0 0-16 16,0 0-816-16,0 0-144 0,27 45-48 0,-27-45 0 0,0 0-704 0,0 0-128 15,0 0-48-15,31 40 0 0,-24-35-480 0,-7-5-112 16,0 0 0-16,0 0-16 0,0 0-368 0,0 0 144 16,44 16-144-16,-38-18 0 0,0 0 128 0,-2-3-128 15,0 0 0-15,0-2 0 0,-1 0 0 0,0-2 0 0,-1-1 0 0,0 1 0 16,-1-1 0-16,0 1 0 0,0-3 0 15,-1 3 0 1,1-3-256-16,-1 0 32 0,0 0 16 0,0-2 0 0,0 0 16 0,1 2 16 0,0 0 0 0,1 2 0 16,0 1 176-16,0 4 0 0,0 0 0 0,0 3 0 15,0-1 0-15,0 3 0 0,0 3 0 0,0 0 128 16,-1 3-128-16,0 4 0 0,1 2 0 0,-1 2 128 16,0-1 80-16,1 5 32 0,-2-18 0 0,5 45 0 15,-5-45-16-15,5 48 0 0,-1-16 0 0,2 4 0 16,-1 6 32-16,2-3 0 15,1 1 0-15,-3-2 0 0,-1-5-64 0,-1-2-16 16,-2-2 0-16,-1-4 0 0,-2-3-176 0,-1-1 0 16,-3 3 0-16,-3-5 0 0,-1 1 0 0,-3-5 0 15,-1 0 0-15,-4-4 0 0,-2-1 0 0,-4-6 0 0,-5 1 0 16,-7-2-18784-16</inkml:trace>
  <inkml:trace contextRef="#ctx0" brushRef="#br1" timeOffset="-133136.65">2512 7274 12895 0,'1'-3'1152'0,"0"0"-928"16,-1 1-224-16,0 0 0 0,-1 2 1008 15,0-4 144-15,0 0 48 0,-1-2 0 16,-1-2 608-16,-2 1 128 0,-1 0 32 0,-1 3 0 0,0 2-704 0,-2 2-144 16,-1 4-32-16,0 0 0 15,-1 4-496-15,-1 1-96 0,0 3-32 0,-1 2 0 0,1 1 32 0,1 0 0 16,1 1 0-16,3 2 0 15,2-1 16-15,1 0 0 0,1 2 0 0,2-3 0 0,0 0-64 0,2-4 0 16,2 0 0-16,1-4 0 0,-4-8-272 0,0 0-176 16,0 0 192-16,43 16-192 0,-43-16 256 0,30-4-48 15,-14 1-16-15,2-2 0 0,2 1 256 0,-1-1 32 16,0 0 16-16,-3 1 0 0,0 1-208 0,-2 1-32 0,-2 1-16 16,-2 2 0-16,-2 1-240 0,-3 1 128 0,-2 1-128 0,-3 3 0 15,-2 0 0-15,-3 3 128 0,-3 2-128 0,-1 2 0 16,1-5 0-16,-3 4 0 0,-3 3 0 0,-2 0 0 15,0-2 0-15,-1 1 128 0,1-1-128 16,-1-4 0-16,2 1 0 0,2-5 0 0,2-1 0 0,3-4 0 16,1-1 0-16,3-1 0 0,3 0 0 0,2-4 0 15,3 0-608 1,3-2-224-16,2-1-32 0,3-3-15696 0</inkml:trace>
  <inkml:trace contextRef="#ctx0" brushRef="#br1" timeOffset="-132546.08">2688 7394 11055 0,'1'0'976'0,"-1"0"-784"0,0 0-192 0,0 0 0 0,0 2 1856 0,0-2 336 16,1 1 64-16,1 1 16 0,1 0 208 0,1-1 32 15,0 1 16-15,3-4 0 0,-1 1-784 0,2-4-144 16,0 2-48-16,2-3 0 0,1-1-736 0,0-3-160 16,1-1-16-16,0 1-16 15,0-2-352-15,-1-2-64 0,-1 3-16 0,-1 1 0 16,-2-1-192-16,-1 1 0 0,-1 2 0 0,-1 0 0 0,-2 0 0 0,-3 1 0 15,-1 0 0-15,-2 2 0 0,-1 0 0 0,-3 0 0 0,1 3 0 0,-2 0 0 16,-1 0 0-16,-1 2 0 0,-1 2 0 16,1 1 0-16,-1 1 0 0,1 3 0 15,1 0 128-15,1 2-128 0,2 1 0 0,0 2 0 16,2 2 128-16,0 0-128 0,1 2 240 0,2 2 0 16,2 0 0-16,0-1 0 0,2-3 64 0,2-2 16 15,-4-12 0-15,0 0 0 0,0 0-144 0,0 0-32 0,46 32 0 0,-46-32 0 16,31-5-144-16,-14-1 160 0,0-3-160 0,2-1 160 15,-1-1-160-15,2-3 160 0,-2 0-160 0,1-1 160 16,0-3-160-16,-1 0 0 0,1 1 0 0,-4 1 0 16,1 0-752-16,-2-1-176 0,-1 0-32 15,-1 1-16-15,0-1-1344 0,-2 0-272 16,0 2-48-16,-2-2-16 0,0-3-448 0,-1 1-96 0,-1-2 0 0,-1-1-16 31,-1-1 336-31,-2-3 80 0,0 0 16 0,-1-1 0 0,0 1 1440 0,0 1 272 0,-2 6 64 0,1-1 16 0,-1 2 800 0,1 6 192 16,0 2 0-16,-1 6 0 0,0 2 2128 0,0 4 480 15,-1 1 80-15,0 3 32 0,-1 4 576 0,0 4 112 16,0 3 32-16,1 6 0 0,0 1-1216 0,0 7-240 16,1-1-64-16,0 4 0 0,1-1-656 0,0-5-144 0,1-4-32 15,2 2 0-15,1 1 0 0,3-1-16 0,-7-26 0 0,18 44 0 16,-18-44-560-16,21 34-96 16,-21-34-32-16,0 0 0 0,35 30-384 0,-35-30 128 0,0 0-128 0,0 0 0 15,0 0 0-15,44 14 0 0,-39-16 0 31,1 0 0-31,-1-5 0 0,-2 2 0 0,-1-5 0 0,-1 3 0 16,-1-2-592-16,-1-2-208 0,-1 0-32 16,-3-1-16-16,-1-1-1360 0,-2 0-272 0,-2-1-48 0,-2 0-6992 15,-1 1-1392-15</inkml:trace>
  <inkml:trace contextRef="#ctx0" brushRef="#br1" timeOffset="-132388.89">2996 7125 5519 0,'-2'1'496'0,"1"-1"-496"15,1 0 0-15,0 2 0 0,-1-2 1680 0,-2 3 240 16,1 2 64-16,1-1 0 0,2 1 1568 0,3-2 320 15,2-1 64-15,6-4 16 0,2-3-1072 0,4-5-224 16,2-1-32-16,1-4-16 0,0-2-1360 0,0 1-272 0,2-2-48 0,0 1-16 16,1 2-656-16,-2 1-128 0,-1 2-128 0,-2 1-11696 15,-1 4-2448-15</inkml:trace>
  <inkml:trace contextRef="#ctx0" brushRef="#br1" timeOffset="-132256.45">3513 7088 26719 0,'-1'2'2368'0,"1"1"-1888"16,1 2-480-16,-1-4 0 0,0 0 608 0,0 1 32 0,-1 3 0 0,0 2 0 0,0 3-416 0,-1 0-80 0,1 2-16 0,0-6 0 16,2 0-128-16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10-23T08:51:48.056"/>
    </inkml:context>
    <inkml:brush xml:id="br0">
      <inkml:brushProperty name="width" value="0.05292" units="cm"/>
      <inkml:brushProperty name="height" value="0.05292" units="cm"/>
      <inkml:brushProperty name="color" value="#002060"/>
    </inkml:brush>
    <inkml:brush xml:id="br1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6477 5504 8287 0,'0'0'736'0,"0"0"-592"0,1 1-144 0,-1-1 0 15,0 0 1088-15,1 0 192 0,0 2 48 0,0-2 0 0,2 2 400 16,-2-2 64-16,2 0 32 0,0 0 0 0,0 0-768 0,-1-2-160 15,0 2-16-15,1-3-16 0,0 1-96 16,0-2-32-16,0-1 0 0,0 0 0 0,2-2-32 0,-1 0-16 16,0-3 0-16,1 1 0 0,-1-1-64 0,1-1-16 0,-1-4 0 0,0 1 0 31,0 0-192-31,1-3-32 0,-1-1-16 0,1-2 0 16,0-1-368-16,-2 2 144 0,0-2-144 0,0 2 0 15,-1 0 0-15,-1 2 0 0,1 1 0 0,-1-1 0 16,-1 2 0-16,0 1 0 0,0 2 0 0,0 0 0 15,0 1 0-15,-1 2 0 0,1 1 0 0,-1 1 0 0,1 0 0 0,0 0 0 16,0 1 0-16,0 1 0 0,0 1 0 0,0 1 0 16,0 0 0-16,0 1 0 0,0 1 0 0,0-1 0 15,1 0 0-15,0 2 0 0,-1 0 0 0,0 2 0 16,1-2 0-16,0 0-144 0,0 0 144 0,-1 0 0 16,1 2 0-16,0-1 0 0,-1 1 128 0,1 2-128 15,-1-1 160-15,1 4-160 0,0-2 320 0,1 4-16 16,0 3-16-16,0 2 0 0,2 2-96 0,-1-1-32 0,1 2 0 0,-2-1 0 15,3 4-160-15,-1-2 128 0,1 2-128 16,0-2 128-16,0-2-128 0,0-3 0 0,2 0 0 16,-2-3 0-16,1-2 0 0,-2-2 0 0,-4-6 0 0,0 0 0 15,0 0-128-15,0 0 128 0,0 0 0 16,33-16 0-16,-28 6-128 0,1-2 128 0,-2 1-160 16,0-1 160-1,-1 0-512-15,1 0 0 0,-1-2 0 0,-1-1 0 0,0 1-240 0,0 0-48 16,-1 0-16-16,-1-3 0 0,0 3 432 0,-2 0 96 0,0 0 16 0,0 2 0 0,-1 0 272 0,0 1 0 15,0 3 0-15,0-1 0 0,2 4 0 0,-1-2 144 16,0 2-16-16,1 1 0 0,1 1 16 16,0 1 0-16,1 1 0 0,0 2 0 0,1 3-16 0,-1-1-128 15,1 1 192-15,1 4-64 0,1 3 96 0,0 1 16 16,1 0 0-16,1 5 0 0,0 1-96 0,1 2-16 16,-1-2 0-16,1 1 0 0,0 0 0 0,0 0-128 15,1-1 192-15,-2-3-64 0,-6-15-128 0,0 0 0 16,24 29 144-16,-24-29-144 0,0 0 0 0,0 0 0 15,0 0 0-15,45 12-13600 0</inkml:trace>
  <inkml:trace contextRef="#ctx0" brushRef="#br0" timeOffset="636.86">6897 5166 10127 0,'-3'3'448'0,"2"-2"96"0,-1 2-544 0,1 1 0 0,0-1 0 0,0-1 0 15,0 1 944-15,0 6 80 0,-1 1 0 0,0 6 16 16,0 4 208-16,1 0 32 0,1-1 16 0,-1-1 0 15,2-2-720-15,0 0-160 0,0-4-32 0,1 0 0 16,1-3-208-16,0-1-48 0,-1-4-128 0,0-2 192 0,0-2-192 0,0 0 0 16,0-2 0-16,0-2 0 0,-1-2-368 0,1 0-16 15,0-4 0-15,-2-2 0 16,2 2-1632-16,-1-1-336 0,0-1-64 0,-1-2-16 16,1 2 656-16,-2-2 128 0,-1 0 32 0,0 1 0 0,1 4 1136 0,-1-3 224 15,-1 3 64-15,1-1 0 0,-1 1 640 0,0 2 144 16,1 0 32-16,-1 3 0 0,1 1 1344 0,0 1 272 15,1 1 48-15,0-1 16 0,1 2 128 0,-1 0 16 16,1 0 16-16,1 2 0 0,0-4-768 0,0 2-160 16,1 0-16-16,0 0-16 0,1-2-96 0,0 1-32 0,1 1 0 15,0-2 0-15,1 2-352 0,-1 2-80 0,1-1-16 0,-1 3 0 16,0-1-496-16,1 1-112 0,0 3 0 16,1 1-16-16,-6-8-128 0,0 0-32 15,16 33 0-15,-12-21 0 0,2 0-144 0,-1 2 0 0,-1-2 144 0,1-1-144 16,-5-11 0-16,9 21 0 0,-9-21 0 15,0 0 0-15,0 0 0 0,0 0 0 0,22 25-128 0,-20-25 128 16,1-1-1216-16,-1 1-176 0</inkml:trace>
  <inkml:trace contextRef="#ctx0" brushRef="#br0" timeOffset="827.09">6859 5320 11055 0,'-1'0'976'0,"0"-2"-784"16,1 2-192-16,0 0 0 0,0 0 1952 0,1-1 352 16,-1 1 64-16,2-4 0 0,1 1 544 0,1-1 96 15,0-2 32-15,2 2 0 0,1-1-1856 0,0-2-368 0,0 2-80 0,0-2-16 16,-1 3-720-16,1-1 0 0</inkml:trace>
  <inkml:trace contextRef="#ctx0" brushRef="#br0" timeOffset="1191.59">7018 4862 17503 0,'0'0'1552'0,"0"0"-1232"0,0 0-320 0,0 0 0 0,-1 2 1024 16,1-1 128-16,-1 1 48 0,0 3 0 0,0 1 752 16,-1 2 160-16,1-1 16 0,-1 2 16 0,1 2-1216 0,-1-2-240 15,0 2-48-15,0 1-16 0,1 2-432 0,0 1-192 0,1 3 160 16,1 2-160-16,1 1 192 0,1 0-64 0,0 1-128 0,2-1 192 31,2-1 192-31,0-3 48 0,-7-17 0 0,17 29 0 0,-17-29 144 0,0 0 48 16,37 22 0-16,-37-22 0 15,0 0-368-15,52-1-64 0,-52 1 0 0,40-14-16 0,-21 2-176 0,-1 0 0 16,-1-2 0-16,-2 0-16448 0</inkml:trace>
  <inkml:trace contextRef="#ctx0" brushRef="#br0" timeOffset="1851.78">7269 4890 3679 0,'-1'1'160'0,"0"-1"32"16,0 0-192-16,0 0 0 0,1 0 0 0,0 0 0 15,0 0 1200-15,-1 0 192 0,1-1 32 0,-1-1 16 0,0 1 464 0,0-2 80 16,0 0 32-16,-1 0 0 0,0-1 16 0,1 0 0 16,-1 1 0-16,1 0 0 0,0 1-128 0,0 0-32 15,-1 2 0-15,0 0 0 0,0 2-352 0,0 0-80 16,0 3-16-16,0 1 0 0,2 3-592 16,0 2-112-16,-1-3-16 0,1 5-16 0,1 5-240 0,1 0-64 15,1 4 0-15,2 1 0 0,-1-2-192 0,2-1-64 16,0-4 0-16,0-4 0 0,-6-12-128 0,0 0 0 0,0 0 0 15,0 0 0-15,0 0 0 0,0 0 0 0,45 12 0 0,-39-20 0 16,0-1-144-16,-2 1 144 0,1-1-192 0,-1-2 192 31,0 1-1408-31,-1-3-160 0,0 1-32 0,-1-1-16 16,-1 0-352-16,1 0-64 0,-1 0-16 0,-1 0 0 0,-1 1 1328 0,0-1 256 16,0 3 48-16,1-1 16 0,-2 3 400 0,1 3 224 15,-1 1-32-15,0 3 0 0,1 2 896 0,-1 3 160 16,0-2 32-16,1 3 16 0,0 0-272 0,0 2-48 0,1 0-16 15,-1 1 0-15,1 0-320 0,0 2-80 0,2 0-16 0,-1 0 0 16,1 1-288-16,1-4-48 0,1 3-16 0,0-4 0 16,0 0-32-16,1 0-16 0,-1-3 0 0,2 2 0 0,-6-5-144 0,0 0 128 15,0 0-128-15,0 0 128 0,0 0-128 0,0 0 0 16,43 6 144-16,-43-6-144 0,0 0 0 0,0 0 0 16,0 0 0-16,0 0 0 15,0 0-832 1,36-6-96-16</inkml:trace>
  <inkml:trace contextRef="#ctx0" brushRef="#br0" timeOffset="2098.81">7441 4742 12895 0,'1'-1'1152'0,"-1"1"-928"16,0-2-224-16,0 2 0 0,1 2 1856 0,0-2 320 0,2 0 64 0,1 0 0 15,-4 0 704-15,0 0 128 0,0 0 16 0,0 0 16 16,42 24-1376-16,-42-24-256 0,0 0-64 0,26 33-16 16,-26-33-608-16,16 28-112 15,-16-28-32-15,12 29 0 0,-7-12-240 0,-1-3-48 0,-2 0-16 0,-1-1 0 16,-1 2-128-16,-1 2-16 16,-1-2-16-16,-3 1 0 0,0 0-176 0,-2 1 128 0,-1-2-128 0,-1 2 128 15,-1-2-128-15,-3 2 0 0,-2 2 0 0,-1 0-18432 16</inkml:trace>
  <inkml:trace contextRef="#ctx0" brushRef="#br0" timeOffset="3384.17">18375 11226 4607 0,'-1'-8'400'0,"0"4"-400"0,1-3 0 0,0 3 0 0,1 1 2368 0,1 1 384 16,-2-1 64-16,1 0 32 0,1-4 0 0,-1-1 0 15,2-3 0-15,-1 2 0 0,2 0-1248 0,-1 1-240 16,-2 2-48-16,0 0-16 0,0 0-624 0,0 1-128 16,-2 0-32-16,0 1 0 0,-1 1-32 0,1 1-16 15,-1 2 0-15,-1 0 0 0,0 2 80 0,-1 1 16 0,1 1 0 0,-1 1 0 16,0 4 80-16,0 1 0 16,-1 4 16-16,0 0 0 0,1 5-80 15,-1 1-32-15,1 3 0 0,0-1 0 0,1 1-224 0,0 0-64 0,1 0 0 0,1-3 0 16,1 1-112-16,0-4-16 0,0 0-128 0,0-17 192 15,0 0-192-15,10 31 144 0,-10-31-144 16,0 0 128-16,0 0-128 0,0 0 0 0,0 0 0 0,0 0 0 16,43 14 0-16,-32-19 0 0,-1-2 0 15,1-3 0-15,0 1 0 0,-1-3 0 0,1 0 0 0,-1-1 0 16,0-1-608-16,-2 1 0 16,0-1 0-16,-1-2 0 0,-1 1-592 15,0 1-112-15,0-1-32 0,-2 1 0 0,0 1 752 0,0-2 144 16,-2 3 16-16,1-2 16 0,-1 4 608 0,0 0 112 0,-1 2 16 0,1 2 16 15,-1 2 624-15,-1-1 112 16,0 2 16-16,1 1 16 0,-1 2-336 0,0 0-80 0,0 0-16 0,-1 2 0 16,-1-1-368-16,1 3-80 0,-1-1-16 0,0-1 0 15,0 3-80-15,0 2 0 0,-1 0-128 0,-1 3 192 16,1 3-64-16,0-1 0 0,-1 3-128 0,1 2 192 16,-1 0-192-16,2 1 176 0,1 1-176 0,0-2 160 0,2 2-160 0,-1-19 0 15,4 30 144-15,-4-30-144 16,0 0 0-16,13 36 0 0,-13-36 0 0,0 0 128 0,0 0-128 0,0 0 0 15,47 24 0-15,-47-24-18720 16</inkml:trace>
  <inkml:trace contextRef="#ctx0" brushRef="#br0" timeOffset="17468.25">14817 5512 12895 0,'0'0'1152'0,"0"0"-928"0,-1-2-224 0,1 2 0 16,0 0 416-16,-1 0 32 0,0 0 16 0,-3 0 0 15,-1 0 656-15,-1 3 128 0,-3 1 32 0,-2 5 0 16,-1 0-592-16,-4 3-112 0,-1 3-32 0,-4 1 0 16,0 3-64-16,0 0-16 0,-1 2 0 15,-4 3 0-15,-5 3-224 0,-2 4-48 0,-2-1-16 0,1 1 0 16,1-1 80-16,5-4 32 0,4-2 0 0,1-5 0 16,5-2-32-16,1-3-16 0,3 0 0 15,3-3 0-15,1 0-240 0,2-5-240 0</inkml:trace>
  <inkml:trace contextRef="#ctx0" brushRef="#br0" timeOffset="17784.8">14422 5673 12895 0,'-1'-7'1152'0,"1"2"-928"0,1 2-224 0,-1 1 0 0,1 1 704 0,-1 0 80 15,-1 1 32-15,1 0 0 16,0 0 736-16,1 1 160 0,-2 0 16 0,0 4 16 0,-1 0-608 0,-1 0-128 15,-1 4-32-15,-2 1 0 0,-1 4-704 0,-2 1-144 16,-1 1-128-16,-3 3 192 16,-1 0-192-16,-1 2 0 0,-1 0 144 0,-1 0-144 15,2-3 128-15,0 0-128 0,2-2 128 0,2-1-128 16,2-3 320-16,2-1-16 0,1-1 0 0,2 0 0 0,2-1-112 0,0-2 0 16,3 0-16-16,1-2 0 0,1 0-176 0,0-2 160 0,4 1-160 0,0-4 160 15,3 0-16-15,1-2 0 0,2 0 0 0,1-1 0 16,0 0 240-16,1 1 64 0,0-3 0 0,0 0 0 15,1-1-208-15,-1-2-48 0,2 1 0 0,0-2 0 0,-2-1-192 16,2-1 0-16,0 1-144 0,0-4-13680 16</inkml:trace>
  <inkml:trace contextRef="#ctx0" brushRef="#br0" timeOffset="18285.75">14858 5476 9215 0,'-3'0'400'0,"1"0"96"0,2 0-496 0,-1-1 0 16,0 1 0-16,1-1 0 0,0 1 1200 0,0 0 144 16,-1 0 16-16,1-3 16 0,0 3 864 0,0-4 192 15,0 3 16-15,0 1 16 0,0-2-848 0,-1 2-160 16,1 2-48-16,-2-1 0 0,1 3-320 0,-1 1-80 15,1 0-16-15,-1 3 0 0,1-1-384 0,0 2-80 16,-1 0-16-16,2-9 0 0,0 0-256 0,0 0-48 16,-2 41-16-16,2-41 0 0,0 0-64 0,0 0 0 0,0 0-128 0,0 0 192 15,19 44 48-15,-11-41 0 16,-1-1 0-16,2-2 0 0,3-2 368 0,2-2 80 0,1-2 16 16,5-3 0-16,1-1-144 0,3-3-32 0,1-2 0 0,3-2 0 15,2 2-304-15,0-3-64 0,2-3-16 0,-2-1 0 16,-1 1-144-16,1 0 0 0,-1-1 0 0,-3 1 0 15,-2 2 0-15,-1 0 0 0,-1-1 0 0,0 0 0 16,2 1-320-16,-2 2-32 0,-2 4-16 0,-1 3 0 16,-2 2-2224-1,-4 4-448-15,-2 1-96 0,-3 1-11072 0</inkml:trace>
  <inkml:trace contextRef="#ctx0" brushRef="#br0" timeOffset="18901.98">15952 4983 3679 0,'7'-7'160'0,"-2"3"32"0,-1 1-192 0,0 0 0 0,-2 1 0 16,-1 2 0-16,0-2 1520 0,1-1 256 0,2 1 48 0,0-3 16 15,0 3 320-15,-3-2 64 16,-1 3 16-16,-1 3 0 0,-3 1-624 0,-2 4-112 0,-2 2-32 16,-2 6 0-16,-2 4-320 0,-3 4-64 0,-3 6 0 0,-1 1-16 15,0 1-160-15,-1 0-16 0,2 0-16 0,1-2 0 16,3-1-16-16,-2 1 0 0,0 6 0 0,2-2 0 16,2-2-480-16,3-5-112 0,9-26-16 0,-14 43 0 15,14-43-256-15,0 0 0 0,-9 40 0 16,8-33 0-16,1-2 0 0,2-2 0 0,-1-1 0 0,2-4 0 15,1 1-192-15,0-4 192 16,1-1-208-16,3-2 80 0,-1-3-1584 16,1-2-304-16,1-1-64 0,0-2-16 15,0 0-1456-15,1-2-288 0,0 0-64 0,1-6-16 16,-1 0 1648-16,1-3 336 0,0-3 64 0,2-4 16 0,2-4 1504 0,0-1 352 0,0-1 0 0,-1 2 0 16,-1 4 816-16,-3 6 144 0,-1 4 48 0,-2 6 0 0,-2 4 1440 15,-1 4 304-15,0 3 48 0,-2 3 16 16,-1 3-640-16,1 1-112 0,-1 1-16 0,0 2-16 15,-1-3-416-15,0 0-80 0,0 0 0 0,0 0-16 0,10 53-640 0,-10-53-128 0,0 0-32 0,12 60 0 16,-12-60-336 0,11 46-64-16,-11-46 0 0,11 45-16 0,-11-45-48 0,7 46-16 15,-7-46 0-15,6 50 0 16,-6-50-112-16,2 47-128 0,-2-47 176 0,3 60-176 0,-3-60 0 0,1 64 0 16,-1-64 0-16,1 58 0 0,-1-58 0 15,2 47 0-15,-2-47 0 0,0 0 0 0,4 51 0 0,-4-51 0 0,0 0 0 0,0 0-144 16,0 0-112-16,0 0-32 0,0 0 0 0,0 0 0 31,0 0-2048-31,0 0-416 0,0 0-64 0,-6 5-6160 16,1-15-1232-16</inkml:trace>
  <inkml:trace contextRef="#ctx0" brushRef="#br0" timeOffset="19014.08">15837 5327 4607 0,'-2'-2'400'0,"0"1"-400"31,2 1 0-31,0 0 0 0,1 0 2608 0,0 0 432 16,0 0 96-16,1 0 0 0,3-2 1152 0,2 2 208 15,4 0 48-15,0 0 16 0,3 0-2064 0,0-2-432 0,1 2-80 0,2-2 0 16,0 1-1456-16,0 1-272 0</inkml:trace>
  <inkml:trace contextRef="#ctx0" brushRef="#br0" timeOffset="22468.85">7481 6394 1839 0,'0'-2'160'0,"-1"2"-160"16,1 0 0-16,0-1 0 0,0 1 480 0,-1 0 64 15,1 0 16-15,-2-2 0 0,1 2 416 0,-3-2 96 16,1 1 16-16,1-1 0 0,-1 2-96 0,0-1-16 0,-1 1 0 0,2-1 0 15,-1 1-448-15,0 0-80 0,1 1-32 16,1-1 0-16,0 0-176 0,0 0-48 16,0-1 0-16,1 1 0 0,1 0 0 0,-1 0-16 0,1 0 0 0,1 0 0 15,0-2 16-15,1 2 0 0,0 0 0 0,-2 0 0 16,3 2-192-16,-1-2 128 16,1 1-128-16,-2 0 128 0,2 1-128 0,0-1 128 0,0 1-128 0,0 1-4416 31,1 0-976-31</inkml:trace>
  <inkml:trace contextRef="#ctx0" brushRef="#br0" timeOffset="22802.98">7785 6389 4527 0,'1'2'400'0,"-1"-2"-400"0,1-2 0 0,-1 2 0 0,0 2 0 0,0-2 0 0,1 0 0 0,0 0 0 16,1 0 0-16,1-2 0 0,0 2 0 0,0-3 0 15,-3 3 0-15,2-2 0 0,0 2 0 0,0-2 0 16,0 2 0-16,1-2 176 15,-1 2-176-15,0-2 192 0,1 1 1280 0,-1 1 240 16,0 0 48-16,1 0 32 0,-2 0 160 0,2 0 32 16,0 0 16-16,0 0 0 0,0 1-1312 0,-2-1-272 15,2 2-48-15,-1-2-16 16,0 0-960-16,0 2-192 0</inkml:trace>
  <inkml:trace contextRef="#ctx0" brushRef="#br0" timeOffset="23031.17">7881 6377 5055 0,'2'0'0'0,"-1"0"224"0,0 0-64 0,-1 0-16 0,1 0-144 0,0 0 0 0,1-2 0 0,-1 2 0 16,4 0 1056-16,0-1 176 0,1 1 48 0,0 0 0 15,-1 0-16-15,1 1 0 0,0 1 0 0,0-1 0 16,0 1-112-16,1-2 0 0,0 2-16 0,0-2 0 16,0 0-272-16,1 0-48 0,-2 0-16 0,2 0 0 15,0 0 96-15,0-2 0 0,1 2 16 0,-1-3 0 16,1 1-528-16,1-1-96 0,-4 2-32 0,1 0 0 0,1-1-256 15,-2-1 0-15,2 1 0 0,-2 0 0 0,1 1 0 16,-1-1 0-16,0 2 0 0,0 0 0 16,1-1-1264-16,-2 0-144 0,0 1-48 0,0 0-8304 15</inkml:trace>
  <inkml:trace contextRef="#ctx0" brushRef="#br0" timeOffset="23391.31">8298 6330 3679 0,'6'2'160'0,"-2"-2"32"0,-1 2-192 0,0-1 0 0,-1 1 0 0,-1-2 0 16,2 0 288-16,0 2 16 0,2-1 0 16,3 1 0-16,0 1 160 0,0-2 48 0,1 1 0 0,-1-2 0 15,1 1-704-15,1-2-144 0,-1 1-32 0,-1 0 0 16,0-2 368-16,1 1 0 0,0 0-144 0,-1 1 144 16,1-2 0-16,-1 0 0 0,1 1-176 0,0 1 176 15,-2-2 0-15,1 0-144 0,-2 1 144 0,2 1 0 16,-1 0-144-16,0 0 144 0,1-2-128 0,-2 2 128 15,1 0 0-15,0 0 0 0,0 0-160 0,1 0 160 16,-1-2 0-16,1 2-176 0,0-2 176 0,0 1-128 16,0-1 128-16,0 2-128 0,0-3 128 0,0 1 0 15,0 2 0-15,-1-2 208 0,1 2 0 0,1-2 0 16,0 2 160-16,1-2 16 0,-1 1 16 0,1 1 16 0,-1 0 576 0,-1 0 112 16,1 0 32-16,-2 0 16 0,0 0-64 0,0 0-16 15,1 1 0-15,0-1 16 0,-1 2-640 0,1-2-128 16,0 2-32-16,-1-2 16 15,1 0-1280-15,-2 0-256 0,2 0-48 0,-1 0-16 0,0 1 976 16,2-1 192-16,1 0 128 0,-1 0-160 0,1-1 160 0,-1 1-208 16</inkml:trace>
  <inkml:trace contextRef="#ctx0" brushRef="#br0" timeOffset="23683.83">9253 6327 1839 0,'7'0'160'0,"-1"0"-160"15,-3 0 0-15,-1 0 0 16,0 1 1264-16,1-1 208 0,3 2 64 0,6-2 0 0,2 0-320 16,1 2-64-16,2-2-16 0,0 2 0 0,-2 1-368 0,-2-3-80 15,1 2-16-15,-1 1 0 16,2-3-528-16,-1 2-144 0,0-1 0 0,1 0 0 15,-1-1-752-15,0 2-208 0,0-2-64 0,1 0 0 16,-4 0-32-16,2 0-16 0,-1 0 0 0,1 0 0 0,0 0 928 0,1 0 144 16,-2 0 0-16,0 0 160 0,3 3-160 15,0-6 0-15,0-1 0 0,1-1 0 0</inkml:trace>
  <inkml:trace contextRef="#ctx0" brushRef="#br0" timeOffset="23868.05">9911 6375 911 0,'9'2'0'0,"-2"-2"0"0,-1 0 0 0,-4 1 0 31,1-1 864-31,1 2 96 0,4-2 0 0,5 2 16 16,5-1 368-16,2 0 64 0,3 1 0 0,0-2 16 15,-2 1-928-15,0 1-192 0,0-2-48 0,-1 0 0 16,0 0-256-16,-2 0 0 0,1 2 0 0,-2-2 0 0,2 0 0 0,-3 0 0 16,-3 0 0-16,-1 1 0 15,1 1-816-15,-2-2-112 0,1 1-32 0,0 0 0 0,-2 1 800 0,0 1 160 16,1-1 0-16,0 1 0 0,0-1 0 0,-1-1 0 15,-2 0 0-15</inkml:trace>
  <inkml:trace contextRef="#ctx0" brushRef="#br0" timeOffset="24066.29">10667 6406 4607 0,'6'0'400'0,"-1"0"-400"0,-1 0 0 0,-2 0 0 15,0 0 1312-15,0 0 176 0,4 0 48 0,3 0 0 16,3-2-736-16,2 2-144 0,3-1-16 0,0-1-16 31,-2 0-832-31,1 1-176 0,-2-1-16 0,0 0-16 0,-1 2-352 0,0-3-64 0,-1 3 0 0,-2-2-16 16,0 2 160-16,1 0 48 15,0-2 0-15,0 2 0 0,0 0 640 0,0 2 128 0,0-2 16 0,0 0 16 16,1 2-160-16,1-2 0 0,0-2 0 0,1 2 0 0</inkml:trace>
  <inkml:trace contextRef="#ctx0" brushRef="#br0" timeOffset="24435.4">11183 6386 1839 0,'4'0'160'0,"2"0"-160"0,-2 0 0 0,-4 0 0 0,1 0 1136 0,3 0 192 16,2 0 32-16,2 0 16 0,3 1-176 15,3-1-48-15,3 0 0 0,0 0 0 0,-2 0-512 0,1 2-96 16,-1-2-32-16,0 0 0 0,-1 0-656 0,-1 2-144 16,0-2-32-16,-2 1 0 15,1 1-960-15,-1-1-208 0,-1 0-48 0,0 1 0 16,0-1 384-16,0 1 80 0,0-2 16 0,-1 2 0 0,2-1 528 0,-1 1 96 15,0 0 32-15,0-2 0 0,0 0 400 0,2 1 272 0,0-1-32 16,0 1 16-16,-1-1-112 0,0 0-16 0,0 0-128 16,1 0 208-16,-1 0-208 0,1 0 0 0,1 2 0 0,0-2 0 15,1 0 0-15,-1 0 0 16,0 0 0-16,0 0 0 0,1 0 0 0,-1 0 0 0,0 0 0 0,0 1 0 16,-1-1 0-16,-1 2 0 0,1-1 0 15,0 0 0-15,1 2 288 0,-1-3 16 0,1 1 0 0,0 0 32 0,-1 1 752 16,0-2 160-16,1 0 32 0,0 1 0 15,0-1-912-15,2 0-192 16,0-1-48-16,1 1 0 0,-1 0-368 0,1-2-80 0,0 2 0 16,-1 0-16-16,1 0-912 15,-1 0-176-15,0 0-48 0,-1 0 0 0,-2 0 1248 0,0 2 224 0,1-2 0 0,1 1 144 0,1 1-144 16,0-2 0-16,1 0 0 0</inkml:trace>
  <inkml:trace contextRef="#ctx0" brushRef="#br0" timeOffset="25412.57">12083 6425 8287 0,'-2'-1'736'0,"1"1"-592"0,1 0-144 0,0 0 0 0,0 0 1008 0,-1 0 160 16,0 0 48-16,-1-2 0 16,0 2 96-16,1 0 32 0,0-2 0 0,2 2 0 15,1-3-448-15,1 2-96 0,0 0-16 0,2-1 0 16,0 1 48-16,1-1 16 0,2 0 0 0,0 0 0 0,2-1-400 0,0-1-64 15,1 3-32-15,0-1 0 0,0 1-352 16,0 0 0-16,0 1 0 0,1 0 0 0,1 0 0 16,2-2 0-16,0 4 0 0,-1-2-128 0,0 0 128 15,0 1 0-15,1 0 0 0,0-1 0 16,0 2 0-16,-1-1 0 0,1 1 0 0,0 0-128 0,0-1 128 16,0 1 0-16,1-2 0 0,0 0-128 0,-1 0 128 0,-1 0 0 15,3-3 0-15,1 1 0 0,-3-1 0 16,1-1 0-16,3-1 0 0,1 0-128 0,0-2 128 0,-1 1-192 15,-1 0 192-15,-2-1-192 16,-1 3-480-16,-1 1-96 0,0-2-32 0,0 3 0 0,-4 0 96 16,0 2 32-16,0-2 0 0,-1 1 0 0,-1 1-608 15,1 1-112-15</inkml:trace>
  <inkml:trace contextRef="#ctx0" brushRef="#br0" timeOffset="25717.12">13238 6344 1839 0,'4'0'160'0,"-3"-2"-160"0,1 2 0 0,-1-2 0 16,0 1 2352-16,-1 1 432 0,1 0 96 0,0 0 0 16,1 0-1024-16,0 0-224 0,0 0-32 0,-1 0-16 15,-3-5-1264-15</inkml:trace>
  <inkml:trace contextRef="#ctx0" brushRef="#br0" timeOffset="39365.98">7508 11176 3679 0,'-1'0'320'0,"0"0"-320"0,1 0 0 0,0 0 0 15,0 0 576-15,0 0 64 16,-1 0 0-16,-1 0 0 0,-1 0-16 0,1-2 0 0,0 2 0 16,0 0 0-16,2-2 256 0,0 1 48 0,-1-1 16 0,1 0 0 15,0 1 352-15,1-1 80 16,-1 0 16-16,1 0 0 0,0 1 208 0,0 1 32 0,-1 0 16 0,1 0 0 16,-1 0-224-16,0 0-32 0,0 3-16 15,0-1 0-15,0 0-400 0,-1 1-80 0,0-1 0 16,1 1-16-16,0 0-384 0,-1-2-80 0,1 2-16 0,0 1 0 15,0-3-176-15,1 1-32 16,-1-1-16-16,1 0 0 0,0-1 80 0,0 0 0 0,0 0 16 0,1 0 0 16,0 0 192-16,0 0 48 0,0 0 0 0,1-1 0 15,0 1 48-15,1 0 16 0,-2 0 0 0,1 0 0 0,0 0-144 0,-1 1-32 16,0-1 0-16,0 2 0 16,0-1-176-16,-1 1-32 0,1 0-16 0,0-1 0 0,0 1-176 0,0-2 160 15,0 0-160-15,0 0 160 0,1-2-160 0,0 1 192 16,0 1-192-16,0-2 192 15,2 0-64-15,0 1-128 0,0-1 192 0,1 1-64 0,-1 0-128 16,2-1 192-16,-2 1-192 0,-5 1 192 0,0 0-192 0,0 0 0 16,0 0 144-16,0 0-144 0,37 4 0 0,-37-4 128 15,0 0-128-15,0 0 0 0,0 0 0 0,0 0 128 16,0 0-128-16,36 8 0 0,-36-8 0 0,0 0 0 16,0 0 0-16,0 0 128 15,0 0-128-15,0 0 0 0,0 0 0 0,36 5 128 0,-31-5-128 16,-1 0 0-16,1-2 0 0,-2 2 0 0,3-2 0 0,1 1 0 0,-2 1 0 0,2-2 0 15,-1 0 0-15,1 1 0 16,-1 1 0-16,1 0 128 0,0-2-128 0,-1 2 0 0,1-1 128 16,-1 1-128-16,1-1 0 0,-1 1 128 0,-1-3-128 0,2 3 0 15,-7 0 0-15,0 0 128 16,0 0-128-16,26-2 0 0,-26 2 0 0,0 0 128 16,0 0-128-16,32-2 0 0,-32 2 0 0,0 0 0 15,0 0 0-15,32 2 128 0,-32-2-128 0,0 0 0 0,0 0 0 16,36 0 0-16,-36 0 0 0,0 0 0 15,30-2 0-15,-30 2 128 0,0 0-128 0,26-3 0 16,-26 3 0-16,0 0 128 0,0 0-128 0,31-2 0 0,-31 2 0 0,0 0 128 16,0 0-128-16,27-4 0 0,-27 4 0 0,0 0 128 15,0 0-128-15,29-3 0 0,-29 3 0 0,0 0 128 16,0 0-128-16,28-3 0 0,-21 1 0 0,-7 2 0 16,0 0 0-16,24-2 0 0,-24 2 0 0,0 0 0 15,25-5 0-15,-25 5 0 0,0 0 0 0,0 0 0 16,30-3 0-16,-30 3 0 0,0 0 0 0,0 0 0 15,29-2 0-15,-29 2 0 0,0 0 0 0,0 0 0 16,0 0 0-16,35 2 0 0,-35-2 0 0,0 0 0 16,0 0 0-16,0 0 0 0,37 5 0 0,-37-5 0 0,0 0 0 0,0 0 0 15,31 1 0-15,-31-1 0 0,0 0 0 0,0 0 0 16,31-1 0-16,-31 1 0 0,0 0 0 0,0 0 0 16,31-2 0-16,-31 2 0 0,0 0 0 0,24-5 0 15,-24 5 0-15,0 0 0 0,22-2 0 0,-22 2 0 16,0 0 0-16,0 0 0 0,28-2 0 0,-28 2 0 15,0 0 0-15,0 0 0 0,0 0 0 0,32 2 0 16,-32-2 0-16,0 0 0 0,0 0 0 0,30 0 0 16,-30 0 0-16,0 0 0 0,23-4 0 0,-23 4 0 15,0 0 0-15,25-4 0 0,-25 4 0 0,18-4 0 0,-18 4 0 0,0 0 0 16,26-5 0-16,-26 5 0 0,16-5 0 0,-16 5 0 16,0 0 0-16,24-4 0 0,-24 4 0 0,0 0 0 15,23-5 0-15,-23 5 0 0,0 0 0 0,27-5 0 16,-27 5 0-16,0 0 0 0,27-4 0 0,-27 4 0 15,0 0 0-15,25-5 128 0,-25 5-128 16,0 0 0-16,25-3 0 0,-25 3 0 0,0 0 0 16,23-4 128-16,-23 4-128 0,0 0 0 0,0 0 0 0,27-3 0 15,-27 3 0-15,0 0 0 0,0 0 0 0,0 0 0 16,27-2 0-16,-27 2 0 0,0 0 0 0,0 0 0 16,25-5 0-16,-25 5 0 0,0 0 0 0,19-7 0 0,-19 7 0 0,0 0 0 15,20-6 0-15,-13 3 0 0,-7 3 0 0,15-5 0 16,-15 5 0-16,0 0 0 0,22-6 0 15,-22 6 0-15,0 0 0 0,21-6 0 0,-21 6 0 16,0 0 0-16,0 0 0 0,26-3 0 0,-26 3 0 16,0 0 0-16,0 0 0 0,0 0 0 0,29 0 0 0,-29 0 0 15,0 0 0-15,0 0 0 0,0 0 0 0,30-3 0 16,-30 3 0-16,0 0 0 0,21-5 0 0,-21 5 0 16,16-5 0-16,-16 5 0 0,16-3 0 0,-16 3 0 15,14-7 0-15,-7 4 0 0,0-1 0 16,-7 4 0-16,15-7 0 0,-15 7 0 0,16-5 0 0,-16 5 0 0,16-7 0 0,-16 7 0 15,16-6 0-15,-16 6 0 16,15-6 0-16,-15 6 0 0,14-5 0 0,-14 5 0 16,15-4 0-16,-9 1 0 0,-6 3 0 0,0 0 0 0,21-5 0 0,-15 3 0 15,1 0 0-15,-1-1 0 16,1 1 0-16,-1-1 0 0,2 1 0 0,-2-2 0 16,3 1 0-16,-1-2 0 0,1 1 0 0,0-3 0 0,-1 4 0 0,-1-2 0 15,2 0 0-15,-1 1 0 0,1-1 0 0,0 0 0 16,0 1 0-16,-1-1 0 0,1 2 0 15,-1-1 0-15,0 1 0 0,-1 1 0 0,0-1 0 0,1 0 0 16,-8 3 0-16,14-5 0 0,-6 2 0 0,-1 0 0 16,2 1 0-16,-3-2 0 0,2 1 0 15,-2 0 0-15,1 0 0 0,-2 0 0 0,0 0 0 0,0-2 0 16,0 1 0-16,1 1 0 0,0-2 0 0,0 1 0 16,0-3 0-16,1 3 0 0,-1-2 0 0,1 1 0 0,1-1 0 0,-1 0 0 0,2 2 0 0,-1-3 0 31,0 3 0-31,0-1 0 0,-1 0 0 0,0 1 0 0,-1 0 0 0,0 0 0 0,0 1 0 0,-1-1 0 31,-1 2 0-31,0-1 0 0,2 0 0 0,-2 1 0 16,1 0 0-16,0-3 0 0,-1 2 0 0,1 0 0 15,-1-1 0-15,0 2 0 0,0-3 0 0,1 3 0 16,-2 0 0-16,2-1 0 0,0-2 0 0,-2 1 0 0,2 1 0 16,0-2 0-16,-1 1 0 0,0-1 0 15,1 0 0-15,-2 1 0 0,1 1 0 0,0-2 0 0,-1 2 0 16,0-1 0-16,1 2 0 0,-1-1 0 0,0-1 0 15,1 0 0-15,0 1 0 0,0 0 0 0,-1-1 0 0,1 1 0 16,0-2 0-16,-1 1 0 0,2 0 0 16,0 0 0-16,-1 0 0 0,1-1 0 0,0 0 0 15,-1-1 128-15,1 1-128 0,0 0 0 0,0 0 0 0,0 0 0 16,-1-1 0-16,1 1 128 0,0 1-128 0,-1-2 0 16,1 3 0-16,-1-1 0 0,0 0 0 0,0 1 0 15,0 0 0-15,-1-1 0 0,1 1 0 0,1-1 0 16,-2 1 0-16,1 1 128 0,0-2-128 0,0 1 0 15,0 0 0-15,0-1 0 0,1 1 0 0,-2-2 0 0,2 1 0 16,0-1 0-16,-1 0 0 0,1 1 0 0,-1-3 0 0,2 2 0 16,-1 0 0-16,0-1 0 15,1 0 0-15,-2 1 0 0,0 1 128 0,0-1-128 0,0 0 128 0,2 0-128 16,-1 0 128-16,-1 1-128 0,1-1 128 16,0 0-128-16,-1 1 0 0,2-1 144 0,-1-1-144 0,2 0 0 15,-1 1 0-15,1-1 0 0,-1 0 0 0,1 2 0 16,-1-1 128-16,1-1-128 0,-1 0 0 0,0 1 0 0,1-1 0 15,0 0 0-15,-1 2 0 0,0-4 0 16,-1 2 0-16,3-1 0 0,-3 2 0 0,1-2 0 16,0 2 128-16,0-4-128 0,0 4 0 0,0-3 0 0,0 0 144 0,-1 1-144 15,2-1 0-15,-1 1 144 0,1 0-144 0,-1 2 0 16,1-2 0-16,-1 0 0 0,1 0 0 0,-1 2 0 16,1-2 0-16,-1 2 0 0,1-2 0 15,0 0 0-15,-1 0 0 0,1 2 0 16,-1-3 0-16,1 2 0 0,-1-2 0 0,-1 1 0 15,1 0 0-15,0 0 0 0,1-2 0 0,-1-1 0 0,1 1 0 0,-2-1 0 16,2 1 0-16,-1-1 0 0,0 3 0 0,0-2 0 16,1-1 0-16,-2 3 0 0,0 0 896 0,0-2 112 15,0 2 16-15,0-1 0 16,-1 1-1648-16,1 0-320 0,-1 0-64 0,0 0-16 0,0 0 832 0,1 0 192 0,-2-1 0 0,2 1 0 16,0-1 0-16,-1 0 0 0,2-1 0 0,-1 0 0 15,0 0 0-15,0-2 0 0,0 2 0 16,0-1 0-16,1 0 0 0,0 1 0 0,-1 2 0 15,0-3 0-15,1 1 0 0,-1 0 0 0,2-1 0 16,-2 0 0-16,1 1 0 0,0 0 0 0,0-1 0 0,0 0 0 16,0 1 0-16,0 0 0 0,-1 0 0 0,1-2 0 15,-1 2 0-15,1 0 0 0,-1 1 0 16,1-1 0-16,-1 0 0 0,-1 0 0 0,2-1 0 0,-2 2 0 16,1 0 0-16,-1 0 0 0,0-1 0 0,0 1 0 15,0-1 0-15,1 2 0 0,-1-3 0 0,1 3 0 16,-1-2 0-16,1-1 0 0,1 1 0 0,-2 0 0 0,2-1 0 15,-1 0 0-15,2 0 0 0,-2-2 0 16,2-1 0-16,-1 1 0 0,-1 2 0 0,1-1 0 16,-2 2 0-16,1-2 0 0,0 0 0 0,0-1 0 15,1 2 0-15,-1-2 0 0,1-2 0 0,-1 2 0 0,1 0 0 0,0-1 0 16,-2 3 0-16,2-2 0 16,-2 1 0-16,1-2 0 0,0 1 0 0,-1 0 0 0,1 1 0 0,-1-2 0 15,0 2 0-15,2-1 0 0,-2 0 0 16,1-2 0-16,0 2 0 0,-1-2 0 15,3 0 0-15,-2 1 0 0,1 0 0 0,-1 1 0 16,0 0 0-16,0-2 0 0,1 1 0 0,0 0 0 16,-1 1 0-16,0 2 0 0,1-4 0 0,-1 2 0 0,0 3 0 15,-1-3 0-15,2 1-128 0,0-2 128 0,-2 3 0 0,1-2 0 0,0 3 0 16,-2-3 0-16,2 3 0 0,0-3 0 0,0 0 0 16,0 2 0-16,0-3 0 0,0 3 0 0,0-2 0 15,-1 0 0-15,2-1 0 0,-2 0 0 16,2 1 0-16,-1-2 0 0,0 2 0 0,-1 0 0 15,0-2 0-15,0 3 0 0,-1 1 0 0,1-1 0 0,-1 0 0 0,1 0 0 0,0 1 0 0,0-2 0 16,1 1 0 0,-1-1 0-16,0 0 0 0,2-2 0 0,1-1 0 15,-1-1 0-15,1 1 768 0,0 1 208 0,0-2 48 0,1 1 0 0,-2-1-832 16,2 1-192-16,-1 0 0 0,1 0 0 16,1-2 0-16,-3 3 0 0,2-3 0 15,-2 1 0-15,1-1 0 0,-2 1 0 0,2 3 0 0,-2-1 0 16,0 0 0-16,0 0 0 0,0 0 0 0,1 0 0 15,-2 2 0-15,2 0 0 0,-1-2 0 0,1 0 0 32,0 2-832-32,-2 0-144 0,2 1-48 0,-2 0 0 0,1 0 832 0,1 1 192 0,-2-1 0 0,2 1 0 15,-2-1 0-15,2 0 0 0,0 0 0 0,-2-1 0 16,2 3 0-16,-1-1 0 0,0-2 0 0,0 0 0 16,0 0 0-16,0 2 0 0,0-2 0 0,1 1 0 15,0 0 0-15,-1 1 0 0,1 0 0 0,-1 0 0 16,1-1 0-16,-1 1 0 0,1 1 0 0,-1-1 0 15,-1 1 0-15,1 2 0 0,0-3 0 0,2 0 0 0,-2 1 0 0,2-3 0 16,-1 1 0-16,1-1 0 0,-1 1 0 0,2 0 0 16,-2-1 0-16,1 1 0 0,-1 1 0 15,1-2 0-15,-1-1 0 0,0 3 0 0,0-1 0 0,1 0 0 16,-2-1 0-16,1 1 0 0,0-1 720 0,1 2 240 16,-1-2 64-16,0-1 0 0,-1 1-832 0,0 0-192 15,1 2 0-15,-1-4 0 16,1 2-768-16,-1 0-208 0,1-2-48 0,0 2 0 0,-1 0 832 0,2 0 192 15,-1-2 0-15,2 0 0 0,-1 2 0 0,0-2 0 0,1 0 0 16,0 0 0-16,1 1 0 0,-1 2 0 0,0-3 0 0,1 2 0 16,1 0 0-16,-1 0 0 0,0 0 0 0,1-2 0 15,-1 3 0-15,-1-1 0 0,1-1 0 0,1 1 0 16,-1 0 0-16,-1 0 0 0,1 0 0 0,-2-1 0 16,1 3 0-16,-2-1 0 0,1 3 0 0,0-4 0 15,0 2 0-15,1 1 0 0,-1 0-128 0,1-1 128 16,-2 1 0-16,1 0 0 0,1-1 0 0,-1 0 0 15,1 1 0-15,-1-1 0 0,2-1 0 0,0-1 0 0,1 0 0 16,-1 0 0-16,1 0 0 0,-1 2 0 0,-1-1 0 0,1 1 0 16,-1-1 0-16,-1 1 0 0,3 0-176 0,-3-2 176 15,1 3-192-15,1-2 192 0,-2 3-160 0,1-2 160 16,0-2-128-16,0 1 128 0,1-1 0 0,-2 0 0 16,0 0 0-16,1 1 0 0,0 1 0 15,1-3 0-15,-1 2 0 0,0 0 0 16,2 1 0-16,-2 1 0 0,-1-1 0 0,1 0 0 0,1 1 0 15,-2 2 0-15,2-3 0 0,-2 3 0 0,2-2 0 0,-1-1 0 16,0 1 0-16,1 0 0 16,-1 1 0-16,-1 1 0 0,1-2 0 0,0 1 0 0,-1 0 0 15,1 1 0-15,-2-1 0 0,2 3 0 0,-2-2 0 16,1 0 0-16,0-1 0 0,1 2-128 0,0-1 128 0,-1 2 0 16,0-2 0-16,0 2 0 0,0 0 0 0,0 0 0 0,0 1 0 15,0-1 0-15,1 0 0 0,-1 3 0 0,0-3 0 16,1 0 0-16,-1-1 0 0,1 0 0 0,-1 0 0 0,1 0 0 15,0 2 0-15,0-1 0 0,1-2 0 0,-1 2 0 16,-1-2 0-16,1 0 0 0,-1 1 0 0,1 0 0 16,-1-1 0-16,-1 2 0 0,1 0 0 0,-1-1 0 15,1 1 0-15,0 0 0 0,0 0 0 0,-1 0 0 16,0 2 0-16,0-2 0 0,2 1 0 16,-2 0 0-16,1 0 0 0,-1-1 0 15,1 1 0-15,-1 0 0 0,1-1 0 0,-1 1 0 0,2 0 0 0,-1-1 0 0,0 3 0 0,-1-3 0 16,1 0 0-16,0 2 0 0,-1-2 0 0,0 1 0 15,1 1 0-15,-1-1 0 0,1-1 0 16,1 2 0-16,-1-1 0 0,1-1 0 0,1 0 0 0,-2 3 0 16,1-3 0-16,0 2 0 0,1-1 0 0,-2 0 0 15,-1 1 0-15,2 0 0 16,0 1 0-16,1 0 0 0,-1-1 0 0,0 1 0 16,1-1 0-16,-1 0 0 0,0 2 0 0,0-3 0 0,0 1 0 0,-1 0 0 15,0 1 0-15,-1 0 0 0,1-1 0 16,-1 1 0-16,-1-1 0 0,2 1 0 0,-2 2 0 0,1-2 0 15,-1 2 0-15,1 0 0 0,-1-2 0 0,1 2 0 16,0 0 0-16,0 0 0 0,1-2 0 0,-1 2 0 16,2-1 0-16,2 1 0 15,0-3 0-15,0 1 0 0,-1 1 0 0,0 0 0 0,1-3 0 0,-1 1 0 16,1 1 0-16,0-1 0 0,-1 1 0 0,0-1 0 16,0 1 0-16,1 0 0 0,-1 1 0 0,0 1 0 0,-1-2 0 0,0 2 0 15,-2 0 0-15,1 0 0 0,0 0 0 16,1-1 0-16,-1 2 0 0,1-1 0 0,0 0 0 15,0 0 0-15,1 2 0 0,0-1 0 0,1 1 0 16,0-2 0-16,1 0 0 0,0 2 0 0,0-2 0 16,0 0 0-16,1 0 0 0,0-2 0 0,1 2 0 0,0-2 0 15,-1 1 0-15,-1-1 0 0,0 1 0 0,0-2 0 16,2 3 0-16,-2-2 0 0,1 1 0 0,0 1 0 16,-2-2 0-16,0 2 0 0,1 0 0 0,0 0 0 15,0 0 0-15,0 0 0 0,-1 0 0 0,0 0 0 16,0 0 0-16,2 0 0 0,0 0 0 0,0 0 0 15,1 2 0-15,0-2 0 0,1 0 0 0,0 0 0 0,0 0 0 0,0 1 0 16,0-1 0-16,0 2 0 16,-1-2 0-16,0 0 0 0,0 0 0 0,0 0 0 15,-1 0 0-15,0 0 0 0,1 2 0 0,-1-2 0 16,1 0 0-16,-2 0 0 0,0 0 0 0,0 0 0 16,1 0 0-16,0 1 0 0,1 0 0 0,0-1 0 15,-1 0 832-15,1 2 128 0,0-2 48 0,1 0 0 16,-2 0-1616-16,1 0-320 0,1 0-64 0,2 1-16 15,0 1 816-15,1-2 192 0,-2 2 0 0,2-2 0 0,0 1 0 0,-1 1 0 16,2-1 0-16,-1 0 0 0,0-1 0 0,0 0 0 16,-1 0 0-16,0 0 0 0,-1 0 0 0,0 0 0 15,0 0 0-15,0 0 0 0,1 2 0 0,-1-1 0 16,1 3 0-16,0-3 0 0,-1 1 0 0,2 1 0 16,-1 0 0-16,2 1 0 0,0 1 0 0,0-1 0 15,1 0 0-15,-2-1 0 0,1 1 0 0,1-1 0 16,2-1 0-16,0-1 0 0,2 1 0 0,0-2 0 15,1 0 0-15,-1 0 0 0,-2 2 0 0,0-2 0 0,2 1 0 16,1 0 0-16,2 1 0 0,1 1 0 0,0-1 0 16,3 1 0-16,0-1 0 0,0-2 0 0,0 2 0 15,2-2 0-15,-3 1 0 0,2 1 0 0,1-2 0 0,2 2 0 16,0 1 0-16,1-1 0 0,1 0 0 16,0 0 0-16,2 1 0 0,-1-3 0 0,-1 0 0 15,0 0 0-15,2 0 0 0,1 0 0 0,2 3 0 16,-1-1 0-16,-7 0 0 0,0 1 0 0,-2 2-128 0,-3 1-19296 15</inkml:trace>
  <inkml:trace contextRef="#ctx0" brushRef="#br0" timeOffset="45802.12">7397 11439 10127 0,'-1'-2'896'0,"0"1"-704"16,1 1-192-16,-1 0 0 0,1 1 768 0,-1-1 128 0,-1 0 32 0,-1 0 0 0,-1 2 176 0,0-2 48 16,1 0 0-16,0 0 0 15,1 0-336-15,0 0-64 0,1-2-16 0,1 1 0 16,0 1-32-16,-1-2 0 0,1 2 0 0,-1-2 0 16,1 2-64-16,0 0-32 0,-1 0 0 0,1 0 0 15,-2 2-96-15,-1 3-32 0,-2 1 0 0,0 2 0 16,-1 2-192-16,-1 1-32 0,-2 6-16 0,2-2 0 15,-1 3-16-15,0-1 0 0,1 2 0 0,1-2 0 16,2-1-32-16,2-2-16 0,0 1 0 0,2-1 0 16,3-4-176-16,0-1 128 0,-3-9-128 0,0 0 128 15,0 0-128-15,0 0 0 0,46 7 0 0,-33-14 0 0,-1 1 208 0,2-3 112 16,-1 0 32-16,2-3 0 0,1-2 0 0,1-2 0 16,-2 3 0-16,0-2 0 0,-3 2-160 15,-1 0-48-15,-1 0 0 0,-3 1 0 0,-1 2 64 0,-1-1 16 16,-3-1 0-16,-1 0 0 0,-1 0 224 0,0-2 32 15,-2 0 16-15,0 0 0 0,-2 0-176 0,-1 1-48 16,0 1 0-16,-2 1 0 0,-1 4-48 0,-1 4-16 16,-2 1 0-16,-3 7 0 0,-3 4-16 0,-3 8-16 15,-6 2 0-15,0 7-11104 0,-1 2-2208 0</inkml:trace>
  <inkml:trace contextRef="#ctx0" brushRef="#br0" timeOffset="48585.17">11077 8668 7503 0,'0'0'0'0,"0"0"0"16,0 0 0-16,0 0 0 0,0 0 560 0,0 0 192 15,0 0 32-15,0 0 48 0,0 0 176 0,0 0 32 0,0 0 16 16,0 0 32-16,1 0-176 0,-1 0-16 0,0 0-16 0,1 0 16 15,0 0-144-15,0 0-32 0,0 2 0 0,1-2 32 16,-1-2-224-16,1 2-32 16,0 2-16-16,0-2 32 0,0 0-256 0,-1 0-32 0,2 1-16 0,-3 0 32 15,1-1-240-15,0 2 0 16,0-2-192-16,-1 0 192 0,0 1-192 0,0 1 64 0,-1-2 0 0,0 2 128 16,0-2-160-16,-1 1 160 0,0 1-128 0,0-2 128 0,-1 2-144 0,1-2 144 15,0 2-208-15,-1-2 208 0,1 1-208 0,0-1 80 16,0 2 128-16,1-2-192 15,0 0 192-15,0 0-192 0,0 0 192 0,1-2-160 0,0 1 160 0,0 1 0 16,0-2 0-16,0 0 0 0,1 0 0 0,-1 1 0 16,1-1 0-16,-1 0 0 0,1 1 128 0,-1 1 32 15,1-2 0-15,-1 2 0 0,1 0 80 0,-1 0 16 0,1 0 0 0,-1 2 0 16,1-2-80-16,-1 0-16 16,1 0 0-16,-1 1 0 0,1-1 64 0,0 0 16 0,1 0 0 0,-1 0 0 15,0 0 208-15,1-1 32 0,1 1 16 0,-1-2 0 16,1 2 224-16,-1-1 48 15,1 0 16-15,0 1 0 0,-1 0-176 0,-1 0-32 16,1-2-16-16,-1 2 0 0,0 0-224 0,-1 0-32 0,0 2-16 0,0-2 0 16,-1 0 704-16,1 0 144 0,-2 0 16 0,-1 0 16 15,1 1-896-15,-1 0-272 16,0-1 128-16,-1 2-128 16,0-2-736-16,1 1-224 0,1 1-32 0,-2-2-16 0,2 0 1632 0,-1 0 320 0,2 0 64 0,-1-2 16 15,2 1-832-15,0-1-192 0,1 1 0 0,0 0 0 16,1-1-832-1,0 0-144-15,1 1-48 0,0-1 0 0,0 1 1744 0,0-1 352 0,1 1 64 0,0 0 16 16,-1 1-1344 0,0 0-272-16,0 0-48 0,0 0-16 0,-2 0 528 0,0 1 224 0,0 0-16 0,-1 1 0 15,0 1-208-15,-1-2 0 0,-1 1 0 0,2 0 0 16,-2-1 0-16,1 0 0 16,1-1 0-16,0 0 0 0,0 0 0 0,1 0-240 0,1 0 80 0,-1 0-14816 0</inkml:trace>
  <inkml:trace contextRef="#ctx0" brushRef="#br1" timeOffset="71547.87">7584 6553 4607 0,'-5'-1'400'0,"0"-1"-400"16,3 0 0-16,0 2 0 0,2 0 784 0,-3-2 80 0,-2-1 16 0,-2-2 0 15,-2 1-320-15,0-4-64 0,1 1-16 0,1-1 0 16,2 2 112-16,1-1 32 0,1 0 0 0,0 2 0 16,2-2-176-16,0 2-48 0,1 1 0 0,-1 1 0 0,0-1 144 0,-1 1 32 15,1 1 0-15,0 0 0 16,0 1 16-16,0 1 16 0,0 0 0 0,-1 0 0 0,2 0 112 0,-1 0 32 16,0 3 0-16,1-2 0 0,0 0-32 0,1 1 0 15,0-1 0-15,-1 1 0 16,1-2-256-16,0 0-48 0,0 2-16 0,1-2 0 15,-1-2 48-15,0 2 16 0,0 0 0 0,0-2 0 16,0 1-32-16,0 1-16 0,0-2 0 0,-1 0 0 16,1 0-160-16,0 1-48 0,0-1 0 0,1 2 0 0,-1-2-208 0,1 2 0 15,0 0 128-15,0 0-128 0,0 0 0 0,0 2 128 16,1-2-128-16,1 2 0 0,-1-2 208 0,1 0-48 16,0 1-16-16,1-1 0 0,-2 2 144 0,2-2 32 15,-1 0 0-15,0-2 0 0,1 2-48 0,-1-1 0 16,1 1 0-16,0 0 0 0,0-2 64 0,0 2 16 15,1-2 0-15,-1 1 0 0,0 1-64 0,-1 0-16 16,1 0 0-16,1 0 0 0,-2 0-80 0,2 0 0 16,0 0-16-16,0 0 0 0,-1 0-176 0,1 0 0 0,0 0 0 0,-1 0 128 15,1 0-128-15,-1-2 0 0,2 2 0 0,-2-2 0 16,1 2 0-16,-1-2 0 0,1 2 144 0,-1 0-144 16,-2 2 0-16,1-2 128 0,1 1-128 15,-2 0 0-15,1 1 224 0,0-1-32 0,-1 1 0 16,1 1 0-16,1-1 64 0,-1 0 0 0,1 0 0 0,1-2 0 15,-1 1-112-15,2-1-16 0,-1 0 0 0,1-1 0 16,-1 1-128-16,1-3 0 0,-1 2 0 0,1-2 0 16,0 1 0-16,0-1 0 0,0 1 128 0,-1 1-128 0,1 0 144 15,-1-1 0-15,-1 2 0 0,1 0 0 16,-1 0 16-16,0 0 0 0,0 2 0 0,-1-2 0 0,1 1-32 0,-1 0-128 16,1 1 192-16,0-1-64 0,0 1-128 0,2-2 0 15,-2 0 0-15,2 0 128 0,0 0-128 0,1 0 0 16,-1-2 0-16,0 1 0 0,0-1 0 0,0 2 0 15,1-1 128-15,0 0-128 0,0-1 0 16,0 0 0-16,0 1 0 0,0 1 0 0,-1-2 128 16,0 2-128-16,-1 2 0 0,1-2 128 0,-1 0-128 15,1 1 160-15,0 1-160 0,-1-2 160 0,2 0-160 16,-1 0 0-16,1 2 0 0,-1-2 0 0,1 0 0 0,0-2 0 16,0 2 128-16,1 0-128 0,-2-2 0 0,0 1 0 15,2 1 0-15,-2-3 0 0,1 3 0 0,-1-1 0 16,0 0 128-16,1 1-128 0,0 0 0 0,0 0 0 15,1 0 0-15,-1 0 0 0,0 1 0 0,0 1 0 0,-1 0 0 16,1 1 128-16,-3-1-128 0,2 0 0 0,-1 0 0 16,2 1 0-16,-2 0 0 0,1 0 0 15,-1-2 0-15,1 1 0 0,-1 1 0 0,2-3 0 16,-2 2 0-16,2-2 0 0,-1 1 0 0,1-1 0 0,0 0 0 16,0-1 0-16,1-1 0 0,-1 2 0 15,0-3 0-15,0 3 0 0,-1-2 0 0,0 2 0 0,2-1 0 16,-1 0 0-16,1 1 0 0,-1 0 0 0,0 1 128 0,0 0-128 15,-1-1 0-15,0 2 0 0,2-2 0 0,-2 1 0 16,1 1 0-16,-1-2 0 0,1 2 0 0,0-2 0 16,0 1 0-16,1-1 0 0,-1 0 0 0,0 0 0 0,-1 0 0 15,0 0 128-15,2 0-128 0,-1 0 0 16,0-1 0-16,1 1 128 0,0-2-128 0,-1 2 0 0,1-2 160 16,0 1-160-16,0 1 192 0,-1-2-192 0,1 1 176 15,-1 1-176-15,0 0 160 0,0-1-160 0,0 1 0 0,0 0 128 16,-2 0-128-16,1 0 0 0,-1 0 0 0,0 0 0 0,0 1 0 15,1-1 0-15,-1 1 0 16,0-1 128-16,0 2-128 0,1-2 0 0,-1 1 0 0,0 1 0 16,0 0 0-16,1-2 0 0,0 3 0 0,1-3 0 15,0 2 0-15,-1 0 0 0,2-2 0 0,0 2 0 16,-1 1 0-16,1-2 0 0,-1 0 0 0,0 0 0 16,3 1 0-16,-2-1 0 0,-1 0 0 0,1-1 0 15,-1 2 0-15,-1-1 0 0,1 1 0 16,-1 0 0-16,1-1 0 0,-1 1 0 0,0 0 0 0,0 0 0 15,0-1 0-15,1 3 0 0,-2-1 0 0,1-1 0 16,-1 0 0-16,2 0 0 0,-2 1 0 16,1-1 0-16,-1 1 0 0,1-1 0 0,0 0 0 0,-1 1 0 15,2 0 0-15,-2 1 0 0,1-2 0 0,-1 0 0 16,2 2 0-16,-2 0 0 0,2-2 0 0,-1 3 0 16,0-2 0-16,0 1 0 0,0-2 0 0,-1 1 0 15,2 2 0-15,0-3 0 0,0 0 0 0,0 1 0 16,0 1 0-16,0-3 0 0,0 2 0 0,-1-2 0 15,1 2 0-15,2 1 0 0,-2-3 0 0,0 3 0 0,0-2 0 16,0 0 0-16,1 2 0 0,-2-2 128 0,0 1-128 16,1 0 0-16,-1 0 0 0,1-1 0 0,-1 3 0 15,0-3 0-15,1 1 128 0,-1 2-128 0,1-3 0 0,-1 2 0 16,1 1 0-16,0-1 0 0,-1 0 0 0,1 0 0 16,-1 1 0-16,1-1 0 0,0 2 0 0,0-2 0 15,1 1 0-15,-2 2 0 0,0-2 0 0,1 0 0 16,0-1 0-16,0 2 128 0,0 0-128 0,-1-1 0 15,0 0 0-15,-1-1 0 0,1 1 0 0,0 0 0 16,2-3 0-16,-3 3 0 0,1 0 0 0,-2-3 0 16,1 3 0-16,-1-3 128 0,1 3-128 0,-1-3 0 0,1 3 0 0,-1-2 0 15,1 1 0-15,1 1 0 16,-1 0 0-16,2-1 128 0,-1 1-128 0,-1 0 0 0,1 0 0 16,-1 2 0-16,1-3 0 0,-2 2 0 0,1 0 0 15,0 2 0-15,-1-2 0 0,1 0 0 0,0 0 0 0,0 0 0 16,0 0 0-16,0 1 0 0,-1-2 0 0,2 2 0 15,-2-2 0-15,1-1 0 0,0 2 0 0,-1-2 128 16,0 1-128-16,0 0 0 0,1-1 0 0,0 1 0 0,-1-2 0 0,1 1 0 16,-1 1 0-16,0 0 0 0,0-3 0 0,0 3 0 15,0 0 0-15,-1-1 0 16,1 1 0-16,-1 0 0 0,-1-1 0 0,1 1 128 0,1 0-128 0,-1 0 0 16,1 0 0-16,0 1 0 0,-1-1 0 0,1 0 0 15,0 0 0-15,0 0 0 0,0-1 0 16,-1 2 0-16,2-1 0 0,-1-1 128 0,0 1-128 15,0-1 0-15,-2-1 0 0,2 1 0 0,-1 1 0 0,0-1 0 16,0 1 0-16,1 0 0 0,-1 0 0 0,-2-2 0 16,0 1 0-16,1-2 0 0,1 3 0 0,0 1 0 0,1 0 0 0,0-1 0 15,0 0 0-15,0 0 0 0,-1 0 0 16,0-2 128-16,1 2-128 0,-1-1 0 16,0-1 0-16,1 2 0 0,-1-2 0 0,1 1 0 0,1 1 0 0,0 0 0 15,0 0 0-15,0 2 0 0,0-3 0 0,0 2 0 16,0-1 0-16,-1 1 0 0,2-1 0 15,-2-1 0-15,2 4 0 0,-1-4 0 16,2 2 0-16,-1 0 0 0,0-1 0 0,-1 2 0 0,-6-7 0 16,0 0 0-16,0 0 0 0,0 0 0 0,0 0 0 15,40 38 0-15,-33-33 0 0,-2 2 0 0,2 0 0 0,-1-1 128 16,1 0-128-16,-1 1 0 0,1 0 0 16,-2-2 0-16,2 0 0 0,-1 2 0 0,1-2 0 15,-2 2 0-15,2-3 0 0,-2 2 0 0,1-1 0 0,-1 1 128 16,2-1-128-16,-2 0 0 0,2 2 0 0,-2-1 0 15,2 0 0-15,-1 0 0 0,0 2 0 0,0-1 128 16,0 0-128-16,0 0 0 0,-1 0 0 0,1 1 0 0,-1 0 0 16,2 0 0-16,-3-1 0 0,1 0 0 15,1 1 0-15,-2-2 0 0,1 1 0 0,0 0 0 0,0-1 0 0,1 2 0 16,0-2 0-16,0 1 0 16,0 0 0-16,2 0 0 0,-1 0 0 0,1 0 0 0,-8-7 0 0,0 0 0 0,0 0 0 0,0 0 0 31,41 33 0-31,-41-33 0 0,0 0 0 0,0 0 0 0,0 0 0 0,40 34 0 15,-33-28 0-15,-7-6 128 16,0 0-128-16,0 0 0 0,0 0 0 0,29 38 0 0,-29-38 0 0,0 0 0 16,0 0 0-16,0 0 128 0,28 38-128 0,-22-30 0 0,0-1 0 0,0 2 0 15,0-2 0 1,1 0 0-16,-1 1 0 0,0-1 0 0,0 2 0 0,0-2 0 0,-1 0 0 0,1 0 0 0,0 0 0 0,-1 1 0 16,0-2 0-1,0 2 0-15,0-1 0 0,0 0 0 16,-1 0 0-16,1 2 0 0,-1 1 0 0,1-3 0 15,0 0 0-15,-2 3 0 0,0-3 0 0,1 2 0 16,-1-1 0-16,0 1 128 0,2 0-128 0,-1 1 0 16,0-3 0-16,-1 2 0 0,2-1 0 0,-1-2 0 15,0 2 0-15,2-1 0 0,-2 0 0 0,1 0 0 0,1 0 0 16,-2 0 0-16,2 0 0 0,-2-1 0 16,1 1 0-16,0 0 0 0,0 0 0 0,0 0 0 0,0 0 0 15,-2 0 0-15,2 0 0 0,0 0 0 0,-2 0 0 16,2-2 0-16,0 2 0 0,-2-1 0 0,1 0 0 15,1-1 0-15,-2 0 0 0,2 2 0 0,0-3 0 0,-1 2 0 16,1 0 0-16,-1 1 0 0,2-2 0 0,-1 0 0 16,-2 2 0-16,1-3 0 0,0 4 0 0,0-4 0 15,-1 2 0-15,1 0 0 0,0-1 0 0,-1 2 0 16,1 0 0-16,-1-2 0 0,1 3 0 0,-1-2 0 0,0 0 0 0,0 0 0 16,1 1 0-16,-2 0 0 0,2 1 0 0,0-1 0 15,0 1 0-15,0 0 0 0,0-1 0 0,0 0 0 16,-1 0 0-16,2 1 0 0,-1-1 0 0,-1 0 0 15,1 0 0-15,-1-1 0 0,0 0 0 0,1 2 0 16,1-2 0-16,-1 1 0 0,-1 0 0 0,1-2 0 16,0 2 0-16,0 0 128 0,1-2-128 0,0 2 0 15,-2-2 0-15,2 2 0 0,0-3 0 0,-2 2 0 0,1 0 0 16,-1-1 0-16,1 0 0 0,0 2 0 0,0-2 0 16,0 0 0-16,-1 0 0 0,0-1 0 0,0 1 0 0,0 0 0 15,0 1 0-15,0 0 0 0,0-2 0 0,0 3 0 16,-2-2 0-16,2 0 0 15,-1 2 0-15,0-3 0 0,1 4 0 0,-2-4 0 0,0 4 0 16,0-4 0-16,1 2 0 0,0 0 0 0,-1-1 0 16,1 1 0-16,0 0 0 0,0 1 0 0,0-3 0 0,-1 2 0 15,1 0 0-15,0 0 0 0,0-2 0 0,0 3 0 16,0-2 0-16,0-1 0 0,1 1 0 0,-1 0 0 0,1 0 0 16,0 0 0-16,-2-2 0 15,2 0 128-15,-1 1-128 0,1 0 0 0,0 0 0 0,-1 1 0 0,0-2 0 16,0 1 0-16,0 1 0 0,1 0 0 0,-1-1 0 15,0 1 0-15,-1-1 128 0,1-1-128 0,0 3 0 16,0-1 0-16,0-1 0 0,0 1 128 16,0-1-128-16,0 1 0 0,1 0 0 0,-1-1 0 0,1-1 0 15,0 2 0-15,-1-1 0 0,1-2 128 0,0 3-128 0,-1-2 0 16,0 1 0-16,2-1 0 0,-1 0 0 0,0 1 0 16,0-2 0-16,-1 1 0 0,1 0 0 0,0 1 0 15,-1-2 0-15,1 3 0 16,-1-3 0-16,1 2 0 0,0-1 0 0,0 0 0 0,-1 2 0 15,0-1 0-15,1-1 0 0,0 1 0 0,-1 0 0 16,0 0 0-16,0 0 0 0,0 1 0 0,-1 0 0 0,1 0 0 16,0-1 0-16,0 3 0 0,0-3 0 15,-1 0 0-15,3 1 0 0,-1-1 0 0,-1 0 0 16,0 0 0-16,0 1 0 0,1-2 0 0,1 0 0 0,-1-1 0 0,-1 1 0 16,2-1 0-16,-1 2 0 0,-1-1 0 15,1 2 0-15,-1-3 0 0,0 1 0 0,1 1 0 16,-1 0 0-16,0-1 0 0,0 2 0 0,-2 0 0 0,2-1 0 0,-1 0 0 15,1 2 0-15,-1-1 0 0,1 2 0 0,-1-2 0 0,1 2 0 0,-1-3 0 16,0 1 0-16,1 0 0 16,1 0 0-16,-1 2 0 0,1-3 0 0,-1 2 0 0,0-2 0 0,1 3 0 15,0-2 0-15,-1 0 0 0,1 0 0 0,-1-1 0 16,1 1 0-16,0 0 128 0,1-1-128 0,-2 1 0 31,2 1 0-31,0-2 0 0,0 1 0 0,-2 1 0 16,2-1 0-16,0 0 0 0,0 2 0 0,0-2 0 0,0 2 0 0,0-2 0 15,0 2 0-15,0 0 0 0,0-2 0 0,0 3 0 16,0 0 0-16,1-1 0 0,0 1 0 0,0-2 0 16,0 2 0-16,1-1 0 0,-1 0 0 0,0 0 0 15,1-1 0-15,-1 0 0 0,1 1 0 0,-2-2 0 16,1 2 0-16,0-2 0 0,0 2 0 0,0 0 0 16,0 0 0-16,0-2 0 0,0 0 0 0,-2 1 0 15,2 0 0-15,0 0 0 0,-1-1 0 0,0 0 0 16,1 2 0-16,-2-2 0 0,2 0 0 0,-1 2 0 0,0-2 0 15,1 2 0-15,-1-1 0 0,-1 0 0 0,1 0 0 0,0-1 0 16,0 2 0-16,-1-1 0 0,2 2 0 0,-1 0 0 16,-1-1 0-16,2 2 0 0,-1-1 0 0,-1-1 0 15,2 2 0-15,0-2 0 0,-1 0 0 16,1 1 0-16,0-1 0 0,-1 2 0 0,1-5 0 0,-1 4 0 16,-4-8 0-16,0 0 0 0,0 0 0 0,0 0 0 15,0 0 0-15,30 35 0 0,-25-30 0 0,-1 0 0 16,1 0 0-16,0 1 0 0,-1-1 0 0,0 0 0 15,1 2 0-15,-2-2 0 0,2 0 0 0,0 2 0 16,-1-3 0-16,0 2 0 0,1 0 0 0,-2 0 0 0,2 0 0 16,0 0 0-16,-1 0 0 0,1 1 0 0,0-2 0 0,-1 2 0 15,2 0 0-15,-2 0 0 0,1-2 0 0,0 2 0 16,-1 0 0-16,2 1 0 0,-1 1 0 0,-1-2 0 16,1 1 0-16,-1 0 0 0,2 0 0 15,-1-3 0-15,-1 4 0 0,1-2 0 0,0 0 0 16,0 0 0-16,0 0 0 0,0 1 0 0,1-1 0 15,-1 1 0-15,0 0 0 0,1-1 0 0,-1 3 0 0,0-3 0 16,0 0 0-16,1 0 0 0,0 0 0 0,-1 0 0 0,1 0 0 0,0 1 0 16,0-1 0-16,0 0 0 15,0-2 0-15,0 2 0 0,-6-7 0 0,0 0 0 0,0 0 0 0,0 0 0 16,0 0 0-16,36 38 0 0,-31-31 0 16,0 0 0-16,0-3 0 0,1 4 0 15,0-4 0-15,-1 2 0 0,-1-1 0 0,0 1 0 0,1 0 0 0,1 0 0 16,-1 1 0-16,1 0 0 0,-1-1 0 15,0 2 0-15,0-1 0 0,0 1 0 0,0-1 0 0,0 1 0 16,0 0 0-16,0-1 0 0,0 1 0 16,1-2 0-16,-2 0 0 0,2 1 0 0,-2 0 0 15,2 0 0-15,-1 0 0 0,-1-2 0 0,0 2 0 0,1-3 0 16,-1 4 0-16,2-4 0 0,-1 4 0 16,0-2 0-16,2 2 0 0,-2-3 0 0,1 4 0 0,-1-4 0 15,1 2 0-15,-2-2 128 0,2 2-128 0,-1 0 0 0,-1 0 0 0,1 0 128 16,0 0-128-16,-1 0 0 0,1-1 176 0,-1 0-176 15,2 0 192-15,-1 0-192 0,-1 1 128 0,1 0-128 16,0-1 0-16,-1 0 0 0,2 1 0 0,-2-2 0 16,3 2 0-16,-2 0 0 0,0-1 0 0,0 0 0 15,0 1 0-15,0 0 0 0,1-2 128 0,-2 0-128 0,2 2 0 16,-2-2 0-16,1 2 0 0,0-3 0 16,-1 3 0-16,2-2 0 15,-2 2 0-15,0-2 0 0,0 2 0 0,1-2 0 16,-1 2 128-16,1-2-128 0,-1-1 0 0,0 1 0 0,1 0 128 15,-1 0-128-15,2 0 0 0,-2-1 0 16,-1 1 128-16,1 0-128 0,1 0 0 0,-2 0 0 0,2 1 0 0,-2-3 0 0,0 1 0 0,-1 0 0 16,1-1 0-16,0 2 0 0,1 0 0 0,-1-1 0 15,1 0 128-15,0 0-128 0,0 0 0 0,-1-1 0 16,0-1 0-16,1 1 0 16,-1-1 0-16,0 0 0 0,1 1 144 0,-1-1-144 0,0 1 0 15,0-1 144-15,0 0-144 0,-1 0 0 0,1 1 144 0,-1 0-144 16,1 1 0-16,0 1 0 15,1-2 0-15,-2 1 0 0,0 0 0 0,1 2 0 0,0-3 0 0,0 0 0 0,-1 2 0 16,0 0 0-16,2-2 0 0,-1 2 0 16,1-1 0-16,-2 0 0 15,2-1 0-15,-1 2 0 0,1-3 0 0,-1 3 0 0,1-2 0 16,-1 2 0-16,0-2 0 0,0 1 0 0,1 0 0 0,0 0 0 0,-2 1 0 0,1-1 0 16,0 0 0-1,0 1 0-15,0 0 0 0,-2-1 0 0,2 3 0 0,-1-3 0 0,1 1 0 0,-1 0 0 0,0-2 0 0,0 2 0 16,1 0 0-16,0-2 0 0,0 0 0 0,-1 2 0 15,0-1 0-15,0-1 0 0,1 2 0 0,0-3 0 16,0 2 0 0,-2 0 0-16,1 0 0 0,1 0 0 0,-1-1 0 0,1 2 0 0,-1-1 0 0,0-1 0 31,1 2 0-31,-1-2 0 0,0 1 0 0,0 0 0 16,-1 1 0-16,1-2 0 0,1 2 0 0,-1-1 0 15,0 0 0-15,0 0 0 0,0 1 0 0,0-2 128 16,1 2-128-16,0 0 0 0,0-2 0 0,-1 2 0 15,1-1 0-15,0 0 0 0,0-1 0 0,0-1 0 0,-1 1 0 16,1-1 0-16,0 0 0 0,0 1 0 0,0-1 0 0,1 1 0 16,0-1 0-16,0-2 0 0,-1 2 0 15,1-2 0-15,1 2 0 0,-2 1 0 0,2-2 0 0,-1 1 0 16,-2 0 0-16,2-1 0 0,0 2 0 0,0 0 0 16,0-1 0-16,0 1 0 0,1-1 0 0,-2 1 0 15,2 1 0-15,0 1 0 0,-1-3 0 0,0 1 0 16,0 1 0-16,-1-1 0 0,1-1 0 0,0 1 0 15,1 1 0-15,2 1 0 0,-3-3 0 0,2 3 0 16,0-2 0-16,1 0 0 0,-1 0 0 0,1 0 0 0,-1-1 0 0,1 1 0 16,0-1 0-16,0 1 0 0,0 1 0 0,1-1 0 15,-2-1 0-15,1 0 0 0,0 1 0 0,-7-3 0 16,0 0 0-16,0 0 0 0,0 0 0 0,0 0 0 16,42 19 0-16,-36-17 0 0,1 0 0 0,-1 1 0 15,0-1 0-15,0 1 0 0,0 0 0 0,0 0 0 16,0 0 0-16,0-1 0 0,-1 1 0 0,0-1 0 15,-2 0 0-15,2-1 0 0,0 1 0 0,0 0 0 16,0 1 0-16,0-1 0 0,-1 0 0 0,1 0 0 16,-1-1 0-16,0 2 0 0,1-1 0 0,-1 0 128 15,1 0-128-15,0 3 0 0,-1-3 0 0,2 1 0 16,-1-1 0-16,-1 1 0 0,1 1 0 0,-1-1 0 0,1 0 0 16,0 0 0-16,-1-2 0 0,0 1 128 15,1 0-128-15,-1-1 0 0,2 1 0 0,-1-2 0 0,-1 0 0 0,1 1 0 16,-1-2 0-16,1 1 0 0,-1 0 0 0,0 0 128 15,0-2-128-15,0 1 0 0,1 1 128 0,-2 0-128 16,2 0 128-16,-1 0-128 0,0 0 0 0,0 0 128 16,0 0-128-16,-1 1 0 0,2 1 0 0,0-2 0 15,-1 1 0-15,2 0 0 0,-2 1 0 0,2-2 0 16,0 3 0-16,-1-3 0 0,2 2 0 0,-2-2 0 16,2 1 0-16,-1 1 0 0,2 0 0 0,-3-2 0 15,2 1 0-15,-1 0 0 0,1-1 0 0,0 2 0 0,0-1 0 0,1 1 0 16,-1 1 0-16,0-1 0 0,0-1 0 0,0 0 0 15,0 2 0-15,0 1 0 0,-1-3 0 0,1 1 0 16,-1 0 0-16,0 0 0 0,0 1 0 0,1-1 0 16,-1-1 0-16,1 1 0 0,-1 0 0 0,1-2 0 15,-1 2 0-15,2-2 0 0,-1 0 0 0,0 2 0 16,2-1 0-16,-1 1 0 0,0-2 0 16,-1 2 0-16,1-1 0 0,0 1 0 0,0-1 0 0,-1 0 0 15,1 1 896-15,-1 1 96 0,2-1 32 0,0 1 0 16,-9-3-1648-1,0 0-320-15,0 0-64 0,0 0-16 0,49 9 832 0,-39-9 192 0,-10 0 0 0,0 0 0 16,0 0 0-16,42 5 0 0,-32-5 0 0,1 1 0 16,0-1 0-16,1 1 0 0,-2-1 0 0,0 0 0 0,0 0 0 0,0-1 0 15,0 1 0-15,-2-1 0 0,0 1 0 0,-1 0 0 16,0-2 0-16,0 2 0 0,0 0 0 16,-1 0 0-16,0 0 0 0,1 0 0 0,-2 0 0 15,2 0 0-15,-1 2 0 0,1-2 0 16,-2 2 0-16,2-2 0 0,-1 2 0 0,1 1 0 0,0-1 0 0,0-1 0 15,-1 1 0-15,2 0 0 0,0 0 768 16,1 1 208-16,-1-1 48 0,0-2 0 16,0 1-1648-16,1-1-320 0,1 2-64 0,0-2-16 0,1 0 832 0,-1-2 192 15,1 2 0-15,-1-1 0 0,0 1 0 0,0 0 0 0,0 0 0 16,-1 0 0-16,0 0 0 0,-2 0 0 0,2 0 0 0,-3 0 0 16,2 0 0-16,-1 1 0 15,-1-1 0-15,0 2 0 0,0-2 0 0,-1 2 0 0,0-2 0 0,1 1 0 16,-2 0 0-16,1-1 0 0,-1 2 0 0,0-2 0 15,2 1 0-15,-2 1 0 0,1-2 0 16,0 2 0-16,0-2 0 0,0 3 0 16,0-3 0-16,0 2 0 0,2 0 0 0,-2-1 0 15,2 3 0-15,-1-3 0 0,1 1 0 0,-1 0 0 16,0-2 0-16,1 2 0 0,0-2 0 0,3 2 0 16,-2-2 0-16,0 0 0 0,2 0 0 0,-2 0 0 0,0-2 0 0,1 2 0 0,-1-2 0 15,0 2 0-15,0-2 0 0,-1-1 0 0,1 3 0 0,-2-2 0 16,2 0 0-16,-1 1 0 0,0-1 0 0,-1 2 0 15,1 0 0-15,-2 0 0 0,1 0 0 0,-1 2 0 16,1-1 0-16,-1 1 0 0,2 0 0 0,-1 1 0 16,0-1 0-16,0-1 0 0,0 2 0 0,1-2 0 15,1 1 0-15,0-1 0 0,0 1 0 0,1-2 0 16,0 0 0-16,-1 0 0 0,3 0 0 0,-2 0 0 16,1-2 0-16,0 1 0 0,1 1 0 0,-1-3 0 15,1 3 0-15,0-2 0 0,0 0 0 0,0 0 0 16,0 2 0-16,1-3 0 0,0 1 768 0,1 0 208 15,-1 1 48-15,0-1 0 16,-1 2-1648-16,0-1-320 0,2 0-64 0,-1 1-16 0,1-2 832 0,0 1 192 0,1 1 0 0,-14 0 0 16,29-2 0-16,-15 2 0 0,-14 0 0 0,32-2 0 15,-32 2 0-15,34-1 0 0,-34 1 0 0,35-2 0 16,-21 1 0-16,4 0 0 0,2-3 0 0,5 1 0 16,1 0 0-16,0 1 0 0,-1 0-128 0,0 0 128 15,-25 2 0-15,50 0 0 0,-50 0 0 0,50 2 0 16,-50-2 0-16,46 4 0 0,-46-4 0 0,43 3 0 15,-43-3 0-15,38 3-144 0,-38-3 144 0,38 2 0 16,-38-2-384-16,38 0 0 0,-38 0 0 0,44-2 0 16,-44 2-320-16,45-3-48 0,-45 3-16 0,53-3-11664 15,-25 1-2352-15</inkml:trace>
  <inkml:trace contextRef="#ctx0" brushRef="#br0" timeOffset="78635.22">7534 8732 3679 0,'-1'0'320'0,"1"0"-320"15,0 0 0-15,-1 0 0 0,1 0 1088 0,0-2 128 0,0 1 48 0,-2 1 0 16,1-2 96-16,-2 1 32 0,2-1 0 0,-1 1 0 16,1 0-160-16,0-1-16 0,0 2-16 0,1 0 0 0,0 0-288 0,0 0-48 15,0 0-16-15,1 0 0 0,1 0-288 0,0 0-64 16,1 2-16-16,0-2 0 16,0 1 96-16,2 0 32 0,1-1 0 0,-1 0 0 15,2 2-160-15,-1-2-16 0,2 0-16 0,1-2 0 16,1 2-48-16,1-2-16 0,-1 2 0 0,1-2 0 0,1 2-192 0,0-2-32 15,0 2-128-15,-1-1 192 16,1 1-656 0,0 0-144-16</inkml:trace>
  <inkml:trace contextRef="#ctx0" brushRef="#br0" timeOffset="78851.38">8106 8722 11967 0,'7'0'528'0,"-1"0"112"0,0 1-512 0,-1-1-128 0,-3 0 0 16,0 0 0-16,2 0 720 0,3 0 112 15,2 1 32-15,4-1 0 0,1 0-112 0,1 2-32 0,-1-2 0 0,-1 0 0 16,-1 3-400-16,0-2-64 0,-2 3-32 16,-1-3 0-16,-1 2-224 0,2-2-160 15,-2 3 32-15,-1-1-7968 0</inkml:trace>
  <inkml:trace contextRef="#ctx0" brushRef="#br0" timeOffset="79264.13">8528 8750 1839 0,'8'0'0'0,"-3"0"160"0,2 0-160 0,-2 0 0 0,-2 0 0 0,0 0 0 0,1 0 896 0,2 0 128 15,5-2 48-15,4 2 0 0,3 0 160 0,0-2 48 16,-2 2 0-16,1 0 0 0,-2-3-160 0,0 1-32 15,-2 2 0-15,0-2 0 0,0 1-224 0,-2 1-48 16,-1 0-16-16,0 0 0 16,-1 0-544-16,0 0-96 0,-1 0-32 0,-1 0 0 15,1 0-128-15,-1 0 0 0,1-2-192 0,-1 2 192 0,0 0-304 0,-1 2 64 16,1-2 16-16,-1 0 0 0,1 0-320 0,-1 0-64 0,1 0-16 0,1 0 0 31,-1-2-704-31,2 2-144 0,0-1-16 0,0-2-16 16,1 1 368-16,1-1 80 0,0 0 16 0,0 1 0 0,0 0 752 0,1-1 160 15,0-1 128-15,-1 3-192 0,1-1 944 0,-1 1 176 16,1 1 32-16,-2 0 16 0,-1 1 1072 0,0 1 192 16,1-1 64-16,-1 1 0 0,-9-2-672 0,0 0-128 15,0 0-32-15,38 11 0 0,-38-11-864 0,0 0-176 16,30 6-48-16,-20-4 0 0,1-2-208 0,1 0-48 16,1 0-128-16,1 1 192 0,0-1-192 0,0 0 0 0,0 0 0 15,-1-1 0-15,0 1 224 0,0-2 0 0,1 2 0 0,-1-3 0 16,-1 3 32-16,0-2 0 0,1 1 0 0,-2-1 0 15,-1 1-256-15,1 0 128 0,0-1-128 0,-1 0-7472 16,1 1-1552-16</inkml:trace>
  <inkml:trace contextRef="#ctx0" brushRef="#br0" timeOffset="79849.88">9592 8723 12895 0,'9'-1'576'0,"-4"1"112"15,2 0-560-15,-3-2-128 0,0 2 0 0,-3 0 0 16,2 0 2432-16,5 0 464 0,3-2 96 0,3 1 16 15,2 1-816-15,1-2-144 0,-2 0-48 0,0 1 0 0,-1 1-1296 0,0 0-272 16,0-2-48-16,-2 1-16 0,1 0-368 0,0-1 0 16,0 1 0-16,-1 1 0 15,0-2 0-15,0 2 0 0,0-2 0 0,-1 2 0 0,0 0 0 0,1 0 0 16,0 2-144-16,-2-2 144 0,0 2 0 16,0-1 0-16,-10-1 0 0,0 0 0 0,32 9 0 15,-32-9 0-15,0 0 0 0,0 0 0 0,39 12 0 0,-30-9 0 16,-9-3 0-16,0 0 0 0,0 0 736 0,35 13 224 15,-25-10 32-15,0-1 16 0,-1 0-816 0,0-2-192 16,2 0 0-16,0 0 0 0,2-2 0 0,0 0 0 0,2-1 0 16,0-1-160-1,0 1-672-15,1-1-144 0,0 1-32 0,1-2 0 0,1 3 752 0,-2 0 256 16,2-1-144-16,-1 3 144 0,-2 0-160 0,-1 1 160 0,1 1-192 0,-15-2 192 31,26 6-512-31,-26-6 16 0,27 8 0 0,-27-8 0 16,0 0-832-16,34 10-160 0,-34-10-48 0,0 0 0 0,38 12 896 0,-38-12 192 0,25 6 16 15,-12-3 16-15,0 1 416 0,-1-3 0 0,1 1 0 16,0 0 128-16,0 0 320 0,-1-1 80 0,1 1 16 16,0-2 0-16,0 0 48 0,0 0 16 0,0-2 0 0,1 1 0 15,0-1-48-15,1 1-16 0,-1 0 0 0,-2-1 0 0,1 1-192 16,0-1-32-16,0 0-16 0,0 1 0 0,0-1 208 0,0 2 64 16,0-1 0-16,-2 0 0 0,0 1 96 0,-1 0 32 15,1 0 0-15,-1 0 0 0,0 1 160 0,-1-1 32 16,1 1 16-16,-1 1 0 0,0-2-480 0,-1 3-112 15,2-3 0-15,-1 2-16 0,2-2-304 0,-2 0 0 16,1 0 128-16,-2 0-128 0,1 0 0 0,1 0 0 16,-1 0 0-16,0 0 0 0,-1 0 0 15,0 0 0-15,0 0 0 0,-1 0 0 0,0 0 0 0,-1 1 0 16,0 1 0-16,-1-2 0 0,-1 2 0 0,0 0 0 16,-2 1 0-16,0-1 0 0,-1 1-256 15,0 0 32-15,-1 0 16 0,0 0 0 16,2-2-1776-16,-1 3-368 0</inkml:trace>
  <inkml:trace contextRef="#ctx0" brushRef="#br0" timeOffset="80645.16">11045 8781 1839 0,'-1'-2'160'0,"-1"-1"-160"0,1 3 0 16,0-2 0-16,1 4 2752 0,0-2 512 0,-1 0 96 0,1 0 32 0,-1 0-720 0,1 0-144 15,1-2-32-15,0 2 0 0,1-1-1024 0,1 0-224 16,0-2-32-16,2 1-16 0,-1-1-512 0,-1-1-112 16,1-1 0-16,1 0-16 0,-1 3 16 0,1-3 16 15,-1 0 0-15,0 1 0 0,1 0 80 0,1 0 16 16,0 1 0-16,0 0 0 0,1 0-304 0,-1 1-48 15,2-1-16-15,-1 3 0 0,-1 0-320 0,0 0 0 16,1 3 0-16,-2-1 0 0,0 3 0 0,-2-1 0 0,0 2 0 0,-2 0 0 16,-2 0 0-16,-2 1-128 0,0 2 128 0,-3-2 0 15,1 0 0-15,-2 0 0 0,0-1 0 0,-1-2 0 16,0 1 0-16,1-2 0 0,-2-2 0 0,2 1 0 16,-1-2 0-16,-1 0 0 0,3-2 128 0,-2 0-128 15,3 0 384-15,-1-4 16 0,2 2 0 0,1-1 0 16,0-2 48-16,0 2 16 0,2 0 0 0,1 1 0 15,0-3-320-15,2 2-144 0,0 0 128 0,1 0-128 0,0 1 0 0,0-1 0 16,2 0 0-16,0 1 0 0,0-1 0 0,1 2 0 16,1-1 0-16,0 1 0 15,0-1 0-15,0 3 0 0,1-1 0 0,0 2 0 0,0 2 0 16,-1 3 0-16,0-2 0 0,-7-3 0 0,0 0 0 16,0 0 128-16,0 0-128 0,0 0 128 0,5 50-128 0,-11-41 0 15,-2 1 0-15,-2 0 0 16,-1-1 0-16,-1-2 0 0,0 1 0 0,-1-4 0 0,0 0 0 0,0-4 0 15,2-2 0-15,2-1 0 0,1-4-320 0,3-2 64 16</inkml:trace>
  <inkml:trace contextRef="#ctx0" brushRef="#br0" timeOffset="85863.58">6612 8717 10127 0,'0'-7'896'0,"0"5"-704"0,0-3-192 0,1 2 0 0,-1 3 1536 16,0-2 288-16,0 2 48 0,0 0 16 0,0-1-176 0,-1 0-48 15,1 2 0-15,-3 0 0 0,0 4-704 0,-1 0-128 16,0 2-48-16,-2 1 0 0,0 1-32 0,1 2-16 16,-1 1 0-16,-1 2 0 0,1 1 288 0,1 0 48 15,0 1 16-15,1 0 0 0,3 1-64 0,-1-1-16 16,1 1 0-16,1-3 0 0,1 3-512 0,0-3-112 16,0-1 0-16,-1-13-16 0,0 0-368 0,0 0 144 15,14 41-144-15,-14-41 0 0,0 0 0 0,0 0 0 16,0 0 0-16,38 5 0 0,-30-9 0 0,0-1 0 15,1-3 0-15,-1-1 0 0,0 0 128 0,2-2-128 0,-2-1 192 16,1-1-192-16,0-1 208 0,0-2-64 0,-1 1-16 0,0-2 0 16,2 1-128-16,-2-3 0 15,0 0 0-15,-1 0 128 0,-2 2-128 0,-3 1 0 0,0-3 0 0,-3 4 0 16,-1 1 0-16,0 3 0 0,-4 3 0 0,0 1 0 16,-3 3 0-16,-2 4 0 0,-1 2 0 0,-2 3 0 15,0 4-160-15,0-1 160 0,1 3 0 0,1-2-144 16,1 1-48-16,3 0-16 0,1-3 0 0,3 0-16464 15</inkml:trace>
  <inkml:trace contextRef="#ctx0" brushRef="#br0" timeOffset="86094.33">6792 8883 15663 0,'0'-2'1392'0,"0"2"-1120"0,1-2-272 0,-1 2 0 0,0 2 656 0,0-2 80 0,0 2 16 0,-1 1 0 15,1 3 928-15,-1 2 192 0,0 1 48 0,0 3 0 16,-1 2-864-16,1-2-160 0,0 1-48 0,1-13 0 16,0 0-544-16,2 31-112 0,0-25-32 0,0-1-12912 15</inkml:trace>
  <inkml:trace contextRef="#ctx0" brushRef="#br0" timeOffset="86500.92">7081 8646 25791 0,'0'-2'1152'0,"0"0"224"0,0 1-1104 0,0 1-272 0,0 0 0 0,-1 1 0 16,0 1 1984-16,0 0 352 0,-1 1 64 0,-2 4 16 0,0-1-944 0,-3 4-176 0,1 2-32 0,-3 2-16 16,1 0-656-16,0 3-128 0,-1 0-16 0,2-2-16 15,1 0-272-15,2-1-160 16,1-1 192-16,0-2-192 16,2 1 128-16,1-4-128 0,2-1 0 0,0 0 0 0,-2-7 0 0,0 0 0 15,0 0 0-15,0 0 0 0,0 0 128 0,35 15-128 0,-26-14 0 16,-1-1 0-16,-8 0 0 0,0 0 0 0,0 0 0 0,33 8 0 31,-33-8 0-31,0 0 0 0,0 0 0 0,0 0 0 0,0 0 0 16,28 37 0-16,-27-29 0 0,-2 1 0 0,0-2 0 0,-1 0 0 0,1 0 0 0,-3 0 0 15,1-2 0-15,-1 0 0 0,0-3 0 0,0 1 0 0,-1 1 0 16,1-1 0-16,-2-1 0 0,0-2 0 16,-2 2 0-16,1-2 160 0,-2 1-160 0,0-1 128 15,-1 2 32-15,0-2 0 0,-1 0 0 16,0 0 0-16,1 0-160 0,1-2 0 0,2 1 0 0,0-1 0 15,2-3-208-15,-1-2-80 0</inkml:trace>
  <inkml:trace contextRef="#ctx0" brushRef="#br0" timeOffset="86666.49">6995 8651 19343 0,'4'2'848'0,"-1"1"192"0,2-1-832 0,-3 0-208 0,1 0 0 0,0-1 0 16,0 1 2640-16,-3-2 496 0,0 0 80 0,0 0 32 15,45 19-688-15,-45-19-128 0,35 5-16 0,-35-5-16 16,32 0-1552-16,-32 0-304 0,25-3-64 0,-15 1-16 16,-1-3-336-16,0 1-128 0</inkml:trace>
  <inkml:trace contextRef="#ctx0" brushRef="#br0" timeOffset="87934.54">6931 6249 20271 0,'1'-2'1792'0,"-1"1"-1424"0,0 1-368 0,0 0 0 0,0 1 1264 0,1-1 176 15,0 0 32-15,-1 2 16 0,2-1-464 0,-2 1-80 0,1 2-32 0,-2 1 0 32,1 2-592-32,-2 0-112 0,-1 3-16 0,1 1-16 15,-2 1-176-15,0 2 192 0,0 1-192 0,0-1 192 0,-1 0-16 0,2-1 0 16,-2 3 0-16,1-2 0 0,1-2 208 0,-1 0 32 15,2-2 16-15,0-1 0 16,2-2 112-16,0-3 32 0,0-1 0 0,1-1 0 0,1-4-192 0,-1 2-16 16,1-3-16-16,-1 1 0 0,0-2-176 0,1-1-48 15,0 0 0-15,1-4 0 0,-1 4-128 0,1-3 128 16,-1-1-128-16,3-3 128 0,-1 0-128 0,0-2 0 16,0 0 0-16,1-1 0 0,0-1 0 0,0 0 0 15,0 1 0-15,-1-2 0 0,0 1 0 0,0 2 0 16,-1-2 0-16,0 3 128 0,-1-1 256 0,0 2 32 15,-1 3 16-15,-1-1 0 0,-1 3-144 0,1 0-32 16,-1 0 0-16,0 2 0 0,0 1-32 0,-1 1-16 16,1-1 0-16,0 3 0 0,-1 1-80 0,2 0 0 0,-2 0-128 0,0 2 192 15,0 1-192-15,0 2 0 0,0-1 128 0,-1 4-128 16,3 1 0-16,-1 3 0 0,0 0 128 0,0 3-128 16,1 1 0-16,-1-1 0 0,1 1 0 15,-2 3 0-15,1 0 128 0,-1 2-128 0,0-4 0 16,0 1 0-16,2-1 128 0,-2-4-128 0,1-1 0 0,0-3 0 15,-1-1 128-15,1-2-128 0,-1 0 0 0,1-3 0 16,1-3 0-16,-1 0 128 0,0 0-128 0,1-3 0 16,0 1 0-16,0 0 144 0,0-5-144 0,1 0 128 15,-1-3-128-15,1 0 0 0,1-1 144 0,0-1-144 0,2 0 0 16,-2-2 0-16,3 2 0 0,-1-2 128 0,0 0-128 16,2 1 0-16,-1 0 0 0,0 3 0 0,0-1 0 15,0 3 0-15,-2 1 0 0,1 2 0 0,-1 3 0 0,-1 0 0 16,-1 4 0-16,0-1 0 15,0 2 0-15,-1 2 0 0,-1 1 0 0,0 3 0 0,0 0 0 16,-1 3 0-16,-1 0 0 0,0 4 0 0,-1-1 0 0,2 3 0 16,-2 1 0-16,0-1 128 0,2-2-128 0,1 0 0 15,-1 2 0-15,1-3 0 0,1 0 0 0,0-3 0 16,1-1 0-16,0-1-18256 0</inkml:trace>
  <inkml:trace contextRef="#ctx0" brushRef="#br0" timeOffset="90501.1">12623 9751 22111 0,'7'-7'1968'0,"-2"0"-1584"0,-1 4-384 0,-2 1 0 15,-1 2 2016-15,1-2 320 0,4-3 64 0,1-2 16 16,3-3-816-16,-2 3-176 0,-2 0-16 0,-2 5-16 15,-1-1-752-15,-1 1-160 16,-1 2-32-16,-2 2 0 0,-2-2-48 0,-2 3-16 16,1-1 0-16,-3 1 0 0,-1 2-128 0,-2 1-16 0,-2 1-16 0,-2 1 0 15,2 1-96-15,-5 1-128 0,-4 2 176 0,-3 2-176 16,-4 2 128-16,-5 1-128 0,-2 4 0 0,-1 0 0 16,-1 1 0-16,2-1 0 0,1-2 0 0,3 0 0 0,5-3 0 15,1-1 0-15,3-1 0 0,3-2 0 0,3-2 0 0,3-1-192 16,3-2 192-16,2-2-192 15,3-1-880-15,1-1-160 16,3 0-48-16,0 1-15024 0</inkml:trace>
  <inkml:trace contextRef="#ctx0" brushRef="#br0" timeOffset="90848.63">12284 9827 911 0,'4'-10'0'0,"-1"3"0"15,1 1 0-15,-2 1 0 0,-1 4 2176 0,-1-1 368 0,1 2 64 0,1-2 16 16,1-1 464-16,0 1 112 0,0-1 0 0,-1 1 16 16,-1 2-1424-16,-2 2-272 15,-1 3-64-15,0-2-16 0,-2 2-336 0,-2 2-64 0,0 0-16 0,-2 2 0 16,-3 1-160-16,0 0-32 16,-1 1-16-16,-2-1 0 0,1 1-368 0,-2 1-64 0,0 0 0 0,0-2-16 15,0 1-64-15,1-1-16 0,2 1 0 0,1-1 0 16,1 2-16-16,2-2 0 0,2-1 0 0,0 0 0 15,2-1-144-15,0 1-128 0,1 0 192 0,1-1-192 16,1-3 0-16,0 2 0 0,1 0 0 16,1 0 0-16,1-2 0 0,-1 0 0 0,1 0 0 0,1-2 0 0,0 0 0 15,-1-1 0-15,3-1 0 0,-1 1 0 16,0-2-128-16,2 0 128 0,-1 0 0 0,0 0-144 16,1 0 144-16,-1 0 0 0,1 0 0 0,-2 0-128 15,2 0-224-15,0 0-32 0,0 0-16 0,1 0-15616 0</inkml:trace>
  <inkml:trace contextRef="#ctx0" brushRef="#br0" timeOffset="91583.85">12102 10123 6447 0,'0'-2'576'0,"-1"2"-576"16,1-2 0-16,0 1 0 0,0 1 1104 0,-1 0 112 15,0-2 32-15,0 1 0 0,0 0 272 0,-1-2 48 0,0 1 16 0,2 2 0 16,-2-2-160-16,1 1-16 0,0 1-16 15,0 0 0-15,1 1 16 0,0 1 0 0,1-2 0 0,1 0 0 16,0 0 192-16,1 0 32 16,1 0 16-16,2-2 0 0,2 1-272 0,2-1-48 15,1 0-16-15,3 0 0 0,3-3-624 0,0 0-128 0,2 0-32 0,1 0 0 16,2 1-384-16,-1-1-144 16,-1 0 0-16,-1 1 144 0,0-1-304 0,-5 2-64 0,0 0-16 0,-2 2-17056 15</inkml:trace>
  <inkml:trace contextRef="#ctx0" brushRef="#br0" timeOffset="92277.85">12705 9720 2751 0,'-1'-1'256'0,"1"0"-256"16,0-1 0-16,0 2 0 0,0 0 768 0,-1 0 96 0,1-1 32 0,-2-1 0 0,-1 2 256 16,1-3 64-16,0 3 16 0,1 0 0 15,-2 0-144-15,2 0-48 0,0 0 0 0,0 0 0 0,1 0 368 16,-1 0 80-16,1 0 16 0,0 0 0 15,1 0 272-15,-1 0 48 0,1 0 16 0,-1 0 0 0,1 0-256 16,0 0-48-16,0 0-16 0,0-2 0 16,0 2-496-16,0 0-80 0,1 0-32 0,0 0 0 15,1 0-320-15,0 2-64 0,-1-2-16 0,-1 1 0 16,1 3-192-16,0-3-32 0,1 3-16 0,-1 1 0 16,0 0-272-16,-1 1 160 0,1 2-160 0,-2-8 128 15,0 0-128-15,0 0 0 0,12 45 0 0,-12-45 0 16,0 0 160-16,0 0-160 0,19 45 192 0,-19-45-192 0,0 0 256 0,0 0-64 15,0 0-16-15,28 38 0 0,-28-38-48 0,0 0 0 16,0 0 0-16,0 0 0 0,0 0 16 0,35 22 0 16,-29-20 0-16,-1 0 0 0,1-2 16 0,-1 0 0 15,1-2 0-15,0-1 0 0,1 1-16 0,-1-3 0 16,3 0 0-16,-2-2 0 0,2 0 0 0,2-2 0 16,2-1 0-16,1-2 0 0,0-2-144 0,2 0 128 15,2 0-128-15,4-6 128 0,4-3-128 0,4-3 0 16,4 0 0-16,3-1 128 0,4-2-128 0,1 0 0 0,2-3 0 15,-1 2 0-15,-3-1 0 0,0 0 0 0,0 7 0 0,-2-2 0 32,0 5-1008-32,-4 2-128 0,-3 5-16 0,-3 2-16304 0</inkml:trace>
  <inkml:trace contextRef="#ctx0" brushRef="#br0" timeOffset="93247.14">13824 9348 3679 0,'0'-4'320'0,"0"1"-320"0,1 0 0 0,0 1 0 16,0 0 1360-16,-1 2 208 0,0-2 32 0,1 1 16 15,0-3 592-15,-1 1 112 0,1 1 32 0,-1 0 0 0,0 0-928 0,0 1-176 16,-1 1-32-16,0 1-16 0,0 1-560 0,-1 0-128 15,1-2 0-15,0 2-16 0,0-2 176 0,0 2 32 16,1-1 16-16,-1-1 0 16,0 2 1072-16,0-2 224 0,1 2 32 0,-1 1 16 0,0-1-1632 0,-2 0-432 0,0 4 0 0,-1 0 128 15,2 1 512-15,-3 3 96 0,-1 4 32 16,0 3 0-16,-1 2-416 0,-1 4-80 0,0 0-16 16,-2 2 0-16,1 1-256 0,0-2 0 15,1-1 128-15,-1-4-128 0,3 0 0 0,-1-4 0 16,3-1 0-16,0-5 0 0,0-2 128 0,2 0-128 15,1-3 0-15,0-1 0 0,1-3 288 0,1 0-48 16,1-2-16-16,1-3 0 0,0 0 160 0,1-4 48 16,2 0 0-16,0-2 0 0,0-2-176 0,1 1-16 15,0-1-16-15,0 0 0 0,2-4-224 0,-2 1 128 0,2 1-128 16,-3-1 0-16,1 2 0 0,-1 0 128 0,0 2-128 0,2-2 0 16,-2-1 0-16,2 1 0 0,-1 0 0 15,2-1 0-15,-1 1 0 0,0 2 0 0,0 0 0 0,0 1 0 16,-1 2 0-16,1 1 128 0,-1 4-128 0,0 1 0 15,0 0 160-15,-1 1-160 0,-1 4 160 0,1-1-160 16,-1 4 0-16,-5-5 128 0,0 0-128 0,0 0 0 16,0 0 0-16,18 42 0 0,-18-42 0 0,0 0 0 15,3 45 0-15,-3-45 0 0,-3 36 0 0,3-36 0 16,-5 34 0-16,5-34 0 0,-4 30 0 0,4-30 0 0,0 0 0 0,-5 35 0 16,4-25 0-16,-1-3 0 0,1 0 0 0,0-4 0 15,0 2 0-15,1-1 0 0,0-2 0 0,0 0 0 16,0-2 0-16,1 1 0 15,0 1-416-15,-1-2-32 0,2-3 0 0,0 3-17728 16</inkml:trace>
  <inkml:trace contextRef="#ctx0" brushRef="#br0" timeOffset="93468.74">14185 9357 3679 0,'3'0'320'0,"-2"-2"-320"16,2 2 0-16,-2-2 0 0,0 2 2000 0,-1 0 336 0,0 0 64 15,1 0 16-15,0 2 16 0,0-2 16 0,0 0 0 0,-2 2 0 16,1-2-1728-16,-2 3-336 0,-1-2-80 0,1 0-10016 16</inkml:trace>
  <inkml:trace contextRef="#ctx0" brushRef="#br0" timeOffset="94052.58">13986 9510 16575 0,'-2'-1'1472'0,"2"1"-1168"0,0 0-304 15,-1 0 0-15,1 0 992 0,-1 0 144 0,-1 0 16 0,0 0 16 16,-1 1 128-16,0 1 32 0,1 1 0 0,-1 0 0 16,1 0-1072-16,0 2-256 0,0-1 0 0,1 1 0 15,0 1 0-15,0 0 0 0,0-1 0 16,0 2-144-16,-1 0 144 0,1 1 0 0,-1 0 0 0,1 0 0 0,-1-1 0 0,0 0 128 0,0 0-128 0,-2 0 176 15,1 1 592 1,-1-2 112-16,3 0 16 0,-2-1 16 16,1-2 240-16,1 0 32 0,0 0 16 0,0-1 0 15,2-1-304-15,0-2-48 0,1 1-16 0,0-2 0 16,1-1-16-16,-1 0-16 0,3 0 0 0,0-2 0 16,1-1-288-16,2-3-48 0,3 0-16 0,1-3 0 15,1 0-112-15,2-2-16 0,0-5-16 0,2 0 0 16,-1-1-48-16,0 2 0 0,1 1 0 0,0-3 0 15,0 2-128-15,-2-1-128 0,-2 3 144 0,-1-1-144 16,0 0 0-16,-1 1 0 0,-3 2 0 0,-2 0 0 0,-1 4 0 16,-1-1 0-16,-3 3 0 0,-1 1 0 0,-2 2-384 15,-1 0 0-15,1 1-16 0,0-1-18288 16</inkml:trace>
  <inkml:trace contextRef="#ctx0" brushRef="#br0" timeOffset="94567.84">14314 9421 1839 0,'3'-4'160'0,"-2"3"-160"0,1-1 0 0,-1 0 0 0,0 2 2496 0,-1 0 480 15,0 0 96-15,-1-2 0 16,1 2-256-16,-2-2-48 0,0 2-16 0,-1 0 0 16,-1 2-944-16,-1 0-192 0,0 0-32 0,-1 1-16 15,1 2-448-15,-3 1-96 0,2 2 0 0,-3 1-16 0,2 3-240 0,0 0-32 16,-1 0-16-16,1 2 0 0,1 0-144 0,1-2-48 15,0 2 0-15,2-2 0 0,0-2-128 0,2 1-16 16,1-11-16-16,0 0 0 16,0 0-112-16,0 0-32 0,0 0 0 0,0 0 0 0,0 0 32 0,35 29 16 15,-26-32 0-15,2 0 0 0,0-3 16 0,0-1 0 16,2 0 0-16,-1-2 0 0,0 1-160 0,-1-1-128 16,0-1 192-16,-1-2-192 0,-1 3 128 0,1-3-128 0,-3 3 0 0,-2 0 0 15,-1 2 0-15,-1-1 0 0,-2 1 0 0,-2-1 0 16,-2 0 0-16,-1 1 0 0,-4-1 0 0,-1 3 0 15,0 0 0-15,-2 3 0 0,-2-1 0 0,-1 3 0 16,1 0 0-16,0 1 0 16,1 2 0-16,1 1 0 0,1-2 0 0,2 3 0 0,1-2 0 15,3 1 0-15,0-2-320 0,2-1-64 0,2 0 0 0,0 0-17504 16</inkml:trace>
  <inkml:trace contextRef="#ctx0" brushRef="#br0" timeOffset="94898.32">14598 9357 11055 0,'2'-2'976'0,"0"-1"-784"16,0 1-192-16,-1 2 0 16,0 0 2144-16,1-1 384 0,1 0 80 0,2-4 16 0,2 3-288 0,-2-3-48 15,1 5-16-15,-4-2 0 0,1 4-928 0,-3-2-192 16,-1 3-48-16,-1 2 0 0,0 1-208 0,-3 1-32 15,-1 3-16-15,0-1 0 0,-1 3-272 0,-1 2-64 0,0 3-16 0,-1 0 0 16,-3 2-288-16,1 2-48 0,1 0-16 0,2-2 0 16,1 1-144-16,7-20 0 0,-7 33 0 0,7-33 128 15,0 0-128 1,-1 39 0-16,1-39 0 0,0 0 0 16,0 0 0-16,0 0 0 0,14 39 0 0,-14-39 0 0,0 0 0 0,0 0 0 15,0 0 0-15,31 9 0 0,-24-11 0 0,-2-1 0 16,3-2 0-16,-2 1 0 0,1-1 0 0,-1-2 0 15,0 0 0-15,-2 0 0 16,1-1-560-16,-1 2 16 0,0-2 0 0,-3 1 0 16,1-1-2320-16,-1 0-464 0</inkml:trace>
  <inkml:trace contextRef="#ctx0" brushRef="#br0" timeOffset="95081.15">14481 9471 8287 0,'-9'0'368'0,"5"1"80"15,0 1-448-15,1-2 0 0,1 0 0 0,1 0 0 0,0 0 2944 0,1-2 512 0,-1 1 112 0,0-1 16 16,3-1 656-16,1 1 144 0,4-2 32 0,0 1 0 16,3 0-2544-16,1 0-496 0,2 0-96 0,2 0-32 15,2 1-672-15,0 1-144 0,-1 0-32 0,2 0 0 16,-1 1-272-16,1 0-128 0,1 0 0 0,-1-1 128 16,0 0-128-16,-1-1 0 0,-1 2 0 0,-1-3-12848 15,-1-1-2480-15</inkml:trace>
  <inkml:trace contextRef="#ctx0" brushRef="#br0" timeOffset="95448.47">15146 9262 8287 0,'1'-6'736'0,"-1"3"-592"0,1 0-144 0,-1 1 0 16,0 2 2208-16,-1-1 416 15,1 0 64-15,0-1 32 0,-1-1-32 0,-2 1-16 16,0 0 0-16,-2 2 0 0,1 2-1232 0,-3 0-240 0,-1 3-48 0,-2-1-16 16,-1 4-224-16,-2 1-32 0,-2 1-16 0,-1 4 0 15,-1 3-144-15,2 1-16 0,0 0-16 0,0 3 0 16,0 4-112-16,2 1-32 0,3-1 0 0,10-25 0 15,-9 45-32-15,9-45-16 0,0 0 0 0,5 52 0 16,-5-52-336-16,0 0-160 0,0 0 160 16,29 41-160-16,-29-41 0 0,0 0 0 0,32 16 0 0,-32-16 0 0,0 0 0 0,33 9 0 15,-22-8 0 1,0-1 0-16,0 0 0 0,0-1 0 0,0-1-144 0,0-1 144 31,0 1-1632-31,0-3-224 0</inkml:trace>
  <inkml:trace contextRef="#ctx0" brushRef="#br0" timeOffset="95681.6">15304 9279 25791 0,'0'0'1152'16,"-1"0"224"-16,1 0-1104 0,0 0-272 0,-1 0 0 0,1 0 0 0,-1 0 2000 0,0 1 352 16,1 3 64-16,-3-2 16 0,-1 5-880 15,0 0-160-15,0 3-48 0,4-10 0 0,-12 26-768 0,12-26-144 0,-15 36-48 0,6-15 0 16,0 0-192-16,0 3-64 0,0-3 0 0,-1 1 0 15,0 1 16-15,1 0 0 0,9-23 0 0,-16 41 0 16,16-41-144-16,-12 37 0 0,12-37 144 0,-10 28-144 16,10-28 0-16,0 0 0 0,-8 31 0 0,8-31 0 0,0 0-176 15,0 0-48-15,0 0-16 16,0 0-18128 0</inkml:trace>
  <inkml:trace contextRef="#ctx0" brushRef="#br0" timeOffset="95936.73">15274 9296 13823 0,'1'-3'1216'0,"-1"1"-960"0,1 0-256 0,-1 1 0 15,1 1 3040-15,-1 0 560 0,2 0 112 0,1 0 32 16,1 0-896-16,1 1-176 0,-5-1-48 0,0 0 0 16,0 0-1520-16,0 0-304 0,31 35-64 0,-31-35-16 15,0 0-320-15,0 0-64 0,27 40-16 0,-27-40 0 16,0 0-144-16,0 0-48 0,26 50 0 0,-26-50 0 15,0 0-128-15,18 45 0 0,-18-45 144 0,0 0-144 16,19 43 0-16,-19-43 0 0,0 0 0 0,19 40 128 16,-19-40-128-16,0 0 0 0,0 0 0 0,20 38 0 15,-20-38-192-15,0 0 0 0,0 0 0 0,0 0-11872 16,0 0-2384-16</inkml:trace>
  <inkml:trace contextRef="#ctx0" brushRef="#br0" timeOffset="96124.26">15280 9495 4607 0,'-12'0'400'0,"6"2"-400"16,1-1 0-16,-1 1 0 0,3-2 2512 0,0 2 432 15,0-2 64-15,-2 3 32 0,-1 1 1568 0,-2 2 320 0,2-2 64 0,3 1 16 16,3-1-2448-16,3-2-512 0,3 1-80 0,1-3-32 16,3-2-1040-16,3-1-224 0,3 1-32 0,1-3-16 15,1 0-352-15,2-2-64 0,-1 2-16 0,1-1 0 16,-2 0-192-16,0 2 0 0,-2-1 0 15,0 0 0-15,-1 1-784 0,-3 1-112 0</inkml:trace>
  <inkml:trace contextRef="#ctx0" brushRef="#br0" timeOffset="96375.28">15596 9274 17503 0,'4'-9'768'0,"-2"4"176"0,1 1-752 0,-1 1-192 16,0 1 0-16,-1 1 0 0,2 1 3120 0,2-2 592 15,2 2 112-15,4 0 16 0,1 5-1136 0,-12-5-224 16,0 0-48-16,36 33-16 16,-36-33-1520-16,0 0-320 0,30 57-48 0,-30-57-16 15,14 48-192-15,-14-48-32 0,11 54-16 0,-11-54 0 0,7 50-144 0,-7-50-128 0,0 46 192 0,0-46-192 16,-10 37 0-16,10-37 0 0,-16 28 0 0,4-14 0 15,-1-4 0-15,-3 2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10-23T08:53:44.313"/>
    </inkml:context>
    <inkml:brush xml:id="br0">
      <inkml:brushProperty name="width" value="0.05292" units="cm"/>
      <inkml:brushProperty name="height" value="0.05292" units="cm"/>
      <inkml:brushProperty name="color" value="#C00000"/>
    </inkml:brush>
    <inkml:brush xml:id="br1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8586 2715 13823 0,'1'-3'1216'0,"0"1"-960"0,1 1-256 0,-1 1 0 0,0 0 0 0,-1 0 0 16,1 0 128-16,1-2-128 0,2 0 960 0,0 1 160 15,-1-1 32-15,1 0 0 0,0 2 0 16,0-2 0-16,-2 1 0 0,1 1 0 0,-1 0-224 0,1 1-32 16,-1-1-16-16,0 2 0 0,0-1-240 0,1 0-64 15,-1-1 0-15,1 2 0 0,-1 1-320 0,1-1-80 16,1-1-16-16,1 1 0 0,0 0-160 0,2 0 160 15,-7-2-160-15,0 0 160 0,0 0 32 16,38 12 0-16,-38-12 0 0,0 0 0 0,39 7 112 16,-39-7 16-16,26 3 16 0,-13-3 0 0,0 0-80 15,-1 0-32-15,-1 0 0 0,-1 0 0 0,-2 0-96 16,0 0 0-16,0 0-128 0,0-2 192 0,0 2-64 16,-1 0-128-16,1-1 176 0,-1 1-176 0,0-2 160 0,-1 0-160 15,1 1 128-15,1-1-128 0,-1 0 0 0,2 0 0 16,0-1 0-16,0-2 0 0,0 3 256 0,2-3-48 0,-1 3 0 0,1-1 0 0,-1 1 160 15,0 1 16-15,1 0 16 0,-1 1 0 0,0 0-48 16,-1 2-16-16,1 0 0 0,-3 1 0 0,-7-3-160 0,0 0-48 16,0 0 0-16,0 0 0 15,36 15-128-15,-29-11 128 0,-1-2-128 0,1 0 128 16,-2 3-128-16,2-4 128 0,-2 1-128 16,3 0 128-16,-2-2 64 0,2-2 0 0,2-1 0 0,-1 1 0 0,0-3 112 15,2 3 16-15,-1-3 16 0,0-1 0 0,-1 1-144 0,1-1-48 16,2 0 0-16,0 0 0 0,0 0-144 15,0 1 0-15,-1 2 0 0,1 1 0 0,-2 0 0 0,-2 0 0 16,2 2 0-16,-2 0 0 16,-1 2 0-16,1 0 0 0,-1-2 0 0,0 2 0 15,-7-2 0-15,0 0 0 0,0 0 0 0,0 0 128 16,35 14 240-16,-27-11 32 0,3-3 16 0,-1 0 0 16,0 0-192-16,0-2-32 0,2 1-16 0,-1-3 0 15,0 0-176-15,0 1 0 0,2-2 0 0,1-2 0 16,-1 1 0-16,0 0 0 0,-1 0 0 0,-2 1 0 15,-1 2 0-15,-2 3 0 0,-1-2 0 0,-2 4 0 16,-2 0 0-16,-1-1 0 0,-1 3 0 0,-1-2-18240 16</inkml:trace>
  <inkml:trace contextRef="#ctx0" brushRef="#br0" timeOffset="640.38">8491 3164 13823 0,'-1'-4'1216'0,"1"1"-960"15,1-1-256-15,-1 3 0 0,0-1 560 0,0 1 64 0,1-2 16 0,-1-5 0 16,0 1 928-16,0 0 192 16,0 0 32-16,-1 1 16 0,0 3-848 0,0 0-192 0,-1 3-16 0,-1 3-16 15,-2 1-224-15,1 4-32 16,-3 3-16-16,1 4 0 0,-2 3-80 0,0 4-32 0,1 4 0 0,-2-2 0 16,2 2-64-16,-1-3-16 0,2-2 0 0,-2 1 0 15,2-3 144-15,-1 0 32 0,2-3 0 16,1-4 0-16,1-4-128 0,2-2 0 0,0 0-16 0,1-3 0 15,0-2-304-15,0-1 0 0,1-1 0 16,1-3 0-16,0-1-224 0,1-1-96 0,0-2-32 16,0-1-13472-16</inkml:trace>
  <inkml:trace contextRef="#ctx0" brushRef="#br0" timeOffset="890.74">8451 3152 9215 0,'3'-11'400'0,"0"4"96"0,0 0-496 0,-1 3 0 0,-1 1 0 0,0 1 0 0,0-1 1264 0,-1 0 144 15,3-3 48-15,1-2 0 0,0-1-16 0,0 0 0 16,1 2 0-16,0 1 0 0,-1 1-224 0,0 2-64 0,0 0 0 0,-1 3 0 16,2 3-272-16,-1 0-64 0,-1 3-16 0,-3-6 0 15,0 0-80-15,0 0-16 16,14 44 0-16,-14-44 0 16,0 0-80-16,13 50-32 0,-13-50 0 0,0 0 0 15,17 54-176-15,-17-54-32 0,0 0-16 0,18 48 0 0,-18-48-240 0,0 0-128 16,0 0 160-16,22 50-160 0,-22-50 0 0,0 0 0 15,0 0 0-15,0 0 0 0,18 43-192 0,-15-36 32 0,-2-3 0 16,0 1-14240-16</inkml:trace>
  <inkml:trace contextRef="#ctx0" brushRef="#br0" timeOffset="1111.27">8401 3292 11055 0,'-7'-2'480'0,"2"0"112"0,2 0-464 0,0 1-128 0,2-1 0 0,1 2 0 15,1 0 2416-15,-1-2 464 0,0-1 80 0,1 1 32 16,1 0-160-16,1-1-16 0,2 1-16 0,0 0 0 16,2 1-1232-16,0-1-240 0,1 0-48 0,1-1-16 15,0 1-832-15,0-1-176 0,-1 1-16 0,1 0-16 16,0-2-224-16,-1 1 0 0,0 0 0 0,1 2-16576 15</inkml:trace>
  <inkml:trace contextRef="#ctx0" brushRef="#br0" timeOffset="1546.91">8685 3004 11967 0,'-1'-3'1072'0,"0"1"-864"15,1 1-208-15,0 1 0 0,0 0 736 0,-1 0 96 16,1-2 32-16,0 1 0 0,-2 0 928 0,0 1 176 15,-1 1 32-15,0 2 16 16,0 3-1216-16,1 2-240 0,-1 0-48 0,0 1-16 0,0-1-320 0,1 2-176 16,0-2 192-16,0-1-192 0,1 1 0 0,1-4-256 15</inkml:trace>
  <inkml:trace contextRef="#ctx0" brushRef="#br0" timeOffset="1675.62">8799 2932 11967 0,'3'-2'528'0,"-2"2"112"0,1 0-512 0,-1 0-128 16,-1 2 0-16,-1 0 0 0,0 1 1744 0,0 2 320 16,-2 1 64-16,0 4 16 0,-2 4-512 0,-1 0-96 0,1 1-32 15,-1-3 0-15,2-1-1120 0,0-1-208 0,0 0-48 16,1-4-11408-16</inkml:trace>
  <inkml:trace contextRef="#ctx0" brushRef="#br0" timeOffset="1974.75">8196 2949 3679 0,'-2'-4'320'0,"-1"1"-320"0,1 1 0 0,1 1 0 16,1 1 2288-16,0 0 384 0,-2 0 80 0,0 0 0 16,-1 0 832-16,0 5 144 0,1 2 48 0,0 2 0 0,1 3-1888 0,0 0-368 15,1-12-80-15,-1 28-16 0,1-16-864 0,0-2-176 16,1 0-48-16,1-1 0 0,0-3-336 0</inkml:trace>
  <inkml:trace contextRef="#ctx0" brushRef="#br0" timeOffset="2112.19">8282 2882 11055 0,'4'-9'976'0,"-2"3"-784"0,1 2-192 0,-2 2 0 0,0 0 1424 0,-1 4 240 0,1 0 64 0,-1 1 0 15,2 1 544-15,-2 4 112 0,0 4 32 16,-2 4 0-16,-1 0-1680 0,-1 2-336 15,1 0-64-15,0 1-12192 0</inkml:trace>
  <inkml:trace contextRef="#ctx0" brushRef="#br0" timeOffset="4909.66">9162 3219 5519 0,'0'0'496'0,"0"-2"-496"0,0 2 0 0,0-1 0 0,0 1 1504 0,0 0 208 0,0 0 32 16,0 0 16 0,1 0 928-16,-1 0 176 0,0 0 32 0,1-2 16 15,0 2-1056-15,0-1-192 0,0 0-64 0,-1-1 0 16,2 0-832-16,0-1-192 0,0 0-16 0,0-1-16 16,0-1-544-16,0 0 0 0,-1-1 0 0,-1 0 0 15,0 2 0-15,0-4 0 0,0 4 0 0,-2-1 0 16,0 0 0-16,-1 1 0 0,-1-1 0 0,1 2 0 15,-2 1 128-15,-1-2-128 0,1 3 0 0,-1-1 0 0,0 2 0 0,0 0 128 16,1 2-128-16,-1 1 0 0,1-1 528 0,0 3 0 16,0 2 0-16,1 0 0 0,0 0-208 0,-1 3-64 15,1 0 0-15,-1 1 0 0,0 3-48 0,1 0-16 16,-1 1 0-16,1-1 0 0,1 0-16 0,0-1-16 16,-1 0 0-16,2 1 0 0,0-2-32 0,2 0-128 15,0-5 192-15,1 0-64 0,2 1-128 0,2-4 0 16,0-2 0-16,1-2 0 0,2 0 0 0,1-4 0 15,1-3 0-15,0 0 0 0,0-3 0 0,1 0 0 0,1-2 0 16,0-2 0-16,-2 0-144 0,0 0 144 0,-1 0 0 16,0-2 0-16,-3 4-160 0,1 0 160 0,-2 0-128 15,-1 1 128-15,0 2 0 0,-1 3-128 0,-1 1 128 16,0 0 0-16,0 3 0 0,-2 2 0 16,0 1 0-16,0 2-128 0,-1 2 128 0,0 2 0 0,-1 4 0 0,-1 2 0 15,1 3 0-15,0-1 0 0,1 2 0 0,0-3 0 16,0 2 0-16,1-16 0 0,0 0 0 15,3 37 0-15,-1-29 0 0,1-1 0 0,1-2 0 0,0 0 0 16,0-3 0-16,3 0 0 0,-1-2 0 0,1-2 0 16,1 1 0-16,0-2 0 0,0 0-128 0,-1-2-9984 15,2-1-1984-15</inkml:trace>
  <inkml:trace contextRef="#ctx0" brushRef="#br0" timeOffset="5279.7">9357 3202 8287 0,'1'-7'368'0,"-1"2"80"0,1 2-448 16,-1 2 0-16,0 1 0 0,0 0 0 0,0 0 1856 0,0 1 304 15,0 0 48-15,0 1 16 0,1 3 384 16,0 0 80-16,0 2 0 0,0 0 16 0,-1 3-832 0,0 0-160 0,0-1-48 0,0 2 0 16,-1-1-640-1,1-3-144-15,-1 2-32 0,1 0 0 0,-1-3-336 0,1 2-80 0,0-2-16 0,0-1 0 32,1-1-208-32,0-1-32 0,0 0-16 0,0-1 0 0,-1 0-160 0,1-2 128 0,-1 0-128 0,0 0 128 15,0 0-128-15,1-4 0 0,-1 1 0 0,1-2 0 16,0 1 0-16,0-4 0 15,1 1 128-15,-1-1-128 0,1-1 0 0,1 0 0 0,0 2 0 0,-1-3 0 16,0-1 0-16,1 2 0 0,0 0 0 0,1 0 0 0,-1 0-128 16,1 0 128-16,1 1 0 0,0-1 0 15,0 3 0-15,1 0 0 0,-1-1 0 0,1 2 0 16,-2 1 0-16,2 1 0 0,-1 2 0 0,1 0 0 16,0 1 0-16,-2 0 0 0,1 2 0 0,-1 3 0 15,-4-5 144-15,0 0-144 0,0 0 160 0,0 0-160 16,16 45 0-16,-16-45 128 0,0 0-128 0,6 39 0 15,-6-39 0-15,0 0 0 0,4 44 0 0,-4-44 0 16,0 0 0-16,3 41 0 0,-3-41 0 0,0 0 0 0,0 0 0 0,0 0 0 16,9 40-128-16,-8-38-11040 15,2-1-2208-15</inkml:trace>
  <inkml:trace contextRef="#ctx0" brushRef="#br0" timeOffset="6028.18">9684 3195 7359 0,'0'-5'320'0,"0"3"80"0,0 0-400 0,-1 2 0 16,1-2 0-16,0 2 0 0,0-1 1696 0,0 0 256 0,0 0 48 15,0-1 16-15,0 1 928 0,0-1 192 0,1 1 48 16,0 0 0-16,0-1-1552 0,1-1-304 0,0-1-64 0,0 1-16 15,1 1 576-15,1-1 112 0,-1-1 32 0,-1 1 0 16,0 1-1488-16,0-2-288 0,0 1-64 0,-1 0-128 16,0 1 0-16,-1 0 0 0,0-1 0 0,-2 1 0 15,0-1 0-15,-2 0 0 0,1 2 0 0,-2-2 0 16,0 2 0-16,-1 1 0 0,-1-1 0 0,1 2 0 0,0 0 0 0,-1 2 0 16,1-2 0-16,-1 2 0 0,1 0 208 0,0 2-64 15,0-3-16-15,1 3 0 0,0 2 64 16,0-2 0-16,1 3 0 0,0 0 0 0,1 1-192 15,0 1 160-15,1 0-160 0,0 0 160 0,1 1-160 0,0-2 0 16,2 1 0-16,0-2 0 16,0 0 0-16,1-3 0 0,0 0 0 0,0 0 0 0,0 0 0 0,2-1 0 15,0-2 128-15,-1-2-128 16,2 1 0-16,0-2 0 0,-1-1 0 0,2-2 0 0,1-1 128 16,1 0-128-16,-1-2 192 0,0 1-64 0,1-2-128 0,-2 1 192 15,1-1-192-15,-1 2 192 0,-1-2-192 0,0 1 0 16,-2 0 0-16,1-3 0 0,0 3 0 0,-2-2 0 0,0-1 0 0,-1-2 0 15,1 1 0-15,-1-1 0 0,0-5 0 0,-1 1 0 16,1 2 0-16,-2-3 0 0,0-4 0 0,-1-3 0 16,1 0 0-16,-2 1 0 0,1 1 0 15,-1 2 0-15,-1 2 0 0,2 1 0 0,-1 5 0 16,1 3 0-16,1 4 0 0,1 2 0 0,0 2 0 0,0 3 0 16,0 0 0-16,0 4 0 0,1 2 0 0,0 2 0 15,-1-10 0-15,0 0 160 0,5 45-160 0,-5-45 160 16,5 41-160-16,-5-41 192 0,7 40-192 0,-7-40 192 15,7 45-192-15,-7-45 192 0,10 49-192 0,-10-49 192 16,11 47-192-16,-11-47 0 0,11 39 144 0,-11-39-144 16,0 0 0-16,14 42 0 0,-14-42 0 0,0 0-18416 15</inkml:trace>
  <inkml:trace contextRef="#ctx0" brushRef="#br0" timeOffset="6562.77">10092 2863 11967 0,'1'-5'1072'0,"0"2"-864"0,1 0-208 0,-1 1 0 16,0 2 0-16,0 0 144 0,0 2-144 0,-1 0 128 0,2 2 832 0,0 1 176 16,0 5 16-16,-2 1 16 0,0-11-720 0,0 0-160 15,0 38-32-15,0-38 0 0,0 0-256 0,0 36-176 16</inkml:trace>
  <inkml:trace contextRef="#ctx0" brushRef="#br0" timeOffset="6710.12">10238 2826 16575 0,'-3'2'736'0,"0"0"160"0,1 3-720 0,1-2-176 0,0 1 0 15,1-1 0-15,-1 4 1680 0,-1 2 304 16,-1 5 64-16,3-14 16 0,-6 43-64 0,6-43-16 0,-1 40 0 16,1-40 0-16,0 0-1552 0,5 40-432 0,-5-40 128 0,0 0-13984 15</inkml:trace>
  <inkml:trace contextRef="#ctx0" brushRef="#br0" timeOffset="7214.28">10428 2911 13823 0,'2'-3'1216'0,"-1"1"-960"15,-1 2-256-15,0 0 0 0,0 0 1792 0,0 0 320 16,1 0 64-16,-1 2 16 0,0 3-112 0,0 2-32 0,0 5 0 0,0-12 0 16,0 33-1056-16,0-33-224 0,-2 47-32 0,2-47-16 15,-2 50-352-15,2-50-80 0,1 53-16 0,-1-53 0 16,2 57-16-16,-2-57-16 0,2 45 0 0,-2-45 0 16,0 0-240-16,0 0 0 0,11 42 0 0,-9-39 0 15,1-3-192-15,0-2-96 0</inkml:trace>
  <inkml:trace contextRef="#ctx0" brushRef="#br0" timeOffset="7674.94">10428 2946 18431 0,'1'0'816'0,"0"0"160"0,1 0-784 0,-2 0-192 15,2 2 0-15,0-2 0 16,0 0 2544-16,2 0 464 0,1 0 80 0,5 0 32 15,2 0-1040-15,2 0-208 0,1-2-32 0,1 0-16 0,0 0-1152 0,-1-1-224 16,0-1-64-16,0 1 0 0,0 1-384 0,-3 0 0 16,-1 1 128-16,-1 1-128 0,-2 3 0 0,-2-1 0 0,-2 3 0 0,-2 0 0 15,0 2 0-15,-3 2 0 0,-2 3-144 0,-1-2 144 16,-2-1 0-16,-1 1 0 0,-1 1 0 0,-1 1 0 16,-2 0-144-16,-1 1 144 0,-1-1 0 0,0 1-144 15,-1 0 0-15,0-1 0 16,-1-1 0-16,3-1 0 0,1-1-432 15,2-2-64-15,2-3-32 0,2-1 0 0,3-1 480 0,1-2 192 0,3 0-128 0,1-3 128 16,2 1 0-16,0-2 0 0,4-1 0 0,0 0 0 16,1 0 0-16,1 0 128 0,1-1-128 0,1 1 128 15,2-1 48-15,0 0 16 0,-1 3 0 0,0 0 0 16,1 0 512-16,0 1 96 0,-1 1 32 16,-1 1 0-16,0 3-160 0,-13-3-32 0,0 0 0 0,0 0 0 0,33 18-400 0,-33-18-96 15,0 0-16-15,0 0 0 16,6 40-128-16,-10-28 0 0,-3 1 0 0,-1 0 0 0,-2 0 0 0,-2 0 0 15,-1 0 0-15,-2 1 0 0,1-3 0 0,0-2 0 16,-1 0 0-16,0-3 0 0,3-1 0 0,0-2 0 16,1 0 0-16,2-3 0 15,0-1 0-15,2-1 0 0,2-3 0 0,1 0 0 16,2-4-304-16,1 0-144 16</inkml:trace>
  <inkml:trace contextRef="#ctx0" brushRef="#br0" timeOffset="8110.83">10841 2802 16575 0,'1'-3'1472'0,"0"-1"-1168"0,0 1-304 0,-1 2 0 16,0 0 1184-16,1-1 176 0,0-1 48 0,1-3 0 16,0-2 688-16,0 1 144 0,-1 2 16 0,-2 0 16 15,-1 5-672-15,-1 3-128 0,-1 4-16 0,-1 0-16 16,-1 5-1712-16,0 2-352 16,-2 3-64-16,1-1-16 0,0 3 704 0,2-5 224 0,0-1 0 0,2-1 0 0,2-1-224 0,1-2 0 15,1-3 0-15,3-2-14816 16</inkml:trace>
  <inkml:trace contextRef="#ctx0" brushRef="#br0" timeOffset="8222.57">10965 2712 18431 0,'0'0'1632'0,"-1"0"-1312"16,0 2-320-16,0 0 0 0,0 0 2608 0,-2 4 448 16,1 1 80-16,-3 4 32 0,-1 3-672 0,-2 6-144 15,0 1-32-15,0 0 0 0,2-1-1712 0,0-3-352 16,2-1-64-16,1-7 0 0</inkml:trace>
  <inkml:trace contextRef="#ctx0" brushRef="#br1" timeOffset="66296.82">5561 11570 13823 0,'1'-3'1216'0,"0"0"-960"16,0 1-256-16,-1 1 0 0,0 0 1408 0,1-1 256 0,0-1 32 0,1-4 16 16,0 2 576-16,0 0 112 0,-2 1 32 0,0 2 0 15,-2 0-1104-15,0 2-224 16,0 2-32-16,0 0-16 0,-1 0-112 0,0 0-32 0,-1 1 0 0,1-1 0 0,1 2-144 0,-2 0-48 16,1 3 0-16,-1-1 0 0,0 4-304 0,-1 2-64 15,0 0-16-15,-1 4 0 0,0 6-144 0,-2 2-48 16,1 4 0-1,-2 5 0-15,1 0-144 0,-1 1 0 0,0-1 0 16,1 0 128-16,0-5-128 0,1-2 0 0,3-2 0 0,1-4 0 0,1-4 0 0,2-2 0 16,2-6 0-1,1-3 0 1,0-2-672-16,2-3-64 0,1-4-16 0,3-6-16336 0</inkml:trace>
  <inkml:trace contextRef="#ctx0" brushRef="#br1" timeOffset="66515.44">5622 11572 5519 0,'0'-8'496'0,"0"5"-496"0,0 0 0 0,0 0 0 16,1 1 2496 0,-1 0 416-16,1 2 80 0,0-1 16 0,1-1 224 0,-1 2 48 15,3 0 16-15,-1 0 0 16,1 2-1424-16,-1 1-272 0,2 0-64 0,0 2-16 16,1 1-768-16,-6-6-160 0,0 0-16 0,0 0-16 0,28 40-224 0,-28-40-32 15,14 33-16-15,-8-13 0 0,1 3-128 0,-2 4-32 16,2 3 0-16,-2 1 0 0,0 4 0 0,1-4 0 15,-2-2 0-15,1-3 0 0,0-2-128 0,-1-1 0 16,2-4 144-16,-2-2-144 0,-1-5 0 0,2-3 0 16,-1-1 0-16,-2-4-11248 15,2-2-2160-15</inkml:trace>
  <inkml:trace contextRef="#ctx0" brushRef="#br1" timeOffset="66758.98">5536 11829 11967 0,'-7'3'528'0,"4"-2"112"0,1 3-512 0,-1-4-128 0,2 1 0 0,0 1 0 16,1-2 1904-16,-1 1 336 0,1 0 80 0,2-1 16 16,1 0 480-16,1-2 80 0,4-1 32 0,1-4 0 15,2 3-672-15,2-4-128 0,1 1-16 0,2 0-16 0,-16 7-1200 0,30-10-224 16,-30 10-48-16,0 0-16 0,47-4-608 0,-47 4 0 15,0 0 0-15,44 10-17984 16</inkml:trace>
  <inkml:trace contextRef="#ctx0" brushRef="#br1" timeOffset="67442.67">6035 11954 7359 0,'-1'0'656'0,"0"0"-528"0,0 0-128 0,0 0 0 16,0 2 1808-16,0-2 336 0,-1 0 64 0,-1 1 16 0,-1 0 336 0,-1 1 64 15,1-2 0-15,2-2 16 16,-1 2-480-16,0-4-112 0,1-1 0 0,0-1-16 0,1-2-432 16,-1-1-96-16,1-1-16 0,0-2 0 0,0-2-560 0,1-1-112 15,0-3-32-15,0 1 0 16,1-2-432-16,-1 0-96 0,1-2 0 0,-1 2-16 0,0-1-112 0,0-1-128 15,1 1 176-15,0 0-176 0,1 1 0 0,-1 0 0 16,2 0 0-16,-1-2 0 0,1 3 128 0,0 3-128 16,-1 0 0-16,3 4 0 0,-1 2 0 15,0 3 160-15,0-1-160 0,1 5 128 0,0-1 0 0,1 4-128 16,-1 1 192-16,2 2-64 0,-7-4-128 0,0 0 0 16,0 0 144-16,30 31-144 0,-30-31 0 0,0 0 0 15,26 33 0-15,-26-33 0 0,0 0 0 0,0 0 0 16,28 34 0-16,-28-34 0 0,0 0 0 0,0 0 0 15,35 27 0-15,-35-27 0 0,0 0 0 0,0 0 0 0,0 0 0 0,0 0 0 16,34 34 0-16,-31-26 0 0,-1 3 0 0,0 3 0 16,0 3 0-16,-2 0 0 0,0 1 0 0,-2 4 0 15,1-3 0-15,0 0 0 0,-1-2 0 0,1 2 0 16,0-3 0-16,1-2 0 0,0-3 0 0,2-3 0 16,0-1-240-16,-1-2-16 0</inkml:trace>
  <inkml:trace contextRef="#ctx0" brushRef="#br1" timeOffset="68138.31">6474 11564 8287 0,'-2'-4'736'0,"1"2"-592"16,1-3-144-16,0 2 0 0,0 1 2048 0,0 2 384 16,1-2 80-16,-1-1 16 0,1-1 672 0,0 1 144 15,0 3 32-15,-1 0 0 0,1 5-1600 0,-1 2-320 0,0 5-64 0,1 2-16 16,-1 3-704-16,0 4-144 0,0 3-16 16,0 3-16-16,-1 3-240 0,-1 3-64 0,0 0 0 15,0-2 0-15,0 0 128 0,-1-3 32 0,2-2 0 0,0-4 0 0,1-1-32 0,-1-2-16 31,2-5 0-31,0-2 0 0,0-3-304 0,1-3 0 0,1-4 0 16,-1-2 0-16,1-5-448 0,2-2-80 0</inkml:trace>
  <inkml:trace contextRef="#ctx0" brushRef="#br1" timeOffset="68643.17">6481 11584 12895 0,'-6'-3'576'0,"3"1"112"0,2-1-560 0,-1 3-128 0,1-2 0 0,1 2 0 16,-1 0 2048-16,0 0 384 0,1-1 80 0,1 0 16 16,0 1-224-16,2-2-64 0,2-1 0 0,2 1 0 15,1-1-688-15,1 1-144 0,2 0-16 0,1-3-16 16,0 2-528-16,1-1-96 0,-13 4-32 0,26-8 0 16,-26 8-208-16,0 0-32 0,38-6-16 0,-38 6 0 15,0 0-304-15,0 0-160 0,0 0 160 0,0 0-160 0,0 0 0 16,41 14 0-16,-40-10 0 0,-1 4 0 15,-2 1 0-15,-2 0 0 0,-3 3 0 0,0 0 0 0,-1-1 0 0,-1 2 0 16,0 0 0-16,-2 0 0 0,-1 1 0 0,0-2-128 16,-1 0 128-16,0 0-160 0,0-2 0 15,1-1 0-15,0 0 0 0,2-1 0 0,0-2 160 0,1-1 0 16,0-2-144-16,2-1 144 0,2 0 0 0,2-1 0 16,0 1 0-16,2-2 0 0,1 0 0 0,2 0 0 15,1 0 0-15,0-2 0 0,3 1 0 0,0 1 0 16,3 0 0-16,-1 0 128 0,-8 0 64 0,0 0 0 15,0 0 0-15,44 3 0 0,-44-3-64 0,0 0 0 0,39 0 0 16,-39 0 0-16,0 0 64 0,40 7 0 16,-40-7 0-16,0 0 0 0,0 0-64 0,41 16 0 0,-41-16 0 15,0 0 0-15,0 0-128 0,0 0 0 0,16 31 0 0,-18-24 0 16,0-1 0-16,-1 2 0 0,-3 1 0 0,-1 2 0 16,-1-2 0-16,-1 1 0 0,-2 1 128 0,-1 0-128 15,1 0 0-15,-2-2 0 0,1 0 0 0,-3 1 0 16,1-2 128-16,1 1-128 0,1-2 128 15,0-2-128-15,0 2 0 0,0-3 128 0,2 1-128 0,1-2 0 16,2-1 0-16,-1 0 0 0,4-2 0 0,-1 0-18432 16</inkml:trace>
  <inkml:trace contextRef="#ctx0" brushRef="#br1" timeOffset="69185.91">6879 11671 14735 0,'-3'0'1312'0,"0"0"-1056"0,1 0-256 0,1 1 0 0,0-1 1808 0,-1 0 304 16,0 2 64-16,-4-2 16 0,0 1 944 0,0 0 176 0,3 1 32 0,1-2 16 15,3-2-1488-15,1 2-288 16,3-1-64-16,0 0-16 0,3 1-928 0,1-2-176 15,-9 2-32-15,0 0-16 16,35-1-208-16,-35 1-144 0,0 0 192 0,43 0-192 0,-43 0 0 0,0 0 0 16,42 3 0-16,-42-3 0 0,0 0 0 0,37-5 0 0,-27 2 0 15,-1-1 0-15,0 2 0 0,-2-3 0 0,-1 2 0 16,-4 1 0 0,0 2-1408-16,-2 0-176 0</inkml:trace>
  <inkml:trace contextRef="#ctx0" brushRef="#br1" timeOffset="69375.91">6912 11819 14735 0,'-3'2'1312'0,"1"-2"-1056"16,1 0-256-16,1 0 0 0,0 0 2432 0,0 0 448 0,0 0 64 0,2-2 32 16,2 2 352-16,1-1 80 0,-5 1 16 0,0 0 0 15,0 0-1904-15,41-7-384 0,-41 7-80 0,0 0-16 16,38-9-592-16,-38 9-112 0,0 0-16 0,38-8-16 15,-38 8-304-15,0 0 128 0,34-6-128 0,-34 6-12608 16,0 0-2576-16</inkml:trace>
  <inkml:trace contextRef="#ctx0" brushRef="#br1" timeOffset="71071.75">7534 11297 4607 0,'-1'-3'400'0,"0"1"-400"0,1 2 0 0,-1-1 0 0,1 0 624 16,-1 1 32-16,0-2 16 0,0 1 0 0,-2-1 448 0,0 2 96 15,-1-3 0-15,-1 3 16 0,0-2 0 0,-1 2 0 16,-1 0 0-16,0 2 0 0,-1-1 240 0,-1 1 32 16,-1 3 16-16,0-3 0 0,0 3 336 0,-1-2 64 15,-2 3 0-15,1 0 16 0,1 0-352 0,0 1-80 16,1 1-16-16,0 1 0 0,0 0-640 0,3-2-128 0,0 4-16 0,1 0-16 15,0 1-320-15,3 2-64 0,1 0-16 0,1 2 0 16,3 2-144-16,0 0-16 16,-2-18-128-16,7 37 192 0,-7-37-192 0,10 32 0 0,-10-32 0 0,0 0 0 15,20 45 0-15,-20-45 0 0,0 0 0 0,24 33 0 16,-24-33 0-16,0 0-128 0,0 0 128 0,0 0 0 16,33 36 0-16,-29-31 0 0,1-3 0 0,-3 0 0 15,-1 0 0-15,-1 1 0 0,-1-2 0 0,-1 1 0 16,-1 0 0-16,-2 0 0 0,-1 1 0 0,-2 1 0 15,2-1 0-15,-3-1 0 0,2 0 0 0,-1-2 0 0,0 1 0 0,1 1-128 16,0-2 128-16,2 0 0 0,1 0 0 0,0 0 0 16,3 0 0-16,-1 2 0 0,1-1 0 0,1 1 0 15,0 1 0-15,1-2 0 16,0 4 0-16,1-3 0 0,0 3 0 0,1-2 0 0,1 4 0 0,-1-3 0 16,-1 4 0-16,1-2 0 0,-1 0 0 0,0 0 224 15,-1 2-64-15,-1 1-16 16,-1-2 176-16,0 3 16 0,-1-1 16 0,0 1 0 0,-1 1-160 0,0 0-48 15,0 1 0-15,-1 1 0 0,0-1 16 0,1 2 0 16,0 0 0-16,-1 3 0 0,1-2 32 0,1 2 16 16,-1 0 0-16,2 1 0 0,0 0-80 0,1 1 0 0,2-4-128 0,-2-15 192 15,0 0-192-15,16 37 176 16,-16-37-176-16,0 0 160 0,0 0-160 0,37 27 0 0,-37-27 0 0,0 0 0 16,37 4-144-16,-37-4-16 0</inkml:trace>
  <inkml:trace contextRef="#ctx0" brushRef="#br1" timeOffset="74360.17">7801 11513 1839 0,'1'-1'160'0,"0"-1"-160"0,-1 2 0 0,0-1 0 0,0 1 816 16,1-1 128-16,0-1 16 0,0-3 16 0,1 1 384 0,0-1 80 0,-1 0 16 0,1 1 0 15,-2 0 400-15,0-1 96 16,0 2 16-16,0-2 0 0,-1 2 272 0,0 0 48 0,0 1 16 0,0-2 0 15,0 3-512-15,-1 1-112 16,0 0-16-16,0 0 0 0,0 1-752 0,1 1-144 16,-2 0-48-16,-1 5 0 0,0 0-384 0,0 3-80 0,-1 2 0 0,0 2-16 15,-1 3-240-15,0 4 144 16,-1 5-144-16,1-2 128 0,0 2-128 0,0-3 0 16,4 1 0-16,-1-3 0 0,3 1 0 0,1-6 0 0,2-2 0 15,-3-14 0-15,0 0 0 0,0 0 0 0,0 0 0 0,0 0 0 16,36 26 0-16,-28-28 0 15,2-2 0-15,0-4 0 0,2-1 0 0,-2-3 0 0,1 1 0 16,-2 1 128-16,0-1 192 0,-1 1 16 16,0 0 16-16,-1 1 0 0,-1 0-224 0,-1 1-128 15,0 1 160-15,-2-3-160 0,0 3 144 0,0 0-144 0,-1-3 128 16,0-2-128-16,0-1 224 0,-1 0-32 0,0-1-16 16,-1-1 0-16,-1 0-176 0,-2-2 128 0,1 0-128 15,-3 1 128-15,-1 2-272 0,0 2-64 0,-1 2-16 0,1 6 0 31,-2 2-1648-31,0 4-336 0,1 4-64 0,-1 6-12160 0</inkml:trace>
  <inkml:trace contextRef="#ctx0" brushRef="#br1" timeOffset="74761.13">8215 11418 12895 0,'-2'-5'1152'0,"1"0"-928"0,1 3-224 0,0 2 0 16,0-2 1088-16,0 2 160 0,-1-3 32 0,-1-2 16 15,1 3 992-15,-2-2 192 0,0 4 32 0,-1 4 16 16,0 3-864-16,-1 2-160 0,0 3-32 0,-1 3-16 16,0 2-352-16,-1 1-64 0,-2 4-16 0,-2 2 0 15,1 0-208-15,-1 1-48 0,0 2-16 0,-1 3 0 0,0-2-256 0,1 3-48 16,1-2-16-16,0-3 0 0,3 0-240 0,1-5-32 15,4-2-16-15,1 0 0 16,1-7-144-16,1 0 0 0,0-4 0 0,2-2-17984 16</inkml:trace>
  <inkml:trace contextRef="#ctx0" brushRef="#br1" timeOffset="75221.21">8419 11532 2751 0,'1'-2'128'0,"-1"1"16"0,1-1-144 0,-1 2 0 15,0 0 0-15,0 0 0 0,0 0 2624 0,-1 0 512 16,-1 0 80-16,0 2 32 0,0 1 112 0,-1-1 32 0,-1 2 0 0,0 1 0 16,1 0-1648-16,-2 2-320 0,1 0-64 0,0 1-16 15,-1 3-336-15,1-1-80 0,1 1-16 0,-1 4 0 16,0-1-336-16,1 3-80 0,1-1-16 0,1 1 0 0,0-2-80 0,2 1-16 16,0-4 0-16,1-2 0 15,-2-10-16-15,0 0-16 0,0 0 0 0,0 0 0 16,0 0-112-16,38 28-32 0,-29-30 0 0,-1-1 0 15,1-2 80-15,2-4 16 0,-1-1 0 0,1-2 0 16,-1-2-112-16,0 0 0 0,0-1-16 0,-1 0 0 16,1-2-176-16,-3-1 0 0,1 2 144 0,-4 0-144 15,0 1 128-15,-2 1-128 0,-4 3 128 0,-2 1-128 16,-1 2 176-16,-3 2-48 0,-4 1 0 0,-1 2 0 16,-3 3-128-16,-1 0 128 0,-1 3-128 0,1 4 128 15,1 0-128-15,1 0 0 0,1 3-192 0,3-1-18736 16</inkml:trace>
  <inkml:trace contextRef="#ctx0" brushRef="#br1" timeOffset="76146.89">8960 11752 5519 0,'-1'0'496'0,"1"0"-496"0,0 0 0 0,0 0 0 0,0 0 1536 0,0 0 192 0,0 0 64 0,-1 0 0 16,1 2 592-16,1-1 128 0,0 3 32 0,-1 1 0 15,1-1-368-15,0 4-64 0,-1-1 0 0,0 1-16 16,-1 3-592-16,0-2-112 15,-1 1-32-15,-1 1 0 0,-1-1-784 0,1 0-144 16,-1 2-48-16,-2-3 0 0,2 1-384 0,-3 0 0 16,-1 1 0-16,-1 1-15456 0</inkml:trace>
  <inkml:trace contextRef="#ctx0" brushRef="#br1" timeOffset="77689.5">9444 11510 6447 0,'2'-2'576'0,"0"-2"-576"0,-2 3 0 0,0-2 0 15,1 3 1680-15,0-2 240 0,1 0 32 0,1-5 16 0,1 0 624 16,-2 0 128-16,0 3 32 0,0 1 0 0,-1 0-304 0,-2 3-48 16,1 0-16-16,-2 0 0 0,1 1-912 0,0 3-176 15,-1-2-32-15,-1 0-16 0,1 3-608 0,-1-2-128 16,1 1-32-16,1 2 0 0,-1 0-272 0,-1 2-48 15,0 1-16-15,1 1 0 0,0 3-144 0,-1-1 0 16,1 3 0-16,0 1 0 0,1-1 0 0,0 1 0 16,1 3 0-16,1-1 0 0,1-1 0 15,1-4 0-15,0 1 0 0,-3-14 0 0,0 0 0 0,0 0 0 0,0 0 0 0,25 33 0 16,-18-31-128 0,-1-2 128-16,1-2 0 0,0 0 0 0,2-3 0 0,-1-2 0 15,-1-1 0-15,1-1 0 0,1 0 0 0,-1-3 0 16,-1 0 0-16,0 0 128 0,-1 0-128 0,-1 0 0 0,-1-2 0 0,0 0 0 15,-2 0 0-15,-1-2 0 0,-2 3 0 0,-1-1-176 16,-2 2 176-16,-1-2 0 0,-3 2-144 0,0-2 144 16,-1 4 0-16,-2 1 0 0,1 4 0 15,1 3 0 1,-1 4-464-16,1 1 16 0,-1 1 16 0,2 3 0 0,1 0-720 16,3 1-160-16,-1 1-32 0,1 0-13632 0</inkml:trace>
  <inkml:trace contextRef="#ctx0" brushRef="#br1" timeOffset="78657.63">9887 11425 14735 0,'-1'0'1312'0,"0"-2"-1056"0,1 1-256 0,0 1 0 16,0 0 1696-16,-1 0 288 16,0 0 48-16,1-2 16 0,-1 2-80 0,-1 0-16 0,0 0 0 0,0 2 0 15,-1 1-704-15,1-1-144 0,0 4-16 0,-2 0-16 16,0 1-176-16,0 1-48 0,0 1 0 0,-2 2 0 16,1 1-112-16,-3 0-32 0,2 2 0 0,-2 3 0 15,2-2-256-15,-2 3-48 0,1 1-16 0,1 0 0 16,-1-2-160-16,-1 4-32 0,-2 4-16 0,0 0 0 0,1 1-176 0,0 0 0 15,1-2 144-15,1-5-144 0,2-2 0 0,2-3 0 16,2-4 0-16,1-2 0 0,1-3 0 16,-1-2-128-16,4-3 0 0,1-3-17872 0</inkml:trace>
  <inkml:trace contextRef="#ctx0" brushRef="#br1" timeOffset="79396.56">10070 11498 6447 0,'1'-2'576'0,"-1"-2"-576"15,1 3 0-15,-1-1 0 0,0 0 1680 0,0 1 240 0,1 1 32 0,-1-2 16 16,1 1 1424-16,-1 0 304 0,0-2 48 0,0 3 16 16,0 1-1264-16,-2 1-256 0,1 3-64 0,0 4 0 15,-1 1-912-15,-1 2-192 0,0 4-48 0,1 3 0 16,-2 2-528-16,0 1-112 0,-1 4-32 0,0 0 0 15,0 0-96-15,1-2 0 0,0 0-16 0,0-1 0 0,2-4-240 0,1-3 176 16,1-16-176-16,1 29 160 16,-1-29-160-16,0 0-144 0</inkml:trace>
  <inkml:trace contextRef="#ctx0" brushRef="#br1" timeOffset="87246.01">10442 11785 9215 0,'0'-2'816'0,"0"2"-656"0,1 0-160 0,-1 0 0 0,0 0 1328 15,1 0 224-15,-1 0 48 0,1 0 16 0,0 0 384 0,1 3 80 16,0 1 16-16,0 3 0 0,-2-7-496 0,0 0-112 16,5 29-16-16,-5-18 0 0,1-1-368 0,-1 1-80 0,0 1 0 0,-1 0-16 15,-2-1-304-15,0 0-64 16,0-1-16-16,-2 1 0 0,-1-1-496 0,-1 1-128 0</inkml:trace>
  <inkml:trace contextRef="#ctx0" brushRef="#br1" timeOffset="88085.51">10924 11567 18431 0,'0'0'1632'0,"-1"0"-1312"0,1 0-320 0,0 0 0 15,0 0 1344-15,-1 0 192 0,1 0 32 0,-1-2 16 16,1 1-208-16,-1 0-32 0,1 0-16 0,-1 0 0 16,1 0-400-16,-1-1-80 0,1 0-16 0,-2 1 0 15,1 1-16-15,-1 0-16 0,0 1 0 0,-1 1 0 0,0 2-128 0,1 1-32 16,-2 4 0-16,0-1 0 15,1 1-208-15,0 4-48 0,-1 5-16 0,0 3 0 0,2 0-128 0,0 1-32 16,1 0 0-16,0-2 0 16,1-20-208-16,4 35 144 0,-4-35-144 0,0 0 128 15,0 0-128-15,17 38 0 0,-17-38 0 0,0 0 128 0,0 0-128 16,0 0 0-16,0 0 0 0,38 6 0 0,-31-11 208 16,0 1-32-16,1-2-16 0,-1-3 0 0,-1 1-16 0,2-1 0 15,-1 0 0-15,1-2 0 0,-1 2-144 0,-1-2 0 16,-1 0 0-16,0 1 128 0,-1 1-128 0,-2-3 0 0,1 0 0 0,0-2 0 15,-1 2 0-15,-1-4 0 0,-1 1 0 0,-1-4 0 16,-1 0 0 0,-1-2 0-16,-1-1 0 0,1 3 0 0,-1 2 0 0,-1 3 0 15,1 7 0-15,-1 2 0 0,0 3 0 0,-1 4 0 0,0 4 0 0,0 3 0 16,-1 2 0-16,1 1 0 0,0 3 0 0,3 1 0 16,0 1-256-16,2-3 0 0,1 1 16 15,0-15-17600-15</inkml:trace>
  <inkml:trace contextRef="#ctx0" brushRef="#br1" timeOffset="88341.34">11233 11726 11967 0,'2'0'1072'0,"0"1"-864"0,-1 0-208 0,0-1 0 0,0 2 2368 0,1 1 448 16,1 0 64-16,-3-3 32 0,0 0 256 16,0 0 48-16,0 0 16 0,26 37 0 0,-26-37-1552 0,0 0-304 15,0 0-64-15,0 0-16 16,14 33-656-16,-14-33-128 0,0 0-16 0,0 0-16 16,0 0-320-16,0 0-160 0,0 0 160 0,0 0-160 0,0 0 0 0,0 0-240 0</inkml:trace>
  <inkml:trace contextRef="#ctx0" brushRef="#br1" timeOffset="88942.77">11512 11515 6447 0,'0'-6'576'0,"0"1"-576"16,1 1 0-16,-1 2 0 0,1 0 3152 0,-1 0 528 0,0 0 96 0,1-1 32 16,0-2-80-16,1 0-16 0,-2 0 0 0,0-1 0 15,2 3-1920-15,-2-1-384 0,0 3-64 0,-1-1-32 16,1 2-608-16,-1 2-128 15,0 1-32-15,0 2 0 0,0-1-288 0,-1 3-48 0,0 1-16 0,-1 3 0 16,0 3-16-16,0 1-16 0,-2 2 0 0,1 1 0 16,-2 1-16-16,-1 2 0 0,1 1 0 0,-1 3 0 15,1-2-144-15,0 0 160 0,2-2-160 0,0-1 160 16,1-2-160-16,2-3 0 0,1-15 0 0,3 28-18784 16</inkml:trace>
  <inkml:trace contextRef="#ctx0" brushRef="#br1" timeOffset="89895.57">11834 11448 7359 0,'-1'-2'656'0,"1"2"-528"0,0 0-128 0,-1 0 0 16,1 0 1408-16,0-1 256 0,0 0 64 0,-1-1 0 15,0 0 976-15,1-1 208 16,-1 2 32-16,1-1 16 0,-1 0-832 0,1 0-160 0,-1 0-48 0,1 1 0 16,0 1-544-16,0-2-112 0,-1 2-32 0,1-2 0 15,0 1-512-15,0 1-96 0,0 0-32 0,0 0 0 16,0 0-224-16,0 0-48 0,0 0-16 0,0 0 0 0,0 0-48 0,0 0-16 15,0 0 0-15,0 0 0 16,-1 0-112-16,1 0-128 0,0 0 176 0,0 3-176 0,-1-3 192 0,0 2-192 16,-1 1 192-16,0 0-192 0,0 1 176 15,-1 3-176-15,0 0 160 0,-2 2-160 0,0 3 128 0,0 2-128 16,-2 4 0-16,-1 3 0 16,1 4 0-16,-3 2 128 0,2 3-128 0,-3 3 0 0,0 1 0 15,-2 4 0-15,0 2 128 0,0-4-128 16,1-1 0-16,0-3 0 0,2-4 0 0,1-3 0 15,1-1 0-15,0-4 0 0,3-3 0 0,-1-2 0 0,1-1 0 0,2-2 0 16,0-1 0-16,1-5-160 16,1 0-1040-16,1-3-208 0,0-2-32 0,1-2-15200 0</inkml:trace>
  <inkml:trace contextRef="#ctx0" brushRef="#br1" timeOffset="91262.96">11977 11612 1839 0,'1'-2'160'0,"-1"0"-160"0,0 1 0 0,-1 0 0 0,1 0 1296 0,0 1 240 16,0 0 32-16,-1 0 16 15,-1-2 1488-15,0 1 320 0,-1-1 48 0,1 1 16 0,0 0-880 0,-1 1-160 16,1-2-48-16,0 0 0 16,1 1-400-16,0-1-96 0,1 0-16 0,0 1 0 0,1-2-672 0,1 0-144 0,1 0-16 15,0-2-16-15,2 3-432 0,1-3-96 16,1 0-16-16,1 3 0 0,1-2-208 0,1 1-32 16,0 3-16-16,1 0 0 0,-11 0-32 0,0 0-16 15,0 0 0-15,43 17 0 16,-43-17-160-16,0 0 128 0,0 0-128 0,0 0 128 15,32 42-128-15,-32-42 0 0,0 0 0 0,0 0 0 0,11 38 0 16,-11-38 0-16,0 0 0 0,0 0 0 0,3 31 0 0,-3-24 0 16,0-4 0-16,-1 4 0 0,1-3 0 0,-1-1 0 15,-1 1 0-15,-1 0 0 0,-1 0 0 0,-2 3 0 16,-1 0 0-16,-2 2 0 0,-2 1 0 0,-1 0 0 0,-1 1 0 0,-1-2 0 0,-1 3 0 0,-2-2 0 16,2 0 0-16,1-1 0 0,1-2-208 0,2-2 16 15,0 2 16-15,3-5 0 16,2 0 176-16,2-2-160 0,1 0 160 0,2-2-160 0,1 0 160 0,1 0 0 15,1-1 0 1,1 1 0-16,-1 1 0 0,2-1 0 0,2 0 0 0,1 0 0 0,2 0 0 0,0 1 0 31,-9 1 0-31,0 0 0 0,33-2 192 0,-33 2-16 16,0 0-16-16,36 2 0 0,-36-2 16 0,0 0 0 0,34 5 0 0,-34-5 0 16,0 0-16-16,35 7 0 0,-35-7 0 15,0 0 0-15,32 2-16 0,-32-2 0 0,0 0 0 0,31-4 0 16,-20 1-144-16,-2 1 160 0,1-2-160 0,-2 1 160 15,-1 0-160-15,0 1 0 0,-1 2 0 0,1 0-19424 16</inkml:trace>
  <inkml:trace contextRef="#ctx0" brushRef="#br1" timeOffset="91711.73">12585 11841 20271 0,'1'-1'1792'0,"-1"-1"-1424"0,1 2-368 0,-1 0 0 16,1 2 1984-16,-1-2 336 0,0 2 64 0,1 1 16 15,0 2-160-15,-1 1-16 0,0 4-16 0,0-1 0 16,-2 3-1440-16,1-3-304 0,0 1-48 0,-1 0-16 0,0-1-176 16,-1 0-32-16,1 0-16 0,-1-1 0 15,-1 1-176-15,0 0 0 0,-1-1 144 0,-1 0-144 0,2 2 0 0,-2-2 0 16,1 2 0-16,-2-1-17344 0</inkml:trace>
  <inkml:trace contextRef="#ctx0" brushRef="#br1" timeOffset="92422.4">13103 11646 11055 0,'-2'-6'976'0,"0"3"-784"0,0 0-192 0,1 0 0 32,1 3 1072-32,-1-2 160 0,0 1 48 0,0 0 0 0,0 0 624 0,-1-1 128 15,0 0 16-15,-2-1 16 0,1 3-848 0,-1-2-192 0,1 4-16 0,-1-1-16 16,0 1-112-16,2 0-32 0,-3 2 0 0,-1 2 0 16,2-2 16-16,-2 3 0 0,2 0 0 0,-2 3 0 15,1 0 16-15,0 4 0 0,0 2 0 0,0 3 0 16,0 0-208-16,0 5-32 0,2-3-16 15,-1 1 0-15,2 0-80 0,0-2-16 16,2-20 0-16,3 31 0 0,-3-31-256 0,0 0-48 0,0 0-16 0,0 0 0 0,28 38-208 0,-17-38 0 16,1-2 0-1,1-3 0-15,-1-2 0 0,2-3 0 16,1-1 0-16,0-2 0 0,1-1 0 0,-2-1 0 16,0 0 0-16,-3-2 0 0,0 0 0 0,-1 2 0 15,-4 0-128-15,0-2 128 0,-3 2-384 0,-1 1 16 16,-2-1 16-16,-2 0 0 0,-1 1 352 0,-2 2 0 0,-1 0-144 15,-1 1 144-15,0 3 0 0,-3 3 0 16,0 0 0-16,0 3 0 0,1 0 176 0,-2 4-176 0,3 3 192 0,0-1-192 16,0 4 0-16,3-2 0 0,0 2 0 0,1-1 0 15,2 0 0-15,0 0-304 0,2-1 48 0,1-2-17152 16</inkml:trace>
  <inkml:trace contextRef="#ctx0" brushRef="#br1" timeOffset="92691.61">13412 11828 6447 0,'0'0'576'0,"1"1"-576"15,0 0 0-15,0-1 0 0,0 2 4736 0,0-2 832 16,0 3 160-16,1-1 32 0,0 2-2592 0,-2-4-528 16,0 0-96-16,0 0-32 0,0 0-1744 0,0 0-368 0,23 37-64 0,-21-33-16 15,0-1-320-15,0 2 0 16,-1-3 0-16,0-1 0 16,0 0-576-16,-1-1-64 0</inkml:trace>
  <inkml:trace contextRef="#ctx0" brushRef="#br1" timeOffset="94820.72">13659 11550 15663 0,'-4'3'1392'15,"1"-3"-1120"-15,0 2-272 0,2-2 0 16,0 0 1408-16,-1 1 208 0,-2 1 48 0,-1 0 16 0,-2 0 224 0,3-1 32 16,0 1 16-16,2 0 0 15,2-2-384-15,1-3-80 0,2 1-16 0,1 0 0 0,2-2-320 0,0-1-64 16,2 2 0-16,0-2-16 0,1 1-336 0,0 1-64 15,-1 2-16-15,1 0 0 0,0 1-336 0,0 0-64 16,-9 0 0-16,0 0-16 0,0 0-112 0,0 0-128 16,38 21 176-16,-38-21-176 0,0 0 128 0,0 0-128 15,0 0 0-15,12 41 0 0,-13-34 0 0,-1 2 0 16,0-1 0-16,-3 1 0 0,-1 0 0 0,0 1 0 16,0-3 0-16,-1 1 0 0,0 0 0 0,-1-1 0 0,1-1 0 0,0 0 0 15,1-1 0-15,-1-2 0 0,2 1 0 0,1-2 0 16,0 1 0-16,2-1 0 15,1-2 0-15,1 0 0 0,0-2 0 0,0 2 0 0,1-2 0 0,1 1 0 16,1 1 0-16,-1-2 0 0,1 2 0 0,-2 0 0 16,3 0 0-16,-1 0 0 0,0 0 0 15,0 0 0-15,1 2 0 0,0-2 0 0,0 3 0 0,-1-3 0 16,2 3 0-16,1-1 0 0,-6-2 0 0,0 0 0 16,0 0 0-16,0 0 0 0,0 0 0 0,35 27 0 0,-35-27 0 15,0 0 0-15,0 0 0 0,0 0 0 0,33 27 0 0,-33-27 0 16,0 0 0-16,0 0 0 0,0 0 0 0,0 0 0 15,0 0 0-15,0 0 0 0,8 38 0 0,-12-33 0 16,-2 0 0-16,0 0 0 0,-2 2 144 0,-1-3 32 16,-1 4 0-16,-1-2 0 0,0 0-176 15,0 0 128-15,0-1-128 0,0 0 128 0,1-1-128 16,1 1 0-16,1-4 0 0,3 1 0 0,1-2 0 0,1-2 0 16,4 1-192-16,0-1-18560 0</inkml:trace>
  <inkml:trace contextRef="#ctx0" brushRef="#br1" timeOffset="95345.7">14047 11553 911 0,'-2'-3'0'0,"1"0"0"0,1 2 0 0,0-2 0 16,0 2 3776-16,0 0 688 0,0 1 128 0,1-3 16 0,0 1-1088 0,1 0-208 15,0-3-48-15,0 1-16 0,1 1-1568 0,-1 1-304 16,0 0-64-16,-1 1-16 15,0 1-336-15,-2 0-64 0,1 1 0 0,-2 3-16 0,-2 3-176 0,-1 0-48 16,0 5 0-16,-1 3 0 0,0-1-288 0,-3 7-64 0,0 5-16 0,-3 2 0 0,0 4-160 16,-1 0-128-16,1 0 144 15,0 0-144-15,1-3 128 0,2-1-128 16,1-4 0-16,1 0 144 0,2-3-144 16,1-4 0-16,2-1 0 0,2-16 128 0,0 0-128 0,1 29 0 15,-1-29 0-15,0 0-18288 16</inkml:trace>
  <inkml:trace contextRef="#ctx0" brushRef="#br1" timeOffset="96576.07">14204 11712 13823 0,'-1'-2'1216'0,"0"1"-960"15,1-1-256-15,0 0 0 0,1 1 1600 0,-1-1 288 16,1 2 48-16,1-2 16 0,1 0 992 0,1-3 208 16,0 0 48-16,2 0 0 0,-1 0-1568 0,2 1-304 0,-1-1-64 0,0 2-16 15,0-1-304-15,1 2-64 0,0-1-16 0,0 1 0 16,-2 2-384-16,2 0-80 0,-2 0-16 0,2 0 0 15,-2 2-192-15,0-1-32 0,1 1-16 0,-3 0 0 16,-3-2-144-16,0 0 0 0,0 0 144 0,0 0-144 16,0 0 0-16,0 0 0 0,0 0 0 0,0 0 128 15,0 0-128-15,0 0 0 0,0 0 0 0,0 0 0 16,0 0 0-16,0 0 0 0,0 0 0 0,0 0 0 0,14 36 0 16,-20-32 0-16,-2 3 0 0,0-2 0 0,-1 2 0 0,-1 0 0 15,-1 1 0-15,0-2 0 16,1 2 0-16,0-1 0 0,1 0 0 0,0-3 0 0,4 1 0 15,0-1 0-15,1-1 0 0,2 0-128 0,0-1 128 0,1 1 0 16,1-3 0-16,1 2 0 0,0-2 0 0,0 0 0 16,2-2 0-16,0 2 0 0,1-3 0 0,0 1 0 15,2-1 0-15,-1 1 0 0,0 1 0 0,1-2 0 16,0 2 0-16,1-1 0 0,0-1 0 0,1 3 0 16,-8 0 0-16,0 0 0 0,0 0 128 0,0 0-128 15,36 5 160-15,-36-5-160 0,0 0 240 0,0 0-48 0,0 0-16 0,0 0 0 16,0 0-48-16,33 30-128 0,-33-30 192 0,0 0-64 15,0 0-128-15,-2 23 0 0,-1-17 144 0,-3 2-144 16,-1-1 0-16,-3 0 128 0,1 1-128 16,-2 0 0-16,-1 0 0 0,0 1 144 0,-1 0-144 0,-1 0 0 15,1 0 128-15,-1-1-128 0,1 2 0 0,0-3 0 16,2 1 0-16,-1-1 0 0,3-1 0 0,-1-1 0 16,2-2 0-16,1-1 0 15,3-2 0-15,0 0-19504 0</inkml:trace>
  <inkml:trace contextRef="#ctx0" brushRef="#br1" timeOffset="97090.91">14557 11916 17503 0,'2'-3'1552'0,"0"3"-1232"0,0-2-320 0,-1 2 0 16,0 0 2288-16,0 0 400 0,2 0 64 0,1 0 32 0,2 0-32 0,0 0-16 16,-1 0 0-16,-1 2 0 0,0 1-1520 0,-2-1-320 15,-2 3-48-15,0 0-16 0,-2 1-448 0,0 2-112 0,-1-1-16 0,-2 0 0 16,1 0-64-16,-2 0-32 16,0 3 0-16,0-1 0 0,-1-2-160 0,2 1 0 15,0-1 0-15,2 0-18576 0</inkml:trace>
  <inkml:trace contextRef="#ctx0" brushRef="#br1" timeOffset="98693.41">15096 11714 10127 0,'2'-2'896'0,"-1"0"-704"0,0 1-192 0,-1 1 0 15,1-2 1472-15,0 2 256 0,0-3 48 0,1-1 16 16,0-1 688-16,-1 0 144 0,1 1 16 0,-1 1 16 16,0 1-1008-16,-1-1-208 0,-1 3-32 0,0 0-16 15,0 3-416-15,0-1-80 0,-2 1 0 0,0 1-16 16,0 2-496-16,0 2-80 0,-1 2-32 0,-1 2 0 15,1 2-128-15,0 3-16 0,1 2-128 0,-2 2 192 16,2-2-64-16,-2 2 0 0,0 1-128 0,2-1 192 16,-1-1 0-16,1-2-16 0,1-2 0 0,2-16 0 15,0 29 32-15,0-29 16 0,0 0 0 0,0 0 0 0,0 0-224 0,0 0 0 16,16 35 0-16,-11-35 0 16,0-2 208-16,1 1 0 0,1-2 0 0,1-4 0 0,-1 2 144 0,1-3 32 15,-1 0 0-15,1 0 0 0,2-4-256 0,-1 0-128 16,0 0 128-16,0 0-128 0,-2-2 0 0,-1 0 144 15,0 0-144-15,-2-2 0 0,-1-1 208 0,-1 0-64 16,-2-5-16-16,-1 1 0 0,-1 0-128 0,-3-1 128 16,1 4-128-16,-1 1 128 0,-1 3-128 0,1 4 0 15,1 3 0-15,0 3 0 0,0 1 0 0,1 3-176 16,0 1 48-16,1 3 0 16,1 1-688-16,1 2-128 0,0-7-16 0,0 0-16000 0</inkml:trace>
  <inkml:trace contextRef="#ctx0" brushRef="#br1" timeOffset="98911.02">15335 11809 25791 0,'1'-2'1152'0,"-1"1"224"16,1 1-1104-16,0 0-272 0,-1 1 0 15,0 1 0-15,0 0 2320 0,0 1 416 0,1 1 80 0,-1-4 0 16,0 0-1360-16,0 0-288 0,7 36-48 15,-7-36-16-15,0 0-848 0,0 0-256 16,0 0 0-16,8 36 128 0,-6-32-512 16,0-2-80-16,0 1-32 0,1-3-16832 0</inkml:trace>
  <inkml:trace contextRef="#ctx0" brushRef="#br1" timeOffset="99328.82">15520 11679 8287 0,'0'0'736'0,"0"0"-592"0,0 2-144 0,0-2 0 0,0 2 3344 0,0-2 640 0,0 0 128 0,0 1 32 16,1 3-288-1,0-4-48-15,0 3-16 0,0 1 0 0,1-3-2128 16,0 1-448-16,-1 0-64 0,0 0-32 0,-1 0-640 0,0 3-128 16,0-2-32-16,-1 2 0 0,0 2-128 0,-2 2-16 0,-1-2-16 0,0 3 0 15,-1 2-160-15,-1-3 160 16,1 3-160-16,0-1 160 0,1-1-160 15,1-2 128-15,1 1-128 0,0-4 128 0,2-5-128 16,0 0 0-16,0 0 144 0,0 0-144 0,0 0 0 0,0 0 0 0,0 0 0 16,0 0 128-16,38 15-128 0,-31-16 0 0,-7 1 0 0,0 0 0 15,26 0 0-15,-26 0 144 0,0 0-144 16,0 0 0-16,0 0 128 0,32 9-128 0,-32-9 0 16,0 0 0-16,0 0 128 0,0 0-128 15,0 0 0-15,0 0 0 0,0 0 192 0,0 0-64 16,0 0 0-16,0 0-128 0,24 38 176 0,-25-35-176 15,1 0 160-15,-1 0-160 0,-1 0 192 0,1-1-64 0,-1 1-128 16,-1 1 192-16,-2-1-192 0,1 2 144 0,-1-1-144 16,-2-1 128-16,2 2-128 0,-3-1 0 0,0-1 144 0,-2 1-144 15,0 1 0-15,-1-3 0 0,-1 1 0 0,2-3 128 16,1 2-128-16,1-4 0 0,-2 0 0 0,2-1 0 16,1-1-256-16,-1-1-32 0,3 0 0 0,-1-3 0 15,1-1-1152 1,2-2-224-16,0-1-64 0,2 0-16224 0</inkml:trace>
  <inkml:trace contextRef="#ctx0" brushRef="#br1" timeOffset="99567.78">15451 11780 6447 0,'0'-4'272'0,"0"1"80"0,0 1-352 15,-1-1 0-15,1 1 0 0,1 2 0 16,-1-2 2864-16,1 0 496 0,0-3 96 0,0-2 32 0,2-1-640 0,0 0-128 16,0 1-32-16,0-1 0 0,-1 3-960 0,1 0-208 15,1 0-48-15,-1 2 0 0,0 2-416 0,2-3-96 16,-1 3 0-16,0-1-16 0,2 2-96 0,-1 0-16 15,1 0 0-15,0 0 0 0,-6 0-368 0,0 0-80 16,0 0 0-16,30 3-16 0,-30-3-16 0,0 0 0 16,27 2 0-16,-27-2 0 0,0 0-96 0,28-2-32 0,-20 1 0 15,1 1 0-15,-2-2-224 0,-1 0 0 0,1 1 128 0,-2-1-128 16,-1 2 0-16,-1 0 0 0,-1 0 0 0,-1 0-12992 16,-3 2-2592-16</inkml:trace>
  <inkml:trace contextRef="#ctx0" brushRef="#br1" timeOffset="100809.96">15957 11534 11967 0,'2'-2'1072'0,"-1"-1"-864"16,-1 1-208-16,0 0 0 0,0 1 1936 0,0-1 352 0,1 2 64 0,-1-5 16 15,1 0 368-15,0 2 80 0,-2 2 0 0,0-1 16 16,-1 2-1168-16,0 3-224 0,-1 1-48 0,0 5-16 15,-1 1-544-15,-2 6-128 0,1 4 0 16,-4 6-16-16,1 4-240 0,-3 6-64 0,-1 2 0 0,-1 2 0 16,-3-1-160-16,1 0-32 0,0-3-16 0,2-3 0 15,2-5-176-15,2 1 0 0,1-5 0 0,0-1 128 16,3-5-400-16,1-4-96 0,4-14-16 0,-4 23-17120 16</inkml:trace>
  <inkml:trace contextRef="#ctx0" brushRef="#br1" timeOffset="101476.76">16251 11550 19343 0,'0'1'1728'0,"-1"-1"-1392"0,1 2-336 0,-1-2 0 16,0 2 1840-16,0-1 288 0,0 3 64 0,-2 0 16 15,-2 5-112-15,0 2-32 0,-3 1 0 0,0 0 0 0,0 4-1072 0,-1-2-224 16,-1 1-32-16,0 2-16 0,-1 1-176 0,-1-1-32 16,1 4-16-16,0-4 0 0,0 2-64 0,0-3-16 15,1 0 0-15,0 1 0 16,2-2-176-16,2-3-48 0,3 0 0 0,0-1 0 0,3-11-192 0,0 0 0 15,0 0 128-15,0 0-128 0,0 0 0 0,0 0 0 16,27 33 0-16,-17-34 0 0,3-2 0 0,3-2 0 16,1-1 0-16,2 0 0 0,-1-1 208 0,0 2-48 0,0 0-16 15,-2 3 0-15,-2-3-144 0,0 3 0 16,-3-1 0-16,0 0 0 0,-3 2 0 0,-1-2 0 16,0 3 0-16,-2-2 0 0,0 0 0 0,-1 1-224 0,0 1 48 15,-1 0 16 1,0 1-1168-16,-1 1-224 0</inkml:trace>
  <inkml:trace contextRef="#ctx0" brushRef="#br1" timeOffset="101654.79">16315 11672 12895 0,'-6'-2'1152'0,"2"1"-928"0,0 1-224 0,1 1 0 15,1 1 2752-15,0 1 512 0,-1 0 112 0,-2 5 16 0,-3 1 96 0,-3 8 32 16,-2 4 0-16,-1 3 0 0,0 0-2160 15,0 2-416-15,1-1-96 0,1-1-16 16,1-2-416-16,1-3-96 0,1 0 0 0,1-3-16 0,1 1-176 0,1-1-128 16,1 1 144-16,2-4-144 0,3-13 0 0</inkml:trace>
  <inkml:trace contextRef="#ctx0" brushRef="#br1" timeOffset="102356.95">16613 11892 17503 0,'3'-2'1552'0,"0"-1"-1232"0,-1 1-320 0,-1 2 0 16,0 0 2128-16,0 0 368 0,2 0 80 0,1 0 16 16,-4 0-112-16,0 0-32 0,0 0 0 0,0 0 0 15,0 0-1680-15,7 47-352 0,-14-33-64 0,0 0-16 16,-1-1-544-16,-1-1-112 0</inkml:trace>
  <inkml:trace contextRef="#ctx0" brushRef="#br1" timeOffset="105110.93">17102 11678 5519 0,'1'-2'496'16,"0"0"-496"-16,0-1 0 0,0 2 0 0,0 0 1104 16,1 1 128-16,0-3 32 0,1-1 0 0,0-3 304 0,2 1 64 15,-2 0 16-15,-1 1 0 0,-1 3-480 0,0-3-80 16,-2 3-32-16,0-1 0 0,0 3 848 0,-2-2 160 15,-1 2 48-15,0 0 0 0,0 0-352 0,-2 2-64 16,1 0-16-16,-1 1 0 0,0 0-608 0,-1 1-128 16,1 3-32-16,-2 0 0 0,1 3-464 0,-1 3-80 15,0 2-32-15,0 7 0 0,-1-1-176 0,2 3-32 16,-1 4-128-16,1 1 192 0,0-2-192 0,0-2 128 16,3-1-128-16,2-3 0 0,2-21 0 0,2 33 0 15,-2-33 0-15,0 0 0 0,0 0 0 0,24 36 0 16,-24-36 0-16,19 0 0 0,-6-5 0 0,2-4 0 15,-1-1 0-15,3-3 0 0,0-2 304 0,2-5 16 0,-1 0 0 16,0 0 0-16,-3 1-320 0,-2 0 0 0,-3 0 0 0,-3 0 0 16,-1 1 0-16,-3-1 0 0,-1 0 0 0,-3-1 0 15,-2 4 0-15,-1-3 0 0,-1 1 0 0,0 1 0 32,-2 2-464-32,1-1 0 0,-2 3 0 0,-1 2 0 15,1 1-80-15,0 3-16 0,0 3 0 0,2 2 0 0,-1 1 368 0,2 1 64 0,-1 1 128 0,1 3-208 16,2-2-64-16,0 1-16 0,0 1 0 0,1 1-15136 15</inkml:trace>
  <inkml:trace contextRef="#ctx0" brushRef="#br1" timeOffset="105374.69">17280 11862 26719 0,'0'0'2368'0,"0"-1"-1888"0,1 1-480 0,0 0 0 15,-1 1 1520-15,0 1 208 0,1-2 32 0,0 2 16 16,1 2-240-16,0 1-32 0,0 0-16 0,0 2 0 16,-2-7-1088-16,0 0-208 0,0 0-64 0,0 0 0 15,6 36-128-15,-5-29 0 0,1-3 0 16,1-1 0-16,-1 0-192 0,0-1-80 0,1-2-16 0,1 0-16736 15</inkml:trace>
  <inkml:trace contextRef="#ctx0" brushRef="#br1" timeOffset="105786.89">17466 11599 11055 0,'-2'-3'480'0,"1"1"112"0,1 1-464 0,-1-1-128 0,1 0 0 0,0 2 0 15,1-1 2112-15,0 1 384 0,0-2 96 0,1 0 16 16,1-1 48-16,-1 1 16 0,2-1 0 0,-1 3 0 16,1-2-848-16,0 1-160 0,1 0-48 0,1-1 0 15,0 2-528-15,0 0-96 0,3-2-32 0,0 1 0 0,1 1-448 0,1-2-80 16,2 1-32-16,-1-1 0 0,1 1-272 0,-1 0-128 15,1-1 0-15,-1-1 128 0,0-1-128 0,0 1 0 0,-1 1 0 16,-1 0 0-16,-1 0 0 0,0 1 0 16,-2 1 0-16,0 0 0 0,-2 1 0 0,0 1 0 0,-1 0 0 15,-2 0 0-15,0 1 0 0,-2 1 0 0,0 1 0 0,-2-1 0 16,0 2 0-16,0 0 128 16,-1 3-128-16,-2 2 0 0,1-2 160 0,-3 3-160 15,1 2 192-15,-3 3-192 0,2 1 128 0,-2 2-128 16,-2 3 0-16,1 1 0 0,-1 0 0 0,-2 4 0 0,-1 1 0 0,0-1 0 15,0 1 0-15,1 0 0 16,1 1 0-16,1-4 0 0,3 0 0 0,1-5 0 0,3-2 0 16,4-19 0-16,-5 27 0 0,5-27-192 0,0 0 16 15,0 0 16 1,0 0-1376-16,0 0-256 0</inkml:trace>
  <inkml:trace contextRef="#ctx0" brushRef="#br1" timeOffset="106049.73">17476 11838 18431 0,'-2'-1'816'0,"0"-1"160"0,2 2-784 0,0-2-192 16,0 2 0-16,0 0 0 0,0-1 2496 15,0 1 448-15,2 0 80 0,0-2 32 16,2 1-624-16,1 0-128 0,2-3-32 0,1 1 0 0,2 0-1072 0,1-1-224 15,1-1-32-15,2-1-16 0,1 0-480 0,0 1-112 16,1-2-16-16,0 0 0 0,0 0-96 0,-2 1-32 16,0 0 0-16,-2 1 0 0,-1 3-192 0,0-3 0 15,-1 3 0-15,0-1 0 16,-1 1-528-16,-9 2-160 0</inkml:trace>
  <inkml:trace contextRef="#ctx0" brushRef="#br1" timeOffset="107092.85">18009 11553 12895 0,'1'-3'1152'0,"0"3"-928"0,-1 0-224 0,0 0 0 15,0 0 1888-15,0 0 336 0,1-2 64 0,0 2 16 16,0 0 16-16,0 0 16 0,-1 0 0 0,0 0 0 15,0 2-992-15,-2-2-208 0,0 3-48 0,0-1 0 16,-2 1-368-16,0 0-80 0,-1 1 0 0,0 3-16 16,-3 0-64-16,1 2-16 0,-1 3 0 0,-2 0 0 15,1 7-160-15,0 0-48 0,-1 2 0 0,0 3 0 0,1 0-80 0,1-1-32 16,0 0 0-16,3-3 0 0,0-1-80 0,5-19-16 16,-5 37 0-16,5-37 0 0,0 0-128 15,1 39 0-15,-1-39 0 0,0 0-17904 16</inkml:trace>
  <inkml:trace contextRef="#ctx0" brushRef="#br1" timeOffset="107603.21">18267 11550 11967 0,'2'-2'528'0,"-1"0"112"0,0-1-512 0,0 2-128 15,-1 1 0-15,-1 0 0 0,1 1 2048 0,-1 0 368 0,-1 1 80 0,0 0 0 16,0 0-192-16,-3 3-64 0,-1 1 0 0,0 0 0 16,-1 1-896-16,1 0-176 0,-2 1-32 0,1 1-16 15,0 0-224-15,-3 1-32 0,2 0-16 0,-2 3 0 0,1-3-96 0,-2 3-32 16,1-1 0-16,0 1 0 0,1-3-384 0,1 1-80 15,2-3 0-15,1 1-16 16,1-2-112-16,3-1 0 0,1-3-128 0,2 2 192 0,1-4-64 0,2 1-128 16,0 0 176-16,3-2-176 0,1 0 192 0,0-2-192 15,2 2 192-15,-11 0-192 0,0 0 144 0,31 4-144 16,-31-4 0-16,0 0 144 0,0 0-144 0,33 17 0 16,-33-17 0-16,0 0 0 0,0 0 0 0,0 0 0 15,26 32 0-15,-26-32 0 0,0 0 0 0,0 0 0 16,0 0 0-16,0 0 0 0,0 0 0 0,17 41 0 0,-16-36 0 0,0-2 128 15,-1 1 0-15,-1-1 0 0,0 2 0 0,-2-1 0 16,0-1 0-16,-1 2-128 0,-3-1 192 0,1 3-64 16,-2-2 0-16,0 2-128 0,-1 0 192 0,0 0-64 15,-2-2-128-15,0 2 0 0,1 0 0 0,-1-2 128 16,0 0-128-16,1-1 0 0,1-1 0 0,0-1 0 16,1-1 0-16,-1-1 0 15,1 0 128-15,0-1-128 0,0-4 0 0,1 1 0 0,0-1 0 0,1-2-18880 16</inkml:trace>
  <inkml:trace contextRef="#ctx0" brushRef="#br1" timeOffset="107824.7">18197 11570 21183 0,'2'-5'944'0,"-1"2"192"16,2 2-912-16,-1 0-224 0,0-1 0 0,0 2 0 0,1-2 2864 0,1 1 528 15,5-1 96-15,2-1 32 16,3 0-1408-16,3 0-256 0,1 0-64 0,0 0-16 0,3 1-1200 0,-2 0-224 16,0 0-48-16,-2 2-16 15,-2-2-288-15,-1 1 160 0,-1 1-160 0,-3 0 128 0,0 0-128 0,-3 1 0 0,-1 1 0 0,-3 1 0 16,1 0-320-16,-4 2-64 0</inkml:trace>
  <inkml:trace contextRef="#ctx0" brushRef="#br1" timeOffset="108268.34">18600 11882 25791 0,'1'-3'2304'0,"0"0"-1856"0,-1 2-448 0,0 1 0 15,0 0 2048-15,1 0 320 0,0 0 64 0,1-2 16 0,0 0-800 0,-1 2-176 16,0 2-16-16,-1 3-16 15,1-1-896-15,-3 4-176 0,2-8-48 0,-5 21 0 0,-1-10-320 0,0 2 144 16,-2 1-144-16,1-2 0 0,-1 0 0 0,0-1 0 16</inkml:trace>
  <inkml:trace contextRef="#ctx0" brushRef="#br1" timeOffset="109442.88">19258 11666 11055 0,'1'-4'976'0,"0"-1"-784"15,0 1-192-15,-1 3 0 0,0-1 1616 0,0 1 288 16,0 1 48-16,0-1 16 0,0-2 912 0,-1 1 192 0,0-1 48 0,0 1 0 16,-1 1-1744-16,0 0-352 15,0 1-64-15,-1 2 0 0,1 0-560 0,-1 1-96 0,0 2-32 0,-1 0 0 16,1 4 0-16,-3-2 0 0,1 5 0 0,0 0 0 15,-1 0 144-15,0 2 32 0,-1 3 0 0,0-1 0 0,0 1-64 0,2-1-16 16,-1-1 0-16,3-1 0 16,-1-2-128-16,4-12-32 0,-4 23 0 0,4-23 0 15,0 0-208-15,0 0 0 0,0 0 0 0,8 41 0 16,-8-41 0-16,0 0 0 0,0 0 0 0,0 0 0 0,0 0 0 0,0 0 0 16,0 0 0-16,33 16 0 0,-27-16 0 0,0-2 0 15,1-3 0-15,3 0 0 0,-1 1 368 16,1-4-32-16,1-1 0 0,2 0 0 15,-1-5-144-15,0 1-48 0,0-1 0 0,-2-3 0 16,-2 1-144-16,-1-3 0 0,-2 0 0 0,-2 0 128 16,-1-2-128-16,-2 0 0 0,-3 0 0 0,-1 1 0 0,0 4 0 0,-2-1 0 15,0 3 0-15,-1 5 0 0,1 3-224 0,-2 3-32 16,2 3 0-16,-2 1 0 0,3 4-512 0,-1 0-96 0,2 1-32 16,-2 3-10224-16,2 0-2048 15</inkml:trace>
  <inkml:trace contextRef="#ctx0" brushRef="#br1" timeOffset="109671.24">19492 11829 24879 0,'2'1'2208'0,"0"-1"-1760"15,0 2-448-15,-1-2 0 0,0 1 1872 0,1 1 304 0,0 0 48 0,1 1 16 16,-3-3-704-16,0 0-144 0,0 0-32 16,0 0 0-16,0 0-1040 0,32 33-320 0,-32-33 128 0,0 0-128 31,0 0-960-31,0 0-272 0</inkml:trace>
  <inkml:trace contextRef="#ctx0" brushRef="#br1" timeOffset="110111.95">19745 11614 19343 0,'-1'-2'1728'0,"1"1"-1392"16,0 0-336-16,1 1 0 0,-1 0 1920 0,1-2 320 15,-1 1 64-15,1-1 16 0,1 0 128 0,0-1 32 16,1 3 0-16,-1-1 0 0,0 2-1616 0,-2 1-320 15,0 1-64-15,-1 2-16 0,-1 0-144 0,-1 2-16 16,3-7-16-16,-7 18 0 0,7-18-32 0,-11 23-16 16,6-11 0-16,0-1 0 0,1-2-112 0,4-9 0 15,0 0-128-15,-6 26 192 0,6-26-192 0,0 0 128 0,0 0-128 0,0 0 0 16,0 0 0-16,0 0 0 16,23 33 0-16,-23-33 0 0,0 0 0 0,0 0 0 0,0 0 0 0,35 23 0 15,-35-23 0-15,0 0 0 0,0 0 0 0,0 0 0 16,0 0 0-16,25 39 0 0,-25-39 0 0,0 0 0 15,0 0 0-15,0 0 0 0,0 0 0 16,3 36 0-16,-4-32 0 0,0 1 144 0,0-2-144 0,1 0 192 16,0 0 16-16,-1-2 16 0,0 1 0 0,0 0 0 0,-1-2-64 15,-1 1-16-15,-1 1 0 0,1-2 0 0,-3 0-144 0,-1 2 192 16,-2-2-192-16,-2 2 192 0,0-2-192 0,-2 1 192 16,-2 1-192-16,0-2 192 0,1 0-192 0,-1 0 0 15,0 0 0-15,1 0 0 0,1 0-224 0,2 0-128 16,1-3-32-16,2 1-18368 15</inkml:trace>
  <inkml:trace contextRef="#ctx0" brushRef="#br1" timeOffset="110328.39">19710 11615 32255 0,'5'2'1424'0,"-2"-2"304"0,0 0-1392 0,0 0-336 0,0 0 0 16,1 0 0-16,0-2 1872 0,3 1 304 0,4 1 64 15,4-3 16-15,3 0-1424 0,3-2-304 0,0 1-48 0,0-2-16 16,-4 1-224-16,-1-1-48 0,-1 0-16 0,-3 2 0 16,-2-1-176-16,-1 0 128 0,-1 3-128 0,-3 0 128 15,-1 0-128-15,-1 1 0 0,-1 2 0 0,-2 3-19120 16</inkml:trace>
  <inkml:trace contextRef="#ctx0" brushRef="#br1" timeOffset="110726.66">20211 11492 3679 0,'0'-5'320'0,"0"2"-320"0,0 2 0 0,0-2 0 0,0 2 3520 0,0-1 640 16,0 2 128-16,0 0 32 0,0-3-480 0,0 1-80 15,-1 2-32-15,1-1 0 0,-2 1-1840 0,0 1-368 16,1 4-80-16,-3 0-16 0,0 2-720 0,-1 2-128 16,-2 3-48-16,-1 5 0 0,-1 2-176 0,-4 2-32 15,0 5-16-15,-1 1 0 0,-2 3-112 0,-2 3 0 16,0 0-16-16,-1 3 0 0,0-2-16 0,1-2 0 16,1-3 0-16,3-1 0 0,1-4-160 0,2-2 0 0,4 0 144 15,0-4-144-15,7-18 0 0,-5 33-160 0,5-33 16 16,0 0-18464-16</inkml:trace>
  <inkml:trace contextRef="#ctx0" brushRef="#br1" timeOffset="111440.96">20368 11672 24879 0,'0'0'2208'0,"0"0"-1760"0,0 0-448 16,0 0 0-16,0 0 1888 0,0-1 288 16,0 1 64-16,1 0 16 0,0-1-800 0,0 0-176 0,0 1-16 15,0-3-16-15,2 1-592 0,-1 1-112 0,1 0-32 0,-2-1 0 0,1-1-160 0,-1-1-32 16,-1 1-16-16,0 2 0 16,0 0-128-16,-2-1-32 0,0 2 0 0,-1 2 0 0,-1-1-144 0,-1 2 128 15,-2 2-128-15,-1 0 128 0,0 2-128 0,-2 0 0 16,0 1 144-16,1 1-144 0,0 2 0 0,-1 1 128 15,2 0-128-15,-1 3 0 0,-1 4 128 0,0-1-128 16,1 2 128-16,0 1-128 16,0-1 128-16,1 0-128 0,1 1 128 0,1-1-128 0,0-2 0 15,6-18 0-15,-6 34 0 0,6-34 128 0,0 0-128 0,-3 38 0 16,3-38 0-16,0 0 0 0,0 0 0 16,0 0 0-16,0 0 0 0,0 0-128 0,32 16 128 0,-24-20 0 15,0-2 0-15,3 0 0 0,0-2 0 16,2-1-128-16,-1-2 128 0,1 1-128 0,-1 0 128 15,0 0-192-15,0 1 192 0,-2 0-192 0,-1-1 192 16,0 3 0-16,-3 0 0 0,-1-2 0 0,-1 4 0 0,-3-2 176 16,-1 2-176-16,-1 0 192 0,-1 1-64 0,-3 1 0 15,-1-2 0-15,-2 3 0 0,-1-1-128 0,-4 0 160 16,-1 2-160-16,-3-2 160 0,0 3-160 0,-1 0-176 16,-1 1 48-16,3 1-18592 0</inkml:trace>
  <inkml:trace contextRef="#ctx0" brushRef="#br1" timeOffset="113624.88">20665 11892 1839 0,'1'-2'160'0,"-1"0"-160"0,0 1 0 0,1 1 0 0,0 0 976 0,0 0 176 16,0-2 16-16,1-1 16 0,2 1 1440 15,-1 0 272-15,0-1 64 0,1-1 16 0,-1 3 64 0,0-1 16 16,-2 2 0-16,1 0 0 16,-1 0-704-16,-1 2-144 0,0-1-32 0,-1 3 0 15,-1 0-880-15,1 2-176 0,-2 1-32 0,-1-2-16 0,1 3-704 0,0 0-144 16,-1-1-32-16,0 3 0 15,1-3-192-15,0 0-208 0</inkml:trace>
  <inkml:trace contextRef="#ctx0" brushRef="#br1" timeOffset="118638.57">21083 11637 5519 0,'-2'-3'496'0,"1"0"-496"0,-1 1 0 0,1 1 0 15,1 0 1952-15,0 0 288 0,0 1 64 0,-1 0 16 16,0-2 240-16,1 2 64 0,-2-2 0 0,1 0 0 15,0 1-1216-15,0-1-224 16,0 0-48-16,0 1-16 0,0-1-160 0,0 2-48 16,1-1 0-16,-1 0 0 0,0 1-80 0,0 0-32 15,0 0 0-15,-1 1 0 0,-1 0-160 0,0 4-48 0,-1 0 0 0,0 2 0 16,-1 2-160-16,0 3-48 0,-2 1 0 16,-1 2 0-16,-2 7-96 0,0 2-32 0,-2 0 0 15,1 1 0-15,1 0-96 0,1-2-32 0,2-2 0 16,2-2 0-16,2-4-128 0,3-15 0 0,0 0 144 0,2 37-144 0,-2-37 0 15,0 0 0-15,0 0 0 0,0 0 0 16,34 21 0-16,-23-23 0 0,0 0 0 0,0-3 0 0,1 0 128 0,1-2 96 16,2-1 32-16,1-1 0 0,0 0-128 15,-1-2-128-15,0 2 176 0,-1-2-176 16,0-1 0-16,-3 0 0 0,0 1 0 0,-3-4 0 0,-1 0 0 0,-1 0 0 0,-2-2 0 16,-3-2-144-1,-2 3 144-15,-1-3 0 0,-3 2 0 0,-1-2 0 0,0 2-128 0,0 2 128 16,-2 2-128-16,2 1 128 15,-2 5-640-15,2 1-32 0,-2 3-16 0,2 3 0 0,-1 3-256 16,1 1-48-16,-1 4-16 0,1 1-9232 0,-1 2-1856 0</inkml:trace>
  <inkml:trace contextRef="#ctx0" brushRef="#br1" timeOffset="118875.69">21241 11828 21183 0,'0'0'1888'0,"0"0"-1504"16,0 0-384-16,0 0 0 0,1 1 1728 0,-1 0 256 0,1-1 64 0,0 2 16 16,0 3-144-16,0-1-16 0,0 2-16 0,0-1 0 15,0 1-1296-15,-1 0-256 0,1 0-48 0,-1 0-16 16,1 0-272-16,0-1 160 0,1 0-160 0,0-1 128 31,1-1-960-31,1 0-192 0</inkml:trace>
  <inkml:trace contextRef="#ctx0" brushRef="#br1" timeOffset="119157.81">21486 11584 11967 0,'2'-3'1072'0,"-1"-1"-864"16,0 1-208-16,-1 3 0 0,1-1 1984 0,-1 0 368 15,2-4 64-15,1 0 16 0,-1 1 720 0,2-4 160 16,-1 4 16-16,-1 0 16 0,0 3-1520 0,-1-1-304 16,-1 4-64-16,0 1-16 0,0 1-704 0,-1 3-144 15,-1 1-16-15,-1 3-16 0,3-11-288 0,-6 26-48 0,2-7-16 0,-2-1 0 16,1 0-80-16,-3 3 0 0,0 3-128 0,-1 0 192 15,1-5-48-15,-1 3-16 16,0 1 0-16,-2 1 0 0,3-1-128 0,0-1 0 0,0 0 0 16,3-2 128-16,0-5-128 0,2-1 0 0,3-14-160 0,0 0-18320 15</inkml:trace>
  <inkml:trace contextRef="#ctx0" brushRef="#br1" timeOffset="119962.19">21885 11527 5519 0,'1'-3'496'0,"-1"1"-496"16,0 0 0-16,0 2 0 0,0 0 1616 0,0-2 240 15,0 1 32-15,-1-1 16 0,0-1 720 0,0-1 128 16,0 2 48-16,0-1 0 0,0 1-960 0,0 1-192 15,-1 1-48-15,0 0 0 0,0 3-320 0,0-2-64 16,-1 4 0-16,0 1-16 0,-1 1-304 0,-1 3-64 16,-1 4-16-16,-2 2 0 0,-1 6-288 0,-2 0-48 0,0 6-16 0,-4 2 0 15,-2 6-144-15,-1 2-16 16,-2-2-16-16,1 1 0 0,0-4-96 0,3 1 0 16,1-6-16-16,3 0 0 0,2-4-176 0,2-2 0 0,3-4 0 15,5-18 0 1,0 0-768-16,0 0-192 0</inkml:trace>
  <inkml:trace contextRef="#ctx0" brushRef="#br1" timeOffset="120793.26">22011 11619 11967 0,'-3'0'1072'0,"1"0"-864"0,0 0-208 0,1-2 0 15,0 2 1280-15,1 0 192 0,-1 0 64 0,0 0 0 0,1 0 1328 0,-1 0 272 16,0-2 48-16,1 1 16 0,1 1-1184 0,1-2-224 15,1 1-64-15,1 0 0 0,0-3-688 0,2 0-144 16,1 1-16-16,1 0-16 16,2-2-384-16,0 0-80 0,2 1-16 0,-1-1 0 0,1 1-192 0,1-1-64 15,-1 1 0-15,-2 2 0 0,1 0-128 0,-2 0 128 16,0-1-128-16,0 1 128 16,-2 2-128-16,-1-2 0 0,0 1 0 0,-1 1 128 15,-1 0-128-15,0-2 160 0,-1 2-160 0,0 0 160 0,-1 0-160 0,1 0 160 0,0 0-160 0,-1 0 160 16,1 0-160-16,-1 0 0 0,0 0 0 0,0 2 128 15,1-2-128-15,-1 0 0 16,0 1 0-16,0 1 0 0,0 0 0 0,-1-1 0 16,0 3 0-16,0-2 0 0,0 0 0 0,-1 1 0 15,0 2 0-15,-1-1 0 0,1 1 0 0,-2 0 0 16,0 2 0-16,-1 0 0 0,-1 3 0 0,0-3 0 16,-1 2 0-16,1 2 0 0,-2 0 0 0,0-1 0 0,-2 2 0 15,1 1 0-15,-1 2 0 0,-2-1 0 0,0 2 0 16,-1 3 0-16,-2 0 0 0,1 1 0 0,0-2 0 15,0 1 0-15,1-1 0 0,1-2 0 0,0 0 0 16,1-1 0-16,1-1 0 0,0 0 0 0,1-2 0 0,-1-1 0 16,3-1 0-16,-1 1 0 0,1-2 0 0,1-1 0 31,0-1-560-31,2-1 16 0,1-1 0 0,1-2-17168 0</inkml:trace>
  <inkml:trace contextRef="#ctx0" brushRef="#br1" timeOffset="121070.83">22001 11832 5519 0,'-3'-2'496'0,"0"1"-496"0,2 0 0 0,0 1 0 0,1-2 1344 0,0 2 192 15,-1 0 16-15,1 0 16 0,-1-2 912 0,0 1 176 16,1-1 32-16,0 0 16 0,2 1-464 0,0-1-112 15,2 0-16-15,2-1 0 0,2-2 208 0,2 1 48 0,3-1 0 0,2-1 0 16,3 0-1072-16,1-3-208 0,3 1-32 0,-1 2-16 16,0-2-704-16,1 1-144 15,1-1-16-15,-3 2-16 0,1-1-160 0,-4 2 0 0,-1 1 0 0,-2 1 0 16,-1 1-272-16,-3 2-96 0,-2-2-16 16,-1 2-17600-16</inkml:trace>
  <inkml:trace contextRef="#ctx0" brushRef="#br1" timeOffset="121499.91">22397 11934 26719 0,'1'-2'2368'15,"0"0"-1888"1,0 2-480-16,0 0 0 0,-1 0 2176 0,0 0 352 0,1 0 64 0,1 0 16 16,-2 0-1008-16,0 0-208 0,0 2-48 0,0 0 0 15,-3 3-816-15,-1 0-160 0,-2 2-48 0,1 2 0 16,-2-1-160-16,-1 1-32 0,1 1-128 0,-2-1 192 15,2 2-192-15,-1-3 0 0,2 1 0 0,0-1-18880 16</inkml:trace>
  <inkml:trace contextRef="#ctx0" brushRef="#br1" timeOffset="123773.19">22809 11660 15663 0,'-7'-2'1392'0,"2"1"-1120"0,0 2-272 0,1 1 0 16,2-2-304-16,0 0-112 0,0 2-32 0,-2 0 0 16,-2 1 1376-16,-3 2 272 0,0 1 48 0,0 2 16 15,0-1-112-15,2 0 0 0,1 0-16 0,1-1 0 0,2 0-304 0,1 1-64 16,0 0-16-16,1-1 0 0,-1 0 16 16,0 1 0-16,0 3 0 0,0-3 0 0,-1 2 96 0,1 1 32 15,-2 2 0-15,1-1 0 0,-1-1-160 0,2 1-32 16,-1 1 0-16,3-12 0 15,0 0-192-15,0 0-32 0,4 36-16 0,-4-36 0 0,0 0-256 16,0 0-48-16,34 16-16 0,-22-16 0 0,1-2 112 16,3-2 32-16,-1-3 0 0,4 0 0 0,0-1-80 0,-1-3-16 15,1 1 0-15,-4 0 0 0,-3 2-192 0,0 0-128 0,-1-2 128 16,-3 1-208-16,-1-1 208 0,-4 1 0 0,-2 0 0 16,-2 1-144-16,-2-1 144 0,-2 0 128 0,-3-1-128 0,-2 0 176 15,-1-1 112-15,0 1 32 0,0 3 0 0,1-3 0 16,-1 3-192-16,2 0-128 15,1 3 192-15,0 1-192 0,4 1 0 0,-2 1 0 0,3 1 0 0,-1 0 0 16,1 0 0-16,1 3-192 0,1-2 16 16,0 3-17040-16</inkml:trace>
  <inkml:trace contextRef="#ctx0" brushRef="#br1" timeOffset="124393.51">22781 11724 5471 0,'2'-3'480'0,"-1"-1"-480"0,0 3 0 0,-1-1 0 16,0 2 1760-16,0 0 256 0,1-2 48 0,0-3 16 16,0 0-96-16,1-1 0 0,-1 0-16 0,0 2 0 15,0-1-560-15,-1 0-128 0,0 3 0 0,-1-2-16 16,1 3-352-16,-2-1-64 0,1 1-16 0,0 1 0 16,0 0 32-16,-1-2 0 0,0 4 0 0,0-2 0 0,0 1-64 0,-1 1-16 15,1 0 0-15,-2 1 0 0,0 1-144 0,0 2-48 16,0 0 0-16,-1 4 0 15,1-1-208-15,-2 3-32 0,0 0-16 0,0 2 0 0,1 1-208 16,5-15-128-16,-8 28 160 0,8-28-160 0,-6 26 0 16,6-26-192-16</inkml:trace>
  <inkml:trace contextRef="#ctx0" brushRef="#br1" timeOffset="124993.58">23188 11581 11967 0,'1'-2'1072'0,"0"2"-864"15,-1-2-208-15,0 1 0 0,1 1 1488 0,-1 0 256 16,1-2 48-16,0 1 16 0,0 0 704 0,1-3 144 0,-2 3 32 0,1-2 0 15,-1 1-1168-15,0 2-240 0,0-1-32 0,0 0-16 16,-1 1-336-16,1 0-64 0,-1 0 0 0,-1 0-16 16,0 0-160-16,-1 1-16 0,0 0-16 0,0 1 0 15,-1 1-112-15,-2 2 0 0,0 2-16 0,-2 2 0 16,0 3-144-16,-2 3-32 0,-1 4 0 0,-2 2 0 16,0 3-176-16,-2 2-144 0,0 2 192 15,0 1-192-15,1-1 160 0,1-2-160 0,2-1 128 16,1-2-128-16,3-2 0 0,7-21 0 0,-8 38 0 0,8-38-18304 15</inkml:trace>
  <inkml:trace contextRef="#ctx0" brushRef="#br1" timeOffset="125792.68">23426 11636 10127 0,'1'-2'896'0,"0"-1"-704"16,0 1-192-16,-1 1 0 0,0 0 1104 0,1 0 192 0,0-1 48 0,1-3 0 15,0-2 1472-15,0 1 288 0,-1 0 64 0,-1 2 16 16,-1-1-1056-16,-2 2-208 0,0 1-32 0,-2 2-16 16,0 0-752-16,-1 2-160 0,0 1-16 15,-2-1-16-15,0 3-320 0,0-1-64 0,-1 2-16 0,2 0 0 16,-1 0-80-16,0 0-32 0,2 0 0 0,1 0 0 15,0-1-192-15,3 0-32 0,1-1-16 0,0 1 0 16,1-2-176-16,1 1 128 0,-1-4-128 0,0 0 128 16,0 0-128-16,0 0 0 0,0 0 0 0,32 24 0 15,-32-24 0-15,0 0 0 0,30 12 0 0,-30-12 0 0,0 0 0 0,35 14 0 16,-35-14 0-16,0 0 0 0,32 22 0 0,-32-22 0 16,0 0 0-16,0 0 0 0,28 38 128 0,-28-38-128 15,0 0 128-15,0 0-128 0,12 42 0 0,-12-42 128 16,0 0-128-16,0 0 0 0,0 36 0 0,-1-30 0 15,0 2 0-15,-2-3 0 0,0 0 0 0,-1-1 0 16,0 1 0-16,-1-2 0 0,0 1 0 0,-3-2 0 16,2 0 0-16,-2-1 0 15,0 1 0-15,0-1 0 0,-3 0 0 0,1-1 0 0,0 0 0 0,0-1 0 16,-1 0 0-16,0-1 0 0,2 1 0 0,1-2 0 16,-1 0 0-16,2 0 0 0,1-2 0 0,-1 1 0 0,1-3 0 15,2 2 0-15,0-3 0 0,0 2 0 0,2-2 0 0,-1-1 0 16,3 2 0-16,0-3 0 15,1 1 0-15,2 2 0 0,-1-1 0 0,3 2 0 0,0 1 0 0,0 0 0 16,2 0 0-16,0 1 0 0,0 1 0 0,3-1 0 16,-2 1 0-16,2-2 0 0,1 3 0 0,1-5 0 15,1 2 0-15,0-1 0 0,0 0 0 0,1-1 0 16,0 0 0-16,0 0 0 0,-1 0 0 0,-2-2 0 16,0 4 0-16,0-5 0 0,-2 3 0 0,-2-2 0 15,1-1 0-15,-4 1 0 0,-1 0 0 0,-1 1 0 16,-2-1 0-16,-3 1 0 0,0 1 0 0,-3 0 128 15,-2 2-128-15,-2-1 0 0,0 1 0 0,-1 2 0 16,-1 1 0-16,0-2 0 0,0 3 128 0,1-1-128 16,1 2 0-16,1 0 0 0,1 0 0 0,2 2 0 15,2-2-400-15,1 1-64 0,0 1-16 0,2 0-17392 16</inkml:trace>
  <inkml:trace contextRef="#ctx0" brushRef="#br1" timeOffset="126808.72">23758 11418 20271 0,'0'0'1792'0,"0"0"-1424"0,-1 0-368 0,1 0 0 16,0 0 1792-16,0-2 304 0,0 2 48 0,1-1 16 15,-1 1-560-15,2-2-96 0,2-1-32 0,0 1 0 0,1 1-448 0,1 0-112 16,1-1-16-16,2-1 0 16,-2 1-192-16,2-1-64 0,0 1 0 0,0 2 0 0,-1 0-256 0,0 0-48 15,-1 0-16-15,0 2 0 0,-1 1-128 0,-2-1-48 16,0 3 0-16,-2-3 0 0,0 3-144 0,-1 0 128 16,0-1-128-16,-2 2 128 0,0 0-128 0,-1 0 0 15,0 0 0-15,-1 1 0 0,-1 0 0 0,0 1 0 16,0-2 0-16,0 2 0 0,-1-3 0 0,2 2 0 15,-2-1 0-15,1 0 0 0,2 0 0 0,-2 0 0 16,1 0 0-16,-1-1 0 0,2 1 0 0,-2 0 0 16,0 0 0-16,-1 0 0 0,1 1 0 0,-1 0 0 0,1 3 0 15,-2-1 0-15,1 3 0 0,0-3 0 16,1 1 0-16,0 0 0 0,4-10 0 0,0 0 0 0,0 0 0 0,-2 36 0 16,2-36 0-16,0 0 0 0,0 0 0 0,0 0 0 15,0 0 0-15,37 23 0 0,-26-25 0 0,0 1 0 16,1-1 0-16,1-1 0 0,-1-1 0 0,0 1 0 15,-2-1 0-15,0 1 0 0,-2 1 0 0,-1-3 0 16,0 0-224-16,-3 1 80 0,0 1 16 0,-2-2 0 16,-2 2 128-16,-1 0 0 0,-2 1-144 0,1 1 144 15,-2-2 0-15,-1 3 0 0,0 0 0 0,-1 1 0 16,1 1 0-16,-1 1 0 0,0 0 0 0,2 0 0 0,-2 2 0 0,2 0 0 16,-1 2 0-16,1-2 0 0,0 2 0 0,2-1 0 15,2-6 0-15,0 0 128 0,0 0-128 0,-8 29 0 16,8-29 0-16,0 0 128 15,0 0-128-15,0 0 0 0,0 0 0 0,2 41 0 0,-2-41 0 0,0 0 0 16,0 0 0-16,0 0 0 0,0 0 0 0,14 45 0 16,-14-45 0-16,0 0 128 0,0 0 0 0,0 0-128 15,0 0 192-15,17 47-64 0,-17-47 0 0,0 0 0 16,0 0 0-16,0 0 0 0,0 0-128 0,8 43 192 16,-8-43-192-16,0 0 192 0,0 0-192 0,0 0 0 15,4 40 0-15,-4-40 0 0,0 0 0 0,0 0 0 0,0 0 128 0,-2 41-128 16,2-41 0-16,0 0 160 0,-7 28-160 0,7-28 160 15,0 0-160-15,-11 26 160 0,7-19-160 16,-3 1 160-16,2-2 32 0,-3 2 16 0,0-1 0 0,-2 0 0 16,-1-2 0-16,0 2 0 0,-2-3 0 0,0 1 0 15,-1 0-64-15,-1-1-16 0,-1-1 0 16,-3-2 0-16,-1-2-128 0</inkml:trace>
  <inkml:trace contextRef="#ctx0" brushRef="#br1" timeOffset="143511.09">3590 10844 7359 0,'0'-2'656'0,"0"-1"-528"0,1 1-128 0,-1 2 0 0,-1 0 944 0,1-2 144 16,0 1 48-16,-1-3 0 0,1-1 208 15,-1 0 32-15,0 1 16 0,0 1 0 0,0-1-176 0,1 1-48 16,-1 3 0-16,1 0 0 0,-2-2-16 0,1 2 0 16,1 0 0-16,-1-2 0 15,0 2-160-15,0 0-32 0,0 0-16 0,0 0 0 0,0 0-368 0,0 2-80 16,0 0-16-16,-1 0 0 0,1 1-128 0,-1 2-32 16,-1 2 0-16,1 2 0 0,-1 1-192 0,1 4-128 0,-1 2 160 0,0 6-160 31,0 2 0-31,0 2 0 0,1 2 0 0,-1 0 0 0,2-1 0 0,0-2 0 0,0 1 0 15,2-6 0-15,0-5 0 0,1-2 0 0,1-3 0 0,-1-3 0 16,3 0 0-16,1-5 0 0,-1 0 0 0,1-2 0 16,0 0 0-16,1-2 0 0,-1 0 0 0,3-3 0 15,-2-2 240-15,2-2 48 0,1-1 16 16,1-1 0-16,-1 1-112 0,-1-2 0 0,1-2-16 0,0 2 0 16,0-2-176-16,-1-1 0 0,0 1 0 0,-1-2 0 15,-2 3 0-15,2-1-176 16,-1-4 176-16,-1 1-192 0,0-1 16 0,-1 3 0 0,-2 0 0 0,-2 1 0 15,0 2 176-15,-1 4 0 0,-2 2 0 0,1 3-128 16,-3 1 128-16,-1 4 0 0,2 1 160 0,-1 2-160 16,-2 2 256-16,2 2-64 0,-1 3 0 0,0 2 0 15,2 1 64-15,-1 2 16 0,1 1 0 0,1-1 0 0,1 0-80 16,0-1 0-16,1 0-16 16,1-1 0-16,1-3-176 0,-1-1 0 0,2-2 144 0,-1-1-144 15,1-1 0-15,-1-2 0 0,2 0 0 0,-1-3 0 16,1 0 0-16,0-1 0 0,0 1 0 0,0-2 0 15,1-2 0-15,0 1 0 0,-1 1 0 0,2-2 0 16,1 2-320-16,-2 0-96 0,2 0-16 0,-1 0-14496 0</inkml:trace>
  <inkml:trace contextRef="#ctx0" brushRef="#br1" timeOffset="143990.26">4057 10755 11967 0,'1'-5'528'0,"0"2"112"0,0 1-512 0,-2 1-128 16,1 1 0-16,-1 0 0 0,0 1 1616 0,-1 0 304 0,-2 2 48 0,-2 0 16 15,-1 1-304-15,-1 3-48 0,-2-2-16 0,0 2 0 16,1 0-864-16,-1-1-176 0,-1 2-48 0,0-2 0 16,1 1-192-16,1 0-32 0,0-1-16 0,-1 2 0 15,3-1-288-15,-1 0 128 0,1 0-128 0,2-2 0 16,2-1 0-16,0 1 0 0,1 0 0 0,1 0 0 16,1 0 256-16,1-2-48 0,2 1-16 0,1 0 0 15,-1 0 176-15,3-1 16 0,0 0 16 0,2 2 0 16,0-3-144-16,-8-2-48 0,0 0 0 0,0 0 0 0,43 12-208 0,-43-12 128 15,0 0-128-15,0 0 0 0,44 12 0 16,-44-12 0-16,0 0 0 0,0 0 0 0,0 0 0 0,39 16 0 16,-35-13 0-16,1 1 0 15,-5-1 0-15,0 1 0 0,-1-1 0 0,-4 2 0 0,0 0 0 16,-2 2 0-16,-1 0 0 0,-3 1 144 16,1 0 112-16,-2-1 32 0,0 3 0 0,-2-3 0 0,1 2-16 0,1-3 0 15,2 0 0-15,1-1 0 0,3 0-272 16,1-3 0-16,4-2 0 0,0-1 0 15,3 0-704-15,2-4-128 0,3 0-48 0,1-1-12960 0</inkml:trace>
  <inkml:trace contextRef="#ctx0" brushRef="#br1" timeOffset="144177.1">4209 10796 23951 0,'2'-3'1056'0,"0"2"224"0,0-1-1024 0,-1 2-256 0,0 0 0 0,0 0 0 15,0 2 1760-15,2-2 288 0,1 0 64 0,3 1 16 16,1 0-1040-16,2-2-224 0,0 1-32 0,1-1-16 16,0 1-816-16,0-2 0 0,0-1 0 0,-2 0 0 31,2 1-576-31,-4 1-80 0,0 0-16 0,-3 3-13920 0</inkml:trace>
  <inkml:trace contextRef="#ctx0" brushRef="#br1" timeOffset="144328.97">4249 10896 10127 0,'0'2'896'0,"0"-1"-704"0,0 1-192 0,0-2 0 0,0 2 2288 0,1-1 416 16,-1 3 96-16,1 1 16 0,1 3-432 15,0 0-80-15,1 2 0 0,-1-1-16 0,0 1-1584 0,0-3-304 0,1 0-64 0,0-2-16 16,0 0-320 0,-2-2 0-16,2 0 0 0,1-2-8832 0,1-2-1664 0</inkml:trace>
  <inkml:trace contextRef="#ctx0" brushRef="#br1" timeOffset="144706.29">4438 10823 18431 0,'3'0'816'15,"-1"0"160"-15,0 0-784 0,-1 2-192 0,0 0 0 16,-1-1 0-16,0 1 1664 0,0 2 272 0,0 4 64 0,-1 1 16 16,0 3-288-16,0 0-64 0,-1 4-16 0,0-1 0 15,-1 1-752-15,0-1-128 16,0 1-48-16,0-2 0 0,1-2-464 0,-1 0-112 0,0-5-16 0,2 1 0 0,0-3-128 0,0-2 0 15,1-3 0-15,0-2 0 16,1 0 0-16,1-3 0 16,0-2-128-16,1-2 128 0,1-1-352 0,0-2 0 15,1-2 0-15,-1 0 0 16,2 2-608-16,-2 0-128 0,1 1-32 0,0-2 0 0,0 0 608 0,0 0 128 0,1 2 32 16,0-1 0-16,1 2 352 0,-2 3 192 0,1 0-32 0,-2 2 0 15,2-2 768-15,-1 3 160 0,0 1 16 0,1 0 16 16,-2 1-240-16,2 0-48 0,-2 2-16 0,2-2 0 15,-1 2-256-15,-1 0-48 0,1 2-16 0,0-1 0 16,0 2-176-16,-1 0-48 0,0 2 0 0,0-1 0 16,0 4-64-16,-2-2-16 0,0 4 0 0,-1 0 0 15,-1-1-64-15,1 0 0 0,-2 1-128 0,1 0 192 16,0 1-192-16,-1-4 0 0,1 3 128 0,0-3-128 0,0-2 0 0,1-1 0 16,2-3 0-16,1-1-11712 15,1 0-2256-15</inkml:trace>
  <inkml:trace contextRef="#ctx0" brushRef="#br1" timeOffset="145149.93">4799 10889 17503 0,'-1'2'1552'0,"1"-1"-1232"0,0 1-320 0,0-2 0 15,0 0 1968-15,0 1 336 16,0 0 64-16,1 1 0 0,0 1-496 0,2-1-96 15,0 1-32-15,1-5 0 0,2 1-592 0,0-3-112 0,1 0-16 0,0-2-16 16,1-1-304-16,0-3-64 16,2 1-16-16,-2-2 0 0,-1 1-304 0,1-1-48 0,-3 0-16 0,0 2 0 15,0-1-256-15,-4 2 128 0,-1 0-128 0,-1 1 0 16,-2-1 0-16,-2 1 0 0,0 0 0 0,-3 0 0 0,1 2 128 0,-2 3-128 16,1 0 0-16,-1 4 0 0,0 0 128 0,1 3-128 15,0 0 0-15,0 2 0 0,3 0 128 0,-2 1-128 16,3 1 144-16,-1 0-144 0,2 1 0 0,1-1 0 15,1-2 0-15,1 1 0 16,0-2 0-16,2 0 0 0,1 0 0 0,1-1 0 0,-1 0 0 16,2-3 0-16,2 3 0 0,-1-3 0 0,-6-2 0 15,0 0 0-15,0 0 0 0,0 0 0 0,45 24 192 0,-45-24-64 16,0 0-128-16,0 0 192 0,29 36-32 16,-29-36-16-16,0 0 0 0,12 40 0 0,-10-25-144 0,-2 1 128 15,-2 0-128-15,0-1 128 0,-2 2-128 16,-2-4 0-16,1-1 144 0,-3-2-144 0,1-2 144 0,-2 0-144 0,-1-3 192 15,-2 2-192-15,0-2 240 0,-1-1-64 0,-3 2-16 0,1-2 0 16,1 1 736-16,-4 0 128 16,0-1 48-16,-2 1 0 15,2 0-1760-15,2-3-336 0,2 0-80 0,1-2-18176 0</inkml:trace>
  <inkml:trace contextRef="#ctx0" brushRef="#br1" timeOffset="146144.4">5260 10604 14735 0,'1'-2'1312'0,"0"1"-1056"0,-1 0-256 0,0 1 0 16,0 1 1408-16,0 0 208 0,1-1 48 0,0 3 16 15,1 2-80-15,0 3-32 0,-1 1 0 0,0 3 0 16,0 2-928-16,-1 1-192 0,1 0-48 0,-1 1 0 15,0-1-160-15,0-4-48 0,1 1 0 0,0-5 0 16,1 1-192-16,-1-4 0 0,2 1 0 0,0-3-8512 16,2-2-1600-16</inkml:trace>
  <inkml:trace contextRef="#ctx0" brushRef="#br1" timeOffset="146274.69">5369 10592 9215 0,'-2'0'816'0,"1"0"-656"16,0 1-160-16,0 1 0 15,0 0 2256-15,0 1 432 0,0 1 64 0,0 4 32 0,-2 4-304 0,0 4-64 16,-1 4-16-16,1 0 0 0,3-1-1376 0,0-2-288 0,1-3-48 0,2-2-13744 16</inkml:trace>
  <inkml:trace contextRef="#ctx0" brushRef="#br1" timeOffset="148238.99">5501 10742 9215 0,'2'-4'816'0,"0"1"-656"15,-1 3-160-15,-1 0 0 16,0 0 1392-16,0 0 240 0,0 0 48 0,0 0 16 15,1 2 176-15,-2 3 48 0,1 2 0 0,-1 2 0 16,0 3-832-16,-2 5-144 0,2 0-48 0,-2 1 0 0,0 2-256 16,0-2-64-16,0 4-16 0,0-3 0 0,-1 1 48 0,0-2 16 15,2-3 0-15,-2-1 0 0,0 0 608 0,1-5 128 16,1 0 32-16,-1-1 0 16,1-4-976-16,-1 1-192 0,2-3-32 0,-1-1-16 15,2-1-944-15,-1-1-176 0,2-1-32 0,0-1-16 0,0 0 1584 0,1-3 320 16,0-1 64-16,0 0 16 15,1 0-1584-15,-1-5-320 0,2 0-64 0,1 0-16 0,-2 0 992 0,2-2 0 0,1 1 0 0,-1 0 0 16,1 1 176-16,-1 0-176 0,1 1 160 16,-1-1-160-16,1 2 192 0,0 1-48 0,-1-1-16 15,1 3 0-15,-2 0 64 0,1 2 16 16,-1 0 0-16,0 1 0 0,0 0 240 0,0 1 32 0,-1 0 16 0,0 3 0 0,0 0-96 0,-1 2-16 16,-1 2 0-16,0 2 0 0,0 4-208 0,-1 0-48 15,-1 6-128-15,-1-1 192 0,0 0-32 0,-1 2-16 16,-1 0 0-16,1 1 0 0,-2 2-144 0,1-2 0 15,1-1 144-15,-1-2-144 0,3-4 0 0,-1-3 0 16,2-1 0-16,-1-3 128 0,2-1-128 0,0-1 0 16,1-2 0-16,0-3 0 0,1 0 0 0,0-2 0 15,2-3 0-15,0 1-128 16,0-2-96-16,1-3-16 0,1-2 0 0,0-1 0 16,0 1-720-1,0-1-128-15,0-1-48 0,0 2 0 0,1-3 592 0,-1 1 112 0,-1 1 32 0,-1 1 0 0,1 2 272 0,-1 3 128 0,-1 0-128 0,0 1 128 16,1 1 176-16,-2 2 112 0,1 3 32 0,-1 2 0 15,-1 0 544-15,0 2 112 0,1 1 32 0,0 0 0 16,1 3-320-16,-1 0-64 0,1 2-16 0,-1 2 0 16,1-2-352-16,-3 3-64 0,2 1 0 15,-2-1-16 1,0-1-176-16,0 2 192 0,-1 1-192 0,-2 0 192 16,0 3-192-16,0-4 0 0,-2 0 0 0,0-2 128 0,0 0-128 15,1-1 0-15,0 0 0 0,0-3 128 0,1 0-128 0,1-4 0 16,0 1 0-16,2-3 0 15,0 0-384-15,1-3-96 0,1-1-32 0,2-1-16448 16</inkml:trace>
  <inkml:trace contextRef="#ctx0" brushRef="#br1" timeOffset="148409.03">5809 10733 14735 0,'1'-1'1312'0,"0"-1"-1056"0,1 1-256 0,-1 0 0 16,0 2 2368-16,-1-1 400 15,1 1 96-15,1-1 16 0,0 2 144 0,3 1 48 0,1 0 0 0,-1 1 0 16,2-2-1904-16,-1-1-368 0,-6-1-80 0,0 0-16 16,0 0-560-16,0 0-144 0,0 0 0 0,0 0-11440 15,0 0-2320-15</inkml:trace>
  <inkml:trace contextRef="#ctx0" brushRef="#br1" timeOffset="148588.76">5816 10894 911 0,'-1'0'0'0,"1"0"0"0,1 0 0 0,-1 0 0 16,0 0 3360-16,0 0 592 0,1 0 112 0,-1 2 32 0,1 0-416 0,0 3-80 15,-1 0-16-15,0 2 0 0,0 2-2000 16,-1 1-416-16,0 2-80 0,-1 0 0 16,0 0-640-16,0 0-128 0,0 0-32 0,0-1 0 0,2-1-288 15,-1-1 0-15,2-2 128 0,-1-2-10048 16,3-5-2000-16</inkml:trace>
  <inkml:trace contextRef="#ctx0" brushRef="#br1" timeOffset="149009.91">5977 10816 17503 0,'0'2'1552'0,"-1"-1"-1232"15,1 0-320-15,-1 1 0 0,-1 1 2032 0,1 2 336 0,-2 0 80 0,-1 6 16 16,-1 3-16-16,-3 3 0 0,1 2 0 0,0-2 0 15,1 2-1248-15,0-5-256 0,2-1-48 0,0-2-16 16,2-2-480-16,1-2-80 0,0-2-32 16,2-2 0-16,0-1-288 0,0-2 0 0,1-3 128 0,1-2-128 0,-1-1 0 0,2-2 0 15,0-1 0-15,-1-1-144 16,2-1-320-16,1-3-64 0,-1-1-16 0,3 1 0 31,-3-1-144-31,2 1-16 0,-1 0-16 0,1 0 0 0,-1 0 352 0,1 3 80 0,-3 1 16 0,1 3 0 0,0 1 272 16,-2 2 0-16,2 0 0 0,-2 3 0 0,0-2 304 0,0 3 112 15,0 0 32-15,0 0 0 0,0 0 240 16,-2 1 48-16,3 1 16 0,-1-2 0 0,1 3-320 0,-2-1-64 16,2 0-16-16,0 1 0 0,-1 2-176 0,-1-1-48 15,1 3 0-15,-2 0 0 0,1 3 0 0,-2-1-128 0,0 0 192 0,-1 1-64 16,-1 2 0-16,0 2 0 16,-1 3 0-16,-1 2 0 0,0-2-128 0,0 2 128 15,2-3-128-15,0-2 128 0,2-2-128 0,-1-2 0 0,2-4 0 0,0 0 0 16,1 0-176-1,-1-3-64-15,0-1-16 0,1-1-17664 0</inkml:trace>
  <inkml:trace contextRef="#ctx0" brushRef="#br1" timeOffset="149237.74">6285 10517 17503 0,'2'0'1552'0,"-1"0"-1232"0,-1 2-320 0,0-2 0 0,0 1 2016 0,-1 3 352 15,2-2 64-15,-2 3 0 0,-1 4 224 16,-1 1 32-16,-1 0 16 0,-1 1 0 16,0 1-1472-16,1-2-288 0,0-1-64 0,0 1-16 0,1-1-608 0,-1-2-128 0,1 0-128 0,1-2 176 31,1 0-624-16,1-3-112-15,1 1-16 0,1-1-16400 0</inkml:trace>
  <inkml:trace contextRef="#ctx0" brushRef="#br1" timeOffset="149375.1">6387 10514 21183 0,'2'0'944'0,"-1"-2"192"0,-1 2-912 0,0 0-224 0,0 2 0 0,-1-1 0 15,-1 3 2064-15,0-1 368 0,-1 3 80 0,-4 6 16 16,-2 2-848-16,-1 3-160 0,-2 2-48 0,0 0 0 0,2 0-960 0,0 0-192 15,3-2-32-15,0-1-16384 16</inkml:trace>
  <inkml:trace contextRef="#ctx0" brushRef="#br1" timeOffset="151920.35">6619 10763 7359 0,'0'-2'656'0,"0"-1"-528"0,0 1-128 0,0 1 0 16,0 0 688-16,0 1 96 0,1-2 32 0,0 0 0 0,0 1 864 0,0-4 176 15,0 3 48-15,0-3 0 0,0 1-352 0,0 1-64 0,0 2-16 0,-1 0 0 16,1 1-304-16,-1-2-64 0,0 2-16 0,0 0 0 16,1 0-240-16,-2 2-48 0,0-2-16 0,-1 2 0 15,1 0-240-15,-2 1-48 0,0 4-16 0,0-3 0 16,-1 4-192-16,2 1-32 0,-3 3-16 0,0 3 0 0,0 1-64 0,-1 1-16 31,3-1 0-31,-1 1 0 0,2 0 0 0,0 2 0 16,2-1 0-16,1-4 0 0,1-1-160 0,-2-13 0 0,0 0 0 0,0 0 128 0,0 0-128 0,0 0 0 15,0 0 0-15,0 0 0 16,43 19 0-16,-35-25-144 0,1-3 144 0,-1 0 0 0,-2 1-144 0,2-3 144 16,1-1 0-16,0-5-144 15,0 1 672-15,0-1 144 0,-2 0 32 16,-1 2 0-16,-3 0-1440 15,-1 3-288-15,-3 0-48 0,-1 2-16 0,-1 3 896 0,-3-1 192 0,-1 2 0 0,-2 2 0 0,0 1 0 0,0 3 0 0,1 0 0 0,0 0 0 16,1 2 0-16,1 0-192 0,1 2 192 0,1 2-160 16,0-1-32-1,2 1-16-15,1 0 0 0,3 1-8832 0,0-3-1776 0</inkml:trace>
  <inkml:trace contextRef="#ctx0" brushRef="#br1" timeOffset="152159.39">6864 10714 1839 0,'2'-8'160'0,"-1"4"-160"0,1-1 0 0,-1 2 0 0,0 1 4320 0,-1 0 832 15,1 2 160-15,0-4 48 0,1 1-1968 0,1 0-384 16,-1 1-64-16,-2 2-32 0,0 2-1344 0,0 4-272 16,0 2-48-16,-2 4-16 0,1 2-688 0,-1 4-144 15,0 2-16-15,-1 4-16 0,0 3-240 0,-2 3-128 16,0 1 160-16,0 2-160 0,0 0 144 0,1-2-144 15,1 0 128-15,0-2-128 0,1 1 0 0,-1-3 0 16,1-6 0-16,2-2 0 0,-1-4 0 0,1-4 0 16,1-2 0-16,-1-4 0 15,1-2-1168-15,0-1-112 0,1-2-32 0,0-2-14112 0</inkml:trace>
  <inkml:trace contextRef="#ctx0" brushRef="#br1" timeOffset="152421.23">6854 10750 11055 0,'1'-8'480'16,"0"1"112"-16,2 2-464 0,0 1-128 0,-1 1 0 0,-1 1 0 0,1 1 1168 0,3-2 224 15,3-3 32-15,3-1 16 0,1 2 176 0,0 0 48 16,0 2 0-16,-1 0 0 0,-1 0-512 0,-1 3-80 16,-9 0-32-16,0 0 0 15,0 0-160-15,0 0-48 0,0 0 0 0,26 35 0 0,-26-25-272 16,-3 0-64-16,-2 2-16 0,-2 2 0 15,-2 0-288-15,-1-1-48 0,-1 0-16 0,-1 1 0 0,-1 1-128 0,0-2-224 16,2-3 48-16,0 2 16 16,0-4 160-16,1-2-208 0,3-1 80 0,-1-2 128 15,2-1-1072-15,1-2-80 0,3-2-32 0,1-1-11040 16</inkml:trace>
  <inkml:trace contextRef="#ctx0" brushRef="#br1" timeOffset="152776.38">7021 10784 21183 0,'1'0'1888'0,"1"0"-1504"0,0 0-384 0,-1-2 0 16,0 2 2176-16,2 0 384 15,0-1 64-15,4 0 0 0,1-1-544 0,3-1-112 0,1-2-32 0,1 1 0 16,0 1-1280-16,0-2-256 0,1 1-48 0,-2-1-16 0,1 1-144 0,-2 1-16 16,1 1-16-16,-3-3 0 0,-1 2 0 0,0 1 0 31,-2-2 0-31,-1 1 0 0,-1-2-160 0,0 1 160 0,-1 1-160 0,-1-4 160 15,0 2-160-15,-2-2 160 16,0 0-160-16,-1 0 160 0,-1 0-160 0,-1 1 0 0,0 0 0 0,-1-1 0 16,-1 2 0-16,-2 0 0 0,-1 3 128 0,0 1-128 15,-1 2 0-15,-1 1 0 0,-1 3 0 0,0 2 0 16,1 3 0-16,1-1 0 16,0 0 0-16,1 1 0 0,1 1 0 0,2 0 0 0,1-1 0 0,-1 1 0 0,3-1 0 15,-2 1 0-15,1 1 0 0,2-2 0 16,1-1 128-16,1-2 32 0,2-2 16 0,1 0 0 15,-4-5-16-15,0 0 0 0,0 0 0 0,0 0 0 16,0 0-160-16,40 12 0 0,-40-12 0 0,0 0 128 0,30-3-128 0,-20 1-224 16,1-1 48-16,-1 1-12176 15,0 0-2432-15</inkml:trace>
  <inkml:trace contextRef="#ctx0" brushRef="#br1" timeOffset="153114.24">7278 10706 15663 0,'0'-2'1392'0,"1"1"-1120"16,-1 0-272-16,0 1 0 0,0 0 2976 0,1-2 544 16,1 1 96-16,1-3 32 0,1 1-1072 0,0-1-208 15,3-1-32-15,-1 1-16 0,3 1-1520 0,-1-2-304 16,0 2-64-16,1 1-16 0,1 1-32 0,-1 1-16 0,-9 0 0 0,0 0 0 16,0 0-208-16,0 0-32 0,40 16-128 0,-40-16 192 15,0 0-192-15,0 0 0 0,12 36 0 0,-12-25 0 16,-2-1 128-16,-1 1-128 0,-1 1 0 0,-2-3 0 15,1 1 128-15,0-3-128 0,-2 0 0 0,2-2 0 16,0 0 0-16,1-3 128 0,0-2-128 0,0 0 0 16,3-2 0-16,0-1 0 0,2-2 0 0,1-1 0 15,2-2 128-15,0-3-128 0,2 1 0 0,1-2 0 16,-1 0 192-16,2 0-64 0,3-2-128 0,0 0 192 16,-1 0-192-16,0 2 0 0,0 0 128 0,0 1-128 0,1 1 0 0,-1 0 0 15,0 3 0-15,-1 0 0 0,0 0 0 0,-1 2 0 16,0 3 0-16,0-1 0 15,-2 1-960-15,0 2-64 0,-1 0-32 0,1 2-10528 16,-1 2-2112-16</inkml:trace>
  <inkml:trace contextRef="#ctx0" brushRef="#br1" timeOffset="153841.7">7599 10730 8287 0,'3'0'736'0,"0"0"-592"16,0 0-144-16,-2 0 0 0,1-1 2160 0,1 0 400 0,3-1 64 15,2-1 32-15,3-2 144 0,0 1 16 0,0-4 16 0,0 2 0 16,-1-2-1088-16,-2 1-208 0,0 0-64 0,-1 0 0 15,0 0-656-15,-2 0-144 0,0 2-32 0,-3 0 0 16,0-2-256-16,-1 5-64 0,-1-3-16 0,-2 0 0 16,1 1-176-16,-2-1-128 0,-1 1 144 15,-2-1-144-15,1 2 0 0,-3 0 128 0,0 1-128 0,0 2 0 16,-1 0 0-16,2 0 0 0,0 3 0 0,0 1 0 16,2 2-176-16,-1 0 176 0,2 1-160 0,0 3 160 15,-1 2 0-15,1 0 0 0,0 2 0 0,-1 1 0 0,1 0 0 0,0 0 0 31,0 2 0-31,0 0 160 0,1-2 16 0,2-1 0 0,0-2 0 0,1-2 0 0,0 2-16 16,1-5 0-16,0 2 0 0,2-3 0 0,-1 0-160 0,3-4 0 16,-1 1 144-16,2-3-144 0,1-3 0 0,1 0 128 15,0-3-128-15,0-1 0 0,1 0 272 0,-1 0-16 16,0-3 0-16,0-1 0 0,0 1-256 0,-1-1 0 16,0 1 0-16,-1-1 0 0,-1 1 128 0,-1 0-128 15,0 0 0-15,-2 2 0 0,1 0 160 0,-1 1-160 16,0 0 128-16,0 2-128 0,-1 0 128 0,0 2-128 15,0 1 128-15,0 1-128 0,-1 1 0 0,1 0 0 0,0 2 0 0,0 2 0 16,1 2 0-16,-1 2 0 16,0-1 0-16,0 3 0 0,-1-10 224 15,0 0-32-15,0 0-16 0,7 36 0 0,-7-36-176 0,0 0 192 0,0 0-192 0,0 0 192 32,0 0-192-32,0 0 0 0,26 32 0 0,-21-32 0 0,0 0 0 0,2-3 0 0,0 0 0 0,1-4 0 15,0 2 0-15,1-3-256 0,1 0 64 0,0 0 16 16,0-4-864-16,0 2-176 0,1-1-48 0,-2-1 0 15,1 0-144-15,-3 0-48 16,2-1 0-16,-3 1 0 0,1 0 944 0,-3 2 192 0,1 0 48 0,-1 3 0 0,-1 0 272 0,-1 2 224 31,0 0-32-31,0 1-16 0,0-1 880 0,0 0 176 16,-1 1 48-16,0-1 0 0,-1 0-304 0,2 1-48 0,0-1-16 0,0 0 0 16,1 0-528-16,-1 0-96 0,0 1-32 0,0-1 0 0,0 0-256 0,0 3 160 15,0 0-160-15,0 2 128 0,0 2 16 0,-2 0 0 31,0 3 0-31,-1 4 0 0,0 3 128 0,-1 2 32 0,-1 3 0 0,-1 4 0 16,2 2-176-16,-2 4-128 0,0 1 144 0,0 1-144 0,1 0 128 0,0-3-128 16,1 2 0-16,1-3 144 0,2 0-144 0,-1-6 0 15,0-19 0-15,4 35 128 16,-4-35-128-16,5 31 0 0,-5-31 0 0,0 0 0 16,0 0 0-16,12 33-224 0,-8-30 80 0,-1-1 16 15,0-4-752-15,0 0-144 0,-1-1-16 0,0-2-10448 16,1-2-2080-16</inkml:trace>
  <inkml:trace contextRef="#ctx0" brushRef="#br1" timeOffset="154079.79">7861 10659 18431 0,'0'0'1632'0,"0"0"-1312"16,0 0-320-16,1 0 0 0,0 0 2752 0,0-2 464 15,-1 2 112-15,4-1 0 0,2-1-1168 0,-1 1-240 16,3-2-64-16,0 0 0 0,2-1-864 0,0 0-176 16,1 0-48-16,-1-1 0 0,0 2-432 0,1 0-80 15,1-2-32-15,-1 1 0 0,1 1-224 0,-1-2 0 16,0 2 0-16,-1-1 0 16,1 1-1216-16,-1-2-256 0,1 2-32 0,-2 0-15056 0</inkml:trace>
  <inkml:trace contextRef="#ctx0" brushRef="#br1" timeOffset="154244.04">8149 10640 21183 0,'6'-2'1888'0,"-2"-3"-1504"0,0 2-384 0,-1 1 0 16,0 1 2336-16,0-2 400 0,5-2 80 0,4-2 0 16,5-1-896-16,-1-1-192 0,1 0-48 0,-2 1 0 15,-2 4-1120-15,-2 1-240 0,-1-1-32 0,-2 3-16 16,0 1-272-16,-3 0 0 0,-1 0 0 0,-1 1-11296 15,-2 3-2352-15</inkml:trace>
  <inkml:trace contextRef="#ctx0" brushRef="#br1" timeOffset="154403">8214 10709 15663 0,'-2'2'1392'0,"0"-1"-1120"15,1 1-272-15,0 0 0 0,0 0 3040 0,0 1 544 16,0 1 128-16,-1 1 0 0,-1 5-752 0,-1 2-144 15,2 4-48-15,-1 0 0 0,1-1-1968 0,1-1-400 0,-1 0-80 0,1-4 0 16,1 1-320-16,1-3 0 0,0-3 0 0,1-1 0 31,1-1-800-31,1-3-160 0</inkml:trace>
  <inkml:trace contextRef="#ctx0" brushRef="#br1" timeOffset="155048.91">8340 10707 9215 0,'-1'2'816'0,"0"-2"-656"16,0 2-160-16,1-2 0 0,-1 1 2608 0,-1 3 480 0,0-2 112 0,-1 3 0 16,-1 4 256-16,-2 3 64 0,-1 3 0 15,1 1 0-15,0-1-1952 0,1 1-384 0,1-2-80 0,1-2-16 16,2 1-480-16,1-2-96 0,0-11-32 16,0 0 0-16,0 0-304 0,0 0-176 0,0 0 192 0,0 0-192 15,28 33 144-15,-20-35-144 0,0-1 0 0,0-1 144 0,2-3 0 16,0-1 0-16,-1-1 0 0,0-1 0 0,1-2-144 0,-2 0 0 15,-1 1-192-15,-1-3 192 0,-1 2-320 16,-2 2 48-16,0-2 16 0,-2 3 0 0,-1-1 80 0,-1 1 32 16,-1 2 0-16,-2 0 0 15,0 3 144-15,-3 1 0 0,0 0-144 0,-1 1 144 0,0 2-128 16,0 0 128-16,-1 2-160 0,1 3 160 0,1-1 0 16,0 1 0-16,1 0 128 0,0 2-128 0,2-2 320 15,0-1-32-15,1 2-16 0,2-2 0 16,0-1-80-16,1 1-32 0,1-3 0 0,1 1 0 15,0-1-160-15,2-1 0 0,1-1 0 0,3-2 0 0,0 1 128 0,2-3-128 0,0 1 128 16,0-3-128-16,3 2 160 0,0-3-160 16,-1 0 192-16,1 1-192 0,-1-1 0 0,-1 2 0 0,0 0 0 15,-1 0 0-15,0 1 0 0,0 1 0 16,-2 1 0-16,0 0-144 0,-8 3 144 0,0 0 0 0,0 0 0 0,0 0 0 16,0 0 0-16,36 9 0 15,-36-9 0-15,0 0 0 0,0 0 0 0,10 33 0 16,-10-21 128-16,-2 0-128 0,0 0 224 0,-1 0-32 15,-1 2 0-15,0-2 0 0,-1 0-192 0,1-2 144 16,2 1-144-16,-1-4 128 0,1 0-128 0,0-2 0 16,2-1 0-16,-1-3 0 0,1 1 0 0,-1-4 0 15,2 1 128-15,0-1-128 0,1 0 0 0,1-5 0 0,1 0 144 16,1-1-144-16,1-1 128 0,1-3-128 0,2-2 128 0,1 0-128 16,1-1 0-16,0-1 0 0,0 3 0 0,0 0 0 15,0 1 0-15,0 2 0 0,-1 2 0 0,-1 2 0 16,-1 2 0-16,-2 2 0 0,-6 2 0 0,0 0 0 15,0 0 0-15,0 0 128 0,19 33-128 0,-19-33 128 16,0 0 80-16,6 42 32 0,-6-42 0 0,3 27 0 16,-3-27-112-16,1 32-128 0,-1-32 176 0,1 26-176 15,-1-26 128-15,-1 20-128 0,0-13 0 0,-1 2 0 0,-1-2 0 16,1-1 0-16,0-2 0 0,1 0-19168 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10-23T08:56:30.901"/>
    </inkml:context>
    <inkml:brush xml:id="br0">
      <inkml:brushProperty name="width" value="0.05292" units="cm"/>
      <inkml:brushProperty name="height" value="0.05292" units="cm"/>
      <inkml:brushProperty name="color" value="#002060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C00000"/>
    </inkml:brush>
    <inkml:brush xml:id="br3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5859 2320 14735 0,'1'-2'1312'0,"-1"-2"-1056"16,0 3-256-16,0 1 0 0,0 0 1408 0,0 0 208 16,1-2 48-16,-1 0 16 0,1 1 96 0,0-1 16 15,0 0 0-15,-1 2 0 0,1 0-848 0,-1 0-176 16,0 2-16-16,0 1-16 0,0 2-368 0,-1 1-80 16,0 0-16-16,0 2 0 0,0 1-272 0,0 0 0 15,-1 2 128-15,2 1-128 0,-1-2 0 0,1 3 0 16,0-1 128-16,-1 2-128 0,1 1 144 0,0-1-16 0,1-1-128 0,0-2 192 15,1-3 16-15,1-1 0 16,1-1 0-16,0-3 0 0,0 1-208 0,1-4 0 0,0 0 128 16,2-2-128-16,-2-1 0 0,3-1 0 0,-1-1 0 0,0-2 0 15,1-2 0-15,0 1-160 0,0-1 160 0,-1-3-128 32,3 0-368-32,-2 0-64 0,0-2-16 0,0 2 0 0,-2 3 192 0,0-3 48 0,0 0 0 0,0 0 0 15,-1 0 336-15,-1 1 0 0,0 3 0 0,-1-1 0 16,-2 3 128-16,1 0 80 0,-1 3 32 0,0 0 0 15,0 2 448-15,-1 1 80 0,-1 1 32 0,0 2 0 16,-1 3-240-16,1 3-48 0,-1 0-16 0,-1 5 0 16,0 1-96-16,0 0-16 0,0 3 0 0,3-2 0 0,0-1-96 0,0-15-32 15,0 0 0-15,7 33 0 0,-7-33-16 0,0 0-16 16,0 0 0-16,0 0 0 0,0 0-224 0,42 16 176 16,-34-20-176-16,0-1 160 0,0 0-160 0,-1-2 0 15,1 0 0-15,-2 1-16736 0</inkml:trace>
  <inkml:trace contextRef="#ctx0" brushRef="#br0" timeOffset="366.07">6323 2216 9215 0,'0'-2'816'0,"0"0"-656"0,0 1-160 0,0 1 0 15,0 0 2320-15,-1 0 432 16,-1 1 96-16,0 1 16 0,0 0 304 0,-3 3 64 15,-1 2 16-15,-2-2 0 0,0 4-1920 0,-1-1-384 0,-3 3-80 0,1 1-16 16,0-3-528-16,1 2-128 0,0 0 0 16,0-2-16-16,2-2-176 0,1 3 0 0,1-3 0 0,2-2 0 15,2 0 0-15,0-1 0 0,3 1 0 0,0-3 0 0,0 0 176 0,3-1 0 16,2 1 0-16,1-2 0 16,2-2 208-16,0 2 32 0,1-1 16 0,0 1 0 0,-1 0-208 0,0 1-32 15,1 1-16-15,-1 1 0 0,-9-3-176 16,0 0 0-16,0 0 0 0,0 0 0 0,0 0 0 0,0 0 0 15,35 32 0-15,-34-24 0 16,-1-4 0-16,-2 4 0 0,0-4 0 0,-1 2 0 16,-1 0 0-16,0-1 0 0,-1 0 0 0,0-3 0 0,-2 3 0 0,1-2 0 15,-2 1 0-15,1 0 0 0,-1-1 0 0,1 2 0 0,0-3 0 0,1 1 0 16,0 1 0 0,1-1 0-16,1-1 0 0,2-2 0 0,2 0-240 15,2 0-80-15</inkml:trace>
  <inkml:trace contextRef="#ctx0" brushRef="#br0" timeOffset="693.65">6443 2304 16575 0,'3'-2'1472'15,"-1"1"-1168"-15,0 0-304 0,-1 1 0 0,0 0 1344 0,0 0 224 32,2-1 32-32,0 1 16 0,3 0 1296 0,0-2 256 0,3 1 48 0,-2-1 16 15,1 2-1616-15,-1-1-320 0,1 0-64 0,0-1-16 0,0 0-880 16,0 1-176-16,-2-1-32 0,1 2-128 0,-3 0 0 0,1 0 0 15,-1 2 0-15,-3-1 0 16,1 1-672-16,-2 1-144 16,0 0-16-16,-1 2-16 15,-1 0-1776-15,-1 2-368 0,-1-2-64 0,0 0-16 16,1 2 416-16,-1-3 80 0,0 1 16 0,1 0 0 0,-1-2 1792 0,1 1 352 16,0-1 80-16,0 0 16 0,3 0 544 0,-2 0 112 0,1 0 32 0,0-1 0 15,1 0 848-15,-1 0 192 0,2 1 16 0,-1 0 16 16,0 1 208-16,-1 1 32 0,0 2 16 0,0 2 0 15,-1 1-160-15,0 1-16 0,1 1-16 0,-2 0 0 16,1 0-608-16,0 2-128 0,1-2-32 0,1-2 0 16,0-1-464-16,1-2-80 0,1-1-32 0,0-2 0 15,1-2-160-15,1 0-192 0</inkml:trace>
  <inkml:trace contextRef="#ctx0" brushRef="#br0" timeOffset="1121.59">6718 2306 13823 0,'1'2'1216'16,"-1"-1"-960"-16,0 1-256 0,0 0 0 0,0-2 1744 0,0 3 304 15,1 1 64-15,-1 1 16 0,1 2 640 0,0 3 128 16,-1-10 32-16,0 0 0 0,0 0-1520 0,3 40-288 16,-3-30-64-16,-1 1-16 0,0-3-592 0,0 1-112 15,-1-2-16-15,0 0-16 0,0-2-64 0,1 0-16 16,0-3 0-16,0 0 0 0,0-2 16 0,0 0 0 0,0-2 0 0,1 0 0 15,0-1 16-15,1-2 0 0,0 1 0 0,1-3 0 16,-1 2-64-16,2-2 0 0,1-2 0 0,0 0 0 16,0-2-192-16,1-1 144 0,0 3-144 0,0-2 128 15,1-1-128-15,-1 2 0 0,2-2 0 0,-2 0 128 16,2 2-128-16,0 1 0 0,2-2 0 0,0 1 0 16,0 0 0-16,0 1 128 15,1 0-128-15,-2 1 0 0,0 4 144 0,1-3-144 0,-1 4 160 0,-2 1-160 16,1 0 192-16,-1 4-48 0,-1 0-16 0,0 3 0 15,-1 2-128-15,-4-7 128 0,0 0-128 0,0 0 128 16,0 0-128-16,12 47 0 0,-12-47 0 0,0 0 128 16,0 39-128-16,0-39 0 0,-3 29 0 0,1-16 128 0,1-1-128 15,-1 0 0-15,1-3 0 0,0-2 0 0,0-2 0 16,1 0 0-16,0-1 0 0,1-3 0 16,1-1-224-16</inkml:trace>
  <inkml:trace contextRef="#ctx0" brushRef="#br0" timeOffset="1565.59">7072 2330 6447 0,'3'-2'576'0,"-1"0"-576"0,1 2 0 0,-1-1 0 0,-1 1 2480 0,0 0 384 0,0 0 80 0,2 0 0 15,2 0 288-15,0-2 48 0,2 0 16 0,1-1 0 16,1 1-1168-16,-1-3-224 0,0 0-48 0,1 0-16 15,-1 0-752-15,-1-1-128 0,1 1-48 0,-1-2 0 16,1-1-400-16,-1 0-96 0,0 0-16 0,-3 1 0 16,1 0-176-16,-1-3-32 0,-1 3-16 0,-1-2 0 15,-1-1-176-15,-2-1 160 0,-1 1-160 0,-1 3 160 16,-1-1-160-16,-2 4 0 0,0 0 0 16,-2 4 128-16,-1 4-128 0,1 0 0 0,-2 1 0 0,2 0 0 15,0 5 0-15,0-3 0 0,1 2 128 0,1 2-128 0,1 0 0 0,0-2 0 16,2 1 0-16,2-1 0 15,-1 1 0-15,2-1 0 0,0-3 0 0,2 0 0 0,-1-1 0 16,1-1 0-16,1-1 0 0,1 0 0 16,1 1 0-16,1 0 0 0,-1-1 0 0,1 2 0 0,-6-5 0 15,0 0 0-15,0 0 0 0,0 0 0 0,0 0 0 16,33 38 0-16,-33-38 0 0,0 0 0 0,0 0 0 0,19 41 0 16,-19-41 0-16,0 0 0 0,0 0 0 15,0 0 0-15,11 46 0 0,-12-39 0 0,0-1 128 0,0 0-128 16,-1-1 0-16,-1 1 128 15,-2-2-128-15,0 1 128 0,-2 0-128 0,-2-2 128 0,-2 3-128 0,-3-2 0 0,-2 3 0 0,-3-2 128 16,1 2-128-16,-4 0 0 0,-3 3 0 0,0-1-12400 16,5-2-2544-16</inkml:trace>
  <inkml:trace contextRef="#ctx0" brushRef="#br0" timeOffset="3533.36">7888 2136 7359 0,'-1'-6'656'0,"1"3"-528"0,1 0-128 0,-1 1 0 0,1 1 2576 0,-1-1 496 16,1 0 80-16,-1 1 32 0,3-2-672 0,0-1-128 16,2-1-16-16,-3 1-16 15,1-1-880-15,0 1-160 0,-1 1-32 0,0 1-16 0,-1 2-592 0,0-2-112 16,-1 4-32-16,0-2 0 0,-1 2-208 0,-1 3-64 15,-1 2 0-15,0 2 0 16,-1 1 48-16,1 1 0 0,-2 1 0 0,1 3 0 0,-1 2-96 16,-1 1-16-16,0 4 0 0,-1-1 0 15,0 3-192-15,0 2 0 0,2-2 0 0,1-1 0 0,1-1 0 0,3-22 128 16,2 30-128-16,-2-30 0 0,0 0 0 0,0 0 0 16,0 0 0-16,0 0 0 0,39 31 0 0,-29-35 0 15,1 1 0-15,0-1 0 0,0-2 0 16,0 0 144-16,0-1-144 0,-1 2 128 0,0-2-128 0,-1 3-272 15,-2 1 64-15,0-3-15968 0</inkml:trace>
  <inkml:trace contextRef="#ctx0" brushRef="#br0" timeOffset="3742.11">7776 2257 9215 0,'-10'-1'816'0,"4"1"-656"0,0 1-160 0,2 0 0 16,3 2 1536-16,1-3 288 15,0 1 48-15,-1 3 16 0,1-2 1552 0,-1 1 304 0,1 2 64 0,2-1 16 0,2 1-1728 0,1 0-352 16,2-3-64-16,2 0-16 16,0-2-688-16,2 0-144 0,-2 0-16 0,2-2-16 0,4-2-464 0,3-2-80 15,0 0-32-15,1-2 0 0,0 1-224 0,-1 0 0 16,1 0 0-16,-2-2-11712 0,0 1-2288 0</inkml:trace>
  <inkml:trace contextRef="#ctx0" brushRef="#br0" timeOffset="4090.77">8159 1996 10127 0,'2'-5'896'16,"-1"3"-704"-16,-1 1-192 0,0 1 0 15,0 0 1568-15,0 1 288 0,1-1 48 0,0 0 16 16,1 2 544-16,-1 3 112 0,0 1 32 0,-1 4 0 0,-1 4-1120 0,-1 3-208 16,-1 3-64-16,0 0 0 15,0 1-320-15,-3 1-64 0,1 0 0 0,-2 1-16 0,1-1-176 0,-1 0-16 16,1-1-16-16,0-1 0 0,1-1-144 0,0-2-16 15,1-1-16-15,-1 1 0 0,3-3-288 0,-1-2-144 16,1-2 160-16,1-2-160 0,2-2 0 0,-1-1 128 16,2-3-128-16,1-2 0 0,-1 0 208 0,2-2 0 0,1-3 0 15,0 0 0-15,2 1 64 0,-1-4 16 0,1 2 0 16,0-2 0-16,3-2-288 0,-1-1 0 0,0 1 128 0,1-1-128 16,1 1 0-16,0 0 0 0,-2 4 0 0,-1 0 0 15,0 4 0-15,-2 0 0 16,1 2 0-16,-3 2 0 0,0 1 0 0,-1 1 0 15,-1 1 0-15,-1 2 0 0,0 0 0 0,-1 3 0 16,-1 0 0-16,1 2 0 0,-1 1 0 0,0-3 0 16,1-10 0-16,0 0 0 0,0 0 0 0,4 36 0 15,-1-29 128-15,1-3-128 0,0 1 0 0,2-3 0 0,1-2 0 0,-1 0 0 0,1-4-192 16,0 1-64-16,1-1 0 0,0-1-17168 16</inkml:trace>
  <inkml:trace contextRef="#ctx0" brushRef="#br0" timeOffset="4422.67">8412 2266 3679 0,'1'2'320'0,"-1"-2"-320"0,0 2 0 0,0-2 0 0,1 1 1168 0,-1 1 176 15,1-2 16-15,1 2 16 0,0 1 1424 16,2-2 272-16,0 2 64 0,2 0 16 0,1-1-896 0,0-2-176 16,1 0-32-16,1 0-16 0,0 0-848 15,2-2-160-15,1-1-48 0,0 0 0 0,0-1-544 0,-1-1-112 16,0 1-32-16,1-1 0 0,-1-2-288 0,-2 2 0 0,-1-2 0 0,0 3 0 15,-3-2 0-15,1 2 0 0,-2-3 0 0,-1 2 0 16,-2-2 0-16,-1 1 0 16,-2 0 0-16,0-1 0 0,-2 2 128 0,-2 0-128 0,0 1 144 15,-2 1-144-15,0 1 496 0,0 2 0 0,-1 2 0 0,0 2 0 16,1 2-160-16,-1 1-16 0,2 0-16 0,-1 3 0 16,-1 4-112-16,2 3 0 15,-1 1-16-15,4-1 0 0,0 2 336 0,2-3 80 0,2-16 16 16,0 0 0-16,4 41-160 0,-4-41-48 15,0 0 0-15,0 0 0 0,0 0-400 0,41 35 0 0,-41-35 128 16,25 1-11760-16,-10-2-2336 16</inkml:trace>
  <inkml:trace contextRef="#ctx0" brushRef="#br0" timeOffset="4757.07">8950 1950 16575 0,'1'-2'736'0,"0"1"160"0,-1 0-720 16,0 1-176-16,1 0 0 0,-1 1 0 0,0 0 2512 0,0 2 480 16,0 2 80-16,0 1 32 0,0 4-512 0,0 2-96 15,-1 0-32-15,1-12 0 0,0 0-1408 0,-1 40-288 0,1-40-48 16,0 0-16-16,0 0-576 0,5 39-128 0,-3-33 0 0,1-1 0 31,0-3-1120-31,1-2-160 0</inkml:trace>
  <inkml:trace contextRef="#ctx0" brushRef="#br0" timeOffset="4868.35">9073 1960 5519 0,'1'-2'496'0,"0"2"-496"0,-1 0 0 16,0 0 0-16,0 0 2944 0,0 0 480 0,0-2 96 0,0 1 32 15,0 2 192-15,-1 3 32 0,0-1 16 16,-1 4 0-16,0-1-1744 0,0 2-368 0,1 1-64 0,0-2-16 16,1 3-1152-16,0-3-256 0,1 0-32 0,-1 3-17072 15</inkml:trace>
  <inkml:trace contextRef="#ctx0" brushRef="#br0" timeOffset="5335.82">9321 2078 7951 0,'1'-4'352'0,"0"-1"80"0,0 2-432 0,-1-1 0 0,1 2 0 0,-1 0 0 15,1 1 2752-15,-1-3 480 0,1 1 96 16,1-2 48-16,-1 3-544 0,0 0-96 0,0 4-32 0,-2 3 0 0,1 2-784 0,-2 7-144 16,0 3-48-16,-2 1 0 15,1 6-832-15,-1 0-192 0,-1 4-16 0,0-2-16 0,1-3-272 0,0 0-48 16,1-2-16-16,-1 2 0 0,4-23-336 0,-4 43 144 15,4-43-144-15,-1 38 0 0,1-38 0 0,0 0 0 16,0 0 0-16,0 0 0 16,0 0-384-16,0 0-64 0,0 0-32 0,0 0 0 15,0 0-3136-15,0 0-624 0</inkml:trace>
  <inkml:trace contextRef="#ctx0" brushRef="#br0" timeOffset="5583.54">9309 2095 13823 0,'-1'-11'608'0,"-1"5"128"0,1 2-592 0,0 0-144 0,1 3 0 0,0 1 0 0,0 0 2304 0,1-2 416 16,0 1 96-16,1-2 0 0,0 0-16 0,3-2-16 0,1 0 0 0,2 1 0 16,1-1-1248-16,1 0-240 0,3-2-48 0,1 2-16 15,1-2-816-15,1 2-160 16,-2 1-48-16,1 1 0 0,0 1-208 0,0 4 0 0,-15-2 0 0,0 0 0 16,0 0 0-16,40 26 0 0,-40-26 0 0,0 0 0 15,5 47-128-15,-9-29 128 16,-2 0 0-16,-2-1 0 0,-1-1 0 0,0-4 0 0,-2-2 0 15,0 1 0-15,-3-1 0 0,0-2 0 0,1 0 0 0,0-2 0 16,1 0 0-16,1-3 0 0,-1 0 0 0,2-1 0 16,1-2 0-16,1-2 0 0,3-1 0 0,1 0 0 15,2-3-1024 1,1 0-112-16</inkml:trace>
  <inkml:trace contextRef="#ctx0" brushRef="#br0" timeOffset="5949.28">9519 2256 14735 0,'1'-2'640'0,"-1"2"160"0,1-2-640 0,-1 0-160 0,1 1 0 16,0 1 0-16,0 0 2432 0,1-2 464 0,1-3 96 0,2 3 16 16,0-5-1216-16,3 2-224 0,0-2-48 0,0 0-16 0,2-1-928 0,-1 2-192 15,0-2-48-15,0 4 0 16,0 1-336-16,-2-1 128 0,2 3-128 0,-2 1 0 0,-1 3 176 0,-2-1-48 15,2 3 0-15,-2 2 0 0,-2-1 0 0,0 3-128 16,-1 2 192-16,-3 2-64 0,0 3-128 0,-2-2 0 16,1-4 144-16,-1 1-144 0,-1 2 144 0,-1 0-144 15,0-1 192-15,-1 0-192 0,3-3 192 0,-1-3-64 16,1 0 0-16,1-3-128 0,1-1 544 0,1-1 0 16,1-2 0-16,1-4 0 0,1 1 64 0,0-3 16 0,1-1 0 15,2 0 0-15,-1-3-368 0,3 0-64 0,0-1 0 0,2-2-16 16,-1 1-176-16,2 2 0 0,-1-1 0 0,3 1 0 15,0 1 0-15,0-1 0 16,0 2 0-16,1 0 0 0,-1 2 0 0,1 0 0 0,-1 0 0 0,0 2 0 16,-1 0 0-16,-1 3-176 0,0-2 176 0,0 1-11536 15,-2 1-2224-15</inkml:trace>
  <inkml:trace contextRef="#ctx0" brushRef="#br0" timeOffset="6303.93">9910 2216 3679 0,'0'-4'320'0,"0"3"-320"15,0-1 0-15,-1 0 0 0,1 4 2752 0,-1-2 496 16,1 0 80-16,0 0 32 0,-1 2-1648 0,-1-1-336 16,-1 2-64-16,-1 0-16 0,1 2-752 0,-1 0-160 15,0-1-16-15,0 4-16 0,0-1 160 0,-1 0 16 16,2 3 16-16,1-3 0 0,0 0 368 0,2 0 80 15,0 1 16-15,0-8 0 0,0 0-304 0,0 0-64 16,0 0-16-16,0 0 0 0,0 0-368 0,34 25-64 0,-27-25 0 0,3-4-16 16,-1 1 112-16,1-2 32 0,1-1 0 0,0-1 0 15,1-1-320-15,-2-1 128 16,0 0-128-16,-3-1 0 0,0 3 0 0,-3-1 0 16,-1 1 0-16,-1 1 0 0,-2-2 0 0,-2 1 0 0,1-1 0 0,-4 2 0 15,-2-1 512-15,0 2 0 0,0 0 0 0,-2 2 0 16,0 1 64-16,-1 0 16 0,1 2 0 15,0 1 0-15,0 0-448 0,0 2-144 0,1 1 0 0,2-1 0 16,1 0-272-16,1-1-176 16</inkml:trace>
  <inkml:trace contextRef="#ctx0" brushRef="#br0" timeOffset="6869.22">10178 2242 10127 0,'4'-4'896'0,"-1"1"-704"0,1 0-192 0,-2 1 0 15,0 1 2672-15,0 0 496 0,0-1 96 0,2-1 32 0,2-2-976 0,3-1-192 16,2 0-32-16,-1-3-16 0,0 3-1184 0,-2 0-224 16,-1-1-48-16,-3 3-16 15,0-1-240-15,-2 2-48 0,-1 1-16 0,-2-3 0 16,-1 3-112-16,0-1-32 0,-1 1 0 0,-1-3 0 15,-2 3 192-15,1 0 32 0,-1 1 16 0,0 1 0 16,-2 0 64-16,1 3 16 0,-1-1 0 0,1 1 0 0,1 1-192 0,0 1-32 16,1 0-16-16,0-1 0 0,-1 5-48 0,1 0 0 15,0-1 0-15,-1 2 0 0,2 1 32 0,-1 2 0 16,2-3 0-16,2 1 0 0,1-4-32 0,0 3 0 16,0-10 0-16,0 0 0 0,0 0-192 0,0 0 128 15,0 0-128-15,0 0 0 0,0 0 128 0,33 31-128 16,-25-32 0-16,0-1 144 0,1-2 80 0,1-3 16 15,1 0 0-15,0-2 0 0,1-2-240 0,0 0 144 16,0 1-144-16,-1-4 128 0,1 2-128 0,-1-2 0 16,1 0 0-16,-1-1 0 0,-1 1 0 0,0-2 0 0,-1-1 0 15,-2 0 0-15,1-1 0 0,-3 0 0 0,0 0 0 16,-2-1 0-16,0 2 0 0,0-4 0 0,-1-3 0 0,1-4 0 16,-1 2-176-16,0 2 176 0,-1 5-128 0,-1 2 128 15,0 4 0-15,1 5 0 0,0 3 0 0,-1 3 0 16,-1 2 0-16,1 5 0 0,-1 1 0 0,0 4 0 15,-1 2 0-15,2-12 176 0,-6 36-176 0,2-13 192 16,1 3-48-16,-2 3 0 0,1 1 0 0,0 4 0 16,0-1-144-16,0-4 128 0,1-1-128 0,3-28 128 15,-5 47-128-15,5-47 0 0,-2 33 144 0,2-33-144 0,0 0 0 0,0 44 0 16,0-44 0-16,0 0 0 0,0 0 0 0,0 0 0 16,0 0 0-16,0 0 0 0,34 28-304 0,-26-31-16 15,-1-2-16-15,3-1-17952 16</inkml:trace>
  <inkml:trace contextRef="#ctx0" brushRef="#br0" timeOffset="7235.46">10588 2090 6447 0,'1'1'576'0,"-1"1"-576"15,0-2 0-15,-1 2 0 0,0-1 2624 0,0 1 400 0,0 1 96 0,-1 3 16 16,-2 1 336-16,-1 3 80 0,0 2 16 0,-1-1 0 16,0 2-1520-16,0 0-288 0,1 0-64 0,0 1-16 15,1 0-720-15,1-2-128 0,1 0-48 16,1-1 0-16,1-11-544 0,0 0-112 0,0 0-128 0,0 0 176 15,6 38-176-15,-6-38 0 0,0 0 0 0,0 0 0 16,0 0 160-16,34 3-160 0,-24-8 192 0,2-5-192 16,1 1 208-16,0-3-64 15,0 0-16-15,0-1 0 0,-1 0-128 0,-1 1 0 16,0-1 0-16,-2-1 0 0,2 1 0 0,-4-1 0 16,0 0 0-16,-1 2 0 0,-1 0 0 0,-3 4 0 15,1 2 0-15,-2 3 0 0,0 3 0 0,-2 1 0 0,0 3 0 0,-2 1 0 16,2 3 0-16,-3 0 0 15,0 4 0-15,0 0 0 0,-2 3 0 0,0-1 0 0,2 0 0 0,-1 0 0 16,1 0 128-16,4-14-128 0,0 0 0 0,-4 38 128 16,4-38-128-16,0 0 160 0,0 0-160 0,0 0 160 0,0 0-160 0,0 0 0 15,0 0 0-15,24 39 0 16,-19-38 0-16,1-2 0 0,2 0 0 0,1-4 0 16,1 1-144-16,0-1-64 0,0 0-16 0,1 0-17856 0</inkml:trace>
  <inkml:trace contextRef="#ctx0" brushRef="#br0" timeOffset="7504.66">11030 2076 16575 0,'0'2'1472'0,"-1"-2"-1168"0,1 0-304 16,-1 0 0-16,0 0 2192 0,0 0 384 15,0 0 80-15,-1 0 16 0,-1 1-176 0,0-1-48 0,-2-1 0 0,0 1 0 16,0-2-1360-16,-1 4-256 0,0-2-64 0,-2 3-16 15,1 2-480-15,-2-1-80 16,-1 4-32-16,0 1 0 0,1 0-160 0,1 3 0 16,-2 0 0-16,1 2 0 0,-1 3 128 0,2 0 32 0,0-1 16 0,3 1 0 0,1-2 288 15,4-15 64 1,0 0 16-16,4 42 0 0,-4-42-352 0,0 0-192 0,0 0 192 0,0 0-192 16,43 23 0-16,-28-24 0 0,1-2 0 0,1-2 0 15,2-2-384 1,-1-2-128-16,3-1-16 0,-1-2-17200 0</inkml:trace>
  <inkml:trace contextRef="#ctx0" brushRef="#br0" timeOffset="7764.83">11302 2040 19343 0,'4'-4'848'0,"-2"2"192"0,0-1-832 0,-2 3-208 0,0 0 0 0,0 0 0 16,0 0 2272-16,0 1 416 0,0 1 64 0,-1 0 32 15,0 0-768-15,-1 3-160 0,-1 0-16 0,0 2-16 16,-2 1-896-16,-1 1-176 0,0 2-48 0,-2 1 0 15,1 2-400-15,0 1-96 0,-2 0-16 0,2-2 0 0,1-1 0 0,1 1 0 16,0 2 0-16,1-1 0 0,4-14-48 0,0 0-16 16,-2 36 0-16,2-36 0 15,0 0-128-15,0 0 0 0,0 0 0 0,0 0 0 0,0 0 0 0,32 37 0 16,-24-37 0-16,-1-1 0 0,0 1 0 0,0-3 0 16,-2 1 0-16,0-1 0 0,0 1-176 0,-2 0 48 15,1-3 0-15,-1 1 0 16,0 1-1600-16,-2 1-304 0,0-1-64 0,-1-2-16 15,0 3-1168-15,-1-3-240 0</inkml:trace>
  <inkml:trace contextRef="#ctx0" brushRef="#br0" timeOffset="7970.37">11148 2190 13823 0,'-4'3'1216'0,"1"1"-960"0,2-4-256 0,2 0 0 16,0 0 2640-16,-1 0 496 0,1 1 80 0,0 1 32 15,2 0 624-15,0-2 128 0,4 0 32 0,2-2 0 16,3-3-2624-16,3 0-528 0,1-2-112 0,2 0 0 15,2-3-448-15,0 1-96 0,1 2-16 0,-2-1 0 16,0 2-208-16,-3 0 0 0,-1 0 0 0,-1 1 0 0,-2 0 0 0,-2 3 0 16,-1-3 0-16,-2 2 0 0,0 1-288 0,0 1-48 15,-2 0-16-15,0-1-18592 16</inkml:trace>
  <inkml:trace contextRef="#ctx0" brushRef="#br0" timeOffset="8187.63">11605 1851 7023 0,'9'-9'144'0,"-3"1"48"0,-2 2 0 0,0 3 0 0,-1 0-192 0,-2 3 0 16,0 0 0-16,0-2 0 0,2 2 2592 0,1 0 480 0,-2 3 80 0,-1 4 32 15,-2 2-880-15,-3 1-192 0,-1 4-16 0,-1 0-16 16,-1 3-496-16,-2 1-112 0,1 0 0 0,-1-1-16 15,1-2-224-15,1-1-32 0,2-4-16 0,2 0 0 16,2-4-864-16,1-3-160 0,3-3-32 0,2 0-10704 31,-1-3-2144-31</inkml:trace>
  <inkml:trace contextRef="#ctx0" brushRef="#br0" timeOffset="8316.64">11804 1820 19343 0,'0'-2'848'16,"0"2"192"-16,0 0-832 0,-1 0-208 0,0 1 0 0,0 0 0 15,-1 1 2192-15,1 3 400 0,-3 0 80 0,-2 3 16 16,-1 5-128-16,-2-1 0 0,-1 2-16 0,1-1 0 0,2 1-1776 0,0-3-368 16,1-1-64-16,1 1-17616 0</inkml:trace>
  <inkml:trace contextRef="#ctx0" brushRef="#br0" timeOffset="9922.28">12232 2100 11055 0,'-2'-2'976'0,"1"0"-784"0,0 1-192 0,0 1 0 0,1-2 656 0,0 2 96 16,0 0 16-16,0-2 0 0,0 1 1664 0,0-1 320 16,1-3 80-16,-1 3 16 0,1-3-672 0,0 3-144 0,-1 0-32 0,-1-1 0 15,1 1-784-15,-2 1-176 0,0-1-16 0,-2 2-16 16,1 0-544-16,-2 0-96 0,-1 3-32 0,-1 2 0 16,-1 2-80-16,-1 2-32 0,-2 4 0 0,1 0 0 15,0 4 64-15,-1 2 16 0,0 0 0 0,0 0 0 16,3-1-16-16,3 2 0 0,5-20 0 0,-8 31 0 15,8-31-80-15,0 0-16 0,0 0 0 0,0 0 0 16,23 39-192-16,-11-38 0 0,2-2 0 16,3-3 0-16,1-5 0 0,1-1 0 0,0-4 0 0,-1 0 0 15,-2-1 0-15,-1-1 0 0,-2-1 0 0,-3 1 0 16,-2 1 0-16,-3 1 0 0,-2 0 0 0,-4 2 0 16,-2 0 0-16,-3 2 0 0,-3 2 0 0,-1 2 0 0,-1 2 0 0,-1 1 0 15,0-1 0-15,1 3 0 0,-1 1 0 0,2 1 128 16,3 1-128-16,1 0 0 0,2 1 0 0,1-1 0 15,3 1 0-15,1 1 0 16,2-3 0-16,2 1-160 0,3 0 32 0,4-2-17472 0</inkml:trace>
  <inkml:trace contextRef="#ctx0" brushRef="#br0" timeOffset="10222.21">12469 2105 4607 0,'-2'-1'400'0,"1"-1"-400"0,1 1 0 0,-1 0 0 0,1 1 3584 0,0-2 624 0,1 0 128 0,0-1 16 16,1 0-1200-16,1-4-240 0,1 0-48 0,0 0-16 16,2-2-1728-16,-2 2-352 0,1 2-64 0,-1 0 0 15,-1 2-208-15,-2 1-48 0,1 1 0 0,-2 2 0 16,1 2-192-16,-2 2-64 0,-1 2 0 0,0 3 0 16,2-10 304-16,-7 27 48 15,7-27 16-15,-10 36 0 0,3-17-160 0,1 0-16 0,-1 2-16 16,0 0 0-16,-1 3 16 0,0 0 0 15,1 1 0-15,0-3 0 0,1 2-160 0,0 0-32 0,0 0 0 16,0 2 0-16,6-26-192 0,-9 52 0 0,9-52 0 16,-8 43 0-16,8-43 0 0,0 0-160 0,-5 35 160 0,4-30-192 15,0-3-880 1,1-3-176-16,0-2-32 0,0-3-16 0,1-2-880 0,0-2-160 0,2-4-32 16,-1-5-11136-16</inkml:trace>
  <inkml:trace contextRef="#ctx0" brushRef="#br0" timeOffset="10509.05">12410 2150 7359 0,'1'-7'656'0,"-1"6"-528"0,0 1-128 0,0 0 0 31,0-3 2912-31,1-6 544 0,0-4 128 0,0-2 0 0,2 1 384 16,1 2 64-16,0 2 0 0,2 1 16 15,1 2-2128-15,1 2-416 0,1-2-96 0,2 3 0 16,0-1-880-16,2 2-160 0,1-3-48 0,0 1 0 16,0 2-320-16,-2-1 144 0,0 1-144 0,0 1 0 15,0 1 0-15,-1 1 0 0,0 3 0 0,-11-3 0 0,0 0 0 0,0 0 0 16,0 0 0-16,0 0 0 0,27 43 0 15,-27-43 0-15,-6 26 0 0,0-14 0 16,-2 2 0-16,-1-4 0 0,-1 1 0 0,-1-2 0 0,-1 1 0 0,0-2 0 16,0 1 0-16,-1-2 0 0,2-3 0 0,-1 0 0 15,1 1 0-15,1-2 0 0,2-2 0 0,2-1 0 16,1-1 0-16,2-1 0 0,0 0 0 0,2-2-144 16,1 0 144-16,1 0-18272 0</inkml:trace>
  <inkml:trace contextRef="#ctx0" brushRef="#br0" timeOffset="11239.04">12670 2122 16575 0,'1'0'1472'0,"0"-1"-1168"0,-1 1-304 16,0 0 0-16,1 0 1632 0,0-2 272 0,0 0 48 0,2 1 16 16,0-3 944-16,1-1 192 15,3 0 32-15,-1-1 16 0,2 0-1776 0,-2-1-352 0,1 0-80 0,1 1-16 0,0 0-496 0,0 2-112 16,0-1 0-16,0 0-16 15,0 3-128-15,-2 0-32 0,1 2 0 0,-2 0 0 16,0 2-144-16,0 0 0 0,-1 0 0 0,0 1 128 0,0 2-128 0,-2-1 0 16,0-1 0-16,-1 2 0 0,0-1 0 0,0 1 128 15,-1-2-128-15,1 1 0 0,0-4 144 0,0 2-144 16,0-2 160-16,0 1-160 16,0-1 208-16,0-1-48 0,-1 1-16 0,2-2 0 0,0 2-144 0,-1-2 192 15,0-1-192-15,1 1 192 16,-1 0-192-16,0 1 0 0,0-1 0 0,1 0 0 0,-2 2 0 0,1-2 0 15,0 0 0-15,0 1 0 0,-1 1 0 0,0-2 0 16,-1 1 0-16,0 1 0 0,0 0 0 0,0 1 0 0,-1 1 0 0,-1-2 0 16,1 1 0-16,0 1 0 0,-1 0-144 0,1-1 144 15,-1 0 0-15,1 1 0 16,0-2 0-16,0 0 0 0,1 1 0 0,1 1 0 0,0-2 0 0,0 0 0 16,1 0 0-16,1 0 0 15,0 0 0-15,0 0 0 0,1 0 0 0,-1 0 0 0,2 0 0 0,0 0 0 16,0 0 0-16,0 0 0 0,1-2 0 0,0 2 0 15,0 0 0-15,0-1 0 0,1 1 0 0,0 0 0 16,-1-2 0-16,1 2 0 16,-1-2 0-16,1 0 0 0,1-1 0 0,-1 0 0 0,0 0 0 0,0 0 0 0,0 0 0 0,-2-2 0 15,1 2 0-15,-1-1 0 16,-1-1 0-16,0 1 0 0,0 0 0 0,-1-1 0 16,-1 0 0-16,-1 0 0 0,0-1 0 0,-2 0 0 0,0 1 0 0,-2 1 0 15,1 1 0-15,-1 1 0 16,-1-1 0-16,-1 3 0 0,-3-2 0 0,0 2 0 15,0 2 0-15,0-1 0 0,-1 1 0 0,1 3 0 16,0-2 0-16,-1 0 0 0,2 3 0 0,0-2 0 16,1 1 0-16,1 0 0 0,0-1 0 0,1 1 0 0,-1 1 0 0,1 0 0 15,-1-1 0-15,-1 2 0 0,1 0 0 0,-1 1 0 0,1 1 0 16,0 2 0-16,0 0 0 0,2 0 128 0,1-2-128 0,2 0 0 31,1-9 240-31,0 0-48 0,0 0-16 0,0 0 0 0,14 48-176 16,-14-48 0-16,0 0 0 0,0 0 128 15,0 0-128-15,37 29 0 0,-25-25 0 0,0-1 0 0,3-3 0 16,-2 0 0-16,2-3 0 0,0 1 0 0,0-3 0 0,-1 1 0 16,-1-1 0-16,0 0 0 0,-2 0 0 0,-1 0 0 0,0 2 0 15,-1-1 0-15,-2 2 0 0,-1-1 0 16,-2 1 0-16,-1 2 0 16,-1-1-720-16,-1 1-32 0,-2 0 0 0,0 1-17184 15</inkml:trace>
  <inkml:trace contextRef="#ctx0" brushRef="#br0" timeOffset="11783.51">13042 2090 20271 0,'-1'-6'896'0,"1"3"192"0,1-2-880 0,-1 3-208 15,0 0 0-15,1 2 0 16,0-2 1920-16,1-1 352 0,2-1 64 0,1-2 16 0,4-1-528 0,1-2-96 16,2 2-32-16,-1-1 0 0,1-1-800 0,1 0-176 15,1 1-16-15,-1 1-16 0,-1 0-288 0,-1 3-48 16,0 1-16-16,-1 0 0 0,1 1-176 0,-2 2-32 0,0 3-128 0,-9-3 192 16,0 0-192-16,0 0 176 15,0 0-176-15,19 52 160 0,-19-52-160 0,-2 35 0 0,2-35 0 0,-8 40 0 16,3-20 0-16,-2-4 0 15,0 1 0-15,0-5 0 0,0 2 0 0,1-4 0 0,-1-1 0 0,1-2 0 16,1-2 0-16,1-1 0 0,0-3 0 0,1 1 0 16,1-4 0-16,1-1 0 0,0-1 0 0,2-2 0 15,1-2 0-15,2-2 0 0,-1-1 0 0,3-2 0 16,0-3 240-16,3 1-48 0,0-1 0 16,1 0 0-16,0-2 0 0,2-1-16 0,0 3 0 0,1-3 0 15,0 4-176-15,-1 1 0 0,1 2 0 0,0 0 0 16,0 1 0-16,-1 4 0 0,-1-1 0 0,-1 4 0 15,2-1-512-15,-1 2-144 0,0 1-32 0,-1 2-10928 16,1 2-2192-16</inkml:trace>
  <inkml:trace contextRef="#ctx0" brushRef="#br0" timeOffset="12474.07">13455 2113 9215 0,'3'4'400'0,"-1"0"96"0,-1-1-496 0,1-3 0 15,-1 0 0-15,1 0 0 0,0 0 2656 16,2 0 432-16,2-2 96 0,3 1 16 0,3-4-32 0,0 1 0 15,1-1 0-15,0-2 0 16,0 0-1728-16,-1 0-352 0,1-1-64 0,-3-1 0 0,-1 2-448 0,-1-2-96 16,-2 2-16-16,-1 1 0 0,-3 0-80 0,-1-2-32 0,-1 2 0 0,-2 0 0 15,-2 0-96-15,-1 0-32 16,-1 2 0-16,-2-1 0 0,1 1-32 0,-2 3-16 0,-1-1 0 0,-1 2 0 16,-1 0-176-16,0 3 160 0,0 4-160 15,0-1 160-15,1 2-160 0,0 1 0 0,0 3 0 0,-1 2 0 16,2 1 0-16,1-1 0 0,2 0 0 0,-1 0 0 0,3 0 0 15,2-2 0-15,1-2 0 16,2-1 0-16,0-2 0 0,2-1 0 0,1 0 0 0,2-1 0 16,2-3 0-16,1-1 0 0,1-1 0 0,1-2 0 0,2-2 0 0,1 0 0 15,0-3 0-15,2 2 0 0,0-4 0 16,0 2 0-16,-1-1 0 16,0 1 0-16,-1-2 0 0,-2 1 0 0,-1-1 0 15,-2 2 0-15,0-3 0 0,-4 4 0 0,0-2 0 16,-2 4 0-16,0 1 0 0,-3 1 0 0,0 0 0 0,-1 4 0 0,-2 1 0 0,1 2 0 0,-2 1 128 15,0 1-128-15,-1 5 0 0,0 0 0 0,1 1 0 16,0 0 0-16,2-3 0 0,1 1 0 16,2-11 0-16,0 0 0 0,0 0 0 0,5 41 0 0,-5-41 0 15,0 0 0-15,0 0 0 0,0 0 0 0,37 18 0 16,-26-20 0-16,1 0-128 0,1-5 128 0,0 0 0 0,2-3 0 16,-1 1 0-16,2-1-144 15,2-2 144-15,-1-2 0 16,1 2-256-16,-1-2 64 0,-2 0 16 0,0-1 0 15,-1 1 176-15,-2 2 0 0,-1-2 0 0,-1 0-128 16,0 1 128-16,-3-2 0 0,0 0 0 0,-2 2 0 16,-1 3 176-16,-1 0 16 0,-1 3 0 0,-1-2 0 15,0 1 0-15,-1 4 0 0,-1-1 0 0,0 3 0 0,0 1-192 0,-1 4 160 16,-2 0-160-16,0 3 160 0,-1 2-160 16,-2 3 0-16,0 2 0 0,-1 4 0 0,2 1 0 0,-1 1 128 15,-1 2-128-15,1-2 0 0,0 3 0 0,1-1 0 16,6-21 0-16,-10 37 0 0,10-37 0 0,-9 30 0 15,5-17 0-15,1-1 0 0,0-2 0 0,0-1 0 16,0 1 0-16,1-6 0 0,1 1 0 0,0-2 0 16,0-3 0-16,0 0 0 15,1-2-528-15,1-1-48 0,0-2 0 0,0 0 0 16,1-3-1824-16,-2 0-368 0,1 1-80 0,-1-3-11648 0</inkml:trace>
  <inkml:trace contextRef="#ctx0" brushRef="#br0" timeOffset="12636.04">13740 2022 5519 0,'-6'-16'496'0,"3"10"-496"0,2 4 0 0,0 2 0 15,1 0 2432-15,0 0 400 0,0 0 80 0,0 0 16 16,0 1 1360-16,0 0 288 0,3 1 48 0,0 1 16 16,2 0-1952-16,0-3-384 0,3 2-64 0,0-2-32 0,2 0-1440 0,1-2-272 15,1-1-64-15,0 0-16 0,1 1-224 0,1-2-64 16,0-1 0-16,0 0 0 16,0 0-128-16,-1 0 0 0,-2 2 0 0,0-2 0 0,0 1 0 0,0 0 0 15,-1 2 0-15,-1-1 0 16,-1 1-1408-16,0-1-144 0</inkml:trace>
  <inkml:trace contextRef="#ctx0" brushRef="#br0" timeOffset="12819.77">14040 1960 19343 0,'4'0'848'0,"-2"-2"192"0,0 2-832 0,-1 0-208 16,0 0 0-16,1-2 0 0,0 2 2304 0,1-1 432 0,1-1 80 0,4 0 0 15,-1-1-960-15,2 1-208 16,-1-1-48-16,1 1 0 0,0-1-944 0,-2 0-192 15,1 2-32-15,-1-1-16 0,0 0-416 0,-1 1 0 0,-2 1 0 0,1 0 0 16,-1 0-1312-16,-2 0-192 0,-1 1-32 0,-1 1-13200 16</inkml:trace>
  <inkml:trace contextRef="#ctx0" brushRef="#br0" timeOffset="12986.61">14047 2049 14735 0,'3'0'640'0,"-1"0"160"0,1 0-640 0,-1 0-160 0,-1 0 0 0,0 0 0 15,0 0 2592-15,0 0 480 0,2 1 112 0,0-1 16 16,1 2-816-16,-2 3-144 0,-1 0-48 0,-1-1 0 16,-1 4-1152-16,-1 1-224 0,-3-2-48 0,0 3-16 15,-1 0-464-15,0-1-96 0,0 0 0 0,1-1-16 0,1-2-176 0,1-1 0 16,0 0 0-16,1 0 0 16,2-2-272-16,2-1-48 0,1 0 0 0,1-2-16000 15</inkml:trace>
  <inkml:trace contextRef="#ctx0" brushRef="#br0" timeOffset="13722.19">14246 2052 11967 0,'0'0'1072'0,"0"0"-864"0,0 0-208 0,0 1 0 0,-1 1 1696 0,0-2 288 16,0 2 64-16,-1 1 16 0,0 1 1584 0,-1 1 304 0,-1 2 64 0,-1 1 16 15,1 1-2128-15,0-1-432 0,0 0-64 0,2 0-32 16,-1 1-896-16,1-2-176 15,0-1-48-15,1 0 0 0,1-1-256 0,0-1 128 16,2 1-128-16,1-2 0 0,0 0 0 0,1-2 0 16,0-1 0-16,2 0 0 0,-1-1 128 0,3-2-128 15,-1 0 0-15,2-2 0 0,0 1 0 0,2-3 0 16,-2 3 0-16,1-2 0 0,0-1 128 0,1-2-128 0,-2 4 0 16,-1-3 0-16,0 2 128 0,-2-2-128 0,-1 2 0 15,-2-2 0-15,-1 1 128 0,-1 0-128 16,0-2 0-16,-2 1 0 0,-1 0 128 0,1 0-128 0,-3-1 0 15,-1 1 0-15,0-1 128 0,-1 4-128 0,-2-4 0 16,0 5 0-16,1 0 128 0,-1 0-128 0,1 3 0 0,-2-1 0 16,0 2 128-16,1 0-128 0,0 2 0 0,1-1 0 15,2 3 0-15,-1-1 0 0,2 1 0 0,3 1 0 16,-1 0 0-16,1-1 0 0,2 2 0 0,1-2 0 16,1-1 0-16,3 1 0 0,-1 1 0 0,4-5 0 15,1 2 0-15,2-4 0 0,1 2 0 0,2-2 0 0,0-3 0 16,0 2 0-16,1-1 0 0,1-3 0 0,-1 2 0 15,-2 0 0-15,-1 1 0 0,0 0 0 16,-1 3 0-16,-1-4 0 0,-2 3 0 0,-1 1 0 0,0 1 0 16,-1 0 0-16,0 0 0 0,-3 1 0 0,1 3 0 0,-2-1 208 15,-1-1-32-15,-2 3-16 0,0-5 64 0,0 0 16 16,0 0 0-16,0 0 0 0,-6 31-240 0,6-31 0 16,0 0 128-16,0 0-128 0,-10 33 0 15,10-33 0-15,0 0 0 0,-10 28 0 0,6-20 0 0,0 1 0 16,0 0 0-16,2-4 0 0,0 2 0 0,0-1 0 15,0-2 0-15,1-1 0 0,1-1 0 0,1 0 0 0,0-1 0 0,1-1 0 16,0-1 0-16,1-1 0 0,0 0 0 0,1-1 0 16,1 0 0-16,3-1 0 0,0-3 0 0,2 2 0 15,0-2 0-15,0 0 0 0,2-1 0 0,0 1 0 16,-1-1 0-16,1-1 0 0,3 0 0 16,-1 1 0-16,-1-1 0 0,0 3 0 0,-1-2 0 0,-1 2 0 15,-2 3 0-15,0-2 0 0,-2 4 0 16,0 0 0-16,-2 1 0 0,0 0 0 0,-1 2 0 15,-1 0 0-15,1 1 0 0,-2 2 0 0,-2-5 0 0,0 0 0 0,0 0 160 0,0 0-160 16,3 48 160-16,-3-48-160 16,0 0 160-16,-6 44-160 0,6-44 160 0,0 0-160 0,-8 40 160 0,8-40-160 15,0 0 160-15,-8 34-160 16,8-34 0-16,0 0 128 0,0 0-128 0,0 0-12784 16,-6 35-2576-16</inkml:trace>
  <inkml:trace contextRef="#ctx0" brushRef="#br0" timeOffset="15443.85">4788 3140 16575 0,'4'-6'1472'0,"-1"1"-1168"15,-1 2-304-15,-2 1 0 16,1 2 1696-16,-1 0 288 0,1-2 48 0,1-2 16 16,2 0-48-16,0 1 0 0,-3 3 0 0,-1 3 0 0,0 3-1168 15,-4 3-224-15,-1 5-48 0,-2 3-16 0,-2 2-352 0,-3 4-64 16,1 3 0-16,-2 0-128 0,0-2 0 0,0 2 0 15,-1 1 0-15,2-4 0 0,4-4 0 0,0-2 0 16,0 1 0-16,2-1 0 0,2-4 0 0,2-4 0 16,1-2 0-16,1-3 0 15,2-4-384-15,2-2-48 0,0-3 0 0,2-4-9184 16,1-3-1840-16</inkml:trace>
  <inkml:trace contextRef="#ctx0" brushRef="#br0" timeOffset="15649.74">4804 3148 9215 0,'7'-19'400'0,"-2"7"96"0,-1 0-496 0,-1 4 0 0,-2 4 0 15,0 0 0-15,0 1 1488 0,1-3 208 0,2-2 32 16,0-5 16-16,3 0 496 0,-1 1 112 0,-1 2 16 0,1 4 0 16,-2 1-672-16,0 5-128 0,0 5-32 0,-1 1 0 15,0 0-704-15,0 3-128 0,-3-9-48 0,6 31 0 16,-6-31-192-16,9 44-32 0,-9-44-16 0,10 55 0 16,-5-24 16-16,-2-2 0 0,2 1 0 15,-1-4 0-15,-4-26-96 0,8 48-16 0,-8-48 0 0,10 40 0 16,-10-40-320-16,0 0 0 0,18 43 0 0,-18-43 128 15,0 0-128-15,0 0-160 0,0 0 160 0,0 0-16064 16</inkml:trace>
  <inkml:trace contextRef="#ctx0" brushRef="#br0" timeOffset="15859.49">4734 3285 9215 0,'-8'-5'400'0,"3"3"96"15,3 2-496-15,0-1 0 0,2 1 0 0,0 0 0 0,1 0 2208 0,0 0 352 0,0 1 64 0,1-1 0 16,4 2 240-16,0-1 32 0,3 1 16 0,1 0 0 16,1-2-1184-16,1 1-224 0,-12-1-48 0,0 0-16 15,41 3-928-15,-27-3-192 0,-14 0-48 0,31-1 0 32,-16 1-560-32,1-3-112 0</inkml:trace>
  <inkml:trace contextRef="#ctx0" brushRef="#br0" timeOffset="16355.92">5244 3425 13823 0,'1'3'608'0,"-1"-3"128"0,1 2-592 0,-1-1-144 0,0 0 0 0,0-1 0 0,1 0 2016 0,-1 0 368 16,1 1 80-16,1 0 16 0,-1 0-320 0,1 1-64 16,-1-2-16-16,-1 1 0 15,0-1-784-15,-1-1-144 0,0 1-48 0,-1 0 0 0,0-3-336 0,-1 1-64 16,1 0 0-16,-2-2-16 0,-1-1-144 0,1 0-32 15,-2-2 0-15,1 0 0 0,-1-1 0 0,1-1 0 0,2-3 0 0,-1 0 0 16,1 0-240-16,2-2-48 0,0-2-16 0,2-1 0 16,1-5-64-16,2 1-16 0,1-2 0 0,1 1 0 15,1 1-128-15,1 0 0 0,0-1 144 16,2 1-144-16,0 4 0 0,0 3 0 16,-1 1 0-16,2 2 0 0,0 2 0 0,1 0 0 0,-1 3 0 0,0 3 0 15,-2 2 0-15,-1 1 0 0,1 2 0 0,-2 1 0 16,0 2 0-16,-2 1 0 0,-5-6 0 0,0 0 0 0,20 36 0 0,-20-36 0 31,10 40 0-31,-10-40-128 0,8 48 128 0,-6-24 0 16,0 4 0-16,-1-2 0 0,-1-2 0 0,0-2 0 0,0-1 0 15,0-3 0-15,0-5 0 0,1-2 0 0,0-2 0 0,0 0 0 16,0-3 0-16,1-1 0 0,-1-3 0 0,0 0-12352 16,1-2-2416-16</inkml:trace>
  <inkml:trace contextRef="#ctx0" brushRef="#br0" timeOffset="16871.38">5750 3048 13823 0,'0'-1'1216'0,"0"0"-960"0,0-1-256 0,0 2 0 15,0 0 1712-15,1 0 288 0,-1 0 64 0,1-2 16 16,0 1 320-16,0-1 64 0,0 2 16 0,0 2 0 15,-1 1-976-15,0 3-192 0,0 2-32 0,-1 4-16 0,0 0-768 16,-1 4-160-16,0 3-16 0,-2 2-16 0,1 5-176 0,-1 0-128 16,0 0 192-16,-1-2-192 0,2 0 160 0,-1 0-160 15,0-3 128-15,2-4-128 0,1-1 0 0,0-4 0 16,1-2 128-16,1-3-128 16,1 0 0-16,0-5 0 0,2-2 0 0,0-2-10880 15,0-3-2064-15</inkml:trace>
  <inkml:trace contextRef="#ctx0" brushRef="#br0" timeOffset="17370.48">5718 3058 12895 0,'-4'-8'576'0,"2"4"112"0,2 0-560 0,0 1-128 0,0 1 0 0,0 1 0 16,1 1 1616-16,0-2 304 0,1 0 48 0,0-1 16 15,3-2 384-15,2 1 64 0,-2-1 32 16,3 2 0-16,0 0-1216 0,2 0-240 0,2 0-48 0,0-2-16 15,2 2-512-15,1-1-112 0,1-1 0 0,-1 2-16 16,0 0-304-16,0 0 0 16,0 1 0-16,-2 2 0 0,-2 0 0 0,-1 2 0 0,-10-2 0 0,0 0 0 15,0 0 0-15,0 0 0 16,0 0-160-16,30 43 160 0,-31-36 0 0,-2 2 0 0,-1 2-144 16,-5 1 144-16,1 1 0 0,-3-1 0 0,1 0-128 15,-2 0 128-15,0-1 0 0,0 1 0 0,0-3-128 16,-1 1 128-16,0 0 0 0,0-1 0 0,0-2 0 0,2-2 0 0,2 0 0 15,1-3 0-15,1 1 0 0,2-1 0 16,1 0 128-16,0-2-128 0,1 0 0 0,2 0 144 16,1-2 144-16,1-1 32 0,2 1 0 0,0-2 0 15,2 1 192-15,1 0 64 0,1-1 0 0,1-1 0 0,1 0-160 0,1 1-32 16,2-1 0-16,1 0 0 16,1 3-144-16,0 0-48 0,2 0 0 0,-2 1 0 0,-14 1-64 15,30 0-128-15,-30 0 176 0,0 0-176 16,45 7 0-16,-45-7 0 0,0 0 0 0,37 19 0 0,-37-19 0 15,0 0 0-15,0 0 0 0,0 0 0 0,31 38 0 0,-31-29 0 16,-1-1 0-16,-1-1 0 0,-2 1 0 0,-1 1 0 16,-4-3 0-16,-1 4 0 0,-1-3 0 0,-2 2 0 15,-2 1 0-15,-1 0 0 0,-2-3 240 16,-2 2-16-16,0 1 0 0,-1-3 0 0,0 1-48 0,4-2-16 0,1-1 0 16,3-4 0-16,2 0-160 0,1-2 0 15,3 0 0-15,2-2-17824 16</inkml:trace>
  <inkml:trace contextRef="#ctx0" brushRef="#br0" timeOffset="19322.38">6318 3136 911 0,'-2'0'0'0,"0"0"0"0,1 0 0 0,1 0 0 0,0 0 1856 16,0 0 304-16,0 0 48 0,0-2 16 0,1 2 80 0,1 0 32 15,0 0 0-15,0-3 0 0,3 3 32 0,0-4 0 16,0 3 0-16,3-2 0 0,0 2-816 16,0-1-144-16,2 1-48 0,0 0 0 0,1 1-464 0,1 1-80 0,1 0-32 0,-13-1 0 15,0 0-336-15,42 6-64 0,-42-6 0 0,0 0-16 16,37 5-192-16,-24-4-48 15,-1-1 0-15,0-1 0 0,-1-1-128 0,-1 2 0 16,-1-3 0-16,0 1 0 0,-1-2 0 0,0 1 0 16,-3 0-128-16,0 0 128 15,-1 0-688-15,-2 0-64 0,-1 3-16 0,-2 0-14080 0</inkml:trace>
  <inkml:trace contextRef="#ctx0" brushRef="#br0" timeOffset="19590.66">6339 3271 12895 0,'-1'-2'1152'0,"1"2"-928"0,1-2-224 0,0 1 0 16,0 1 1472-16,0 0 240 0,1-2 48 0,0 0 16 16,4-1 1184-16,-1-2 240 0,2 1 64 0,-1-1 0 15,1 2-1520-15,-1 0-288 0,0 2-64 0,0-1-16 0,0 0-608 0,0 1-128 16,-1 1-32-16,3 0 0 0,-1 0-224 0,1 1-32 15,2 1-16-15,-10-2 0 0,0 0-128 0,0 0-16 16,44 7-16-16,-44-7 0 0,0 0-176 0,39 7 0 16,-26-7 0-16,0 0 128 15,0 0-128-15,1 0 0 0,-1-2 0 0,2 0-11904 16,-1 1-2352-16</inkml:trace>
  <inkml:trace contextRef="#ctx0" brushRef="#br0" timeOffset="21404.61">7183 2795 16575 0,'3'-3'1472'0,"-2"1"-1168"16,0 0-304-16,0 2 0 0,-1-2 1472 0,1 1 256 0,1-2 32 0,1 0 16 16,0 0-304-16,-1-2-48 15,0 0-16-15,-1 3 0 0,-1-1-800 0,-1 1-160 16,0 2-48-16,-2 0 0 0,-2 0-208 0,-1 2-32 0,-1-1-16 0,-2 2 0 15,-1 0-144-15,0 0 0 0,0 2 144 0,-1-1-144 16,1 1 256-16,0-2-32 0,-2 1 0 0,2 1 0 16,1 1 176-16,0-2 48 0,0 3 0 0,3-3 0 15,0 2 112-15,2 0 16 0,1 2 16 0,0-1 0 16,1 2-64-16,1 0-16 0,1 1 0 0,0-1 0 16,1 2-272-16,1-2-64 0,1 2-16 0,-1-2 0 15,0-1-160-15,1 1 0 0,0 0 0 0,0-1 0 0,0 1 0 0,-2-2 0 16,1 3 0-16,0-1 0 0,0-1 0 0,-2 2 0 15,1-1 0-15,-2 2 0 0,0 1 0 0,-2 0 0 16,1 2 0-16,-2-2 0 16,0 2 0-16,-1-2 0 0,-1-2 0 0,0 1 0 0,2-1 0 0,-1-3 0 15,1-2 0-15,1-1 128 0,1-3 0 0,0 1-128 16,1-2 192-16,1-2-64 0,0 1-128 0,0-2 128 16,1 0-128-16,0-3 128 0,1 2-128 0,0-1 0 15,0-2 0-15,1 2 0 0,1 0 0 0,-1 1 0 16,-1 0 0-16,0 1 0 0,1 0 0 0,0 1 0 15,0 2 0-15,-1-1 0 0,1 1 0 0,0 1 0 0,-1-1 0 0,1 3 0 16,-2 1 0-16,0-1 0 0,0 1 0 0,-1 3 0 16,0-2 0-16,0 3 0 0,0-2 0 0,-1 2 0 15,1 1 0-15,-2-2 0 0,1 1 0 16,-1 0 0-16,0 0 0 0,1-3 0 16,-1 2 0-16,0-3 0 0,1 1 0 0,0-2 0 0,-1 0 0 0,0 0 0 15,0-2 0-15,-1 1 0 16,1-2 0-16,0 2 0 0,-1-2 0 0,0 0 0 0,0 1 0 15,0-1 0-15,0 2 0 0,0-2 0 0,0 0 0 0,1 1 0 16,0 0 0-16,-1 1 0 16,-1 3 0-16,0-2 0 0,1 1 0 0,0 1 0 0,-1 0 0 15,0 2 0-15,1 0 0 0,-1 3 0 0,0 1 0 0,2 1 0 16,0 0 0-16,1 2 0 0,1-1 0 0,0-13 0 16,0 0 128-16,7 42 0 0,-7-42 0 0,0 0 0 15,15 40 144-15,-15-40 32 0,0 0 0 0,20 38 0 16,-20-38-160-16,0 0-16 0,0 0-128 0,31 33 192 15,-31-33-192-15,0 0 0 0,0 0 0 0,0 0-17696 16</inkml:trace>
  <inkml:trace contextRef="#ctx0" brushRef="#br0" timeOffset="22221.21">7360 3097 911 0,'0'-1'0'0,"-1"-1"0"0,0 1 0 16,1-1 0-16,0 2 1088 0,0-2 128 15,0 2 16-15,0-1 16 0,0-1 1072 0,-1 1 224 16,1 0 32-16,0-3 16 0,-1 1-160 0,1 0-16 0,-1 2-16 0,0 0 0 16,0-1-544-16,1 0-128 0,-1 1 0 0,0 1-16 15,-1 0-688-15,0 1-144 0,0 1-32 0,-2 2 0 16,1 1-432-16,-3 1-96 0,1 2 0 0,-2 2-16 15,1 1 0-15,-2 2 0 16,2 3 0-16,-1-1 0 0,1 3-16 0,1-1 0 16,2 0 0-16,2-3 0 0,2 0 64 0,2-4 16 15,-3-10 0-15,0 0 0 0,0 0-240 0,0 0-128 0,0 0 128 16,39 23-128-16,-29-25 0 0,0-1 0 16,2 1 0-16,-1-3 0 0,0 0 0 0,-1-1 0 0,0-2 0 15,0 1 0-15,2-2 0 0,-3 1 0 0,-1-1 0 0,0 0 0 16,-1-1 0-16,-1 0 0 0,-2 1 0 0,0 0-128 15,-2-1 128-15,-1 3 0 0,-2-2 0 0,-1-1 0 0,-2 0 0 16,-2-1 0-16,-2-1 0 0,0 1 0 0,0 1 0 16,-3-1 0-16,1 0 0 0,-1-1 0 0,1 3 0 15,1 0 0-15,0 4 0 0,2 2 0 16,2 3-768-16,1 2-208 0</inkml:trace>
  <inkml:trace contextRef="#ctx0" brushRef="#br0" timeOffset="23052.04">7849 2887 8287 0,'0'-2'736'0,"0"1"-592"0,0-1-144 16,0 2 0-16,0 0 1168 0,0-1 208 15,0 0 32-15,0-1 16 0,1 0 272 0,-1-1 48 0,0 1 16 0,-1 1 0 16,1 1-448-16,-1 0-96 0,0 0 0 0,0 0-16 0,-1 0 0 0,0 3 0 15,0-1 0-15,0 1 0 16,0-1-64-16,-1 2-16 0,0 1 0 0,0 0 0 0,0 2-432 16,-1 1-96-16,-2 3-16 0,1 3 0 0,-3 0-176 0,0 3-32 15,-1 2-16-15,-1 3 0 0,1-4-48 0,-1 4-16 16,-1 4 0-16,-1 2 0 0,0-1-32 16,2 1 0-16,0-5 0 0,3-1 0 0,2-6-256 0,2-1 160 15,0-4-160-15,2-2 128 0,0-3-128 0,1-1 0 16,1-3 0-16,0 0 0 0,1-1 0 0,-1 1 0 15,0-4 0-15,1 1 0 16,0 1-256-16,0-2 64 0,0 0 0 0,0 0 16 16,-1 1-2672-16,0-1-544 0</inkml:trace>
  <inkml:trace contextRef="#ctx0" brushRef="#br0" timeOffset="23772.32">8021 3013 911 0,'3'-1'0'0,"-1"1"0"0,-1-2 0 0,0 2 0 16,0 0 528-16,-1 0 32 0,0 0 0 0,0 0 0 0,1 0 464 0,-1-1 80 0,0 0 32 0,0 1 0 31,1 0 336-31,-1 0 80 0,0 0 16 0,0-2 0 16,0 2 128-16,1-2 32 0,-1 1 0 0,0 1 0 15,0-2-240-15,0 2-32 0,0-3-16 0,1 1 0 16,-1 2-544-16,0-2-96 0,0 0-32 0,0 1 0 0,0-1-256 0,-1 2-64 16,1-3-16-16,0 3 0 0,0 0-176 0,0-2-16 15,0 2-16-15,0 0 0 0,0 0-80 0,0 0-16 16,0 2 0-16,0-2 0 0,1 0-128 0,-1 0 0 16,1 0 0-16,0 0 128 0,0 0 112 0,0 0 16 15,0 0 0-15,1-2 0 0,0 2 80 0,-1-1 32 16,0 0 0-16,1-1 0 0,-1 0 0 0,0 1 0 15,1 1 0-15,-2-2 0 0,1 2-48 0,-1-2 0 16,0 1 0-16,0 1 0 0,-1 0-64 0,0 0-32 16,0 1 0-16,-1 1 0 0,0-2-80 0,0 3-16 0,-2 1 0 0,-1-2 0 15,2 3-128-15,-2 0 128 0,-1-1-128 0,1 4 128 16,-1-2-128-16,1 2 128 0,0-1-128 0,0 2 128 16,0 1-128-16,0-1 160 0,1 1-160 0,1 1 160 15,0 1 48-15,0-3 16 0,2 2 0 0,1-4 0 16,2 1 32-16,0-2 16 0,2 1 0 0,0-4 0 15,2 1-272-15,0-3 0 0,2 1 128 0,0-5-128 16,1-1 0-16,2 1 0 0,1-4 0 0,-1 0 0 16,1-3 128-16,-1 1-128 0,-1 2 0 0,1-4 0 15,0 0 0-15,1-1 0 0,-1-2 0 0,-2 2 0 0,-2 0 0 16,-2 3 0-16,-1 0 0 0,-3 1 0 0,-1 1 0 0,-3-1 0 16,-2 0 0-16,-1 3 0 0,-3 0 0 15,0 0 0-15,-2 2 0 0,0 2 0 0,1-1 0 0,-1 2-256 16,1 2 80-16,2-2 16 15,0 2-1504 1,1 1-288-16</inkml:trace>
  <inkml:trace contextRef="#ctx0" brushRef="#br0" timeOffset="24050.19">8350 3138 23039 0,'1'2'1024'0,"0"1"192"0,1 0-960 0,-2-1-256 0,0-2 0 0,0 2 0 16,0 0 1968-16,-1 1 336 0,1 3 80 0,-1 2 16 0,-1 1-608 0,0 1-112 15,-2 2-16-15,-1-2-16 16,0-1-1200-16,-1 1-256 0,-1 1-32 0,-2 0-17024 0</inkml:trace>
  <inkml:trace contextRef="#ctx0" brushRef="#br0" timeOffset="35467.51">8882 3039 18431 0,'0'0'1632'0,"0"2"-1312"0,0-2-320 0,0 0 0 0,0 0 688 0,0 0 64 0,0 0 16 0,0 0 0 15,0 0 1136-15,0-2 224 16,0 2 48-16,0-2 16 16,1 1-1232-16,-1-1-256 0,1 0-64 0,-2 2 0 15,1-2-144-15,-2 2-48 0,1 0 0 0,-2 2 0 16,1 0 64-16,-1 0 0 0,-1 1 0 0,-1 2 0 15,0 1-112-15,-2 0-16 0,1 3 0 0,-2 0 0 16,2 2-128-16,-2 1-16 0,0 3-16 0,1 2 0 16,-1 2-96-16,8-19-128 0,-9 36 176 0,9-36-176 0,-2 35 208 0,2-35-64 15,0 0-16-15,9 35 0 0,-9-35 16 16,0 0 0-16,0 0 0 0,34 15 0 0,-22-18-144 16,2 1 128-16,1-5-128 0,-1-2 128 0,1 0-128 0,0-4 160 15,0 1-160-15,-3-2 160 0,0 1-160 0,-1 0 0 16,-2-1 0-16,1 0 0 0,-3-1 0 0,0 1-144 15,-2 2 144-15,-2 0 0 0,-1 4 0 0,-2-2-128 16,-2 2 128-16,-4 0 0 0,2 2 0 0,-5 1 0 16,1 1 0-16,-2 2 0 0,-1 2 0 0,-1 2 0 0,0 2 0 15,-1-2 0-15,1 3 0 0,0-2 0 0,3 1-128 16,3-3 128 0,0 1-1008-16,3-2-144 0</inkml:trace>
  <inkml:trace contextRef="#ctx0" brushRef="#br0" timeOffset="35798.55">9263 2954 16575 0,'-1'0'1472'0,"0"0"-1168"16,0 0-304-16,0 0 0 0,0 0 1232 0,0 0 192 16,0 0 48-16,-2 2 0 0,-2-1 944 0,1 2 192 15,-3 3 32-15,1 0 16 0,0 4-1424 0,-1 0-272 16,1 2-64-16,-1 4-16 0,-1 1-176 0,-1 5-16 16,0 1-16-16,-3 3 0 15,1 2-192-15,-2 1-32 0,0 4-16 0,0 0 0 0,0-4-240 0,1 0-32 16,-1-2-16-16,1 1 0 0,1-2-144 0,1-4 0 0,10-22 0 0,-9 38 0 31,9-38-816-31,0 0-80 0</inkml:trace>
  <inkml:trace contextRef="#ctx0" brushRef="#br0" timeOffset="36736.69">9539 3041 11055 0,'0'-5'976'0,"0"3"-784"0,0 0-192 0,0 0 0 16,0 1 928-16,0 1 144 15,1 0 16-15,0 0 16 0,-1-2 1792 0,1 0 368 0,1 2 64 0,-1 0 0 16,1 4-1024-16,-2-4-224 0,0 0-32 0,0 0-16 15,0 0-896-15,2 31-176 0,-2-31-48 0,0 0 0 16,-5 38-464-16,5-38-80 0,-7 31-32 0,7-31 0 16,-11 33-176-16,11-33-32 0,-11 34-128 0,11-34 192 15,-11 33-192-15,11-33 0 0,-7 28 0 0,7-28 0 16,0 0 0-16,-2 31 0 0,2-31 0 0,0 0 0 31,0 0-576-31,7 36-48 0,-7-36-16 0,0 0-16128 0</inkml:trace>
  <inkml:trace contextRef="#ctx0" brushRef="#br0" timeOffset="37105.12">9787 3248 23039 0,'0'0'1024'0,"0"0"192"0,0 0-960 0,0 0-256 16,0 0 0-16,0 0 0 0,0 0 2208 0,0 0 400 0,0 0 80 0,0 0 0 15,12 42-656-15,-12-42-144 0,-4 26-32 0,4-26 0 16,-7 22-1216-16,7-22-256 0,-8 16-64 0,3-11-12192 16,1 0-2448-16</inkml:trace>
  <inkml:trace contextRef="#ctx0" brushRef="#br0" timeOffset="39552.61">10260 3020 9215 0,'-1'-7'816'0,"1"4"-656"16,0 1-160-16,0 0 0 0,0 0 1264 0,0 1 208 0,0 1 64 0,0-2 0 16,0 0 976-16,0-1 208 0,0 1 32 0,1-1 16 15,-1 1-848-15,0 2-192 0,-1-2-16 0,1 1-16 16,0 1-688-16,1 0-144 0,-1 1-32 0,0 1 0 16,-1 0-304-16,1 1-64 0,0-1-16 0,-2 5 0 15,1 0-32-15,-1 3-16 0,0 4 0 0,-2 2 0 16,-1 4-48-16,1 3-16 0,-2 1 0 0,1 2 0 15,-2 1-144-15,1 3-48 0,0-4 0 0,2-2 0 16,4-24-16-16,-1 30-128 0,1-30 192 0,0 0-64 16,0 0-128-16,0 0 160 0,0 0-160 0,45 12 160 15,-30-24-160-15,2-4 0 0,2-6 0 0,-1 1 0 16,-1 0 128-16,0-1-128 0,-1-3 0 0,0 1 128 16,-3 1-128-16,-3 3 0 0,-3 1 0 0,-2 0-176 0,-4 5 176 0,-2 0 0 15,-4 2 0-15,-3 0-128 0,-4 5 128 0,-1 2 0 16,-2 4 0-16,-3 2 0 15,2 1-160-15,1 1 160 0,-2 4-192 0,2 0 192 0,2-1-144 0,3 1 144 16,1-1 0-16,5 1-144 0,1-2-32 0,2 0 0 16</inkml:trace>
  <inkml:trace contextRef="#ctx0" brushRef="#br0" timeOffset="39778.69">10549 3178 25503 0,'3'-4'560'0,"-1"0"112"0,2 3 32 0,-2-1 16 0,-1 2-576 0,0 0-144 0,1 0 0 0,1 0 0 16,3 0 1856-16,-6 0 320 0,0 0 80 0,0 0 16 15,0 0-1136-15,0 0-240 16,38 24-32-16,-38-24-16 0,0 0-432 0,0 0-96 0,0 0 0 0,18 35-16 15,-18-35-576 1,0 0-112-16</inkml:trace>
  <inkml:trace contextRef="#ctx0" brushRef="#br0" timeOffset="40151.69">10895 3039 26719 0,'3'2'1184'0,"-1"-2"240"0,0 0-1136 0,-2 1-288 16,1 1 0-16,-1-2 0 0,0 0 1792 0,0 0 320 16,1 2 48-16,0-1 16 0,-1 2-1024 0,0 0-192 0,0 0-32 0,0 1-16 15,-1 3-400-15,-1 0-96 16,-1 1-16-16,0 1 0 0,-1 1-192 0,1 3-32 0,-2 2-16 0,0-1 0 16,1 0-160-16,0 1 128 15,4-15-128-15,-4 28 128 0,4-28-128 0,0 0 0 0,0 0 0 0,12 38 0 16,-12-38 0-16,0 0 0 0,0 0 0 15,37 1 0-15,-25-6 0 0,0-1 0 0,2-3 0 0,-2-2 0 16,-1 3 0-16,1-4 0 16,0-2 0-16,0 1 0 0,-1 0 0 0,-2-1 0 0,0 2 0 0,-3 0 0 15,-1 0 0-15,-1 2 0 16,-3-2 0-16,0 3 0 0,-2 1 0 0,0-1 0 16,-5-2 0-16,-2 1 0 0,-3 1 0 0,-2 1 0 15,-2 4 0-15,-1-1 0 0,-1 3 0 0,1 0 0 0,-1 4 0 16,2 0 0-16,3 1 0 0,1 1 0 0,1 2 0 0,0 0-11952 15,4 1-2256-15</inkml:trace>
  <inkml:trace contextRef="#ctx0" brushRef="#br0" timeOffset="40753.17">11197 2887 20271 0,'2'-3'896'0,"-2"1"192"0,1 0-880 0,0 2-208 16,0 0 0-16,-1 0 0 0,1 0 2064 0,0 0 368 15,1 1 80-15,1 0 16 0,0 1-208 0,-1 1-32 0,1-1-16 0,0 1 0 16,0 1-1152-16,-2-1-224 0,1 2-64 0,-1-1 0 15,-1 1-528-15,0 0-112 0,-2-1-32 0,1 1 0 16,-2-1-160-16,-1 2 0 0,-1 1 144 0,0-2-144 16,-1 3 0-16,0 0 0 0,-2 2 0 0,2-1 128 15,2 2-128-15,1-2 0 0,2-1 0 0,1 0 0 16,1-4 0-16,2 1 192 0,-3-5-64 0,0 0 0 16,0 0-128-16,0 0 128 0,41 15-128 0,-41-15 128 15,25 2-128-15,-25-2 0 0,0 0 0 0,40 7 128 16,-40-7-128-16,0 0 0 0,35 12 0 0,-35-12 0 0,0 0 0 0,0 0 0 15,32 26 0-15,-32-26-128 0,0 0 128 0,0 0 0 16,0 0 0-16,14 43 0 0,-14-43 0 16,0 0 0-16,-9 26 0 0,5-19 0 0,-2 2 0 15,0-3 0-15,-2 0 0 0,0-1 0 0,-1 2 0 0,-3-5 0 16,1 1 0-16,-2-1 0 0,0 1 0 0,-1-3 0 16,1 0 0-16,0 0 0 0,2-3 0 0,0-1-192 15,2 1 64-15,1-2-18416 0</inkml:trace>
  <inkml:trace contextRef="#ctx0" brushRef="#br0" timeOffset="40934.51">11192 2946 15663 0,'4'-1'688'0,"-1"0"144"0,-1-1-656 0,0 0-176 0,0 2 0 0,0-1 0 16,0 1 2832-16,1 0 544 0,3-2 96 0,2-1 32 15,4 1-704-15,1 0-144 0,2-3-32 0,-1 0 0 16,2 1-1440-16,-1 1-288 0,1-2-64 0,1 1-16 15,0-1-560-15,0 0-96 0,-1 1-32 0,-1 1 0 0,-1 0-128 0,-3 1 0 16,-11 2 0-16,0 0 128 0,28 0-128 0,-28 0 0 16</inkml:trace>
  <inkml:trace contextRef="#ctx0" brushRef="#br0" timeOffset="41285.62">11863 2823 7711 0,'-1'-5'160'0,"-1"1"32"0,1 1 16 0,-1 1 32 0,1 2-240 0,0 0 0 0,1-2 0 0,-1 1 0 15,-1-1 3184-15,0-2 592 16,1 1 112-16,-1-2 16 0,1 1-848 0,1-1-176 0,0 2-48 0,0 1 0 16,0 0-736-16,0 2-160 0,0 2-16 0,-2 1-16 15,2-3-928-15,-6 23-176 0,0-2-32 0,-3 6-16 16,-4 3-384-16,-2 8-80 0,-4 2-16 0,-2 1 0 16,0 2-144-16,-3 1-128 0,-2 2 144 0,2-4-144 15,3-2 128-15,1-5-128 16,3-6 0-16,3-5 0 0,4-7 0 0,2-3 0 15,4-4-176-15,2-2-18832 0</inkml:trace>
  <inkml:trace contextRef="#ctx0" brushRef="#br0" timeOffset="41991.78">11924 3060 10127 0,'-1'-1'896'0,"1"0"-704"16,0-1-192-16,1 1 0 15,0 1 1664-15,-1-2 320 0,1 2 48 0,0-3 16 16,1-1 736-16,2-1 160 0,0 0 16 0,0 1 16 0,1 1-944 0,0-2-192 0,0 3-48 0,1 0 0 31,0 0-624-31,2-1-128 0,1 0-16 0,2 1-16 16,3 1-560-16,1 0-96 0,1-1-32 0,0 0 0 15,2 1-160-15,0 1-32 0,-3 0-128 0,-15 0 192 16,30 3-192-16,-30-3 0 0,0 0 0 0,0 0 0 16,34 18 0-16,-34-18 128 0,0 0-128 0,0 0 0 0,-2 29 0 15,-6-20 0-15,-1 1 0 0,-2 0 0 16,-2 1 0-16,-1-1 0 0,0 1 0 0,-2-1 0 16,-1 2 0-16,-1-2 0 0,1 1 0 0,0-1 0 15,3-2-192-15,0-1 64 0,2 1 128 0,1-3-208 0,2 2 48 0,2-2 16 16,0 0 0-16,4-3 0 0,2 3 144 0,1-3 0 15,2-1 0-15,1 1 0 0,4-2 0 0,0 0 0 16,2-2 0-16,3 1 128 0,1-1 32 0,0-1 16 16,-1 1 0-16,2 0 0 0,0 0 64 0,1-1 16 15,2 1 0-15,0-1 0 0,-2 1-64 0,1-2 0 16,-16 4 0-16,31-3 0 0,-16 0-16 0,-1 0-16 16,0 0 0-16,0 0 0 0,0 0-160 0,-1 1 0 0,0 0 0 0,0-2-18576 15</inkml:trace>
  <inkml:trace contextRef="#ctx0" brushRef="#br0" timeOffset="42338.35">12617 3214 18431 0,'1'-2'1632'0,"0"-2"-1312"16,1 3-320-16,-1 1 0 0,0 0 2048 0,0 0 352 15,1-3 64-15,2 1 16 0,1 0 816 0,1 0 160 16,-2 0 48-16,0 4 0 0,-4-2-2272 0,0 0-448 15,0 0-80-15,0 0-32 0,-4 36-368 0,-1-25-80 16,-2 1-16-16,-1 0 0 0,-1 2-208 0,-1-2 0 16,-1 2 0-16,1-2 0 0,1 0 0 0,-1 0-160 0</inkml:trace>
  <inkml:trace contextRef="#ctx0" brushRef="#br0" timeOffset="44853.58">13159 2927 15663 0,'0'-2'1392'16,"0"0"-1120"-16,0 2-272 0,-1 0 0 0,1 0 432 0,-1 0 16 15,0 2 16-15,-1-2 0 0,-1 2 560 0,-1 2 96 16,-1 0 32-16,0 3 0 0,-1-1-608 0,1 2-112 15,-2 1-32-15,1 3 0 0,-2 2 144 0,0 1 32 16,2-3 0-16,-1 2 0 0,-1 4 288 0,-2 4 64 16,1-3 16-16,2 2 0 0,0-4 128 0,3 0 16 0,4-17 16 0,0 0 0 15,0 0-464-15,0 0-112 0,0 0-16 0,31 30 0 16,-18-34-512-16,3-7 0 0,2-1 0 16,0-1 0-16,-1-1 0 0,0-2 0 0,0 1-192 0,1-4 192 15,1-2-960 1,-1-1-112-16,-3 2-16 0,-3 0 0 15,-5 3 512-15,-3 2 80 0,-4 2 32 0,-3-1 0 0,-2 3 704 0,-2 0 144 0,-3 2 16 0,-3 0 16 16,-1 1 288-16,0 4 48 0,-1 1 16 0,1 1 0 16,1 0-16-16,2 2 0 0,1 4 0 0,1-3 0 15,2 3-368-15,1 0-64 0,2-1 0 0,1 2-16 0,2-1-304 0,1 1 0 16,2 0 0-16,1-2-16112 16</inkml:trace>
  <inkml:trace contextRef="#ctx0" brushRef="#br0" timeOffset="45092.03">13345 3046 27647 0,'0'-2'1216'0,"0"-1"256"0,1 3-1168 0,0-2-304 0,0 2 0 0,-1 2 0 16,1-2 2032-16,0 1 336 0,2 1 80 0,0 1 16 15,0 0-1088-15,-3-3-224 0,0 0-32 0,0 0-16 16,0 0-800-16,0 0-176 0,0 0-128 16,28 34 192-16,-24-32-192 0,1 0-272 0</inkml:trace>
  <inkml:trace contextRef="#ctx0" brushRef="#br0" timeOffset="45492.57">13625 2892 23039 0,'-1'-3'1024'0,"0"1"192"0,2 0-960 0,-1 1-256 0,0 1 0 0,0-2 0 0,0 2 1808 0,2 0 320 15,-1-2 64-15,4 0 16 0,0-1-112 0,1-1-32 16,2 1 0-16,0 1 0 0,0-1-1232 0,2-1-256 15,-2 3-64-15,1-1 0 0,0 4-336 0,0-2-176 16,-9 0 160-16,0 0-160 0,0 0 128 0,0 0-128 16,0 0 0-16,29 36 0 0,-29-36 0 0,0 0 0 15,-4 29 0-15,0-20 0 0,-2 3 0 16,-2-2 0-16,0 4 0 0,-2-4 0 0,-1 3 0 0,1-3 0 0,0-1 0 0,-1 1 0 16,3-3 0-16,-2 0 0 15,1 0 0-15,1-2 0 0,-1 0 0 0,3 0 0 0,-1-1 0 16,3-2 0-16,2 1 0 0,0-1 0 0,1-1 0 15,2 1 0-15,0-2 0 0,2 0 0 0,0 0 0 16,2 0 0-16,1 0 0 0,1-2 0 16,1 1 0-16,2 1 0 0,0-2 0 0,1-1 0 15,0 1 0-15,2 1 0 0,1-2 0 0,2 0 0 16,0-2 0-16,-1 3 0 0,-1-2 0 0,1 1 0 16,0 0 0-16,-2-1 0 0,-1 1 0 0,-1 1 0 15,0-1 0-15,-1 0-12016 16,-2 2-2400-16</inkml:trace>
  <inkml:trace contextRef="#ctx0" brushRef="#br0" timeOffset="45805.21">14022 2818 22111 0,'-1'-4'976'0,"0"1"208"16,1 3-944-16,0-2-240 0,0 2 0 0,-1 0 0 15,0 0 1680-15,0 2 304 0,0-2 48 0,-2 1 16 16,0 3 80-16,-1-3 32 0,-1 2 0 0,0 0 0 15,-2 2-1280-15,1-1-256 0,-1 1-48 0,0 2-16 0,-2 3-320 0,1-1-64 16,0 1-16-16,-1 2 0 0,2 0-160 16,0 0 128-16,2 2-128 0,-1 0 128 0,3-3 0 0,3-11 0 15,0 0 0-15,0 36 0 0,0-36 0 0,0 0 0 16,0 0 0-16,39 28 0 0,-39-28-128 16,31 3 128-16,-12-3-128 0,-1-5 128 0,1 1-128 0,-1-1 0 15,-1-2 0-15,-1-1 0 0,-1 2 0 0,0-2 0 0,1 1 0 0,-2 0 0 16,-2 0 0-16,-2 2 0 0,-1 1 0 0,-3 1 0 15,-1-1 0-15,-2 1 0 0,0 2-176 0,-1 0 176 32,-1-1-880-32,-1 1-80 0,0-1-32 0,-2 2-10544 0,0-2-2112 0</inkml:trace>
  <inkml:trace contextRef="#ctx0" brushRef="#br0" timeOffset="45967.29">14136 2792 3679 0,'-3'-4'320'0,"1"1"-320"0,1 3 0 15,0 0 0-15,0 3 4048 0,0-1 752 0,-1 2 128 0,2-4 48 0,-6 20-1072 16,-1-4-224-16,-2 8-32 0,-3 4-16 0,-1 1-1968 0,0 0-400 16,-2 1-80-16,1-4-16 0,0 2-528 0,2-4-128 15,-1 0 0-15,3-5-16 16,10-19-352-16,-12 32-144 0,12-32 128 0,0 0-18240 16</inkml:trace>
  <inkml:trace contextRef="#ctx0" brushRef="#br0" timeOffset="46459.17">14419 2807 15663 0,'1'0'1392'0,"0"0"-1120"0,0 0-272 0,0 0 0 16,-1 0 848-16,0 0 112 0,1 0 32 0,0 0 0 16,0 0 1488-16,1 0 288 0,-1 0 64 0,0 2 16 0,0-2-1200 15,-1 0-240-15,0 2-64 0,0 1 0 0,-2 1-560 0,-1 3-112 16,-1 1-32-16,-2 4 0 15,-2 2-16-15,-1 5-16 0,-2-1 0 0,-1 4 0 0,-1 0-112 0,0 3-32 0,-2 1 0 16,-3 5 0 0,0 3-112-16,-2 1-32 0,0 0 0 0,1-1 0 15,4-4-320-15,3-4 144 0,3-3-144 0,9-23-18496 0</inkml:trace>
  <inkml:trace contextRef="#ctx0" brushRef="#br0" timeOffset="48717.77">14631 2828 25791 0,'2'-2'2304'0,"-1"1"-1856"0,0 0-448 0,-1 1 0 16,1-1 512-16,-1 1 0 0,1-3 0 0,2 1 0 15,2-2 1536-15,0-1 304 0,3 0 64 0,-2 0 16 16,2 0-1264-16,-1 1-240 0,1 0-48 0,1 1-16 0,0 0-384 0,0 1-80 16,1 0-16-16,-2 2 0 15,0 0-224-15,0-2-160 0,1 2 192 0,-9 0-192 16,0 0 144-16,0 0-144 0,30 7 0 0,-30-7 144 0,0 0-144 15,0 0 0-15,0 0 0 0,0 0 0 0,0 0 0 0,0 0 0 16,0 0 0-16,0 0 0 0,0 0 0 0,0 0 0 16,0 43 0-16,-10-37 0 0,0 4 0 0,-2-4 0 15,0 2 0-15,0 1 0 0,0-2 0 0,-1 1 0 16,-1-1 0-16,0 1 0 0,1-2 0 0,0 1 0 16,2 0 0-16,1-1 0 0,2-2 0 0,3 0 0 15,1-1 0-15,1-1 0 0,2 0 0 0,1-1 0 0,0 1 0 16,0-2 0-16,0 0 0 0,1 2 0 15,0-2 0-15,1 0 0 0,-1 0 0 0,1-2 0 0,0 2 0 16,0 0 0-16,0-2 0 0,2 1 0 16,1-1 0-16,0 2 0 0,3-2 0 0,0 0 0 15,2 1 0-15,1-1 0 0,0 2 0 0,1 0 0 16,0 2 0-16,-12-2 0 0,24 4 144 0,-24-4 0 0,0 0 0 0,31 11 0 16,-31-11-144-16,0 0 128 0,0 0-128 0,33 15 128 15,-33-15-128-15,0 0 0 0,0 0 0 0,0 0 0 0,0 0 0 16,0 0 0-16,0 0 0 0,0 0 0 0,20 39 0 0,-23-36 0 15,-2 2 0-15,-2 0 0 16,-1 1 0-16,-3 0 0 0,2-2 128 0,-2 3-128 16,-1-2 0-16,-5 2 0 0,-3-1 0 0,-2 2 128 0,-1-3-128 15,0 2 0-15,-1-1 0 0,2 0 0 16,5-2 0-16,0-2 0 0,3-1 0 0,3-2-18832 0</inkml:trace>
  <inkml:trace contextRef="#ctx0" brushRef="#br0" timeOffset="49400.93">15162 3079 22111 0,'1'0'1968'0,"0"0"-1584"15,0 0-384-15,0 0 0 0,-1 1 896 0,0-1 80 16,2 2 32-16,0-2 0 0,0 2 992 0,0 0 208 0,-2-2 32 0,0 0 16 16,0 0-1088-16,0 0-208 0,0 0-64 0,0 0 0 15,-2 29-528-15,-3-24-112 0,-2 1-32 0,-3 0 0 16,1 0-224-16,-2-1 0 0,-1 2 0 0,-1-2-16864 15</inkml:trace>
  <inkml:trace contextRef="#ctx0" brushRef="#br0" timeOffset="52358.56">15600 2757 23039 0,'2'-3'2048'0,"0"-1"-1648"0,-1 1-400 0,-1 1 0 16,0 2 768-16,0-2 80 0,0-1 16 0,0-2 0 0,1-2 976 0,-1 1 192 16,-1-1 32-16,-1 2 16 0,0 0-1344 0,-2 4-272 15,1 1-48-15,-3 1-16 0,-1 4-176 0,0 3-32 16,-1 1-16-16,-2 4 0 0,-2 1-176 0,0 5 0 15,-2 2 0-15,0 3 0 0,1 0 192 0,1 1-64 16,1-4 0-16,4-1 0 0,1 0 256 0,6-20 64 16,-2 35 0-16,2-35 0 0,0 0-176 0,16 40-16 15,-16-40-16-15,0 0 0 0,35 21-240 0,-35-21 0 16,33 3 0-16,-15-6 0 0,-1-3 0 0,-1 0 0 16,0-2 0-16,-1-2 0 0,2-2 0 0,0 0-128 0,-2-1 128 0,-3 0 0 15,-3 0-144 1,-2 0 144-16,-5 1 0 0,-3 0-144 0,-1 0 144 0,-4 0 0 0,-1 1 0 0,-4-1 0 15,1 2 0-15,-2-3 0 16,0 1 0-16,1 2 0 0,0 0 0 0,1 0 0 16,-1 1 0-16,1 2 0 0,3 2 0 0,-1 0 0 15,4 3 0-15,0 2 0 0,2 0 0 0,2 2 0 16,1 3 0-16,-1-5-11344 0,0 0-2272 0</inkml:trace>
  <inkml:trace contextRef="#ctx0" brushRef="#br0" timeOffset="52583.33">15789 2934 15663 0,'-1'0'1392'0,"0"0"-1120"0,1 0-272 0,-1 0 0 0,1 0 384 15,-1 3 32-15,0-1 0 0,0 1 0 16,-1 1 1104-16,-1 2 208 0,0 2 64 0,1 2 0 0,0 0-480 0,1-3-96 0,1-7 0 0,0 0-16 31,0 0-592-31,0 0-112 0,0 0-32 0,0 0 0 0,30 28-336 0,-20-31-128 16</inkml:trace>
  <inkml:trace contextRef="#ctx0" brushRef="#br0" timeOffset="53022">16022 2712 18431 0,'1'-2'1632'16,"-1"1"-1312"-16,0-1-320 0,0 0 0 15,0 1 1232-15,1 1 176 0,-1-3 48 0,1-1 0 16,-1 0 1232-16,0 0 240 15,0 1 48-15,-2 0 16 0,0 1-1584 0,-2 2-304 0,1 3-64 0,-2 1-16 16,-1 3-560-16,0 0-112 0,-1 3-32 0,0 0 0 16,0 3-192-16,0-1-128 0,1 0 160 0,-1 0-160 15,3-1 176-15,4-11-176 0,0 0 192 0,0 0-192 0,0 0 256 0,0 0-48 0,0 0-16 0,0 0 0 32,26 38-192-32,-15-38 176 0,1 0-176 0,-1 1 160 0,-11-1-160 0,24 4 128 15,-24-4-128-15,0 0 128 0,36 12-128 0,-36-12 0 16,0 0 0-16,0 0 0 0,34 26 0 0,-34-26 0 0,0 0 0 15,0 0 0-15,0 0 0 0,12 43 0 16,-12-43 0-16,0 0 0 16,0 0 0-16,-9 28 0 0,5-22 0 0,-1 0 0 15,0-1 0-15,-1 0 0 0,-2-1 0 0,1 1 0 16,-1 0 0-16,-2 0 0 0,0 0 0 0,-2-1 0 16,-1 3 0-16,-1-3 0 0,1 0 0 0,-1 0 0 0,0 1 0 15,0-3 0-15,1-2 0 0,2 0 0 0,1 0 0 0,1-2 0 16,1-3 0-16,2 0-18304 15</inkml:trace>
  <inkml:trace contextRef="#ctx0" brushRef="#br0" timeOffset="53221.67">15956 2712 21183 0,'2'-5'944'0,"0"2"192"0,1 0-912 0,-1 2-224 0,1-2 0 0,0 1 0 15,0 2 2432-15,2-3 432 0,4 0 80 0,3-3 32 16,4-1-912-16,4-2-176 0,2 0-32 0,-1 1-16 16,-2-1-1168-16,-2 2-224 15,-3 1-64-15,-1 2 0 0,-2-1-384 0,-2 1 0 0,0 1 0 0,-1 3-11792 16,-2-2-2368 0</inkml:trace>
  <inkml:trace contextRef="#ctx0" brushRef="#br0" timeOffset="53824.12">16449 2581 22111 0,'1'0'1968'0,"-1"-2"-1584"0,0 2-384 0,0 0 0 0,0 0 592 0,0 0 48 16,0 0 0-16,0-2 0 0,-1 1 1760 16,1-1 352-16,-2 2 80 0,1 0 16 0,-1 0-1360 0,0 2-272 0,-2-1-48 0,1 3-16 31,-1-1-528-31,-1 3-112 0,-1 2-32 0,-2 4 0 0,-3 3-288 0,0 3-48 15,-2 3-16-15,-2 4 0 0,0 2-128 0,-4 7 0 16,-2 6 144-16,-2-1-144 0,-3 0 144 16,4-6-144-16,3-2 192 0,-4 0-192 0,0 4 144 0,3-3-144 15,2-2 0-15,5-5 144 0,3-4-288 0</inkml:trace>
  <inkml:trace contextRef="#ctx0" brushRef="#br0" timeOffset="55899.87">16568 2704 17503 0,'4'0'1552'0,"-2"-2"-1232"0,-1 1-320 0,0 0 0 31,-1 1 1104-31,1 0 176 0,0-2 16 0,1 1 16 0,2-3 928 0,0 1 192 16,-1 1 48-16,0-2 0 0,-1 1-1072 0,-1 3-192 15,0-2-64-15,-2 1 0 0,-1 2-560 0,-1 1-112 16,1 0-32-16,-2 1 0 0,-1 1-304 0,-1 1-144 16,-2 2 128-16,-1 3-128 0,0-1 0 0,-1 3 0 15,-2 2 0-15,0-2 0 0,-1 5 192 0,1-3-64 16,-1 2 0-16,0-1 0 0,1 1 160 0,1-4 32 15,3 2 0-15,1-2 0 0,2-2-64 0,1 1 0 16,0-1 0-16,3 0 0 0,-1-4-256 0,2 2 0 16,1-4 128-16,-1-4-128 0,0 0 0 0,0 0 0 0,0 0 0 0,32 17 0 15,-20-17 0-15,3-2 0 0,1 1 0 0,0-2 0 16,2 0 0-16,1 0 0 0,2-2 0 0,0 2 0 16,1-1 0-16,-2 0 160 0,-3 1-160 15,-2-1 192-15,0 1-192 0,-2-1 192 0,-2 1-192 0,0 1 192 16,-3 0-192-16,-2 1 0 0,-1-1 0 0,-2 2-11952 15,-3 0-2416-15</inkml:trace>
  <inkml:trace contextRef="#ctx0" brushRef="#br0" timeOffset="56104.11">16623 2764 2751 0,'-2'-5'256'0,"0"3"-256"0,1 1 0 0,0 1 0 0,1 0 3504 0,-1 1 656 15,1 1 128-15,-1 0 16 0,-1 3-560 16,2-5-112-16,0 0-32 0,-10 31 0 0,10-31-1472 0,-12 35-288 16,5-15-64-16,-2-1-16 0,0 3-800 0,-1-1-176 15,0 0-16-15,0 0-16 0,1-4-464 0,3 1-96 16,0-1 0-16,6-17-16 0,0 0-176 0,-2 36 0 16</inkml:trace>
  <inkml:trace contextRef="#ctx0" brushRef="#br0" timeOffset="56337.45">16886 2996 26719 0,'5'-2'2368'0,"-1"0"-1888"0,-2 1-480 0,-1 1 0 15,-1 0 1312-15,1 0 160 0,1 0 48 0,2 0 0 16,0 0 544-16,-1 0 112 0,-1 1 32 0,-2 3 0 0,-2 1-1504 16,-3 2-320-16,-3 0-48 0,-1 2-16 0,-3 1-128 0,-4 2-48 15,0 0 0-15,-4 0 0 16,0 0-144-16</inkml:trace>
  <inkml:trace contextRef="#ctx0" brushRef="#br0" timeOffset="57249.18">17523 2740 16575 0,'1'-2'1472'0,"-1"0"-1168"15,-1 1-304-15,1 1 0 0,-1 0 1456 0,0 0 224 0,0 0 48 16,-1 0 16-16,-1 0 432 0,-2 0 64 0,0 3 32 0,-2-1 0 15,1 5-960-15,-1 2-192 0,1 3-32 0,-1 1-16 16,7-13-304-16,-14 35-48 0,14-35-16 0,-11 40 0 0,11-40-192 0,-7 36-64 16,7-36 0-16,0 0 0 0,-1 38-192 15,1-38-32-15,0 0-16 0,0 0 0 16,0 0-208-16,0 0 0 0,29 30 0 0,-24-30 0 0,2-2 0 0,-2 0 0 16,2-2 0-16,-1 0 0 0,-1 0 0 0,1-1 0 15,-1-2 0-15,0 0 0 0,-1 1 0 0,1-4 0 16,0 2 0-16,0-1 0 0,1-3 0 15,0 0 0-15,2-2 0 0,0-3 0 0,0 0 0 16,1 0 0-16,-2-1 0 0,2-2 0 0,-3 0 0 0,2-1 0 16,0-5 0-16,-3 2 0 0,0 2 0 0,-3 6 0 15,-3 6 0-15,-5 4 0 0,-1 6 0 0,-6 4 0 16,-3 5 0-16,-1 3 0 0,0 0-144 0,-1 5 144 16,2-1 0-16,0 3-144 15,2-2 144-15,4-1-192 0,10-16 192 0,-10 31-17536 0</inkml:trace>
  <inkml:trace contextRef="#ctx0" brushRef="#br0" timeOffset="57487.02">17735 2835 23039 0,'0'3'1024'0,"0"-1"192"0,1 0-960 0,0-2-256 0,0 0 0 0,-1 2 0 16,1-2 1696-16,0 2 288 0,2 1 64 0,-3-3 16 0,0 0-368 0,0 0-80 16,0 0-16-16,0 0 0 0,0 0-992 0,0 0-208 15,30 26-32-15,-27-23-16 16,-2-1-352-16,1-2 0 0,-2 1 0 0,1 0 0 31,1-1-624-31,-1 0-192 0</inkml:trace>
  <inkml:trace contextRef="#ctx0" brushRef="#br0" timeOffset="57936.78">18059 2690 26719 0,'2'-4'1184'0,"0"1"240"0,1 1-1136 0,-1-1-288 16,-1 3 0-16,-1-2 0 0,0 2 1520 0,0 0 240 0,1 0 48 0,1-2 16 15,-1 0-336-15,-1 1-64 0,0 1-16 0,-3 1 0 16,0 3-880-16,-3 1-176 16,-1 3-32-16,-1 3-16 0,-2 1-144 0,0 2-32 15,-2 0 0-15,0 2 0 0,1-1-128 0,2 0 0 16,9-15 0-16,-15 28 0 0,15-28 0 0,0 0 0 16,0 0 0-16,0 0 0 0,0 0 0 0,0 0 0 15,16 40 0-15,-7-40 0 0,0-2 0 0,1 0 0 0,2 1 0 16,0 1 128-16,0 0 0 0,0 1-128 15,-12-1 192-15,0 0-64 0,28 11-128 0,-28-11 0 0,0 0 0 16,0 0 0-16,0 0 0 0,0 0 0 0,20 45 0 0,-20-45 0 16,0 0 0-16,0 0 0 0,0 0 0 0,0 0 0 15,-5 40 0-15,3-35 0 0,0-2 0 0,0 1 0 16,-1-2 128-16,1 1-128 0,-1-1 192 0,0-1-64 16,1 1 64-16,-2 0 0 0,0-2 0 0,0 2 0 15,-2-1-48-15,0 1 0 0,-2 0 0 0,-1-1 0 16,0 3-16-16,-2-2 0 0,0 0 0 0,-1 1 0 0,-1 0 0 15,-1 0-128-15,0 0 192 0,0 0-64 0,2-1-128 0,0-2 0 16,0 1 0-16,1-1 128 0,1-1-128 0,3-3 0 16,0 0 0-16,2-2-12736 15,3 0-2560-15</inkml:trace>
  <inkml:trace contextRef="#ctx0" brushRef="#br0" timeOffset="58169.92">17995 2678 11967 0,'3'-2'1072'0,"0"2"-864"0,-1-2-208 0,-1 0 0 16,0 2 1408-16,0 0 256 0,2-1 32 0,1-1 16 15,4-1 2160-15,3 1 432 16,2 0 96-16,0 0 16 0,2 2-2064 0,-1 0-416 16,2 2-80-16,0-2 0 0,1 1-1152 0,-2 0-240 0,1-1-32 0,0 2-16 15,-2-2-224-15,-1 0-64 16,0-2 0-16,-3 2 0 0,-1 0-128 0,-1-1 0 0,-2 0 0 0,-1 1 0 15,-2 0-128-15,-2 0-16 0,-1 0 0 16,-1 1-18640-16</inkml:trace>
  <inkml:trace contextRef="#ctx0" brushRef="#br0" timeOffset="58588.71">18551 2572 3679 0,'7'-3'320'0,"-3"-2"-320"0,-1 3 0 0,-1 2 0 0,-1 0 1488 16,0 0 240-16,0-1 32 0,0 1 16 0,0 1 976 0,1 1 208 15,-2 1 48-15,-1 2 0 0,-1 2-1360 0,-4 0-272 0,0 1-48 0,-1 3-16 16,-2-2-144-16,-3 3-16 0,0 2-16 0,-1 0 0 15,0-1-400-15,-4 3-80 16,-3 3-16-16,-2 5 0 0,0 0 16 0,0 2 0 16,-1 0 0-16,3 0 0 0,2 0 16 0,4-2 0 0,3-5 0 0,11-19 0 15,-11 35-224-15,11-35-64 0,0 0 0 0,0 0 0 16,0 0-256-16,28 40-128 0,-13-40 128 16,2-2-128-16,0-2 256 0,1-2-16 0,1-2-16 0,0 0 0 15,0-2-64-15,-2-1-16 0,-2 2 0 16,-4-1 0-16,-2 0-144 0,-3 3 0 0,-3-2 0 15,-4 1 0-15,-4-1 0 0,-4 0 0 0,-4 1 0 0,-4 1 0 16,-1 2 0-16,-5 1 0 0,-1 0 128 0,-2 1-128 16,0 2 0-16,1 1 0 0,2 3 0 0,4-2 0 15,2 3 0-15,4-2 0 0,4 0 0 0,1 3-17760 16</inkml:trace>
  <inkml:trace contextRef="#ctx0" brushRef="#br0" timeOffset="59107.12">18917 2470 21183 0,'1'-3'1888'0,"-1"1"-1504"0,0 2-384 0,-1 0 0 15,1 0 1792-15,0 0 272 0,0 0 64 0,-1 1 16 0,0 3-368 0,-3 0-80 16,-1 6-16-16,-2 2 0 0,-1 2-576 0,-2 6-112 15,-3 3-32-15,-2 5 0 0,0 1-416 0,-4 4-96 16,-1 2 0-16,-3 5-16 16,-2 3-96-16,-2 2-16 0,-1-2 0 0,0-3 0 15,2 1-64-15,3-6-32 0,3-2 0 0,5-4 0 0,4-3-224 16,11-26 0-16,-9 33 0 0,9-33-12352 0,0 0-2560 16</inkml:trace>
  <inkml:trace contextRef="#ctx0" brushRef="#br0" timeOffset="61720.38">19069 2722 13823 0,'1'-1'1216'0,"-1"-1"-960"16,1 1-256-16,-1 1 0 0,1 0 768 15,-1-2 128-15,1 2 0 0,0-1 16 16,0 0 1344-16,0-1 272 0,0 0 48 0,0 1 16 0,-1 1-848 0,-1 0-160 16,0 1-48-16,-1 1 0 0,-1 1-480 0,0 0-96 15,-2 3-32-15,-1-2 0 0,1 3-352 0,-3-2-80 16,0 3-16-16,0 0 0 0,-1 1-96 0,0-1-32 0,0 1 0 16,0 1 0-16,3-2-16 0,0 1 0 15,0-1 0-15,0 1 0 0,6-9-144 0,0 0-48 0,-8 24 0 0,8-24 0 16,0 0-144-16,0 0 0 0,0 0 0 0,0 0 128 15,0 0-128-15,0 0 0 0,20 39 0 0,-20-39 0 16,0 0 0-16,0 0 0 0,0 0 0 0,29 17 0 16,-29-17-144-16,0 0 144 0,0 0 0 0,30 12 0 15,-30-12 0-15,0 0-128 0,0 0 128 0,32 12 0 16,-32-12 0-16,0 0 0 0,0 0 0 0,0 0 0 16,0 0 0-16,33 18 0 0,-30-15 0 0,-1 2 0 15,0-3 0-15,-2 1 0 0,1 1 0 0,-2-1 0 16,0 1 0-16,-1-1 0 0,0 2 0 0,-1-1 0 15,0-1 0-15,-1 2 0 0,0-1 0 0,-1-1 0 0,0 1 0 0,0 1 0 16,-1-3 0-16,1 3 0 0,-2-2 128 0,1-1-128 16,-1-2 0-16,0 1 0 15,0-2 0-15,-1 1 0 0,0-2 0 0,-3-1 0 0,2-2 0 0,-1 1 0 16,-1-1 0-16,0 0-17744 16</inkml:trace>
  <inkml:trace contextRef="#ctx0" brushRef="#br0" timeOffset="61941.97">19015 2747 25791 0,'4'0'1152'0,"1"0"224"0,0 3-1104 0,0-3-272 0,0 2 0 0,-1-2 0 15,1 1 1024-15,-5-1 160 0,28 4 32 0,-4 0 0 0,6-1 240 16,4-2 48-16,0-1 16 15,-1 0 0-15,-3-1-1040 0,-5-1-208 0,-3 1-32 0,-5 1-16 0,-5-2-224 0,-2 2 0 32,-4 0-192-32,-3 2-15936 0</inkml:trace>
  <inkml:trace contextRef="#ctx0" brushRef="#br0" timeOffset="62339.61">19526 2952 17503 0,'2'0'1552'0,"-1"2"-1232"0,2 0-320 0,-2-1 0 16,0 0 2224-16,-1 1 384 0,1 1 80 0,-1 2 0 15,0-5-112-15,0 0-16 16,0 0-16-16,-1 38 0 0,1-38-1488 0,-10 23-288 0,2-11-64 16,-4 0-16-16,-3 0-512 0,-1 0-176 0,-2-1 0 15,1 1-17232-15</inkml:trace>
  <inkml:trace contextRef="#ctx0" brushRef="#br0" timeOffset="64988.7">19964 2743 17503 0,'-1'-3'1552'0,"0"3"-1232"0,1 0-320 15,0 0 0-15,-1 0 336 0,0 0 16 0,0 0 0 0,0 0 0 16,0-2 1184-16,0 2 224 0,0-3 48 0,2 1 16 0,0 0-672 0,1-1-128 16,1 1-16-16,-1 0-16 0,2-1-320 15,-1 0-64-15,0 1-16 0,-1 0 0 16,1 0-208-16,-1 2-64 0,0 0 0 0,-2 0 0 0,0 2 0 15,-2 2 0-15,-1 2 0 0,-1 1 0 16,-3 4 208-16,-1 3 48 0,-1 3 0 0,-2 2 0 16,0 1-240-16,1 1-32 0,0 0-16 0,1-2 0 0,2-2-160 15,2-1-128-15,5-16 192 0,0 0-192 16,0 36 208-16,0-36-64 0,0 0-16 0,0 0 0 0,0 0 32 16,40 15 0-16,-26-18 0 0,1-2 0 0,1 0 128 15,0-5 32-15,-2 1 0 0,1 0 0 0,-2-3-320 16,-3 0 0-16,0 0 0 0,-3 0 0 0,0 0 0 15,-4-2 0-15,-1 2 0 0,-1 0 0 0,-2 0 0 0,-2 0 0 16,-1 0 0-16,-1 1 0 0,1 4 128 0,-2-3-128 16,0 3 0-16,1 0 0 0,-1 0 0 0,2 1 0 15,0 1 0-15,0 1 0 0,1 0 0 0,1 2 0 16,1-1 0-16,0 3 0 0,1-2-528 0,2 2-64 16,0 2-16-16,1 1-16112 15</inkml:trace>
  <inkml:trace contextRef="#ctx0" brushRef="#br0" timeOffset="65188.01">20130 2904 23951 0,'0'0'2128'0,"0"0"-1696"0,1 2-432 0,-1-2 0 15,1 0 1216-15,0 2 176 0,0-2 16 0,2 5 16 16,1-2 944-16,-4-3 176 0,0 0 32 0,0 0 16 15,0 0-1760-15,0 0-368 0,0 0-64 0,0 0-16 16,29 30-384-16,-26-30 0 0,1 2 0 0,0-2-17648 16</inkml:trace>
  <inkml:trace contextRef="#ctx0" brushRef="#br0" timeOffset="65533.26">20405 2657 22111 0,'1'-3'1968'0,"-1"1"-1584"15,1 2-384-15,-1 0 0 0,0 0 1440 0,0 0 208 0,1-1 32 0,0 0 16 16,0 1 656-16,0 0 128 0,-2 4 16 16,0 0 16-16,-2 2-1584 0,-1 4-320 0,0 2-64 0,-3 0-16 15,0 4-336-15,-2 0-64 0,0 1 0 0,-1 2-128 16,-1 0 144-16,0-1-144 0,3-1 0 0,2-2 144 15,6-15-144-15,-8 23 160 0,8-23-160 0,0 0 160 16,0 0-160-16,0 0 0 0,0 0 0 0,13 39 128 16,-13-39-128-16,0 0 0 0,22 4 0 0,-13-4 0 15,1 0 240-15,2-2-48 0,0 2 0 0,1-2 0 16,1 1-48-16,-1 1-16 0,0-2 0 0,0 2 0 16,-1 0-128-16,0 0 0 0,-1-1 0 0,-1 1 128 15,0-1-128-15,-1 1 0 0,-1 0 0 0,1-3 0 16,-2 2 0-16,0 0 0 0,-2-1 0 0,0 1 0 0,-1 1-160 0,-1-2-16 15,-2 1 0-15,0 0-18064 16</inkml:trace>
  <inkml:trace contextRef="#ctx0" brushRef="#br0" timeOffset="65735.35">20554 2666 12895 0,'-4'0'1152'0,"2"1"-928"0,0 1-224 0,0 0 0 15,1-1 2816-15,-1 1 512 0,1 2 96 0,-1 1 32 0,2-5 32 0,-10 24 16 0,10-24 0 16,-15 43 0-16,6-20-2096 0,-1 1-432 0,0 2-80 0,-1 0 0 16,-1-2-560-16,0-1-96 0,0-1-32 0,1-1 0 15,0-2-208-15,1 0 176 0,1-2-176 0,0-3 160 16,3-2-160-16,0-2 0 0,6-10 0 16,-7 21-18752-16</inkml:trace>
  <inkml:trace contextRef="#ctx0" brushRef="#br0" timeOffset="67709.81">20966 2640 11055 0,'-1'-6'976'0,"0"3"-784"0,1 0-192 0,0 1 0 16,0 1 416-16,0 0 32 0,0-1 16 0,1 0 0 16,0-1 1360-16,1-2 272 0,0 1 48 0,0-1 16 15,-1 1-272-15,1 0-48 0,0 0-16 0,0 1 0 0,-1 2-128 0,0 0-32 16,-1 1 0-16,0 0 0 0,-2 1-496 0,-1 2-96 16,0 5-32-16,-2-1 0 0,-3 5-416 0,0 4-96 0,-2 3-16 0,-2 3 0 15,0 2-192-15,-2 4-32 16,-2 2-16-16,-1 5 0 0,0 2-80 0,-2-4 0 0,1 0-16 0,0 0 0 15,1-6-176-15,3-3 0 0,0-1 0 0,1-2 128 16,3-4-128-16,2 0 0 0,0 0 0 0,1-4 0 0,3 1 0 16,-1-3 0-16,1 0 0 0,1-2 0 15,3-9-736-15,0 0-80 0,0 0-16 0,0 0-16224 0</inkml:trace>
  <inkml:trace contextRef="#ctx0" brushRef="#br0" timeOffset="68152.34">21207 2715 11055 0,'-1'-1'480'0,"0"-1"112"0,0 2-464 0,0 0-128 0,1-2 0 0,-1 2 0 16,0 2 1328-16,-1-2 240 0,-1 0 48 0,-1 2 16 0,-1 0-176 0,-1 0-48 16,1-1 0-16,-1 4 0 0,0-2-448 0,-1 1-80 15,1 1-32-15,-2 1 0 0,0 4-16 16,-1-1 0-16,-1 4 0 0,-1 3 0 0,0 1-208 0,-1 2-48 16,0 1-16-16,0 1 0 0,1 0 32 0,0 0 16 15,0 2 0-15,2-3 0 0,2 0 48 0,1-1 16 16,6-19 0-16,-4 27 0 0,4-27-352 0,0 0-64 15,0 0 0-15,0 0-16 0,0 0-32 0,33 28 0 0,-24-30 0 16,1-1 0-16,2-2 176 0,1-1 48 0,1-2 0 16,-1 1 0-16,-1 0-240 0,-1 0-64 0,0 1 0 0,-3 0 0 15,-1 0-128-15,-2 1 0 0,-1-1 0 0,-2 2 0 16,-1-1 0-16,-2 0 0 0,-2 1 0 0,-2-1 128 16,1 2-128-16,-4-1 192 0,-1 1-192 0,-1 1 192 15,-1-1-64-15,0 1 0 0,0 0 0 0,1 2 0 16,0 0-128-16,2-2 0 0,2 2 0 0,0 0 128 15,4 0-128-15,-1 2-256 0</inkml:trace>
  <inkml:trace contextRef="#ctx0" brushRef="#br0" timeOffset="68849.39">21407 3010 15663 0,'1'-1'1392'0,"-1"0"-1120"31,1-1-272-31,0 2 0 0,0-2 2160 0,0 1 368 0,0-1 80 0,2-1 16 15,1 0-128-15,-1-1 0 16,1 2-16-16,0-1 0 0,-2 3-928 0,-1 3-176 16,0 0-32-16,-2 3-16 0,0 2-752 0,-1-1-160 15,2-7-32-15,-8 23 0 0,2-9-256 0,-2-2-128 16,0 1 0-16,0 0 128 0,-1-1-128 0,1-2 0 16</inkml:trace>
  <inkml:trace contextRef="#ctx0" brushRef="#br0" timeOffset="72600.49">21731 2778 5519 0,'2'-10'496'0,"-1"6"-496"15,0 1 0-15,0-2 0 0,0 3 2816 0,0 2 480 16,0-2 96-16,-1 0 0 0,2-1-672 0,1-2-144 16,1 1-16-16,-1-1-16 0,-1 0-1408 0,0 3-288 15,0 0-48-15,0 0-16 0,-1 1-464 0,-1 1-112 0,0 0-16 0,-1 1 0 0,0 1 0 0,-2 1 0 16,0 1 0-16,-2 3 0 0,-1 0 256 0,0 4 32 15,-2 1 16-15,-1 3 0 16,1 1 0-16,-1 2 0 0,0 0 0 0,2 2 0 16,0 0-96-16,7-20-16 0,-6 38 0 0,6-38 0 0,0 0-96 0,4 43-32 15,-4-43 0-15,0 0 0 0,0 0-256 0,27 33 0 16,-27-33 0-16,26 2 0 0,-12-2 0 0,0-2 0 0,1-3 0 0,0-1 0 16,-1 0 0-16,-1-1 0 0,0-1 0 0,-2-1 0 15,-1 0-128-15,-3-2 128 0,0 1 0 0,-4-2-144 31,-1 2 144-31,-2-2 0 0,-3 1 0 0,-1-1 0 0,-1 1 0 0,-1 1 0 16,-1-2 0-16,0 0 0 0,0 0 0 0,-1 0 0 0,2 2 0 0,-2 1 0 16,2 1 0-16,-1 0 0 0,1 3 0 0,-1 0 0 15,2 3 0-15,-1 2 0 0,2 2 0 0,0 1 0 16,2-1 0-16,0 0 0 0,1 3 0 0,1 0-10944 31,0-1-2112-31</inkml:trace>
  <inkml:trace contextRef="#ctx0" brushRef="#br0" timeOffset="72817.8">21895 2951 25791 0,'3'-5'1152'0,"-1"4"224"0,1 0-1104 0,-1-1-272 0,-1 0 0 15,0 1 0-15,1 1 1952 0,1-2 336 0,2 0 64 16,-1 1 16-16,4-1-832 0,-4 2-176 0,1 3-16 0,-2 1-16 0,-3-4-944 15,0 0-192-15,0 0-48 0,0 0 0 0,0 0-144 0,-2 43 0 16,2-43 0-16,0 0 0 16,0 0 0-16,0 0 0 0,0 0 0 0,0 0-11760 15,0 0-2304-15</inkml:trace>
  <inkml:trace contextRef="#ctx0" brushRef="#br0" timeOffset="73301.8">22142 2750 6447 0,'0'0'576'0,"0"0"-576"0,0-2 0 0,0 2 0 16,0 0 2176-16,0 0 336 0,0 0 64 16,0 0 16-16,-1 0 592 0,1 0 112 15,-1 2 32-15,0 0 0 0,0-1-864 0,0 2-160 16,-1 0-48-16,0 2 0 0,-1-1-944 0,-1 2-192 0,1 2-32 0,-2 1-16 16,-1 2-624-16,1 1-112 15,5-12-16-15,-10 23-16 0,10-23-304 0,-9 24 128 0,9-24-128 0,0 0 0 16,0 0 128-16,-3 36-128 0,3-36 0 0,0 0 0 15,0 0 0-15,0 0 0 0,0 0 0 0,0 0 0 16,32 17 0-16,-26-18 0 0,2-4 0 0,-1 3 0 16,1-2 0-16,-1-1 0 0,1 2 0 0,0-3 0 15,-2 2 0-15,1-2 0 0,-1-1 0 0,1 2 0 0,-2-3 0 16,0 0 0-16,0 0 0 0,-3-2 0 0,0-1 0 0,-1 1 0 16,-1-2 0-16,-1-2 0 15,-1 0 0-15,1-3 0 0,-2 1 0 0,0 2 0 0,-1 0 0 0,0 4 0 16,-1-2 0-16,-1 2 0 0,0 3 0 15,-1 2 0-15,1 3 0 0,0 2 0 0,1 2-128 0,-1 1-48 16,3 4 0-16,0 0-11856 16,3-7-2384-16</inkml:trace>
  <inkml:trace contextRef="#ctx0" brushRef="#br0" timeOffset="74617.17">22357 2768 13823 0,'-1'0'1216'0,"0"0"-960"16,1 0-256-16,0 0 0 16,0 0 944-16,-1 0 144 0,0 1 16 0,0-1 16 0,-2 2 1312 0,-1 0 256 15,1 1 48-15,1 1 16 0,-1 1-1056 0,1 0-208 16,0-3-32-16,1 3-16 0,1 0-656 0,0-1-128 15,2-1-16-15,-1 0-16 0,1 1-160 0,1-4-16 16,0 1-16-16,1-2 0 0,0-1-48 0,0 0 0 0,2-1 0 0,-1 0 0 16,1-1-48-16,0-3-16 0,2 2 0 0,-1-2 0 15,1 2-192-15,-1-5-128 0,0 3 160 16,0-1-160-16,0 0 0 0,-2-2 128 0,0 2-128 16,-2-1 0-16,1 0 0 0,-3 1 0 0,0 0 0 0,-2 1 0 15,0 0 0-15,-2 2 0 0,1 0 0 0,-2 0 0 16,-1 1 0-16,-1-1 0 0,0 2 0 15,-1 1 0-15,-1 2 0 0,1 2 0 0,0 0 0 0,-2 2 0 16,2 2-128-16,-2 1 128 0,0 0 0 0,1 3 0 16,-1 2 0-16,1-2 0 0,0 1 0 0,1-1 0 15,2 1 0-15,5-11 0 0,0 0 0 0,-10 24 0 0,10-24 0 16,0 0 0-16,0 0 0 0,0 0 0 0,0 0 0 0,0 0 0 16,0 0 0-16,0 0 0 0,0 0 0 0,0 0 0 15,34 25 0-15,-28-26 0 0,1-1 0 0,-1 0 0 16,1 1 0-16,-1-2 0 0,2 1 0 0,-2 1 0 15,0 0 0-15,0-1 0 16,0 0 0-16,-2 1 0 0,1-1 0 0,0 2 0 0,-2-2 0 16,0 1 0-16,-1-1 0 0,0 2 0 15,0-1 0-15,-1 0 0 0,-1 1 0 0,1-2 0 0,-1 1 0 0,0 1 0 16,-1 0 0-16,0-2 0 0,0 4 0 0,0-2 0 16,-1 0 0-16,1 3 0 0,-2-2 0 15,2 2 0-15,-2 0 0 0,-1 0 0 0,-1 3 0 0,1 0 0 16,-2 2 0-16,0 2 0 0,-1 2 0 0,7-12 0 0,-16 31 0 15,8-12 0-15,-2 0 0 0,0 2 0 0,-1-2 128 0,1 0-128 16,1 0 160-16,-1-2-16 0,1 1 0 0,0-4 0 16,2-1-144-16,7-13 160 0,-14 28-160 0,14-28 160 15,-11 24-160-15,11-24 0 0,0 0 0 0,-11 31 0 16,11-31 0-16,0 0 0 0,0 0 0 0,0 0 0 16,0 0-304-16,-8 30 16 0,8-29 0 15,-1-1-17344-15</inkml:trace>
  <inkml:trace contextRef="#ctx0" brushRef="#br0" timeOffset="75054.27">22749 2640 9215 0,'9'-11'400'0,"-5"6"96"0,1-2-496 0,-1 2 0 16,-2 3 0-16,-1 0 0 0,1 1 2160 0,1-1 336 16,2-3 64-16,-1 3 0 0,2 0 448 0,-2 4 96 15,-3 2 16-15,-1-4 0 0,0 0-1328 0,-10 34-272 16,10-34-48-16,-16 40-16 0,5-18-480 0,-2 4-80 16,0 3-32-16,-3 1 0 0,0 3-256 0,-1-2-48 0,2 0-16 0,-2-3 0 15,0 0-256-15,0-1-48 0,1 1-16 0,-1-2 0 16,-1 3-224-16,3-1 0 15,0-2 0-15,2 0 0 0,13-26 0 0,-17 41 0 0,17-41 0 0,0 0 0 16,-7 37 0-16,7-37-192 0,0 0 16 0,0 0-17824 16</inkml:trace>
  <inkml:trace contextRef="#ctx0" brushRef="#br0" timeOffset="75757.03">22916 2747 7359 0,'-1'-5'656'0,"0"3"-528"0,1 0-128 0,0-1 0 16,0 3 2704-16,0-2 512 0,0 2 112 0,0-3 0 15,1 1-16-15,0-2-16 0,2 1 0 0,1-2 0 0,0 3-1440 0,0-2-304 16,2 1-48-16,-1 0-16 0,1 1-656 0,0 0-128 0,3-1-16 0,-1-1-16 16,2 1-304-16,1 1-64 15,0 0-16-15,1-1 0 0,0 1-80 0,2-1-16 16,0 1 0-16,-1 0 0 0,-1-1-192 0,-1 3 176 16,0-2-176-16,-3 2 160 0,-1 0-160 0,-2 0 192 15,0 2-192-15,-1-1 192 0,-2 1-64 0,-1 0 0 16,0 3 0-16,-1-5 0 0,0 0-128 15,0 0 160-15,-9 28-160 0,9-28 160 0,-10 22-160 0,10-22 0 16,-16 33 0-16,16-33 0 0,-19 38 0 0,8-16 0 0,0 0 0 0,-2 0 0 16,-2 2 0-16,0-2 0 0,-3 3 0 15,0-4 0-15,2 2 0 0,-1-2 0 0,0 0 0 16,2 0 0-16,2-4 0 0,1-1 0 0,3-2 0 0,9-14 0 16,-13 21 0-16,9-15 0 15,1-2 0-15,1-2 0 0,2-2-160 0,1 0-64 0,1-3-16 0,0-1-18256 16</inkml:trace>
  <inkml:trace contextRef="#ctx0" brushRef="#br0" timeOffset="75967.14">22875 2899 20271 0,'-2'0'1792'0,"0"0"-1424"0,1 0-368 0,1 0 0 16,0 0 1600-16,0 0 256 0,0 2 64 0,1-2 0 15,1-2 912-15,2 2 192 0,2-2 48 0,2 1 0 16,3-2-1808-16,2-1-368 0,1-1-64 0,3 1 0 16,1-3-496-16,1 2-80 0,2-2-32 0,2 0 0 0,-1 0-224 0,-2 2 0 15,-1-2 0-15,-2 2 0 0,-3 3 0 0,-1-1 0 16,-1 1-176-16,-3 3-18416 16</inkml:trace>
  <inkml:trace contextRef="#ctx0" brushRef="#br0" timeOffset="76327.2">23228 3051 22111 0,'2'2'976'16,"-1"-2"208"-16,0 0-944 0,0 0-240 0,-1 0 0 0,1 2 0 0,-1-2 2464 0,0 1 448 15,0 2 96-15,0-3 0 0,0 0-752 0,0 0-144 16,0 0-48-16,0 0 0 0,-3 37-1296 0,3-37-272 15,0 0-48-15,-12 24-16 0,12-24-208 0,-12 14-32 16,4-7-16-16,2 0 0 16,-2-3-176-16,1 2 0 0</inkml:trace>
  <inkml:trace contextRef="#ctx0" brushRef="#br0" timeOffset="79736.52">23685 2809 4607 0,'1'-6'400'0,"0"2"-400"0,0-1 0 0,0 3 0 0,0 0 3184 0,-1 2 544 0,0-2 112 0,0 0 32 0,0 1-1088 0,1-3-224 16,0 2-32-16,-1-1-16 0,0 1-784 0,0 1-144 15,-1-1-48-15,0 2 0 0,0 2-800 0,-2 1-160 16,0-1-48-16,1 2 0 0,-2 2-368 0,-1 0-160 15,0 2 128-15,-2 1-128 0,-1 1 0 0,-1 1 0 16,-1 1 128-16,0 0-128 0,0 2 0 0,0-2 0 0,-1 3 144 0,2 1-144 16,1-2 320-16,1 1 0 15,7-15 0-15,0 0 0 0,-6 40 32 0,6-40 0 0,0 0 0 16,0 0 0-16,25 36-64 0,-12-33-16 0,3 0 0 0,-1-3 0 16,0-2 32-16,1 0 0 0,3-2 0 15,0-2 0-15,1 2-304 0,-2-4 0 0,1 1 0 16,-5-2 0-16,0-1 0 0,-2 1 0 15,-5-2 0-15,-2-1 0 0,-4-1 0 0,-2 2 0 16,-3-4-160-16,-3 2 160 0,0 1-224 0,-1-1 32 0,-3 2 0 0,2-1 0 16,0 2 48-16,0 1 16 0,1 2 0 0,0-1 0 0,0 1 128 15,2 2 0-15,1 1 0 0,1-1 0 16,1 2 0-16,1 1 0 0,0 0 0 0,3 0 0 16,0 2-224-16,1-2-64 0,1 2-16 0,0 0-16544 15</inkml:trace>
  <inkml:trace contextRef="#ctx0" brushRef="#br0" timeOffset="80083.87">24005 2750 11967 0,'3'-10'1072'0,"-1"3"-864"16,0 0-208-16,0 2 0 0,-2 0 1824 0,0 4 320 0,1 0 64 0,0-3 16 15,0-2 1440-15,1 0 304 0,0-2 48 0,0 1 16 16,-1 0-2144-16,0 0-416 0,0 2-96 16,-1 1-16-16,-1 1-880 0,0 0-176 15,-1 3-48-15,-1 1 0 0,-1 2-128 0,-1 3-128 0,-1 4 144 0,-2 2-144 16,8-12 160-16,-21 35-160 0,9-14 160 0,-2 5-160 15,-2 1 160-15,-2 4-160 16,1 2 160-16,-2 2-160 0,0-2 192 0,3-2-48 0,0-2-16 0,3-1 0 16,13-28-128-16,-18 47 0 0,18-47 0 0,-11 41 0 0,11-41 0 15,0 0 0-15,-2 45 0 0,2-45-18528 16</inkml:trace>
  <inkml:trace contextRef="#ctx0" brushRef="#br0" timeOffset="80749.24">24205 2799 2751 0,'4'-7'256'0,"-1"5"-256"0,0-3 0 0,-1 2 0 0,-2 1 2448 0,0 1 448 16,0 0 96-16,1-1 16 0,-1-3 208 0,0 0 48 15,0 1 16-15,-1 1 0 0,-1-2-1328 0,-1 4-272 16,-2 0-48-16,0 1-16 0,-1 1-656 0,-1 0-144 16,-2 4-32-16,0 0 0 0,1 0-16 0,-1 2 0 15,-2 2 0-15,2-2 0 0,-1 4-96 0,2 0-32 16,-1-2 0-16,3 0 0 0,1-1-272 0,1 1-64 0,2-2-16 16,2-7 0-16,0 0-288 0,0 0 0 0,0 0 128 0,0 0-128 15,0 0 0-15,4 43 0 0,-4-43 0 0,0 0 0 16,0 0 0-16,0 0 0 0,0 0 0 0,33 31 0 15,-33-31 0-15,0 0 0 0,0 0 128 0,33 26-128 16,-33-26 128-16,0 0-128 0,28 26 192 0,-28-26-192 16,0 0 160-16,0 0-160 0,29 39 128 0,-29-39-128 15,0 0 0-15,0 0 0 0,11 41 0 0,-11-41 0 16,0 0 0-16,0 0 0 0,0 0 0 0,-8 41 0 16,5-34 0-16,-2-2 0 0,-1 2 128 0,0-5-128 0,-1 3 0 0,1-3 160 15,-1 1-160-15,0-1 160 0,1 0-160 0,-2-2 128 16,1 0-128-16,0 0 128 0,1-2-128 0,0 0 0 15,1-1 0-15,-1-1 0 16,2 0 0-16,0-2 0 0,0 1 0 0,0-2 0 0,1 0 0 16,0 0 0-16,1 0 128 0,0-1-128 0,0 2 0 0,1-2 0 15,1 1 0-15,-1 0 0 0,2 0 0 0,-1 0 0 16,2 2 0-16,0-2 0 0,1 3 0 16,0-2 0-16,1 2 0 0,2-1 0 0,1 0 0 15,2 1 0-15,2-1 0 0,0 0 0 0,1 1 0 0,1-3 0 16,2 2 0-16,-1-3 0 0,1 0 0 0,-1 0 0 15,1-2 0-15,-2-1 0 0,-1 1 0 0,0-2 0 0,-1-2 0 0,-1 0 0 16,-1 0 0-16,-1-1 0 0,-1-1 0 0,-3-1 0 16,-2 3 0-16,-2 2 0 0,-2 0 0 15,-2 1 0-15,-4 2 0 0,0 1 0 0,-3 3 0 16,-2 1 0-16,0 3 0 0,-1 1 0 0,-1 1 0 16,0 3 0-16,2 1 0 0,0 0 0 0,3 1 0 0,0 0 0 15,2 1-352-15</inkml:trace>
  <inkml:trace contextRef="#ctx0" brushRef="#br0" timeOffset="81575.49">24493 2555 16575 0,'-1'0'1472'0,"-1"0"-1168"16,1 0-304-16,1 0 0 0,0-2 1344 0,-1 2 192 0,1-1 64 0,-1 0 0 15,0 0 1408-15,1-1 272 16,0 0 64-16,0 0 16 0,3 1-1648 0,-1-1-336 16,2-1-64-16,0 1-16 0,0 1-720 0,1 0-128 15,0 1-48-15,1 0 0 0,0 1-208 0,-1 0-64 16,0 1 0-16,0 3 0 0,1-2-128 0,-2 1 128 15,1 2-128-15,0 0 128 0,-5-6-128 0,0 0 0 0,0 0 144 0,0 0-144 16,17 38 128-16,-17-38-128 0,0 0 160 0,0 0-160 16,0 0 160-16,0 0-160 0,2 48 160 0,-2-48-160 15,0 0 128-15,0 0-128 0,0 0 0 0,-12 33 0 16,8-25 0-16,1-2 0 0,-1 1 0 0,0 0 0 16,2-1 0-16,-2 1 0 0,0 1 0 0,0 0 0 15,1-1 0-15,-1 0 0 0,4-7 0 0,0 0 0 16,0 0 0-16,0 0 0 0,-14 39 0 0,14-39 0 15,0 0 0-15,0 0 0 0,0 0 0 0,0 0 0 0,0 0 0 0,12 42 0 16,-5-38 0-16,-1-1 0 0,2-1 0 16,2-2 0-16,-1 0 0 0,1 0 0 0,0 0 0 0,0 0 0 15,-2 0 0-15,0-2 0 0,-1 0 0 0,-2 1 0 16,0-1 0-16,-1-1 0 0,-1 1 0 0,-2 0 0 16,-1-2 0-16,0 3 0 0,-1-2 0 0,-1 3 0 15,-1-2 0-15,0 1 0 0,-1 1 0 0,0 0 0 16,0 1 0-16,-1 1 0 0,0 2 0 0,0 0 0 15,0 0 0-15,0 2 0 0,0 0 0 0,1 0 0 16,-1 2 0-16,5-8 0 0,0 0 0 0,0 0 0 16,-11 34 0-16,11-34 0 0,0 0 0 0,0 0 0 0,0 0 0 0,-1 52 0 15,1-52 0-15,0 0 0 0,0 0 0 0,7 45 0 16,-7-45 0-16,0 0 0 0,0 0 0 0,2 53 0 16,-2-53 0-16,0 0 0 0,-2 47 0 0,2-47 0 15,0 0 0-15,-9 51 128 0,9-51-128 0,0 0 144 16,-12 51 112-16,12-51 0 0,0 0 16 15,-15 43 0-15,15-43-80 0,0 0 0 0,-18 30-16 16,11-23 0-16,1-1-176 0,-2 0 160 0,0-3-160 16,-1 1 160-16,0-1-160 0,-4 1 0 15,0-1 0-15,-5-3 128 0,-2 2-128 0,-4-2 0 0</inkml:trace>
  <inkml:trace contextRef="#ctx0" brushRef="#br0" timeOffset="167543.42">6451 5199 4943 0,'1'2'0'15,"-1"-2"0"1,0 0 0-16,0 0 0 0,0 1 0 0,0 1 0 15,0-2 0-15,0 3 0 0</inkml:trace>
  <inkml:trace contextRef="#ctx0" brushRef="#br0" timeOffset="168228.1">6408 5277 3679 0,'-1'0'320'0,"1"0"-320"16,0 0 0-16,0 2 0 0,0-2 752 0,-1 0 80 0,0 3 0 0,-1-1 16 15,0 3 80-15,-1-2 16 16,1 2 0-16,0-1 0 0,0 1 160 0,0-1 48 15,0 1 0-15,0 0 0 0,1-1 192 0,0 1 64 16,0 0 0-16,0-1 0 0,1 1-64 0,0-2 0 0,0-1 0 16,0 0 0-16,1 1-256 0,1-3-48 15,0 0-16-15,1-3 0 0,1 1-208 0,-2-3-48 0,3-2-16 0,1-2 0 16,1 0 0-16,1-1 0 0,2-4 0 0,0 0 0 16,0-1-368-16,0-2-64 0,1-1 0 0,0-2-16 15,1 2 128-15,-2-2 16 0,-1 2 16 16,-1-2 0-16,0 2-96 0,-1-1-32 0,-1 1 0 0,-2 1 0 15,1 0-144-15,-2 2-48 0,0-1 0 0,-1-1 0 16,-1 1-144-16,0 1 160 0,0-4-160 0,-1 0 160 0,0-2-160 0,0 0 128 16,1-1-128-16,1 4 128 15,0 1-128-15,0 2 0 0,0 4 0 0,-1 1 0 0,1 3 0 16,-1 3 128-16,0 2-128 0,0 1 0 16,-1 1 176-16,1 3-48 0,0 1-128 0,-1 1 192 0,0 2-64 15,-1 0 0-15,1 2-128 0,-1 1 192 0,1 3-192 0,-1 0 176 16,1-1-176-16,-1 1 160 0,1-4-160 0,-1 2 0 15,1 2 0-15,0 0 0 16,1 2 0-16,-1-1 0 0,2-2 0 0,-1 2 0 0,1-2 0 0,0 2 0 16,0 0 0-16,-2-14 0 0,7 31 0 0,-7-31 0 15,7 29 0-15,-7-29 0 0,0 0 0 0,0 0 0 0,15 32 0 0,-10-27 0 16,-5-5 0-16,0 0 0 16,0 0 0-16,0 0 0 0,27-9 0 0,-22-1 0 0,1 1 0 0,-1 0 0 0,-1-1-128 0,1-3 128 15,-1 0-160-15,1-3 160 16,0 2-320-16,-2-1 48 15,2-2 0-15,-1 1 0 0,0-3 144 0,1 1 128 0,-1 1-192 0,-1 2 192 16,1 0-128-16,-1 1 128 0,0 3 0 0,0 1 0 16,-2-1 0-16,1 2 0 0,0 0 0 0,0 3 0 15,-1-1 0-15,0 4 0 16,0-2 0-16,-1 0 0 0,-1 2 0 0,1 0 0 0,-1 1 0 0,0 1 0 16,1 1 0-16,-1 0 0 15,0 1 0-15,0 3 144 0,0-2 64 0,0 3 16 0,1 2 0 16,-1 1 0-16,2 0-64 0,-1 2-16 0,1 3 0 0,1 2 0 15,1 2-144-15,-1 0 128 0,1-2-128 0,-3-15 128 16,8 32-128-16,-8-32 0 0,10 29 0 0,-10-29 128 16,0 0-128-16,20 31 0 0,-20-31 0 0,0 0 0 15,0 0 0-15,0 0 0 0,0 0 0 0,42 19 0 16,-35-19-224-16,-1-2-32 0,1 1 0 0,-1-2 0 31,0 1-2624-31,-1 1-512 0</inkml:trace>
  <inkml:trace contextRef="#ctx0" brushRef="#br0" timeOffset="168504.78">6953 4951 14735 0,'0'-1'1312'0,"0"-1"-1056"15,1 0-256-15,-1 1 0 0,0 1 1408 0,0 0 240 16,0-3 32-16,1 1 16 0,-1 0 304 0,1-3 64 0,-2 3 16 0,1 2 0 15,-1 0-928-15,0 5-192 16,-1-1-48-16,0 6 0 0,-1 0-160 0,1 4-48 0,0 2 0 0,-2 3 0 16,1 2-128-16,-1 1-16 0,2 0-16 0,-1-1 0 15,1-2-336-15,1-3-64 0,1-3-16 0,1-2 0 16,0-2-128-16,1-2 0 0,-1-2 0 0,2-3 0 16,-1 1-304-1,1-3-80-15,1-3-32 0,0-2-10176 16,0-1-2032-16</inkml:trace>
  <inkml:trace contextRef="#ctx0" brushRef="#br0" timeOffset="168719.22">6954 5009 6447 0,'-1'-7'272'0,"1"2"80"0,0 0-352 0,0 1 0 0,0 1 0 0,1 1 0 0,0-1 2192 0,0 1 368 16,0-2 80-16,3-4 16 0,0 1 560 16,1 2 112-16,-2-1 32 0,1 3 0 0,1 0-1120 0,-2 3-208 15,2 0-48-15,0 1-16 0,-1 1-688 0,0 1-128 16,-4-3-16-16,0 0-16 0,0 0-608 0,0 0-112 15,22 32-16-15,-22-32-16 0,0 0-224 0,12 29-144 16,-12-29 192-16,0 0-192 0,10 35 128 16,-10-35-128-16,0 0 0 0,9 32 0 15,-9-32 0-15,0 0 0 0,0 0 0 0,6 28 0 16,-5-24-448-16,0 1-128 0,0-4-48 0,0 1-16960 0</inkml:trace>
  <inkml:trace contextRef="#ctx0" brushRef="#br0" timeOffset="168909.66">6952 5149 16575 0,'-1'0'736'0,"1"0"160"0,0 0-720 0,0 0-176 0,1-2 0 0,0 1 0 0,1-2 2576 0,1 0 496 16,2-3 80-16,2-3 32 16,4-2-880-16,-2-1-160 0,0 2-32 0,0-2-16 15,-1 2-1280-15,-2 1-256 0,1 1-48 0,-2 2-16 16,-1 1-688-16,0 3-128 0,0-2-16 0,-1 1-15920 15</inkml:trace>
  <inkml:trace contextRef="#ctx0" brushRef="#br0" timeOffset="169183.53">7160 4768 4607 0,'-1'-9'400'0,"1"3"-400"0,1 1 0 0,0 1 0 0,-1-1 1296 0,0 2 176 0,0 1 48 0,2-5 0 16,0-5 784-16,0 0 144 0,0 1 48 15,0 3 0-15,-2 4-752 0,-1 2-144 16,0 4-16-16,-1 4-16 0,-1 2-592 16,0 4-112-16,0 4-32 0,-1 3 0 0,1-2-112 0,1 4-16 15,1 0-16-15,0 5 0 0,1-2 80 0,2 0 32 16,0-5 0-16,-2-19 0 0,10 33-80 0,-10-33-16 15,0 0 0-15,25 38 0 0,-25-38-512 0,0 0-192 16,0 0 144-16,43 16-144 0,-43-16 0 16,0 0 0-16,28-8-192 0,-19 0-10368 15,1 1-2064-15</inkml:trace>
  <inkml:trace contextRef="#ctx0" brushRef="#br0" timeOffset="169586.6">7392 4672 7359 0,'-1'1'320'0,"1"0"80"0,0 2-400 0,-1-2 0 0,1 1 0 0,0 0 0 16,0 0 1776-16,-1 3 272 0,1 4 48 0,1 2 16 15,0 2 512-15,-1-1 96 0,0 2 32 0,0-14 0 16,4 26-960-16,-4-26-176 0,0 0-32 0,9 29-16 16,-9-29-368-16,0 0-80 0,0 0-16 0,0 0 0 15,0 0-720-15,0 0-128 0,0 0-48 0,37 21 0 0,-33-22-208 0,1-3 0 16,0 0 0-16,0 0 0 15,0-2-256-15,-1 1 16 0,2-2 0 0,-1 0 0 16,-1-2-1552-16,0 2-304 0,1-1-64 0,-1-1-16 16,0 0-64-16,-1-1-32 0,0 3 0 0,-1-3 0 15,1 2 1440-15,-1-2 272 0,-1 2 64 0,0-1 16 16,0-3 720-16,-2 3 144 0,1 1 16 0,0-1 16 0,-2 0 736 0,2 1 160 16,1 3 32-16,-1 1 0 0,0 2 16 0,0-1 16 15,0 4 0-15,0 1 0 0,0 2-288 0,0 1-48 16,0 2-16-16,0 5 0 0,1-2-64 0,0 4 0 0,-1-14-16 15,4 31 0-15,-4-31-304 0,8 35-48 0,-8-35-16 0,10 33 0 16,-10-33-64-16,0 0-32 16,21 36 0-16,-21-36 0 0,0 0-224 0,0 0-32 15,0 0-16-15,40 26 0 0,-40-26-208 0,0 0 0 0,0 0 0 0,0 0-17488 16</inkml:trace>
  <inkml:trace contextRef="#ctx0" brushRef="#br0" timeOffset="170421.48">7638 4488 21183 0,'1'0'1888'0,"0"0"-1504"16,-1 0-384-16,0 0 0 0,1 0 1440 0,0 0 224 15,1 0 32-15,0 2 16 0,2-1 592 0,1 0 112 16,0 2 16-16,2 1 16 0,-1 1-1104 0,0-2-208 16,-6-3-48-16,0 0-16 0,0 0-560 0,0 0-128 15,36 39 0-15,-36-39-16 0,0 0-144 0,21 35-32 16,-21-35 0-16,0 0 0 0,16 37-192 0,-16-37 144 0,0 0-144 0,9 38 128 15,-9-26-128-15,-1 0 0 0,-3-1 0 0,-1 1 0 16,-2 2 0-16,-2 1 0 0</inkml:trace>
  <inkml:trace contextRef="#ctx0" brushRef="#br0" timeOffset="175107.64">17640 10418 12895 0,'5'-8'1152'0,"-1"3"-928"0,-1 1-224 0,-1 3 0 0,0-1 464 16,1 0 48-16,2-3 16 0,4-4 0 0,1-2 1232 0,-1 0 240 15,0 2 48-15,-3 0 16 0,-1 3-144 0,-3 0-16 16,-1 1-16-16,-2 2 0 0,0 1-80 0,0-2-16 15,-2 1 0-15,1 0 0 0,0 0-592 0,1 2-128 16,-1-2-32-16,0 3 0 0,0 0-560 0,0 1-112 0,-1 1-32 16,0 2 0-16,1-1-192 0,-2 4-144 15,0 0 192-15,0 3-192 0,-1 4 128 16,-1 1-128-16,1 3 0 0,-1 1 0 0,0 4 128 0,-2 3-128 16,0 8 0-16,0 0 0 0,0 0 0 15,2-5 0-15,2 0 0 0,4-29 0 0,0 40 192 0,0-40-192 16,0 0 192-16,0 0-192 0,27 33 0 0,-27-33 0 0,24-3 0 0,-8-3 0 15,0-5 0-15,3-4 0 16,2-2 0-16,-1-2 0 0,0-3 0 0,0 1 0 0,-3 0 0 16,-2 2 0-16,-2 0-176 0,0 0 176 0,-1-2-192 0,-1-3 192 15,0 5 0-15,0-1-128 16,-2 2 128-16,-1 4 0 0,0 0 0 0,-3 4 0 0,0 2 0 16,-1 2 0-16,-2 1 0 0,-1 3 176 0,0 2-48 15,-1-2-128-15,-1 4 320 0,-1 0-64 0,0 3 0 0,-2 2 0 0,-1 3-64 0,1 0 0 31,-2 3-16-31,0 2 0 0,-1 0-176 0,-1 3 128 16,-1 5-128-16,0 3 128 0,2 0-128 0,0 0 0 0,3 0 0 16,4-26 128-16,-3 47-128 0,3-47 128 0,6 37-128 0,-6-37 128 15,0 0-128-15,23 35 0 0,-23-35 0 0,0 0 128 16,40 7-128-16,-23-11 0 0,2-1 0 0,-2-2-19312 16</inkml:trace>
  <inkml:trace contextRef="#ctx0" brushRef="#br0" timeOffset="176588.83">7999 10327 911 0,'-1'1'0'0,"0"-1"0"16,1 0 0-16,-1 0 0 0,1 0 192 0,-1 0-32 15,1 0-16-15,0-1 0 0,-1-1 208 0,0-1 32 0,0-1 16 0,1 1 0 16,0-1-272-16,1 1-128 0,0 1 0 0,0-1 128 16,0 1-128-16,1-1-144 0,-1 1 144 15,0 1-208-15,0 0 592 0,0-1 112 0,0 2 16 0,0-2 16 16,0 1 32-16,-1 1 0 0,0 0 0 0,-1-2 0 15,1 2-352-15,-1 0-64 0,0 0-16 0,0 0 0 16,-1 0-128-16,2 2 0 16,0-2 0-16,0 0 128 0,1 1-128 0,-1-1 0 0,0 0 0 0,-1 0 0 15,1 2 0-15,-1-2 0 0,0 0-144 0,0 2 144 16</inkml:trace>
  <inkml:trace contextRef="#ctx0" brushRef="#br0" timeOffset="178098.4">11237 5982 10703 0,'0'2'960'0,"0"-4"-768"0,1 1-192 16,1-1 0-16</inkml:trace>
  <inkml:trace contextRef="#ctx0" brushRef="#br0" timeOffset="182490.37">11417 5744 1839 0,'0'-2'160'0,"0"2"-160"16,0 0 0-16,0 0 0 0,0 0 688 0,0 0 96 15,0 2 32-15,0-2 0 0,0 0 80 0,0 0 0 16,-1-2 16-16,1 2 0 0,0 2-240 0,-1-2-48 15,0 0-16-15,1 0 0 0,-1 0-64 0,0 0-16 0,0 0 0 0,0 0 0 16,1 0 160-16,-1 0 16 0,1 0 16 0,0 0 0 16,-1-2-80-16,1 2 0 0,0 0-16 0,0 2 0 15,-1-2-96-15,1 0-16 0,-1 0 0 0,0 0 0 16,0 2-144-16,0-2-48 0,0 1 0 0,0 1 0 16,-1 0 32-16,0-1 0 0,0 1 0 0,-1 0 0 15,1 0 96-15,-1 1 32 16,0 1 0-16,-1-1 0 0,2-1-128 0,-2 0-32 15,1 1 0-15,-1 0 0 0,1 1-112 0,-1-2-16 0,0 1-16 0,0 2 0 16,1-2-176-16,-1 0 0 0,0 2 0 0,1-1 0 16,-1 0 0-16,0 0 0 0,1 2 0 0,-2-2 0 15,1 1 0-15,0-1 0 0,0 3 0 0,-1-2 0 16,1-2 0-16,0 2 0 0,0 0 144 0,0-1-144 16,1 0 192-16,-2 0-16 0,1-1-16 0,0 0 0 0,-1 2 16 0,0-3 0 15,1 2 0-15,-1-3 0 0,2 2-176 0,0-1 0 16,-1 1 0-16,0 0 0 15,1 0 0-15,0-1 0 0,0 3 0 0,0-3 0 0,1 0 0 0,0 1 0 16,0 0 0-16,-1 1 0 16,1-1 0-16,-1 1 0 0,1-1 0 0,-1 1 0 0,1-1 0 15,-2 2 0-15,1-1 0 0,0 1 0 16,-1 0 0-16,-1-1 0 0,2 2 0 0,-2 0 0 0,1-1 0 16,0 1 0-16,0 0 0 0,-1-1 0 0,2-1 0 0,-1 2 0 15,0-1 0-15,0-2 0 0,1 3 0 16,-1-2 0-16,-1 1 0 0,2 0 0 0,-1 0 0 15,0 0 0-15,1 1 0 0,0-1 0 0,-1 1 0 0,1 0 0 0,0-1 0 0,0-1 0 16,0 2 0-16,-1 0 128 0,2-1-128 16,-2 1 0-16,0 0 128 0,0-1-128 0,2-1 128 15,-2 2-128-15,0 0 208 0,0 1-32 0,1-2-16 16,-1 0 0-16,-1 2 192 0,2 0 32 16,-2-2 16-16,1 2 0 0,1-2-16 0,-1 1-16 15,0 0 0-15,1 0 0 0,-1-1-176 0,0 0-16 16,0 0-16-16,1 2 0 0,-2-2-160 0,1 0 128 15,1 1-128-15,-1-1 128 0,0 0 32 0,0 0 0 16,2 2 0-16,-2-2 0 0,0 2 80 0,2-2 16 0,-2 2 0 0,1-3 0 16,-1 3-256-16,1 0 176 0,0-2-176 0,-1 2 160 15,1-1-160-15,0 2 0 0,0-2 0 0,-1 0 0 16,1 2 0-16,0-2 0 0,-1 0 0 0,0 0 0 16,0 4 0-16,0-3 0 0,0-1 0 0,0 0 0 15,0 1 0-15,-1 1 0 0,1 0 0 0,-1 0 128 16,-1 1 32-16,1-2 0 0,-1 3 0 0,-1-3 0 15,0 2 256-15,0 1 48 0,0-2 16 0,0 0 0 16,0 2-240-16,-1-2-48 0,0 3-16 0,-2-1 0 16,1 1-176-16,0 0 0 0,1 0 144 0,-2 1-144 0,1 0 0 0,0 0 0 15,0-1 0-15,1 3 0 0,-1-2 0 0,0 2 0 16,-1 1 0-16,0-1 0 0,1 0 0 0,-1 0 0 16,-1 0 0-16,1 1 0 0,1 1 0 0,-1-1 128 15,-1 0-128-15,-1 0 0 0,-1 2 0 0,1 0 128 16,0-1-128-16,-1 1 0 0,0 2 0 0,0-3 0 15,0 1 0-15,0 0 128 0,0-1-128 0,0 0 0 16,0-1 0-16,1-1 0 0,0-1 0 0,1 1 0 16,1 0 0-16,1-3 0 0,-1 1 0 0,1 0 0 15,-1 0 0-15,-1 2 0 0,1 0 0 0,-1 1 0 16,-1 1 0-16,1-1 0 0,1 1 0 0,-1 1 0 0,-2 1 0 0,0 2 0 16,0 1 0-16,-2-1 0 0,0 3 0 0,0 0 0 15,-1 1 0-15,-1-1 0 0,0-1 0 0,3-3 0 16,-1 0 0-16,-1 0 0 0,0 1 0 0,1 0 0 15,1-1 0-15,1 1 0 0,-1 3 0 16,-1 0 0-16,1-1 0 0,1-1 0 0,0 0 0 0,1 1 0 16,1-1 0-16,0-2 0 0,0 0 0 0,1-1 0 15,1-1 0-15,0 1 0 0,-2-1 0 0,1-1 0 16,1 0 0-16,0 1 0 0,-1 1 0 0,0-3 0 16,2 0 0-16,-1 1-128 0,-1 0 128 0,-1 1 0 0,1 2 0 15,0-3 0-15,-1 2 0 0,0 0 0 0,1-1 0 0,0 0 0 16,1 1 0-16,0-1 0 0,-1 0 0 0,0-1 0 15,1 1 0-15,-1-1 0 0,1 1 0 0,0-3 0 16,1 2 0-16,-2 1 0 0,0-2 0 0,0 3 0 16,0-1 0-16,-1 2 0 0,-1-2 0 0,1 2 0 15,0-1 0-15,-1 2 0 0,-1-2 0 0,1 2 0 16,-1-1 0-16,0 2 0 0,1-2 0 0,0 0 128 16,0 0-128-16,0-2 0 0,1-1 0 0,1 0 0 0,-1-2 0 15,1 1 0-15,0-1 0 0,0 1 0 0,0-1 0 0,0 0 0 16,1-2 0-16,0 2 0 0,-1-1 0 0,1 0 0 15,0 1 0-15,0-2 0 0,-1 2 0 16,0-2 0-16,0 2 0 0,1-2 0 0,-1 0 0 0,1 0 128 16,0-2-128-16,0 1 128 0,-1 1-128 0,0-3 128 15,1 3-128-15,-1-2 0 0,0 2 128 16,0-2-128-16,1 1 0 0,-1 1 0 0,0 0 0 0,0-1 0 16,0-1 0-16,0 2 0 0,1 2 0 0,-2-2 0 15,2 1 0-15,-1 0 0 0,1-1 0 0,-2 1 0 16,2 0 0-16,-1-1 0 0,0 0 0 0,0 2 0 15,0-2 0-15,0 1 0 0,-1 0 0 0,1-1 0 0,-1 2 0 0,-1-1 0 16,1 0 0 0,-1 1 0-16,1 0 0 0,-1-2 0 0,1 2 0 0,0-1 0 0,0 0 0 0,0 0 144 15,-1 1-144-15,-1 0 0 0,1 0 128 0,-1 1-128 16,3-1 0-16,-2 0 0 16,1 0 128-16,-1 1-128 0,1 1 0 0,0-1 0 0,1 1 0 0,-3-2 0 15,3 0 0-15,0 0 0 0,0 0 0 0,-1 1 0 16,1 0 0-16,-3 1 0 0,2-2 0 0,-1 0 0 15,-1 3 0-15,1-2 0 16,0 1 0-16,0-2 0 0,0-1 128 0,0 0-128 0,1-1 128 0,0 0-128 0,0 2 192 16,-1-2-192-16,0 2 272 0,0-2-48 0,1 2-16 0,-1-1 0 15,0 0-208-15,0 1 128 0,2-2-128 0,-1 0 0 32,0 2 0-32,0-2 128 0,0 0-128 0,2 0 0 0,-1 0 0 0,-1 0 0 15,1 2 0-15,1-2 0 0,0 0 0 16,0-1 0-16,0-1 0 0,0 1 0 0,1-1 0 15,-2 2 0-15,2 0 0 0,-1 0 0 0,-1 0 0 0,1-2 0 0,1-1 0 0,-1 0 0 16,1 1 0-16,0-1 0 16,-1 0 0-16,0 1 0 0,2-3 0 0,-2 0 0 0,2 1 0 0,0-2 0 15,-1 2 0-15,1-2 0 16,-1 2 0-16,1-1 0 0,0 0 0 0,1 3 0 0,-1-4 0 0,1 2 0 0,0 1 0 0,1-2 0 16,-2 3 0-16,2-1 0 15,-1-1 0-15,1 1 0 0,-1 0 0 16,1-2 0-16,1 3 0 0,-1-5 0 0,1 4 0 15,-1-2 0-15,0 0 0 0,2-1 0 0,-1 0 0 16,-1 1 0-16,1-2 0 0,1 2 0 0,-2-2 0 16,0-1 0-16,2 2 0 0,-2-2 0 15,1 1 0-15,0 0 0 0,0-1 0 0,1 1 0 16,1 0 0-16,-2-1 0 0,1 1 0 0,0-1 0 0,0 0 0 16,1 0 0-16,-1 1 0 0,0-3 0 0,1 3 0 0,-1 0 0 0,1-3 0 15,-1 1 0-15,0 1 0 0,1-1 0 16,-1-1 128-16,2 1-128 0,-1 1 0 0,0-1 144 15,0-3-144-15,1 2 128 0,-1 0-128 0,0-2 128 16,2 2-128-16,-3 1 0 0,0-1 144 0,0 1-144 16,1-1 0-16,0 1 128 0,0 1-128 0,-1 1 0 15,1-3 0-15,-1 1 0 0,1 2 0 0,0-3 0 16,-1 2 0-16,1-1 0 0,0-1 0 0,1 1 128 16,1-3-128-16,-1 0 0 0,1 0 0 0,1-3 0 15,1 1 0-15,1-1 0 0</inkml:trace>
  <inkml:trace contextRef="#ctx0" brushRef="#br0" timeOffset="183430.91">11294 5865 8959 0,'-10'12'800'0</inkml:trace>
  <inkml:trace contextRef="#ctx0" brushRef="#br0" timeOffset="183837.96">11227 5941 2751 0,'-1'2'256'0,"0"-1"-256"0,0 1 0 0,1-2 0 16,0 0 624-16,0 0 80 0,-1 2 0 0,0-1 16 15,0 0 192-15,0 1 48 0,0-1 0 0,1-1 0 16,0-1 96-16,2-1 32 0,0-2 0 0,0-1 0 16,1 0-240-16,0 0-32 0,1-2-16 0,-1 0 0 15,2 0-32-15,-1 2-16 0,-1-2 0 0,2 1 0 16,0 2 144-16,-2 0 48 0,2-1 0 0,-1 0 0 16,0 1-48-16,1 1 0 0,0-2 0 0,0 1 0 15,2-1-320-15,-1 0-64 0,2-1 0 0,-2 0-16 0,2-1-320 16,-1 0-176-16,0 1 192 0,1-2-192 0,-2 1 0 0,2 0 0 15,-2-1 0-15,1 2 0 0,-2-2 0 0,0 2 0 16,0 0 0-16,-2 0 0 0,0-1 0 0,-1 4 0 16,1-2 0-16,-2 0 0 0,0 1 0 0,0-1 0 15,1 2 0-15,-1 0 0 0,1 0 0 0,-1 0 192 16,1 1-48-16,0-1 0 0,0 1 256 0,-1 0 48 16,1-1 16-16,1-1 0 0,-1 3-16 0,0-1-16 15,0 0 0-15,-1 2 0 0,1-2-64 0,0 0-16 16,1 1 0-16,-2 1 0 0,1-2-224 0,-1 2-128 0,-1 0 160 15,0 0-160-15,0 0 0 0,-1 0 0 0,0 2 0 0,0-1 0 16,0 1 0-16,-1 0 0 0,0-1 0 0,1 0 0 16,0 1 0-16,0-1 0 0,1 1 0 0,-1-2-160 31,1 2-416-31,0-2-64 0</inkml:trace>
  <inkml:trace contextRef="#ctx0" brushRef="#br0" timeOffset="186686.26">11403 5709 5519 0,'1'-3'496'16,"0"1"-496"-1,0 0 0-15,0 1 0 0,0 1 1120 0,-1-2 128 0,2 0 32 16,0-1 0-16,1-1 416 0,-1-1 96 0,1 0 0 0,0 3 16 0,-1-1-400 0,0 1-64 0,-1 2-32 0,0-2 0 15,-1 2-272-15,1 0-48 0,0 2-16 0,0-2 0 16,0 0-208-16,0 0-32 16,0 0-16-16,1 0 0 0,-1 2-288 0,0-2-64 0,1 0-16 0,-1 1 0 15,0 1-32-15,1-2 0 16,0 0 0-16,0 2 0 0,-1-2 80 0,1 0 16 0,0 2 0 0,-1-1 0 31,1 1-48-31,0 0-16 0,1-1 0 0,0 1 0 16,-1 0-32-16,0 0 0 0,1 0 0 0,1 1 0 15,-1-1-48-15,-2 1-16 0,2-1 0 0,0 0 0 16,0 1-48-16,0 0-16 0,-1 1 0 0,0 0 0 16,1-1-16-16,-1 2-16 0,1-3 0 0,-1 3 0 0,1-2 48 0,1 1 16 15,-1-2 0-15,0 3 0 0,0-2 0 0,1 1 0 16,-1-1 0-16,0 1 0 0,0 0 0 0,1-1 0 16,0 2 0-16,-2-2 0 0,1 1-96 0,-1 1 0 15,1 0-128-15,0-1 192 0,-1 1-192 0,1 0 0 16,-1 2 128-16,1-2-128 0,0 0 0 0,-1 2 0 15,-2-7 128-15,0 0-128 0,0 0 0 0,0 0 0 16,0 0 0-16,0 0 0 0,0 0 0 0,32 36 0 16,-27-32 0-16,-1-1 0 0,-4-3 0 0,0 0 128 0,0 0-128 15,0 0 0-15,0 0 0 0,0 0 0 0,35 33 128 16,-31-29-128-16,-4-4 0 0,0 0 176 0,0 0-176 16,0 0 160-16,0 0-160 0,28 40 160 0,-28-40-160 15,0 0 160-15,0 0-160 0,0 0 0 0,26 43 0 0,-26-43 128 16,0 0-128-16,0 0 0 0,0 0 0 0,29 34 0 15,-29-34 0-15,0 0 0 0,0 0 0 0,0 0 0 16,35 37 0-16,-35-37 0 0,0 0 0 0,0 0 0 16,32 31 0-16,-32-31 0 0,0 0 0 0,0 0 0 15,34 36 0-15,-34-36 0 0,0 0 0 0,0 0 0 0,36 40 0 0,-36-40 0 16,0 0 128-16,0 0-128 16,40 43 0-16,-40-43 0 0,0 0 0 0,0 0 128 15,39 40-128-15,-39-40 0 0,0 0 0 0,0 0 0 0,37 43 0 0,-37-43 0 16,0 0 0-16,29 35 0 0,-29-35 0 0,0 0 0 15,29 36 0-15,-29-36 0 0,0 0 0 0,28 36 0 16,-28-36 0-16,0 0 0 0,33 42 0 0,-33-42 0 16,0 0 0-16,32 43 0 0,-32-43 0 0,0 0 0 15,32 43 0-15,-32-43 0 0,0 0 0 0,34 42 0 16,-34-42 128-16,0 0-128 0,33 40 0 0,-33-40 0 16,0 0 0-16,32 34 0 0,-32-34 0 0,0 0 0 15,31 35 0-15,-31-35 0 0,0 0 0 0,32 34 0 0,-32-34 0 16,0 0 0-16,29 37 0 0,-29-37 0 0,0 0 0 0,31 41 0 15,-31-41 128-15,0 0-128 16,28 43 0-16,-28-43 128 0,0 0-128 0,29 40 0 0,-29-40 0 16,0 0 128-16,26 38-128 0,-26-38 0 0,0 0 0 0,26 40 0 15,-26-40 0-15,0 0 0 0,24 36 0 0,-24-36 0 16,0 0 0-16,24 35 0 0,-24-35 128 0,0 0-128 16,0 0 0-16,30 44 0 0,-30-44 0 0,0 0 0 15,25 35 0-15,-25-35 0 16,0 0 0-16,0 0 0 0,32 45 0 0,-32-45 0 0,0 0 128 0,30 39-128 15,-30-39 0-15,0 0 0 0,30 38 0 0,-30-38 0 16,0 0 0-16,33 36 0 0,-33-36 0 0,0 0 0 0,33 38 0 0,-33-38 0 16,0 0 0-16,34 38 0 0,-34-38 0 15,0 0 0-15,31 38 0 0,-31-38 0 0,0 0 0 0,33 38 0 16,-33-38 0-16,0 0 0 0,29 38 0 0,-29-38 0 16,0 0 0-16,27 39 0 0,-27-39 0 0,0 0 0 15,26 38 0-15,-26-38 0 16,0 0 0-16,29 41 0 0,-29-41 0 0,0 0 0 0,33 48 0 15,-33-48 0-15,0 0 0 0,35 45 0 0,-35-45 0 16,0 0 0-16,35 43 0 0,-35-43 0 16,0 0 0-16,31 38 0 0,-31-38 128 0,0 0-128 0,34 38 0 0,-34-38 0 15,0 0 0-15,34 41 0 0,-34-41 0 16,0 0 0-16,30 39 0 0,-30-39 0 0,0 0 128 0,30 43-128 16,-30-43 0-16,0 0 128 0,31 47-128 15,-31-47 192-15,0 0-192 0,28 48 192 0,-28-48-192 0,0 0 0 16,26 47 144-16,-26-47-144 0,0 0 0 0,25 50 0 15,-25-50 0-15,0 0 128 0,23 45-128 0,-23-45 0 16,0 0 0-16,24 40 0 0,-24-40 0 0,0 0 0 16,23 45 0-16,-23-45 0 0,0 0 0 0,23 45 0 15,-23-45 0-15,20 38 0 0,-20-38 0 0,18 38 0 16,-18-38 0-16,21 38 0 0,-21-38 0 0,18 36 0 0,-18-36 0 16,18 35 0-16,-18-35 0 0,0 0 0 15,26 50 0-15,-26-50 128 0,0 0-128 0,26 47 0 16,-26-47 0-16,0 0 0 0,26 48 0 0,-26-48 0 0,0 0 0 0,30 47 0 15,-30-47 0-15,0 0 0 0,28 48 0 0,-28-48 0 16,0 0 0-16,28 47 0 0,-28-47 0 0,0 0 0 16,26 48 0-16,-26-48 0 0,0 0 0 0,25 44 0 15,-25-44 0-15,0 0 0 0,25 39 0 0,-25-39 0 16,0 0 0-16,23 35 0 0,-23-35 0 0,0 0 0 0,24 38 0 16,-24-38 0-16,0 0 0 0,26 36 0 0,-26-36 0 0,0 0 0 15,24 32 0-15,-24-32 0 0,0 0 0 0,24 35 0 16,-24-35 0-16,0 0 0 15,24 35 0-15,-24-35 0 0,0 0 0 0,0 0 0 0,27 42 0 0,-27-42 0 16,0 0 0-16,0 0 0 0,24 43 0 0,-24-43 0 16,0 0 0-16,16 33 0 0,-16-33 0 0,0 0 0 15,0 0 0-15,22 39 0 0,-22-39 0 0,0 0 0 16,0 0 0-16,0 0 0 0,26 39 0 0,-26-39 0 16,0 0 0-16,0 0 0 0,0 0 0 0,27 38 0 15,-27-38 0-15,0 0 0 0,0 0 0 0,0 0 0 16,25 37 0-16,-25-37 0 0,0 0 0 0,0 0 0 0,0 0 0 0,21 35 0 15,-21-35 0-15,0 0 0 0,0 0 0 0,0 0 128 16,21 40-128-16,-21-40 0 0,0 0 0 0,0 0 0 16,0 0 0-16,24 41 0 0,-24-41 0 0,0 0 0 15,0 0 0-15,21 35 0 0,-21-35 0 16,0 0 0-16,0 0 0 0,25 32 0 0,-25-32 0 0,0 0 0 16,0 0 0-16,0 0 0 0,29 36 0 0,-29-36 0 15,0 0 0-15,0 0 0 0,0 0 0 0,32 36 0 16,-32-36 0-16,0 0 0 0,0 0 0 0,26 31 0 0,-26-31 0 0,0 0 0 15,0 0 0-15,0 0 0 16,30 40 0-16,-30-40 0 0,0 0 0 0,0 0 0 16,0 0 0-16,26 41 0 0,-26-41 0 0,0 0 0 0,0 0 0 0,17 35 0 15,-17-35 0-15,0 0 0 16,0 0 0-16,0 0 0 0,22 40 0 0,-22-40 0 0,0 0 0 0,0 0 0 16,0 0 0-16,24 33 0 15,-24-33 0-15,0 0 0 0,0 0 0 0,0 0 0 0,0 0 0 0,29 34 0 16,-29-34 0-16,0 0 0 0,0 0 0 0,0 0 0 15,0 0 0-15,0 0 128 16,28 36-128-16,-28-36 0 0,0 0 0 0,0 0 0 0,0 0 0 0,15 34 0 16,-15-34 0-16,0 0 128 15,0 0-128-15,0 0 0 0,0 0 0 0,16 34 0 16,-16-34 0-16,0 0 0 0,0 0 0 0,0 0 0 0,0 0 0 0,0 0 0 16,0 0 0-16,28 33 0 0,-28-33 0 0,0 0 0 15,0 0 0-15,0 0 0 0,0 0 0 0,0 0 0 0,0 0 0 0,28 33 128 16,-28-33-128-16,0 0 0 0,0 0 0 0,0 0 0 15,0 0 0-15,0 0 0 0,23 36 0 0,-23-36 0 16,0 0 0-16,0 0 0 0,0 0 0 16,0 0 0-16,0 0 0 0,0 0 0 15,23 33 0-15,-20-28 128 0,0-3-128 0,0 0 0 0,0 3 128 0,1-2-128 16,-1-1 0-16,-1 2 128 0,0-1-128 0,1-1 0 16,-1 1 0-16,0 1 0 0,0-1 0 0,-1 2 0 15,1-3 0-15,-1 1 0 0,1 1 0 0,-1-1 128 16,0 1-128-16,0-2 0 15,0 3 0-15,0-2 0 0,0-1 0 0,0 0 0 16,-1 1 0-16,1-3 0 0,0 2 0 0,1-1 0 0,-1 1 0 0,0-2 0 16,1 2 128-16,-1-2-128 0,1 1 160 0,-1-1-160 15,-1 1 160-15,2-1-160 0,-1 0 160 0,0 2-160 16,1-2 0-16,-1 1 128 0,0 1-128 0,-1-2 0 16,1 0 0-16,0 1 0 0,-1 1 0 0,1-2 0 15,-1 2 0-15,1-2 0 0,-1 0 0 0,0 0 0 16,0 1 0-16,1-1 128 0,-1 1-128 0,0-1 0 15,0 2 0-15,1-2 0 0,0 3 128 0,0-3-128 16,0 2 0-16,0-1 128 0,1 1-128 0,-1 0 0 16,1 0 128-16,-1 1-128 0,1-1 0 0,-2 1 0 0,2-1 0 0,0-1 128 15,0 0-128-15,-1-1 0 0,1 2 0 0,0-1 0 16,-2-1 0-16,0 0 0 0,0 0 128 0,0 0-128 16,0 0 0-16,0 0 0 0,0 0 128 0,0 0-128 15,0 0 0-15,0 0 144 0,0 0-144 0,0 0 128 16,0 0-128-16,0 0 128 0,30 4-128 0,-28-4 0 15,0 3 0-15,0-2 0 0,-2-1 0 0,0 0 0 16,0 0 0-16,0 0 0 0,0 0 0 0,0 0 0 16,0 0 0-16,0 0 0 0,0 0 0 0,0 0 0 15,0 0 0-15,0 0 0 0,0 0 0 0,23 32 0 0,-22-32 0 0,1 2 0 16,-1-1 0-16,0 1 0 0,1-2 128 0,-2 2-128 16,1-2 0-16,0 2 0 0,0-2 0 0,0 0 0 15,1 1 0-15,0 1 0 0,0-2 0 0,0 2 0 16,-2-2 0-16,0 0 0 0,0 0 0 0,0 0 0 15,0 0 0-15,0 0 0 0,0 0 0 0,0 0 0 16,0 0 0-16,0 0 0 0,0 0 0 0,0 0 0 16,0 0 0-16,0 0 0 0,0 0 0 0,0 0 128 15,34 21-128-15,-33-21 160 0,-1 0-160 0,0 0 160 0,0 0-160 16,0 0 0-16,0 0 144 0,0 0-144 0,0 0 0 0,0 0 0 16,0 0 0-16,0 0 0 0,0 0 0 0,0 0 0 15,0 0 0-15,0 0 0 0,0 0 0 0,0 0 0 16,0 0 0-16,0 0 0 0,0 0 0 0,0 0 0 15,0 0 0-15,0 0 0 0,0 0 0 0,0 0 0 16,0 0 0-16,12 32 0 0,-12-30-192 16,1-1-64-16</inkml:trace>
  <inkml:trace contextRef="#ctx0" brushRef="#br0" timeOffset="189022.51">12421 5502 1839 0,'4'-2'160'0,"-2"-3"-160"0,1 2 0 0,-2 2 0 16,1 0 272-16,0 0 32 0,1-2 0 0,4-5 0 15,0 1-96-15,3-1-16 0,-2 0 0 0,-1 1 0 16,0-1 240-16,-1 2 32 0,0 0 16 0,0 0 0 16,0-1 544-16,0 2 96 0,-2 0 32 0,2-1 0 0,-2 3 448 0,0-2 112 15,0 2 16-15,-1 1 0 0,-1 0 16 0,0 2 16 16,-1 0 0-16,-2 0 0 0,0 2-592 0,-1 1-112 15,0 1-32-15,-4 2 0 0,0 2-336 0,-4-1-80 16,-2 5-16-16,-3 2 0 0,-4 3-224 0,-4 1-48 16,-1 2-16-16,-1 1 0 0,0 1-80 15,-6 4-16-15,-5 5 0 0,-5 6 0 0,-2 4 32 16,-1 2 0-16,0-1 0 0,4-4 0 0,5 0 32 0,7-7 16 16,7-8 0-16,5-3 0 0,5-4-288 0,3-4 0 15,1 0 0-15,4-5 0 16,1 0 0-16,3-5 0 0,0 1-192 0,3-5 48 15,1-1-1072-15,2-1-224 0</inkml:trace>
  <inkml:trace contextRef="#ctx0" brushRef="#br0" timeOffset="189460.16">12081 5690 6863 0,'0'-5'144'0,"0"2"48"0,1-1 0 0,-1 1 0 0,1 3-192 0,-1-2 0 0,0 0 0 16,1-1 0-16,0-1 1248 0,0-2 224 0,1 0 32 15,-1-2 16-15,0 2 400 0,-1 0 64 0,0 2 32 0,0 0 16 0,-1 1-688 0,0 0-144 16,-1 3-32-16,0-2 16 0,-1 4-192 0,2-2-32 0,-2 3-16 15,0 2 16-15,0-1-192 0,0 3-16 16,0 0-16-16,-1 3 0 0,1-3-96 0,0 3-32 16,-1 6 0-16,-2 2 16 15,0 2-352-15,-1-1-64 0,1 2-16 0,-1 0 16 0,1 0-80 16,-2-1-128-16,2-1 176 0,-2-3-176 16,2-1 0-16,-1 0 0 0,2-2 0 0,-1-3 0 15,1 2 128-15,0-3-128 0,1 1 128 0,2-6-128 16,0 2 272-16,0-1-16 0,2-2-16 0,0 0 16 15,2-1-128-15,0-1-128 0,0 1 176 0,2-4-176 16,2 1 224-16,0-1-64 0,3-1-16 0,1-1 48 0,1-1 240 0,2-1 48 16,1 0 16-16,2-2 0 0,-1 0-304 0,2 1-48 15,0-3-16-15,-1 3 0 16,1-2-592-16,0 1-128 0,-1 2-32 0,-2 0-15376 16</inkml:trace>
  <inkml:trace contextRef="#ctx0" brushRef="#br0" timeOffset="190050.35">12578 5414 4191 0,'-2'-3'0'0,"0"0"176"0,1 2-48 0,0-1 0 15,1 0-128-15,0 1 0 0,0-1 0 0,0 1 0 0,-1-4 1760 0,0 0 320 16,1 0 64-16,-1 0 16 0,1 0 144 0,-1 3 48 16,1-3 0-16,0 2 0 0,-1 1-816 15,1 1-144-15,0 0-48 0,0 1 0 0,1 0-192 0,0 2-32 16,0 1-16-16,1 2 0 0,0 1-528 0,1-1-128 16,-1 2 0-16,2 1-16 0,0 1-208 0,-4-9-32 15,0 0-16-15,0 0 0 0,21 35-176 0,-21-35 128 16,0 0-128-16,0 0 128 0,0 0 96 0,34 41 16 15,-34-41 0-15,0 0 0 0,0 0 16 0,0 0 0 0,32 33 0 16,-32-33 0-16,0 0-80 0,0 0-16 0,0 0 0 0,32 31 0 16,-27-24-32-16,2-5 0 0,-1 3 0 0,1-2 0 15,-1-3 64-15,2 0 16 0,-1-3 0 0,3-2 0 16,0-1 416-16,2-2 80 0,3-4 0 16,3-3 16-16,2-3-208 0,3-3-64 0,1-5 0 0,1 0 0 0,2 0-304 15,1 0-144 1,2-3 128-16,8-4-128 0,9-9 0 0,7-2 0 0,5 0 128 0,0 1-128 0,-3 3 0 0,-5 6 0 15,-7 1 0-15,-7 7 0 0,-3 1-224 0,-6 2-32 16,-3 5 0-16,-5 3-17120 0</inkml:trace>
  <inkml:trace contextRef="#ctx0" brushRef="#br0" timeOffset="191623.02">13946 4796 5519 0,'1'-3'496'0,"0"-1"-496"15,0 3 0-15,0-1 0 0,-1 4 1184 0,0-4 144 16,1 1 16-16,1-4 16 0,0 1 432 0,-1-2 96 0,1 1 16 0,-2 0 0 16,0 1-496-16,0 1-80 0,0 1-32 15,-2 1 0-15,1-1-304 0,0 1-64 0,0 1-16 0,-1 0 0 16,1 0-208-16,0 1-64 15,1-1 0-15,-1 3 0 0,0 1-192 0,1 1-64 16,0 2 0-16,0 2 0 0,0 4 80 0,1 1 16 0,0 2 0 0,0 1 0 16,0-3-32-16,-1-14-16 0,3 41 0 0,-1-16 0 15,-2-25-48-15,3 50 0 0,-3-50 0 0,6 48 0 0,-6-48-192 0,6 38-32 16,-6-38-16-16,0 0 0 0,0 0-144 0,15 38 0 16,-11-34 0-16,-1-1 0 0,0-3-192 15,0-3 0-15,0 1-16 0,-1-2-14720 16</inkml:trace>
  <inkml:trace contextRef="#ctx0" brushRef="#br0" timeOffset="192167.21">13921 4779 6447 0,'-4'-2'272'0,"0"1"80"0,1 1-352 0,0 0 0 16,3 0 0-16,-1-2 0 0,1 2 1360 0,-1 0 208 0,-2-1 32 0,1 0 16 15,-1-3 112-15,1 1 32 0,2 0 0 0,0-1 0 16,1 1-224-16,0-2-32 0,2 1-16 0,1 0 0 16,0 1-464-16,2-2-80 15,0 0-32-15,1 0 0 0,1 2-96 0,2 0-32 0,0 1 0 16,1 1 0-16,1 1-80 0,-12 0-32 0,0 0 0 0,37 6 0 16,-37-6-128-16,0 0-32 0,0 0 0 0,43 16 0 15,-43-16-192-15,0 0-32 16,0 0-16-16,0 0 0 0,39 28-272 0,-39-28 0 0,0 0 0 15,0 0 0-15,0 0 0 0,0 0 0 0,0 0 0 0,25 38 0 0,-26-31 0 16,-1-3 0-16,-1 1 0 16,-1-1 0-16,-2 2 0 0,-1 1 0 0,-2 0 0 15,-1 0 0-15,0 0 0 0,-1 0 0 0,-1-2 0 0,0 2 0 0,-1-2 0 16,1 0 0-16,0-1 0 16,-1-1 0-16,1 2 0 0,1-3 0 0,2 1 0 0,2 1 0 15,0-1 0-15,1-1 0 0,4 0 0 0,-1 0 0 0,2-2 0 0,1 1 0 16,1 1 0-16,2-2 0 0,-1 0 0 15,4 0 0-15,1-3 0 0,2 1 0 0,0 1 0 0,1-2 0 16,2 0 0-16,1-2 0 16,17-2 0-16,-15 3-128 0,0 1 128 0,-1 2 0 0,0 0 0 15,-14 1 0-15,0 0 0 0,36 7 0 0,-36-7 208 16,0 0-32-16,0 0-16 0,0 0 32 0,33 35 0 16,-33-35 0-16,0 0 0 0,4 34-192 15,-7-22 128-15,-1-1-128 0,-2-1 128 0,-2 1 128 0,-2 1 0 16,0-2 16-16,-3 0 0 0,-1-1 64 0,-1 0 16 15,-1-1 0-15,0-4 0 0,1 1-352 0,0-2 128 16,2-3-128-16,2 0-11488 16,0-3-2336-16</inkml:trace>
  <inkml:trace contextRef="#ctx0" brushRef="#br1" timeOffset="-198989.8">8120 10290 1839 0,'0'-6'160'0,"-1"2"-160"15,1 1 0-15,-1-1 0 0,1 3 2256 0,0-1 432 0,0 2 64 0,-1-1 32 16,0 0-864-16,1-3-160 0,-1 3-32 0,0-1-16 16,1 2-464-16,0 2-96 15,0-2 0-15,0 3-16 0,1-1-240 0,1-1-64 0,0 0 0 16,-1 1 0-16,3-1 0 0,0 1-16 0,0-2 0 0,1 2 0 16,0-2-160-16,0 0-16 0,1-2-16 0,0 2 0 15,3-2-112-15,-1 1 0 0,-8 1-16 0,0 0 0 16,29-4 48-16,-29 4 16 0,22-5 0 0,-22 5 0 0,22-5-32 15,-22 5 0-15,24-2 0 0,-24 2 0 16,0 0-256-16,30-7-48 0,-30 7-16 0,21-5 0 0,-21 5-48 0,23-7-16 16,-11 4 0-1,0-1 0-15,-1-1 48 0,1 0 0 0,2 1 0 0,0-1 0 16,0 0-16-16,1 3 0 0,0-3 0 0,1-1 0 16,-1 3-48-16,0-2-128 0,-1 2 192 0,-14 3-64 0,32-7 0 15,-13 2 0-15,-19 5 0 0,37-4 0 0,-37 4-128 0,34-7 128 16,-34 7-128-16,34-3 128 0,-34 3-128 15,33-4 128-15,-15 1-128 0,-18 3 128 16,30-4 0-16,-16 1 0 0,1 1 0 0,2-2 0 0,1 0 0 16,1-2 0-16,-2 1 0 0,1 0 0 15,0 3-128-15,0-3 0 0,1 0 0 0,-1 1 128 0,2 1-128 16,-2-1 0-16,2 1 0 0,-2 1 0 0,-18 2 0 16,36-5 0-16,-36 5 0 0,37-3 0 0,-19 0 0 0,0 0 0 15,-2 0 128-15,1-2-128 0,1 3 0 0,-2-3 0 16,2 0 0-16,0 1 0 0,-1 1 0 0,1-2 0 15,0 2 0-15,0 0 0 0,-18 3 0 0,36-5 0 16,-36 5 0-16,38-2 0 0,-38 2 0 0,38-1 0 16,-38 1 128-16,38 1-128 0,-38-1 0 0,38 1 0 15,-38-1 0-15,39 0 0 0,-39 0 0 0,37-2 0 16,-37 2 0-16,41-4 0 0,-41 4 0 0,42-3 0 16,-42 3 0-16,44-5 0 0,-22 3 0 0,-22 2 0 0,46-5 0 15,-21 1 0-15,-1 1 0 0,0 1 0 16,1-3 0-16,0 0 0 0,-2 1 0 0,0-3 0 0,0 2 144 15,-1 0-144-15,1 0 0 0,-2 1 144 0,1-1-144 0,0 0 0 16,-22 5 128-16,40-5-128 0,-40 5 0 0,41-5 0 16,-41 5 0-16,40-6 0 0,-40 6 0 0,40-7 0 15,-20 4 0-15,-1-2 0 0,0 0 0 0,0 1 0 16,-1-1 0-16,0 0 0 0,2 1 0 0,-1-3 0 16,1 2 0-16,0 0 0 0,0-2 0 0,1 0 0 0,1 0 0 0,-1 0 0 15,0 2 0-15,0-5 0 0,0 3 0 0,1-1 0 16,-3 2 0-16,-2 1 0 0,-3 1 0 0,2-2 0 15,1 2 0-15,2-3 0 0,0 1 0 16,0 0 0-16,-3-1 0 0,2 0 0 0,0 0 0 0,0-1 0 16,2 0 0-16,-1 0 0 0,2-1 0 0,-1 1 0 15,0 0 0-15,1 0 0 0,-1-1 0 16,1 0 0-16,-2 0 0 0,1 0 0 0,1-2 0 16,-2 1 0-16,1-2 0 0,-1 2 0 0,1-2 0 0,-1 1 0 15,0 1 0-15,-2 1 0 0,1-1 0 0,0 1 0 0,-1-1 0 16,1 1 0-16,0-1 0 0,0 1 0 0,-2 0 0 0,1-1 0 15,0 0 0-15,0-1 0 0,1 1 0 0,-1 1 0 16,-2-1 0-16,0 0 0 0,1 1 0 16,1-4 0-16,2 0 0 0,-1-1 0 0,1 0 0 0,-2-1 0 15,0 1 0-15,-1 2 0 0,-1 0 0 0,-1 0 0 16,-2 1 0-16,-1 1 0 0,0 1 0 0,0-1 0 16,0 1 0-16,-1-5 0 0,2 5 0 0,-2 0 0 15,0-2 0-15,0 1 0 0,1-1 0 0,0-1 0 16,1 0 0-16,1-2 0 0,-1 0 0 0,1 2 0 15,-1-2 0-15,1 0 0 0,0 1 0 16,0-1 0-16,0 0 0 0,0 1 0 0,0 0 0 0,2-3 0 0,0 1 0 0,1 1 0 16,1-3 0-16,-2 3 0 0,1 0 0 0,-1 1 0 15,-1 1 0-15,0-1 0 0,0 1 0 0,0 0 0 16,-1 1 0-16,0 1 0 0,0-1 0 0,1-1 0 16,-1 2 0-16,0-4 0 0,0 2 0 15,-1-2 0-15,1 0 0 0,-2 1 0 0,1 2 0 0,-2-1 0 16,1 0 0-16,-1-2 0 0,0 3 0 15,1-1 0-15,0-1 0 0,-1 1 0 0,-2 2 0 0,2-1 0 16,-1 1 0-16,0-3 0 0,1 3 0 16,0-2 0-16,-1 0 0 0,1 0 0 0,1 2 0 0,0-2 0 15,0 1 0-15,1-1 0 0,0 1 0 16,-1-1 0-16,2 2 0 0,-1-2 0 0,1 2 0 0,-1-2 0 16,2 3 0-16,-1-3 0 0,0 1 0 15,-1-1 0-15,2 0 0 0,-2 0 0 0,0 0 0 16,-1 0 0-16,0 0 0 0,0 1 0 0,1 1 0 0,-2-2 0 15,2 1 0-15,-2 1 0 0,-2 0 0 0,2 1 0 16,0-1 0-16,2-3 0 0,0 1 0 0,-1 0 0 16,-1 2 0-16,0-2 0 0,1 2 0 0,0 1 0 15,-1 0 0-15,0-1 0 0,-1 0 0 0,0 1 0 16,1 0 0-16,-2-2 0 0,1 2 0 0,1-2 0 16,1 1 0-16,-1-1 0 0,0 1 0 0,1 0 0 15,0-2 0-15,1 1 0 0,-2-1 0 0,1 0 0 16,0 3 0-16,-1-3 0 0,1 0 0 0,0-2 0 15,1 2 0-15,-2 0 0 0,-1 2 0 0,1-1 0 16,1 1 0-16,-1-1 0 0,-1 2 0 0,0-2 0 0,1 2 0 0,0-1 0 16,1-3 0-16,1 0 0 0,0 0 0 0,0 0 0 15,0 1 0-15,0 1 0 0,0-1 0 0,0 1 0 16,-1-1 0-16,0 1 0 0,2-1 0 0,-1 0 0 16,1 1 0-16,-1 0 0 0,2 1 0 0,-1-2 0 15,0 0 0-15,0 0 0 0,-1 0 0 0,1 0 0 16,0 0 0-16,-1-2 0 0,0 3 0 0,-1 1 0 15,0-2 0-15,0 1 0 0,0 1 0 0,1-2 0 0,-1 0 0 0,1 0 0 16,2-1 0-16,0 0 0 0,1-1 0 0,-1 2 0 16,0-2 0-16,0 2 0 15,0 0 0-15,0 0 0 0,0-1 0 0,-1 0 0 16,0 3 0-16,1-1 0 0,0 1 0 0,-1-1 0 0,0 2 0 16,0-2 0-16,1 2 0 0,-2-3 0 0,1 1 0 0,-1 1 0 15,-1-2 0-15,0 0 0 0,1 2 0 0,-1 1 0 16,-1 0 0-16,0-1 0 0,0 0 0 0,1 1 0 15,0 0 0-15,-1-1 0 0,2 0 0 0,0-1 0 16,-1-1 0-16,2 1 0 0,1-1 0 0,0-2 0 0,0 1 0 0,-2 2 0 16,-2 1 0-16,2 0 0 15,0-2 0-15,2 0 0 0,1-2 0 0,0 2 0 16,0-1 0-16,0 1 0 0,0-1 0 0,-1 2 0 0,0 1 0 0,0-1 0 16,-1 2 0-16,0-2 0 15,0-3 0-15,-1 0 0 0,0 2 0 0,-1 2 0 16,-1-1 0-16,2 1 0 0,0 1 0 0,-1-1 0 0,-1 1 0 0,1 0 0 15,0 0 0-15,1-1 0 0,2 0 0 16,-1-1 0-16,0 3 0 0,0-4 0 0,2 0 0 0,1 0 0 16,-1 0 0-16,1 0 0 0,0 3 0 0,0-2 0 0,-1 2 0 15,0-2 0-15,1 0 0 0,0 1 0 16,-1 1 0-16,-1-1 0 0,0 1 0 0,-1 0 0 0,0 1 0 0,-1-2 0 16,1 1 0-16,-2 0 0 0,1-1 0 0,1 1 0 15,-2 2 0-15,0-1 0 0,1 1 0 0,-1-2 0 16,0 1 0-16,0 2 0 15,1-4 0-15,1 3 0 0,0-2 0 0,0 1 0 0,-1 1 0 0,1-1 0 16,0-1 0-16,1 1 0 0,-1 0 0 0,1 1 0 16,0 0 0-16,-2 0 0 0,0 2 0 0,-1-2 0 0,1 2 0 0,-1 0 0 15,1 0 0-15,0 1 0 0,-3 0 0 0,1-1 0 16,0 2 0-16,0-2 0 0,1 0 0 0,-1 1 0 16,1-1 0-16,-1 0 0 15,1 1 0-15,1-1 0 0,0 0 0 0,0 0 0 0,0-2 0 0,1 3 0 16,0-1 0-16,0 0 0 0,1-2 0 0,0 1 0 15,-1 0 0-15,2 0 0 0,0 0 0 0,0-1 0 16,0 3 0-16,0-2 0 0,-1 0 0 0,0 1 0 16,0 0 192-16,0 1-192 0,0-1 192 0,-1 1-192 15,0 1 192-15,0-3-192 0,1 2 192 0,-1-1-192 0,0 0 144 0,1 1-144 16,0-3 0-16,0 2 144 0,0 0-144 0,-1 0 0 16,1 1 0-16,0 1 128 15,1-2-128-15,-1 1 0 0,2 0 0 16,-1 0 0-16,0 0 0 0,0-3 128 0,1 2-128 0,0 1 0 0,1-2 0 0,-1 2 0 15,1-4 0-15,0 4 0 16,-3-1 0-16,0 0 0 0,2 1 128 16,-1-1-128-16,-1 0 0 0,1 3 0 15,0-3 0-15,1 0 0 0,1 1 0 0,0-1 0 0,-1 0 0 0,-1 1 0 16,-1 1 0-16,1-2 0 0,2 3 0 0,0-3 0 16,1 0 0-16,-1 1 0 0,0 1 128 0,-1-2-128 15,2 2 0-15,-2 0 0 0,3-2 0 0,-2 2 128 16,-1-1-128-16,1-1 128 0,0 2-128 0,-1-3 128 15,3 0-128-15,-1 2 192 0,1-3-192 0,-1 1 192 16,1 2-192-16,-2-3 0 0,-2 5 0 0,2-3 128 16,0 0-128-16,0 3 0 0,1-3 0 0,1 3 0 15,-2-1 0-15,1 1 0 0,0 0 0 0,-2 0 0 0,1-1 0 16,-1 0 0-16,1 1 0 0,0 0 0 0,0 0 0 0,-2-1 0 16,2-1 0-16,0 1 0 0,0 2 0 15,-1 0 0-15,0-2 0 0,-2 3 0 0,-1 0 0 0,-1 0 0 16,0 0 0-16,-2 3-19472 15</inkml:trace>
  <inkml:trace contextRef="#ctx0" brushRef="#br1" timeOffset="-196243.26">15826 5908 5519 0,'-1'0'496'0,"1"0"-496"0,1 0 0 0,-1-3 0 0,1 3 896 0,0-2 96 16,0 0 16-16,1-1 0 0,0-1 656 0,1-2 128 15,-1 0 16-15,1-1 16 0,0 0-64 0,0 1-16 16,0-2 0-16,0 2 0 0,0-1-160 0,1 0-48 15,-1 0 0-15,2 0 0 0,2-2-320 16,2 1-64-16,1-3 0 0,3-3-16 0,1 1-544 0,4-3-96 0,6-3-32 0,-1-3 0 16,1 2-64-16,6-6-16 15,5-6 0-15,3-1 0 0,2-2-96 0,1-1-32 16,0 0 0-16,-2 1 0 0,-3 4-256 0,-6 3 0 16,-6 6 0-16,-3 3 0 0,-4 2 0 0,-2 3 0 0,-3 3-128 15,-4 3 128-15,-5 3-848 16,-4 5-80-16</inkml:trace>
  <inkml:trace contextRef="#ctx0" brushRef="#br1" timeOffset="-195741.55">16018 5469 5519 0,'2'-5'496'15,"0"1"-496"-15,0 4 0 0,-1-2 0 0,-1 2 848 0,1-1 80 16,0-1 16-16,1-1 0 0,1 1 592 0,0-3 128 16,-1 5 32-16,-2 0 0 0,-1 1-272 0,-1 3-48 15,-1-1-16-15,-1 4 0 0,-1-1-464 0,-1 0-80 16,2 1-32-16,-2 0 0 0,1 0-352 0,0 0-80 16,0-2-16-16,1 0 0 0,0 1-160 0,-1-1-48 15,2 2 0-15,-1 3 0 0,-1 0-128 0,1 2 192 16,-1 2-192-16,0 0 192 0,-1 2 80 0,0-1 32 15,0 3 0-15,-1 1 0 0,-1 3 32 0,-1 1 16 0,0 1 0 0,0 0 0 16,3-1 16-16,-1-3 0 16,7-20 0-16,-5 30 0 0,5-30-192 0,0 0-48 0,0 0 0 15,0 0 0-15,0 0 96 0,0 0 16 0,32 29 0 0,-22-33 0 16,1-2 368-16,3-2 80 0,1-1 16 0,2 0 0 16,0-3-464-16,-1 3-96 0,1-1-16 0,-2 1 0 31,-1 2-576-31,-2 2-128 0,0 0-32 0,-3 3-13344 0</inkml:trace>
  <inkml:trace contextRef="#ctx0" brushRef="#br1" timeOffset="-195080.49">16488 5270 8287 0,'0'-2'736'0,"0"0"-592"0,0 2-144 15,0 0 0-15,-1 0 1152 0,0 2 192 0,0-2 32 0,-1 0 16 16,-1 0 480-16,0 2 112 0,1 0 0 0,0 0 16 15,-1 3-656-15,0-1-144 0,1 2-32 0,0 1 0 0,2-2-432 0,-1 3-96 16,0 0 0-16,1-1-16 0,0 1-112 0,1-2 0 16,0 2-16-16,0-1 0 0,-1-7 80 0,0 0 32 15,0 0 0-15,0 0 0 0,12 45-64 16,-12-45-16-16,0 0 0 0,0 0 0 0,0 0-112 0,20 42-32 16,-20-42 0-16,0 0 0 0,0 0-16 15,0 0-16-15,33 22 0 0,-24-21 0 0,1-2 0 16,1-1 0-16,1-1 0 0,1-4 0 0,3 0 48 15,0-5 16-15,5-2 0 0,0-1 0 0,0-1-160 16,-1 2-48-16,0 0 0 0,5-5 0 0,5-3-208 0,3-1 0 16,0-3 0-16,0 2 0 0,0 0 144 15,-1 0-144-15,2 0 128 0,-3 1-128 16,1-1 128-16,-3 1-128 0,-1-1 0 0,-3 2 128 16,-2 4-128-16,0-2 0 0,-2 2 0 0,-1 3 0 0,-5 4 0 0,0 1 0 15,-2 1 0-15,-1 4 0 0,-1-2 0 0,-2 4 0 16,-2 1 0-16,-1 2 0 0,-3 1 0 0,-1 0 0 0,0 1 0 0,-2 1 0 15,-1 2-144-15,-1-1 144 16,-1 1 0-16,1 0-11696 16,-2-2-2256-16</inkml:trace>
  <inkml:trace contextRef="#ctx0" brushRef="#br1" timeOffset="-194390.79">17713 4684 7359 0,'2'-4'656'0,"1"1"-528"0,-1 0-128 0,-1 2 0 16,0 0 896-16,1-1 160 15,1-2 32-15,0-2 0 0,2-2 688 0,-1 2 144 0,-1 0 16 0,-2 3 16 16,-1 1-464-16,-2 2-80 0,0 4-32 0,-2 1 0 16,-3 2-192-16,1 5-32 0,-2 2-16 0,-1 1 0 15,0 3-416-15,-1 1-80 0,-1 2 0 0,0 1-16 16,1-1-192-16,1 0-48 0,0 1 0 0,1-5 0 0,1 0-96 0,1-1-32 16,1 0 0-16,0-2 0 0,5-14-128 15,0 0-128-15,-5 34 144 0,5-29-144 0,0 0 128 16,0-1-128-16,1-2 0 0,-1 0 144 0,1-1-144 0,0-1 0 15,-1-1 0-15,1 0 128 16,0 0-128-16,-1 1 192 0,1 0-192 0,-1 0 192 0,0-2-192 0,0 2 0 0,0 0 0 0,0 0 128 16,0 0-128-16,0 0 0 15,0 0 0-15,1 0 0 0,0 0-144 0,1-2 144 16,0 0-192-16,1-1 192 16,1 0-1168-16,2-1-128 0,2-4-32 0,1-1-11792 0</inkml:trace>
  <inkml:trace contextRef="#ctx0" brushRef="#br1" timeOffset="-194105.93">17802 4657 6447 0,'-3'-9'576'0,"2"5"-576"0,0-1 0 0,0 1 0 16,0 1 1184-16,1 2 128 0,0 0 32 0,-1-4 0 15,1-2 832-15,0-1 192 0,0 0 16 0,0 0 16 16,1 1-576-16,0 1-112 0,1 1-32 0,0 0 0 16,-1 2-240-16,2 3-48 0,-2-2-16 0,2 2 0 0,0 0-304 0,0 2-64 31,0 1-16-31,1 2 0 0,0 1-336 0,0-1-64 15,-4-5-16-15,0 0 0 0,0 0-96 0,0 0-32 0,22 40 0 0,-22-40 0 16,0 0-128-16,0 0-48 0,27 43 0 0,-27-43 0 16,0 0-96-16,18 46-32 0,-18-46 0 0,0 0 0 0,17 56-144 0,-17-56 0 15,7 42 0-15,-7-42 128 16,3 48-128-16,-3-48 0 0,2 40 0 0,-2-40 0 16,0 0 0-16,5 55 0 0,-5-55 0 0,0 0 0 15,11 43 0-15,-11-43 0 0,0 0 0 0,0 0 0 16,0 0 0-16,0 0 0 0,30 33-176 0,-27-33-17440 15</inkml:trace>
  <inkml:trace contextRef="#ctx0" brushRef="#br1" timeOffset="-193857.72">17710 4867 12895 0,'-5'0'576'0,"2"0"112"0,3 0-560 0,-1 0-128 0,1 0 0 0,0 0 0 16,1-2 2304-16,-1 1 448 0,3 1 64 0,2-2 32 15,3 0 64-15,4-3 16 0,3 0 0 0,2-1 0 16,1-1-1392-16,2-1-288 0,0 1-48 0,0-3-16 16,0 4-832-16,-2-2-160 0,-1 3-48 0,-1 0 0 15,-1 1-320-15,-3 2-64 16</inkml:trace>
  <inkml:trace contextRef="#ctx0" brushRef="#br2" timeOffset="-185878.75">8017 10348 2751 0,'0'0'256'0,"-1"0"-256"0,1-2 0 0,0 2 0 0,-1 0 528 0,1 0 64 15,-1 0 16-15,0 0 0 0,0-1 16 0,0 0 0 0,0 1 0 0,0-2 0 16,1 2 176-16,0-1 32 0,0 1 16 0,-1 0 0 16,1-2 192-16,0 2 48 15,-1 0 0-15,1 2 0 0,-1-2 112 0,1 1 16 16,-1 1 16-16,1-1 0 0,-1 0-224 15,0-1-48-15,0 2-16 0,1-2 0 0,0 1-16 0,0-1 0 0,1 2 0 0,-1-2 0 16,0 0-224-16,1 0-32 16,-1-2-16-16,1 2 0 0,-1-1-128 0,0 1-16 15,1-2-16-15,0 2 0 0,-1-1-208 0,1 1-32 0,-1-1-16 0,1 1 0 16,-1 0-240-16,1 0 176 16,-1 0-176-16,0 0 160 0,-1 1-160 0,1 0 0 0,0-1 0 15,0 2 0-15,-1-1 0 0,1 1 0 0,-1 0 0 0,1-1 0 16,-1 1 0-16,1-2 0 0,0 2 0 0,0-2 0 15,0 1 0-15,0-1 0 0,1 0 0 16,-1-1 0-16,1 1 0 0,0-2 128 0,0 2-128 0,0-2 128 16,0 1-128-16,1 1 0 15,-1 0 0-15,0-2 0 0,0 2 0 0,-1 0 0 0,0 0 0 0,0 0 0 16,1 0 0-16,-1 0 0 0,0 0 0 0,0 2 0 16,1-2 0-16,-1 0 0 0,0 0 0 0,1 1 128 15,-1-1-128-15,1 0 160 0,0-1-160 0,0 1 160 16,0 0-32-16,0-2 0 0,0 0 0 0,1 1 0 15,-1-1 48-15,0 2 0 0,0-2 0 0,0 0 0 16,1 1-16-16,-1 1 0 0,0-2 0 0,0 2 0 16,1-2-32-16,-1 2-128 0,0 0 192 0,-1 0-64 15,1 0 32-15,-1 0 0 0,0 2 0 0,0-2 0 16,1 2 0-16,-1-2 0 0,0 0 0 0,0 1 0 0,0 1-160 0,0-2 0 16,0 1 144-16,0 0-144 0,0-1 0 0,0 0 0 15,1 0 0-15,-1 0 0 0,1 0 0 0,0 0 0 16,0-1 0-16,1 0 128 15,-1 1-128-15,0-2 0 0,1 1 0 0,-1 1 0 0,0-2 0 0,0 2 0 16,-1-2 0-16,1 1 0 0,0 1 128 0,-1 0-128 16,1 0 160-16,0 0-160 0,-1 0 176 0,0 0-176 15,0 0 192-15,0 0-192 0,1 0 192 0,-1 0-64 16,1 0 0-16,-1 0-128 0,1-2 192 0,-1 2-192 16,1 0 192-16,0-1-192 0,0 0 192 0,1 1-64 0,-2-2 0 0,2 0-128 15,0 1 192-15,-1-1-192 0,1 1 192 0,0-2-192 16,-1 2 192-16,1-1-192 0,0 0 192 0,0 1-192 15,0-1 128-15,-1 2-128 0,1-2 0 0,-1 2 0 16,1-1 128-16,0 1-128 0,-1 0 0 0,0 0 0 16,1 0 0-16,0-2 128 0,0 2-128 0,0 0 0 15,0 0 128-15,-1 0-128 0,1 0 0 0,0-1 0 16,0 0 176-16,0 1-176 0,0 0 160 0,0 0-160 16,-1-2 176-16,0 1-176 0,1-1 192 15,0 0-192-15,0 1 144 0,-1-1-144 0,1 1 0 0,0 0 144 0,-1-1-144 0,1-1 128 16,0 3-128-16,-1-2 128 0,1 0-128 15,0 1 0-15,0 1 0 0,-1-2 128 0,1 2-128 0,-1 0 0 16,1 0 0-16,-1 0 128 0,-1 0-128 16,1 0 0-16,1 0 0 0,-1 0 0 15,0 2 0-15,1-2 0 0,-2 0 144 0,2 0-144 0,0-2 144 16,0 2-144-16,0 0 192 0,1-2-192 0,-1 0 192 0,1-1-192 16,0 1 192-16,1-1-192 0,-2 1 176 15,1 0-176-15,0-1 160 0,0 1-160 0,0 1 160 0,0-1-160 16,0 1 160-16,0 1-160 0,0 0 160 15,-1 0-160-15,-1 0 160 0,0 0-160 0,1 1 128 0,0-1-128 16,1 0 0-16,-1 0 0 0,0 0 0 0,0 0 128 16,2 0-128-16,-1-1 0 0,1 0 0 0,-1-1 0 0,2-1 0 0,-1 1 0 15,2-3 128-15,0 3-128 0,-2-1 0 0,2-1 0 16,-1 1 128-16,1-1-128 0,0 1 0 16,-1 1 0-16,0 0 128 0,-1 1-128 15,1-1 0-15,-1 0 0 0,0 2 0 0,-1-2 128 0,0 1-128 0,0 1 0 16,-1 0 0-16,-2 0 0 15,1 0 0-15,0 0 0 0,-1 1 0 0,0-1 0 0,1 0 0 0,-1 2 0 16,0-2 0-16,0 0 0 0,0 0 0 16,0 2 0-16,0-2 0 0,0 0 0 0,0 0 0 0,0 2 0 15,0-2 0-15,1 0 0 0,0 1 0 16,0 1 0-16,0-2 0 0,-1 0 0 16,1 2 0-16,0-2 0 0,0 0 0 0,1 1 0 0,-1-1 0 0,-1 2 0 15,1-2 0-15,0 0 0 0,0 0 0 0,0 0 0 16,0 2 0-16,0-2 0 0,1 1 0 0,-1 0 0 0,1-1 0 15,0 0 0-15,-2 0 0 0,2 0 0 16,1 0 0-16,-1 0 0 0,0 0 0 0,0-1 0 16,0 1 0-16,1-1 0 0,0-1 0 0,-1 2 0 15,1-3 0-15,-1 1 0 0,1 2 0 0,0-3 0 16,0 1 0-16,0 2 0 0,-1 0 0 0,0 0 0 16,0 0 0-16,-1-2 0 0,1 2 0 0,0 0 0 15,0 0 0-15,-2 0 0 0,1 0 0 0,0 0 0 16,0 0 0-16,0 0 0 0,0 0 0 0,0 0 0 15,-1-2 0-15,1 1 0 0,-1 1 0 0,0-2 0 16,0 2 0-16,0 0 0 0,0-2 0 0,-1 2 0 0,0-1 0 16,0 1 0-16,-1 0 0 0,0-2 0 15,2 2 0-15,-2 0 0 0,1 0 0 0,0 0 0 0,-1 0 0 0,0 2 0 16,0-2 0-16,0 0 0 0,1 0-192 0,0 1 0 16,-1 1 16-16,1 0 0 15,0-2-832-15,-1 1-160 0,1 1-48 0,0 0-15616 0</inkml:trace>
  <inkml:trace contextRef="#ctx0" brushRef="#br2" timeOffset="-179925.21">8168 10295 6447 0,'1'-1'576'0,"0"-1"-576"16,0-1 0-16,-1 3 0 0,1-2 384 0,0 2-16 0,1-3-16 15,1-1 0-15,2-1 720 0,0-2 144 0,3 0 16 0,-2 0 16 16,2 0-416-16,1 2-96 0,1-3-16 0,0 0 0 15,1 2 64-15,1-1 16 0,1 0 0 0,-1 0 0 16,1 2 128-16,-2 1 32 0,-1 1 0 0,-2-1 0 0,-1 3-384 16,-2-1-64-16,0 2 0 15,-2 0-16-15,-2 0-128 0,-1 2-32 0,-1-1 0 0,-1 1 0 16,-1 1 48-16,-1 1 0 16,0-2 0-16,-3 3 0 0,2 0-208 0,-3-1-48 15,2 4 0-15,-2-4 0 0,1 4-128 0,-1-2 0 16,2 2 0-16,-2-1-176 0,3 0 48 0,-2-2 0 0,3 2 0 15,-1-2 0-15,1 0 128 0,3-1 0 0,0 1 0 0,0-3 0 16,0 1 0-16,1-3 0 0,2 0 0 0,-1 0 0 16,2-3 0-16,1 1 0 0,0-3 0 0,1 0 128 15,2-2 0-15,0 0 0 0,2-2 0 0,1-1 0 16,-1 0-416-16,1 1-80 0,1-2-16 0,1 1 0 16,0-1-112-16,0 0-16 15,-2 2-16-15,-2 2 0 0,0-3 528 0,0 3-128 0,-1 0 128 0,0 1 0 0,-2 0 128 0,-1 4 96 16,0-2 16-16,-1 3 0 15,-2 1 416-15,0 0 96 0,-1 3 16 0,-1-1 0 16,0 2-96-16,-2 2-16 0,0 1 0 0,-1 2 0 16,1 1-208-16,0-1-32 0,-1 3-16 0,0 2 0 0,2 0-160 15,-2 3-48-15,1-3 0 0,-1 2 0 0,3 1 32 0,-1-4 0 16,2-13 0-16,-2 23 0 0,2-23-224 0,0 0 176 16,0 0-176-16,0 0 160 0,0 0-160 0,0 0 0 15,0 0 144-15,0 0-144 0,0 0 128 0,30-7-128 16,-22-4 160-16,-1-2-160 15,1 0-304-15,-1 0-144 0,1-1-48 0,1-2 0 16,-1 3-944-16,0-1-192 0,0 0-32 0,-2 2-16 16,1 0 528-16,-1 1 96 0,1 1 32 0,-1 0 0 0,0 3 624 0,-1 0 128 0,-1 3 16 0,-2 1 16 15,1 3 752-15,-2 0 128 16,0 3 48-16,-2 1 0 0,1 3 240 0,-2 2 48 16,0 1 16-16,0 2 0 0,0 2-288 0,0 0-48 15,-2 3-16-15,0-2 0 0,1 1-192 0,2-4-32 0,-1 0-16 16,1-2 0-16,1-10-144 0,0 0-16 0,0 0-16 0,0 0 0 15,0 0-224-15,0 0 144 0,0 0-144 0,0 0 128 0,0 0-128 16,36-1 128-16,-30-6-128 0,1-3 128 16,-2 1-560-1,2 0-112-15,-1-1-32 0,0-2 0 16,0 3-464-16,0 0-112 0,1 0 0 0,-2 0-16 0,-1 3 640 0,0-1 128 0,-1 2 16 0,-1 0 16 16,0 0 368-16,-1 3 0 0,0 2 0 0,0 0 0 0,-1 0 224 0,-1 2 64 15,0 3 16-15,-1 0 0 0,0-1 208 0,-1 4 32 16,1-1 16-16,-2 2 0 15,1 1 16-15,-1-1 0 0,2 0 0 0,-2-1 0 0,2-1-64 0,-1 0 0 16,2-2 0-16,0 0 0 0,2-1-64 0,-1-2 0 16,1 1-16-16,1-3 0 0,0 0-240 0,1-3-32 15,0 1-16-15,2-2 0 16,2-2-144-16,-1 0 0 0,2-2 0 0,-1-1 128 0,2 0-752 0,0-3-144 16,2 0-48-16,0 1 0 0,-1 0-912 15,0 0-176-15,0 2-32 0,0 1-16 16,-4 3 624-16,1-2 128 0,-1 5 32 0,-1-3 0 0,-1 3 720 0,-2 1 128 15,0 1 48-15,-2 1 0 0,0 3 464 0,-2-3 80 0,0 3 32 0,0 1 0 16,-1 0 624-16,-1-1 128 0,0 1 32 0,1 0 0 16,-1 0-48-16,-1 2 0 0,2-1 0 0,-2 2 0 15,2-1-16-15,0 0-16 16,0 0 0-16,1-1 0 0,1-2-208 0,0 1-32 0,1-2-16 0,0-2 0 16,2 1-384-16,-1-1-80 0,2-1-16 0,-2 0 0 15,2-1-272-15,0-1 160 0,2 0-160 16,0-3 128-16,1 0-128 0,-1-1 0 0,3 0 0 15,-2-1-176-15,2-2-272 0,0 0-64 16,-1 1-16-16,2 0 0 16,-1-1-64-16,0 0-16 0,0 2 0 0,-2 0 0 0,2 0 16 15,-2 0 0-15,0 4 0 0,-1-1 0 0,0 1 336 0,-1 3 64 0,-1-2 0 0,-1 2 16 16,-1 0 176-16,0 2 0 0,0 1 0 0,-1-1 128 16,-1 2 128-16,0 0 16 0,0 2 16 0,0-1 0 15,1-2-48-15,-1 1-16 0,0 1 0 0,0 2 0 16,0-3-96-16,0 1-128 0,1 0 176 0,-1 0-176 15,1 0 416-15,0-1-32 0,0 1 0 0,0-2 0 16,1 1 240-16,-1 1 32 0,1-3 16 0,1 1 0 16,0-1-112-16,0-2-32 0,1 0 0 0,0 0 0 0,1-1-336 0,-1-2-64 15,2 0 0-15,0-2-128 0,1 1 0 16,0-4 0-16,1 4 0 0,0-4 0 16,0-1-576-16,0 0-80 0,3-1-16 0,-1 0 0 15,0-1-608-15,0 2-112 0,-1 1-16 0,-1 1-16 16,2 0 592-16,-3 2 112 0,2 0 16 0,-3 2 16 15,1 2 512-15,-2 1 176 0,-1 1 0 0,-1 2-144 0,0 0 432 0,-1 2 96 16,-1-1 0-16,-1 1 16 0,0 2 432 0,0 0 96 16,-1 0 16-16,0 1 0 0,-1-2-160 0,1 2-16 0,-1 1-16 15,-1 0 0-15,1-1-48 0,0 1-16 0,0-2 0 0,1 1 0 16,-1-2-128-16,2 0-32 0,1-2 0 0,1-1 0 16,2-1-240-16,0-2-48 0,1-3-16 0,0 0 0 15,2-3-224-15,0 1 0 0,1-2 0 0,0 0 0 16,2-3-176-1,1-2-80-15,1 1 0 0,0-3-16 0,1 1-784 16,0 2-160-16,-1-1-16 0,0 0-16 0,0 3 352 0,-1-2 80 0,-2 2 16 16,0 3 0-16,-1-1 560 0,-2 3 240 0,-1 3-192 0,-1 1 192 15,-1 1 0-15,-1 2 0 0,0 2 0 0,-2 0 0 0,-1 2 192 0,0 0 48 16,0 3 16-16,-1-1 0 16,0 0 112-16,0 1 16 0,0 2 16 0,0-4 0 0,1 0-80 15,0 0 0-15,0-1-16 0,1 0 0 0,1-2 64 0,0 0 16 16,0-1 0-16,2-2 0 0,1-2-192 0,0 0-48 15,1-2 0-15,1 0 0 0,-1-2-144 16,2 0 0-16,-1 0 0 0,2-3 0 0,0 0 0 16,2-3-224-16,0 0 32 0,-1 1 0 15,1 0-352-15,-1-1-64 0,-1 1-16 0,1 2 0 16,-1-1 32-16,0 2 0 0,-2 0 0 0,1 2 0 0,-1 0 240 0,0 1 48 16,0 0 16-16,-3 3 0 0,1-2 288 0,-1 2-160 15,0 0 160-15,0 0-128 0,-1 2 128 0,0-2 0 0,1 0 128 0,-2 1-128 16,0 1 384-16,1 0 0 0,-1 1 0 0,0-1 0 15,0 0 144-15,0 1 48 0,0 2 0 0,0-3 0 16,0 2-128-16,-1 1-32 0,1 0 0 0,0 2 0 16,0-2-32-16,0 2 0 15,0-2 0-15,0 0 0 0,0 0-160 0,0-1-32 0,1 0-16 0,0-1 0 16,1 0-176-16,0-3 192 0,1 0-192 0,1 0 192 16,-1-3-192-16,1 0 0 0,1-1 0 0,-1 0 128 15,3-2-128-15,-1-1 0 0,3 0-160 16,-1-2 160-1,1 0-1136-15,0 0-128 0,1-1-16 0,-2 2-16 0,1-1-576 16,1 1-112-16,-2 0-32 0,-1 2 0 0,1 2 736 0,-3-1 160 0,1 2 32 16,-2 3 0-16,-2 0 640 0,0 3 128 0,-1 0 16 0,-1 1 16 15,0-2 608-15,-1 3 112 0,-1 0 16 0,0 0 16 16,0 2 704-16,0 0 144 0,-1 2 32 0,0-1 0 16,1 1 0-16,-1-3 16 0,0 2 0 0,2-3 0 15,0 0-416-15,0 0-96 0,2-1-16 0,-1-2 0 16,2 1-528-16,1-3-112 0,0 0-32 0,1-3 0 15,1 0-160-15,1-2 160 0,2-1-160 0,-1-1 160 16,3-1-384-16,0-1-80 0,0 0-16 0,0-2 0 16,0 2-640-16,0-2-128 0,1 2-16 0,-3 0-16 15,0 1 320-15,0 2 64 0,-2 0 16 0,0 2 0 0,-1-1 448 0,0 2 80 16,-1 1 32-16,-1 2 0 0,-1 0 160 0,-1 0 0 16,1 0 0-16,-1 2 0 0,0 1 240 15,0-1 80-15,0 1 0 0,-1 1 16 0,0-1 448 0,0 2 96 16,0 1 16-16,0-1 0 0,-1 2-96 0,0 1-16 15,0 1 0-15,-1-2 0 0,1 1 64 0,1-1 16 16,0 2 0-16,0-2 0 0,1-1-384 0,-1 0-80 16,1 1-16-16,0-3 0 0,1-1-192 0,0-1-32 15,1 1-16-15,0-3 0 0,1-3-144 0,1 1 0 0,-1-1 144 0,2-1-144 16,0-3 0-16,2-2 0 16,1 0 0-16,0-2 0 15,1 0-704-15,1-1-144 0,0 0-48 0,0 0 0 16,0 0-1072-16,0-2-208 0,0 2-64 0,1 0 0 15,-1 1 624-15,1 1 112 0,-2 2 32 0,-2 2 0 0,0 1 848 0,-3 2 176 0,0 3 48 0,-2 1 0 16,-3-1 400-16,0 0 144 0,0 0 0 0,0 0 0 16,-1 40 832-16,-3-29 176 0,0 4 16 0,0-3 16 15,-1 2 224-15,0-2 64 0,0 2 0 0,0-2 0 16,1-3-112-16,2-1-16 0,1-2 0 0,1-1 0 16,1-1-432-16,0-3-80 0,3-1-32 0,0-2 0 0,1-1-624 0,0-2-176 15,2-1 0-15,1-2 0 0,1-1-224 0,0-1-112 16,1 1-32-16,-1-3 0 15,2-1-752-15,0 0-160 16,1 0-16-16,-1 0-16 0,-1 1-32 0,-2 0 0 0,1 0 0 0,-1 3 0 16,-1 2 800-16,0-1 160 0,-2 2 16 0,1 3 16 15,-2-1 352-15,0 4 0 0,-1 2 160 0,-1 0-160 0,-1 1 944 0,0 0 80 16,-1 1 0-16,-2 3 16 0,2-7 16 0,-4 14 0 16,4-14 0-16,-5 19 0 0,5-19-544 0,-5 21-96 15,5-21-32-15,-6 22 0 0,6-22 32 0,0 0 0 16,0 0 0-16,-2 28 0 0,2-28-32 15,0 0 0-15,0 0 0 0,0 0 0 0,0 0-160 0,0 0-32 0,0 0-16 0,0 0 0 16,0 0-176-16,0 0 0 0,35 16 144 0,-31-18-144 16,2 0 0-16,0 0 0 15,0-1 0-15,0-2 0 0,0 1-192 0,1-1-48 0,0 0-16 0,1-1 0 16,2-1-704-16,-1-1-160 0,-1 1-32 0,2-1 0 16,-2 0-320-16,1 0-64 0,-1-2 0 0,1 1-16 15,-2 2 656-15,1 0 144 16,-1 1 32-16,0 0 0 0,-1 1 496 0,0 3 224 0,-1-2-192 0,-1 3 192 15,0 1 0-15,-2 0 256 0,1 0 0 16,-1 3-16-16,-1 1 608 0,0 1 128 0,-1 1 32 0,-1 0 0 16,1-6 80-16,0 0 32 0,0 0 0 0,-4 31 0 15,3-24-576-15,1 0-112 0,0-7-32 0,0 0 0 16,0 0-160-16,0 0-48 0,0 0 0 0,0 0 0 16,0 0-64-16,0 0-128 0,0 0 176 0,0 0-176 0,36 13 192 0,-30-17-192 15,1-1 192-15,0 1-192 0,0-3 128 0,2 2-128 16,-1-5 0-16,0 2 0 0,1 0 0 0,-1-2-176 15,0 1 0-15,1 0 0 16,-2 1-400-16,2-1-64 16,-2-1-32-16,1 2 0 0,0 0 96 0,-2 2 32 0,1 0 0 15,-1 0 0-15,1 1 32 0,-2 0 16 0,2 2 0 0,-3 1 0 16,2 2 272-16,-1-2 48 0,-1 4 16 0,0 0 0 0,0-2 160 0,-2 3 0 0,-2-3 0 16,0 0 128-1,0 0 448-15,0 0 80 0,0 0 32 0,13 39 0 16,-13-39 64-16,0 0 16 0,0 0 0 0,0 0 0 0,10 41-96 0,-10-41-16 15,0 0 0-15,0 0 0 0,0 0-400 0,0 0-64 0,0 0-32 16,0 0 0-16,0 0-160 0,35 14 0 0,-30-19 0 0,0 1 128 0,1-1-128 16,0-1 0-16,1-2 0 0,0-2 128 15,0 2-128-15,1-3-272 16,1-1 64-16,1 1 16 16,1-1-512-16,-2 2-112 0,-1 1-16 0,1-1 0 15,0 1 16-15,-1 0 0 0,2 0 0 0,-2 1 0 0,-1 3 544 0,0 1 96 16,-2 3 32-16,-1-1 0 0,-1 2 144 0,-1 2 0 15,0 1 160-15,-2 1-160 0,0-4 720 0,0 0 48 16,0 0 16-16,0 0 0 0,-1 38 48 0,1-38 16 0,0 0 0 0,0 0 0 16,1 37-336-16,-1-37-80 0,0 0-16 0,0 0 0 15,0 0-240-15,0 0-48 0,0 0-128 0,22 35 192 16,-22-35-192-16,0 0 0 0,14-3 0 0,-10 0 0 16,1-1 128-16,0-1-128 0,0 0 0 0,0-2 144 15,1 0-144-15,0 0 0 0,0-2 0 0,1-1-176 31,-2 3-208-31,1-2-64 0,0 1 0 0,1-1 0 0,-1 0-128 0,0 1-16 0,0 1-16 16,-1-1 0-16,1 0 224 0,-2 1 32 0,0 0 16 0,0 2 0 16,-1 0 336-16,-1 2-144 0,0 0 144 0,1 2 0 0,-1-1 0 0,-1 4 0 15,1-2 0-15,-1 2 0 0,-1 1 192 0,0 4 80 16,0-2 32-16,0-5 0 16,0 0 400-16,-1 30 96 0,1-30 16 0,0 0 0 0,1 31-288 0,-1-31-48 15,0 0-16-15,0 0 0 0,7 38-224 0,-7-38-48 16,0 0-16-16,0 0 0 0,0 0-176 0,0 0 0 15,0 0 0-15,0 0 0 0,34 24 0 0,-28-29 0 16,-1 0 0-16,2-1 0 0,-1-2 0 0,2-2 0 0,0 1 0 0,2-3-176 31,1-2-288-31,1-2-64 0,0 1-16 0,0 1 0 16,1-2-256-16,0 1-48 0,-1-2-16 0,0 3 0 16,-1 0 352-16,-1 0 64 0,-1 2 0 0,0 0 16 0,-2 2 432 0,-1 4-128 0,-2-1 128 0,0 6 0 15,1-1 0-15,-3 4 0 0,-2-2 144 0,0 0-144 16,0 0 672-16,0 0 32 0,1 34 0 15,-1-34 0-15,0 0 64 0,-3 33 0 0,3-33 16 16,0 0 0-16,1 33-336 0,-1-33-64 0,0 0 0 0,0 0-16 16,0 0-224-16,0 0-144 0,0 0 192 0,0 0-192 15,33 28 0-15,-27-30 0 0,-1 0 0 0,2-3 0 16,-1 0 0-16,2-2 0 0,-1 0 0 0,0-2 0 16,3-1 0-16,-2 1 0 0,0-3-160 0,2 0 160 15,0 0-512-15,1-4 0 0,-1 1 16 0,1-1 0 16,0 0 128-16,-1 1 32 0,1-1 0 0,-1 1 0 0,0-2 176 15,0 2 160-15,1 0-208 0,-2 0 80 0,0 1 128 16,0 5 0-16,-1 1 0 0,-2 2 0 0,1 3 0 0,-1 3 0 16,-6 0 0-16,0 0 0 0,0 0 240 15,0 0 16-15,0 0 16 0,21 47 0 0,-21-47 160 0,0 0 16 16,3 44 16-16,-3-44 0 0,0 0-112 16,5 42-32-16,-5-42 0 0,0 0 0 0,0 0-144 0,17 40-48 15,-17-40 0-15,0 0 0 0,0 0-128 0,0 0 0 16,0 0 0-16,0 0 0 0,33 2 0 0,-27-9 0 0,0-1 0 0,1-3 0 15,0-1 0-15,2 0 0 16,0-2-176-16,-1 0 176 0,0 2-448 16,0-2 0-16,0 0 0 0,1 0 0 0,-1-2-112 0,-1 1-16 0,2-2-16 15,-2 1 0-15,1-1 320 0,-2 0 64 0,1 1 16 0,-2 2 0 16,0-1 192-16,-1 4 0 16,1 1 0-16,0 0 0 0,-3 4 0 0,1 0 0 0,0 4 128 0,-1 2-128 15,0 2 256-15,0 2-16 0,-2 1 0 16,0-5 0-16,0 0 208 0,0 0 64 0,0 39 0 0,0-39 0 15,0 0-160-15,3 38-32 0,-3-38 0 0,0 0 0 16,0 0-176-16,8 40-144 16,-8-40 192-16,0 0-192 0,0 0 0 0,0 0 0 15,0 0 0-15,0 0 0 0,16 36 0 0,-13-36 0 0,0 0 0 0,0-4 0 16,0 1 128-16,1-2-128 0,2-2 0 0,-1 1 0 16,2-3 0-16,-1 0 0 0,1 0 0 0,0-1 0 15,1-1-384-15,-2 1 32 0,1-1 0 0,-1 1 0 31,0-1-272-31,-1-1-48 0,0-1-16 0,-1-1 0 0,1-2 128 16,-1-2 32-16,-1-2 0 0,-2-2 0 0,1-2 384 0,-1-2 144 0,-1 0 0 0,1 2-144 16,1 3 144-16,0 0 176 0,0 4-48 0,1 3 0 15,-1 2 416-15,1 3 80 0,0 4 16 0,0 3 0 16,-1 4-112-16,-2-2-16 0,0 0 0 0,0 0 0 0,0 0-160 0,9 54-32 16,-9-54-16-16,3 45 0 0,-3-45-112 0,3 53-32 15,-3-53 0-15,5 51 0 0,-5-51-160 0,5 41 0 16,-5-41 0-16,0 0 0 0,0 0 0 0,15 43 128 15,-15-43-128-15,0 0 0 0,0 0 0 0,0 0 0 16,28 4 0-16,-20-8 0 0,-2-4 0 0,1-1 128 16,1-2-128-16,-1-2 0 0,2-1 0 0,-2 0 0 15,0-1 0-15,-2-1 0 0,2-2 0 16,-2-2 0-16,0 2 0 0,-1-2 0 0,0 1-176 0,-1-1 48 16,1-2 0-16,-2-2 0 0,2 0 128 0,0-2 0 0,0 2 0 0,-1 3-128 15,1 3 128-15,-1 5 0 0,1 4 0 0,-2 4 0 16,1 2 0-16,-1 3 0 0,0 1 0 0,0 3 0 15,-2-4 0-15,0 0 0 0,0 0 128 0,2 43-128 16,-2-43 192-16,0 0-16 0,2 45-16 0,-2-45 0 16,0 0-160-16,5 44 0 0,-5-44 0 15,0 0 0-15,0 0 0 0,11 44 0 16,-11-44 0-16,0 0 0 0,0 0 0 0,0 0 0 0,0 0 128 16,0 0-128-16,0 0 0 0,0 0 0 0,26 2 0 15,-22-9 0-15,1-5 0 0,1 0 0 0,0-2 0 0,2 0 0 16,-1 0 0-16,0-3 0 0,0 0 0 0,0-1 0 0,2-4-368 15,-3 1 48-15,1-2 16 0,-1-3 0 0,0-3 112 16,-1 0 32-16,1 1 0 0,-1 4 0 16,-1 7 160-16,0 1-128 0,0 1 128 0,-1 6-128 15,1 2 128-15,0 2 0 0,-1 3 0 0,-1 4 128 0,0 1 96 16,-2-3 32-16,0 0 0 0,0 0 0 0,0 0 0 0,9 49 16 16,-9-49 0-16,0 0 0 0,8 51-272 15,-8-51 160-15,0 0-160 0,10 47 128 0,-10-47-128 0,0 0 0 16,0 0 0-16,11 42 0 15,-11-42 0-15,0 0 0 0,0 0 0 0,0 0 0 0,0 0 0 16,0 0 0-16,0 0 0 0,0 0 0 0,23-5 0 0,-18-4 0 0,1-2 0 0,-1-1 0 16,2-2 0-16,-1 1 0 0,1-3 0 0,-1-1 0 15,2-1 0-15,-2 0-144 0,1 0 144 0,-2 1-160 16,1-2 16-16,-1-3 0 0,1-4 0 0,0 1 0 16,0 0-16-16,-1 3 0 0,0 4 0 0,1 2 0 15,-2 4 160-15,1 0 0 0,0 5-144 0,-3 2 144 16,1 3 0-16,0 2 0 0,0 0 0 0,-1 2 0 15,1 5 0-15,0-3 0 0,-3-4 128 16,0 0-128-16,0 0 240 0,0 0-48 0,13 49 0 0,-13-49 0 16,0 0-192-16,0 0 0 0,7 41 128 0,-7-41-128 0,0 0 0 0,0 0 0 15,0 0 0-15,4 37 0 0,-3-33 0 0,1-1 0 16,0-3 0 0,0-2 0-16,0 1 0 0,1-3 0 0,2-1 0 15,-1-1 0-15,3-2 0 0,-1-1 0 0,2-1 0 0,0-2 0 0,2-2 0 16,-2 0 0-16,2-1-192 0,-1-2 192 15,1-1-384-15,-1-4 48 0,-1-2 0 0,0-2 0 0,-1-2 80 16,0 2 32-16,-1 2 0 0,0 0 0 16,-2 3 224-16,1 0 0 0,0 4 0 0,-1 4-144 15,-1 5 144-15,0 1 0 0,-1 5 0 0,-1 1 0 0,-1 4 208 0,0 0 32 16,-1 1 0-16,0 3 0 0,0-1 128 16,1-6 16-16,0 0 16 0,0 0 0 0,-1 41-240 0,1-41-160 15,0 0 192-15,0 0-192 16,0 0 0-16,9 43 0 0,-9-43 0 0,0 0 0 0,0 0 0 15,0 0 0-15,0 0 0 0,0 0 0 0,0 0 0 16,0 0 0-16,35 21 0 0,-31-21 0 0,2-2 0 16,-2 0 0-16,1-2 0 0,0-1 0 0,1 2 0 0,-1-4 0 0,0 2 0 0,1-1 0 15,-1 0-272-15,0-1-16 16,1-2 0-16,0-1 0 0,0-3-96 0,2-2 0 0,-2-1-16 16,2-1 0-16,-2 0 80 0,0-5 32 15,-1 2 0-15,0-2 0 0,0-2 144 0,-2 0 144 0,3 1-208 0,-2 2 80 16,0 1 128-16,0 6 0 15,0 3 0-15,0 4 0 0,0 4 0 0,-1 1 0 16,0 4 0-16,-1 1 0 0,-2-3 192 0,0 0 0 16,0 0 16-16,13 42 0 0,-13-42 112 0,0 0 0 15,12 52 16-15,-12-52 0 0,0 0-208 0,17 48-128 16,-17-48 128-16,0 0-128 0,0 0 0 0,23 44 0 16,-23-44 0-16,0 0 128 0,0 0-128 0,0 0 0 0,0 0 0 15,35 29 128-15,-31-28-128 0,1-2 0 0,0-1 0 16,-1-1 0-16,0-1 0 0,0-1 128 0,-1 0-128 15,2-2 0-15,-1 0 0 0,-1-2 0 0,1 1 0 0,0-3 0 16,0 1 0-16,0-4 0 0,1 0-128 0,-1-3 128 16,2-2-240-16,-1-3 48 0,-1 1 0 0,2 0 0 15,0-1 192-15,0 1 0 0,0 4-160 0,-1 1 160 16,0 4 0-16,-1 3-144 0,1 4 144 0,-2 0 0 16,0 3 0-16,-2 4 0 0,0 1 0 0,-1-3 0 15,0 0 0-15,0 0 224 0,-2 42-32 0,2-42-16 0,-2 31 16 16,2-31 0-16,0 0 0 0,-2 44 0 15,2-44-192-15,0 0 0 0,0 0 0 0,3 41 0 16,-3-41 0-16,0 0 0 0,0 0 0 0,0 0 0 0,0 0 0 0,0 0 0 16,0 0 128-16,20 0-128 0,-14-4 0 0,0-4 0 15,0-1 0-15,-1 0 0 0,1-2 0 0,-2 0 0 16,2 2 0-16,-2 0 0 0,0 0 0 0,0-1 0 16,0 0-192-16,-1-2 192 0,-1 3-416 0,0-3 32 0,0 0 16 15,-1 0 0-15,0-2 144 0,-1 0 32 0,-1-1 0 0,1-2 0 16,-1 1 192-16,1 0 0 0,-1 1 0 0,2-1-144 15,0 1 144-15,1 3 0 0,1 0 0 0,-1 4 0 16,2 2 144-16,-1 0 64 0,1 3 16 0,-1 3 0 16,0 0 96-16,-1 3 0 15,1 1 16-15,-3-4 0 0,0 0-80 0,0 0 0 0,0 0-16 0,0 0 0 16,11 51-240-16,-11-51 176 0,0 0-176 0,0 0 160 16,4 42-160-16,-4-42 0 0,0 0 0 15,0 0 0-15,0 0 128 0,0 0-128 0,0 0 0 0,16 42 128 16,-12-39-128-16,-1-3 0 0,0 2 0 0,0-4 128 0,0 2-128 0,0-3 0 15,-1 1 0-15,-1 0 0 0,0-1 0 0,1 1 0 16,-1-3 0-16,0 0 0 16,-1 1 0-16,1-3 0 0,-2 2 0 0,0-3-12032 15,-1 0-2416-15</inkml:trace>
  <inkml:trace contextRef="#ctx0" brushRef="#br2" timeOffset="-172182.11">13183 7842 2751 0,'-2'-1'256'0,"1"0"-256"0,0 1 0 15,1-2 0-15,0 2 656 0,0-2 96 0,1 1 16 0,1 1 0 16,0-2 848-16,2-1 176 0,0 1 48 0,2 0 0 16,0-1-304-16,-1 1-48 0,2-1-16 0,-2 1 0 15,2 2-656-15,-2-1-144 0,2 1-32 0,-3 1 0 16,2-1-272-16,-1 2-64 0,0-1-16 0,-1 1 0 15,0 0-96-15,-2-2 0 0,1 3-16 0,-2-2 0 16,1 0-176-16,-2 1 128 0,0 1-128 0,-1-1 128 16,0-1-128-16,-1 1 0 0,0 1 0 0,-1 0 0 15,0 0 192-15,-2 2-32 0,0-1-16 0,-2 2 0 16,1 0 32-16,-2 2 0 0,0 1 0 0,-1-2 0 16,-1 3-48-16,1 0-128 0,0 1 192 0,1-2-64 15,1 1 0-15,1-1 0 0,3-1 0 0,0-1 0 0,2-2 48 16,0 0 0-16,3-1 0 0,0-2 0 0,1 0-176 0,0-2 128 15,2 0-128-15,0-2 128 16,2 0-128-16,-1-2 0 0,2 0 0 0,-1 0 0 0,0 2 0 16,-1-3 0-16,1 2-192 0,-1-1 192 0,-1 1-176 0,0 1 176 15,-1-1-128-15,0 1 128 0,-1 0 0 0,-1 2 0 16,0 0 0-16,0 0 0 0,0 0 0 0,-1 2 0 16,0 0 0-16,-1 1 0 0,-1 0 0 0,0 1 128 15,0 1-128-15,-1 0 128 0,-1 1-128 0,1 0 144 0,-2 0-144 16,-1 2 160-16,1 1-32 0,-1-2-128 0,-1 3 192 0,1-1-64 15,1-2 80-15,0 3 16 0,3-3 0 0,-1 0 0 16,2 0 96-16,1-4 0 0,1 0 16 16,3-2 0-16,3-1-128 0,1-2-16 0,2 0-16 0,2-5 0 15,3 2-176-15,-1-3 128 0,3-1-128 0,-1 2 128 16,-1-2-400-16,-2 4-96 0,1 0-16 0,-3 0 0 16,-1 3-144-16,0 0-48 0,-2 0 0 15,-2 2 0-15,-2 4 368 0,-1-2 64 0,-3 5 16 16,-2 0 0-16,-2 3 0 0,-3 3 0 0,-1 0 0 0,-3 1 0 15,-1 0 304-15,-1 1 64 0,-2 1 16 0,-1-1 0 0,2-1 256 0,-1 0 48 16,1 0 16-16,1 0 0 0,2-3-96 0,2 0-16 16,3-4 0-16,2-1 0 15,3-2-304-15,2-2-160 0,2 0 160 0,3-4-160 16,2 0 0-16,3-3 0 0,4-2-208 0,2 0 64 16,-1-3-272-1,1 0-48-15,-2-1-16 0,0 4 0 0,-2-1 128 0,-1 1 32 0,0 0 0 0,-3 3 0 0,0 1 320 0,-4 0 0 16,0 1 0-16,-3 4 0 15,-2-1 0-15,-1 4 160 0,-2-1-32 0,-1 1-128 0,-1 2 704 16,-2 1 48-16,-2 1 0 0,0 2 0 0,-2-1 736 0,-1 0 160 16,0 1 16-16,1 1 16 15,2-3-1856-15,-2 1-368 0,2 0-80 0,0 0-16 0,1-1 640 0,2-1 208 0,2-2 0 0,1-1 0 16,2-1 0-16,1-2 0 16,2 1 0-16,1-3 0 0,1 0-208 0,1-2 0 15,0 1 0-15,1-2 0 0,0 2-128 0,1-3 128 0,2 1-192 0,-2 0 192 16,0-1-192-16,1 2 192 0,-2 1-192 0,0-1 192 15,-1 0 0-15,-1 2-128 16,-1 0 128-16,-2 2 0 0,0 0 0 0,-2 1 0 16,-1 1 0-16,0 1 0 0,-2 0 0 0,1 2 0 0,-2-1 0 0,-1 2 0 15,0 0 0-15,-1 2 0 0,1 1 0 0,0-2 0 16,0 0 128-16,1 1-128 0,0 2 176 16,0-4-176-16,2 1 128 0,1 0-128 0,1 1 0 0,0-10 0 15,0 0 0-15,0 0 0 0,0 0 0 0,0 0 0 16,0 0 0-16,0 0 0 0,0 0 0 0,0 0 0 15,33 24 0-15,-26-27 0 0,1 0-160 0,0-1 160 0,0-1-256 16,1 0 0-16,1-1 16 0,-1 0 0 16,1 0-144-1,0 0-48-15,0 2 0 0,-2-1 0 0,0 3 176 0,-3-1 48 0,0 3 0 0,-1 0 0 0,-2 3 208 16,-1-1 0-16,-1 3 0 0,-1-1 0 16,0 2 0-16,-1 0 0 0,-1 2 0 0,-1-1 0 15,0 1 0-15,-1 0 0 0,0 2 128 0,0-1-128 0,-1 1 192 0,2-1 0 16,-2 0-16-16,2-1 0 0,1 1 80 0,0-2 32 15,1 1 0-15,2-4 0 0,1 2-96 0,2-1 0 16,0-2-16-16,2 0 0 16,1-1-176-16,3-2 0 0,1-2 0 0,1 0 0 0,2-1 0 0,0 1 0 15,1-3 0-15,1 2-176 0,0 0 48 16,-2 0 0-16,-1 1 0 0,-2 1 0 0,-1 1 128 16,0 3 0-16,-2-1 0 0,-1 0 0 0,-6-2 0 0,0 0 0 0,0 0 0 0,0 0 0 15,0 0 0-15,6 43 0 0,-9-34 0 16,0 2 0-16,0 0 272 0,-1 1 48 0,0-3 0 0,1 1 0 15,3-10-16-15,0 0 0 0,-7 33 0 16,7-33 0-16,0 0-176 0,0 0-128 0,0 0 144 0,0 0-144 16,16 40 0-16,-16-40 0 0,0 0 0 0,0 0 0 15,0 0 0-15,37 13 0 0,-28-12 0 16,1-1 0-16,-1 2 0 0,0-2 0 0,0 3 0 16,0-3-160-16,-1 3 160 0,-1-1-128 0,1 0 128 0,-3 3-128 15,-5-5 128-15,0 0 0 16,0 0 0-16,0 0 0 0,0 0 0 0,0 0 0 0,18 40 0 0,-18-40 0 15,0 0 144-15,0 0-144 0,-2 33 192 0,1-23-192 16,-1-3 448-16,1 2 0 0,-1 1-16 0,0-2 0 0,1 0-32 0,0 1 0 16,0 2 0-16,0-4 0 0,0 2-240 15,0-1-160-15,-1 0 192 0,2 1-192 16,-1-1 0-16,0-1 0 0,0 3 0 0,0-3 0 16,0 0 0-16,0 1 0 0,1-2 128 0,-1 2-128 15,1-2 0-15,1 2 0 0,0-3 0 0,0 0 0 16,1-1 0-16,0 0 0 0,0-1 0 0,1-2 0 15,1 1 0-15,0-2 0 0,0 2 0 0,0-4 0 16,1 2 0-16,1-3 0 0,0 1 0 0,0-1 0 0,0 1-192 0,-1 0 48 16,1-1 16-16,-1-2 0 0,1 3-160 0,-1 0-32 15,-2-1 0-15,1 1 0 0,0 2 112 0,-3 0 16 16,0 0 0-16,-1 2 0 0,-1-1 192 0,-1 3 0 16,-1 1 0-16,-2 0 0 0,1 1 0 0,-2 0 0 15,0 1 0-15,-1 2 0 0,1 1 0 0,-1 1 208 16,1-1-64-16,-1 1-16 0,3-2-128 0,-1 0 192 15,0 0-192-15,2-1 192 0,2-1-192 0,0-1 128 16,2-1-128-16,0 0 128 0,3-2-128 0,1-2 0 0,1-1 0 0,1-1 0 16,0 0 0-16,2-4 0 0,2 0 0 15,0 1 0-15,2-4-128 0,-2 2-64 0,0 1-16 0,-1 0 0 32,0 0-240-32,0 1-64 0,-3 3 0 0,0-1 0 0,-2 2 320 0,-1 2 48 0,-1 1 16 15,-2 0 0-15,-1 1 128 0,-1 3 0 0,0-1 0 16,-2 2 0-16,0 0 0 0,-1 1 176 0,2 1-176 0,-3-1 192 15,1 0 0-15,2 1 0 0,-2-1 0 0,0-1 0 16,1 1-64-16,1 1 0 0,1-3 0 0,-1 1 0 16,2-2 96-16,-1 1 16 0,2-3 0 0,1 0 0 15,0 1-48-15,1-2 0 0,2 0 0 0,1-1 0 16,2-2-192-16,0 0 128 0,1-2-128 0,2-1 0 0,0-1 0 0,0 2-128 16,1-1-16-16,-1 0 0 15,0-1-224-15,-2 2-32 0,1-1-16 0,-2 1 0 16,-1 2 208-16,-2 0 32 0,1 2 16 0,-2 1 0 0,-1-1 160 0,-1 0 0 15,0 3 0-15,-2 1 0 16,-1 0 0-16,0 1 0 0,-1 0 0 0,-1 0 0 0,1 1 144 16,-2 1 16-16,-1 2 0 0,1-1 0 0,1 0 80 15,-1-1 16-15,0 0 0 0,4-9 0 0,0 0-112 0,0 0-16 16,-4 34 0-16,4-34 0 0,0 0-128 0,0 0 0 0,0 0 0 0,0 0 128 16,0 0-128-16,0 0 0 15,0 0 0-15,38 27 128 0,-30-28-128 0,1-1 128 0,2-1-128 0,0-1 128 16,-1 1-128-16,-1 1 0 15,2-1 0-15,-1-2 0 0,-1 3-176 0,-2 1-16 0,1 0 0 0,-2 1 0 16,-1 0 192-16,-1 2-160 0,-2 0 160 16,0 1-160-16,-1 2 160 0,-2-1 0 0,0 1 0 0,0 2 0 15,-1 0 0-15,-1 0 0 0,-1 3 0 0,1-3-128 16,0 2 128-16,0 1 0 0,0 0 160 0,0-3-160 16,1 2 256-16,0-1-64 0,1-1 0 0,1 0 0 15,0-7 16-15,0 0 0 0,0 0 0 0,0 0 0 16,0 0-208-16,0 0 176 0,0 0-176 0,0 0 160 15,38 14-160-15,-30-17 0 0,2-2 0 16,-1 2 0-16,2-2-224 0,-2 1-32 0,0 2 0 0,0 0 0 16,-1 0-192-1,-1 2-32-15,0 0-16 0,-1 0 0 0,1 2 272 0,-3 0 48 0,-1 3 16 0,0-2 0 16,-3-3 160-16,0 0 0 0,0 0 0 0,0 0 0 0,1 35 0 0,-2-28 0 16,-1 3 0-16,-1-3 0 0,2 1 0 0,-2 0 176 15,0-1-48-15,0 1 0 0,-1 1 144 16,2-2 32-16,0 0 0 0,-1-2 0 0,2 2-80 15,0-2-16-15,2 0 0 0,-1 0 0 0,2-1-80 16,0 1-128-16,1-2 176 0,0 1-176 0,0 0 0 16,1 0 0-16,-1 0 0 0,0-2 0 0,0 1 128 15,1 1-128-15,-1 1 0 0,0-2 0 16,0 1 0-16,1 1 0 0,-1-3 0 0,1 1 0 0,1-1 0 0,-1 0 0 16,2-1 0-16,1-1 0 0,0-1 0 0,0-1 0 15,1 0 0-15,0-1 0 0,0 1 0 16,0 0-272-16,0-1 16 0,0 1 16 15,-2 2-304-15,-1 0-64 0,0 0-16 0,-1 0 0 16,-1 2 160-16,0-1 16 0,-2 3 16 0,-1-2 0 0,0 3 432 0,-1 0-128 16,-1 2 128-16,-1 0 0 0,-1 0 0 0,0 0 0 15,-3 1 144-15,1 3-144 0,-3-1 464 0,1 1-16 16,0 1 0-16,0-2 0 0,2 2 0 0,0-3 0 0,2-2 0 16,2 0 0-16,2-7 0 0,0 0-16 0,0 0 0 0,0 0 0 15,0 0-256-15,30 5-48 0,-18-7-128 16,1-6 192-16,2 2-192 0,1-2 0 0,1 1 0 15,-3-1 0-15,2 0 0 0,-1 3-192 0,-1-2 192 0,-1 2-208 16,-1 3 208-16,-1-1 0 0,-2 2 0 0,-2 2-144 16,-7-1 144-16,0 0 0 0,0 0 0 0,0 0 0 15,0 0 0-15,0 0 0 0,2 42 0 0,-10-31 0 16,2-1 0-16,-3 3 0 0,0 0 160 0,-1 1-160 16,0 2 224-16,1-3-48 0,1 0-16 0,2-1 0 0,1-2 16 15,5-10 0-15,0 0 0 0,0 0 0 0,0 0-176 16,0 0 192-16,0 0-192 0,0 0 192 0,0 0-64 0,34 30 0 15,-24-31 0-15,-1-2 0 16,0 0 0-16,0-2-128 0,1 3 192 0,-1-2-64 0,-1 1-128 0,1 0 0 16,-3 1 0-16,0 2 0 0,-1 2 0 0,-2-2 0 15,-1 3 0-15,-1 2 0 0,-2-1 0 0,-1 1 0 16,-2 2 0-16,0 0 0 0,-3 1 0 0,2 1 0 16,-2-2 0-16,1 2 0 0,-2 2 0 15,0 0 128-15,0 1-128 0,1 0 0 0,1-3 160 0,2 0-160 16,0-1 192-16,3-4-192 0,1 1 144 0,2 0-144 15,2-4 0-15,0-1 144 0,2-1-144 0,1-1 0 0,2-1 0 0,0-2 0 16,0 1 0-16,2-3 0 0,1 2 128 0,0 0-128 16,-1 0 0-16,-1 1 0 15,0-1 0-15,-2 3 0 0,-1 1 0 0,-1 1 0 0,-2 0 0 0,0 1 0 16,-1 3 0-16,-3-1 0 0,0 1 0 0,-2 3 0 16,-1 0 0-16,-1 1 0 0,0 1 0 15,-1-2 0-15,-1 3 0 0,2-1 0 0,-2 0 0 16,2 0 0-16,0-1 0 0,2-1 0 0,1-2 128 15,2 0-128-15,-1-5 0 0,0 0 0 16,0 0 0-16,0 0 0 0,28 4 128 0,-18-6-128 0,2-2 128 16,0-1-128-16,1 0 160 0,0 0-160 0,-1 1 192 0,0 0-192 0,-1 1 128 15,-2 1-128-15,0 1 0 0,-2 1 0 16,-7 0 0-16,0 0 0 0,0 0 0 0,0 0 0 16,0 0 0-16,0 0 0 0,15 38 0 0,-15-38 0 0,-5 23 0 15,5-23 0-15,-7 27 0 0,7-27 0 0,-4 26 0 0,4-26 0 16,0 0 0-16,0 0 0 0,0 0 0 0,0 0 0 15,23 33 0-15,-13-37 0 0,2-2 128 0,2 0-128 0,1-4 0 0,0 0 0 16,-1-1 160-16,2-1-160 0,0 0 128 0,1 0-18496 16</inkml:trace>
  <inkml:trace contextRef="#ctx0" brushRef="#br2" timeOffset="-170344.11">14964 10289 3167 0,'-3'-2'0'0,"1"0"128"0,1 1-128 0,-1-1 176 0,1 2-176 0,1 0 0 0,0-2 0 0,-1-1 0 15,-2-2 704-15,0 1 96 0,-1-3 32 0,2 2 0 16,-2 0-656-16,0 0-176 0,1 2 0 0,0 0 0 31,0 2-640-31,-1-1-192 0,0-1-32 0,1 1-16 0,0 2 752 0,0-1 128 16,1 1 0-16,0-1 0 0,-1 1 0 0,1 1 0 0,0 0 0 0,0-1 0 16,0 2 0-16,0-1 0 0,1 1 0 0,-1 0 0 15,0-1 0-15,1 1 0 0,-1 0 0 0,0 0 0 16,1-1 0-16,1 1 0 0,-1 0 0 0,1-1 0 0,0-1 0 0,0 2 208 15,0-2-64-15,0 0 16 16,0-2 736-16,0 2 160 0,0 2 32 16,0-2 0-16,-1 0 256 0,1 0 48 0,0 0 16 0,0 0 0 15,-1 0-144-15,0 0-32 0,1 0 0 0,-1 2 0 16,0-2-752-16,0 0-160 0,0 1-16 0,0 0-16 0,0-1-288 0,0 2 0 16,0-2 0-16,0 1 0 0,0 1-224 0,1-1 0 15,-1 1 0-15,0 0 0 0,0-1-32 16,1 0 0-1,0 1 0-15,0-2 0 0,0 1 256 0,0 1 0 0,0-2-160 0,0 0 160 16,1 0 0-16,-1 0 240 0,1 2-48 0,-1-2 0 16,1 0 256-16,-1 0 64 0,1 0 0 0,-1 0 0 0,1 0-144 0,0 0-32 0,-1 1 0 0,0-1 0 15,0 2-208-15,-1-2-128 0,0 2 160 0,0-2-160 16,1 2 0-16,-2-1 0 16,0 3 0-16,0-3 0 0,1 3 0 0,-1-2 0 15,0 0 0-15,0 1 0 0,1-1 0 0,0-1 0 16,0 1 0-16,1 0 0 15,0 0 272-15,0-2 16 0,0 0 0 0,0 0 0 0,0 0 288 0,1-2 48 16,0 2 16-16,0-1 0 0,0 0-128 0,-1 1 0 16,1-2-16-16,0 1 0 0,-1 1-176 0,0 0-48 0,0-2 0 0,-1 2 0 0,1 0-272 0,-1 2 128 31,0-1-128-31,1 1 0 0,-1 0 128 0,0 0-128 16,-1-1 0-16,0 1 0 0,0 1 0 0,0 1 0 15,1-2 0-15,-1 0 0 0,2-2 176 0,-1 3-176 16,0-3 160-16,1 0-160 0,0 0 176 0,0 0-176 15,0 0 192-15,1 0-192 0,0-2 144 0,-1 1-144 16,2-1 0-16,0 1 144 0,0 0-144 0,0 1 0 16,0-2 0-16,0 2 0 0,-1-2 0 0,0 1 0 15,0 1 0-15,0 0 0 0,0 0-144 0,0 0 144 0,-1 1 0 0,0 1 0 16,0-2 0-16,0 2 0 0,1-2 0 0,-2 1 0 16,1 0 0-16,0 1 0 0,0-1 0 0,1 1-160 15,-1-2 160-15,1 0 0 0,0 0 0 16,2 0 128-16,-1-3-128 0,1 1 0 0,2 1 0 0,-1-2 0 31,3 0-768-31,1-2-192 0</inkml:trace>
  <inkml:trace contextRef="#ctx0" brushRef="#br2" timeOffset="-169205.88">14715 10240 3967 0,'-3'2'352'0,"2"-2"-352"0,0 0 0 0,0 0 0 16,1 0 0-16,0 0 0 0,-1 0 0 0,1-2 0 16,-1 2 880-16,0-1 192 0,0 1 32 15,0 0 16-15,1 0 320 0,-1-2 64 0,1 2 16 0,0 0 32 16,0 0 240-16,0 2 32 0,-1-2 16 0,1 0 32 15,-1 3-192-15,1-3-32 0,0 2-16 0,1-2 0 16,-1 2-96-16,1-1 0 0,0 1-16 0,1 0 32 16,0-2-336-16,1 1-80 0,0 1-16 0,1-2 0 15,1 0-320-15,-1 2-64 0,-4-2-16 0,0 0 48 16,0 0-208-16,0 0-48 0,32 7 0 0,-32-7 48 0,0 0-240 0,0 0-32 16,0 0-16-16,39 14 0 0,-39-14-272 0,0 0 0 15,0 0 128-15,0 0-128 0,35 17 0 0,-35-17 0 16,0 0 0-16,0 0 0 15,0 0 0-15,35 5-144 0,-35-5 144 0,0 0-18240 16</inkml:trace>
  <inkml:trace contextRef="#ctx0" brushRef="#br2" timeOffset="-165962">14828 8378 3679 0,'6'-6'320'0,"-2"2"-320"0,-1 0 0 16,0 0 0-16,-1 3 1456 0,0-1 208 0,-1-1 64 0,2 1 0 0,1-2 64 0,1-2 0 15,0 2 16-15,-1-3 0 0,-2 4-288 0,-1 1-64 16,0 0-16-16,-2-1 0 16,0 3-368-16,-1 0-80 0,0 0-16 0,0 0 0 0,-2 0-80 0,0 1-32 15,-1 1 0-15,-1-2 0 0,-1 2-176 0,0 0-48 16,-1 1 0-16,-3 2 0 0,-3 1-224 0,-3 3-48 15,-4 2-16-15,-3 1 0 16,-1 2-352-16,-2 2 128 0,-3 4-128 0,-3 3 0 0,-4 0-128 16,-3 4-112-16,-1 1-16 0,-4 1 0 0,-1-1 64 0,3-2 16 15,2-1 0-15,2 0 0 0,3-1 176 16,3-3 0-16,2 0-144 0,5-2 144 0,5-2 0 0,2-3 256 16,5-1-32-16,2-2-16 0,5-4-208 15,1-2-288-15,5-3 64 0,2-2 16 16,2-2-1360-16,3-1-272 0,1-4-48 0,3 0-9632 15</inkml:trace>
  <inkml:trace contextRef="#ctx0" brushRef="#br2" timeOffset="-165626.12">14342 8497 911 0,'1'-5'0'0,"0"0"0"15,0 3 0-15,-1 2 0 0,0-2 912 0,-1 1 112 0,1-2 0 0,-1-1 16 16,0-3 624-16,-2 3 112 0,-2 1 16 0,-1 3 16 16,-2 3 128-16,0 0 32 0,-2 3 0 0,-1 1 0 15,-1 1-256-15,-1 1-48 0,2 2-16 16,-1-1 0-16,1 2-528 0,-1 0-96 0,1 0-32 0,0 0 0 16,-1 0-272-16,2 0-48 0,0-1-16 0,0 3 0 15,0 1-336-15,0 1-80 0,-1 0-16 0,1 1 0 0,2 0-80 0,1-1-16 0,3 2 0 16,0-2 0-1,1 0 224-15,3-16 32 0,-1 29 16 0,1-29 0 16,0 0-80-16,0 0 0 0,13 41-16 0,-6-35 0 16,1-3-112-16,1-1 0 0,3-5-16 0,1-1 0 15,4-3 192-15,1-2 32 0,0-1 16 0,1-1 0 16,0-2-192-16,1 0-32 0,0 2-16 0,1-1 0 16,-2 0-176-16,0 1-272 0,-2 2 64 0,-1 3-10544 15,-3 2-2112-15</inkml:trace>
  <inkml:trace contextRef="#ctx0" brushRef="#br2" timeOffset="-165090.73">14786 8423 1839 0,'-5'-5'160'0,"2"1"-160"16,2 1 0-16,0 1 0 16,1-1 1296-16,0 1 240 0,0 1 32 0,0-2 16 15,1-2 512-15,0-4 96 0,1 1 32 0,1-2 0 16,2 2-304-16,-2-1-48 0,1 0-16 0,1 3 0 16,-2-2-400-16,1 4-96 0,0-1-16 0,-1 2 0 0,-2 1 0 15,2 2-16-15,-1 3 0 0,0 2 0 0,0 2-320 16,-2-7-64-16,0 0-16 0,2 42 0 0,-2-42-448 0,1 41-96 15,-1-41 0-15,3 42-16 0,-3-42-224 0,6 40-144 0,-6-40 192 16,0 0-192-16,12 49 0 0,-12-49 0 16,0 0 0-16,0 0 0 0,0 0 0 0,27 39 0 15,-21-37 0-15,1-1 0 0,0-2 144 0,2-1-144 0,-1 0 0 16,2-3 144-16,0-1 192 0,4-4 48 16,5-3 0-16,4-3 0 0,5-5-32 0,3-1 0 15,5-1 0-15,1-5 0 0,3 1-224 0,-2 1-128 16,-3 2 128-16,0 1-128 0,-1 1 0 0,-2 1-208 0,-3 2 16 0,-3 2 16 15,0 3-1968 1,-4 3-400-16</inkml:trace>
  <inkml:trace contextRef="#ctx0" brushRef="#br2" timeOffset="-164039.86">16147 7906 8287 0,'1'-2'736'0,"0"0"-592"0,-1 2-144 0,0 0 0 15,-1 0 1376-15,1 2 240 0,-1-2 48 0,0 0 16 0,0 1 288 0,-1 2 48 16,-2 3 16-16,-1 3 0 0,0 1-864 0,-2 4-160 16,0 3-48-16,-3 3 0 0,1 4-224 0,-3 2-48 15,0 3-16-15,-1-1 0 0,-1 2-32 16,-1-1-16-16,1 0 0 0,0-3 0 0,2-7-192 0,0 2-48 15,0 0 0-15,2-1 0 0,2-4-224 0,1-2-160 0,2-1 192 16,0-2-192-16,1 0-160 16,2-3-144-16,1-1-16 0,0-2-16 15,2 0-768-15,0-3-160 0,0 0-16 0,1-4-16 0,2 2-944 0,0-4-176 16</inkml:trace>
  <inkml:trace contextRef="#ctx0" brushRef="#br2" timeOffset="-163777.65">16057 8112 3679 0,'7'-23'160'0,"-3"6"32"0,1 1-192 0,-2 4 0 0,-1 3 0 16,-1 6 0-16,1-4 1856 0,2-5 320 0,1-5 64 16,0-4 0-16,2 0 288 0,-2-1 48 0,-1 8 16 0,0 1 0 15,-1 3-592-15,-2 5-112 0,1-2-32 0,0 4 0 16,0 1-544-16,0 0-112 0,0 0-32 0,0 2 0 16,-1 2-432-16,2 0-96 15,0 2 0-15,0 4-16 0,-3-8-80 0,0 0-16 0,0 0 0 0,18 59 0 16,-18-59-80-16,11 47-32 0,-11-47 0 0,12 58 0 15,-12-58-64-15,11 58-16 0,-11-58 0 0,11 50 0 0,-11-50-208 16,12 46-128-16,-12-46 160 0,0 0-160 16,12 52 0-16,-12-52 0 0,0 0 0 0,7 41 0 15,-7-41 0-15,0 0 0 0,0 0 0 0,0 0 0 16,10 39-560-16,-10-36-144 0,1-1-48 0,-2 0-15888 16</inkml:trace>
  <inkml:trace contextRef="#ctx0" brushRef="#br2" timeOffset="-163560.21">16034 8194 13823 0,'-5'2'608'0,"2"-2"128"0,1 2-592 0,0-2-144 16,2 0 0-16,0 0 0 0,0 0 1904 0,0 0 336 15,2 0 80-15,0-2 16 0,1 2-128 0,2 0-32 16,2 0 0-16,0 0 0 0,2-2-784 0,1 1-176 15,0 1-16-15,-1 0-16 0,1 1-544 0,1-1-128 16,0 2 0-16,1-4-16 16,0 2-944-16,-1 0-192 0,1-1-48 0,-1 1-14672 0</inkml:trace>
  <inkml:trace contextRef="#ctx0" brushRef="#br2" timeOffset="-163009.75">16527 8291 3679 0,'-2'4'320'0,"-1"-3"-320"16,1 1 0-16,1 0 0 15,0-2 448-15,0 0 32 0,0 0 0 0,0 1 0 0,0 0 1024 0,-1-1 208 0,0 2 32 0,-1-2 16 16,0 0-16-16,0-2 0 0,0 2 0 0,1-2 0 16,-1-3 160-16,0 0 16 15,1-2 16-15,1-1 0 0,-1-1 48 0,1 0 16 0,0-5 0 0,1 0 0 16,0-1-528-16,0-1-96 0,2-3-32 0,-1 0 0 15,1 0-560-15,1-1-112 0,1-2-32 16,1 3 0-16,0-3-384 0,2 3-64 0,-1-1-32 16,3 2 0-16,-1 1-160 0,1 1 160 0,1-1-160 0,1 1 160 15,0 2-160-15,0 1 0 0,0 2 0 0,0 1 0 16,1-1 0-16,0 1 0 0,-1 1 0 0,1 2 0 16,0-1 0-16,0 4 0 0,0-1 0 0,-2 0 0 15,-1 3 0-15,0 2 0 0,0 0 0 16,-3 1 0-16,-6-1 0 0,0 0 0 0,0 0 0 0,0 0 0 15,22 47 0-15,-22-47 0 0,4 40 128 0,-4-40-128 0,1 54 0 0,-1-54 0 16,-1 62 0-16,1-62 0 0,-1 61 0 0,1-61 0 16,-3 57 0-16,3-57 0 0,-3 46 0 0,3-46 0 15,-3 38 0 1,3-38 0-16,0 0 0 0,-3 40 0 0,3-40 0 0,0 0 0 16,0 0-528-16,0 0-96 0,0 0-16 0,0 0-10896 15,0 0-2192-15</inkml:trace>
  <inkml:trace contextRef="#ctx0" brushRef="#br2" timeOffset="-162676.34">16996 7883 8287 0,'3'-1'368'0,"-2"-1"80"0,1 0-448 0,-1 2 0 15,-1 0 0-15,0 0 0 0,0 0 2128 0,0 1 352 16,1 0 64-16,-1-1 16 0,1 3 0 0,-1 1 16 16,1 1 0-16,-1 0 0 0,1 2-1216 0,-1-7-240 0,0 0-48 0,0 0-16 15,4 42-496-15,-4-42-112 0,0 0 0 0,1 55-16 16,-1-55-176-16,0 44-16 0,0-44-16 0,-3 44 0 15,3-44-224-15,-5 38 144 0,5-38-144 0,-8 35 128 16,3-21-128-16,1-1 0 0,-1 0 0 0,0-3 0 31,1-2-448-31,0-1-112 0,0 2-16 0,0-5-8896 0,2 1-1792 0</inkml:trace>
  <inkml:trace contextRef="#ctx0" brushRef="#br2" timeOffset="-162148.72">17055 7842 7359 0,'-4'-4'656'0,"2"-1"-528"0,0 2-128 0,1 3 0 15,0 0 2000-15,0 0 368 0,0 0 80 0,-2 0 16 0,1 0 800 0,-1 1 144 16,0 1 48-16,2-2 0 0,1 2-1536 0,2-2-288 16,3 0-64-16,0 0-16 0,2-2-592 15,3-1-128-15,1 1-32 0,1-2 0 0,2-1-256 0,0 0-48 16,2 0-16-16,-1-2 0 0,1 3-208 0,-2-1-32 15,0 4-16-15,-1-1 0 0,1 4-224 0,-2-1 144 0,-3 3-144 0,0 1 128 16,-9-5-128-16,0 0 0 0,0 0 0 0,0 0 0 16,18 42 0-16,-18-42 0 0,0 0 0 0,-8 32 0 15,2-21-128-15,0-3 128 16,-3 2-160-16,-1-1 160 0,-1 0-224 0,-1-2 48 16,-1 1 16-16,-1 0 0 0,0-2 160 0,0 0 0 0,0-1-144 0,-1 0 144 15,2-3 0-15,0 1 0 16,1 0-144-16,2-1 144 0,2 1 0 0,0-2 0 0,3 1 0 15,-1 1 0-15,3-1 0 0,0-1 0 0,3 1 0 0,1 0 0 16,1 0 0-16,2-2 0 0,2 1 0 0,2-1 0 0,0 0 0 0,2-1 0 16,2 1 0-16,2-2 0 15,1 2 240-15,0-2-48 0,2 0-16 0,0 1 0 0,-2 1-176 16,0 0 192-16,0 1-192 0,1 2 192 0,-1 0-192 16,-15-3 0-16,0 0 144 0,35 24-144 0,-35-24 0 0,0 0 0 15,0 0 0-15,18 57 128 0,-18-57-128 0,0 0 0 16,-10 45 0-16,4-31 0 0,-2 0 0 15,-3-1 0-15,-1-2 0 0,-2 1 0 16,-2 0 0-16,-4-2 0 0,2 1 0 0,-3-1 0 0,0-1 0 0,0-2 144 16,-2 0-144-16,0 1 0 0,0-4 0 0,1 1-192 15,2-2 0-15,2 0-17520 0</inkml:trace>
  <inkml:trace contextRef="#ctx0" brushRef="#br2" timeOffset="-160209.42">16203 8653 7359 0,'1'-2'656'0,"-1"-1"-528"0,0 3-128 0,0 0 0 16,0 0 896-16,-1-2 160 0,1 2 32 0,-1-2 0 16,-1 0 640-16,0 1 144 0,0-1 32 0,0 0 0 0,-1 1-224 0,0 1-32 15,0 0-16-15,1 0 0 16,1 0-192-16,-2 0-32 0,2 0-16 0,-1 0 0 15,0 0-112-15,-1 0 0 0,1 1-16 0,-1 3 0 0,-2-1-432 16,0 1-96-16,-1 1-16 0,-1 2 0 0,0 1-384 16,-1 3-80-16,-2 1 0 0,1 0-16 15,0 5-112-15,-1-1-128 16,-1 4 176-16,0 1-176 0,3 2 128 0,1 1-128 0,1-2 0 0,6-22 0 16,-3 40 128-16,3-40-128 0,0 0 192 0,15 49-192 15,-15-49 256-15,0 0-64 0,37 29-16 0,-37-29 0 0,35 7-176 0,-16-5 192 16,3-2-192-16,0-2 192 0,4-1-192 0,-2-1-176 15,0-1 48-15,-3-1-11280 16,-1 0-2256-16</inkml:trace>
  <inkml:trace contextRef="#ctx0" brushRef="#br2" timeOffset="-159510.27">16439 8732 14735 0,'-2'0'640'0,"1"-3"160"0,0 3-640 0,0-2-160 0,0 2 0 0,1 0 0 16,0 0 2384-16,-2 0 448 0,1 2 96 0,-2-1 16 16,0 3-496-16,0 1-80 0,-1 2-32 0,0 2 0 15,1 1-1440-15,-1 2-304 0,-1 2-48 0,2 2-16 16,-1-1-208-16,0 0-32 0,4-15-16 0,-4 27 0 15,4-27-128-15,0 0-16 0,-2 32-128 0,3-24 192 16,0-3-192-16,-1-2 0 0,2-1 128 0,-1-2-128 0,1 0 0 0,-1 0 0 16,0-4 0-16,0 1 0 0,-1-2 0 0,1-1 0 15,0 0 0-15,0 0 0 0,0 0 0 0,0-3 0 16,-1 2 0-16,1-3 0 16,0 3 0-16,0-4 0 0,1 1 0 0,0 0 0 15,0-1 0-15,1-1 0 0,1 2 0 0,0-2 0 0,1 3 128 0,1-3-128 16,1 3 0-16,2 0 0 0,-1 1 160 15,1-1-160-15,1 1 160 0,-1 1-160 0,-1 1 128 0,0 1-128 16,-1 2 0-16,1 3 144 0,-1 0-144 0,-1 2 160 0,-1 1-160 16,-1 2 160-16,-4-5 96 0,0 0 0 0,0 0 16 15,0 0 0-15,8 47-128 0,-8-47-16 0,-4 28-128 0,-1-13 192 16,1-1-192-16,0-2 144 0,-1 2-144 0,0-2 128 16,1-3-128-16,0 0 0 0,1 0 0 0,-1-3 0 15,3 1 0-15,-1-4 0 0,2 1 0 0,-1-3 0 16,1 1 0-16,0-2 0 0,1-2 0 0,1-1 0 15,-1 1 0-15,1-1 0 0,1-2-192 16,1-2 192-16,0 1-480 0,1-1 32 0,2-1 0 0,-1-3 0 16,1 1-80-16,1-2-16 0,1-2 0 0,0-1 0 0,1 1 128 0,0 0 32 15,0 2 0-15,0 0 0 16,0 3 256-16,-1 1 128 0,1 1-128 0,-2 2 128 16,-1 3 0-16,-1 0 0 0,0 2 0 0,-1 0 0 0,-1 2 432 0,-1 1 64 15,0 2 16-15,-3-5 0 0,0 0 64 0,0 0 32 16,1 33 0-16,-1-33 0 0,0 0-352 0,-7 37-80 15,7-37-16-15,-6 29 0 0,6-29-160 0,-8 26 160 16,5-16-160-16,3-10 160 0,0 0-160 0,-5 25 0 0,5-19 0 16,0 0 128-16,0-1-128 15,0-2 0-15,0 1 0 0,0-2 0 0,0 1 0 0,0-1 0 0,1-1 0 0,-1 1 0 32,1-2-480-32,1 0 32 0,-1 0 0 0,0 0-10880 0,1 0-2160 0</inkml:trace>
  <inkml:trace contextRef="#ctx0" brushRef="#br2" timeOffset="-159323.92">16816 8662 23039 0,'0'3'1024'0,"0"0"192"0,0-1-960 0,0 0-256 0,1 0 0 0,-1-1 0 0,1 1 2080 0,1 3 368 16,0-1 80-16,-2-4 16 15,0 0-720-15,0 0-144 0,0 0-16 0,30 34-16 16,-30-34-1120-16,0 0-208 0,0 0-64 0,0 0 0 15,0 0-432-15,0 0-80 16,0 0-32-16,31 28-16784 0</inkml:trace>
  <inkml:trace contextRef="#ctx0" brushRef="#br2" timeOffset="-159143.87">16780 8826 16575 0,'-2'2'736'0,"1"-2"160"0,1 3-720 0,-1-2-176 0,0 1 0 0,1 0 0 16,-1 2 2128-16,0 1 400 0,1-5 80 0,0 0 16 16,-5 33-848-16,5-33-176 0,-7 31-16 0,7-31-16 15,0 0-1056-15,-5 38-224 0,5-38-32 0,0 0-16 16,0 0-944-16,0 0-176 16,0 0-32-16,0 0-12624 0</inkml:trace>
  <inkml:trace contextRef="#ctx0" brushRef="#br2" timeOffset="-158756.34">17027 8726 16575 0,'-2'0'1472'0,"-1"3"-1168"15,1-2-304-15,-1 3 0 0,0-2 2368 0,1 0 432 0,0 3 80 0,-4 3 0 16,-1 5-208-16,-4 4-48 0,-1 2-16 0,-1 3 0 16,2-4-1488-16,3-1-288 15,1 0-64-15,1-3-16 0,1-2-496 0,3-3-80 16,0 0-32-16,1 0 0 0,1-3-144 0,0-1 0 0,0-1 0 0,0-3 0 15,1 1 0-15,0-4 0 0,0 1-176 0,0-2 176 16,1-1-192-16,1-3 64 0,1 0 0 0,-1 0 0 16,1-5 0-16,1 2 0 0,-1-1 0 0,0-1 0 15,2 1 128-15,-2-1 0 16,2-1-144-16,0-1 144 0,-1 2 0 0,0-2 0 16,0 2 0-16,1 0 0 0,0 1 0 0,1 1 0 0,-1 0 0 15,2-1 128-15,0 2 0 0,0 1-128 0,1 1 192 0,-2 0-64 16,2 3 0-16,-3 1 0 0,1 1 0 0,-1 2 0 0,0 2 80 0,-6-2 16 15,0 0 0-15,0 0 0 0,0 0-32 0,0 0 0 16,28 43 0-16,-28-43 0 0,0 0-192 0,3 42 0 16,-3-42 0-16,-2 36 0 0,2-36 0 15,-3 35 128-15,3-35-128 0,-6 29 0 0,6-29 0 16,0 0 0-16,-6 36 0 0,3-27 0 16,1 0 0-16,0-2-240 0,1-2 80 0,0 0-11872 15,2-2-2384-15</inkml:trace>
  <inkml:trace contextRef="#ctx0" brushRef="#br2" timeOffset="-158493.54">17245 8700 12783 0,'1'-4'272'0,"0"0"64"0,0 3 16 0,0-1 16 0,0-1-368 0,1 1 0 0,-1 2 0 0,1-2 0 16,3-3 2160-16,3 0 352 0,0 1 80 0,1-2 16 15,0 2-624-15,0 2-112 0,-2-1-16 0,1 3-16 16,-2 1-176-16,-6-1-16 0,0 0-16 0,0 0 0 0,0 0-352 0,20 47-64 16,-20-47 0-16,2 38-16 15,-2-38-560-15,-5 49-128 0,5-49 0 0,-11 50-16 0,2-24-304 0,0 0-64 16,-2 1-128-16,0-4 192 0,1-1-192 0,-1-4 0 31,1 2 0-31,-1-2 0 0,1-4-448 16,-2 1-176-16</inkml:trace>
  <inkml:trace contextRef="#ctx0" brushRef="#br3" timeOffset="-114241.54">8056 10303 4607 0,'2'-7'400'0,"-1"5"-400"0,0-2 0 0,0 3 0 0,-1-1 1408 16,0 2 208-16,1 0 48 0,-1 0 0 0,-1-2 864 0,0 4 176 15,0-2 48-15,-1 3 0 0,1 1-896 0,0-2-192 16,0 0-16-16,0 1-16 16,1-1-464-16,1-2-80 0,1 0-32 0,-1 0 0 0,3-2-304 0,1-1-64 15,-1 0-16-15,1 0 0 0,1-2-64 0,1 2-16 16,0-1 0-16,2 1 0 15,-2-1-80-15,2 1-32 0,-1 3 0 0,-1-1 0 0,0 0-160 0,-7 1-16 0,0 0-16 0,0 0 0 16,0 0-32-16,37 7 0 16,-37-7 0-16,0 0 0 0,0 0-64 0,0 0-32 15,0 0 0-15,43 9 0 0,-36-9-160 0,0-2 160 16,1 0-160-16,-1 0 160 0,1-1-16 0,0 0 0 16,2-1 0-16,1-3 0 0,0 3 112 0,1-1 0 0,1 0 16 15,-1 1 0-15,0 0-272 0,-2 2 160 16,0 0-160-16,-10 2 128 0,0 0-128 0,0 0 0 0,37 8 0 0,-37-8 128 15,0 0-128-15,0 0 0 0,0 0 0 0,40 29 0 16,-40-29 0-16,0 0 0 0,0 0 0 0,0 0 0 16,44 23 0-16,-44-23 0 0,0 0 0 0,32 0 0 15,-32 0 0-15,25-6 0 0,-10 1 0 16,-1 1 0-16,0-3 0 0,1 2 0 16,-1 0 0-16,0 0 0 0,2 1 128 0,-2-1-128 15,0 2 0-15,-14 3 128 0,27-4-128 0,-27 4 160 16,0 0-160-16,35 0 160 0,-35 0-160 0,0 0 0 15,0 0 0-15,41 7 0 0,-41-7 0 0,0 0 0 0,0 0 0 0,42 7 0 16,-42-7 0-16,0 0 0 0,37-2 0 0,-37 2 0 16,26-5 0-16,-26 5 0 0,26-6 0 0,-13 2 0 15,0 0 0-15,-13 4 0 0,24-5 128 0,-24 5-128 16,24-5 0-16,-13 3 0 0,-11 2 0 0,22-5 0 16,-22 5 0-16,0 0 128 0,32 0-128 0,-32 0 0 15,0 0 0-15,29 0 0 0,-29 0 0 0,0 0 0 16,31 0 0-16,-31 0 0 0,0 0 128 0,31 0-128 15,-31 0 0-15,0 0 0 0,30 0 0 0,-30 0 0 16,0 0 0-16,29 0 0 0,-20-2 0 0,1 2 0 0,-1-2 0 16,0 1 0-16,1-1 0 0,-10 2 0 15,0 0 0-15,29-2 0 0,-20 1 0 0,1 1 0 0,-2-2 0 16,-8 2 0-16,0 0 0 0,26 0 0 0,-26 0 0 0,0 0 0 16,28-1 128-16,-28 1-128 15,0 0 0-15,28-1 0 0,-28 1 0 0,0 0 0 0,29-5 0 0,-29 5 128 16,19-3-128-16,-19 3 0 0,18-4 0 0,-8 2 128 15,0-1-128-15,0-1 0 0,-10 4 0 0,19-4 0 16,-9 1 0-16,-1 0 0 0,2 0 0 0,-2 0 0 16,2 0 128-16,-1 1-128 0,-1 1 0 0,0-2 0 0,0 2 0 15,0 0 0-15,0-1 0 0,1 2 0 0,-3 0 0 0,-7 0 0 16,0 0 0-16,29-2 0 0,-29 2 0 0,0 0 0 16,29 0 0-16,-29 0 0 0,0 0 0 0,31-3 0 15,-31 3 0-15,0 0 0 0,32-5 0 0,-32 5 0 16,21-2 0-16,-11 0 0 0,0-1 0 15,0 1 0-15,1-1 0 0,-1 1 0 0,-1 0 0 16,0 0 0-16,1-1 0 0,0 1 0 0,-1-1 0 16,0 1 0-16,0 0 0 0,-1 0 0 0,0 1 0 0,-1 1 0 15,1-2 0-15,-8 2 0 0,0 0 128 0,0 0-128 0,31 0 0 0,-24-2 0 16,2 1 0-16,0-1 0 0,-1 0 0 0,1 0 0 16,-2-1 0-16,2 0 0 0,2-1 0 15,0 2 0-15,-1-3 0 0,0 0 0 16,1 1 0-16,0-1 0 0,0 2 0 0,0-1 0 15,-1 1 0-15,-1-1 0 0,1 1 0 0,0 2 0 0,-2 0 0 16,0 1 0-16,0-2 0 0,0 2 0 16,-8 0 0-16,0 0 0 0,0 0 0 0,30 3 0 0,-30-3 0 0,0 0 0 15,0 0 0-15,30 1 0 0,-30-1 0 0,0 0 0 16,0 0 128-16,32 2-128 0,-32-2 0 0,16-3 0 16,-9 2 0-1,1-2 0-15,1 1 0 0,-1-3 0 0,1 3 0 0,0-3 0 0,0 2 0 0,-1 0 0 16,1 0 0-16,-1-2 0 0,0 2 0 0,0 1 0 0,-1 0 0 0,1 2 0 15,-1-2 0-15,0 1 0 16,-7 1 0-16,0 0 0 0,0 0 0 0,26 1 0 0,-26-1 0 0,0 0 0 16,0 0 0-16,29 3 0 0,-21-3 0 0,-1 0 0 15,-7 0 0-15,0 0 0 16,24-3 0-16,-15 2 0 0,0-1 0 0,1-1 0 16,-1 0 0-16,1 0 0 0,-10 3 0 0,20-5 0 0,-10 0 0 15,-1 3 0-15,0-1 0 0,-1-1 0 0,0 3 0 16,0-1 0-16,-1 0 0 0,0 0 0 0,-1 2 0 15,1-2 0-15,-2 1 0 0,1 1 0 0,-6 0 0 16,0 0 0-16,0 0 0 0,22-3 0 0,-22 3 0 16,0 0 0-16,18-2 0 0,-12 0 0 0,2 0 0 15,-2-1 0-15,2-1 0 0,-1 0 0 0,1 0 0 16,1-1 0-16,-1 2 0 0,0-2 0 0,1 0 0 0,-2 2 0 16,2-2 0-16,-1 1 0 0,0 1 0 0,0 1 0 0,-2-2 1728 15,1 0 256-15,-1 2 48 0,0 0 16 31,0 0-3280-31,1-1-656 0,-2 1-128 0,2 0-32 0,-2 1 1648 0,1-1 400 0,0 1 0 0,1 0 0 0,-1-1 0 16,1 1 0-16,0-1 0 0,1-1 0 0,-2 1 0 0,2-2 0 16,0 1 0-16,-1 1 0 0,1-1 0 0,-1 1 0 15,1-2 0-15,-2 1 0 16,2-2 0-16,-2 3 0 0,1-1 0 0,-1 1 0 0,0-1 0 16,0 0 0-16,0 0 0 0,-1 0 0 15,1 1 0-15,-1-1 0 0,0 3 0 0,1-2 0 0,-2 0 0 16,1 0 0-16,-1 1 0 0,1-1 0 0,0 2 0 0,-1-2 0 15,1 1 0-15,1 1 0 0,-2-2 0 0,1 2 0 0,-5 0 0 0,0 0 0 16,0 0 0-16,23-2 0 0,-17 2 0 0,-1-2 0 16,1 0 0-16,-2 1 0 0,3 1 0 0,-2-3 0 15,2 2 0-15,-1 0 0 16,2-1 0-16,-1 0 0 0,0-1 0 0,-1 1 0 16,2-1 0-16,-2 1 0 0,2 0 0 0,-1-1 0 15,-1 1 0-15,1-1 0 0,-1 1 0 0,1 0 0 16,-1 0 0-16,1-1 0 0,-1 1 0 0,1-1 0 15,-2 1 0-15,2 1 0 0,-2 0 0 0,1 1 0 0,0-3 0 16,0 1 0-16,0 2 0 0,-1-3 0 16,1 3 0-16,0-2 128 0,1 0-128 0,-1 0 0 0,1-1 0 0,-1 0 0 15,2 1 0-15,-2 0 0 0,1 0 0 0,-1-1 0 16,1 1 0-16,-2-1 0 0,1 0 0 0,-1 0 0 16,2 0 0-16,-2 0 0 0,2-1 0 0,-1 0 128 15,0 1-128-15,0 0 0 0,0-1 0 0,1-1 0 16,-1 2 0-16,0 1 0 0,1 0 0 0,-1-2 0 15,0 1 0-15,1 0 0 0,-2 1 0 0,2 0 128 0,-2-1-128 16,2 1 0-16,-2 0 0 0,1 1 0 0,-1-1 0 16,1 0 0-16,-1-1 0 0,2 1 0 0,0-1 0 15,0 1 0-15,0 0 0 0,-1 0 0 0,0-1 0 0,1-1 0 16,-1 1 0-16,0 1 0 0,0-1 0 16,1-2 0-16,-1 1 0 0,1 2 0 15,-1 0 0-15,1-1 0 0,0 0 0 0,0 1 0 0,-1 0 0 0,1-1 0 16,-2 1 0-1,2-1 0-15,-2 1 0 0,2 0 0 0,-1-1 0 0,1-1 0 0,-1 1 0 0,0 1 0 16,0 0 0-16,0-1 0 0,0-2 0 0,0 3 0 0,0 0 0 0,1-3 0 16,-1 2 0-16,0-1 0 0,1 1 0 0,-2-1 0 15,1 1 0-15,-1-1 0 0,2-1 0 16,-2 2 128-16,1 0-128 0,0-1 0 0,0 0 0 0,-1 1 0 16,0 1 0-16,1-2 0 0,-1 1 0 0,1 0 0 15,-1-1 0-15,0 1 0 0,0 1 0 16,-1-1 0-16,1 1 0 0,0 0 0 0,-1-1 0 0,1 1 0 15,-1-1 0-15,0 1 0 0,1 0 0 16,-1-3 128-16,0 3-128 0,0-1 0 0,0 1 0 0,1 0 0 16,-1-1 0-16,0 1 0 0,0-3 0 0,1 3 128 15,-1-2-128-15,1 1 0 0,-1 0 0 0,0-1 0 16,-1 1 0-16,2-1 0 0,-1 0 0 0,-1 0 0 16,2 0 0-16,-1 1 0 0,0-1 0 0,0-1 0 0,0 2 0 0,-1-1 0 15,2 1 0-15,-1-2 0 0,0 1 0 0,0 0 0 16,0 0 0-16,0 0 0 0,1 0 0 0,0-1 0 15,-1 1 0-15,1 0 0 0,-1-1 0 0,0 2 0 16,0 0 0-16,1-2 0 0,-2 2 0 0,1-1 0 16,0 1 0-16,0-1 0 0,0 1 0 15,0-1 0-15,1 1 0 0,-2-2 128 16,1 3-128-16,-1-2 0 0,0 1 0 0,1 0 0 0,0 1 0 0,0-2 0 16,-2 1 0-16,2 0 0 0,-1 1 0 0,1 0 0 0,-2 0 0 0,1-1 0 31,0-1 0-31,0 1 0 0,0 1 0 0,0-3 0 0,1 2 0 0,-1 0 0 15,-1 0 0-15,2 0 0 0,0-2 0 0,-1 3 0 16,0-2 0-16,1 1 0 0,-1-2 0 0,0 1 0 0,0 1 0 0,1-2 0 16,0 3 0-16,-1-3 0 0,0 1 0 0,0 1 0 15,1-1 0-15,-1-1 0 0,0 2 0 0,0-1 0 16,1-1 0-16,-2 2 0 0,2 1 0 0,0-3 0 16,-1 1 0-16,-1 0 0 0,0 0 0 0,1 0 0 15,0 0 0-15,0 1 0 0,-1-3 0 0,1 2 0 16,0-1 0-16,1 1 0 0,-1 0 0 0,0 0 0 15,1 0 0-15,-1 1 0 16,-1-1 0-16,1 1 0 0,0-2 0 0,0 3 0 0,0-3 0 0,-1 0 0 16,2 2 0-16,-1 0 0 0,0-3 0 0,-1 2 0 15,2-1 0-15,-1-2 0 0,1 2 0 0,-2-2 0 16,1 3 0-16,0-3 0 0,0 2 0 0,0 0 0 16,-1-1 0-16,1 0 0 0,0 1 0 15,-1 1 0-15,1-1 0 0,-2-1 0 0,2 0 0 0,0 0 0 16,0 0 0-16,0-1 0 0,-1 2 0 0,1-2 0 15,0 3 0-15,0-1 0 0,-1 0 0 0,0 0 0 16,1 0 0-16,0-1 0 0,0 0 0 0,0 2 0 16,1-3 0-16,-1 2 0 0,1 0 0 0,0-2 128 15,-1 3-128-15,1-2 0 0,-1 2 128 0,1-1-128 16,0 0 0-16,0 1 144 0,0-1-144 0,0 2 0 0,0-1 128 0,-1-1-128 16,1 1 0-16,0 1 0 0,-1-2 0 0,2 0 0 15,-1 1 0-15,-1-1 0 0,1 0 0 0,-1 1 0 16,0-1 0-16,0 2 0 0,0-1 0 0,1-1 0 15,-1 0 0-15,0 1 0 0,0-2 0 0,0 2 0 16,1-1 0-16,-1-2 0 0,1 3 0 0,0-1 0 16,-1 1 0-16,0-1 0 0,0 0 0 0,1 2 0 15,-1-2 0-15,-1 0 0 0,2 1 0 0,-1 0 0 16,0 0 0-16,-1 0 0 0,1 2 0 0,0-3 0 16,1 0 0-16,-1 0 0 0,0 0 0 0,0 2 0 0,1-2 0 0,-1 2 0 15,0-2 0-15,1 1 0 0,-1 1 0 16,0-2 0-16,0 3 0 0,1-2 0 0,0 0 0 15,-2 1 0-15,2 0 0 0,-1-2 0 0,0 2 0 0,0-1 0 16,0 1 0-16,0-2 0 0,1 2 0 0,-1 0 0 16,1-3 0-16,-1 2 0 15,1-1 0-15,-1 0 0 0,1 1 0 0,1-1 0 0,-2 0 0 16,1 1 0-16,1-1 0 0,-2 2 0 0,2-1 0 16,-1 1 0-16,0-2 0 0,0 1 0 0,1 2 0 0,-2-3 0 15,0 2 0-15,1 1 0 0,0-2 0 0,-1 1 0 16,1 0 0-16,0 0 0 0,-1 0 0 0,1 0 0 0,1 0 0 15,-1-1 0-15,0 0 0 0,1 1 0 0,-1 0 0 16,-1 0 0-16,2-1 0 0,-2 0 0 0,1 1 0 16,1 1 0-16,-1-3 0 0,0 2 0 0,0-1 0 0,1 0 0 15,-2 1 0-15,1 0 0 16,1-1 0-16,-2 1 0 0,1 1 0 0,1-1 0 0,-2 1 0 0,1 0 0 16,-1 0 0-16,1 2 0 0,-2-3 128 0,1 1-128 15,0 2 0-15,-1 0 0 16,1-2 0-16,-2 1 0 0,2 1 0 0,0-2 0 15,0 2 0-15,0-2 0 0,0 0 0 0,1 1 0 0,0-1 0 16,-1-1 0-16,1 1 0 0,0 0 0 0,0 0 0 16,1 0 0-16,0-1 0 0,-1 2 0 0,1-2 0 0,0 0 0 0,-1 1 0 0,1-1 0 15,-1 1 128-15,0 1-128 0,-1-1 0 0,0 2 0 16,0 0 0-16,-1-1 0 0,0 0 128 0,0 1-128 16,0 0 0-16,0 0 0 0,0 0 128 0,0-2-128 15,0 1 0-15,0 1 0 0,1-2 0 0,0 2 0 16,0-2 128-16,-1 1-128 0,2-1 0 0,-1 0 0 15,0 2 0-15,0-2 0 0,1 0 0 0,1 1 0 16,-2-1 0-16,1 2 0 0,1-2 128 0,-3 1-128 0,2 1 0 0,0-2 160 16,0 2-160-16,-2 0 128 0,1 0-128 0,-1 0 128 15,1 0-128-15,-1 0 128 16,0 0-128-16,1 0 0 0,0 0 0 0,0 0 0 0,0-2 0 0,-1 2 0 16,1 0 128-16,0 0-128 15,0 0 0-15,-1 0 0 0,2 0 0 0,-1 0 0 0,1-2 0 0,0 1 0 16,0 1 0-16,1-2 0 15,-2 2 0-15,1-2 0 0,0 2 0 0,-1-1 0 0,0 1 0 0,0-2 0 16,0 2 0-16,0 0 0 0,-1-1 0 0,-1 1 0 16,1 0 0-16,0 0 0 0,0 0 0 15,0 1 0-15,-1-1 128 0,1 0-128 0,-1 0 0 0,1 0 0 0,0 0 0 0,0 0 0 16,1 0 0-16,-1 2 0 0,0-2 0 0,0 0 0 16,0 0 848-16,1 0 144 0,0 0 32 0,-1 1 0 15,1-1-1648 1,0 2-320-16,1-2-64 0,-2 0-16 0,0 2 816 0,1-2 208 15,-1 0 0-15,1 1 0 0,-1 1 0 0,-1-2 0 0,1 0 0 0,0 2 0 16,0-2 0-16,0 0 0 0,0 0 0 0,0 2 0 16,-1-2 0-16,0 0 0 0,1 1 0 0,-1 1 0 15,1-2 0-15,0 0 0 0,1 0 0 0,-1 0 0 16,-1 0 0-16,1 0 0 0,0 0 0 0,0 0 0 16,1 0 0-16,-1 0 0 0,0 0 0 0,0 0 0 0,1 0 0 0,-1 0 0 15,1 0 0-15,-1 2 0 16,0-2 0-16,0 0 0 0,0 0 0 0,1 1 0 15,-1-1 0-15,-1 2 0 0,1-2 0 0,0 0 0 0,1 0 0 0,-1 2 0 16,0-2 0-16,0 0 0 16,-1 1 0-16,1 0 0 15,0-1 0-15,1 0 0 0,-1 0 0 0,1 2 0 16,-2-2 0-16,1 1 0 0,1 1 0 0,-1-2 0 0,1 2 0 0,-1-2 0 16,-1 0 0-16,1 1 0 0,0 1 0 0,0-1 0 15,1 0 0-15,-1-1 0 0,-1 2 0 0,1-2 0 16,1 1 0-16,-1 1 0 0,0 0 0 0,-1-2 0 15,1 1 0-15,-2 1 0 0,1-2 0 0,0 2 0 16,1-2 0-16,-1 2 0 0,0 0 0 0,0-2 0 16,1 3 0-16,-1-2 0 0,1 1 0 0,-1 0 0 15,0-1 0-15,0 0 0 0,1 1 0 0,-1 1 0 16,2-1 0-16,-2-1 0 0,1 1 0 0,0 0 0 16,-1-2 0-16,1 2 0 0,-1 1 0 0,0-3 0 0,1 2 0 0,0-1 0 15,-1 1 0-15,1-2 0 16,-1 0 0-16,1 0 0 0,0 2 0 0,0-2 0 15,0 1 0-15,0 0 0 0,0-1 0 0,-2 0 0 0,2 0 0 0,-1 2 0 16,1-2 0-16,-1 3 0 0,1-3 0 0,-1 2 0 16,0-2 0-16,1 3 0 0,-1-2 0 0,0 0 0 15,1 1 0-15,-1 1 0 0,0-1 0 0,0-2 0 16,0 3 0-16,1-3 0 0,-1 2 0 0,0 0 0 16,0 0 0-16,0-2 0 0,0 3 0 0,0-2 0 0,0 1 0 0,0 0 0 15,0-2 0-15,0 1 0 0,0 0 0 0,0-1 0 16,0 2 0-16,0-1 0 0,0 1 0 0,0-2 0 15,0 2 0-15,-1 1 0 0,1-3 0 0,1 2 0 16,-1 0 0-16,0-1 0 0,0 1 0 0,0 0 0 16,0 1 0-16,0-1 0 0,0 0 0 0,0 0 0 15,0 1 0-15,0-2 0 0,1 3 0 0,-1-3 0 16,0 0 0-16,1 1 0 0,-1 1 0 0,1-1 0 16,0 1 0-16,-1-1 0 0,-1 0 0 0,2 0 0 15,-1 1 0-15,0-2 0 0,0 3 0 16,0-2 0-16,0 0 0 0,0 1 0 0,0-1 0 0,0 1 0 0,0-1 0 0,0 0 0 15,0-1 0-15,-1 3 0 0,1-1 0 16,-1-1 0-16,1 0 0 0,0 0 0 0,1 1 0 0,-2-1 0 16,2 1 0-16,-1-1 0 0,0 0 0 0,0-1 0 15,0 3 0-15,0-3 0 0,0 3 0 0,-1-2 0 16,1 0 0-16,0 1 0 0,-1-3 0 0,0 0 0 16,0 0 0-16,0 0 0 0,0 0 0 0,0 0 0 0,0 0 0 0,0 0 0 15,0 0 0-15,0 0 0 0,11 38 0 0,-11-38 0 16,0 0 0-16,0 0 0 0,0 0 0 0,0 0 0 15,0 0 0 1,0 0 0-16,0 0 0 0,0 0 0 0,0 0 0 0,0 0 0 0,0 0 0 0,0 0 0 16,0 0 0-16,21 38 0 0,-20-36 0 0,1 1 0 15,-1-1 0-15,0 0 0 16,0 1 0-16,0-1 0 0,-1-2 0 0,0 0 0 0,0 0 0 0,0 0 0 16,0 0 0-16,0 0 0 0,0 0 0 0,0 0 0 15,0 0 0-15,0 0 0 0,0 0 0 16,0 0 0-16,17 38 0 0,-16-35 0 0,1-1 0 15,-1 0 0-15,-1-2 0 0,0 0 0 0,0 0 0 0,0 0 0 0,0 0 0 0,0 0 0 32,0 0 0-32,0 0 0 0,0 0 0 0,0 0 0 0,0 0 0 0,0 0 0 15,0 0 0-15,0 0 0 0,20 34 0 0,-18-32 0 0,-1 0 0 0,0 1 0 16,0 1 0-16,0-3 0 0,0 1 0 0,0 0 0 16,0 0 0-16,0 1 0 0,0-1 0 0,0 1 0 15,0-1 0-15,0 0 0 0,0 0 0 16,1 1 0-16,-1-3 0 0,-1 2 0 0,1 1 0 0,0-3 0 0,-1 2 0 0,0-2 0 15,0 2 0-15,1 1 0 0,-1-1 0 0,1-1 0 16,0 1 0-16,-1 0 0 0,0 0 0 0,1-1 0 16,0 1 0-16,-1 0 0 15,1 1 0-15,0-1 0 0,0 0 0 16,-1 0 0-16,1-1 0 0,0 1 0 0,-1 0 0 0,1 1 0 16,0-3 0-16,-1 2 0 0,1 0 0 0,-1-2 0 15,0 3 0-15,-1-1 0 16,0 1 544-16</inkml:trace>
  <inkml:trace contextRef="#ctx0" brushRef="#br3" timeOffset="-106890.41">13452 8985 911 0,'-1'-2'0'0,"1"-1"0"0,0 1 0 0,0 2 0 16,0-2 368-16,0 2-16 0,1-3 0 0,0 1 0 0,0-1-352 0,0-1 0 15,0-1 0-15,0-1 0 0,1 1 0 0,-1-1-320 16,-1 2 64-16,0-1 16 0,0 0 64 0,0 1 16 0,-1-3 0 0,1 4 0 16,-1-2 816-16,0 0 176 0,0 1 16 0,0-1 16 15,1 0 176-15,1 3 48 0,-1-2 0 0,0 3 0 16,0-1-448-16,0-1-64 0,1 3-32 0,0-2 0 31,0 4-848-31,-1-4-160 0,1 2-48 0,-1 0 0 16,0-1-656-16,0 0-144 0,0 1-32 0,0-2 0 0,-1 1 1008 0,-1-1 192 0,0 2 144 0,-1-3-192 15,0 3 880-15,1-3 160 0,0 2 48 16,0-4 0-16,0 2 384 0,0 1 64 0,0-2 32 0,0-1 0 16,2 0-16-16,-1 1 0 0,1-1 0 0,-1 0 0 15,2 0 80-15,-1-2 16 0,1 3 0 0,-1-1 0 16,1 2-192-16,-1 1-48 0,1-2 0 0,-1 3 0 15,0 1-384-15,0 0-64 0,-1 1-32 0,0 1 0 16,0 0 928-16,-1 0 192 0,1 1 48 0,0-1 0 16,1 3-1680-16,0-3-224 0,0 0-256 0,1 1 48 15,0 0 512-15,1-1 96 0,-1 0 32 0,2 0 0 0,0 0-208 0,0-2-32 16,0 0-16-16,-2 1 0 0,2-1-176 16,-1 0 192-16,1 2-192 0,0-2 192 0,-2 0-192 0,2 1 0 15,-1 1 144-15,0 0-144 16,-1 0 144-16,0 0-144 0,0-1 192 0,0 3-192 0,0-1 368 0,0 0-48 15,-1-1 0-15,1 2 0 0,0-1-16 16,0 0-16-16,1 0 0 0,1 0 0 0,-1 0-128 0,1-1-32 16,0 0 0-16,1 0 0 0,0-2-128 0,0 1 160 15,0 1-160-15,0 0 160 0,0-1-160 0,0 3 128 16,1-3-128-16,-3 0 128 0,2 2-128 0,-1 1 0 0,0 0 0 16,0-1 128-16,-2 2-128 0,1 0 0 15,-1-2 0-15,0 4 0 0,0-3 128 0,-1 3-128 16,1-3 0-16,0 2 128 0,0-1-128 0,0-1 0 15,0 1 144-15,0 1-144 0,0-2 0 0,0 1 0 16,1-1 0-16,0 1 128 0,0 0-128 0,0-2 0 16,1 0 0-16,0 2 0 0,1 0 0 0,0-2 0 15,-1 2 0-15,0 0 0 0,1-1 0 0,-1 1 0 0,0-1 0 16,0 3 0-16,0-2 0 0,-3-5 0 0,0 0 0 0,0 0 128 16,0 0-128-16,0 0 0 0,0 0 128 0,0 0-128 15,0 0 0-15,0 0 0 0,23 38 0 0,-20-36 128 16,1 0-128-16,-2 1 0 0,1 0 0 0,0-1 128 15,1 0-128-15,-2 1 0 0,0 1 0 0,0 1 0 16,1-3 0-16,-1 3 0 0,0-2 0 0,0 3 0 16,-1-2 0-16,0 1 0 0,1-1 0 0,-1 1 128 15,1 1-128-15,-1-1 0 0,2 0 0 0,-1-3 0 16,-1 3 0-16,2 0 0 0,0-1 0 0,0-1 128 0,-1 0-128 0,0 1 0 16,2-3 0-16,0 2 0 0,-1-2 0 0,0 1 0 15,0 1 0-15,0 0 0 0,0 0 0 0,-1 0 0 16,0 2 0-16,0-1 128 0,-1 2-128 0,0-1 0 15,0 1 0 1,0-1 0-16,0-1 0 0,0 1 0 0,1 1 0 0,-2 0 0 0,1-1 0 16,1 2 0-16,0-2 0 0,1-1 0 0,-1-1 0 15,1 2 0-15,-1-3 0 0,1 2 0 0,0-1 0 0,0-1 0 16,-1 1 0-16,1-2 128 0,1 2-128 0,-1-2 0 16,0 3 128-16,-1-1-128 0,1-1 0 0,-1 0 128 15,0 3-128-15,0-2 0 0,-1 1 0 0,0 1 0 0,0-2 0 0,0 1 0 16,0 3 0-16,0-2 0 0,-1-5 0 0,0 0 0 15,0 0 0-15,0 0 0 0,0 0 0 0,0 0 0 16,0 0 0-16,10 42 0 0,-8-37 0 0,0 0 0 16,1-2 0-16,0 1 0 15,-1 1 0-15,2-3 0 0,-1 1 0 0,1 0 0 0,-1 1 0 0,1-2 0 16,0 0 0-16,-2 1 0 0,1-1 0 0,-1 1 0 16,0 0 0-16,0-2 0 0,1 4 0 0,-2-2 128 15,1 1-128-15,-1 1 0 0,1 0 0 16,0-1 0-16,-1 1 0 0,1 1 0 0,-1-2 0 0,0 3 0 15,0-3 0-15,1 1 0 0,-2-5 0 0,0 0 0 16,0 0 0-16,0 0 0 0,0 0 0 0,0 0 0 0,0 0 0 0,0 0 0 16,0 0 0-16,28 33 0 0,-25-30 0 0,1-1 0 15,-2-2 0-15,1 3 0 0,0-1 0 0,0 0 0 16,0 0 0-16,-1 1 0 0,1-2 0 0,-1 1 0 16,1 1 0-16,-1-2 0 0,0 2 0 0,0 1 0 15,0-1 0-15,0-1 0 16,0 1 0-16,0 1 0 0,-1-1 0 0,2 0 128 15,-1 0-128-15,1 2 0 0,0-2 0 0,-1-1 0 16,1 0 0-16,0 1 0 0,0 0 0 0,1-1 128 0,-1 0-128 16,1 0 0-16,0 0 0 0,-1-1 0 15,0 1 0-15,1 1 0 0,0-1 0 0,-1 0 0 0,2 0 0 0,-1 1 0 16,-2-1 0-16,2 1 0 0,0 1 0 0,0-1 0 16,-1 0 0-16,1 1 0 0,0-2 0 0,-2 0 0 15,2 3 0-15,-1-2 128 0,-3-3-128 0,0 0 0 16,0 0 0-16,0 0 0 0,0 0 0 0,0 0 0 0,0 0 0 0,0 0 0 15,0 0 0-15,28 33 0 0,-25-31 0 16,-1 1 128-16,1 1-128 0,-1-1 0 0,1 0 0 0,0 1 0 16,0-2 0-16,0 0 0 15,0 1 0-15,0 0 128 0,-1 0-128 0,1 0 128 16,0 0-128-16,0 0 128 0,-1 1-128 0,0-2 128 16,0 1-128-16,0 0 128 0,1 1-128 0,0-2 0 15,-2 1 0-15,2 1 128 0,-1-1-128 0,0-2 0 16,1 2 0-16,0 0 0 0,-2-1 0 0,2 1 0 0,-1-1 0 0,1 0 0 15,0 0 0-15,-2 1 0 0,2 0 0 0,0 0 128 16,0 0-128-16,0 0 0 0,-1-1 0 0,1 1 0 16,1-1 0-16,-2 0 0 0,0 0 0 0,0 1 0 15,2 0 0-15,-1-1 0 0,0 0 0 0,-1 1 0 16,1 1 0-16,1-3 0 0,-1 1 0 0,-1-1 128 16,2 2-128-16,0-2 0 0,0 1 0 0,-2 1 0 15,2-1 0-15,-1 0 0 0,0 0 0 0,0 0 0 16,0-1 0-16,0 2 0 0,0 1 0 0,0-3 0 15,0 2 0-15,0 0 0 0,0 0 0 0,-1-1 0 0,0 0 0 16,1 3 0-16,0-3 0 0,0 1 128 0,0-1-128 16,-1 0 0-16,1 1 0 0,0-1 0 15,0 1 0-15,0-1 0 0,0 0 0 0,0 0 0 0,0 1 0 0,-1-1 0 16,1-1 0-16,0 3 0 0,0-3 0 0,0 0 0 16,-2 2 0-16,2 0 0 0,0 1 0 15,0-3 0-15,0 2 0 0,-1 0 0 0,2-1 0 0,-2 1 0 16,1-1 0-16,-1-2 0 0,1 2 0 0,0 1 0 15,0-1 0-15,0-1 0 0,-1 1 0 0,2 0 0 16,-1 0 0-16,0 0 0 0,-1-1 0 0,2 1 0 0,-1 0 0 16,0 1 0-16,-1-1 0 0,0 0 0 0,0 1 0 0,0 2 0 15,1-3 0-15,-1 0 0 0,0 1 0 0,-1 0 0 16,1 1 0-16,0-2 0 0,0 0 0 0,0 3 128 16,1-2-128-16,-2-1 0 0,1 1 0 0,1 1 0 15,0-3 0-15,0 3 0 16,0-3 0-16,0 0 0 0,0 2 0 0,0 1 0 0,0-3 0 0,-1 1 128 15,2 0-128-15,-1 0 0 0,0 1 0 0,-1-1 0 16,2 1 0-16,-1 0 0 0,-1-1 0 0,0 2 0 16,-1-3 0-16,1 3 0 0,1-3 0 0,-1 2 0 15,0-2 0-15,0 3 0 0,0-1 0 0,0-2 128 16,1 0-128-16,-1 1 0 0,1 1 0 0,-1-3 0 16,1 2 0-16,0-2 0 0,1 1 0 0,-1 1 0 0,-1-2 0 15,0 2 0-15,1-2 0 0,0 0 0 0,-1 2 0 0,0-2 0 16,0 2 0-16,0-1 128 0,0 1-128 0,0 0 0 15,0 1 0-15,-1-2 0 0,0 2 0 16,0-2 0-16,0 3 0 0,0-1 0 0,0-1 0 0,0 0 0 16,0 0 0-16,1 1 0 0,0 0 0 0,-1-1 0 15,1-1 0-15,1 0 0 0,0 1 0 0,0-1 0 16,0 1 0-16,1-2 0 0,0 2-224 0,1-1 32 16,0-1 16-16,2 0-19264 0</inkml:trace>
  <inkml:trace contextRef="#ctx0" brushRef="#br3" timeOffset="-105231.22">14482 10132 2751 0,'1'-4'256'0,"-1"2"-256"0,0-1 0 0,0 1 0 15,0 0 128-15,0 2 0 0,1 0-128 0,-2-1 192 16,1-1 320-16,-1 0 48 0,0-1 16 0,-1 1 0 0,1-1 352 0,-1-1 80 15,0 2 16-15,1-1 0 16,-1-2 128-16,1 1 48 16,1 1 0-16,0-2 0 0,0 1 48 0,0-1 16 0,-1 0 0 0,1 1 0 0,-1 1 16 0,0 1 16 31,0-3 0-31,0 4 0 0,0 0 48 0,1-1 16 0,-1 2 0 0,0 2 0 16,0-2-432-16,1 0-96 0,-1 1 0 0,1-1-16 15,-1 1-352-15,1-1-64 0,-1 0-16 0,1 2 0 16,-1-2-16-16,1 0-16 0,0 0 0 0,0 0 0 15,0-2-112-15,0 2-32 0,0-1 0 0,0 0 0 16,0-1 80-16,0 1 16 0,1 1 0 0,-1-2 0 16,0 2 144-16,1-2 48 0,-1 2 0 0,0 0 0 15,0 0 80-15,0 2 0 0,0 0 16 0,1-2 0 16,0 3-144-16,0-1-16 0,1 1-16 0,0 1 0 0,-2-4-176 0,0 0-48 16,0 0 0-16,0 0 0 0,0 0-192 0,0 0 144 15,0 0-144-15,33 33 128 0,-26-31 0 0,-7-2-128 16,0 0 192-16,0 0-64 0,0 0 0 0,38 9 0 15,-38-9 0-15,0 0 0 16,0 0 0-16,0 0-128 0,38 11 192 0,-38-11-64 0,0 0-128 0,0 0 160 16,0 0-160-16,0 0 160 0,35 33-160 0,-35-33 0 15,0 0 0-15,0 0 128 0,0 0-128 0,21 38 0 16,-21-38 0-16,0 0 128 0,0 0-128 0,0 0 0 0,0 0 0 0,36 26 128 16,-36-26-128-16,0 0 0 0,26 2 0 0,-18-4 0 15,-8 2 0-15,17-3 0 0,-17 3 0 0,0 0 0 16,26-2-208-16,-26 2-80 15</inkml:trace>
  <inkml:trace contextRef="#ctx0" brushRef="#br3" timeOffset="-101429.52">11490 9732 3679 0,'-1'0'320'0,"1"0"-320"0,0 0 0 0,0 0 0 15,0 0 576-15,0 1 64 0,0-1 0 0,-1 1 0 0,1-1-128 0,0 1 0 16,0-1-16-16,0 1 0 16,0-1-304-16,1-1-48 0,0 1-16 0,0-1 0 0,0 1 48 0,-1-1 0 15,1 0 0-15,0 1 0 0,0 0 80 0,-1-2 0 16,1 2 16-16,0 0 0 0,-1-2 32 0,1 2 0 15,-1 0 0-15,1 0 0 0,-1 0 96 0,0 0 32 16,0 0 0-16,0 2 0 0,0-2-80 0,0 0-16 16,0 0 0-16,1 0 0 0,-1 0-336 0,1 0 144 15,-1 0-144-15,1-2 0 0,0 1 176 0,1 1-176 0,-2-2 160 0,1 0-160 16,1 1 0-16,-1 1 0 0,0-2 0 0,0 2 0 16,0-1 0-16,-1 1 0 0,1-1 0 0,-1 1 144 15,0 0 80-15,0 0 16 0,0 0 0 0,0 0 0 16,0 0 16-16,-1 0 16 0,1 0 0 0,-1 0 0 15,0 0-48-15,0 1-16 0,1-1 0 0,-1 0 0 16,0 0-208-16,1 0 176 0,-1 0-176 0,1 0 160 16,0 0-160-16,-1 0 128 0,1 0-128 0,0 0 128 15,0 0 0-15,1 0 0 0,-1 0 0 0,0 0 0 0,1-1 128 16,-1 1 0-16,1 0 16 0,-1 1 0 0,0-1-16 0,0 0 0 16,0 1 0-16,0-1 0 15,-1 0-64-15,1 2 0 0,-1-1-16 0,0 1 0 0,1 0-176 0,-1 1 128 16,-1-1-128-16,1 0 128 0,-1 0-128 0,1 1 192 15,0 0-192-15,-1-1 192 16,0 0 0-16,1 3 0 0,-1-2 0 0,0 1 0 0,-1 1 32 0,1 0 16 16,0-1 0-16,0 1 0 0,0 0-48 0,-1-1-16 15,1 1 0-15,-1 0 0 0,1 0-176 0,-1 0 128 16,0 1-128-16,0 0 128 0,-1 0-128 16,1 2 0-16,0-2 0 0,-1 2 0 15,0 1 0-15,0-2 0 0,-1 4 0 0,2 0 0 0,-2 1 0 0,0 2 0 16,1 0 0-16,-2 0 0 0,0 3 0 0,-1-2 0 15,1 3 0-15,-1-4 128 0,2 0 48 0,-2 0 0 16,1 1 0-16,-1 0 0 0,2-1-176 0,-1 0 128 16,-1-2-128-16,1 2 128 0,0 0-128 0,-2 0 0 15,1 1 0-15,-2 3 128 0,2-3-128 0,-1 1 0 16,0 1 0-16,1-1 0 0,-1-1 0 0,0 1 0 0,1-1 0 16,-2 3 0-16,2-3 0 0,-2-3 0 0,1 2 0 15,0-4 0-15,0 1 0 0,1 1 0 0,0-3 0 16,1 2 0-16,-1 0 0 0,1-2 128 15,0 0-128-15,0-1 0 0,0 1 0 0,1-1 0 0,0 2 128 16,0-1-128-16,3-3 0 0,-1 2 0 0,0 1 0 16,0-2 0-16,1 0 0 0,0-2 0 0,0 0 0 15,2-2 0-15,-1 1 192 0,1-3-64 0,0 0 0 0,1-1 0 0,0 0 320 0,0 0 64 16,1-1 16-16,-1 0 0 0,2-1-80 0,0 0-32 16,0 1 0-16,-1-1 0 0,1-1-80 0,0 1-16 0,1 2 0 0,0-2 0 31,2 0 672-31,-1 1 128 0,1-1 32 0,2-1 0 0,-1 3-864 0,1-2-160 0,3 0-128 0,1 0 144 15,-1-1-144-15,2 1 128 0,2 1-128 0,0-1 128 32,2 1-912-32,-1 0-192 0,0 1-48 0,0 1 0 0,-16-1 832 0,30 4 192 0,-30-4 0 0,0 0 0 15,37 19 0-15,-37-19 0 16,0 0 0-16,0 0 0 0,0 0 0 0,20 47 0 16,-21-33 0-16,-4 1 0 0,-2 0 224 0,-1 2-64 0,-3 3-16 0,-1-2 0 15,-3 5 240-15,-1 0 64 16,0-2 0-16,-2 2 0 0,-2 2-96 0,0 0-16 0,0 1 0 0,-2 1 0 0,2 1-208 0,-4 3-128 15,-2 2 160 1,1 2-160-16,2-1 0 0,4-4 0 0,4-3 0 16,4-7-10128-16,4-4-2128 0</inkml:trace>
  <inkml:trace contextRef="#ctx0" brushRef="#br3" timeOffset="-100838.1">11472 9806 2751 0,'-5'3'256'0,"-1"0"-256"0,2 0 0 16,1-1 0-16,2 1 1312 0,-3-1 224 0,-4 3 32 0,-5 4 16 16,-4 3 96-16,-3 2 32 0,2-2 0 0,2 0 0 15,1-2-432-15,2-1-96 0,2-3-16 0,1 0 0 0,2-1 64 0,-1-3 16 16,1 1 0-16,1 1 0 0,1-3-240 0,1 1-48 16,1 1-16-16,0-2 0 0,1 2-592 0,1-1-112 15,1 1-32-15,2-3 0 31,1 0-672-31,1-1-144 0,2-1-32 0,1-3 0 0,1 1-1344 0,4-6-288 0,2-2-48 0,2-1-6528 16</inkml:trace>
  <inkml:trace contextRef="#ctx0" brushRef="#br3" timeOffset="-100651.86">11482 9745 3679 0,'2'-1'320'0,"-2"-1"-320"16,0 2 0-16,0 0 0 16,1-2 1680-16,1-1 272 0,2-1 48 0,-2-1 16 0,1 2 1056 0,-1 0 224 0,0 4 32 0,-3 3 16 15,0 2-960-15,-2 0-192 0,0 4-32 0,-2 1-16 16,-1 1-864-16,-1 2-160 0,0 3-32 15,-1-2-16-15,0 2-336 0,-1-1-64 0,-1 3-16 0,0-1 0 16,1 2-272-16,-1-2-64 0,1 2-16 0,1-2 0 16,0-1-160-16,1 0-16 0,2-1-128 15,2-2 192-15,1 0-192 0,1-1 0 0,1 0 128 0,1-1-128 32,-1-12-432-32,0 0-128 0</inkml:trace>
  <inkml:trace contextRef="#ctx0" brushRef="#br3" timeOffset="-99358.64">11503 9763 10127 0,'2'-6'896'0,"-2"2"-704"0,2-1-192 0,-1 1 0 0,0 2 944 16,0 0 144-16,0 1 48 0,0-4 0 0,1 1 928 0,0-3 192 16,0 2 48-16,-2 0 0 0,-1 2-1008 0,-1 3-192 15,-1 0-32-15,-3 3-16 0,1 2-416 0,-3 0-64 16,0 4-32-16,-1-2 0 0,-2 3-288 0,0 1-64 16,-2 3-16-16,0 1 0 15,0 2 0-15,0 1 0 0,-2 0 0 0,1 2 0 16,-1 2-48-16,0-1-128 0,1-2 192 0,1-2-64 0,2-1 64 15,0-3 16-15,1 0 0 0,1-3 0 0,-1-1 64 0,2 1 16 16,0-3 0-16,0 0 0 0,2 0-288 0,-1-2 0 16,2-1 0-16,0 1 0 0,1-2 0 0,2-3 0 0,0 1 0 0,2-2 0 15,1-2 0-15,0-1 0 16,2-1 0-16,1-2 0 0,1 0-192 0,1-3 0 16,2 0 0-16,3-3 0 0,0 0-128 0,1 1-32 15,0-2 0-15,2-1 0 0,0 0 80 0,0-1 16 16,-1 1 0-16,0 0 0 0,0 4 128 0,0-3 128 15,-1 2-192-15,-2 2 192 0,-2-1 0 0,0 3-128 0,-2-1 128 0,-1 4 0 16,-2-2 0-16,-1 2 0 0,0 4 0 0,-2 0 144 16,-2 1-16-16,0 0 0 0,-2 2 0 0,-2 1 0 15,0 2 272-15,-4 1 48 0,1 4 16 0,-3-3 0 16,0 5-192-16,-2-1-32 0,-1 1-16 0,0 0 0 16,2 3-32-16,-1-1-16 0,2 1 0 0,-1-1 0 15,4-2-16-15,1-1 0 0,1 1 0 0,2-4 0 0,0-2-160 16,2 0 160-16,1-2-160 0,1 0 160 0,0-4-160 15,2 0 0-15,0 0 0 0,0-2 0 0,1-1 0 0,1 1 0 16,1-2 0-16,0-1 128 16,1 1-128-16,1-2 128 0,-1-1-128 0,2 0 128 0,0 0-128 0,1-3-144 15,0 3 144-15,1-2-208 16,1-1-208-16,2-1-32 0,-1 1-16 0,2-2 0 16,0 0 32-16,1 0 16 0,0 1 0 0,-1 1 0 15,-1 0 416-15,0 1-128 0,-1 0 128 0,-1 1 0 0,-3 1 0 0,0 0 0 16,-2 3 0-16,0 1 128 0,-2-2 64 0,-1 3 0 15,-1 1 16-15,0 1 0 0,-1-1 160 0,0 1 16 16,-1 1 16-16,1-1 0 0,0 0-16 0,0 0-16 0,0 0 0 0,0 0 0 16,0-1-176-16,1 1-16 0,1 0-16 0,-1-2 0 15,2 1-160-15,0-1 128 0,0-1-128 0,-1 1 128 16,1 0 0-16,1-2 0 16,-1 0 0-16,1 1 0 0,0 0 32 0,-1 1 0 15,-1 1 0-15,-1-1 0 0,1 2 64 0,-2 2 16 0,0-2 0 0,-1 3 0 0,1 0 48 0,-2-1 16 16,2 3 0-16,-2 0 0 15,0-2-48-15,0 2-16 16,1-1 0-16,-1 0 0 0,0 1-16 0,1-1 0 0,0 0 0 0,1 2 0 16,0-2-32-16,0 1-16 0,0 0 0 0,1 0 0 15,0 2-48-15,0 2-128 0,0 1 192 0,-1-10-64 16,0 0-128-16,4 52 0 0,-4-52 0 0,0 50 128 16,-2-22-128-16,-2 0 0 0,0 1 0 0,-2-1 0 15,-1 0 0-15,0-2 0 0,0-2-176 0,0 0-17552 16</inkml:trace>
  <inkml:trace contextRef="#ctx0" brushRef="#br3" timeOffset="-97376.71">11415 11136 3679 0,'2'-11'320'0,"0"3"-320"16,0 3 0-16,0-2 0 0,-1 4 2928 0,0 1 512 0,0 0 96 0,0-5 32 16,0 0-752-16,-1-3-128 0,0 1-48 0,-3 2 0 15,-2 2-784-15,0 2-144 0,-2 3-48 0,0 0 0 16,-1 2-448-16,0 3-112 0,-1 0-16 15,-2 2 0-15,1 2-288 0,0 0-64 0,0 2-16 0,-1 1 0 16,1 2-208-16,-1 2-32 0,1 1-16 0,-2 2 0 16,0 2-208-16,-1 1-32 0,0 1-16 0,0 1 0 15,1 0-208-15,2-5 0 0,2 0 0 0,3-3 0 16,0-2 0-16,2-3 0 0,2 0 0 0,1-6 0 16,0 0-192-16,2-3-128 0,3-5-16 0,1-2-16 15,0-4-2192-15,3-3-432 0</inkml:trace>
  <inkml:trace contextRef="#ctx0" brushRef="#br3" timeOffset="-97185">11412 11026 911 0,'1'-12'0'0,"0"3"0"15,0 2 0-15,0 5 0 0,-1-1 2656 0,0 3 448 16,1-2 96-16,0 2 0 0,2-2 976 0,0 4 192 0,0 1 48 0,-3-3 0 16,0 0-1888-16,0 0-368 0,12 49-80 15,-12-49-16-15,7 41-1152 0,-7-41-224 16,6 44-48-16,-6-44-16 0,4 46-336 0,-4-46-64 0,3 40-16 0,-3-40 0 15,3 36-208-15,-3-36 176 16,3 35-176-16,-3-35 160 0,2 28-352 0,-2-28-64 0,0 0 0 0,0 0-16 16,0 0-1968-16,0 0-400 0</inkml:trace>
  <inkml:trace contextRef="#ctx0" brushRef="#br3" timeOffset="-96979.08">11273 11259 11055 0,'-2'0'976'0,"0"0"-784"0,1 0-192 0,1 0 0 16,1 2 2192-16,-1-2 400 0,0 1 80 0,0 3 16 0,2-2 960 0,1 0 208 15,-3-2 48-15,0 0 0 0,0 0-2000 16,0 0-400-16,41 6-80 0,-27-9-16 0,1-1-880 16,0 1-176-16,2-4-32 0,-3 2-16 15,-2 0-304-15,0-2 128 0,0 1-128 0,0 0 0 16,-1-1 0-16,-2 0 0 0,0 3 0 0,0-2-18208 0</inkml:trace>
  <inkml:trace contextRef="#ctx0" brushRef="#br3" timeOffset="-96494.08">11620 11321 13823 0,'-2'4'608'0,"0"-4"128"0,1 1-592 0,0 1-144 15,1-2 0-15,-1 0 0 0,1-2 2176 0,-1 1 384 16,1 1 96-16,-2-4 16 0,1 1-192 0,0-2-48 0,0 0 0 0,-1-1 0 16,0-2-832-16,0-1-160 0,1 2-32 0,0-4-16 15,0 0-560-15,0-1-128 0,1-2 0 0,0-2-16 16,1 0-304-16,1-1-64 0,2 0-16 0,0 1 0 16,3-1-304-16,1 0 160 0,2 1-160 0,2 2 128 15,1 2-128-15,-1 0 0 0,2 0 0 0,-1 2 0 16,1 3 0-16,0 2 0 0,1 1 0 0,-15 4 0 15,26-2 0-15,-26 2 0 0,0 0 0 0,0 0 0 0,38 23 0 0,-38-23 0 16,0 0 0-16,19 43 0 0,-19-43 0 0,8 33 0 16,-8-33 0-16,2 41 0 0,-4-20 0 15,-1 0 0-15,0-2 0 0,-1 0 0 0,-1-3 0 0,1 1 0 16,-1-3 0-16,1-2 0 0,0-2 0 0,2-1 0 16,-1-1 0-16,0-2 0 15,2-3-384-15,0 0-64 0,1-3-16 0,0-1-17280 0</inkml:trace>
  <inkml:trace contextRef="#ctx0" brushRef="#br3" timeOffset="-96193.3">12004 11069 15023 0,'5'-7'320'0,"0"2"80"0,-1-2 16 0,0 5 16 0,-1-2-432 0,-1 3 0 0,0-3 0 16,3 1 0-16,2-4 3264 0,0 0 560 0,1 0 112 0,-1 3 32 0,-2 3-1920 0,-3 2-368 16,-2-1-80-16,0 0 0 15,0 0-576-15,0 29-128 0,-2-16 0 0,-2 3-16 0,0-1-384 16,-1 3-80-16,0-1-16 0,-1 2 0 16,3-2-160-16,-2 0-48 0,0 0 0 0,3-2 0 0,-1-1-192 0,3-14 128 15,-4 29-128-15,4-29 0 16,-3 26 0-16,3-26 0 0,0 0 0 0,-2 26 0 31,3-21-880-31,0-3-208 0,0-2-64 0,1 0-15664 0</inkml:trace>
  <inkml:trace contextRef="#ctx0" brushRef="#br3" timeOffset="-95773.61">12023 11034 12895 0,'-1'-5'1152'0,"1"0"-928"0,0 4-224 0,0 1 0 16,1 0 2448-16,0-1 448 15,0-2 96-15,1-2 16 0,2 1 240 0,2-1 48 0,2 0 16 0,2 1 0 16,2-1-1808-16,0 0-352 16,1 1-80-16,1-2-16 0,2 0-704 0,1-1-144 0,0 0-16 0,-1-1-16 15,0 1-48-15,-1 0 0 16,0 2 0-16,-1 0 0 0,-1 3-128 0,-3 1 192 0,-10 1-192 0,0 0 192 16,0 0-192-16,0 0 0 15,0 0 0-15,11 44 0 0,-18-32 0 0,-1 4 0 0,-3 2 0 16,-2 0 0-16,0-1 0 0,-1-1 0 0,-1 0 0 0,0-1 0 15,0-3 0-15,-3-3 0 0,1 2 0 0,0-3 0 16,0-1 0-16,2-1 0 0,2-2 0 0,2-2 0 16,1 1 0-16,2-3 0 0,1 2 0 0,1-2 0 15,2-2 0-15,1 1 0 0,2-1 0 0,2 0 0 16,2 0 0-16,1-1 0 0,2 0 0 0,1-1 0 0,4 0 0 16,1 1 0-16,3-2 0 0,1 3 0 0,3-1 160 15,0-1 0-15,1 3 0 0,-20 1 0 0,38-2-16 0,-38 2 0 16,35 2 0-16,-35-2 0 15,0 0 0-15,40 15 0 0,-40-15 0 0,0 0 0 16,0 0-144-16,29 35 0 0,-29-35 0 0,0 0 0 16,1 29 0-16,-4-18 0 0,-3 1 0 0,0-2 0 15,-3 2 0-15,-1-2 0 0,-3 1 0 0,-3 1 0 0,-1-2 0 0,-5 1 0 16,-4 0 0-16,-3 0-18880 16</inkml:trace>
  <inkml:trace contextRef="#ctx0" brushRef="#br3" timeOffset="-94021.6">10978 11632 14735 0,'0'-1'1312'0,"1"-3"-1056"16,0 3-256-16,0-1 0 15,0 0 1152-15,-1 0 160 0,2-1 32 0,0-4 16 0,0 0 624 0,0 0 128 16,-1 0 32-16,-1 3 0 0,-1 1-928 0,0 2-192 0,-3-1-48 0,0 2 0 16,-1 2-448-16,-2-1-80 0,0 1-32 0,0-2 0 15,-1 2-96-15,1 0 0 16,0-2-16-16,1 1 0 0,-1 1 16 0,1-2 0 0,0 2 0 0,0-2 0 16,0 3-128-16,1-1 0 0,-1 2-16 0,0 0 0 15,0 2-176-15,-1 4 160 0,-2-1-160 0,1 5 160 16,0 1-160-16,0 4 0 15,1 3 0-15,1 1 0 0,1 0 128 0,1 3-128 16,2 3 0-16,-1-2 128 0,3-1 64 0,0-26 0 16,6 41 0-16,-6-41 0 0,0 0 144 0,0 0 48 15,33 39 0-15,-33-39 0 0,0 0-384 0,44-1 128 0,-26-5-128 16,3-2-11200-16,-1-1-2272 0</inkml:trace>
  <inkml:trace contextRef="#ctx0" brushRef="#br3" timeOffset="-93761.14">11182 11643 16575 0,'-1'-5'736'0,"0"3"160"0,1 0-720 0,0-1-176 15,-1 3 0-15,1 0 0 0,0 0 1856 0,-1 0 320 16,1 3 80-16,-1 0 16 0,-1 5 448 0,0 0 96 15,1 5 0-15,-2 2 16 16,1 4-2272-16,-1 2-560 0,-1 0 0 0,1 3 0 0,-1 1 640 0,0 0 48 16,1-3 16-16,-1-1 0 0,2-1-256 0,0-3-64 15,1-2 0-15,1-3 0 0,0-1-384 0,0-11 128 16,0 0-128-16,0 0 0 16,5 30-512-16,-3-28-192 0,1 0-48 0,-2-2 0 15,2-3-2032-15,-1-2-416 0</inkml:trace>
  <inkml:trace contextRef="#ctx0" brushRef="#br3" timeOffset="-90008.09">11287 11645 8287 0,'0'-2'736'0,"0"0"-592"16,0 1-144-16,-1 1 0 16,1 0 736-16,0 0 112 0,-1-2 32 0,0 0 0 15,0 0-176-15,0-1-16 0,0 1-16 0,0 0 0 0,-1 1-464 0,0-1-80 0,1 2-128 0,-2 0 176 31,0-2-480-31,0 2-80 0,0-2-32 0,1 1 0 16,-2-1-928-16,0 2-176 0,1-2-32 0,0 1-16 0,0 1 1248 0,-1-2 320 0,2 4 0 0,-1-2 0 16,0 1 0-16,0 1-128 0,0-2 128 15,0 2 0-15,0-2 0 0,-1 1-160 0,0 1 160 0,1-2 0 16,0 0 1872-16,-1 2 464 0,0-2 96 0,-1 0 0 16,0 0-96-16,0 0-32 0,1 0 0 0,-1 0 0 0,1 0-384 0,0 0-64 15,1 0-32-15,0 0 16 16,0-2-192-16,0 0-48 15,1 1 0-15,0-1 0 0,2 0-464 0,-1 1-112 0,2-1 0 0,1 1-16 0,0 0-448 0,0-1-96 16,1 1-16-16,0 0 16 16,2 0-224-16,-1 1-48 0,0-3-16 0,2 3 0 15,1-2-176-15,2-2 128 0,0 1-128 0,1-4 128 0,2 2-128 0,2-2 0 16,2-2 0-16,1 2 0 0,0-1 0 0,-17 8 0 16,34-9 144-16,-34 9-144 15,0 0 0-15,39 0 0 0,-39 0 0 0,0 0 0 0,0 0 0 0,0 0 0 0,22 33 0 0,-24-22 0 31,-2 0-128-31,-1-2 128 0,-3 3 0 0,-1-2 0 0,-2 3 0 16,-2-3 0-16,-1 2 0 0,0-3 0 0,-1 1 0 16,-1-3 0-16,0 0 0 0,-1-2 0 0,0-1-128 0,3-4 128 15,2 0 0-15,1 0 0 16,2-2-448-16,2 0 0 16,1 2 16-16,1-4 0 0,3 4-1456 0,1-1-288 0</inkml:trace>
  <inkml:trace contextRef="#ctx0" brushRef="#br3" timeOffset="-89449.93">11414 11709 21183 0,'-2'0'1888'0,"1"0"-1504"16,0 0-384-16,1-2 0 15,1 0 1296-15,0 1 192 0,0-2 48 0,1-3 0 0,0-1 304 0,4-3 64 16,1-1 16-16,2 1 0 0,0-1-1024 0,1 1-208 16,1 0-48-16,1 1 0 0,0 2-192 0,1-1-32 15,-13 8-16-15,25-4 0 16,-25 4 80-16,0 0 16 0,0 0 0 0,0 0 0 0,36 28-368 0,-36-28-128 15,5 29 0-15,-5-29 0 0,-1 31 128 0,-1-15-128 0,-2 1 0 16,0-3 144-16,0-2-144 0,0-3 0 0,-1-1 0 0,0-2 0 16,1-1 0-16,0-4 0 0,1 1 0 0,1-5 0 15,1-2 0-15,0-1 128 0,1-2-128 16,0-1 0-16,2-3 144 0,0 0-144 0,1 0 160 0,2 1-160 16,-1-4 192-16,3 1-48 0,0-2-16 0,2 1 0 15,-1 1-128-15,1 0 0 0,1 2 0 0,0-2 0 16,0 4 0-16,1-1 0 0,-1 3 0 0,0 1 0 15,-1 0 0-15,-9 7 0 0,16-7 0 0,-16 7 0 16,0 0-1216 0,0 0-160-16</inkml:trace>
  <inkml:trace contextRef="#ctx0" brushRef="#br3" timeOffset="-89133.83">11788 11574 17503 0,'-1'-1'1552'0,"0"0"-1232"0,1 1-320 0,-1 0 0 16,0 1 2128-16,0-1 368 0,-1 1 80 0,-2 1 16 0,-1 3-256 0,-1 2-48 16,0 1-16-16,0 1 0 0,0 3-1312 0,2 0-272 15,-2 4-48-15,3-1-16 0,-1 0-32 0,1 0 0 16,3-15 0-16,2 24 0 0,-2-24-128 0,0 0-16 16,0 0-16-16,0 0 0 0,35 22-224 0,-35-22-32 15,22-9-16-15,-10 3 0 16,-1-3-160-16,1-2 128 0,-1-2-128 0,0 1 128 0,0-2-128 15,-2 1 0-15,-1 1 0 0,-2-1 128 0,2 0-128 0,-4 0 0 16,1 1 0-16,-3 2 0 0,-2 1 0 16,-3 2 0-16,-2 0 0 0,-2 2 0 0,-3 4 0 0,-2 0 0 15,-2 2 0-15,-1 2 0 0,-1 3 0 0,0 1 0 16,-1 3 0-16,1 1 0 0,1-2-144 0,1 0 144 16,3 1-192-16,2-2 192 0,2-1-944 0,3 0-80 15</inkml:trace>
  <inkml:trace contextRef="#ctx0" brushRef="#br3" timeOffset="-87972.47">12126 11607 13823 0,'-1'0'1216'0,"0"1"-960"15,1 1-256-15,0-2 0 0,-1 0 1952 0,0 1 352 16,0 2 64-16,-1 2 0 0,-1 2 1344 0,-1 3 256 0,1-3 48 0,0 0 16 16,3-7-2256-16,0 0-448 0,0 0-96 0,0 0-16 15,0 0-784-15,0 0-176 0,0 0-16 0,0 0-16 16,29-7-80-16,-23 0-16 0,-2-2 0 15,2 1 0-15,0-1-128 0,-2-2 0 0,0 1 0 0,-2 2 128 16,-1 0-128-16,-3 2 0 0,-1 1 0 0,-2 1 0 16,0 2 0-16,-4 1 0 0,0 2 0 0,-2 3 0 15,-2-2 0-15,0 3 0 0,0 2-144 0,-1 0 144 16,1 0 0-16,2 1 0 16,0 1 0-16,0 0 0 0,2 1 0 0,-1 2 0 0,2 0 0 15,1 0 0-15,0 2 0 0,1 0 0 0,2 0 0 0,2 0 0 16,2-14 0-16,0 26 0 0,0-26 0 0,0 0 0 15,0 0 0-15,0 0 0 0,29 29 0 0,-29-29 0 0,0 0 0 16,34-6 0-16,-20-2 0 0,1-1 0 16,0-1 0-16,-1-2 0 0,1-2 0 0,0-2 0 0,1 1 0 0,-2-2 0 15,-2 3 0-15,1-2 0 0,-1-1-128 16,-1 0 128-16,0 2 0 0,-2-2 0 16,2 2-208-16,-3-2 64 0,-1 3 16 0,0 0 0 0,-2 0 128 0,0-1 0 15,-1 1 0-15,-2-2 0 0,0 1 0 0,-2-1 0 16,0 0 0-16,0 3 0 0,0 0 0 15,-2 3 0-15,0 2 0 0,0 1 0 16,0 2 0-16,-1 3 0 0,1 2 0 0,0 2 128 0,-1 3 0 0,0 2 0 0,1 3 0 0,0 2 0 16,2-12 16-16,-3 33 16 15,1-14 0-15,0 2 0 0,0 0-160 0,-1 1 160 0,1 2-160 0,-1-2 160 16,1 0-32-16,0-1 0 16,2-21 0-16,-1 35 0 0,1-35-128 0,3 30 192 15,-3-30-192-15,0 0 192 0,12 33-192 0,-12-33 0 0,0 0 0 16,0 0 0-16,0 0 0 0,28 26 0 15,-28-26-128-15,0 0 128 0,21-11-416 16,-13 4-16-16,0-1 0 0,0-3 0 16,3-3-1104-16,0-1-240 0,0-2-32 0,0 1-16 15,1-3-1488-15,-1 1-288 0,-1 0-64 0,0-1-16 0,-2 0 1808 16,0 2 352-16,1 1 80 0,-4 2 16 0,1 4 2320 0,-2 3 448 0,-1 2 112 0,-2 3 16 16,-1 2 768-16,0 0 176 0,0 0 16 0,-6 15 16 15,2-6-592-15,-1 1-112 0,1 4-16 16,-2 0-16-16,1 0-832 0,0 2-176 0,-1 2-16 0,0 0-16 0,1 1-352 0,0-2-80 15,2-1-16-15,3-16 0 0,-3 32-48 0,3-32-16 16,0 0 0-16,4 32 0 0,-4-32-160 16,0 0 0-16,0 0 0 0,0 0 128 0,0 0-128 0,0 0 0 0,34 19 0 0,-34-19 0 15,17-13-144-15,-8 5 144 16,2-2-192-16,-1-1 192 16,0 1-688-16,2-2-16 0,-1 1-16 0,-1 1 0 15,-1-2-384-15,-1 2-80 0,0-1-16 16,-2 1 0-16,-2 1 496 0,1-2 80 0,-2-2 32 0,-1 1 0 15,0 0 592-15,-1-2 0 0,-1 2 0 0,0 1 0 0,-1 3 432 16,0 1 144-16,1 3 48 0,-1 1 0 0,0 3 272 0,1 0 48 16,0 0 16-16,-3 10 0 0,3-10-416 0,-5 21-80 15,5-21-16-15,-5 28 0 0,5-28-144 0,-4 36-48 16,2-17 0-16,2-19 0 0,-2 35-128 0,2-35-128 16,1 32 192-16,-1-32-192 0,0 0 208 0,9 37-64 15,-9-37-16-15,0 0 0 0,0 0-128 0,0 0 0 16,0 0 0-16,37 19 128 0,-37-19-128 0,13-7 0 0,-4 0 0 0,-1 0-12224 15,1-2-2448-15</inkml:trace>
  <inkml:trace contextRef="#ctx0" brushRef="#br3" timeOffset="-87666.33">13010 11475 19343 0,'-2'0'1728'0,"0"0"-1392"0,0 0-336 0,0 0 0 0,0 2 2240 16,1-2 368-16,-1 2 80 0,-2-1 0 0,-2 2-448 0,-2 1-80 16,-1 1-32-16,1-1 0 15,-2 0-1648-15,2-3-336 0,0 1-144 0,0-2 128 0,-1 0-128 0,0-2 0 16,-3 1 0-16,-1 1 0 0,0 0 0 0,-1 0 0 16,-1 0 0-16,0 3 0 0,-2 4 0 15,2 0 0-15,2 5 0 0,0 0 0 16,1 2 0-16,2 1 0 0,3 1 0 0,1 0 0 15,3 4 400-15,0-2 48 0,3-18 16 0,2 39 0 16,-2-39 96-16,13 33 16 0,-13-33 0 0,0 0 0 16,36 26-304-16,-36-26-48 0,31 2-16 0,-31-2 0 0,35-4-208 0,-35 4 0 15,33-10 0-15,-17 3 0 16,0 0-800-16,-3-3-208 0</inkml:trace>
  <inkml:trace contextRef="#ctx0" brushRef="#br3" timeOffset="-87410.43">13279 11394 22111 0,'-4'-2'976'0,"1"2"208"0,0 2-944 0,1-2-240 0,0 2 0 16,-1 1 0-16,3-3 2144 0,-8 9 384 0,-1 5 80 0,-2 1 16 16,-3 6-960-16,1 1-176 0,0 2-32 0,0 1-16 15,2-1-608-15,1 0-112 0,1 1-16 0,2-3-16 16,3-1-176-16,4-21-16 0,-4 38-16 0,4-38 0 15,0 0-160-15,10 41-16 0,-10-41-16 0,0 0 0 16,24 28-288-16,-24-28 160 0,0 0-160 0,32 16 128 16,-32-16-128-16,0 0 0 0,32 3 0 0,-32-3 0 0,21-6 0 0,-21 6 0 15,18-13-192-15,-10 6-12288 0,-2-2-2432 16</inkml:trace>
  <inkml:trace contextRef="#ctx0" brushRef="#br3" timeOffset="-87209.02">13048 11606 11055 0,'-5'4'976'0,"3"-3"-784"0,1 0-192 0,1-1 0 0,0 2 3360 0,0-2 624 0,0 0 128 0,0 0 32 15,0 0-240-15,0 0-32 16,0 0-16-16,36 8 0 0,-36-8-2656 0,0 0-544 16,42-2-96-16,-42 2-32 0,37-6-272 0,-37 6-48 15,41-12-16-15,-20 6 0 0,-3-1-192 0,0 2 0 16,-18 5 0-16,29-11 0 0,-29 11 0 0,25-10-240 15,-25 10 32-15,22-7-12272 16,-22 7-2432-16</inkml:trace>
  <inkml:trace contextRef="#ctx0" brushRef="#br3" timeOffset="-86997.32">13524 11392 22111 0,'0'0'976'0,"0"0"208"0,0 0-944 0,0 0-240 0,0 0 0 0,0 0 0 16,0 0 2688-16,0 0 480 0,21 35 96 0,-21-35 32 16,17 41-1216-16,-17-41-240 0,18 49-48 0,-18-49-16 15,16 50-976-15,-16-50-192 0,11 47-32 0,-11-47-16 16,7 43-272-16,-7-43-48 0,1 38-16 0,-1-38 0 0,-7 35-224 0,0-18 128 16,-5 0-128-16,-2 0 0 15,-3 2 0-15,-3-3 0 0,0 1 0 0,-1 0-19200 16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10-23T09:02:48.379"/>
    </inkml:context>
    <inkml:brush xml:id="br0">
      <inkml:brushProperty name="width" value="0.05292" units="cm"/>
      <inkml:brushProperty name="height" value="0.05292" units="cm"/>
      <inkml:brushProperty name="color" value="#002060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C00000"/>
    </inkml:brush>
    <inkml:brush xml:id="br3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7963 12231 3679 0,'-3'2'320'0,"1"-2"-320"0,1 1 0 16,0-1 0-16,0 2 352 0,0-2 0 0,1 0 0 16,-1 0 0-16,1 0 528 0,-1 0 96 0,0 0 32 15,0-3 0-15,3 1-304 0,-1-1-48 0,-1 0-16 0,1 0 0 16,0-2 256-16,2 0 64 0,-1 3 0 0,0-1 0 16,-1 1 64-16,1 0 32 0,-1 2 0 0,0-1 0 15,2 2 32-15,-1 1 0 0,0 0 0 0,1-1 0 16,-1 1-48-16,-1 0 0 0,1 0 0 0,0 0 0 0,1 1-272 0,-1 0-48 15,0-1-16-15,-1-1 0 16,1 0-256-16,-1-1-64 0,1 0-16 0,0-1 0 0,0 0-160 0,1-1-16 16,0-3-16-16,0 0 0 0,1 3 128 0,-1-3 16 15,1-1 16-15,1 0 0 0,0 1-16 0,0-2-16 16,1 0 0-16,-2 2 0 0,1-2 0 0,0 3 0 16,1-3 0-16,0 2 0 0,-2 0-16 0,2 0 0 15,-1 0 0-15,1 0 0 0,-1 1-96 0,0-1 0 16,2-2-16-16,-2 2 0 0,1-2-16 0,0 0 0 15,1 0 0-15,-2 0 0 0,2 1 80 0,0-2 16 16,1 1 0-16,-1-3 0 0,1 3-32 16,0-2 0-16,1-3 0 0,0 2 0 0,1 0-32 0,1-3-16 15,2 3 0-15,-1-4 0 0,2 2-176 0,-1-3 128 16,2 2-128-16,-1-2 128 0,2 2-128 16,0-1 0-16,1-1 0 0,-3 0 128 0,2-1-128 15,-2 1 0-15,0-1 0 0,0 0 0 0,-2 1 128 0,1-1-128 16,0 1 0-16,-1 1 128 0,-1 0 0 0,1 0-128 15,1-1 192-15,-1-2-64 0,-1 3-128 0,1-1 0 16,2-2 144-16,0-1-144 0,1 1 0 0,0-1 0 16,0 1 0-16,1 1 0 0,0-1 0 0,2 0 0 0,-1 0 0 0,0-1 0 15,2 1 0-15,-1-1 0 0,0-4 0 0,-1 4 128 16,-1 0-128-16,0 0 0 16,1-1 0-16,-2 1 0 0,1 1 0 0,-1 0 144 15,2 0-144-15,-1-2 0 0,1 0 192 0,0 0-192 0,0 0 192 16,0 0-192-16,1 0 128 0,0-2-128 15,1 2 0-15,1-5 0 0,1 3 0 0,-1-3 0 16,1 0 0-16,-1 1 0 0,-1 1 0 0,1-2 0 0,-1 1 0 16,1 0 0-16,-1 2 0 0,1-4 0 0,1 2 0 0,0-1 0 15,0 3 0-15,-1-3 0 0,1 2 0 0,0-1 0 16,-1 1 0-16,2-1 0 0,0 0 0 0,0-2 0 16,0 4 0-16,0-2 0 0,-2 2 0 0,1 1 0 15,-5 1 0-15,3-2 0 0,-2 0 0 0,3-1 0 16,-2 0 0-16,0-1 0 0,1 2 0 0,-2-2 0 15,1 0 0-15,-1 0 0 0,1-1 0 0,0 1 0 16,0 1 0-16,1-3 0 0,-1 2 0 0,2-2 0 16,0 3 0-16,2-3 0 0,-1 1 0 0,-1 0 0 0,1 1 0 15,-2 0 0-15,-1 0 0 0,-1 0 0 0,-1 3 0 0,-1-1 0 16,0 2 0-16,-1 0 0 0,-1 2 0 16,0-1 0-16,-1 1 0 0,-1 0 0 0,0 3 0 15,0-2 0-15,1-1 0 0,-1 0 0 0,2 3 0 0,-1-3 0 16,1 1 0-16,-1 1 0 0,3 0 0 0,-2 0 0 15,1-2 0-15,-1 0 0 0,0 1 0 0,-1-1 0 16,0 0 0-16,-1 1 0 0,1-2 0 0,-1 0 0 16,-1 3 0-16,0 0 0 0,-1-1 0 0,1 1 0 15,-2 3 0-15,-1 0 0 0,1 0 0 0,0-1 0 0,1 0 0 0,-1 0 0 16,0 0 0-16,1 1 0 0,0-1 0 0,1 0 0 16,-1 1 0-16,1 1 0 0,-2-1 0 0,2 0 0 15,0-2 0-15,1 0 0 0,1 2 0 0,0-3 0 16,0 1 0-16,0 0 0 0,0-1 0 0,0 1 0 15,1-2 0-15,-1 2 0 0,0-1 0 16,-1 1 0-16,0 0 0 0,0 0 0 0,0 2 0 0,-2 0 0 16,0 1 0-16,-1 1 0 0,1-2 0 0,-1 0 0 0,-1 0 0 15,1 0 0-15,0 2 0 0,0 1 0 16,0 0 0-16,0-2 0 0,0 1 0 0,-1 2 0 16,1-1 0-16,-1-2 0 0,1 1 0 0,2 0 0 0,-3 1 0 0,2-1 0 15,-1-2 0-15,0 0 0 0,1 3 0 0,-2-1 0 16,0 1 0-16,0-1 0 0,0 1 0 0,1 0 0 15,-2 1 0-15,2-1 0 0,-3 2 128 16,2-1-128-16,-2 2 0 0,1-2 0 16,-1 2 0-16,1 0 0 0,0-1 0 0,0 0 0 0,0 0 128 15,1 0-128-15,-1 0 0 0,1 0 0 0,0-1 0 16,1-1 0-16,-1 2 0 0,2-2 0 16,-2 2 128-16,0-1-128 0,2 1 0 0,-2 0 0 15,0 0 0-15,-2 1 0 0,1 0 0 0,-1-1 0 0,1 2 0 0,-1-2 0 16,1 0 0-16,-1 0 0 0,-1 2 128 0,1-2-128 15,1 0 0-15,-2 1 0 0,0 0 0 0,1 1 0 0,-2 1 128 16,1-3-128-16,0 3 0 0,-2-1 160 0,2 1-160 16,-1 0 128-16,0 2-128 0,-1-3 0 15,2 0 0-15,-1 3 0 0,1-3 0 0,-2 2 0 16,2-1 0-16,-1-1 0 0,1 0 0 0,-2 2 0 0,2-1 128 16,0 0-128-16,0 1 0 0,-1-1 0 0,1-1 0 15,1 1 0-15,-2 1 0 0,1-2 0 0,0 0 0 0,-1 0 0 16,0 1 0-16,1 1 128 0,1-1-128 0,-2-1 0 15,0 2 0-15,1 1 128 0,0-3-128 16,-1 3 0-16,1-3 128 0,0 3-128 16,-1-3 0-16,0 0 128 0,1 3-128 0,-1-3 160 0,0 0-160 0,0 1 160 0,1-1-160 15,0 0 0-15,-1 3 0 0,0-3 128 0,0 0-128 16,0 3 0-16,-1-3 0 0,1 0 0 0,0 2 0 0,-1 0 0 16,1 0 128-16,-1-2-128 0,0 3 0 0,0 0 0 15,0-1 144-15,-1-2-144 0,1 3 0 0,-1 0 144 0,0-1-144 0,-1 1 0 16,1 2 128-16,0-3-128 0,0 3 0 15,0-2 0-15,-1 1 0 0,0 0 0 0,1 1 0 0,0 0 0 16,0 0 0 0,-1-2 0-16,1 2 0 0,-1 0 0 0,1 0 0 0,1 0 0 15,-1-2 0-15,0 2 0 0,-1 0 0 16,0 0 0-16,1 2-144 0,-1-2 144 16,0 2-800-16,-1 0-80 0</inkml:trace>
  <inkml:trace contextRef="#ctx0" brushRef="#br0" timeOffset="1041.42">11242 8419 1839 0,'0'-1'160'16,"0"1"-160"-16,0-2 0 0,0 2 0 0,0 0 864 15,0-1 144-15,0 0 16 0,1-2 16 0,0-1 544 0,1 1 96 16,0-1 32-16,0 1 0 0,-1-1-192 0,1 1-48 0,0 3 0 0,0-2 0 31,0-1-176-31,-1 1-32 0,1-1-16 0,-1 1 0 0,0 1-256 0,1 0-48 16,0-1-16-16,1-1 0 0,0-2-368 0,-1 3-80 0,2-3-16 15,1-2 0-15,-1 2 80 0,2-2 16 16,0 0 0-16,0 0 0 0,0 0-32 0,0 0 0 0,0-1 0 0,0 2 0 16,0-2-96-16,-1 1-32 0,1 0 0 0,-2 0 0 15,1 2-80-15,0 1 0 16,1-4-16-16,0 2 0 0,-1 0-16 0,0 0 0 16,1 1 0-16,-1-2 0 0,1 2 96 0,0-2 32 0,1 0 0 15,0 0 0-15,1-1-192 0,0-1-32 16,0 0-16-16,0-1 0 0,0 1-176 0,-1 0 0 15,1 1 0-15,0-2 0 0,0 1 0 0,-1 2 0 0,-1-3 0 0,1 3 0 16,-1-1 128-16,0 0-128 0,0 1 0 0,-2 0 128 16,1 2 48-16,-2 0 0 0,0 0 0 0,-1 3 0 15,0-2 16-15,0 1 16 0,-1 0 0 0,0 3 0 16,-1-2 816-16,0 0 176 0,1 2 16 0,-1-2 16 16,0 1-928-16,-1 1-304 0,0 1 160 0,0-1-160 15,-1 2 0-15,-1 0 0 0,1 0 0 0,0 0 0 31,-1 1-1536-31,0 0-352 0,2-1-64 0,0 0-14928 0</inkml:trace>
  <inkml:trace contextRef="#ctx0" brushRef="#br0" timeOffset="3406.48">11565 8077 4607 0,'0'-3'400'0,"0"1"-400"0,0 2 0 0,0 0 0 0,0-1 640 0,0 0 64 16,-1 1 0-16,1-4 0 0,-1 1 80 15,0-2 32-15,1 4 0 0,-1-3 0 0,0 2-192 0,0-3-48 16,1 4 0-16,-1-2 0 0,1 0 32 0,-2-1 0 0,2 1 0 16,0 1 0-16,-1 0 208 0,1-1 32 0,-1 1 16 0,0-1 0 15,0 2 64-15,1 0 16 16,0-2 0-16,0 2 0 0,0 0-48 0,0 1 0 16,0-2 0-16,0 1 0 0,0 1-48 0,1 0-16 15,-1 0 0-15,0 0 0 0,0 0-64 0,0 0 0 0,0 1-16 0,1-1 0 16,0 2-64-16,0-2-16 15,0 0 0-15,1 0 0 0,0 0-32 0,1 0 0 0,0 0 0 0,-1 0 0 16,1 0-112-16,0 0-16 0,1-2-16 0,-1 1 0 16,-1 1-144-16,1 0-32 0,1-2 0 0,-2 2 0 0,0 2 0 0,1-2 0 31,-1 0 0-31,1 0 0 0,-1 3-96 0,1-1-32 0,-2 2 0 0,1-1 0 0,-1 2-48 0,1 0-16 16,0 2 0-16,-2-7 0 0,0 0-128 0,0 0 160 15,0 0-160-15,13 38 160 0,-13-38-160 0,0 0 0 16,0 0 0-16,0 0 0 0,0 0 0 0,0 0 0 15,25 38 128-15,-21-33-128 0,0-3 0 0,0 1 0 16,1 1 0-16,-2-1 128 0,3-1-128 0,-6-2 160 0,0 0-160 0,0 0 160 31,0 0-160-31,0 0 0 0,0 0 0 0,34 34 128 0,-34-34-128 0,0 0 0 0,0 0 144 0,0 0-144 16,0 0 0-16,29 42 128 0,-29-42-128 16,0 0 0-16,0 0 0 0,16 39 0 0,-16-39 0 0,0 0 0 15,0 0 0-15,15 37 0 16,-15-37 0-16,0 0 0 0,0 0 0 0,22 40 0 15,-22-40 0-15,0 0 0 0,0 0 0 0,24 38 0 16,-24-38 0-16,0 0 128 0,0 0-128 0,24 38 128 0,-24-38-128 0,0 0 128 16,0 0-128-16,27 45 144 0,-27-45-144 0,0 0 160 15,0 0-160-15,26 45 0 0,-26-45 144 0,0 0-144 16,0 0 0-16,28 42 144 0,-28-42-144 16,0 0 0-16,0 0 128 0,31 47-128 0,-31-47 0 0,0 0 0 0,0 0 128 0,31 43-128 31,-31-43 0-31,0 0 0 0,0 0 0 0,38 41 0 0,-38-41 0 0,0 0 0 0,30 27 0 0,-30-27 0 15,0 0 0-15,33 31 0 16,-33-31 0-16,0 0 0 0,32 33 0 0,-32-33 0 0,0 0 0 0,32 40 0 16,-32-40 0-16,0 0 0 0,30 44 0 0,-30-44 0 31,0 0 0-31,29 39 0 0,-29-39 0 0,0 0 0 0,30 35 0 0,-30-35 0 16,0 0 0-16,30 33 0 0,-30-33 0 0,0 0 0 15,33 36 0-15,-33-36 0 0,0 0 0 0,34 35 0 16,-34-35 0-16,0 0 0 0,34 37 0 0,-34-37 0 15,0 0 128-15,33 35-128 0,-33-35 0 0,0 0 0 16,33 33 0-16,-33-33 0 0,0 0 0 0,34 37 0 16,-34-37 0-16,0 0 0 0,32 41 0 0,-32-41 0 15,0 0 0-15,33 41 0 0,-33-41 0 0,0 0 0 16,27 35 0-16,-27-35 0 0,0 0 0 0,27 33 0 16,-27-33 0-16,0 0 0 0,0 0 0 0,35 38 0 15,-35-38 0-15,0 0 0 0,0 0 0 0,35 39 0 16,-35-39 0-16,0 0 0 0,30 33 0 0,-30-33 0 15,0 0 128-15,27 34-128 0,-27-34 0 0,0 0 0 0,26 36 0 16,-26-36 0-16,0 0 0 0,25 38 0 16,-25-38 128-16,0 0-128 0,24 38 0 0,-24-38 0 0,0 0 0 0,26 39 0 15,-26-39 0-15,0 0 0 0,25 37 0 0,-25-37 0 16,0 0 0-16,25 38 0 0,-25-38 0 0,0 0 0 16,29 38 0-16,-29-38 0 0,0 0 0 0,0 0 0 15,31 45 0-15,-31-45 0 0,0 0 0 0,27 37 0 16,-27-37 0-16,0 0 0 0,29 42 0 0,-29-42 0 0,0 0 0 15,28 43 0-15,-28-43 0 0,0 0 0 0,28 44 0 16,-28-44 0-16,0 0 128 0,28 43-128 0,-28-43 0 16,0 0 0-16,24 37 0 0,-24-37 0 0,0 0 0 0,24 38 0 15,-24-38 0-15,0 0 0 0,27 41 0 0,-27-41 0 16,0 0 0-16,27 40 0 0,-27-40 0 0,0 0 0 16,27 38 0-16,-27-38 0 0,0 0 0 0,29 40 0 15,-29-40 0-15,0 0 0 16,25 37 0-16,-25-37 0 0,0 0 128 0,26 41-128 0,-26-41 0 15,0 0 0-15,24 40 0 0,-24-40 0 0,0 0 0 0,22 36 0 0,-22-36 0 0,0 0 0 16,0 0 0-16,27 43 0 0,-27-43 0 16,0 0 0-16,0 0 0 0,28 40 0 0,-28-40 0 15,0 0 0-15,0 0 0 0,27 41 0 0,-27-41 0 0,0 0 0 16,0 0 0-16,24 40 0 0,-24-40 128 0,0 0-128 16,0 0 0-16,26 40 0 0,-26-40 0 0,0 0 0 15,0 0 0-15,26 40 0 0,-26-40 0 0,0 0 0 16,0 0 0-16,27 39 0 0,-27-39 128 0,0 0-128 15,0 0 0-15,28 42 0 0,-28-42 0 0,0 0 0 16,0 0 0-16,26 41 0 0,-26-41 0 16,0 0 0-16,0 0 0 0,27 38 0 0,-27-38 0 0,0 0 0 15,0 0 0-15,28 38 0 0,-28-38 128 0,0 0-128 16,0 0 0-16,27 38 0 0,-27-38 0 0,0 0 0 16,0 0 0-16,28 37 0 0,-28-37 0 0,0 0 0 0,0 0 0 0,27 39 0 15,-27-39 0-15,0 0 0 0,22 34 0 0,-22-34 0 16,0 0 0-16,22 34 0 0,-22-34 0 15,0 0 0-15,23 38 0 0,-23-38 0 0,0 0 0 0,23 36 0 16,-23-36 0-16,0 0 0 0,21 35 0 0,-21-35 0 16,0 0 0-16,0 0 0 0,30 43 0 0,-30-43 0 15,0 0 0-15,0 0 0 0,28 40 0 0,-28-40 0 16,0 0 128-16,23 31-128 0,-23-31 0 16,0 0 0-16,26 34 0 0,-26-34 0 0,0 0 0 0,26 32 0 15,-26-32 144-15,0 0-144 0,27 33 0 0,-27-33 144 16,0 0-144-16,28 31 0 0,-28-31 144 15,0 0-144-15,29 33 0 0,-29-33 144 0,0 0-144 0,26 32 0 0,-26-32 128 0,0 0-128 16,25 32 0-16,-25-32 0 0,0 0 128 0,0 0-128 16,27 38 0-16,-27-38 0 0,0 0 0 0,0 0 0 15,24 36 0-15,-24-36 0 0,0 0 0 16,0 0 0-16,0 0 0 0,28 38 0 0,-28-38 0 16,0 0 0-16,0 0 0 0,23 33 0 0,-23-33 0 0,0 0 0 15,0 0 0-15,21 35 0 0,-21-35 0 16,0 0 0-16,0 0 0 0,25 38 0 15,-25-38 0-15,0 0 0 0,0 0 0 0,25 41 0 0,-25-41 0 16,0 0 0-16,0 0 0 0,27 37 0 0,-27-37 0 0,0 0 0 16,0 0 0-16,27 32 0 0,-27-32 0 0,0 0 0 15,0 0 0-15,25 33 0 0,-25-33 0 0,0 0 0 0,0 0 0 0,24 33 0 0,-24-33 0 0,0 0 0 32,0 0 0-32,22 31 0 0,-22-31 128 0,0 0-128 0,0 0 0 0,0 0 0 15,26 35 0-15,-26-35 0 16,0 0 0-16,0 0 0 0,0 0 128 0,25 29-128 15,-25-29 0-15,0 0 0 0,0 0 0 0,0 0 0 16,0 0 0-16,26 31 0 0,-26-31 128 0,0 0-128 16,0 0 0-16,0 0 0 0,0 0 128 0,0 0-128 15,0 0 0-15,31 30 0 0,-31-30 0 0,0 0 0 16,0 0 0-16,0 0 0 0,0 0 128 0,0 0-128 16,0 0 0-16,29 34 0 0,-29-34 0 0,0 0 0 0,0 0 0 0,0 0 0 15,0 0 0-15,19 33 0 0,-19-33 0 0,0 0 0 16,0 0 0-16,0 0 0 0,0 0 0 0,18 35 0 15,-18-35 128-15,0 0-128 0,0 0 0 0,0 0 0 16,0 0 912-16,0 0 128 0,21 34 32 0,-21-34 0 16,0 0-816-16,0 0-256 0,0 0 128 0,0 0-128 15,0 0-736-15,0 0-208 16,0 0-32-16,0 0-16 0,0 0 816 0,0 0 176 0,0 0 0 0,33 21 0 0,-32-21 0 16,-1 0 0-16,0 0 0 0,0 0 0 0,4-3 0 0,-5 3 0 15,0 0 0-15,-2 0-20016 16</inkml:trace>
  <inkml:trace contextRef="#ctx0" brushRef="#br0" timeOffset="5134.8">12406 8461 911 0,'-8'1'0'0,"1"1"0"0,2 0 0 0,1-2 0 16,1 0 1824-16,1 0 288 15,0 0 48-15,-1 0 16 0,-4 1 48 0,0-1 16 16,-1 1 0-16,2-1 0 0,1 0-336 0,3 0-64 16,1-2-16-16,2 0 0 0,2 0-624 15,4-1-128-15,2-2-32 0,6-5 0 0,4-2-208 0,6-4-64 0,6-5 0 16,4-2 0-16,2 1-32 0,0-2-16 0,1 0 0 0,7-4 0 15,6-6-256-15,2 0-48 16,1 2-16-16,-2 2 0 0,-1 1 96 0,-4 0 16 16,-6 0 0-16,-4 4 0 0,-7 3-320 0,-3 4-64 0,-4 1-128 0,-3 3 192 0,-5 4-192 0,-3 3 0 31,-4 3 0-31,-2 2 0 0,-4 2 0 0,-2 2 0 0,-1 1 0 0,-3 0 0 16,-2 2-1840-16,1 0-256 0</inkml:trace>
  <inkml:trace contextRef="#ctx0" brushRef="#br0" timeOffset="5562.1">12412 8174 4607 0,'2'-6'400'15,"1"1"-400"-15,-1 2 0 0,0 1 0 0,0 0 1712 0,0-1 256 16,4-4 48-16,2-5 16 0,4-2 832 0,2-3 160 16,-1 1 48-16,-1 4 0 0,-2 2-400 0,-4 5-80 15,0 1-16-15,-3 4 0 0,-3 2-1152 0,0 5-224 16,-3 0-48-16,-2 5-16 0,-1 3-720 0,-5 3-144 15,-2 3-16-15,-2 3-16 0,-2 2-240 0,0-2 128 16,1 1-128-16,-3 2 0 0,-2 2 0 0,-1 2 0 16,2-1-208-16,-2-1 64 0,-1 4 144 0,1-4 0 15,4-1 0-15,3-5-128 0,5-8 128 0,2-3 0 16,4-3 0-16,4-4 0 0,0-3 0 0,3-3 0 16,3-2 128-16,1-2-128 0,3-4 128 0,1 1-128 0,2-3 160 0,1-1-160 15,3 0 320-15,1-2-16 0,0 2-16 0,1-2 0 16,0 4-80-16,1-2-16 0,-2 5 0 0,0 0 0 15,-1 2-16-15,-2 3-16 0,-15 2 0 16,0 0 0-16,39 5-160 0,-39-5 0 0,0 0 0 0,0 0-11712 16,44 19-2368-16</inkml:trace>
  <inkml:trace contextRef="#ctx0" brushRef="#br0" timeOffset="6593.14">13170 7930 7359 0,'-2'0'656'15,"1"-1"-528"1,0 0-128-16,1 1 0 0,0 0 1344 0,0-2 224 0,0 1 48 16,0-3 16-16,-1 1 816 0,1 1 176 0,0-3 16 0,0 0 16 15,0 3-688-15,1-2-144 0,-1 3-32 0,1-1 0 16,0-1-576-16,1 3-112 0,-1 0-16 0,0 0-16 16,0 0-352-16,0 1-64 0,0 1-16 0,0 0 0 15,0 3-176-15,0-3-32 0,0 3-16 0,-1 1 0 16,1 2-160-16,0-1-16 0,-1-7-16 0,0 0 0 15,5 34-80-15,-5-34-16 0,0 0 0 0,8 42 0 16,-8-42-128-16,0 0 160 0,15 46-160 0,-15-46 160 16,0 0-16-16,25 35 0 0,-25-35 0 0,0 0 0 15,36 12 0-15,-20-15 0 0,2-1 0 0,1-7 0 0,3-2 160 16,4-4 16-16,2-4 16 0,4-3 0 16,2-2-144-16,6-4-16 0,7-4-16 0,7-1 0 0,5-3-160 0,-1 3 0 15,-14 8 144-15,2-4-144 0,4 0 0 0,-2 1 0 16,-4 4 0-16,-6 7 0 0,-5 2 0 15,-5 6 0-15,-5 5 0 0,-4 4 0 16,-19 2-1040-16,0 0-128 0,35 14-32 0,-35-14-15952 0</inkml:trace>
  <inkml:trace contextRef="#ctx0" brushRef="#br0" timeOffset="10649.18">14387 7364 22111 0,'-4'-3'1968'0,"1"3"-1584"0,3 0-384 0,0 0 0 16,0 2 512-16,-1-1 32 0,-2 1 0 0,0 2 0 15,-1 1 736-15,2 0 128 0,2 5 48 0,-1-3 0 16,1-7-192-16,0 0-48 16,0 0 0-16,0 0 0 0,18 49-512 0,-18-49-128 0,0 0 0 0,0 0-16 15,22 43 16-15,-22-43 16 0,0 0 0 0,0 0 0 16,11 43-304-16,-11-43-64 0,0 0-16 0,-3 33 0 0,0-24-208 16,-1 1 0-16,1-3 0 0,-2 0 0 15,0-2-736-15,1 0-192 0,-1-1-32 0,0-3-15232 16</inkml:trace>
  <inkml:trace contextRef="#ctx0" brushRef="#br0" timeOffset="11120.53">14372 7264 8287 0,'-6'-2'736'0,"2"0"-592"0,0 1-144 16,2 1 0-16,1 1 2896 0,1-1 560 15,0 2 96-15,0-2 32 0,0 2-64 16,0 0 0-16,2 0 0 0,2-2 0 0,2-2-1760 0,1 1-352 0,2-2-80 0,2 0-16 15,3-2-720-15,0 1-144 16,3-1-16-16,1-1-16 0,2 0-176 0,-1 1-48 0,2 3 0 16,-2-3 0-16,1 3-192 0,-4 2 128 0,-1 0-128 0,-15 0 0 15,0 0 0-15,0 0 0 0,0 0 0 0,36 21 0 16,-34-14 0-16,-3 0 0 0,-1 1 0 0,-3 1 0 16,0-2 0-16,-3 3 0 15,-5 1 0-15,-3 2 0 0,-1 1 0 0,-2-2 0 16,1 0 0-16,0-1 0 0,-2-2 0 0,-1 1 0 15,1 2 0-15,-2-3 0 0,2-1 0 0,1 1 0 0,4-4 0 16,1 0 0-16,4-1 0 0,1-2 0 0,3 1 0 16,3-1 0-16,2-2 0 0,2 0 0 0,3 0 0 15,2 0 0-15,2-2 0 0,5-1 0 0,1 0 0 0,4-1 0 16,1-1 0-16,2 1 0 0,0-3 0 0,1 0 0 0,3-1 0 0,-1 2 0 16,1 0 0-16,-2 2 0 15,-2 2 0-15,-2 2 0 0,-3 0 128 0,-16 0-128 0,0 0 0 0,0 0 128 0,34 18-128 0,-34-18 0 16,0 0 0-16,0 0 0 0,-3 34 0 0,-4-24 0 31,-4 4 128-31,-2 0-128 0,0 0 0 0,-3 2 0 0,-4 2 176 0,0 0-176 0,-1 2 192 0,-2-2-192 16,0-1 128-16,1-1-128 15,1-1 0-15,3-6 0 0,2 0 0 0,3-4 0 0,1-2 0 0,3-5-18448 16</inkml:trace>
  <inkml:trace contextRef="#ctx0" brushRef="#br0" timeOffset="11592.08">14342 7340 2751 0,'0'-3'256'0,"0"1"-256"0,0-1 0 0,0 1 0 15,0 2 1232-15,-1-2 208 0,0-3 32 0,0-2 16 0,-1-3 496 0,0-1 112 16,0 1 16-16,-1 1 0 0,2 1-64 16,-1 2 0-16,1 1 0 0,-1 2 0 0,2 1-80 0,-1 2-32 15,1 0 0-15,1 2 0 0,0 3-400 16,1 2-96-16,-2-7-16 0,0 0 0 0,11 50-672 0,-11-50-144 15,12 50-32-15,-12-50 0 0,14 54-320 0,-14-54-80 16,15 57-16-16,-15-57 0 0,14 56-160 0,-14-56 0 16,14 53 0-16,-14-53-16816 0</inkml:trace>
  <inkml:trace contextRef="#ctx0" brushRef="#br1" timeOffset="35441.62">8038 12155 12895 0,'0'0'1152'0,"-1"-2"-928"0,1 2-224 16,0-1 0-16,0 1 1344 0,-1-1 208 0,1 0 48 0,-1 0 16 15,1 0 48-15,-1-1 16 16,0 2 0-16,1 0 0 0,0 0-464 0,0 0-112 0,1 2-16 0,0 0 0 16,1 1-256-16,1 0-64 15,-3-3-16-15,0 0 0 0,0 0-80 0,0 0-16 0,0 0 0 0,0 0 0 16,0 0-160-16,31 28-48 15,-31-28 0-15,0 0 0 0,0 0-64 0,0 0 0 0,0 0-16 16,0 0 0-16,0 0-16 0,0 0 0 0,41 4 0 0,-37-5 0 16,0 0-48-16,1-1-16 0,0-1 0 0,-5 3 0 15,0 0-80-15,0 0-16 0,22-9 0 0,-22 9 0 0,0 0 0 0,19-10 0 16,-19 10 0-16,0 0 0 16,21-10-48-16,-21 10-16 0,0 0 0 0,0 0 0 0,30-11-128 0,-30 11 128 15,0 0-128-15,0 0 128 0,29-10-128 0,-29 10 0 16,0 0 0-16,0 0 0 0,29-7 0 0,-29 7 0 15,0 0 0-15,0 0 0 0,30-7 0 0,-30 7 0 16,0 0 128-16,0 0-128 0,33-9 0 0,-33 9 0 16,0 0 0-16,0 0 0 0,34-10 128 0,-34 10-128 15,0 0 128-15,0 0-128 16,33-7 0-16,-33 7 128 0,0 0-128 0,0 0 0 0,33-3 0 16,-33 3 0-16,0 0 0 0,0 0 0 0,34-4 0 15,-34 4 0-15,0 0 0 0,27-7 0 0,-27 7 0 0,0 0 0 0,28-10 0 16,-28 10 0-16,0 0 128 0,29-8-128 0,-29 8 0 0,0 0 128 15,32-6-128-15,-32 6 0 16,0 0 0-16,34-7 128 0,-34 7-128 0,0 0 0 0,39-7 0 0,-39 7 0 16,29-6 0-16,-29 6 0 0,28-6 0 0,-28 6 0 15,29-6 0-15,-29 6 0 0,0 0 0 16,40-10 0-16,-40 10 128 0,0 0-128 16,36-8 128-16,-36 8-128 0,0 0 128 0,34-7-128 0,-34 7 128 0,0 0-128 0,35-4 0 0,-35 4 0 15,0 0 128-15,34-3-128 0,-34 3 0 0,0 0 0 16,35-4 0-16,-35 4 0 0,0 0 0 0,37-3 0 31,-37 3 0-31,0 0 0 0,38-7 0 0,-38 7 0 0,0 0 0 0,41-9 0 16,-41 9 0-16,27-8 0 0,-27 8 0 15,0 0 0-15,38-7 0 0,-38 7 0 0,0 0 0 0,34-8 0 0,-34 8 0 0,0 0 0 0,0 0 0 16,41-3 0-16,-41 3 0 0,0 0 0 0,0 0 0 0,39 6 0 31,-39-6 0-31,0 0 0 0,0 0 0 0,38 1 0 0,-38-1 0 0,0 0 0 0,0 0 0 0,42-5 0 16,-42 5 0-1,0 0 0-15,38-8 0 0,-38 8 0 16,0 0 0-16,38-8 0 0,-38 8 0 0,0 0 0 16,41-6 0-16,-41 6 0 0,0 0 0 0,38-7 0 15,-38 7 0-15,0 0 0 0,35-8 0 0,-35 8 0 16,0 0 0-16,31-9 0 0,-31 9 0 0,0 0 0 16,28-9 0-16,-28 9 0 0,0 0 0 0,30-11 0 0,-30 11 0 0,0 0 0 15,32-10 128-15,-32 10-128 0,21-10 0 0,-21 10 0 16,21-11 144-16,-21 11-144 0,23-8 0 0,-23 8 128 15,25-9-128-15,-25 9 0 0,0 0 0 0,35-12 0 16,-35 12 0-16,25-9 0 0,-25 9 0 0,0 0 0 16,39-9 0-16,-39 9 0 0,0 0 0 0,38-8 0 15,-38 8 0-15,0 0 128 0,35-10-128 0,-35 10 0 16,0 0 0-16,35-11 0 0,-35 11 0 0,25-9 0 16,-25 9 0-16,24-8 0 0,-24 8 0 0,25-13 0 0,-25 13 0 15,25-13 128-15,-25 13-128 0,24-14 0 0,-24 14 128 0,23-14-128 16,-23 14 0-16,24-15 128 0,-24 15-128 0,23-12 0 15,-23 12 0-15,22-11 0 16,-22 11 0-16,22-10 0 0,-22 10 0 0,22-9 0 0,-22 9 0 0,0 0 0 16,31-9 0-16,-31 9 0 0,0 0 0 0,30-8 0 15,-30 8 0-15,0 0 0 0,28-10 0 0,-28 10 0 16,24-9 0-16,-24 9 0 0,25-12 0 0,-25 12 0 16,26-14 0-16,-26 14 0 0,25-16 0 0,-12 8 0 15,-13 8 0-15,24-16 0 0,-24 16 0 0,24-15 0 0,-24 15 0 0,23-14 0 16,-23 14 0-16,25-14 0 0,-25 14 0 0,25-14 0 15,-25 14 0-15,26-12 128 0,-26 12-128 0,24-14 0 16,-24 14 0-16,26-12 128 0,-26 12-128 0,26-16 0 16,-14 8 0-16,-12 8 128 0,25-16-128 0,-25 16 0 15,26-15 0-15,-26 15 0 16,26-16 0-16,-26 16 0 0,24-15 0 0,-24 15 0 0,24-12 0 0,-12 4 0 16,-12 8 0-16,21-13 0 0,-21 13 832 0,21-12 160 15,-13 7 32-15,-8 5 0 0,20-13-832 0,-11 8-192 16,-9 5 0-16,21-14 0 15,-11 7-768-15,1 0-192 0,-2 1-32 0,0-2-16 0,1 1 816 0,1 1 192 0,-11 6 0 0,20-12 0 16,-20 12 0-16,20-11 0 0,-20 11 0 16,24-15 0-16,-24 15 0 0,21-12 0 0,-21 12 0 0,20-13 0 15,-20 13 160-15,20-13-160 0,-20 13 128 0,17-11-128 16,-17 11 0-16,21-12 128 0,-21 12-128 0,17-11 0 16,-17 11 912-16,18-11 112 0,-18 11 0 0,17-11 16 15,-17 11-832-15,16-10-208 0,-16 10 0 0,16-9 0 16,-16 9 0-16,16-10 0 0,-9 5 0 15,1-2 0 1,-8 7-768-16,14-9-192 0,-7 4-32 0,2-2-16 0,-1 2 816 0,0-4 192 0,1 4 0 16,-2-3 0-16,1 2 0 0,-8 6 0 0,18-12 0 0,-18 12 0 15,17-11 160-15,-17 11-160 0,15-11 128 0,-7 7-128 16,0-1 0-16,0 0 128 0,-1 0-128 0,-7 5 0 16,15-8 0-16,-15 8 0 0,13-8 128 0,-7 2-128 15,1 0 0-15,0 1 0 0,1 1 0 0,-2-2 0 0,1 2 0 16,-1-3 0-16,2 2 128 0,-1-2-128 15,1 1 0-15,2 0 0 0,-1-1 0 0,-1-2 0 0,1 2 0 16,1-1 0-16,-1 1 0 0,0-1 0 0,2 0 848 16,0 1 144-16,-2-1 32 0,1 1 0 15,-1 0-1648-15,2 0-320 0,-1-2-64 0,0 1-16 0,1 1 832 0,-1 0 192 0,1 0 0 0,-1 0 0 32,0 0 0-32,0 0 0 0,0-1 0 0,1 0 0 0,-1 2 0 15,-1-1 0-15,1-2 0 0,0-1 0 0,1 3 0 0,-1-2 0 0,1-1 0 0,-1 3 0 31,0-2 0-31,1 1 0 0,-2 2 0 0,-1 0 0 0,1 0 0 0,-9 6 0 16,17-12 0-16,-9 5 0 0,1 2 0 0,0-2 0 16,0 0 0-16,0-1 0 0,-1 2 0 0,1-2 0 0,1 1 0 0,-2 0 0 0,-1 0 880 15,3 0 112 1,-2 0 32-16,1-2 0 0,1 1-1648 16,-1 1-320-16,0-2-64 0,1 1-16 0,1-1 832 0,1 0 192 15,-1 1 0-15,-2 1 0 0,-1-1 0 0,2 2 0 16,0-1 0-16,1-3 0 0,0 3 0 0,1-2 0 15,1-1 0-15,0 1 0 0,-1 0 0 0,0 0 0 16,-1-1 0-16,1 0 0 0,0 1 0 0,-1-3 0 16,1 1 0-16,-1 0 0 0,-1-1 0 0,1 3 0 15,0-2 0-15,0 3 0 0,1-4 0 0,0 3 0 16,1-1 0-16,-1-1 0 0,0 1 0 0,0-1 0 0,0 0 0 16,-1-1 0-16,1 3 0 0,-1-2 0 0,1 1 0 0,-1 0 0 15,1 1 0-15,0 0 0 0,0 0 0 0,-1-1 0 16,0 2 0-16,0-1 0 0,1 1 0 0,-1-1 0 15,0 0 0-15,-1-1 0 0,2 0 0 0,-2 1 0 16,1 0 0-16,-1-1 0 0,0 1 0 0,0 0 0 16,0 1 0-16,1-2 0 0,-1 2 0 0,-1-1 0 0,1 0 0 15,-1 0 0-15,0 0 0 0,0-1 0 16,-2 3 0-16,1 0 0 0,0 0 0 0,-1 0 0 0,1-1 928 0,0 2 80 16,-1-2 16-16,2 1 0 0,-1 0-832 0,0-2-192 15,1 2 0-15,0-1 0 16,-1 1-768-16,1-2-192 0,0 0-32 0,0 1-16 0,1 0 800 0,0-1 208 15,-1 1 0-15,-1 0 0 0,1 1 0 0,-1 0 0 16,-1-1 0-16,2 2 0 0,-1-1 0 0,-1 2 0 16,0-2 0-16,0 2 0 0,0-2 0 0,-1 2 0 15,1 0 0-15,-1-2 0 0,0 3 0 0,0-2 0 16,0 0 0-16,1-2 0 0,-1 1 0 0,1-2 0 16,-1 2 0-16,1-2 0 0,0 1 0 0,-1 1 0 15,2 0 0-15,-2 0 0 0,3 0 0 0,-3-1 0 0,2 2 0 0,-2-2 0 16,1 2 736-16,-1 0 224 0,0 0 64 0,-1 0 0 15,2 0-832-15,-1 1-192 0,1-2 0 0,-1 2 0 32,1-1-768-32,-1 0-208 0,1 1-48 0,-1-2 0 0,1 2 832 0,-1-3 192 0,1 2 0 0,-1-1 0 15,1 0 0-15,-1 0 0 0,2 0 0 0,-2-1 0 16,1 2 0-16,1-2 0 0,0 1 0 0,0 0 0 16,1 0 0-16,-1 0 0 0,1 2 0 0,-1-3 0 15,1 2 0-15,0-1 0 0,0 0 0 0,-1 0 0 16,1 0 0-16,0 2 0 0,0-2 0 0,-1 2 0 15,2 0 0-15,-2-2 0 0,0 1 0 0,2 0 0 0,-2 0 0 16,0-2 0-16,1 3 0 0,0-3 0 0,-1 0 0 16,1 1 0-16,0-1 0 0,0-1 0 0,0 2 0 0,2 0 0 15,-2 0 0-15,1-1 0 0,1 2 0 0,-1-1 0 16,1 2 0-16,-2-3 0 0,1 2 720 0,-1-2 240 16,2 4 64-16,-1-4 0 0,-1 1-832 0,1 0-192 15,1 1 0-15,0-1 0 16,-1 1-768-16,0-1-208 0,0 0-48 0,0 0 0 0,0 0 832 0,0 0 192 15,0-1 0-15,0 2 0 0,0 0 0 0,-1 0 0 16,2 1 0-16,-1-1 0 0,2 0 0 0,-1 0 0 16,1 0 0-16,1 1 0 0,0-2 0 0,-1 2 0 15,0-1 0-15,0 0 0 0,-1 2 768 0,1-3 208 0,2 0 48 0,1-1 0 32,-1 0-1648-32,-1 0-320 0,0 3-64 0,0-2-16 0,-1 0 832 0,1 1 192 0,-1 0 0 0,-1 1 0 15,1-1 0-15,-1 0 0 0,0 2 0 0,1-1 0 16,0 0 0-16,-1-2 0 0,2 2 0 0,-1-2 0 15,1 0 0-15,-2 1 0 0,2 0 0 16,-1 2 0-16,1-3 0 0,-1 2 0 0,1-3 0 0,0 2 0 16,-1 1 0-16,0-1 0 0,0 0 0 0,0-1 0 15,0 2 0-15,-1-2 0 0,1 2 0 0,0-2 0 16,-1 3 0-16,1-4 0 0,-1 1 0 0,0 0 0 16,1 0 0-16,0 0 0 0,-1 0 0 0,1 0 0 15,0 0 0-15,0 0 0 0,1-1 0 0,-1 2 0 0,0 0 0 0,-1 2 0 16,1-1 0-16,0 0 0 0,0 1 0 0,0-1 0 15,0 0 0-15,-3 1 0 0,2 1 0 0,-1-2 0 16,1 1 0-16,0-1 0 0,2 0 0 0,-1 0 0 16,1 0 0-16,-2-1 0 0,0 1 0 0,1 0 0 15,3 0 0-15,-1-2 0 0,-1 0 0 0,1 0 0 16,1 2 0-16,0-2 0 0,1 2 0 0,0-2 0 16,0 2 0-16,0 0 0 0,0 2 0 0,0 0 0 15,-1-2 0-15,0 2 0 0,1-1 0 0,-2 1 0 16,-1-2 0-16,0 2 0 0,0 0 0 0,-1 0 0 15,0 0 0-15,-1-1 0 0,1 2 0 0,-1-1 0 0,-1-2 0 16,1 3 0-16,-1-2 0 0,0 1 0 0,0-2 0 0,0 3 0 16,0-3 0-16,-1 2 0 0,0-1 0 0,0 0 0 15,0 1 0-15,0 0 0 0,0-1 0 0,-1 1 0 16,0-1 0-16,2 1 0 0,-2 1 0 0,-1 0 0 16,1-1 0-16,-2 1 0 0,2 2 0 0,-2-2 0 15,-6 2 0-15,0 0 0 0,0 0 0 0,23 4 0 16,-23-4 0-16,0 0-144 0,0 0 144 0,0 0 0 15,0 0-704-15,0 0-48 0</inkml:trace>
  <inkml:trace contextRef="#ctx0" brushRef="#br1" timeOffset="37226.28">15238 7968 16575 0,'3'-4'1472'0,"-1"1"-1168"0,-1 3-304 0,-2-2 0 16,1 2 1040-16,-1 0 160 0,1-1 16 0,1-1 16 15,-1 1-464-15,-1 0-80 0,-1 1-32 0,-1 2 0 0,1 0-512 0,-3 1-144 16,0 0 0-16,0 1 0 0,-2 1 256 0,-2 2 0 16,-1 0-16-16,-3 0 0 15,-2 5 304-15,-3 0 64 0,-3 2 16 0,-2 2 0 0,0 1-32 0,-4 1 0 16,-1 2 0-16,-1-1 0 15,2-2-80-15,-1 4-32 0,-3 1 0 0,0 1 0 0,3-2-240 0,2 1-48 16,3-5-16-16,5-1 0 0,3-2-176 0,2-2 0 16,4-3 0-16,0-1 0 15,5-4-400-15,2-1-176 0</inkml:trace>
  <inkml:trace contextRef="#ctx0" brushRef="#br1" timeOffset="37566.83">14934 8112 8287 0,'0'-8'368'0,"0"2"80"0,0 2-448 0,0-1 0 0,0 2 0 0,0 1 0 16,0 1 1280-16,1-2 192 0,-1-2 16 0,0 0 16 16,1 0 544-16,-2 0 96 0,0 3 32 0,-2 2 0 15,2 0-336-15,-3 3-64 0,-1 1-16 0,0 2 0 16,-1 1-416-16,-1 1-64 0,-1 0-32 0,0 1 0 15,-1 0-352-15,-2 3-64 0,1 2 0 0,-1 1-16 0,-2 4-384 0,0-2-80 16,-1 4-16-16,0-2 0 0,1 2-144 0,0 1-16 16,2-3-16-16,1 0 0 15,3-3 32-15,0 0 0 0,7-16 0 0,-6 27 0 0,6-27-64 0,0 0-128 16,0 0 192-16,0 0-64 0,0 0-128 0,0 0 128 16,38 21-128-16,-25-26 128 0,2-4 192 0,2-2 16 15,1-2 16-15,-1 1 0 0,1 0-128 0,-1-2-32 16,1 1 0-16,-1 0 0 0,-1 3-192 0,-2-2 0 15,0 3 0-15,-1 0 0 16,-1-1-768-16,-1 4-32 0,-1 0-16 0,0 0-16240 0</inkml:trace>
  <inkml:trace contextRef="#ctx0" brushRef="#br1" timeOffset="37994.82">15276 7940 1839 0,'-1'-2'160'16,"1"1"-160"-16,0 1 0 0,0 0 0 16,0-2 1856-16,0 2 352 0,0 0 64 0,0-3 16 15,0 0 1104-15,0 0 240 0,0 0 32 0,1-2 16 16,0 3-1152-16,0-3-224 0,0 0-64 0,1 3 0 15,-1 0-704-15,0-1-160 0,1 1-32 0,-1 0 0 0,0 1-464 0,1 2-112 32,0 1 0-32,-2-2-16 0,0 0-320 0,0 0-64 0,0 0-16 0,0 0 0 0,17 43-208 0,-17-43-144 15,0 0 192-15,13 41-192 0,-13-41 160 0,0 0-160 16,13 46 128-16,-13-46-128 16,0 0 0-16,0 0 128 0,24 38-128 0,-24-38 0 0,0 0 144 15,0 0-144-15,27 9 160 0,-20-11-160 16,2-2 256-16,-1-1-64 0,1-1 0 0,1-3 0 0,2-3-64 15,-1-1 0-15,2-2-128 0,0 1 192 0,0 0-192 16,0-2 128-16,1 1-128 0,-1-1 0 0,0 1 0 0,0-1 128 0,2-1-128 0,1-2 0 16,2 0 0-16,-1-2 0 15,3-3 0-15,-1 0 0 0,2 3 0 16,0-3 0-16,2 3-144 0,-2 2-12416 0,-1 2-2480 0</inkml:trace>
  <inkml:trace contextRef="#ctx0" brushRef="#br1" timeOffset="42007.66">15280 7878 5519 0,'-1'0'496'0,"-1"0"-496"16,1 0 0-16,2 1 0 0,-1 0 784 0,-1-1 64 15,0 2 16-15,-1-2 0 0,-1 3 704 0,-1-1 144 0,0 1 16 0,0-1 16 16,-1 0-272-16,1 1-64 0,1-1-16 0,-1 1 0 15,0-1-144-15,2 0-32 16,-2 0 0-16,0 1 0 0,0 0 224 0,-1 1 32 0,-1-1 16 0,0 1 0 16,-2 1-112-16,-1 2-32 0,0 0 0 0,-3 3 0 15,-2-1-544-15,-3 3-112 0,-1 2-32 0,-2 3 0 0,0-1-656 16,2 2-176-16,2-1-16 0,3-2-16000 16</inkml:trace>
  <inkml:trace contextRef="#ctx0" brushRef="#br1" timeOffset="42890.55">16138 7446 13823 0,'1'-4'1216'0,"-1"1"-960"15,1-1-256-15,-1 3 0 0,0 1 1424 0,0 0 240 16,0-2 64-16,0 0 0 16,-1-2 352-16,-1 3 80 0,0-1 16 0,-1 4 0 0,0 3-960 0,-3 2-192 15,1 5-48-15,-1 2 0 0,-2 6-144 0,-2 3-48 16,-2 4 0-16,-1 3 0 0,-2 4-272 0,1 1-64 16,1 2-16-16,-1-4 0 0,1-1-48 15,3-3-16-15,2-3 0 0,3-5 0 0,5-21-368 0,0 0 0 16,1 37 0-16,-1-37 0 15,0 0-848-15,0 0-240 0,26-2-64 0,-14-3 0 16,0-5-816-16,0-2-160 0,0-2-48 0,0 0 0 16,-1-2-1280-16,-2 2-272 0,-1 2-48 0,-1-3-16 15,0-1 1776-15,-1-1 352 0,0-2 80 0,-3 0 16 0,1 1 1856 0,-1-2 368 16,0 2 80-16,-2-2 16 0,2 1 1360 0,-1 0 256 0,1 0 64 0,0 1 16 16,-1 1 48-16,1 0 0 0,1 3 0 0,0 3 0 15,0 3-752-15,2 1-144 16,-1 1-16-16,1 2-16 0,0 2-672 0,0 2-144 0,-6 0-32 0,0 0 0 0,0 0-16 0,0 0-16 15,35 29 0-15,-35-29 0 16,0 0-272-16,0 0-48 0,28 44-16 16,-28-44 0-16,0 0-144 0,20 52-16 0,-20-52-16 15,12 44 0-15,-12-44-176 0,6 55 192 0,-6-55-192 0,6 61 192 16,-6-61-192-16,1 52 0 0,-1-52 0 0,2 42 0 0,-2-42 0 16,0 0 0-16,7 43 0 0,-7-43-176 15,0 0-1152 1,0 0-224-16</inkml:trace>
  <inkml:trace contextRef="#ctx0" brushRef="#br1" timeOffset="43107.52">16088 7710 19343 0,'-2'0'1728'0,"1"0"-1392"15,1 0-336-15,1 0 0 0,0 0 2160 0,1-2 352 0,1 1 80 0,1-1 16 16,5 0 448-16,2-1 80 0,4-2 32 15,3-2 0-15,3 3-2224 0,0-4-448 0,1 1-96 0,-1-1-16 0,1 2-384 0,-2-1 0 32,-1 2 128-32,-1 0-18592 0</inkml:trace>
  <inkml:trace contextRef="#ctx0" brushRef="#br2" timeOffset="62872.7">8268 11916 6191 0,'0'0'544'0,"0"-2"-544"0,0 2 0 0,1-1 0 0,0 1 768 0,-1-2 32 15,2-1 16-15,-1-1 0 16,2-1 688-16,1 0 144 0,-1-1 16 0,0 0 64 0,0 3-240 0,-1-1-32 16,1 2-16-16,-1 0 32 0,-1 1-432 0,-1 1-80 15,-1 1-32-15,1 1 32 0,0 1-448 0,-1 1-112 16,1 1-16-16,0 2 0 0,-1-2-384 0,0 2 0 16,0 2 128-16,0-2-128 0,-1 1 0 0,0 1-128 15,1-2 0-15,-1 1 128 0,0 0 0 0,0-3 0 16,0 0 0-16,0 0 0 0,1 0 0 0,0-3 208 15,1 0-64-15,0-2 32 0,0 1 16 0,0-1 0 0,0-1 0 0,0-1 32 16,1 2-16-16,-1-5 0 0,1 1 0 0,0 1 48 16,0-2-256-16,1 1 0 0,-1 0 0 0,0-1 0 15,1-1 0-15,0 2 0 0,-1-3 0 0,1 0 0 16,2-1 0-16,-1 1 0 0,0-1 0 0,1-1 0 16,0 0 0-16,0-2 0 15,0 2 0-15,1-2 0 0,-1 2 192 0,0 0-16 16,2 1-16-16,-3-1 0 0,2 4 336 0,-1-2 64 0,0 2 16 0,-1 1 0 15,0 1-16-15,1 0 0 0,-2 3 0 16,0-2 0-16,1 2-112 0,-2 0 0 0,1 0-16 16,-1 2 0-16,1-2-240 0,-1 3-32 0,-1-3-16 0,0 0 0 15,0 0-144-15,0 0 0 0,5 22 0 0,-5-15 128 16,1-1-128-16,0-1 0 0,-1 0 0 0,0 0 0 16,0-2 0-16,0 1 0 0,0-3 0 0,0 0 0 15,1-1 0-15,0 0 0 0,0-1 0 0,0 0 0 16,0-1 0-16,0-1 0 0,0 1 0 0,-1-1 0 15,2 1 0-15,-1 0 0 0,0-1 0 0,0-2 0 0,0 1 0 16,0 0 0-16,1-1 0 0,-1 0 0 0,1 0 0 16,-1-2 0-16,0 0 0 0,1 0 0 0,-1-1 0 0,0 1 0 0,1-1 0 15,-1 0 0-15,0 1 0 16,-1-1 0-16,0 2 0 0,0 0 0 0,0 2 0 0,0-1 0 16,0 1 0-16,0 1 0 0,0 3 0 0,1 0 128 0,-1 0-128 0,0 2 0 15,0 1 384-15,0 0 0 0,0 3 0 0,0-1 0 16,0 2-64-16,0 0 0 0,0 0-16 0,0 1 0 15,0 1-304-15,0-2 160 16,0 0-160-16,1-1 128 0,0 0-128 0,0-1 0 0,0-3 0 0,1 0 0 16,-1 1 0-16,0-3 0 0,1 0 0 0,-1-2 0 15,0 1 0-15,0-1 0 0,0 0 0 0,0-3 0 0,-1 0 0 16,1 1 0-16,1-4 0 0,0 1 0 16,0-2 0-16,0-1 0 0,2-1 0 0,-2-1 0 0,2 0 0 15,0-2 0-15,0-1 0 0,2-1 0 16,-1-1 0-16,0 0-144 0,2 1 144 0,-2 2 0 0,0-2 0 0,-1 4 0 15,1 3 0 1,0 3 0-16,-2 1 0 0,0 4 0 0,-3 1 0 0,0 0 0 0,0 0 0 0,0 0 0 16,0 0 0-16,10 33 0 0,-10-22 0 0,0 1 0 15,0-1 0-15,-1 2 0 0,0-2 0 0,1-1 0 16,-1-1 0-16,0-1 0 0,0 1 0 0,-1-4 0 16,1 2 0-16,0-5 0 0,0 3 0 0,0-3 144 15,0-1-144-15,1 1 192 16,0-2 32-16,0 0 16 0,1-2 0 0,0-1 0 15,0 0-240-15,0-1 144 0,1-1-144 0,0-2 128 0,1 0-128 0,0-4 0 0,1 1 0 0,1-5 0 16,0 2 0 0,1-2 0-16,1-2 0 0,1 1 0 0,-2-1 0 0,1 1 0 0,-1 1-144 0,0 3 144 15,0 0 0-15,-1 3 0 16,0 0-128-16,0 1 128 0,0 4 0 0,-3-1 0 0,2 2 0 0,-2 1 0 16,0 2 0-16,-1 2 0 15,-1-1 0-15,1 1 0 0,-1 3 0 0,0-5 0 0,0 0 0 0,0 0 0 0,4 26 0 16,-4-26 0-16,2 19 0 0,-2-19 0 0,2 23 0 0,-2-23 0 15,1 24 128-15,-1-24-128 0,2 25 0 0,-2-25 128 16,2 16-128-16,-2-16 0 16,0 0 160-16,0 0-160 15,3 23 160-15,-3-23-160 0,0 0 144 0,0 0-144 16,0 0 128-16,0 0-128 0,0 0 144 0,0 0-144 16,0 0 160-16,16-11-160 0,-12 3 128 0,0-1-128 15,0-2 0-15,0 0 144 0,1-1-144 0,-2-1 0 0,3 0 0 16,-2-1 0-16,-1 2 0 0,0-2 0 0,0 2-128 15,0-2 128-15,-2 0 0 0,0 0 0 0,2-2 0 0,-1 1 0 16,2 0-128-16,-2 1 128 0,1 3 0 0,1 1 0 16,-1 4 0-16,-1 0 0 0,0 4 0 0,0 2 0 15,0 0 0-15,-2 0 0 0,0 0 0 0,0 0 0 16,9 28 0-16,-9-28 0 0,4 27 0 0,-3-11 0 16,1 1 0-16,-1-1 0 0,1 1 0 0,-2-17 0 15,2 26 0-15,-2-26 0 0,4 21 0 0,-4-21 0 16,0 0 0-16,0 0 0 0,0 0 0 0,0 0 0 0,0 0 0 0,0 0 0 15,0 0 0-15,0 0 0 0,0 0 0 0,0 0 0 16,36-2 0-16,-31-8 0 0,0-1 0 0,0 1 0 16,1-3 0-16,-2 1 0 0,2-1 0 0,-1-1 0 15,-2 0-176-15,1-1 176 16,0-1-448-16,-1-1 0 0,0 1 0 0,-1-3 0 0,0 0 64 0,0-1 0 16,-1 2 0-16,0-4 0 0,0 1 384 0,-1-2-160 15,2 2 160-15,1 3 0 0,0 4 0 0,0 2 0 16,-1 5 0-16,0 3 0 0,0-1 0 0,-1 4 128 0,1 1-128 0,-1 1 0 15,-1-1 256-15,0 0-32 0,0 0-16 0,9 26 0 16,-9-26 48-16,0 0 16 0,11 33 0 0,-11-33 0 16,8 24-112-16,-8-24-32 0,8 26 0 0,-8-26 0 15,7 24-128-15,-7-24 0 0,0 0 0 0,12 32 128 16,-12-32-128-16,0 0 0 0,0 0 0 0,0 0 0 16,0 0 0-16,0 0 0 0,0 0 0 0,0 0 0 15,0 0 0-15,0 0 0 0,0 0 0 0,0 0 0 16,0 0 0-16,35-11 0 0,-32 1 0 0,-1-3 0 15,2 0 0-15,0-1 0 0,0-3 0 0,-1-1 0 0,1-4 0 0,-1 1 0 16,-1-2-128 0,0-1 128-16,-1 0 0 0,0-2-144 0,0 0 144 0,0 2 0 0,0 5 0 0,1 1-128 15,1 3 128-15,-1 4 0 0,1 3 0 0,0 4 0 16,1 3 0-16,-4 1 0 0,0 0 0 16,0 0 0-16,0 0 0 0,19 30 0 15,-19-30 0-15,8 30 0 0,-8-30 0 0,8 37 0 0,-8-37 144 0,6 36-144 16,-6-36 128-16,5 33-128 0,-5-33 0 15,5 22 0-15,-5-22 0 0,0 0 0 0,0 0 0 16,0 0 0-16,0 0 0 0,0 0 0 0,0 0 0 0,0 0 0 0,0 0 0 0,0 0 0 16,0 0 0-16,34-15 0 0,-29 4 0 15,0-2 0-15,1-1 0 0,-1 0 0 0,2-3 0 0,-1-2 0 16,0 3-272-16,-1-1 16 0,-1-2 0 16,0 0 0-1,-1 3-336-15,-1-3-64 0,2-2-16 0,-1-1 0 0,0 3 400 0,-1 2 80 0,1 3 0 0,-1 4 16 16,1 6 176-16,-1-1 0 0,1 5 0 0,-3 5 0 15,0-5 0-15,0 0 176 0,3 24-176 0,-3-10 192 16,0-2 112-16,0 3 16 0,0 3 16 0,-1-1 0 16,2-1-128-16,0-2-16 0,0 0-16 15,-1-14 0-15,0 0-176 0,8 26 0 0,-8-26 144 0,0 0-144 16,0 0 0-16,0 0 128 0,0 0-128 16,0 0 0-16,25-8 0 0,-22 2 0 15,1-3 0-15,1 0 0 0,-1-1 0 0,1-4 0 0,0 0 0 0,0-1 0 0,0 1 0 0,-1 0 0 16,1-3 0-16,1 1-128 0,-2-1 0 0,0-2 0 15,0 1 0-15,-2-2 0 16,1 1-272-16,0 0-48 0,-1-2-16 0,0 3 0 0,0 1 288 0,0 2 176 16,0 1-192-16,0 4 192 0,1 3 0 0,-1 1 0 0,0 3 0 0,-2 2 0 15,2 1 0 1,0 3 0-16,-2-3 144 0,0 0-144 0,0 0 256 0,0 0-48 0,12 35 0 0,-12-35 0 16,0 0 48-16,9 34 16 0,-9-34 0 0,0 0 0 31,9 31-128-31,-9-31-16 0,0 0-128 0,0 0 192 15,12 29-192-15,-12-29 0 0,0 0 0 0,0 0 0 16,0 0 0-16,0 0 0 0,0 0 0 0,0 0 0 16,0 0 128-16,0 0-128 0,26-8 0 0,-22 1 0 15,0 0 0-15,0-3 0 0,1-1 0 0,1-1 0 0,-1 0 0 16,0-3 0-16,3 1 0 0,-2-2 0 0,1-1 0 0,-2-2-128 16,2 0 128-16,-2-6-160 0,1 1-144 0,-2-2-16 15,1 2-16-15,-1 0 0 0,-1 0 0 0,-1 5 0 16,1 2 0-16,0 2 0 0,0 4 336 0,-1 3 0 15,0 2 0-15,0 4 0 0,0 0 0 0,0 2 0 16,0 0 160-16,-1 3-160 0,-1-3 304 0,0 0-48 16,0 0-16-16,7 27 0 0,-7-27 144 0,0 0 16 15,8 38 16-15,-8-38 0 0,4 27-272 0,-4-27-144 16,7 28 160-16,-7-28-160 0,6 26 128 0,-6-26-128 16,0 0 0-16,9 36 0 0,-9-36 0 0,0 0 128 0,0 0-128 15,14 31 0-15,-14-31 0 0,0 0 0 0,0 0 0 16,0 0 0-16,0 0 0 0,0 0 0 0,0 0 0 15,26-10 0-15,-21 2 0 0,-1 2 0 16,-1-4 0-16,1 0 0 0,1-1 0 0,-1-1 0 0,1-3 0 0,0-1 0 16,0-2-224-16,0-2 64 0,-1 1 16 0,-1-4 0 15,0-1-240 1,-2-1-64-16,0 0 0 0,0-1 0 0,-1 4 320 0,0 1 128 0,2 2-128 0,-1 5 128 16,0 4 0-16,1 4 0 0,0 1 0 0,0 7 0 15,-2-2 0-15,0 0 0 0,0 0 0 0,9 40 128 0,-9-40 112 16,7 41 16-16,-4-18 16 0,-3-23 0 0,8 42-32 0,-8-42-16 15,9 37 0-15,-9-37 0 0,10 28-224 0,-10-28 0 16,0 0 0-16,0 0 0 0,21 36 0 16,-21-36 0-16,0 0 0 0,0 0 0 0,0 0 0 0,0 0 0 15,0 0 0-15,0 0 0 0,35 4 0 0,-31-8 0 16,-1 1 0-16,1-4 0 0,2 0 0 0,-2 0 0 16,1-3 0-16,1 1 0 0,-1-3-208 15,0 0 16-15,0-1 0 0,0-2 0 16,1-2-848-16,-4-2-176 0,2-1-16 0,-2-3-16 15,1 2 160-15,-1-5 48 0,-2 0 0 0,1-2 0 0,1 6 752 0,0-1 160 0,1 1 128 0,1 6-192 16,0 2 192-16,0 4 128 0,1 5-128 0,-5 5 176 16,0 0 288-16,0 0 64 0,0 0 16 0,0 0 0 15,20 38 288-15,-20-38 64 0,6 33 16 0,-6-33 0 16,4 38-400-16,-4-38-96 0,5 38-16 16,-5-38 0-16,4 34-400 0,-4-34 0 0,0 0 128 0,8 37-128 15,-8-37 0-15,0 0 0 0,0 0 0 0,10 29 0 16,-10-29 128-16,0 0-128 15,0 0 0-15,0 0 128 0,0 0 0 0,0 0-128 0,18-10 192 0,-15 3-64 16,0-2 0-16,2-2 0 0,-1-2 0 0,1-1 0 16,1-3-128-16,-2-2 0 0,2 0 0 0,-2-2 0 15,1-1-144-15,-1-1 144 0,0-6 0 0,-1-3 0 16,-1 0 0-16,0-1 0 0,0 0 0 0,0 2 0 0,0 3 0 16,1 6 0-16,2 6 0 0,-1 6 0 15,-1 3 0-15,-1 5 0 0,1 3 0 0,-1 2 144 0,-2-3-144 0,0 0 0 16,0 0 0-16,5 35 128 0,-5-35 352 0,4 32 64 15,-4-32 16-15,7 35 0 0,-7-35-320 0,10 34-64 16,-10-34-16-16,0 0 0 0,17 41-160 0,-17-41 0 16,0 0 0-16,0 0 0 0,28 37 0 0,-28-37 0 15,0 0 0-15,0 0 0 0,0 0 0 16,0 0 0-16,0 0 0 0,0 0 0 0,35 2 0 0,-31-6 0 16,0-4 0-16,0-1 0 0,0-2 0 0,1-2 0 15,0-1 0-15,2-3 0 0,-1 1 0 16,2-6 0-16,-2 1 0 0,0-5 0 15,-1 2-224-15,-1-4 80 0,0 0 16 0,-2-3 0 0,0-2-128 0,-1-1 0 16,0 1-16-16,1-3 0 0,0 3 272 0,0 2 0 0,1 3 0 16,-1 4 0-16,2 5 0 0,0 5 0 15,1 3 0-15,-1 3 0 0,1 3 128 0,-1 3-128 0,-2-1 0 0,-2 3 0 16,0 0 192-16,0 0-48 0,0 0-16 0,0 0 0 16,26 32 112-16,-26-32 16 0,0 0 0 0,18 40 0 0,-18-40-256 0,0 0 0 15,19 38 0 1,-19-38 0-16,0 0 0 0,0 0 0 15,25 30 0-15,-25-30 0 0,0 0 0 0,0 0 0 16,0 0 0-16,0 0 0 0,33 0 0 0,-29-3 0 16,0-3 0-16,0 1 0 0,0-2 0 0,-1 0 0 0,1-3 0 0,0 1 0 15,-1-3 0-15,1 0 0 0,0-1 0 0,0-2 0 16,-2 0 0-16,1-3 0 0,0-3 0 16,-1-1 0-16,-1 1 0 0,-1-3 0 0,0-4 0 0,-1 0 0 15,1-1 0-15,0 0 0 0,-1 2 0 0,2 2 0 16,0 6 0-16,1 2 0 0,0 5 0 0,0 3 0 15,1 2 0-15,-2 5 0 0,1 0 0 0,-1 4 0 16,0 0 0-16,-1-2 128 0,0 0-128 0,0 0 0 16,4 38 0-16,-4-38 0 0,0 0 0 0,12 45 0 15,-12-45 0-15,0 0 0 0,14 43 128 0,-14-43-128 16,0 0 0-16,0 0 0 0,23 35 0 0,-23-35 0 0,0 0 0 16,0 0 0-16,0 0 0 0,0 0 0 0,0 0 0 15,38 17 0-15,-35-19 0 0,0-3 0 0,1 0 0 0,-1 0 0 16,1-3 0-16,1-1 0 0,-1-2 0 15,1-1-128-15,-1 0 128 0,0-2 0 0,1-3 0 0,-2 1-128 16,1-3 128-16,-1 0 0 0,-1-5-224 0,0 0 64 16,0 1 16-16,-1-1 0 0,0 1 144 0,0 1 0 0,0-2 0 0,1 5 0 15,1 2 0-15,-1 6 0 16,1 4 0-16,-1 2 0 0,-1 5 0 0,1 0 0 0,-1 5 0 0,-1-5 0 16,0 0 0-16,0 0 144 15,5 33-144-15,-5-33 0 0,0 0 128 0,4 43-128 0,-4-43 0 0,0 0 0 16,9 40 0-16,-9-40 0 0,0 0 0 15,0 0 0-15,13 31 0 0,-13-31 0 0,0 0 0 16,0 0 0-16,0 0 0 0,0 0 0 16,0 0 0-16,22-3 0 0,-19-3 128 0,0 0-128 0,-1-1 0 15,1-1 0-15,1 0 0 0,-1 1 0 0,-1-1 0 0,1-1 0 16,1 2 0-16,0-3 0 0,0-1 0 0,0 2 0 16,0-1 0-16,-1-2 0 0,3-4 0 0,-1-2 0 15,0 0 0-15,0-4 0 16,-1-2 0-16,0 1 0 0,1-4 0 0,-1 1 0 0,-1 0 0 0,2 3 0 15,-1 6 0-15,-1 5 0 0,1 5 0 0,-1 0 0 0,0 5 0 0,-2 2 0 16,0 1 0-16,-1-1 0 0,0 0 128 0,0 0-128 16,6 35 0-16,-6-35 0 15,4 32 0-15,-4-32 0 0,4 34 0 0,-4-34 0 0,0 0 144 0,7 40-144 16,-7-40 0-16,0 0 144 0,10 36-144 0,-10-36 0 16,0 0 0-16,0 0 0 0,0 0 0 15,0 0 0-15,19 35 0 0,-16-34 0 0,0 1 0 0,1-4 0 16,-2 1 0-16,2-1 0 0,-1 0 0 0,0-1 0 15,0 1 0-15,-1-3 0 0,1-1 0 0,0 0 0 16,1-1 0-16,-1 0 0 0,1-3 0 0,0 1 0 16,0-3 0-16,0-1 0 0,1-2 0 0,-1-2 0 0,1-4 0 0,-1-1 0 15,0-1 0-15,0 1 0 16,0-1 0-16,-1-1 0 0,0-1 0 0,1 2 0 0,1 0 0 0,-1 5 0 16,2 3 0-16,-2 4 0 15,1 3 0-15,-1 4 0 0,-1 3 0 0,0 2 0 0,-3-1 0 0,0 0 0 16,0 0 0-16,0 0 0 0,0 0 0 0,16 44 0 15,-16-44 0-15,0 0 0 16,9 40 0-16,-9-40 0 0,0 0 0 0,11 38 0 0,-11-38 0 16,0 0 0-16,11 33 0 0,-11-33 0 0,0 0 0 0,0 0 0 0,0 0 0 0,16 38 0 31,-16-38 0-31,0 0 0 0,0 0 0 0,0 0 0 0,0 0 0 0,0 0 0 16,21-7 0-16,-18 0 0 0,1 2 0 0,0-3 0 15,0 0 0-15,1-2 0 0,1-1 0 0,-1-1 0 16,2-3 0-16,-2-1 0 0,2-1 0 0,-1-2 0 15,2-2 0-15,-1-4 0 0,1 0 0 0,-1-1 0 16,0 0-176-16,3 1 176 0,2 0-128 0,-2 3 128 0,-1 6-192 0,0 3 32 16,-2 2 16-16,-1 4 0 15,-1 0 144-15,0 3 0 0,-2 1 0 0,-1 3 0 0,0 0 0 0,-2 1 128 16,1 1-128-16,-1 1 0 16,-1 0 0-16,1 0 128 0,0 2-128 0,-1-3 0 15,1 1 128-15,-1 1-128 0,1 1 128 0,-1-1-128 16,1-4 128-16,0 0-128 0,0 0 160 0,-1 29-160 15,1-29 224-15,0 0-48 0,-4 31-16 0,4-31 0 0,0 0-32 0,0 30 0 16,0-30 0-16,0 0 0 0,0 0-128 0,7 36 0 16,-7-36 0-16,0 0 0 0,0 0 0 0,0 0 0 15,0 0 0-15,0 0 0 0,0 0 0 0,0 0 0 16,0 0 0-16,0 0 0 0,32-4 0 0,-28-6 0 16,1 0 0-16,2-2 0 0,0-2 0 0,-1 0 0 15,1 0-144-15,-1-2 144 0,1-1 0 0,-2 2-128 16,0 1 128-16,-2-1 0 0,0 2-128 0,-1-1 128 15,-1 0 0-15,0-1 0 0,-1 1-128 0,0 0 128 16,-1 0 0-16,1 1 0 0,-1 2 0 0,-1-3 0 16,1 4 0-16,0 1 0 0,0 1 0 0,1 2 0 0,0 0 0 0,1 3 0 15,0 0 0-15,0 1 128 0,0 2-128 0,0 2 0 16,0 1 0-16,1 0 0 0,-2-3 0 0,0 0 0 16,0 0 0-16,10 41 0 0,-10-41 0 0,0 0 0 15,9 45 0-15,-9-45 0 0,0 0 0 0,11 46 0 16,-11-46 0-16,0 0 0 0,13 43 0 0,-13-43 0 15,0 0-128-15,0 0 128 0,16 38 0 0,-16-38 0 16,0 0 0-16,0 0-128 0,0 0 128 0,0 0 0 16,0 0 0-16,0 0 0 0,0 0 0 0,27 1 0 15,-25-8 0-15,2 0 0 0,1-3 0 0,-2-2 0 16,0 1 0-16,0-1 0 0,0-3-128 0,0-1 128 0,-1 2-208 16,0-3 16-16,0 1 0 0,0-1 0 15,0-4-368-15,-1 0-64 0,1 1-16 0,-2 1 0 16,0-2 320-16,0 3 48 0,1 3 16 0,-1 0 0 15,1 2 256-15,-1 3 0 0,0 1 0 0,0 1 0 0,1 6 0 0,-1 0 0 16,0 2 0-16,1 2 0 0,-1-2 0 0,0 0 128 16,0 0-128-16,0 0 0 0,0 0 0 0,14 43 0 15,-14-43 0-15,0 0 0 0,0 0 0 0,15 45 0 16,-15-45 0-16,0 0 0 0,12 36 0 0,-12-36 0 0,0 0 0 16,0 0 0-16,12 37-128 0,-12-37 128 15,0 0 0-15,0 0 0 0,0 0 0 0,0 0-128 0,13 35 128 0,-13-35 0 16,0 0 0-16,0 0 0 0,0 0 0 0,0 0 0 15,0 0-128-15,0 0 128 0,9-4 0 0,-7-3 0 16,1 0-368-16,1-4 48 0,-1 0 0 0,1-3 0 31,1 1-160-31,-2-2-32 0,1-2 0 0,0-2 0 0,0-2-320 0,1 0-80 16,0-1-16-16,-2 3 0 0,2 0 192 0,-1 5 32 16,-1 0 16-16,-2 3 0 0,1 3 528 0,-2 3 160 0,0 4 0 0,0 1 0 15,-1 3 0-15,1-3 0 0,0 0 192 16,-6 24-48-16,6-24 288 0,-7 28 48 0,7-28 16 15,-5 35 0-15,5-35-208 0,-4 34-32 0,4-34-16 0,0 0 0 16,-1 41-240-16,1-41 128 0,0 0-128 0,0 0 0 0,5 41 0 0,-5-41 0 16,0 0 0-16,0 0 0 0,0 0 0 0,0 0 0 15,0 0 0-15,0 0 0 0,0 0 0 0,0 0 0 16,0 0-128-16,30 1-12304 0</inkml:trace>
  <inkml:trace contextRef="#ctx0" brushRef="#br2" timeOffset="65875.71">11784 8032 4943 0,'2'-4'0'0,"-1"1"192"0,1 0-48 0,-1 1 32 0,0 2-176 0,0-1 0 15,-1 0 0-15,1-1 0 0,0 0 1120 16,0 1 192-16,0-2 32 0,-1 1 16 0,0 2-80 0,-2 0 0 16,0 2-16-16,-2 1 0 0,0 0-272 0,-2 3-48 15,0 2-16-15,-4 1 0 0,1 0-352 0,-3 1-64 16,0 3 0-16,-1-2-16 0,-1 1 16 0,1-2 16 16,0 1 0-16,1-4 0 0,0 3-16 0,0-1 0 15,2-2 0-15,1 0 0 0,1-2-176 0,2 0-32 16,0 0-16-16,0-1 0 0,2-1-288 0,1-1 0 0,0-2 0 15,1 2 0-15,1-2 128 0,0 0-128 0,1 0 192 16,-1 0-192-16,1 0 208 0,1-2-64 0,0 2-16 16,2-3 0-16,1 0-128 0,2-3 160 0,1 1-160 15,3-4 160-15,2 2-160 0,2-4 0 16,2 0 0-16,0-1 0 0,0-1 0 0,0 3 0 0,0-2 0 0,-3 0 0 16,0 4 0-16,-3 0 0 0,-1 3 0 0,-2 0 0 15,-3 1 0-15,-3 4 0 16,1 1 0-16,-3 2 0 0,-1 2 0 0,-2 2 0 0,-3 0 0 15,-1 5 0-15,0 0 0 0,-3 0 0 0,1 0 0 0,-1 2 0 0,-1-2 0 0,0 2 0 16,-1 0 0-16,0 2 0 0,0-1 0 0,1-1 0 16,2 0 128-16,2-4-128 0,2-1 0 15,2-1 0-15,2-2 0 0,3-1 0 0,1-2 0 16,2-1 0-16,2-4 0 0,3-1 0 0,1-2 0 0,3-2 0 16,2-1 0-16,0-3 0 0,2 4 0 0,0-2 0 15,-2-1-128-15,-2 3 128 0,0 0 0 0,-3 2 0 16,-1 1 0-16,-2 3 0 0,-1-1 0 0,-2 4 0 15,-1-1 0-15,-2 3 0 0,-1-4 0 0,0 0 0 16,0 0 0-16,0 0 0 0,-4 31 0 0,4-31 0 16,0 0 0-16,-9 26 0 0,9-26 0 0,0 0 0 15,-10 27 0-15,10-27 0 0,-8 18 0 0,8-18 0 16,-8 18 0-16,5-11 0 0,3-7 0 0,0 0 0 16,0 0 0-16,0 0 0 0,0 0 0 0,0 0 0 15,0 0 0-15,0 0 0 0,0 0 0 0,0 0 0 0,37 6 128 16,-27-15-128-16,-1 4 0 0,2-5 0 0,1 1 0 0,0 0 0 15,1-3 0-15,-1 2 0 0,-2 1 0 16,-2 4 0-16,-1 0 0 0,-3 3 0 0,0 2 0 0,-3 2 0 16,-2 1 0-16,-1 1 0 0,-1 1 0 0,-1 4 0 15,-2 1 0-15,-1 0 0 0,-2 4 0 0,0 0 0 16,-1 2 0-16,0 1 0 0,-1 0 0 0,0-1 0 16,1 3 0-16,2-2 0 0,0-3 0 0,8-14 0 15,-8 24 176-15,8-24 0 0,0 0 0 0,0 0 0 0,0 0 144 0,0 0 48 16,0 0 0-16,30 4 0 15,-18-12-224-15,2-2-144 0,1-2 192 16,-1 0-192-16,3-2 128 0,0 0-128 0,0 2 0 0,-3 0 0 16,-2 4 0-16,0-1 0 0,0 4 0 0,-4 1 0 15,-2 2 0-15,-2 2 0 0,-1 2 0 0,-3 2 0 16,0-4 0-16,0 0 0 0,-11 24 0 0,4-12 0 0,-1 2 0 16,-1 0 0-16,-1 3 0 0,-2 0 0 0,1 1 0 15,0-1 0-15,0 0 0 0,1-3 0 0,1 0 0 0,1 0 0 16,3-3 0-16,0-2 0 0,2-2 0 15,3-7 0-15,0 0 0 0,0 0 0 16,0 0 128-16,0 0-128 0,0 0 0 0,0 0 0 0,0 0 0 0,0 0 0 16,30 9 0-16,-24-13 0 0,2 1 0 0,-1-2 0 15,1 1 0-15,0-1 0 16,-2 2 0-16,1-1 0 0,0 1 0 0,-1 1 0 0,-1-1 0 0,0 3 0 16,-1 0 0-16,-1 1 0 0,-1 1 0 0,-1 1 0 0,0 1 0 0,-1 0 0 15,-1 2 0-15,1-6 0 0,0 0 0 0,-7 24 0 16,2-13 0-16,1-1 0 0,4-10 0 0,-10 23 0 15,6-11 0-15,4-12 0 16,-9 22 0-16,9-22 0 0,-7 23 0 0,7-23 0 16,0 0 0-16,0 0 0 0,0 0 0 0,0 0 0 15,0 0 0-15,0 0 0 0,0 0 0 0,37 19 0 16,-26-28 0-16,2 2-144 0,1-3 144 0,0 0 0 16,1 1 0-16,-1 0 0 0,-1 1-272 0,-2 1 16 0,-1 2 16 0,-3 2 0 15,1 2 96-15,-4 1 16 0,-2 1 0 0,0 2 0 16,-2 0 128-16,0-3 0 0,0 0 0 15,0 0 0-15,-8 28 0 0,8-28 0 0,-9 21 128 0,9-21-128 16,-13 24 0-16,13-24 0 0,-12 23 0 0,7-12 128 16,5-11-128-16,-10 21 0 0,10-21 0 0,-8 19 0 15,8-19 0-15,0 0 0 0,0 0 0 0,0 0 0 16,0 0 0-16,-3 28 128 0,5-26-128 0,1-2 0 16,2 0 0-16,0-2 0 0,3-2 0 0,0-1 0 15,1-2 0-15,3-1 0 0,0 0 0 0,1 0 0 0,1-4 0 16,0 3 0-16,-1 0 0 0,0 0 0 15,-1 1-192-15,-1 3 64 0,0-2 0 0,-4 4 0 0,0 1 128 0,-7 2 0 16,0 0 0-16,0 0 0 0,0 0 0 16,0 0 0-16,0 0 144 0,0 0-144 0,0 0 256 0,0 0-48 15,-1 40-16-15,1-40 0 0,-11 19 192 0,5-11 48 16,-1 3 0-16,0-1 0 0,0 2-112 16,-1 0-32-16,1-1 0 0,7-11 0 0,-12 22-288 0,12-22 128 15,-10 19-128-15,10-19 0 0,0 0 0 0,0 0 0 16,0 0 0-16,0 0 0 0,0 0 0 0,0 0 0 0,0 0 0 0,0 0 0 15,34 12 0-15,-28-15 0 16,2-2 0-16,0 3-144 0,-1-3 144 0,1 0 0 0,0-1 0 0,0 0 0 16,1 2 0-16,-1-1 0 0,1-2 0 0,0 2 0 15,0 0 0-15,0-1-128 0,0 1 128 0,-1 2 0 16,0-1-128-16,-2 1 128 0,0 1-128 0,-2 0 128 16,-4 2 0-16,0 0 0 0,0 0 0 0,0 0-128 15,0 0 128-15,0 0 0 0,0 0 0 0,0 0 0 0,-3 40 0 16,3-40 0-16,-9 19 0 0,9-19 0 0,-14 24 0 0,7-12 0 15,-1 2 0-15,-1 1 0 0,0 0 0 0,0 0 0 16,0 1 0-16,1-1 0 0,1-1 0 0,0-2 0 16,7-12 0-16,-7 19 128 15,7-19-128-15,0 0 128 0,0 0-128 0,0 0 128 0,0 0-128 0,0 0 0 16,0 0 0-16,0 0 0 0,0 0 0 0,31 16 0 16,-22-21 0-16,3-2 0 0,2-2-128 15,1-1 0-15,0 1 0 0,-1 0 0 16,-2 1-448-1,-1 2-64-15,-1 0-32 0,0 4 0 0,-2-2 432 0,-1 3 96 0,-2-1 16 0,-1 4 0 16,-4-2 128-16,0 0 0 0,0 0 0 0,0 0 0 0,0 0 0 0,-7 24 128 0,3-17-128 0,-2 3 0 16,1-3 0-16,-1 2 0 15,-1 3 0-15,0 0 128 0,1 0-128 0,-3 2 144 16,2 0-144-16,-1 0 160 0,8-14-160 16,-13 27 0-16,13-27 0 0,-7 23 128 0,7-23 32 0,0 0 0 15,0 0 0-15,0 0 0 0,1 33-32 0,-1-33-128 0,0 0 192 0,17-2-64 16,-10-1-128-16,1-3 0 15,3 0 0-15,1 0 128 0,0-4-128 0,-1 3 0 0,2 0-160 0,-2 0 160 16,0 0-224-16,-1-1 48 0,0 4 16 0,-1-3 0 16,-2 4 160-16,0 1-208 15,-2-2 80-15,0 3 128 0,-1 1 0 0,-4 0 0 0,0 0 0 0,0 0 0 0,0 0 0 0,0 0 0 16,0 0 0-16,0 0 0 0,0 0 0 0,0 0 0 31,0 0 0-31,3 38 0 0,-3-38 0 0,0 0 0 0,0 0 0 0,-5 26 0 16,5-26 0-16,0 0 0 15,0 0 0-15,-10 31 0 0,10-31 0 0,0 0 128 16,-9 28-128-16,9-28 0 0,-7 18 192 0,7-18-32 0,-8 18-16 0,8-18 0 16,0 0 352-16,-6 22 64 0,6-22 16 0,0 0 0 15,0 0-352-15,0 0-64 0,0 0-16 0,0 0 0 16,0 0-144-16,39 3 0 0,-27-11 0 0,2-1 0 16,1-1-256-16,0-2 32 0,1-2 0 0,0-2 0 15,0 1-656-15,-2 0-128 0,1 3-16 0,-1 1-16 16,-2 4 656-16,-2-1 144 0,1 4 32 0,-3 0 0 15,-8 4 208-15,0 0 0 0,0 0 0 0,0 0 160 0,0 0-32 0,0 0-128 16,7 35 192-16,-15-21-64 0,0 5 336 0,-2-3 64 16,-2 4 16-16,-1-2 0 0,0 2-192 0,0-2-32 15,-1 2-16-15,0-2 0 0,2-1-112 16,0 0 0-16,1-3-16 0,2 0 0 0,4-6 16 0,0 0 16 16,5-8 0-16,0 0 0 0,0 0-208 0,0 0 176 15,0 0-176-15,0 0 160 0,35-4-160 0,-20-6 0 16,2-4 0-16,1 0 0 0,2-2 0 0,-1 1-144 15,0-1 144-15,-2 3-160 0,0 0 160 0,-1 5-160 16,-4-1 160-16,-2 2-160 0,-2 4 160 0,-8 3 0 0,12-2 0 0,-11 2 0 16,-1 0 0-16,0 0 0 15,0 0 0-15,0 0 128 0,-6 29-128 0,0-19 128 0,0 1-128 0,-1-1 128 16,1 2 48-16,-1 1 16 0,1-1 0 0,-2 0 0 16,0 0-192-16,1 0 192 0,-1 2-192 15,2 0 192-15,6-14-192 0,-10 22 128 0,10-22-128 16,0 0 128-16,-7 23 64 0,7-23 16 0,0 0 0 0,0 0 0 15,0 0-208-15,0 0 0 0,0 0 128 0,0 0-128 16,0 0 0-16,0 0 0 0,32-1 0 16,-25-5 0-16,0-1 0 0,1 0 0 0,-2 1 0 0,2-3-160 15,-1 3 896-15,1-2 176 0,-1 4 48 0,-1-3 0 16,-1 4-784-16,0-1-176 0,0 1 0 16,-2 3 0-16,0-2 0 0,-1 2 0 0,-1 2 0 0,-1-2 0 15,0 0-880-15,0 0-112 16,0 0-32-16,0 0 0 0,-8 19 832 0,5-12 192 0,-2 0 0 0,0 1 0 0,5-8 0 0,-10 17 0 15,10-17 0-15,-11 20 0 0,11-20 0 0,-11 24 0 16,11-24 0-16,-10 24 0 0,10-24 0 16,-11 28 0-16,11-28 128 0,-7 26-128 0,7-26 0 0,0 0 0 15,-4 29 128-15,4-29-128 0,0 0 0 0,0 0 0 16,0 0 0-16,0 0 0 0,0 0 0 0,0 0 0 16,35 4 0-16,-26-13 0 0,2-2-304 0,0-1-64 15,1-2-16-15,0 1 0 16,0-1-1024-16,0 2-192 0,-1 0-64 0,-1 3 0 15,-2-1 736-15,-1 4 144 0,-2 1 16 0,0 2 16 0,-2 3 560 0,-3 0 192 0,0 0-144 0,0 0 144 16,0 0 0-16,0 0 0 0,0 0 0 0,0 0 128 16,-4 36 320-16,4-36 80 15,0 0 16-15,-10 26 0 0,10-26 96 0,-9 21 32 0,9-21 0 0,-11 21 0 16,11-21-128-16,-12 19-32 0,7-12 0 16,-1 1 0-16,6-8 0 0,-8 14-16 0,5-10 0 15,3-4 0-15,0 0-96 0,0 0-16 16,0 0 0-16,0 0 0 0,0 0 128 0,0 0 32 0,0 0 0 0,0 0 0 15,0 0-192-15,28 26-32 0,-28-26-16 16,0 0 0-16,19-2-48 0,-19 2-16 0,13-4 0 0,-6-1 0 16,-7 5-240-16,13-7 0 0,-8 2 0 0,0 0 0 15,-5 5-144-15,8-7 144 0,-5 2 0 0,-1 3-144 16,-2-3-176-16,-1 3-48 0,0 0 0 0,-2 1 0 16,0 2-1408-1,-1 1-272-15</inkml:trace>
  <inkml:trace contextRef="#ctx0" brushRef="#br2" timeOffset="73457.45">12972 9554 1839 0,'-2'-2'160'0,"1"-1"-160"16,0 1 0-16,1 2 0 0,-1-3 752 0,0 1 112 0,0 0 32 0,-2-5 0 16,0 0 448-16,-1-3 80 15,0-1 32-15,1 1 0 0,-1 3-64 0,1-3-16 16,0 3 0-16,1 0 0 0,0 0-96 0,-1 2 0 0,2-2-16 0,0 1 0 15,0 1-64-15,0 0-16 0,1 2 0 0,0-1 0 16,2 2-48-16,-1 1-16 0,1-1 0 0,0 2 0 16,0 2-96-16,-2-2-32 15,0 0 0-15,0 0 0 0,0 0-224 0,24 40-32 16,-24-40-16-16,15 36 0 0,-15-36-432 0,17 45-96 16,-17-45 0-16,13 48-16 0,-13-48-176 0,9 47 0 15,-9-47 0-15,5 40 0 0,-5-40 0 0,3 29 0 16,-3-29 0-16,0 0 0 0,-2 28 0 0,1-24 0 15,0-1 0-15,1-2 0 0,-1 1 0 0,1-5 0 16,1-1 0-16,-1-1 0 0,2-3 0 0,-1-1 0 0,1 0 0 0,-1-1 0 16,0-3 0-16,0 1 0 0,-1-1 0 0,1 1 0 15,-1 0-128-15,0 0 128 0,0-2 0 0,-1 2 0 16,1 0 0-16,-1-2 0 0,0 0 0 0,0 1 0 16,0 0 0-16,1 3 0 0,0 1 0 0,0 4 0 15,1 1 0-15,0 1 0 0,1 3 0 0,0 0 0 16,-2 0 0-16,0 0 0 0,0 0 0 0,0 0 0 15,0 0 0-15,14 43 0 0,-14-43-144 0,0 0 144 16,6 42 0-16,-6-42 0 0,2 29 0 16,-2-29 0-16,1 27 0 0,-1-27 0 0,0 0 0 0,4 34 0 0,-4-34 0 15,0 0 0-15,0 0 0 0,0 0 0 16,0 0-144-16,0 0 144 0,0 0 0 0,36 6-144 0,-26-16 144 16,1-3 0-16,2-2-144 0,1-2 144 15,1-1-960-15,-1-2-128 0,2-3-32 0,-1-1 0 16,0 0-256-16,-2-1-48 0,0 2-16 0,-4 0 0 0,-1 2 976 0,0-1 192 15,-4 0 32-15,1-1 16 0,-2 4 464 0,0-2 80 0,-1 6 32 16,0 1 0-16,-1 7 544 0,1 2 96 16,-1 3 32-16,-1 2 0 0,0 0 64 0,0 0 0 0,0 0 16 0,1 31 0 15,-1-31-304-15,-3 31-64 0,3-31-16 16,-5 33 0-16,5-33-400 0,-3 33-64 0,3-33-32 16,-3 31 0-16,3-31-224 0,0 0 176 0,4 31-176 15,-4-31 160-15,0 0-160 0,0 0 0 0,0 0 0 16,0 0 0-16,26-2 0 0,-20-6 0 15,1-1 0-15,0-3 0 0,3-2 0 0,0-3 0 16,2 1-144-16,-1-3 144 0,1 2-352 0,-2-4-16 16,1 2 0-16,-3-1 0 0,1 0 80 0,-3-2 16 0,1-2 0 15,-3 0 0-15,1 1 272 0,-1 0 0 0,-1 1 0 0,-1 3 0 16,1 2 0-16,0 5 0 0,0 5 0 16,-1 3 0-16,-1 3 192 0,0 6-64 0,-1-5-128 0,0 0 192 0,1 34 288 0,-1-34 48 15,-2 43 16-15,0-20 0 16,0 3-240-16,-1-2-48 0,0 1-16 0,0-1 0 0,3-24-240 0,-1 36 128 15,1-36-128-15,0 0 0 0,6 33 0 0,-6-33 0 16,0 0 0-16,0 0 0 0,0 0 0 16,26 0 0-16,-19-7-128 0,3-3 128 0,0-2 0 15,2-2-128-15,1-2 128 0,0-1 0 16,1-2-704-16,-1 0-48 0,-1-2 0 0,0-1 0 16,0-1-144-16,-3-1-16 0,1-2-16 0,0 1 0 0,-2 0 688 0,0-1 240 0,0 1-144 0,0 4 144 15,1 4 0 1,-3 7 0-16,-1 3 144 0,-2 6-144 0,-3 1 688 0,0 0 16 0,0 0 16 0,2 43 0 15,-2-43 80-15,-4 43 16 16,0-14 0-16,-1 2 0 0,2 1-496 0,-1 0-80 0,1-2-32 0,1-4 0 16,2-26-208-16,3 38 0 0,-3-38 0 0,0 0 0 0,0 0 0 15,19 33 0 1,-19-33 0-16,0 0 0 0,24-7-224 0,-15 0 64 0,0-4 16 0,2-3 0 16,1-1-880-16,0-3-192 0,2-2-16 0,0-1-16 15,-1 1-928-15,0-1-176 0,-1 0-32 0,-1-3-16 31,0 3 1040-31,-1-7 208 0,0-1 32 0,0-2 16 0,0 0 1104 0,0 3 368 16,-2-1 0-16,0 8 0 0,0 7 528 0,-4 4 128 0,1 8 0 0,-5 2 16 16,0 0 288-16,0 0 48 0,4 31 16 0,-4-31 0 0,-6 38-208 15,3-15-32-15,-2 3-16 0,0-2 0 16,1 0-544-16,0 2-96 16,0-1-32-16,4-25 0 0,-3 47-256 0,3-47-48 0,3 33-16 0,-3-33 0 15,0 0-144-15,0 0 0 0,0 0 0 0,0 0 0 16,31 25-144-16,-24-31 144 0,1-2 0 15,-1-3 0-15,2 1-384 0,0-4 48 0,0-1 0 0,1-1 0 32,0-1-560-32,1-2-128 0,-1 0 0 0,-1-2-16 0,-1-1 720 0,1-4 160 0,1-2 32 0,-1 0 0 15,0-3 256-15,0 4 48 0,1 5 16 0,-2 7 0 16,0 5 752-16,-3 5 144 0,-5 5 48 0,0 0 0 0,0 0-112 16,0 0 0-16,0 0-16 0,0 0 0 0,9 41-448 0,-9-41-96 15,-2 28-16-15,2-28 0 0,-1 27-304 0,1-27-144 16,0 0 128-16,0 35-128 15,0-35 0-15,0 0 0 0,0 0 0 0,0 0 0 0,0 0 0 16,12 35 0-16,-9-35 0 0,-3 0 0 0,0 0 0 0,13-6 0 16,-8 1 0-16,2 0 0 0,-1-2 0 15,3-3 0-15,-2 2 0 0,2-3 0 0,1 0 0 0,0-2 0 16,0-1 0-16,1-2 0 0,-1 0 0 0,1 1 0 16,-1 1 0-16,-2-1 0 0,0 4 0 0,0 1 0 15,-1 2 0-15,-1 2 0 0,-1 1 0 0,-1 3 0 16,0 0 0-16,-2 2 0 0,-2 0 0 0,0 0 0 0,0 0 0 0,0 0 0 15,0 0 0-15,1 30 0 0,-1-30 0 0,0 0 0 16,0 0 0-16,-2 29 0 0,2-29 0 0,0 0 0 16,0 0 0-16,0 0 0 0,0 0 0 0,0 0 0 15,0 0 0-15,0 0 0 0,0 0 0 0,0 0 0 16,0 0 0-16,0 0 0 0,0 0 0 16,0 0 0-16,29 7 0 0,-29-7 0 0,8-5 0 0,-5 3 0 15,-3 2 0-15,0 0 0 0,8-3 0 0,-8 3 0 16,0 0 0-16,0 0 0 0,0 0 0 0,19-4 0 15,-13-1 0-15,1 0 0 0,0-1 0 0,0-2 0 0,2-2 0 16,0-2 0-16,1-2 0 0,0 0 0 16,1 0-560-1,-1-2 16-15,0-1 0 0,0 0 0 0,0 1-16 0,0-1 0 0,-2 0 0 0,-1 1 0 16,1 4 560-16,-4 0 0 0,0 5 0 0,-2 2 0 0,-1 5 0 0,-3 0 192 16,2 0 0-16,0 0 0 0,-7 22 272 0,7-22 48 15,-9 24 16-15,9-24 0 0,-9 33-160 0,9-33-48 16,-9 40 0-16,9-40 0 0,-7 37-192 0,7-37-128 15,0 29 160-15,0-29-160 0,0 0 0 0,0 0 0 16,11 35 0-16,-11-35 0 0,0 0 0 0,0 0 0 0,25 0 0 16,-17-6 0-16,0-1 0 0,2-1 0 0,0-1 0 0,0-3 0 15,-1 0 0-15,1 0 0 16,1-2 0-16,0 2 0 0,-1-2-336 0,-1-2 32 0,1 1 16 0,1 1 0 16,-1-3 96-16,-2 3 0 0,1 1 16 0,-2 2 0 15,-2 2 176-15,-1 4 0 0,-1 1 0 16,-1 1 0-16,-2 3 128 0,0 0-128 0,0 1 160 0,-1 3-160 15,0-2 368-15,-1 3-32 0,-1 1 0 16,3-6 0-16,0 0-96 0,-7 21-32 0,7-21 0 16,0 0 0-16,0 0-80 0,-4 31 0 0,4-31-128 0,0 0 192 15,0 0-192-15,0 0 0 0,0 0 128 0,0 0-128 16,8 35 0-16,-8-35 0 0,0 0 0 0,0 0 0 16,0 0 0-16,0 0 0 0,24-6 0 0,-18 2 0 15,2-3 0-15,0 0 0 0,2-1 0 0,0-1 0 16,2-3 0-16,1 0 0 0,0-1 0 0,-1 0 0 0,1 2 0 0,-1-1 0 15,1 1 0-15,-3 0 0 16,0 0 0-16,-2 3 0 0,0 1 0 0,-2 0 0 0,0 2 0 0,-2 3 0 16,-4 2 0-16,0 0 0 0,0 0 0 0,0 0 0 15,0 0 0-15,0 0 0 16,0 0 0-16,0 0 0 0,7 36 0 0,-7-36 0 0,0 0 0 16,-4 35 0-16,4-35 0 0,0 0 0 0,-3 31 0 0,3-31 0 0,0 0 0 0,0 0 0 31,0 0 0-31,0 0 0 0,0 0 0 0,0 0 0 15,17 33 0-15,-14-33 0 0,1-3 0 0,0 1 0 16,1-2 0-16,0-3 0 0,1 0 0 0,1-2 0 0,-1-1 0 0,1 0 0 16,0-2 0-16,0 0 0 0,1 0 0 0,0-1 0 15,0 1 0-15,0 0-160 0,0 0 160 0,1 0-208 0,-2 0 80 0,0 0 128 16,0 5-128-16,-2 0 128 0,-1 2 0 0,-1 2 0 16,-3 3 0-16,0 0 0 0,0 0 0 0,0 0 0 15,0 32 0-15,0-32 0 16,-6 29 0-16,6-29 0 0,-8 33 0 0,8-33 0 0,-7 37 0 0,7-37 0 15,-7 35 128-15,7-35-128 0,-4 26 0 0,4-26 128 16,0 0-128-16,0 0 0 16,0 35 0-16,0-35 0 0,0 0-128 0</inkml:trace>
  <inkml:trace contextRef="#ctx0" brushRef="#br2" timeOffset="75290.87">14537 8945 10127 0,'-2'0'896'0,"0"0"-704"0,2 2-192 0,-1-2 0 16,0 0 752-16,0 0 112 15,-1 1 32-15,-1 1 0 0,-1 0 240 0,2-1 48 16,0 0 16-16,-1 1 0 0,1-2-336 0,1 1-64 0,1-1-16 0,-1 2 0 0,1-2-16 0,0 0-16 15,0 0 0-15,1 0 0 0,-1 1 112 16,0-1 32-16,0 2 0 0,0 0 0 0,1-1-224 0,-1 0-32 16,1 1-16-16,0 1 0 0,0 2-48 0,1-3 0 15,0 3 0-15,0 0 0 0,0-1-192 0,1 1-64 16,-3-5 0-16,0 0 0 0,0 0-96 0,0 0-32 16,31 33 0-16,-31-33 0 15,0 0 0-15,35 22-16 0,-35-22 0 0,35 14 0 16,-35-14 176-16,51 9 32 0,-17-3 16 0,3-3 0 0,4 1 464 0,4 0 96 15,3-2 0-15,3 0 16 16,4 1-368-16,1-1-80 0,3-1-16 0,-1 1 0 0,0 0-320 16,1-2-192-16,4 3 192 0,1-1-192 0,-1 0 192 0,-2 1-64 0,-3-1 0 0,-1 0-128 15,2 1 160-15,-3-1-160 16,-1 0 128-16,-2-1-128 0,-3 1 128 0,-5-1-128 16,-5 0 0-16,0-2 128 15,-2 0-128-15,-4-2 0 0,-5 1 0 0,-5-1 0 0,-7 1 0 0,-5 0 0 0,-5 0-144 16,-5 2-18096-16</inkml:trace>
  <inkml:trace contextRef="#ctx0" brushRef="#br2" timeOffset="75959.16">14679 8840 6431 0,'6'-2'576'0,"-4"0"-576"15,0 2 0-15,-1 0 0 0,-1 0 1152 0,1-2 112 16,2 0 16-16,1-1 48 0,1 0 944 0,0 1 192 15,-1 0 32-15,0 0 48 0,0 1-304 0,-1-1-48 0,-1 0-16 0,0 1 32 16,0 2-352-16,-2-1-64 0,1 2 0 0,-2 0 0 16,0 1-768-16,-1 1-176 0,0-1-16 0,-2 2 0 15,0-1-496-15,0 1-96 0,-2 0-32 0,0-1 32 16,-1 2-240-16,0-1 0 0,-3 1 128 16,-1-1-128-16,-1 0 0 0,-2 2 128 0,-1 0-128 15,0 1 128-15,0 0-128 0,-4-1 128 0,0 3-128 16,-3-3 160-16,3 2-160 0,0 1 0 0,3-3 0 0,0-1 0 15,1 0 192-15,3 1-64 0,1-4 0 16,2 2 0-16,0-1-128 0,3-2 0 16,-1 1 0-16,2-1 0 0,1 1 0 0,2-1 0 0,1-2 0 15,0 1 0-15,2 0 0 0,2-1 0 0,0-1 0 16,1 1 0-16,1 1 384 0,0 1-16 0,1 1 0 0,-6-3 0 0,0 0-128 16,0 0-32-16,0 0 0 0,36 40 0 15,-36-40-80-15,0 0-128 0,29 48 176 0,-29-48-176 0,0 0 176 16,35 49-176-16,-35-49 160 0,0 0-160 0,44 38 144 15,-44-38-144-15,34 15 128 0,-34-15-128 16,36 9 0-16,-19-9 128 0,2 0-128 0,-2 0 0 16,0-2 0-16,0-1 0 0,-1-1 0 0,2 3-18816 15</inkml:trace>
  <inkml:trace contextRef="#ctx0" brushRef="#br2" timeOffset="76705.5">16089 9149 16575 0,'3'-3'1472'0,"0"1"-1168"16,0-2-304-16,-1 3 0 0,0-1 1120 0,0 0 160 15,2-2 48-15,5-2 0 0,1-3 32 0,2-1 16 16,-1 1 0-16,-1 2 0 0,-1 1-352 0,-2 3-80 16,-2 2-16-16,-3-1 0 0,0 4-32 0,-1-1-16 15,0 2 0-15,-2 0 0 0,0 2-144 0,-1-1-32 16,0 2 0-16,-1 0 0 0,-1-1-128 0,-1 2-16 0,2-1-16 0,-2 2 0 16,0-2-144-16,1 1-16 0,-1 2-16 0,0 0 0 15,-1-1-160-15,1 3-16 16,-3 0-16-16,1 0 0 0,-1 1-48 0,0-1-128 0,-1 4 192 15,-3 1-64-15,0 3 0 0,0-1-128 0,0 2 192 0,0-1-64 16,0 2 16-16,1-3 0 0,1 0 0 16,2-1 0-16,2-3-144 0,6-14 192 0,0 0-192 0,-5 26 192 15,5-26-192-15,0 0 192 0,0 0-192 0,0 0 192 0,34 1 0 0,-19-7 0 16,2 0 0 0,5-4 0-16,3 0 0 0,5-2 16 0,2 3 0 0,3-3 0 15,2 4-208-15,0-1 0 0,3 1 0 0,0-1 0 0,1 3 0 16,1-2 0-16,1 1 0 0,1 0 0 0,-2 3 0 15,0-2 0-15,-1 0 0 0,-3-1 0 0,-1 0 0 0,-2-2 0 16,-1-1 0-16,-2 2 0 0,-4-1 0 0,-5 2 0 16,-4 2 0-16,-5 0-12640 15,-4 3-2544-15</inkml:trace>
  <inkml:trace contextRef="#ctx0" brushRef="#br2" timeOffset="77909.14">17479 9078 10127 0,'4'-5'896'0,"-2"0"-704"0,1 3-192 0,-2 0 0 15,0 1 2096-15,0-1 384 0,2-3 80 0,1 1 0 16,1-6 352-16,0 3 64 0,-2 0 16 0,-1 0 0 16,-2 4-1152-16,-1 1-240 0,-1 0-32 0,0 2-16 0,-2 2-656 0,0 0-128 15,0 1-16-15,-2 2-16 0,1 1-352 0,-2 2-80 16,1 1-16-16,-1 0 0 0,1 3-64 0,-3 3-16 15,1 4 0-15,-2-1 0 0,0 5-80 0,-1 0-128 16,-2 1 176-16,0 2-176 0,-1-2 192 16,0 1-192-16,0 1 192 0,0-2-192 15,1-2 144-15,0 1-144 0,2 1 0 0,1-3 144 0,2-2-144 0,8-19 0 16,-9 29 0-16,9-29 0 0,0 0 0 0,0 0 0 16,0 0 0-16,0 0 0 0,0 0 0 0,0 0-144 15,0 0 144-15,0 0-208 16,0 0-1888-16,3-1-368 0</inkml:trace>
  <inkml:trace contextRef="#ctx0" brushRef="#br2" timeOffset="78173.64">17408 9061 6447 0,'4'-7'272'0,"-1"0"80"0,0 4-352 0,-1 1 0 0,-1 0 0 0,-1 2 0 15,1 2 2656-15,1-2 464 0,1 0 80 0,1 0 32 0,0 0-416 16,-4 0-64-1,0 0-32-15,0 0 0 0,0 0-832 0,0 0-160 0,0 0-48 16,33 28 0-16,-33-28-528 0,0 0-128 16,0 0 0-16,0 0-16 0,32 36-448 0,-32-36-96 15,0 0-16-15,23 34 0 0,-23-34-176 0,0 0-32 0,19 49-16 0,-19-49 0 16,9 38-224-16,-9-38 176 0,7 43-176 0,-7-43 160 16,5 38-160-16,-5-38 128 0,4 40-128 0,-4-40 128 15,0 0-128-15,7 48 0 0,-7-48 0 0,0 0 0 16,0 0 0-16,12 42 0 0,-12-42 0 0,0 0-12032 15,0 0-2336-15</inkml:trace>
  <inkml:trace contextRef="#ctx0" brushRef="#br2" timeOffset="78390.92">17368 9303 15663 0,'-7'-3'688'0,"3"0"144"0,1 2-656 0,1 1-176 16,2-2 0-16,1 2 0 0,-1 2 2192 0,1-2 416 16,1 0 80-16,-1 2 0 0,4 0 80 0,-5-2 16 15,0 0 0-15,0 0 0 0,0 0-1248 0,39 18-240 16,-39-18-48-16,23 4-16 0,-10-4-672 0,-1-2-144 16,2 0-32-16,-1-1 0 0,0 0-256 0,-1-1-128 0,0-1 0 0,-1 2-18304 15</inkml:trace>
  <inkml:trace contextRef="#ctx0" brushRef="#br2" timeOffset="79248">17836 9056 10127 0,'0'-4'896'0,"1"1"-704"0,-1 1-192 0,0 2 0 16,0 0 1472-16,0-2 256 0,0 1 48 0,-1-1 16 15,1-3 416-15,-1 1 96 0,0 1 0 0,-1 1 16 16,1 0-848-16,0 2-160 0,0 0-32 0,-1 0-16 0,0 0-496 0,0 2-112 16,1 0-16-16,-1 3 0 0,0 0-160 0,0 2-32 15,2-7-16-15,0 0 0 0,-6 35 0 0,6-35 0 16,-5 43 0-16,5-43 0 0,-4 53-48 16,4-53-16-16,-1 56 0 0,1-56 0 0,2 52 0 0,-2-52 0 15,9 40 0-15,-9-40 0 0,0 0-160 0,26 34-16 16,-26-34-16-16,28 4 0 0,-12-6 16 0,2-5 0 15,4-2 0-15,1-5 0 0,0-1 240 0,-2-1 48 16,0 0 16-16,0-2 0 0,-3-1-352 0,-1 3-144 0,-2-3 128 16,-2 2-128-16,-3-1 0 0,-2 1 0 0,-3 0 128 15,-3 0-128-15,-1 1 128 0,-4-1-128 0,-2 1 192 16,-1 1-64-16,0 1-128 0,-1 0 160 0,0 2-160 16,1-2 160-16,-1 2-160 0,1 0 0 0,2 3 0 0,2 1-18544 15</inkml:trace>
  <inkml:trace contextRef="#ctx0" brushRef="#br2" timeOffset="79892.61">18364 9007 8223 0,'1'-1'736'0,"0"1"-592"0,-1-2-144 0,0 2 0 16,0 0 1136-16,0-1 192 0,0 0 32 0,1-1 16 0,1 1 432 0,-1-3 96 15,2 1 16-15,-1-1 0 0,-1 1 0 0,1-2-16 16,-1 1 0-16,1 1 16 0,0-2-240 16,0 2-32-16,0 0-16 0,0 0 0 0,-1 0-384 0,0 1-80 15,0 2-16-15,-1 0 16 0,0 0-384 0,0 2-80 16,0 2 0-16,0 2 0 15,0 1-288-15,0-7-48 0,0 0-16 0,-5 41 0 0,5-41-352 0,-7 42 144 16,7-42-144-16,-6 52 128 0,6-52-128 16,-8 50 0-16,8-50 0 0,-5 45 0 0,5-45 0 0,-2 38 0 15,2-38 0-15,0 0 0 0,2 44-128 16,-2-44 128-16,0 0-160 0,0 0 160 0,0 0-144 0,0 0 144 0,0 0-160 0,0 0 160 16,0 0-288-16,0 0 32 0,0 0 16 0,0 0-11536 15,0 0-2336-15</inkml:trace>
  <inkml:trace contextRef="#ctx0" brushRef="#br2" timeOffset="80408.87">18371 9044 10127 0,'-3'-2'896'0,"1"2"-704"0,1 0-192 0,1 0 0 0,-1 0 1776 0,0 0 320 16,0 0 64-16,-2 0 16 0,0-2 816 0,1 2 160 15,2-3 48-15,0 1 0 16,0 0-1472-16,2-1-272 15,3 1-64-15,0 0-16 0,3-3-512 0,-1 2-96 0,4-3-32 0,-2 1 0 0,2 2-80 0,1-2-16 16,2 0 0-16,3 1 0 16,-2 2-208-16,2 0-48 0,-1 2-16 0,-16 0 0 15,28 6-224-15,-28-6-144 0,0 0 192 0,34 20-192 16,-34-20 0-16,0 0 0 0,0 0 0 0,22 42 0 16,-22-42 0-16,0 0 0 0,0 0 0 0,-2 38 0 15,2-38 0-15,-9 16 0 0,2-10 0 0,-2 0 0 16,1 1 0-16,-1-2 0 0,-1 0 0 0,-1 0 0 15,1-2 0-15,-2-1 0 0,1 2 0 0,-2-1 0 16,2 0 0-16,-1-2 0 0,1 1 0 0,0 1 0 0,2-1 0 16,1-2 0-16,1 1 0 0,2 1 0 0,0-2 0 0,1 1 0 15,2 0 0-15,0-1 0 0,0 2 0 0,1-2 0 16,1 0 0-16,0 0 0 0,1 0 0 0,1 0 0 16,1 0 0-16,4-2 0 0,0 0 0 15,4-1 0-15,1-1 0 0,2 1 0 0,0-1 160 0,3 1-160 16,2-1 128-16,-1 2-128 0,1 1 320 0,-19 1-32 15,34 3 0-15,-34-3 0 0,29 11-128 0,-29-11-32 16,0 0 0-16,30 26 0 0,-30-26-128 0,0 0 0 0,0 0 0 0,18 43 0 16,-18-43 0-16,0 0 0 0,-6 33 0 0,-1-21 0 15,-3 2 0-15,-1-2 0 0,-2 0 0 0,-2 0 0 16,-2-3 0-16,0 1 0 0,-3-1 128 0,1-2-128 16,-4 0 0-16,-1 1 0 0,-2-1 0 0,0 0 0 15,4-2 0-15,1-1-176 0,2-1 48 16,3-1-18816-16</inkml:trace>
  <inkml:trace contextRef="#ctx0" brushRef="#br2" timeOffset="84877.08">17280 9680 15663 0,'0'-2'1392'0,"0"2"-1120"0,0-2-272 0,0 2 0 15,0 0 912-15,0 0 128 0,0-1 32 0,0 1 0 16,1-3 416-16,-1 3 96 0,0-2 16 0,0 1 0 15,0 0-800-15,0 1-160 0,0 0-16 0,0 0-16 0,0 0-160 0,-1 0-48 16,1 1 0-16,-1 0 0 0,0-1-144 0,-1 2-16 16,0-1-16-16,-2 2 0 0,1 1 96 0,-3-2 0 15,0 3 16-15,0 0 0 0,-2 0 80 0,-2 4 16 16,-2 0 0-16,0 1 0 16,1 0-112-16,0 3-32 0,-1 0 0 0,1 3 0 15,0 1 208-15,1-1 32 0,1 3 16 0,1 0 0 16,1 3 16-16,7-22 0 0,-8 42 0 0,8-42 0 15,1 38-48-15,-1-38-16 0,0 0 0 0,14 41 0 16,-14-41-128-16,0 0-32 0,0 0 0 0,36 33 0 16,-36-33-144-16,0 0-48 0,33 14 0 0,-33-14 0 0,0 0-144 0,35 7 128 15,-35-7-128-15,0 0 128 0,32 5-128 0,-32-5 0 16,0 0 0-16,27 1 0 0,-19-2 0 0,2 1 0 16,-2-3 0-16,0 3-18304 0</inkml:trace>
  <inkml:trace contextRef="#ctx0" brushRef="#br2" timeOffset="88217.73">17595 9841 17503 0,'0'-3'1552'0,"0"1"-1232"0,0 1-320 0,0 0 0 16,1 1 1648-16,-1-2 272 0,1 0 48 0,-1-1 16 16,1-2 16-16,1 3 16 0,-2-3 0 0,1 2 0 0,0 3-864 0,-1-2-192 15,-1 4-16-15,0 1-16 0,0 0-304 0,-2 1-64 16,-1 6-16-16,-1-1 0 16,-1 3-96-16,-1 2-32 0,-1 3 0 0,0 1 0 15,-1 2-224-15,-1-1-32 0,1 0-16 0,2-3 0 16,0-2-144-16,1-2 0 0,4-2 144 0,0-6-144 0,2-4 0 0,0 0 0 15,0 0 0-15,0 0 0 0,17-4 0 0,-10-4 0 0,3-3 0 0,1-1 0 16,0 0 0-16,-1-2 0 16,0-1 0-16,-1-1-128 0,0 2 128 0,-1-2-128 0,1 1 128 0,-1 1-128 15,-1 0 128-15,-1 2 0 16,0 0 0-16,0 0-128 0,-2 3 128 0,1-1 0 16,0 3 0-16,0 0 0 0,1-1 0 0,-2 4 0 15,1 0 0-15,0 1 0 0,-1 3 0 0,0-2 0 0,0 2 0 0,-1 2 128 16,0 1-128-16,-3-3 0 0,0 0 0 0,0 0 0 15,0 0 272-15,8 37-16 0,-8-37 0 0,0 0 0 16,-2 38-80-16,2-38-32 0,-4 26 0 0,4-26 0 16,0 0-144-16,-7 32 0 0,7-32 0 0,-8 18 0 0,4-11 0 15,1 0 0-15,-1-2 0 0,0-1 0 0,1-1 0 0,1 0 0 16,-1 0 0-16,0-2 0 0,1 1 0 0,0-1 0 16,1 1 0-16,-1-2 0 0,1 0 0 0,1 0 0 15,-1 0 0-15,1 0 0 16,-1-2 0-16,2 1 0 15,0-3 0-15,2 1 0 0,0-4 0 0,3 0 0 16,1-2 0-16,2-5 0 0,1-1-368 16,1-2-48-16,2-1-16 0,0-1 0 15,1 2-560-15,0 3-112 0,0 0-32 0,-1 2 0 0,-1 2 688 0,-1 3 128 0,-1 2 16 0,0 1 16 16,0 1 288-16,-10 3 272 0,0 0-48 0,0 0-16 16,30 10 384-16,-30-10 80 0,0 0 16 0,0 0 0 15,0 0-304-15,15 37-48 0,-15-37-16 0,0 0 0 16,-1 34-160-16,1-34-32 0,-7 26-128 0,7-26 192 15,-12 28-64-15,6-14 0 0,-1 1-128 0,0-1 192 16,1 1-192-16,6-15 144 0,-11 23-144 0,11-23 128 16,0 0-128-16,-6 19 0 0,6-19 0 0,0 0 0 15,0 0-848-15,0 0-112 0</inkml:trace>
  <inkml:trace contextRef="#ctx0" brushRef="#br2" timeOffset="88922.77">18055 9874 3679 0,'0'0'320'0,"0"0"-320"16,0 0 0-16,0 0 0 0,0 0 3136 0,0 0 576 15,0 0 96-15,0 0 32 0,0 0-176 0,0 0-16 16,31 5-16-16,-20-11 0 0,-1 0-1952 0,0-3-384 0,1-1-80 0,-2 0 0 16,1 1-832-16,-3-2-176 15,1 1-16-15,-4-2-16 0,-1 3-176 0,-2 0 0 0,-1 1 0 0,-2 1 0 16,-1 0 208-16,-1 2-32 0,-4 0-16 0,1 1 0 15,-1 1 192-15,-1 1 32 0,0 2 16 0,-1 0 0 16,0 2-144-16,0 3-48 16,0-1 0-16,-1 5 0 0,1 0-208 0,-1 2 0 0,1 3 128 0,0 1-128 15,1 1 0-15,-1 0 0 16,2 1 0-16,1 0 0 0,7-17 128 0,-11 31-128 0,11-31 176 0,0 0-176 16,0 33 160-16,0-33-160 0,0 0 128 0,0 0-128 15,0 0 0-15,0 0 0 0,0 0 0 0,34 13 0 0,-26-17 0 16,1-4 0-16,2-3 0 0,-1 2 0 0,2-3 0 0,-2 0 0 15,0 1 0-15,0-1 0 16,-1 2-144-16,-2 0 144 0,0-1 0 0,-2 2 0 0,1 1 0 16,-1-1-128-16,-3 4 128 0,1-3 0 0,-1 2 0 15,-1 1 0-15,0 2 0 0,-1 1 0 0,0 1 0 16,0 2 0-16,0-1 0 0,-1 3 0 0,1-3 0 16,0 0 0-16,0 0 0 0,0 0 0 15,0 0 192-15,2 40-48 0,-2-40-16 0,0 0 0 0,0 0 256 0,10 43 64 16,-10-43 0-16,0 0 0 0,0 0-208 15,25 36-48-15,-25-36 0 0,0 0 0 0,0 0-192 0,32 23 128 16,-32-23-128-16,0 0 0 0,0 0 0 0,31 0 0 0,-23-3 0 0,1-1 0 16,-2-3 0-16,1 2 0 0,-1-3 0 15,0 2 0 1,-1-2-1088-16,-1-1-192 0,-1 2-64 0,0-3 0 16,0 1-2224-16,-2 0-448 0,0 0-80 0,0-2-32 15,1 2 1440-15,0-3 304 0,0 1 48 0,-1-1 16 0,1 0 2192 0,1 1 432 0,0 0 80 0,-1 0 32 0,1 3 1168 0,1 1 224 16,-2 5 48-1,0-1 16-15,0 3 176 0,0 3 16 0,-3-3 16 16,0 0 0-16,0 0-288 0,0 0-64 0,15 42-16 0,-15-42 0 0,0 0-608 0,16 48-112 16,-16-48-32-16,0 0 0 15,22 47-400-15,-22-47-96 0,0 0-16 0,28 41 0 16,-28-41-256-16,0 0-64 0,32 36-128 0,-32-36 192 16,0 0-192-16,29 37 0 0,-29-37 0 0,0 0 0 15,26 29 0-15,-26-29 0 0,0 0 0 0,0 0 0 0,0 0 0 0,34 14 0 16,-34-14 0-16,10-2 0 31,-5-1-1872-31,-3 0-272 0</inkml:trace>
  <inkml:trace contextRef="#ctx0" brushRef="#br2" timeOffset="89092.35">18617 9761 16575 0,'-3'0'736'0,"0"2"160"0,1 0-720 0,0 1-176 15,0-1 0-15,0 0 0 0,2-2 2688 0,0 0 512 16,-17 24 112-16,5-8 16 0,-4 6-608 0,-3-1-112 15,0 3-32-15,-3-1 0 0,2-1-1440 0,0-3-304 16,2-2-48-16,1-3-16 0,3 0-528 0,2-4-112 16,2-1-128-16,2-2 176 0,2 0-176 0,1-2-176 15</inkml:trace>
  <inkml:trace contextRef="#ctx0" brushRef="#br2" timeOffset="89359.7">18767 9697 29487 0,'5'-3'1296'0,"-2"3"288"0,1-2-1264 0,-1 2-320 0,-1 0 0 0,0 0 0 15,0 2 1904-15,-2-2 320 0,0 0 64 0,0 0 16 16,32 17-1136-16,-32-17-208 0,0 0-64 0,32 40 0 15,-32-40-480-15,0 0-96 0,18 57-32 0,-18-57 0 16,3 45-144-16,-3-45-16 0,-8 52-128 0,-2-26 192 0,-1 0-192 0,-4 0 0 16,-1-2 128-16,-2-3-128 15,1 1 0-15,-2-3 0 0</inkml:trace>
  <inkml:trace contextRef="#ctx0" brushRef="#br3" timeOffset="96691.75">7983 12067 3679 0,'0'0'320'0,"0"0"-320"0,0 0 0 0,0 0 0 16,0 0 624-16,-1 1 48 0,1 1 16 0,0-2 0 16,-1 2-496-16,1 0-192 0,-1 1 176 0,1-1-176 15,-1-2 0-15,1 1-256 0,0-1 16 0,-1 0 16 16,1 0 32-16,0 0 0 0,1-1 0 0,-1 1 0 15,0 0 192-15,-1 0 0 0,1 1 0 0,0-1 0 16,-1 2 0-16</inkml:trace>
  <inkml:trace contextRef="#ctx0" brushRef="#br3" timeOffset="98658.96">8154 11987 911 0,'1'-5'0'0,"-1"3"0"0,1-1 0 0,-1 1 0 16,0 0 672-16,0 1 48 0,1 1 16 0,0-2 0 15,-1 0-16-15,2-3 0 0,0 2 0 0,0 0 0 16,-1 2-224-16,1 1-48 0,-1 0-16 0,-1 0 0 0,1 0-144 15,0 1-32-15,-1 0 0 0,1 1 0 0,-1-1-256 16,0 1 128-16,0-2-128 0,0 0 0 16,3 1 192-16,-3-1-64 0,-1 0 0 0,1 0-128 0,0 0 448 0,0 0-32 15,-1 1 0-15,1 0 0 0,0 1 224 0,0 0 32 16,0 0 16-16,0 1 0 0,0 2-128 0,0-3-32 16,0 3 0-16,1-2 0 0,0 1-528 15,-1 0 0-15,1-1-192 0,-1 0 48 0</inkml:trace>
  <inkml:trace contextRef="#ctx0" brushRef="#br3" timeOffset="109843.15">8055 12046 2751 0,'-3'2'256'0,"0"-1"-256"16,1 1 0-16,0-2 0 0,1 2 1392 0,1-2 224 16,-1 0 48-16,0 1 16 0,-1 3-864 0,-2-2-176 15,0 1-48-15,1 1 0 16,0-1-832-16,0-1-160 0,1 1-48 0,-1 1 0 16,1 1-272-16,0-1-64 0,0 2-16 0,0-2 0 0,0 3 1120 0,0 0 208 0,2-2 48 0,-1 1 16 15,1-2-176-15,-1 1-32 0,0-1-16 0,0-1 0 31,0 1-960-31,1-1-192 0,0-1-48 0,-1-2 0 16,1 0-240-16,-1-2-48 0,0-1-16 0,-1 1 0 0,0-3 1712 0,0 0 320 0,-1 0 80 0,0-1 16 16,0-1 896-16,-1 2 176 0,1 0 48 0,-1 0 0 15,-1 1 160-15,1-1 32 0,0 2 16 0,-1 1 0 16,2 0-640-16,-1 0-128 0,1 2-16 0,0 0-16 16,1 2-368-16,1 0-80 0,0 0-16 0,0 1 0 0,0 2-144 0,1-1-16 15,0 1-16-15,0-2 0 0,0 1-32 0,1-2 0 16,-1 1 0-16,0 0 0 15,0 1-160-15,1-2-48 0,-1 0 0 0,0 1 0 0,0-1-304 0,0-1-64 16,-1 1-16-16,0-2 0 0,-1 1-112 0,1-2-16 16,-1 1-128-16,1-3 192 0,1 1-192 0,1-1 144 15,0 1-144-15,1 0 128 0,1 0-128 0,1-1 0 16,1 3 0-16,1 0 0 0,0-2 0 0,-6 2 0 16,0 0 128-16,0 0-128 0,0 0 0 0,0 0 0 0,46 5 0 15,-46-5 0-15,0 0 0 0,0 0 0 0,0 0 0 0,0 0 0 16,37-8 0-16,-32 4 0 0,1-3 128 0,-1 0-128 15,1-1 0-15,0-1 160 0,1-1-160 0,-1-1 160 16,1 1-160-16,-1-2 0 0,3 0 144 0,0 0-144 16,0 0 0-16,0 1 0 0,0 2 0 15,-1 1 0-15,1 1 0 0,-1 2 0 0,-1 1 0 16,-7 4 0-16,0 0 0 0,0 0 0 0,29-12 0 0,-22 9 0 16,-7 3 0-16,0 0 0 0,20-9 0 15,-13 2 0-15,0 2 0 0,0-4 0 0,1 0 0 16,-2-1 0-16,2-2 0 0,-1-2 0 0,0 0 0 0,0-1 0 15,0 3 0-15,-1-2 0 0,1 0 0 0,-1 2 0 0,0 2 0 0,-1-1 0 16,1 1 0-16,-2 5 0 16,1-2 0-16,-1 1 0 0,0 2 0 0,0 2 0 15,-1 0 0-15,0 2 0 0,0-2 0 0,1 0 0 0,1 1 0 0,-2-1 0 16,2-1 0-16,-1 1 0 16,0 0 0-16,0-1 0 0,1 1 0 0,0-3 0 15,0 3 0-15,0-5 0 0,0 2 0 0,2-2 0 0,-2 0 0 16,1-3 0-16,-1 3 0 0,1 0 0 0,-1 0 0 15,1-2 0-15,0-1 0 0,-2 1 0 0,1 0 0 16,-1 1 0-16,1-4 0 0,-1 2 0 0,0 1 0 16,0 0 0-16,1-1 0 0,-1 1 0 0,1 2 0 15,0-3 0-15,-1 3 0 0,0 0 0 0,0 2 0 16,-1-1 0-16,1 1 0 0,1 2 0 0,-1 0 0 0,-1 1 0 16,1 2 0-16,-1 0 0 0,0 0 0 0,1 0 0 15,0 0 0-15,0 0 0 0,0 0 0 0,0 0 0 0,1-2 0 16,-2-1 0-16,2 1 0 0,0-3 0 0,-2 1 0 0,2-3 0 15,0 2 0-15,-1-5 0 0,2 0 0 0,-1-1 0 16,2-1 0-16,-2 0 0 0,1 0 0 16,0-2 0-16,0 2 0 0,-1-2 0 15,0 0 0-15,1 0 0 0,-1 1 0 0,1-1 0 0,0 3 0 16,1 1 0-16,0-1 0 0,0 2 0 0,0 1 0 0,1 3 0 16,-1-2 0-16,0 2 0 0,1 0 0 0,-1 0 0 15,1 1 0-15,-2 0 0 16,2 0 0-16,-2 0 0 0,2-1 0 0,-1 0 0 0,0-1 0 0,1 0 0 15,-1 2 0-15,1-3 0 0,-1 0 0 0,0-1 0 16,2 0 0-16,-3 1 0 0,1-1 0 0,-2 2 0 16,1 0 0-16,-1 1 0 0,0 1 0 0,-1 1 0 15,0-2 0-15,-1 3 0 0,2 0 0 0,-1-1 0 16,-1 1 0-16,1-1 0 0,0 3 0 0,-1-2 0 16,1 0 0-16,0 0 0 0,0-3 0 0,0 2 0 15,1-1 0-15,-1-4 0 0,2 2 0 0,1-2 0 0,-2-2 0 0,2-1 0 16,-1 0 0-16,2-2 0 0,-2 1 0 0,0-1 0 15,0 1 0-15,1-3 0 16,0-2 0-16,0 1-128 0,1-3 128 0,-2 2 0 0,1 3-256 16,-1-2 48-16,1 2 0 0,-1 2 0 0,1 2 208 0,-1-2-144 15,2 5 144-15,-2 0-128 0,1-1 128 0,-1 4 0 16,1-3 0-16,-1 0 0 0,1 2 0 0,-1-2 0 16,2-3 0-16,-2 3 0 0,1-1 0 0,0-1 0 15,-1 1 0-15,1 0 0 0,-1-1 0 0,1 2 0 16,-1-2 0-16,0 1 0 0,0 1 0 0,0-1 0 0,1 4 0 15,-2-3 0-15,1 4 0 0,-1 0 0 0,0 0 0 0,-1 2 0 16,2-1 0-16,-1 2 0 0,0-2 0 0,0 1 0 16,0-1 0-16,2 1 0 0,-2-2 0 0,2-2 0 15,-1 0 0-15,0-2 0 0,1-2 0 16,1-1 0-16,-1-2 0 0,1 0 0 0,0-1 0 16,-1-2 0-16,1 3 0 0,-2-5 0 0,3 1 0 0,-2-1 0 15,0 3 0-15,-1-3 0 0,1 3 0 16,-1 0 0-16,0-1 0 0,0 3-128 0,0 1 128 0,-1 0 0 15,1 3 0-15,-1-2 0 0,-1 3 0 0,2-2 0 16,-2 2 0-16,2 2 0 0,-1 0 0 0,-1 0 0 16,2-1 0-16,-1 0 0 0,1 2 0 0,-1-1 0 15,0 0 0-15,1 3 0 0,-2-3 0 0,2 0 0 0,-2 1 0 16,1-1 0-16,0 2 0 0,-2-1 0 0,2-1 0 0,-1 1 0 16,0-1 0-16,0 2 0 0,-1-2 0 0,1 1 0 15,-2 0 0-15,1-1 0 0,-1 2 0 0,1-1 0 16,0 1 0-16,-1-2 0 0,0 1 0 0,1-1 0 15,-1 2 0-15,1-1 0 0,1-4 0 0,1 1 0 16,1-2 0-16,-2 0 0 0,2 1 0 0,-1-1 0 0,2-2 0 0,-2 0 0 16,2-1 0-16,-2 1 0 15,0 1 0-15,0-1 0 0,-1 1 0 0,1 0 0 16,0 1 0-16,-1 2 0 0,1-2 0 0,0 2 0 16,-1-1 0-16,0 3 0 0,1-2 0 15,-2 3 0-15,1-1 0 0,-1 0 0 0,1 0 0 0,0-2 0 0,0 3 0 16,-1-2 0-16,1 2 0 0,-1-3 0 0,1 2 0 0,-2 0 0 15,2 0 0-15,-2 1 0 0,1-1 0 0,0-2 128 16,-1 2-128-16,2 0 0 0,-1-1 0 16,0-2 0-16,0 4 0 0,0-4 0 0,1 2 0 0,-1 0 0 0,1 0 144 0,0-1-144 15,1 0 192-15,-1-1-192 16,1 3 176-16,0-2-176 0,-1 0 160 0,1 0-160 16,-1 2 144-16,1-2-144 0,1 0 128 0,-3 0-128 15,2 2 0-15,-1 0 128 16,0-1-128-16,0 1 0 0,0 1 0 0,-1-1 128 0,0 0-128 0,0 1 0 15,0 0 0-15,0-1 0 0,-1 1 128 0,0-3-128 16,2 2 0-16,0-2 0 0,-2 0 0 16,2-1 0-16,1-1 0 0,-2 0 0 0,3-1 128 0,-1 0-128 0,-1 2 0 0,1-2 0 15,1 0 0-15,0 3 0 0,-1-2 0 0,-1 2 0 16,1 2 0 0,-1 0 0-16,0 0 0 0,0 1 0 0,-1 1 0 0,0-2 0 0,-1 3 0 15,0 0 0-15,-1 2 0 0,1 0 0 0,-1-2 0 0,0 1 0 0,1 1 0 0,0 0 0 16,0 0 0-1,1-2 0-15,1-1 0 0,0 0 0 16,-1 0 0-16,1-2 0 0,1 0 0 0,0 3 0 16,1-3 0-16,-1 0 0 0,1 0 0 0,-1 0 0 15,2-1 0-15,-2-2 0 0,2 1 128 0,0 0-128 0,1 0 0 0,-1 0 0 16,1-2 0-16,0 0 0 0,0 1 0 16,0-2 0-16,-1 1 0 0,1 2 0 0,-1-1 0 15,-1 2 0-15,1 1 0 0,-2-1 0 0,0 1 0 0,-1 1 0 16,0 1 0-16,-1 0 0 0,2-2 0 0,-2 0 0 15,0 1 0-15,1-2 0 0,0 2 0 0,0-1 0 16,0-2 0-16,1 0 0 0,0-3 0 0,1 2 0 16,0-2 0-16,1 0 0 0,-1 1 0 0,2-1 0 15,-1-2 0-15,0 0 0 0,2 3 0 0,-2-3 0 0,1 1 0 16,-2 3 0-16,2-2 0 0,-2 1 0 0,2 2 0 0,-1-3 0 16,0 3 0-16,-2 0 0 0,0 1 0 15,-1 2 0-15,2 0 0 0,-1-1 0 0,-1 1 0 0,1 1 0 16,-1-1 0-16,0-1 0 0,2 1 0 15,-1-2 0-15,1 1 0 0,0-2 0 0,2 0 0 0,0 0 0 16,0 0 0-16,-1 0 0 0,0-2 0 16,0 3 0-16,-1 0 0 0,0-2 0 0,1 1 0 0,0-1 0 15,0 2 0-15,1-1 0 0,-2-2 0 0,2 4 0 16,-2-3 0-16,1 2 0 0,-1 0 0 0,2 0 0 0,-3-2 0 16,2 4 0-16,-1-4 0 0,1 4 0 15,0-3 0-15,0 0 0 0,1 0 0 0,-1 2 0 0,1 0 0 0,-2 0 0 16,1 1 0-16,-1-1 0 0,2-1 0 0,0 0 0 15,-1 1 0-15,1-2 0 0,1 0 0 0,-1 0 0 16,1 0 0-16,-1-1 0 0,0-1 0 0,2 0 0 16,-1-1 0-16,0 0 0 0,1-1 0 15,1-3 0-15,-2 0 0 0,0-1 0 0,1 1 0 0,-1-2 0 16,1-1 0-16,-1 2 0 0,1 1-128 0,-2 2 128 16,-1 3 0-16,0-2 0 15,-1 3 0-15,0-1 0 0,-2 0 0 0,1 2 0 0,-1 1 0 16,0 1 0-16,-1-2 0 0,1 2 0 0,0-1 0 0,0-1 0 0,0 2 0 0,1-3 0 15,-2 2 0-15,2 0 0 0,-1 0 0 0,-1 1 0 16,1-1 0-16,0 0 0 0,0 1 0 16,-1-1 0-16,1 0 0 0,0 0 0 15,-1 1 0-15,1 0 0 0,0 1 0 0,0-2 0 0,-1 4 0 0,2-2 0 16,0 1 0-16,0-2 0 0,2 1 0 0,0-2 0 16,0 2 0-16,1-3 0 0,0 3 0 0,0 1 0 15,0-2 0-15,-1-1 0 0,2 0 0 0,-1 0 0 16,1 0 0-16,1-1 0 0,-1 0 0 0,0-2 0 15,-1 3 0-15,2-3 0 0,-1 1 0 0,-1-1 0 16,1 1 0-16,-2 0 0 0,1 1 0 0,-3-2 0 16,1 3 0-16,-1-3 0 0,0 2 0 0,0 0 0 15,-2 0 0-15,1 0 0 0,1 2 0 0,-2-4 0 0,2 2 0 0,0-1 0 16,0-1 0-16,1 0 0 16,-1 1 0-16,1-2 0 0,0-1 0 15,1 0 0-15,0 1 0 0,1-1 0 0,0 2 0 0,-1 0 0 0,1 2 0 0,-1 2 0 16,0 0 0-16,-2 2 0 0,1 2 0 0,-1-2 0 15,-2 1 0-15,0 2 0 0,1 0 0 0,-1 0 0 16,0 0 0-16,0 0 0 16,1 0 0-16,-2-2 0 0,3 1 0 0,-1-1 0 0,1 1 0 15,0-2 0-15,1-2 0 0,-1 0 0 0,1 0 0 0,-1-2 0 16,3 0 0-16,-1 0 0 0,0 0 0 0,-1 0 0 16,1 2 0-16,-1-2 0 0,-1 2 0 0,-1 0 0 15,1 3 0-15,-1-3 0 0,-1 3 0 0,-1 2 0 16,-1 0 0-16,0 0 0 0,0 2 0 15,0-1 0-15,0 1 0 0,0 0 0 0,1 0 0 0,-1-1 0 16,1 1 0-16,0 0 0 0,1-2 0 0,0 0 0 16,1-2 0-16,0 0 0 0,0-1 0 0,0 1 0 15,-1-3 128-15,0 0-128 0,2 1 0 16,-2-2 0-16,1 2 144 0,0-1-144 0,0-2 128 0,-2 3-128 16,2-1 160-16,-1 2-160 0,0 1 0 0,-1 0 128 15,0 0-128-15,-1 2 0 0,1 0 0 0,-1 2 0 16,1-2 0-16,0 2 0 0,0-2 0 0,0 0 0 15,1 0 0-15,0 0 0 0,1 0 0 0,-2 0 0 16,3-2 0-16,1-1 0 0,0-1 0 0,-1 1 0 16,0 1 0-16,1-3 0 0,-1 0 0 0,1 1 0 15,0-1 0-15,-2 1 0 0,1 1 0 0,-1-2 0 0,-1 2 0 0,1-1 0 16,-2 2 0-16,0 1 128 0,-1-1-128 0,-1 2 0 16,0 0 128-16,0 0 0 0,0 0-128 0,0 0 192 15,0 0-64-15,1 0-128 0,0 2 176 0,1-2-176 16,0 0 128-16,1 0-128 0,1 0 0 0,0-2 0 15,1 2 0-15,0-3 0 0,1 1 0 0,-1 1 0 16,0 0 880-16,1-1 112 0,0-1 32 0,0 1 0 16,-2 0-1648-16,1 1-320 0,1-1-64 0,-3 0-16 15,1 0 832-15,0 1 192 0,-1 1 0 0,1-2 0 0,0 2 0 16,0-2 0-16,-2 1 0 0,1-1 0 16,1 2 0-16,0 0 0 0,-1-2 0 0,1 2 0 0,0-2 128 15,-1 1-128-15,2 0 144 0,0 0-144 16,-2-2 0-16,1 1 128 0,1 1-128 0,0 0 0 0,0-3 0 0,0 3 0 15,2-1 0-15,-1-1 0 0,0 3 0 0,0-2 0 0,1 2 0 16,0 0 0-16,-1 0 0 0,1 0 0 0,-1 2 0 0,0-1 0 16,-1 1-144-16,-5-2-32 0,0 0 0 0,0 0-19408 15</inkml:trace>
  <inkml:trace contextRef="#ctx0" brushRef="#br3" timeOffset="110702.91">11617 7871 8287 0,'-1'-2'736'0,"0"1"-592"16,1 1-144-16,0 0 0 0,0 0 928 0,0 0 160 15,1 0 16-15,-1 0 16 0,1 0 1440 0,1 0 272 16,1 0 64-16,3 0 16 15,0 0-528-15,2 0-96 0,0 0-32 0,2 0 0 16,1-2-944-16,1 2-192 0,1-2-32 0,0-1-16 16,0 1-336-16,0-1-64 0,-1 0-16 0,0 0 0 15,-2-2-192-15,-1 2-32 0,1-1-16 0,0 1 0 16,-1-1-32-16,-1 1-16 0,1 2 0 0,-2 0 0 16,0 1-112-16,-1 0-32 0,-1 2 0 0,-1 0 0 0,-1 4-224 0,0 0 176 15,-3-6-176-15,0 0 160 0,0 0-160 16,0 0 0-16,7 41 0 0,-7-41 128 0,0 0-128 0,0 0 0 15,11 40 0-15,-11-40 0 0,0 0 0 16,0 0 0-16,0 0 0 0,0 0 0 0,0 0 0 0,40 23 0 16,-33-25 0-16,-2-2 0 0,1 1 0 0,-1-2 0 15,-1-1 0-15,1 1 0 0,-1 1 0 0,-2-1 0 16,0 1 0-16,-1 0 0 0,0 2 0 0,-2-1 0 16,0 1 0-16,-1 0 0 0,0 2 0 0,-1-1 0 15,-1 1 0-15,1 0 0 0,0 1 0 0,0-1 0 16,0 2-160-16,1-2 160 0,-1 0-336 0,1 0 16 0,2 0 16 0,-2-2 0 15,1 1 16-15,0-2 0 0,1-1 0 0,-1 0 0 32,1-1-96-32,0 0-32 0,-1 0 0 0,1 1-10816 0,-1 1-2160 15</inkml:trace>
  <inkml:trace contextRef="#ctx0" brushRef="#br3" timeOffset="115790.72">11569 7996 4607 0,'2'-3'400'0,"1"-1"-400"0,-1 2 0 0,0-1 0 15,0 3 976-15,0-2 112 0,3-2 32 0,3-3 0 16,2-1 544-16,1-1 128 0,1 1 0 0,-1 2 16 16,0 1 240-16,-2 2 64 0,0 1 0 15,-2 2 0-15,0 2-208 0,-2 1-48 0,0-1 0 0,0 3 0 16,-1-3-320-16,0 0-80 0,1 1-16 0,-1-3 0 15,1 1-336-15,-1-2-64 0,3-2-16 16,-1 1 0-16,1-2-336 0,1-3-80 0,0 2-16 0,0-2 0 16,0 2-352-16,2-2-80 0,0 2-16 0,-1 0 0 15,1 0-144-15,0 3 0 0,-2 1 144 16,-1 1-144-16,0 3 0 0,-3 0 0 0,-4-3 0 0,0 0 128 0,0 0-128 0,0 0 0 16,0 0 0-16,8 45 0 0,-10-37 0 0,0 0 0 15,1-2 0-15,0-2 0 0,-1 0-320 0,2-1 0 16,0 0 16-16,-1-3-17648 15</inkml:trace>
  <inkml:trace contextRef="#ctx0" brushRef="#br3" timeOffset="116137.18">11700 7956 4431 0,'-5'-2'0'0,"1"-3"176"0,2 2-48 0,0 0 16 15,1 2-144-15,1 1 0 0,0-2 0 0,-1-1 0 16,1-1 1824-16,-1 0 336 0,1 0 64 0,0-1 16 0,0 2-528 0,0 2-112 0,-1-1 0 0,0 0-16 16,0 2-48-16,0 2-16 0,0-2 0 0,1 0 0 15,0 2 16-15,1-2 0 0,0 0 0 0,2 0 0 16,-1 0-128-16,3-2-32 0,0 0 0 0,1 1 0 16,2-3-288-16,0 2-64 0,0-1-16 0,1 0 0 15,3-1-368-15,-1 1-64 16,0 1 0-16,0-3-16 0,0 2-240 0,0 1-64 15,-1 0 0-15,0 2 0 0,-2 0-112 0,0 2-16 16,-2 1-128-16,-6-3 192 0,0 0-192 0,0 0 0 16,0 0 128-16,18 40-128 0,-18-40 0 0,0 0 0 15,5 36 0-15,-5-36 0 0,0 0 0 0,0 0 0 0,10 47 0 0,-10-47 0 16,0 0 0-16,0 0 0 0,0 0 0 0,0 0-160 31,0 0-864-31,38 16-160 0,-31-20-32 0,-1-1-15792 0</inkml:trace>
  <inkml:trace contextRef="#ctx0" brushRef="#br3" timeOffset="118005.3">11820 7909 4543 0,'-11'-2'0'0,"2"1"192"0,3 1-48 0,1-1-16 0,2 0-128 0,3 1 0 0,-1-2 0 0,-1 0 0 0,-2 1 2864 0,0-4 528 16,2 3 128-16,1-2 0 15,1 1-400-15,1 1-96 0,1 1-16 0,2 1 0 0,1 0-768 0,-1 3-144 16,1 0-48-16,-5-3 0 0,0 0-800 0,0 0-160 15,0 0-48-15,29 44 0 0,-29-44-528 0,0 0-128 16,17 43 0-16,-17-43-16 0,0 0-176 0,19 43-48 16,-19-43 0-16,0 0 0 0,0 0-16 0,34 42 0 15,-34-42 0-15,0 0 0 0,0 0-128 0,43 22 0 16,-34-20 144-16,0 0-144 0,-3-2 0 0,0 1 0 0,-2 1 0 16,0 0 0-16,-2-2 0 0,-1 1 0 0,0 1 0 0,-2-2 0 15,1 2-176-15,-2-4-48 16,0 2-16-16,0-3 0 15,-1 1-960-15,0-3-192 0,0 3-32 0,-1-3-16 16,0 0-160-16,1-1-48 0,-1 0 0 0,0 0 0 0,2 0 608 0,-2-3 112 0,2 2 32 16,0-3 0-16,1 3 464 0,0-1 112 0,1 0 0 0,1 2 16 15,-1 0 304-15,1 0-192 0,0 1 192 0,0 0-160 16,1 2 160-16,0-4 0 0,-1 2 0 0,0 1 0 16,0-2 256-16,1 2 16 0,-1-3 16 0,0 2 0 0,0 1 560 15,0 1 112-15,-1-2 32 0,0 3 0 0,0 0-240 0,-1 0-48 16,-1 1-16-16,0 1 0 0,0 0-256 0,1 0-48 15,-1 0-16-15,-1 0 0 0,1 0-48 0,-2 1 0 16,2 1 0-16,-1 0 0 0,0 0 128 0,0 0 32 16,1 1 0-16,1-1 0 0,0 1 16 15,-1-1 0-15,1 1 0 0,1 1 0 0,0-1-176 0,0-1-16 16,0 0-16-16,1 0 0 0,0 1-128 0,1-3-32 16,-2 2 0-16,2-1 0 0,1 1-128 0,-1 0 128 15,1 0-128-15,0 1 128 0,0 2-128 0,1-1 192 16,1 1-192-16,-5-5 192 0,0 0-64 0,0 0 0 15,0 0 0-15,26 41 0 0,-26-41-128 0,0 0 128 0,0 0-128 0,18 49 128 16,-18-49-128-16,0 0 128 16,0 0-128-16,17 41 128 0,-17-41-128 0,0 0 0 0,0 0 0 0,0 0 0 15,0 0 0-15,0 0 0 0,28 38 128 0,-26-34-128 16,2 1 0-16,-1 0 0 0,1 0 0 0,-1 0 0 16,1 0 0-16,0 1 0 0,-4-6 0 0,0 0 0 15,0 0 0-15,0 0 0 0,0 0 0 0,22 41 0 16,-22-41 0-16,0 0 0 0,0 0 128 0,0 0-128 15,0 0 0-15,11 43 0 0,-11-43 0 16,0 0 0-16,0 0 0 0,0 0 0 0,0 0 0 0,0 0 0 0,0 0 0 16,0 0 0-16,4 35 0 0,-3-37 0 0,1 2 0 0,-1-1 0 15,1 1 0-15,0 1 0 0,1 1 0 0,-1 0 0 16,1 0 0-16,-1 0 0 0,-2-2 0 0,0 0 0 16,0 0 0-16,0 0 0 15,0 0 0-15,0 0 0 0,22 38 128 0,-22-38-128 16,0 0 0-16,0 0 0 0,0 0 0 0,0 0 0 0,9 38 0 0,-8-33 0 15,-1-5 128-15,0 0-128 0,0 0 0 0,0 0 0 16,0 0 0-16,0 0 0 0,0 0 0 0,0 0 0 16,0 0 0-16,27 36 0 0,-27-36 128 0,0 0-128 0,0 0 0 15,0 0 128-15,0 0-128 0,0 0 160 16,0 0-160-16,0 0 160 16,30 33-160-16,-30-33 160 0,0 0-160 0,0 0 160 0,0 0-160 0,0 0 0 0,0 0 0 0,6 36 0 31,-6-32 0-31,0 1 0 0,1 0 0 0,-1-1 0 0,1 1 0 0,0 0 0 15,0 0 0-15,0 0 0 0,0-2 0 0,1 0 0 16,0 0 0-16,0-1 0 0,0 1 0 0,0-2 0 0,0 0 0 0,0-1 0 16,0 2 0-16,1-2 0 0,-1 1 128 15,0-1-128-15,0 2 0 0,-1-2 0 16,0 2 144-16,1-1-144 0,-1 1 0 0,0 0 144 0,0 0-144 0,0-1 0 0,0 3 128 0,-1-1-128 16,1-1 0-16,1 0 0 0,-1 3 128 0,1-3-128 15,0 1 0-15,0-1 0 0,1 1 0 0,-1 1 0 16,0 1 0-16,1-3 0 0,-1 3 0 0,0-2 0 31,1 0 0-31,0 0 0 0,-2 0 0 0,2 2 0 16,0-3 0-16,-1 0 0 0,1 1 0 0,0-1 0 15,0 1 0-15,1-1 0 0,0-2 176 0,1 1-176 16,-1 0 160-16,-1-1-160 0,2 0 160 0,-1 0-160 0,0 0 160 0,0 2-160 16,0-2 0-16,-1 1 128 0,0 1-128 15,0 0 0-15,0 1 0 0,-1-2 0 0,1 2 0 16,-1 0 0-16,0 0 0 0,1 1 0 0,-1 0 0 0,-2-4 0 15,0 0 0-15,0 0 0 0,0 0 0 0,0 0 0 16,0 0 0-16,0 0 0 0,21 38 0 0,-21-38 0 16,0 0 0-16,0 0 128 0,0 0-128 0,0 0 0 15,0 0 0-15,33 29 144 0,-33-29-144 0,0 0 128 16,0 0-128-16,0 0 192 0,0 0-192 0,38 17 192 16,-38-17-192-16,0 0 128 0,0 0-128 0,0 0 128 15,32 21-128-15,-32-21 0 0,0 0 0 0,0 0 0 0,0 0 0 0,24 35 0 16,-24-35 0-16,0 0 0 0,0 0 0 0,0 0 0 15,18 38 0-15,-18-38 0 0,0 0 0 0,0 0 0 16,0 0 0-16,0 0 0 0,0 0 0 0,27 35 0 16,-27-35 0-16,0 0 0 0,0 0 0 0,0 0 0 15,0 0 0-15,0 0 0 0,31 25 0 0,-27-24 0 16,-4-1 0-16,0 0 0 0,0 0 0 0,0 0 0 16,0 0 0-16,0 0 0 0,0 0 0 0,0 0 0 15,34 20 0-15,-31-17 0 0,1 1 0 0,-1-2 0 16,-1 3 128-16,2-2-128 0,-4-3 0 0,0 0 0 0,0 0 0 0,0 0 0 15,0 0 0-15,0 0 0 0,0 0 0 16,21 42 0-16,-21-42 0 0,0 0 0 0,0 0 0 0,0 0 0 16,0 0 0-16,0 0 0 0,28 36 0 0,-28-36 0 15,0 0 0-15,0 0 0 16,0 0 0-16,0 0 0 0,0 0 0 0,37 21 0 0,-37-21 0 0,0 0 0 16,0 0 0-16,0 0 0 0,0 0 0 0,33 19 0 15,-33-19 0-15,0 0 0 0,0 0 0 0,0 0 0 16,0 0 0-16,30 34 0 0,-30-34 0 0,0 0 0 15,0 0 0-15,0 0 0 0,0 0 0 0,0 0 0 0,30 36 0 16,-30-36 0-16,0 0 0 0,0 0 0 0,0 0 0 0,0 0 0 16,0 0 0-16,0 0 0 0,35 18 0 0,-35-18 0 15,0 0 0-15,0 0 0 0,0 0 0 0,0 0 0 16,0 0 0-16,0 0 0 0,33 10 0 0,-33-10 0 16,0 0 0-16,0 0 0 0,0 0 0 0,0 0 0 15,0 0 0-15,0 0 0 0,0 0 0 0,0 0 0 16,29 26 0-16,-27-24 0 0,-2-2 0 0,0 0 0 15,0 0 0-15,0 0 0 0,0 0 0 0,0 0 0 16,0 0 0-16,0 0 0 0,0 0 0 0,0 0 0 0,0 0 0 0,0 0 0 16,0 0 0-16,0 0 0 0,0 0 0 0,0 0 0 15,0 0 0-15,0 0 0 0,0 0 128 0,0 0-128 16,0 0 0-16,25 31 128 0,-25-28-128 0,0 1 128 16,0 0-128-16,0-1 0 0,0-1 0 0,0 1 128 15,0-1-128-15,1 0 0 16,-1 1 0-16,1-3 0 0,0 2 128 0,0-1-128 0,0 1 0 0,0-2 128 15,0 0-128-15,1 2 160 0,-1-2-160 0,0 1 160 16,1 0-160-16,0-1 0 0,0 2 144 0,1-2-144 16,-1 0 0-16,0 1 0 15,0-1 0-15,1 0 128 0,-1-1-128 0,1 1 0 0,0 0 0 0,0-2 0 0,1 2 0 0,0-1 0 16,-1 0 0-16,0-1 0 0,0-1-304 0</inkml:trace>
  <inkml:trace contextRef="#ctx0" brushRef="#br3" timeOffset="118575.96">12682 9018 11967 0,'-7'-4'528'0,"2"1"112"0,1-1-512 0,1 1-128 15,1 2 0-15,1 0 0 0,-1-2 1536 0,-1-1 288 16,-1-1 48-16,-2-4 16 0,1 1 80 0,0 0 16 16,1 0 0-16,2 3 0 0,0 1-528 0,1 1-112 0,1 0 0 0,-1 3-16 15,1 0 16-15,0 0 16 0,0 1 0 0,0 1 0 16,1 3-224-16,0-1-48 0,-1-4-16 0,0 0 0 15,0 0-544-15,0 0-96 0,13 41-32 0,-13-41 0 16,0 0-192-16,0 0-32 0,19 43-16 0,-19-43 0 16,0 0-32-16,22 35-128 15,-22-35 192-15,0 0-64 0,0 0-128 0,26 36 160 0,-26-36-160 0,0 0 160 16,0 0-160-16,0 0 192 0,32 33-192 0,-32-33 192 16,0 0-32-16,0 0 0 0,0 0 0 0,0 0 0 15,39 26-32-15,-39-26 0 0,0 0 0 0,0 0 0 16,0 0-128-16,31 24 160 0,-31-24-160 0,0 0 160 0,0 0-160 0,0 0 0 15,0 0 0-15,34 28 0 0,-34-28 0 16,0 0 0-16,0 0 0 0,0 0-13040 16,29 7-2512-16</inkml:trace>
  <inkml:trace contextRef="#ctx0" brushRef="#br3" timeOffset="120508.73">12722 9135 8287 0,'-6'-3'736'0,"1"1"-592"16,0-1-144-16,3 1 0 0,1 0 512 0,0-1 64 15,1 1 0-15,-2-2 16 0,-2-2 1216 0,2-5 240 16,-1 1 64-16,0-2 0 0,2 1-64 0,1 1-16 16,0 0 0-16,1 3 0 0,0 0 288 0,1 5 64 15,0-2 16-15,0 3 0 0,1 2-1856 0,1 3-368 16,-2 0-176-16,-2-4 160 0,0 0 400 0,0 0 80 15,0 0 0-15,17 49 16 0,-17-49-176 0,0 0-32 0,0 0-16 0,18 47 0 16,-18-47-48-16,0 0 0 0,0 0 0 0,0 0 0 16,31 37-48-16,-31-37-16 0,0 0 0 0,0 0 0 15,0 0-112-15,36 18-16 0,-36-18-16 0,0 0 0 16,0 0-48-16,31 7 0 0,-31-7 0 0,0 0 0 16,0 0-128-16,39 6 192 0,-39-6-192 0,0 0 192 15,0 0-192-15,41 19 128 0,-41-19-128 0,0 0 128 16,0 0-128-16,32 27 0 0,-32-27 0 0,0 0 0 15,0 0 0-15,0 0 0 0,31 37 0 0,-31-37 0 0,0 0 0 0,0 0 0 16,0 0 0-16,0 0 0 0,0 0 0 0,0 0 0 16,0 0 0-16,0 0 0 0,34 19 0 0,-32-19 0 15,-1 0 0-15,0 0 0 16,0 0-320-16,-2 2-112 0,1-2-16 0,-1 3 0 16,-1-1-960-1,1-1-208-15,0 3-48 0,-1-2-14784 0</inkml:trace>
  <inkml:trace contextRef="#ctx0" brushRef="#br3" timeOffset="120846.63">12879 9144 5231 0,'-3'2'224'0,"1"0"64"0,0 1-288 0,2-2 0 0,0 1 0 0,0-2 0 16,0 2 2992-16,0 0 528 0,0 3 128 0,0 0 0 15,0-5-768-15,0 0-176 0,0 0-16 16,0 0-16-16,0 0-912 0,19 40-176 0,-19-40-48 0,0 0 0 0,0 0-512 16,0 0-128-16,35 33 0 0,-35-33-16 0,0 0-240 15,0 0-64-15,37 26 0 0,-37-26 0 16,0 0-144-16,0 0-48 0,41 24 0 0,-41-24 0 0,0 0-160 0,0 0-32 15,36 17-16-15,-36-17 0 0,0 0-176 0,0 0 0 16,32 4 0-16,-26-4 0 0,0 0 0 16,0-2 0-16,-1 0 0 0,-1 0 0 0,0 1 0 15,-1-1-272-15,0 0 32 0,-1 2 16 16,0 2-2400-16,-2 0-464 0</inkml:trace>
  <inkml:trace contextRef="#ctx0" brushRef="#br3" timeOffset="121147.16">13022 9322 3679 0,'-2'0'160'0,"1"0"32"0,0 1-192 0,0-1 0 16,1 0 0-16,0 0 0 0,-1 0 2704 0,1 0 496 0,0 1 112 0,0-1 16 16,0-1 112-16,2 0 16 15,0-1 16-15,1 0 0 0,0-1-1680 0,2 0-320 16,2 1-80-16,-1-3-16 0,3 0-768 0,2 1-160 0,-1-1-16 0,1 0-16 0,1-2-80 0,1 2-16 15,2-2 0-15,-1 2 0 0,1-1 16 0,-2 0 0 16,3 0 0-16,-2 1 0 0,1-1 48 0,-1 0 0 16,1 0 0-16,0-2 0 0,-2 1-208 0,1-3-48 15,0 0 0-15,-1 1 0 0,-1 0-128 16,0-1 0-16,0 0 0 0,0 1 0 16,-3 1-784-16,0 0-48 0,0 1 0 0,-1 0 0 15,-1 2-1424-15,-2 0-304 0,0 2-48 0,-1 1-16 16,-1 2-704-16,0 0-128 0</inkml:trace>
  <inkml:trace contextRef="#ctx0" brushRef="#br3" timeOffset="121496.54">13166 9253 1839 0,'0'-3'160'0,"0"3"-160"0,0-2 0 0,0 2 0 16,0 0 2240-16,0 0 432 15,2-1 80-15,0 0 0 0,1 1 256 0,0-2 64 16,1 2 0-16,0 2 0 0,1-1-864 0,-2 0-160 0,2 2-48 0,1-1 0 0,-6-2-544 0,0 0-112 16,0 0-32-16,30 5 0 0,-19-7-208 0,3-3-32 15,0 0-16-15,3-4 0 16,1 1-480-16,-1-5-80 15,2 0-32-15,-2-3 0 0,1 2-304 0,0-1-160 16,-1 1 160-16,1 0-160 0,-3 0 0 0,-1 2 0 16,0 0 0-16,-1 2 0 0,0-1 0 0,-2 3 0 15,1 1 0-15,-4 3 0 0,0-1-192 0,-1 3-48 0,-3 1 0 16,0 1 0 0,-1 0-880-16,-2 3-176 0,0-1-48 0,-1-1-14896 0</inkml:trace>
  <inkml:trace contextRef="#ctx0" brushRef="#br3" timeOffset="121892.58">13311 9196 3855 0,'-4'0'160'0,"2"0"48"15,-1 0-208-15,2 0 0 0,0 0 0 0,1 0 0 16,0 0 1008-16,0 0 144 0,0 0 48 0,-1 0 0 0,2-2 672 0,1 2 144 15,0-4 32-15,2 1 0 0,1-1 80 0,1-2 32 16,1-1 0-16,1-2 0 0,3 0-400 0,1-1-80 16,2-2-16-16,0 0 0 0,1 0-608 0,1-2-128 15,0 2-32-15,-1-2 0 0,3 0-192 0,1-1-64 0,-2 1 0 0,2 0 0 16,-2 2-224-16,1 0-48 0,-1 3-16 16,-1-1 0-16,2 3 80 0,1-2 16 15,-2 1 0-15,1-1 0 0,-1 2-176 0,0-1-16 0,1 2-16 16,-1-2 0-16,1 0-240 0,0 1 0 0,-2-1 0 15,2 1 0-15,0 0 0 0,-1 0 0 0,2-1 0 0,-2-1 0 16,1 0-176-16,-1 0-16 0,0-1-16 0,0 2 0 16,-1-1-48-16,-1 1-16 0,-2 2 0 0,-2-1 0 15,-1 3 272-15,-3 0-128 0,1 0 128 0,-3 3 0 16,0 1-176-16,-4 0 176 0,-1 0-160 0,-1 3 160 16,-4 2-576-16,0-3 0 0,-2 5-16 0,-1-2 0 15,-1-1-1488-15,-2 4-288 0</inkml:trace>
  <inkml:trace contextRef="#ctx0" brushRef="#br3" timeOffset="122336.88">13490 9054 3903 0,'0'-2'176'0,"0"-1"32"0,1-1-208 0,0 1 0 0,0 3 0 0,0-2 0 16,0-1 976-16,2-1 160 0,1-1 16 0,3-3 16 16,2-1 688-16,2-3 128 0,1 1 16 15,0 1 16-15,3-2 0 0,0 2 0 0,0 1 0 0,1-2 0 16,1 2-416-16,1-2-64 0,-1 2-32 0,1-1 0 16,1 1-688-16,-2-1-144 0,1 1-32 0,-1 2 0 15,0-3-320-15,1 3-80 0,0-2-16 0,1-1 0 16,-2 3 64-16,2-2 16 0,-1-1 0 0,0 1 0 15,2 0 80-15,-4 0 0 0,0 1 16 16,1-1 0-16,-1 1-144 0,0-2-16 16,0 2-16-16,-2 0 0 0,0 1 32 0,-1 0 16 15,0-1 0-15,-1 2 0 0,0-2-16 0,1 1-16 16,-1-2 0-16,1 1 0 0,0-1-112 0,-1 0 0 0,0-1-128 16,0 3 192-16,1-2-32 0,-1 1-16 0,0 0 0 0,-1 1 0 15,0 1-16-15,-2-1-128 0,1 3 192 0,0-1-64 16,0 2-128-16,0-1 0 0,-1 1 144 0,-2 1-144 15,2 0 0-15,-3 2 0 0,1 0 0 16,-2 0 0-16,0 1 0 0,-1 0-192 0,-2 1 32 0,0-2 0 16,-1 3-1184-16,-2-3-256 0,0 2-32 0,0 0-8416 0,0 0-1696 15</inkml:trace>
  <inkml:trace contextRef="#ctx0" brushRef="#br3" timeOffset="122955.93">13875 8805 4607 0,'6'-3'400'0,"-2"-1"-400"15,1 2 0-15,-2-1 0 0,0 0 1648 0,3 0 240 0,3-3 48 0,7-5 16 16,5-3 544-16,3-1 128 0,1 1 0 0,-3 2 16 16,-2 2-720-16,-1 1-160 0,-2-1-32 15,0 3 0-15,-1 0-496 0,0 0-96 0,-2 1-32 0,1 0 0 16,0 1-464-16,1-1-112 0,-1 1-16 0,-1 1 0 15,0 1-16-15,-1-3-16 0,2 2 0 0,0-1 0 16,1 0-48-16,-1 1-16 0,0-1 0 0,1 0 0 16,-1-1 32-16,1 0 16 0,1 2 0 0,-1-3 0 15,-1 2-160-15,0-2-48 0,1 2 0 0,0-2 0 0,1 1-96 0,0-2-32 16,-1 3 0-16,0-2 0 16,-1 1-128-16,1 2 160 0,-1-1-160 0,0 1 160 0,-2 0-32 0,1 0-128 15,0 1 192-15,0 0-64 0,1 0 32 16,-1 1 0-16,1 0 0 0,-1 1 0 0,0-1-160 15,-1 1 128-15,0 0-128 0,0-2 128 0,1 1-128 0,-2 0 0 16,1 1 0-16,-1-2 128 16,-1 2-128-16,-1-1 0 0,1-1 0 0,-1 1 128 0,0 2-128 15,1-3 0-15,-2 3 0 0,1-2 0 0,1 2 0 0,0 0 0 0,0 0 0 16,1 0 0-16,0 0 0 0,-1 0 0 0,1 0 0 0,-2 0 0 16,0 0 0-16,-1 0 0 0,2 0 0 15,-2 0 0-15,0 0 0 0,1 0 0 0,-2 0 0 0,1 2 0 16,-1-2 0-16,0 3 0 0,-1-1 0 0,-1-2 0 15,-1 3 0-15,-1-3 0 0,-1 2 0 0,-1-1 0 16,-1 0-960-16,-2 1-112 0,-1-1-16 0,-2 1-16064 16</inkml:trace>
  <inkml:trace contextRef="#ctx0" brushRef="#br3" timeOffset="123385.4">14217 8658 4607 0,'1'0'400'16,"0"-2"-400"-1,0 2 0-15,0 0 0 0,1 0 1280 0,-1-2 160 0,2 1 32 0,0-3 16 16,4 1 944-16,2-2 192 0,1-2 48 0,1 1 0 0,3-2-336 0,1 1-64 15,3 0-16-15,0-1 0 16,4 2-736-16,1-2-160 0,0 1-16 0,1 0-16 16,-1 0-496-16,0-2-80 0,2 1-32 0,-2-1 0 15,0 2-432-15,-1-3-96 0,1 4 0 0,0 0-16 16,-2 0-176-16,-1 3 0 16,1 0 0-16,-2 1 0 0,0 2-1600 0,-2 0-192 0</inkml:trace>
  <inkml:trace contextRef="#ctx0" brushRef="#br3" timeOffset="126179.6">11212 8080 7359 0,'-2'-3'656'0,"0"1"-528"0,1 1-128 16,1 1 0-16,0 0 944 0,-1 0 144 0,-1 0 48 0,-2-2 0 15,1 2 288-15,-1 0 64 16,-1 0 16-16,2 0 0 0,0 0-352 0,1-1-80 16,0 0-16-16,2-4 0 0,1-2 320 0,2-5 64 0,1-2 16 15,3-5 0-15,1-2 96 0,3-5 32 0,2-5 0 0,6-7 0 16,3-3-672-16,4-6-128 0,4-2-16 0,1-4-16 16,3-2-432-16,-2-1-96 0,3 2-16 0,0 1 0 15,3 1-208-15,-1 7 0 0,-1 3 128 0,-5 10-128 0,-7 6 0 0,-6 7 0 16,-4 5-144-16,-4 5 144 15,-5 2-512 1,-4 6 0-16,-4 4 0 0,-5 5-14480 0</inkml:trace>
  <inkml:trace contextRef="#ctx0" brushRef="#br3" timeOffset="126607.67">11195 7698 5519 0,'5'-12'496'0,"-1"2"-496"16,0 3 0-16,0 2 0 0,-2 3 1200 0,-1 0 144 0,2 0 16 0,0-1 16 0,2-2 992 0,2 1 192 16,-2-1 32-16,0 3 16 15,-1 4-1248-15,-3 1-240 0,-1 5-48 0,-2 1-16 16,-1 4-464-16,-2 1-80 0,1 0-32 0,-3 3 0 16,1 2-224-16,-1-2-32 0,1 4-16 0,-2-2 0 0,1 4-16 0,0 3-16 15,-3 4 0-15,2 1 0 16,0-3-32-16,3 0 0 0,1-5 0 0,2-1 0 0,1-3 208 0,2-5 32 15,0-2 16-15,1-3 0 0,2-3-160 0,0-2-48 16,1-4 0-16,1-2 0 0,-1-1 1152 0,3-5 208 16,2-3 48-16,0-1 16 15,2-2-1488-15,1-2-288 0,2-3-64 0,0 2-16 16,0 0-416-16,-1 3-96 16</inkml:trace>
  <inkml:trace contextRef="#ctx0" brushRef="#br3" timeOffset="127206.99">11695 7252 911 0,'0'-12'0'0,"0"5"0"0,0 0 0 0,-1 0 0 16,1 4 1696-16,0 1 256 0,0 0 48 0,-1-3 16 0,0-1 80 0,-1-2 16 16,0 1 0-16,-1 0 0 0,2 3-528 0,-1 3-112 15,0 1 0-15,0 1-16 0,1 3-464 0,1 3-96 16,0-1 0-16,1 4-16 15,1 0-48-15,1 0-16 0,-3-10 0 0,0 0 0 0,0 0-144 0,22 49-32 16,-22-49 0-16,0 0 0 0,26 41-112 0,-26-41-16 16,0 0-16-16,25 44 0 0,-25-44-16 0,0 0 0 0,21 45 0 15,-21-45 0-15,0 0-192 0,0 0-32 0,21 48-16 0,-17-39 0 16,2-1-80 0,-1-2-16-16,1-3 0 0,0-1 0 0,1-2 160 0,1-5 16 15,2-2 16-15,4-4 0 0,3-6 320 0,5-4 64 16,3-7 16-16,4-4 0 0,3-1-352 0,1-5-64 0,1 0 0 0,-1 1-16 15,-2 3-304-15,4-4 128 0,0 0-128 16,0 0 0-16,0 5 0 0,-3 2 0 0,-1 7 0 0,-5 4 0 31,-4 7-1040-31,-5 4-224 0</inkml:trace>
  <inkml:trace contextRef="#ctx0" brushRef="#br3" timeOffset="128156.17">12783 6624 9215 0,'2'-3'816'0,"-1"1"-656"16,0-1-160-16,-1 3 0 0,1 0 1216 0,-1-2 224 0,1 0 32 0,1-3 16 15,0 0 368-15,-1-1 64 0,1 0 0 0,-2 2 16 16,0 1-688-16,-1 1-144 16,0-1-16-16,-1 3-16 0,-1 0-240 0,0 0-64 0,0 1 0 0,-1 3 0 15,0-1-304-15,-1 1-64 0,-1 1-16 0,0 4 0 16,-2 1-128-16,1 4-48 0,-3 3 0 0,1 3 0 15,2-2 832-15,-3 5 176 0,0 3 16 0,0 6 16 16,-1 3-1664 0,0 1-336-16,1 4-64 0,0-5-16 0,4-1 832 0,-1-6 176 15,5-3 16-15,0-5 16 0,1-3-208 0,1-3 0 0,0-2 128 0,2 0-128 16,-1 0 0-16,0-2 0 0,2 1 0 0,-1-4 0 16,-1 3-176-16,1-4 176 0,0 2-160 0,0-3 160 15,0 2-1408-15,0-3-176 0,0 1-32 16,0-2-6944-16,1 0-1376 0</inkml:trace>
  <inkml:trace contextRef="#ctx0" brushRef="#br3" timeOffset="128426.04">12785 6685 11967 0,'-3'-11'528'0,"0"3"112"0,1 2-512 0,-1 3-128 16,1 3 0-16,1 0 0 0,0 0 1088 0,-1 0 192 15,-2 0 48-15,-1 2 0 0,1-1-256 0,0 3-48 0,1-2-16 0,1 1 0 16,2 2-160-16,1-1-16 0,1-1-16 15,0 1 0-15,2 1 176 0,0-3 32 0,1 3 16 0,1-2 0 16,-1 1-96-16,2 1-32 16,-1 0 0-16,-6-5 0 0,0 0-320 0,0 0-64 0,0 0-16 0,40 38 0 15,-40-38-16-15,0 0-16 0,26 40 0 0,-26-40 0 16,19 43-176-16,-19-43-48 0,18 52 0 0,-18-52 0 16,13 57-128-16,-13-57-128 0,10 50 144 15,-10-50-144-15,0 0 0 0,13 49 128 16,-13-49-128-16,0 0 0 0,0 0 0 0,0 0 0 0,0 0 0 0,22 41 0 31,-22-39-928-31,0-2-128 0</inkml:trace>
  <inkml:trace contextRef="#ctx0" brushRef="#br3" timeOffset="128632.98">12694 6977 14735 0,'-5'-5'640'0,"2"3"160"0,2 0-640 0,0-1-160 0,0 3 0 0,1-2 0 0,1 1 1904 0,1-1 336 0,1 0 80 16,1-3 16 0,3-2 816-16,0 2 176 0,4-2 16 0,1 0 16 0,0 0-2704 0,1 0-528 15,1 2-128-15,-1-1 0 0,0 0 240 0,-1 2 48 16,0-1 16-16,-2 2 0 0,-2 1-304 0,0 0 0 16,-1 2 0-16,0 0-16112 0</inkml:trace>
  <inkml:trace contextRef="#ctx0" brushRef="#br3" timeOffset="129459.52">13139 6698 4607 0,'-1'-3'400'0,"0"-2"-400"0,1 5 0 0,-1-2 0 16,1 2 1264-16,-1-2 160 0,0-1 48 0,0-2 0 16,-2 1 544-16,1-2 112 0,0 2 32 0,-1-1 0 0,1 3-288 0,0-1-48 15,0 1-16-15,1 1 0 16,0 1-592-16,1-1-128 0,-1 2-32 0,1-1 0 0,0 1-352 0,0-1-80 16,1 2-16-16,-1 3 0 0,0 1-272 15,0 3-48-15,0 0-16 0,0 5 0 0,0-1-80 0,0-13-32 16,0 37 0-16,0-14 0 15,0-23-160-15,3 55 160 0,-3-55-160 0,6 56 160 0,-6-56-160 16,12 44 192-16,-12-44-192 0,0 0 192 0,0 0 16 0,40 38 16 16,-28-36 0-16,0-4 0 0,0 1 608 0,0-5 128 15,1-2 32-15,-2 1 0 0,0-4-256 0,-1-1-48 16,1 0-16-16,-3-2 0 0,1 2-320 0,0-2-64 16,-2 2-16-16,0-2 0 0,0 0-272 0,-2 1 160 15,0-3-160-15,0-1 128 0,-2 1-128 0,-1-3 0 0,0 2 144 16,-1-2-144-16,-1 2 128 0,-2-1-128 0,1-4 128 0,-1 4-128 15,0 0 0-15,0 4 0 0,0 2 0 0,0 3 0 16,0 4-160-16,2 4-96 0,0 2-32 16,0 2-17552-16</inkml:trace>
  <inkml:trace contextRef="#ctx0" brushRef="#br3" timeOffset="129924.9">13564 6584 7359 0,'1'-5'656'0,"-1"2"-528"0,0 1-128 0,0 0 0 0,0 2 1472 0,0 0 272 16,0 0 48-16,0 0 16 0,-1 0 816 0,1 0 176 15,-1 0 16-15,0 0 16 0,1 0-1072 0,0 2-224 16,-1 2-32-16,1 1-16 0,-1 2-352 0,0 1-80 16,0-1-16-16,0 4 0 0,1-1-352 0,-1 3-80 15,0 0-16-15,1 0 0 0,-1 0-112 0,1 1-32 0,0-14 0 0,0 0 0 16,5 46-192-16,-5-46-64 0,0 0 0 0,7 44 0 16,-7-44-192-16,0 0 0 0,14 48 0 15,-14-48 0-15,0 0 0 0,0 0-160 0,17 43 160 0,-14-36-192 16,-2-5-1088-1,1 0-240-15,0-1-32 0,-1-2-16 0,1-2-1536 0,-1-1-304 16</inkml:trace>
  <inkml:trace contextRef="#ctx0" brushRef="#br3" timeOffset="130404.61">13588 6581 6447 0,'-3'-5'272'0,"0"3"80"0,1-2-352 0,0 3 0 0,1 1 0 0,0 0 0 0,0 0 1488 0,-1-2 240 16,-1 2 32-16,0 0 16 0,-1 0 80 15,3-2 32-15,-1 2 0 0,2-1 0 0,2-1-400 16,0 2-80-16,2-4 0 0,2 1-16 0,1-2-288 16,1 1-48-16,2-2-16 0,1 2 0 0,0-3-496 0,1 4-96 15,0-1-32-15,1 2 0 0,0 1-96 0,0 1 0 16,1 0-16-16,-2 3 0 0,-1 2 720 0,-11-5 160 16,0 0 32-16,0 0 0 15,28 42-1856-15,-27-28-352 0,-1-1-80 0,-3 1-16 0,-2 2 864 0,-1-3 224 0,-2 0 0 16,-2 0 0-16,-1-2 0 0,0-1 0 0,0-1 0 0,1-2 0 15,0-2 0-15,0 2 0 0,-1-5 0 0,1 3 0 16,0-3 0-16,1-2 0 16,2 0 0-16,0-2 128 0,3 0-128 0,0 1 0 0,2-1 0 0,0 0 0 15,1-2 0-15,1 3 0 0,1-2 0 0,0 3 0 16,1-2 832-16,1 2 128 0,1 0 48 0,-1 0 0 16,2 0-1632-1,0 0-320-15,1 2-64 0,1-1-16 0,0 2 816 0,1-1 208 0,0 0 0 0,0 0 0 16,1 1 0-16,2 2 0 0,-1 0 0 15,1-1-128-15,-2 1 128 0,1-1 0 0,-1 3 0 16,-9-7 0-16,0 0 0 0,0 0 144 0,38 31 0 0,-38-31 0 16,0 0 192-16,0 0 48 0,0 0 0 0,0 0 0 0,18 43-32 0,-21-38 0 15,-3 1 0-15,-2 0 0 0,-2 0 112 16,-2-1 32-16,-1 0 0 0,-1 2 0 16,0-2-304-16,-1-1-64 0,1 1-128 0,1-1 192 0,0-1-192 0,2 0 0 15,2-1 0-15,2-2-16352 0</inkml:trace>
  <inkml:trace contextRef="#ctx0" brushRef="#br3" timeOffset="131040.22">14161 6544 13823 0,'1'-1'1216'0,"0"-2"-960"0,-1 3-256 0,0 0 0 16,0 0 1568-16,-1-2 272 0,1 2 48 0,0-2 16 0,1 0 336 0,-1-3 64 15,0 2 0-15,-1 1 16 16,0 1-944-16,0 0-192 0,0-2-32 0,-1 1-16 0,0-1-576 0,0 1-112 16,0 1-32-16,0-2 0 15,-1 1-96-15,-1 1-32 0,0-2 0 0,-1 2 0 0,0 1-32 0,0 1-16 16,0 2 0-16,-1 0 0 0,0 1-112 0,0 3 0 15,-1 1-128-15,0 5 192 0,-2 4-64 0,1 2-128 0,0 5 176 16,-1 2-176-16,2 0 192 0,-2 0-192 16,2 2 192-16,1-3-192 0,1-3 256 0,0 1-48 0,2 1-16 15,3-24 0-15,-2 44 16 0,2-44 0 0,0 0 0 0,5 45 0 16,-5-45-208-16,0 0 128 0,0 0-128 0,0 0 0 16,29 38 0-16,-22-35 128 0,2-1-128 15,0-1 0-15,1-2 0 0,1 1 0 16,2-2 0-16,0 0 0 0,0 1 0 0,-1 1 0 0,0 0 0 0,0 3-17488 15</inkml:trace>
  <inkml:trace contextRef="#ctx0" brushRef="#br3" timeOffset="132054.07">14345 6581 11055 0,'1'-3'976'0,"-1"1"-784"15,0 2-192-15,0 0 0 16,0 0 1152-16,0 0 176 0,0 0 32 0,0-1 16 0,1 1 96 0,2 1 0 16,-1 1 16-16,1 1 0 0,0-1-432 0,2 1-96 15,1 1 0-15,2-3-16 0,1 1-48 0,1-2-16 16,3-2 0-16,1-1 0 16,2-1 240-16,0-2 48 0,0 2 16 0,2-5 0 0,1 1-352 0,-3 0-80 0,2-1-16 0,-4 3 0 31,0 1-512-31,-2 0-96 0,-1 0-128 0,-2 3 176 0,-1-1-176 15,-4 3-272-15,0 0 64 0,-4 0-15248 16</inkml:trace>
  <inkml:trace contextRef="#ctx0" brushRef="#br3" timeOffset="132530.82">14338 6640 8399 0,'-5'-2'176'0,"2"2"32"0,1 0 16 0,1-2 32 0,0 2-256 0,1 0 0 16,0 0 0-16,0 2 0 0,1-2 1680 0,0 2 288 0,0 0 48 0,2 3 16 16,1-2-64-16,2-1-16 0,0 1 0 0,1 1 0 15,2-1-416-15,0 0-96 0,0-2-16 0,2 1 0 16,0-2-176-16,-1 0-32 0,1 1-16 0,-1-2 0 16,1 1-320-16,-1 0-64 0,-2 1-16 0,0 1 0 15,0 1-496-15,0 1-112 0,-1 1 0 0,-1 0-16 0,0-1-176 0,-2 1 0 16,0 0 0-16,0 2 0 0,-2-2 0 0,0 2 0 15,-1-2 0-15,0 1 0 16,-1 2 0-16,-1-4 0 0,0 1-144 0,0 0 144 16,-1 0 0-16,-2 2 0 0,-2 0-128 0,-1 0 128 15,-1 1-128-15,-2 0 128 0,-1 1-192 0,-1 0 192 16,-2 2-576-16,0-2-16 16,0 1 0-16,1 0 0 0,1-3 16 0,2 2 0 0,2-2 0 0,0 0 0 15,3 1 384-15,0-2 192 0,1 0-160 0,2 0 160 0,0-3 0 16,1-1 0-16,2 1 0 0,0-1 0 0,2-2 0 0,1 0 0 15,3 0 128-15,0-2-128 0,3-1 240 16,1-2-16-16,2 1 0 0,1-1 0 0,1-1 352 0,0 1 80 16,1-1 16-16,0 2 0 0,0-1-176 0,2 0-48 15,-1 1 0-15,0 1 0 0,-1-1-64 0,0 1 0 16,1 1-16-16,0-1 0 0,0 1-48 0,-2-1-16 16,0 1 0-16,-2 2 0 0,0-1-176 0,-3 0-128 15,0 1 144-15,-3-2-144 0,0 2 0 0,-2-2 0 16,0 1 0-16,-2 1-11344 0,-1 0-2256 15</inkml:trace>
  <inkml:trace contextRef="#ctx0" brushRef="#br3" timeOffset="132959.85">14834 6703 4607 0,'-2'1'400'0,"1"-1"-400"15,0 0 0-15,0 0 0 0,1 0 1216 0,-1 2 144 16,0-2 48-16,-1 1 0 0,-2 1 720 0,1 0 160 16,0 1 16-16,1-3 16 0,0 1-96 0,1-1-32 15,0 0 0-15,1-1 0 0,2 1-256 0,1-4-48 16,0 0-16-16,3 1 0 0,0-2-656 0,2-1-128 16,1 0-16-16,2-2-16 0,-1 4-288 0,2-4-64 0,0 2-16 0,1-2 0 15,-1 3-240-15,0 0-64 16,-1 1 0-16,-1-1 0 0,-3 3-208 0,0 0-48 0,-2 1-128 0,-2 1 192 15,0 0-192-15,-1 3 0 0,-2-1 0 0,0-1 0 0,-2 3 0 0,0 0-128 16,-1 1 128-16,1 0-18096 16</inkml:trace>
  <inkml:trace contextRef="#ctx0" brushRef="#br3" timeOffset="134143.32">15143 6564 11055 0,'0'0'976'0,"0"-2"-784"0,1 2-192 0,-1 0 0 16,0 0 1232-16,0 0 208 0,1-2 32 16,0 2 16-16,0-3 688 15,2 3 144-15,0 1 32 0,0 1 0 0,1 2-592 0,-1-1-112 0,1 4-32 0,1-3 0 16,-5-4-528-16,0 0-128 15,0 0 0-15,0 0-16 0,40 36-368 0,-40-36-80 0,0 0-16 0,0 0 0 16,41 24-96-16,-31-20 0 16,0 1-16-16,-1-1 0 0,-1-1-368 0,1 2 144 0,-1-2-144 0,0-1 0 0,1 0 0 0,-3 1 0 15,1 0 0 1,-2 1 0-16,1-3 0 0,-3 0 0 16,1 1 0-16,-2-1 0 15,1 1-1280-15,-1-2-176 0,0 0-16 0,-2 0-13536 0</inkml:trace>
  <inkml:trace contextRef="#ctx0" brushRef="#br3" timeOffset="134354.79">15377 6543 5519 0,'-2'-3'496'0,"1"1"-496"0,-1 2 0 0,1 2 0 16,0-2 1856-16,-1 1 256 0,0 2 64 0,0 1 16 0,-4 1 256 0,-1 4 48 16,-2 1 16-16,-2 2 0 0,0 2-912 15,-1-2-176-15,1 2-32 0,-1-2-16 0,0 2-624 0,-1-2-128 16,0 0-32-16,1-1 0 15,0 1-368-15,0-3-80 0,3 0-16 0,-1-1 0 0,2-1-128 0,-1-1 0 0,4 0 0 0,0-3 128 16,1 1-128-16,3-4 0 16,-1 0 0-16,2-2-176 15,0-1-816-15,2-1-160 0</inkml:trace>
  <inkml:trace contextRef="#ctx0" brushRef="#br3" timeOffset="134575.65">15257 6514 1839 0,'-1'-9'160'0,"0"4"-160"15,0 1 0-15,0-1 0 0,0 3 1664 0,1 1 288 16,-1 1 64-16,0-2 16 0,0 0 416 0,-3-1 96 16,1 1 16-16,-2 0 0 0,2 1-640 0,-1 2-128 15,0 1-32-15,1-1 0 0,1 3-480 0,-1-2-80 16,1 3-32-16,0 2 0 0,1 0-208 0,0 2-32 0,1 3-16 0,0-12 0 16,0 0-176-16,2 46-32 15,-2-46-16-15,0 0 0 0,7 54-192 0,-7-54-48 0,6 42 0 0,-6-42 0 16,7 41-176-16,-7-41-32 0,0 0-16 15,9 45 0-15,-9-45-224 0,0 0 0 0,0 0 0 0,18 45 0 32,-14-40-480-32,1-1-32 0</inkml:trace>
  <inkml:trace contextRef="#ctx0" brushRef="#br3" timeOffset="135307.1">15493 6450 6447 0,'1'-3'576'16,"0"2"-576"-16,0-1 0 0,0 2 0 0,-1 0 1712 0,1-2 224 0,0 1 48 0,2-4 16 16,-1 3 496-16,3-3 112 0,0 0 16 15,-1 1 0-15,0 1-848 0,1 1-176 0,-1-1-16 0,1 3-16 16,-1-2-416-16,0 2-64 0,0 0-32 0,1 0 0 15,-1 2-288-15,1 1-48 16,0-1-16-16,-1 2 0 0,1 0-256 0,-5-4-64 16,0 0-16-16,0 0 0 0,0 0-48 0,31 48-16 15,-31-48 0-15,0 0 0 0,20 47-96 0,-20-47-16 0,0 0 0 0,14 56 0 16,-14-56-32-16,0 0-16 0,4 55 0 0,-4-55 0 16,-1 33-144-16,-1-19 0 15,-1 0 0-15,-1-2 128 0,1 0-128 0,-3 0 0 0,1-2 0 16,-1-3 0-16,1 2 0 0,-2-2-176 0,-2 2 48 0,-2-1-17008 15</inkml:trace>
  <inkml:trace contextRef="#ctx0" brushRef="#br0" timeOffset="153437.35">7128 2835 3679 0,'0'-2'320'0,"0"1"-320"16,0-1 0-16,0 2 0 0,-1 0 816 0,1 0 80 15,-1 0 32-15,0 0 0 0,-1 0 496 0,1 0 112 0,-2 2 0 16,1-1 16-16,-1 3-528 0,1 1-128 0,0 0 0 0,1 3-16 16,-1 0 16-16,-1-1 16 0,1 3 0 0,-1 0 0 15,1 1-112-15,-1 1-32 0,-1 0 0 0,-1 0 0 16,2 0-320-16,-3 2-80 0,1-2-16 0,-2 4 0 16,-1-1-96-16,0-1 0 0,2-2-16 0,-1 2 0 15,1-2-112-15,-1 0-128 0,2-2 176 0,0 1-176 16,1-2 0-16,0-1 0 0,1-2 0 0,1 0 0 15,1-2-352-15,0-2 32 0,1 1 0 0,2-3 0 16,0-2-944-16,0-1-176 0,2 1-32 0,-2-1-7232 16</inkml:trace>
  <inkml:trace contextRef="#ctx0" brushRef="#br0" timeOffset="153708.95">7104 2868 5519 0,'2'-5'240'0,"-1"0"64"0,1 2-304 0,-1 0 0 0,-1 1 0 0,0 1 0 16,1-1 928-16,0-1 128 0,2 1 32 0,0-3 0 16,1 0 288-16,-1 1 64 0,1 2 16 0,-1 1 0 15,0 4-176-15,-1-1-16 0,2 1-16 0,-4-3 0 16,0 0-320-16,0 0-64 0,0 0-16 0,18 42 0 16,-18-42-176-16,0 0-32 0,0 0-16 0,17 43 0 15,-17-43-272-15,0 0-48 0,15 34-16 0,-15-34 0 16,0 0-288-16,0 0 160 15,21 42-160-15,-21-42 128 0,0 0-128 0,0 0 0 0,0 0-192 16,0 0 192-16,24 38-688 16,-22-34-16-16,1-1 0 0,-1-1-6400 0,0-1-1280 15</inkml:trace>
  <inkml:trace contextRef="#ctx0" brushRef="#br0" timeOffset="153963.97">7064 3029 2751 0,'-5'0'128'0,"0"0"16"0,2 0-144 0,0-2 0 0,2 2 0 0,0 0 0 0,1 0 896 16,0-2 128-16,-2 1 48 0,1-1 0 0,0 0 944 0,0 0 192 15,2-1 32-15,0 0 16 0,1 0-480 0,-1 2-112 16,1 1 0-16,1-2-16 0,1 2-144 0,0 0-32 15,0 0 0-15,1 2 0 0,0-2-336 0,2 1-80 0,0 0-16 0,2-1 0 16,-1-1-480-16,2 0-112 16,-1-1 0-16,1-1-16 0,0-1-432 0,-1 0 0 15,0 0 0-15,2-1 0 16,-2 1-1216-16,-1-1-256 0</inkml:trace>
  <inkml:trace contextRef="#ctx0" brushRef="#br0" timeOffset="154344.18">7326 2745 11967 0,'-1'-5'1072'0,"0"3"-864"0,1 0-208 0,0 1 0 0,1-1 128 0,-1 2-128 16,0 0 176-16,1-2-176 0,0 1 1536 0,-1-1 208 15,2 1 48-15,-1 1 0 0,0-1-752 0,-1 2-144 16,0 0-16-16,-1 2-16 0,0 1-608 15,-1 1-128-15,-1 3-128 0,-2 1 176 0,1 3 80 0,-3 0 0 16,1 2 16-16,-1 2 0 0,1-1-272 0,0-1 0 16,1-2 128-16,2-1-128 15,2-4-624-15,2-4-176 0</inkml:trace>
  <inkml:trace contextRef="#ctx0" brushRef="#br0" timeOffset="154502.74">7457 2652 9215 0,'-2'8'816'0,"-1"-2"-656"0,0-1-160 15,1-2 0-15,0 1 0 0,0 1-176 0,-3 4 48 0,-3 8 0 16,-2 4 128-16,-2 1 176 0,1-1-48 0,-3-3 0 0</inkml:trace>
  <inkml:trace contextRef="#ctx0" brushRef="#br0" timeOffset="154805.89">6932 2761 11967 0,'-1'-2'1072'0,"0"2"-864"15,0 0-208-15,1 0 0 0,0 0 528 0,-1 0 64 0,0 2 16 16,-1-2 0-16,-1 1 624 0,0 1 128 0,0 0 32 0,1 1 0 16,0 1-576-16,1 2-112 0,0 1-32 0,0 1 0 15,0 2-336-15,1 0-64 0,-1 1-16 0,1-1 0 16,1-1-128-16,0-1-128 0,2-4 192 15,2-4-192-15,0 0-256 0,3-4-176 0</inkml:trace>
  <inkml:trace contextRef="#ctx0" brushRef="#br0" timeOffset="154956.95">7095 2637 14735 0,'-2'6'1312'0,"-1"1"-1056"0,1 0-256 0,1-2 0 15,0-1 448-15,0 4 16 0,-3 4 16 0,-1 6 0 0,0 8 1568 16,-2 5 320-16,2 0 64 0,3-5 16 16,0-4-1504-16,2-22-304 0,1 26-64 0,-1-26-12384 15</inkml:trace>
  <inkml:trace contextRef="#ctx0" brushRef="#br0" timeOffset="156157.85">7444 2652 2751 0,'0'-4'256'0,"0"1"-256"0,1 1 0 0,-1 2 0 16,0 0 768-16,0-2 96 16,0-1 32-16,0 1 0 0,1-3 560 0,-1 2 112 0,0 0 32 0,0 2 0 15,1 1 0-15,-1 2 16 0,-1 1 0 0,0 4 0 16,-1 0-304-16,1 1-64 0,-1 1-16 0,-1 0 0 15,0 1-720-15,-1 1-160 0,2-1-32 0,-2 2 0 0,0-3-128 0,1 0-48 32,-2 1 0-32,0-3 0 0,1 2-16 0,-1-1-128 0,0-1 192 0,2-2-64 15,-1-1 0-15,1-1-128 0,0-1 192 0,1-2-64 16,0 0-128-16,1-3 0 0,0 2 144 0,1 0-144 16,1-1 0-16,-1 0 0 0,2 0 0 0,-2 1 0 15,1 1 0-15,0 1 0 0,-1 1 0 0,0 0 0 0,0 0 0 0,0 1 0 16,0 2 0-16,0-3 0 15,0 0 0-15,1-2 0 0,0 0 0 0,1-1-128 0,0-2 128 0,0 0 0 0,2-4 0 0,-2 0 0 32,3-2-224-32,0 0-64 0,-1-2-16 0,2 2 0 31,-2 0-144-31,0-1-48 0,0 1 0 0,-1 4 0 0,-1 0 336 0,-2 2 160 0,0 3-160 0,-1 0 160 16,-1 5 0-16,-1 0 0 0,-2 5 128 0,1-1-128 15,-2 3 384-15,0 2-16 0,0 0-16 0,0 3 0 16,1-4-608-16,0 0-128 0</inkml:trace>
  <inkml:trace contextRef="#ctx0" brushRef="#br0" timeOffset="157202.14">7591 2863 13823 0,'0'0'1216'0,"0"0"-960"0,0-2-256 0,0 2 0 0,1 0 704 15,-1-2 112-15,1 1 16 0,1-2 0 0,-1 0 832 0,1-2 192 16,0 0 16-16,0 3 16 0,-1-1-992 0,0 1-192 16,-1 0-32-16,-1 2-16 15,0 0-272-15,-1 0-64 0,-1 2-16 0,1 0 0 0,-1 1 48 16,-1 1 16-16,0 1 0 0,1 0 0 15,-2 0 112-15,0 0 32 0,2 1 0 0,-1 0 0 0,1 0-48 16,0 0 0-16,1 0 0 0,-1 1 0 16,1-2-64-16,0 3-16 0,0 0 0 0,1 0 0 15,1-3-16-15,0 2-16 0,1 0 0 0,0 1 0 0,1 0-32 16,-1-1-16-16,-1-7 0 0,0 0 0 0,0 0-112 0,8 31-32 0,-8-31 0 16,0 0 0-16,0 0-16 0,0 0 0 0,0 0 0 0,0 0 0 15,0 0-144-15,39 24 192 16,-31-26-192-16,-1-1 192 0,1-1-192 0,1-2 128 0,0-3-128 0,0 0 128 15,0-1-128-15,-1-1 0 16,0-1 0-16,1-1 128 0,-2-1-320 0,-1 0-80 0,-2 0-16 0,-1 2 0 16,-2 2-96-16,-2-1-32 0,-2 2 0 0,-2 0 0 0,-3 3 96 0,-2-1 32 15,-2 5 0 1,-3-1 0-16,0 3-144 0,-1 0-16 0,-2 3-16 0,1-1 0 0,2 5 144 0,1-2 16 16,2 2 16-16,2-1 0 0,3 0 288 0,1-1 0 15,3 1 0-15,2-1 0 0,0 0 0 0,1-2 0 16,3 2 0-16,-1-1 0 15,-2-4 0-15,0 0 0 0,0 0 0 0,0 0 0 16,38 0-496-16,-25-4-32 16,0-2-16-16,0 0 0 0,2-2-1792 0,-1-1-352 0,0-1-80 0,-1-1-16 15,-1-1-160-15,-1 1-16 0,-1 0-16 0,0 2 0 16,-2 2 1424-16,0-3 272 0,0 4 64 0,-2 0 16 16,1 2 1200-16,-1-1 448 0,0 0 0 0,-1 3-16 0,-1-1 1216 0,1 1 240 0,-1 2 48 0,-1 0 16 15,0 0 96-15,0 2 0 0,0 1 16 0,-1-1 0 16,0 0-528-16,1 3-96 0,0-2-32 15,0 1 0-15,-1 1-640 0,1 0-128 16,-3-5-16-16,0 0-16 0,0 0-240 0,0 0-48 0,0 0-16 0,0 0 0 16,0 0-96-16,0 0-16 0,36 26 0 0,-36-26 0 15,0 0 416 1,0 0 80-16,0 0 16 0,0 0 0 0,0 0-176 0,26 38-16 16,-26-38-16-16,0 0 0 0,0 0-96 15,5 38-16-15,-5-38 0 0,-2 21 0 0,1-9-144 0,-2-3-48 0,1 1 0 0,1-3 0 0,-1-1-192 0,0-2 128 31,0 0-128-31,0-1 0 0,1-1 144 0,0-2-144 16,0-2 128-16,0-1-128 0,1-2 272 0,0-1-16 16,0-2-16-16,0-1 0 0,0 0-80 0,0-1-16 15,1-2 0-15,-1 0 0 0,1 0-144 0,0 1 128 16,1 1-128-16,0-2 128 0,0 3-128 0,1-3 192 16,-1 1-192-16,2 0 192 0,1-1-32 0,-1 1 0 0,1 1 0 0,2-1 0 15,0 1-160-15,1-2 160 0,2 0-160 0,0 3 160 16,0 2-160-16,-1 0 0 0,1 3 0 0,-1 1 0 15,-2 3 0-15,-1 2 0 0,-2-1 0 16,1 0 0-16,-2 2-304 0,1 1 16 0,-2-3 0 0,1 3 0 16,-1-2-992-16,1 0-208 0</inkml:trace>
  <inkml:trace contextRef="#ctx0" brushRef="#br0" timeOffset="157897.92">8189 2619 9215 0,'1'-4'816'0,"0"1"-656"0,1 1-160 0,-1 0 0 0,-1 1 832 0,1 1 128 0,0 0 16 0,-1-2 16 15,2-1 960-15,1 3 192 0,0-2 32 0,0 2 16 16,-1 0-480-16,0 3-112 0,0 2 0 0,0 1-16 16,-2-6-304-16,0 0-64 0,0 0-16 0,6 40 0 15,-6-40-384-15,0 0-80 16,4 38-16-16,-4-38 0 0,0 0-288 0,5 35-64 0,-5-35-16 0,0 0 0 16,0 0-352-16,0 0 0 0,10 34 0 0,-8-31 0 15,-1-3-1440-15,0-2-304 0</inkml:trace>
  <inkml:trace contextRef="#ctx0" brushRef="#br0" timeOffset="158072.76">8279 2582 5519 0,'-2'-3'496'0,"0"1"-496"0,2 1 0 0,-1 1 0 16,1 0 1264-16,0 0 144 16,0 1 48-16,0 1 0 0,0 3 1520 0,0-1 304 15,0 4 64-15,0 3 16 0,0-11-768 0,0 0-160 16,3 33-16-16,-3-33-16 0,0 0-1312 0,5 31-256 15,-5-31-48-15,0 0-16 16,0 0-768-16,0 0 0 0,0 0 0 0,0 0-15152 16</inkml:trace>
  <inkml:trace contextRef="#ctx0" brushRef="#br0" timeOffset="158539.98">8489 2695 11967 0,'-2'-3'1072'0,"0"1"-864"0,1 2-208 0,0-1 0 16,1 1 640-16,-1 0 64 0,1 0 32 0,0 1 0 0,-1-1 2032 0,1 0 416 15,-1 3 80-15,1 1 0 0,0 0-992 0,0 2-208 16,0-6-32-16,0 0-16 0,2 31-752 0,-2-31-160 16,3 28-16-16,-3-28-16 0,1 37-496 0,-1-37-80 15,0 43-32-15,0-43 0 0,-1 46-208 0,-1-25-64 16,2-21 0-16,-1 36 0 16,0-19-192-16,1-17 176 0,0 0-176 0,5 35 160 0,-5-35-160 0,0 0 0 15,0 0 0-15,0 0 0 16,0 0-608-16,0 0-48 0,0 0-16 0,0 0 0 15,0 0-1648-15,29-5-336 0</inkml:trace>
  <inkml:trace contextRef="#ctx0" brushRef="#br0" timeOffset="159042.53">8464 2733 3679 0,'-1'-5'320'0,"0"3"-320"0,0 0 0 0,1 0 0 0,0 2 1296 0,0 0 192 0,0 0 48 0,1 0 0 16,0 2 1984-16,0-2 384 15,1 0 96-15,1 0 16 0,2 2-1392 0,-1-4-256 16,2 2-64-16,0-3-16 0,3 0-944 0,0-1-192 0,1-1-48 0,1-3 0 16,0 2-448-16,0-1-80 0,2 0-32 0,1 0 0 15,0 0-112-15,-1 2-32 0,-1 3 0 0,-12 2 0 0,0 0-176 0,0 0-32 16,0 0-16-16,37 11 0 0,-37-11-176 0,0 0 0 16,0 0 144-16,5 33-144 0,-5-33 0 15,-5 24 144-15,-2-10-144 0,0-2 0 16,-2 0 128-16,0 2-128 0,-1-2 0 0,-1 0 0 0,0 0 0 0,-1 0 0 15,-1 0 0-15,0-2 0 0,1 1 0 16,-1-2 0-16,0-1 0 0,1-2 0 0,1-1 0 0,2 0-144 16,2-3 144-16,1 1-192 15,2-1 192-15,0-2 0 0,3 1 0 0,1-2-128 0,1 1 128 16,1-2 0-16,1-1 0 0,2 0 0 0,1-2 0 0,0 1 0 16,3-2 0-16,2-1 0 15,0 0 0-15,1 1 0 0,1-2 0 0,1 2 128 0,-1-1-128 0,1 0 144 16,2 0-144-16,-1 2 160 0,1 3-160 0,-16 2 160 0,29-5-160 0,-29 5 160 15,0 0-160 1,39 9 128-16,-39-9-128 0,0 0 128 0,0 0-128 0,24 34 0 16,-24-34 0-16,-1 24 0 0,1-24 0 0,-7 21 0 0,0-9 0 0,-1 0 0 15,-1-1 0-15,-1 1 0 16,-1-1 0-16,0 0 0 0,-1-2 0 0,0 0 0 16,-1-1 0-16,-1-1 0 0,0 0 0 0,0-3 0 0,1 0 0 0,1-2 0 15,2-2-128-15,1-2-64 16,3 1-16-16,0-2 0 15,3-3-1184-15,2-1-224 0</inkml:trace>
  <inkml:trace contextRef="#ctx0" brushRef="#br0" timeOffset="159328.78">8841 2588 8287 0,'3'-7'368'0,"-1"3"80"0,0 1-448 15,-2 1 0-15,0 2 0 0,0 0 0 0,0 0 2256 0,1 0 368 16,-1 0 80-16,0 0 16 0,0 2 480 0,-1 0 112 16,0 3 16-16,-2 1 0 0,-1 0-1520 15,0 3-288-15,0-1-64 0,-2 1-16 0,2 1-800 0,-1-1-176 16,0 3-16-16,2-5-16 15,0 0-432-15,1-2 0 0,1 2 0 0,0-5 0 16,2 3-1120-16,-1-2-304 0,1-1-64 0,1-2-13360 0</inkml:trace>
  <inkml:trace contextRef="#ctx0" brushRef="#br0" timeOffset="159458.7">8943 2556 11055 0,'0'2'480'0,"-1"0"112"0,1 0-464 0,-1 1-128 0,0 1 0 15,0-1 0-15,-1-1 2672 0,0 5 512 0,-2 2 96 0,-2 6 32 16,-1 4-608-16,0-2-112 0,-2 2-32 16,2-3 0-16,0 0-1920 0,4-4-384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10-23T08:41:32.9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23264 2565 911 0,'3'2'0'0,"-2"-2"0"0,0 0 0 0,-1 0 0 0,1 0 128 0,-1 0-128 15,0 0 128-15,0 0-128 0,1 2 0 0,-1-2 0 16,1 0 0-16,-1 1 0 16,0 1 0-16,-2-4 0 0,-2-6 0 0,1 4-176 0,0-1 432 0,1 2 64 15,0 1 32-15,1 2 0 16,-1 0-352-16,1 0 0 0,0 0 0 0,1 3 0 0,0-3 0 0,0 0 0 15,0 0 0-15,0 0 0 0,0 0 0 0,0 0 144 16,0 0-144-16,0 0 144 0,0 0 240 0,0 0 64 16,0 0 0-16,0 0 0 0,0 0-256 0,0 0-48 15,8 40-16-15,-8-40 0 0,0 0-128 0,0 0 0 0,0 0 0 0,0 2 0 16,0-2 0-16,0 0 0 0,0 0 0 0,-1 0 0 16,1 0 144-16,-1 0 0 0,1 1 0 0,-2-1 0 15,1 1 112-15,0 2 32 0,0-3 0 0,-1 0 0 16,0 1 48-16,1 0 16 0,0-1 0 0,-1 2 0 15,0-2 16-15,0 1 0 0,0 1 0 16,0-2 0-16,0 2-48 0,1-2-16 0,0 1 0 0,-1 1 0 16,0-2-112-16,-1 2 0 15,0-2-16-15,2 0 0 0,-2 2 32 0,0-1 16 0,-1 1 0 0,2 0 0 16,-2-2 0-16,-1 3 0 0,1-1 0 0,0-1 0 16,-1 0 32-16,1 2 0 0,-1-1 0 0,0 0 0 15,1 1-32-15,-1-1 0 0,-1 0 0 0,1-1 0 16,-2 1 32-16,1 0 16 0,-2 1 0 0,1 0 0 15,0-2-16-15,-1 1 0 0,1 1 0 0,-2-3 0 16,1 3 0-16,-1-3 0 0,0 2 0 0,-1-1 0 0,0 0 96 0,1 1 16 16,0-2 0-16,-1 1 0 15,1 1-32-15,1 0 0 0,-1-2 0 0,1 1 0 0,0 1-64 0,-2-2-16 16,3 2 0-16,-1-2 0 0,-1 0-256 0,1 2 160 16,0-2-160-16,0 1 128 15,-1 1-128-15,0-2 0 0,-2 2 0 0,1-1 0 0,-2 1 0 0,0-2 0 16,-1 2 0-16,-1-1 0 0,0 0 0 15,-1 1 160-15,1-1-160 0,-2 1 160 16,0 0 32-16,0-1 0 0,1 1 0 0,0-1 0 0,-1 0-192 0,1-1 192 16,-1 2-192-16,1 1 192 0,0-3-192 15,-1 2 0-15,1 1 0 0,0-1 0 0,1-1 0 0,0 0 0 16,0 1 0-16,0-1 0 0,-1 1 0 0,-1-1 0 16,-1 1 0-16,0 0 0 0,0-1 0 0,-1 0 0 0,1 1 0 15,-2-2 0-15,0 1 0 0,-1 1 0 16,1-2 0-16,-1 2 0 0,2-1 0 0,0 1 0 15,1 0 0-15,-1 0 0 0,2-1 0 0,-1 1 0 16,1 0 0-16,-1 1 0 0,2-1 0 0,-1 0 0 16,-1 0 0-16,-2 1 0 0,2 2-176 0,-2-3 176 15,1 0-128-15,-1 1 128 0,0-1 0 0,-1 1-160 16,1-1 160-16,-2-1 0 0,1 0-224 0,0 1 64 0,1-1 16 0,1 1 0 16,2-2 144-16,-2 0-192 0,1 0 192 0,1 0-192 15,1 0 192-15,-2 0 0 0,0 0 0 0,0 1 0 16,0-1 0-16,0 0 0 0,1-1 0 0,-2 1 0 15,1 0 0-15,0 0 144 0,-3 0-144 16,1-2 0-16,-2 2 160 0,1 0-160 0,0-1 128 0,-1 1-128 16,2-1 256-16,0 0-48 0,1 1 0 0,0 0 0 0,0-1-32 15,2 0-16-15,-1-1 0 0,1 2 0 0,0-2-160 0,1 1 0 16,0-1 0-16,0 0 0 0,1 1 0 0,-1-1 0 16,1 2 0-16,0-2 0 0,0 2 0 15,1-2 0-15,0 1 0 0,0-1 0 0,1 2 0 0,-1-3 0 16,-1 3 192-16,1-2-64 0,0 2 160 15,0-1 32-15,1 0 0 0,0 1 0 0,-2 0 64 0,1 0 0 16,-1 0 16-16,1 0 0 0,-1-2-16 0,-1 2-16 16,-1 0 0-16,0-3 0 0,-1 3-128 0,0-2-32 15,1-1 0-15,2 1 0 0,0 0-208 0,1-1 176 16,1-1-176-16,0 1 160 0,3-1-160 0,0-2 0 0,2 2 0 0,-2-5 0 16,3 4 192-16,-2-3-32 15,3-1-16-15,-2 0 0 0,0-1 160 0,-1-2 16 0,0 0 16 0,-1 1 0 16,-1-1-96-16,-1 0-32 0,1 0 0 15,-1 0 0-15,1 1 32 0,0 1 0 0,0-2 0 16,0 0 0-16,2 2 144 0,-1-1 16 0,1 1 16 16,1-4 0-16,-1 2-224 0,2-2-32 15,-1 0-16-15,1-1 0 0,0-1-144 0,2-1 0 0,-1 1 0 16,1-1 0-16,1 3 0 0,1 0 0 16,-1 0 128-16,0-1-128 0,1 1 0 0,0 0 160 0,1-1-160 0,1 1 160 15,-1 2-160-15,0 0 0 0,0-1 0 0,0 3 0 16,-1-1 0-16,1 1 128 0,1-1-128 0,0 2 0 15,0 0 0-15,2 0 0 0,0-1 0 0,1 3 0 0,0-2 0 0,2-1 0 16,0 3 0-16,0 0 0 0,2-2 0 16,0 1 0-16,2-1-176 0,2-1 176 0,1 1 0 0,0 0 0 15,2 0 0-15,-1 1-128 0,4 1 128 0,0-3 0 16,0 4 0-16,2-1 0 0,0 1 0 0,1-1 0 16,0 2 0-16,0-2 0 0,-3 3 0 0,3-3 0 15,0 2 0-15,2-2 0 0,-3 2 0 0,1-2 0 16,0 3 0-16,-1-2 0 0,0 1 0 15,0 1 0-15,2-1 0 0,0-1 0 0,1 1 0 0,0 1 0 16,0 0 0-16,-1 0-128 0,2 1 128 0,-1-2 0 16,0 1 0-16,0-1 0 0,-1 2 0 0,0-1 0 15,0 1 0-15,1-2-128 0,-1 3 128 0,0 1 0 16,-1 0 0-16,1 1 0 0,0 0 0 0,0 1 0 16,1 0 0-16,0 1 0 0,-1 1 0 0,0-1 0 0,1-1 0 0,-3 1 0 15,0 0 0-15,0-2 0 0,1 0 0 16,-2 0 0-16,2 1 0 0,-2-1 0 15,2 0 0-15,-2 0 0 0,1 0 0 0,-1 0 0 0,4 1 0 0,-2-1 0 16,2 0 0-16,1 2 0 0,2-2 0 0,0 0 0 16,0 0 0-16,0-2 0 0,1 2 0 0,0-2 0 15,-2-2 0-15,1 1 0 0,-1 0 0 16,1 1 0-16,1 0 0 0,-2 2 0 0,1-2 0 0,-1 4 0 16,-2-2 0-16,0 1 0 0,-2 0 0 0,-1 2 0 15,-2-1 128-15,-1 0-128 0,-1 1 128 0,0-1-128 16,0 0 144-16,-1-2-144 0,1 2 192 0,1-1-192 15,-1 1 144-15,0-2-144 0,0 2 0 0,1 1 144 16,1-3-144-16,0 2 0 0,1-2 0 16,1 2 0-16,0 1 0 0,2-3 0 0,0 2 0 0,0-2 0 15,2 1 0-15,-2-1 0 0,1 2 0 0,-1-2 0 0,-1 0 0 16,-2 0 0-16,-1 0 128 0,-1 0-128 16,0 2 192-16,-2-2 0 0,0 1 0 0,-2 0 0 15,0-1 64-15,-1 2 0 0,0 1 16 0,-1 0 0 16,-1-1-272-16,1 0 160 0,0 0-160 0,1 1 128 15,1-1-128-15,0 1 0 0,2-1 0 0,0 0 0 0,0-2 0 16,2 3 0-16,-1-3 0 0,2 0 0 0,0 0 0 0,-1 0 0 16,0 0 0-16,0-2 0 0,-1 2 0 0,0 0 0 15,-1 0 0-15,-1 0 0 0,0 2 0 0,-3-2 0 16,0 2 0-16,-1 1 0 0,0-1 0 0,-2 0 0 16,0 1 0-16,1 0 0 0,-2 1 0 0,1-2 0 15,0 1 0-15,0 1 0 0,0-1 0 0,0-1 0 16,-1 0 128-16,1 0-128 0,0 1 0 0,1 0 0 15,2-1 0-15,-2 0 0 0,2 0 0 0,-1 1 0 16,1-1 0-16,-2-1 0 0,0 2 0 0,1-2 0 0,-3 2 0 0,2-1 0 16,-2 0 0-16,0 1 0 0,-1-1 0 15,1 0 0-15,-1 0 0 0,-2 1 0 0,2 0 0 16,-2 1 0-16,0-1 0 0,0 1 0 0,0 1 0 16,0-2 0-16,0 2 0 0,-1-1 0 0,1 0 0 0,-1 1 0 15,0 0 0-15,-1 0 0 0,1 2 0 0,-1-3 0 16,0 2 0-16,1 0 0 0,-1-1 0 0,0 0 0 15,0 2 0-15,0-2 0 0,-1 0 0 0,0 0 0 16,0 1 0-16,0-1 0 0,0 2 0 0,-1-1 0 16,0 0 0-16,0 1 0 0,-1-2 0 0,1 3 128 15,-1-2-128-15,1 2 128 0,-1-2-128 0,2 2 128 0,-2-2-128 0,1 2 0 16,-1-1 0-16,0 0 0 0,-1 0 128 0,2 0-128 16,-2-1 0-16,-1 2 128 0,1-2-128 0,1 0 0 15,0 2 0-15,-1-4 0 0,0 3 0 0,0-2 0 16,1 2 128-16,-1 0-128 0,-1 3 0 0,0-3 0 15,1 2 0-15,-2 2 0 16,2-2 0-16,0 2 0 0,-1-2 144 0,0 1-144 0,0 2 0 0,2-2 128 16,-2-1-128-16,1 1 0 0,-1 1 0 15,2 0 0-15,-1 0 0 0,-1-2 0 0,0 0 0 0,0 0 0 16,-1 0 0-16,1-1 0 0,-1 1 0 0,-1-1 0 16,0-1 0-16,-1 1 0 0,2-2 0 0,-2 0 0 0,1 0 0 0,-1 0 0 15,0 0 0-15,-1-1 0 0,-2 0 0 16,0 0 128-16,-1 2-128 0,-3-3 128 15,-1 2-128-15,-2 0 128 0,-3 1-128 0,-3 1 0 0,-3 1 0 0,-4 1 0 16,-2-1-336-16,0 0-96 16,4 1-16-16,-3-2 0 0,-2 1-1664 15,2 2-352-15</inkml:trace>
  <inkml:trace contextRef="#ctx0" brushRef="#br0" timeOffset="1554.66">22013 2873 1839 0,'0'2'160'0,"0"-2"-160"0,0 0 0 0,0 0 0 16,0 0 512-16,0 1 64 0,0 1 0 0,0-2 16 16,-1 2 80-16,1 2 16 0,-2-1 0 0,0-1 0 15,-2 2-176-15,-2 0-48 0,1 3 0 0,-2-3 0 16,-2 6 160-16,0-1 16 0,-2 1 16 0,-2 4 0 0,1 1 176 0,-2 1 16 16,2 1 16-16,-1 2 0 0,0-1-16 0,0 6 0 15,-2 2 0-15,-1 2 0 0,2 4 112 16,0 0 0-16,2 2 16 0,1-3 0 0,1 2-80 0,0 1 0 15,1 5-16-15,2 0 0 0,0 1-160 0,3 0-16 16,1-2-16-16,3-2 0 0,0-36-192 0,4 62-48 16,-4-62 0-16,12 51 0 0,-12-51-32 0,0 0-16 15,24 50 0-15,-24-50 0 0,0 0 32 0,36 33 0 16,-36-33 0-16,0 0 0 0,41 19-48 0,-41-19-16 0,0 0 0 0,39 12 0 16,-39-12-368-16,25 5 0 0,-14-4 0 0,-2 0-9312 15,-1 1-1968-15</inkml:trace>
  <inkml:trace contextRef="#ctx0" brushRef="#br0" timeOffset="2956.94">21638 4019 4607 0,'0'0'400'0,"-1"-1"-400"15,1 1 0-15,0 0 0 0,0 0 912 0,0 0 112 16,1-2 0-16,-1 2 16 0,1-3 144 0,-1 1 32 16,2-1 0-16,-1 1 0 0,1-2-416 0,-1 1-80 0,1-2-16 0,-1 1 0 15,1-1-176-15,-2 0-32 0,0 0-16 0,0 0 0 16,0 1-272-16,-2-3-48 0,-1 3-16 16,-1-1 0-16,-1 2-144 0,-2-2 0 15,0 3 0-15,-2-1 128 0,2 1-128 0,-1 2 160 0,-1 0-160 0,1 0 160 16,0 2 96-16,-1 2 32 0,1 0 0 0,0 3 0 15,1-1-160-15,1 4-128 16,-2 0 144-16,2 2-144 0,-1-2 208 0,1 3-48 16,0 0-16-16,1 1 0 0,1 0-144 0,0 0 192 0,1 0-192 15,2-2 192-15,0-2-192 0,2-1 192 0,-1-9-192 16,0 0 192-16,0 0-192 0,0 0 0 0,0 0 0 0,39 23 128 16,-28-25 112-16,2-2 16 0,0-2 0 0,-1-3 0 15,1 1-256-15,0-1 144 0,0-2-144 0,-3 2 128 0,-2-1-128 0,-1 0-192 16,-1-1 32-16,-2 3 16 0,-1-1 144 0,-3 2-128 15,0 3 128-15,-1 1-128 0,-1 0 128 0,-1 3 0 16,0 0 128-16,0 3-128 0,0-1 320 0,-1 2 0 16,1 2 0-16,-1-2 0 15,3 4 208-15,-1-1 48 0,1 3 0 0,2-2 0 16,1-1 48-16,-2-7 16 0,0 0 0 0,0 0 0 16,0 0-208-16,0 0-48 0,40 34 0 0,-29-34 0 0,1 0-208 0,0-2-48 15,-1 1-128-15,1-3 192 0,-1 1-768 0,0 1-144 0,-1-3-48 16,-1 0-11136-16</inkml:trace>
  <inkml:trace contextRef="#ctx0" brushRef="#br0" timeOffset="3576.83">22193 3862 2751 0,'2'-5'256'0,"0"2"-256"16,0 1 0-16,-2 0 0 0,2 0 800 16,0-1 112-16,1-2 32 0,3-1 0 15,0-2 880-15,3-4 176 0,1 2 48 0,-3 1 0 16,0 0-160-16,-1 1-32 0,-2 1 0 0,-2 0 0 0,-1 3-704 0,-1-1-128 15,-1 0-48-15,-1 3 0 16,-1-1-320-16,-2 1-64 0,1-1-16 0,-3 3 0 0,0 0-176 16,0 1-32-16,-1 1-16 0,0 1 0 0,-1 0-208 0,1 3-144 15,-1 1 192-15,0 1-192 0,1 3 272 0,0-1-48 0,-1 6-16 0,1 1 0 16,1 1 208-16,2 4 32 16,0 0 16-16,1 4 0 0,2 2-48 0,1-2-16 0,1-26 0 15,-1 52 0-15,1-52-48 0,1 45-16 16,-1-45 0-16,4 41 0 0,-4-41-208 0,5 37-128 0,-5-37 160 15,0 0-160-15,7 44 0 0,-7-44 0 0,0 0 0 16,2 33 0-16,-2-33 0 0,0 0 0 16,-2 28 0-16,0-22 0 0,-1 0 0 0,-1-2 0 15,0 1 0-15,-2-2 0 0,1 1 0 0,-1-2 0 0,0 1 0 16,0-1 0-16,-2-2 0 0,1-2 0 16,-2-1 0-16,-1-1 0 0,1-1 0 0,0-2 0 0,0-3-144 15,-1 1 144 1,2-3-752-16,0-2-48 0,0-3-16 0,2-1 0 0,1-2-1568 0,2-1-320 15</inkml:trace>
  <inkml:trace contextRef="#ctx0" brushRef="#br0" timeOffset="3769.6">22007 4011 4607 0,'2'0'192'0,"-1"0"64"0,0 0-256 0,0 0 0 0,-1 2 0 0,0-2 0 0,1 0 1520 0,1 0 256 16,0 1 48-16,2-1 16 0,2 0 464 0,0-1 80 16,3 1 32-16,-1-2 0 15,2-1-592-15,2 0-112 0,1-1-32 0,1-1 0 16,-2 2-528-16,0 0-128 0,1 0 0 0,-2-2-16 15,0 3-656-15,-2 0-128 0,0-1-32 0,1-2 0 0,-3 3-320 0,0 1-80 0,0 0-16 0,-2-1 0 16,0 2-736-16,-1 2-160 0,-1-2-32 0,1 1 0 16,-1 0-768-16,0-1-176 15,0 2-16-15,0-1-7040 16</inkml:trace>
  <inkml:trace contextRef="#ctx0" brushRef="#br0" timeOffset="4176.7">22343 3921 911 0,'4'-5'0'15,"-2"3"0"-15,-1 0 0 0,0 1 0 0,-1-1 1776 0,-1 2 272 16,1 0 48-16,-1 0 16 0,0 0 576 0,0 2 128 16,-1-2 32-16,-1 1 0 0,2 1-1104 0,0 0-208 15,-1 3-64-15,0-2 0 0,1 1-768 0,-1 0-144 16,1 1-48-16,0 0 0 0,0 0-368 0,0 2-144 0,1-2 0 0,0 2 144 16,0-2-144-16,0 2 0 0,0-2 0 0,0 2 0 15,1-1 0-15,0 2 0 0,2-4 0 0,-1 2 0 16,1-1 240-16,0-2-48 0,1 0 0 0,0 0 0 15,-1-1-16-15,1-2-16 0,1-2 0 0,0 0 0 16,1 1-32-16,0-4 0 0,1 1 0 0,0-3 0 16,2 0-416-16,-1-1-96 0,-1 1 0 0,2-2-16 15,-2-2-688 1,0 0-144-16,-2 2-32 0,0 0 0 16,-1 1 544-16,-2 2 96 0,0 0 32 0,0 2 0 0,-2-1 592 0,0 2 0 0,-1 0 0 0,0 2 0 0,0 1 464 0,-1 1 16 15,2 0 0-15,-1 1 0 0,0 1 272 16,0-1 48-16,0 3 16 0,0-2 0 15,0 4 64-15,0-1 16 0,0 2 0 0,0-1 0 0,1 1-192 16,-1 1-16-16,1 0-16 0,0 0 0 0,1-1-176 16,-1 1-48-16,2-2 0 0,-1 0 0 0,1-2-288 15,0 0-160-15,0 0 160 0,1-3-160 0,1 0 0 0,1-2 0 16,-1 0 0-16,2 0 0 16,0-1-832-16,1-2-144 0,0 1-48 0,1-1 0 15,-3 0-1600-15,2 1-336 0,-1-2-64 0,1 1-6560 0</inkml:trace>
  <inkml:trace contextRef="#ctx0" brushRef="#br0" timeOffset="4611.21">22601 3885 2751 0,'-1'1'128'0,"0"-1"16"15,1 2-144-15,0-2 0 16,0 0 0-16,0 0 0 0,1 0 1408 0,-1 0 256 0,2 0 64 0,-1 0 0 0,2 0 0 0,-1 0 16 15,2-2 0-15,0 1 0 16,1-1-176-16,-1 2-32 0,1-2-16 0,-1 1 0 0,-1 1-496 0,1 0-80 16,0 0-32-16,-2 0 0 0,0 3-336 0,1-1-64 15,-2 1 0-15,0 1-16 0,0 1-208 0,-1 0-32 16,0-1-16-16,-1 4 0 0,1-3 32 0,-1 2 16 16,0-1 0-16,0 0 0 0,1 0-96 0,-1-1-32 15,1 0 0-15,0-1 0 0,-1 2-160 0,0-3 160 16,0 1-160-16,-1 0 160 0,0 0-160 15,-1 0 0-15,0 1 0 0,0 0 0 0,-1-1 0 0,0 1 0 16,0-1-144-16,1 1 144 0,-1 2 0 0,2-3 0 16,0 4 0-16,0-4 0 0,2 1 0 0,0 0 0 15,1 0 0-15,0 0 0 0,2-1 0 0,0 1 0 16,1-2 128-16,0 0-128 0,2 0 192 0,-1 0-16 0,1-1 0 0,0-1 0 16,0 1 64-16,0-2 16 15,1 0 0-15,-1 2 0 0,1-2-64 0,-2-2-16 16,2 2 0-16,-1-2 0 0,-2 1-176 0,1-1 0 15,-2-1 0-15,0 1 0 0,0 0-176 0,-1-1-112 16,-1 1-32-16,-1-3 0 16,0 3-1776-16,-2-3-352 0</inkml:trace>
  <inkml:trace contextRef="#ctx0" brushRef="#br0" timeOffset="4870.33">22633 3978 911 0,'-4'0'0'0,"1"1"0"0,1 0 0 0,1-1 0 0,1 2 1216 15,-1-2 144-15,-1 3 48 0,-2-1 0 0,-1 1 896 16,0 0 176-16,0 0 32 0,0 0 16 0,3-2-896 0,-1 3-176 16,1-3-48-16,1 0 0 0,0-1-16 0,1 0-16 0,0 0 0 0,0-1 0 31,1 0-240-31,1-1-48 0,0 1-16 0,1-1 0 0,-1-1-112 0,3 1 0 16,0 0-16-16,0 0 0 15,3 0-192-15,-1 1-48 0,1-1 0 0,0 2 0 16,0-2-224-16,0 2-48 0,-1 0-16 0,0 2 0 15,1-2-416-15,-1 0 0 0,2 0 0 0,-2 0 0 16,-1 0-448-16,1 0-80 16,-1-2-16-16,0 1 0 0,-1-1-1184 0,0 0-256 0,0-1-32 0,0-1-11216 15</inkml:trace>
  <inkml:trace contextRef="#ctx0" brushRef="#br0" timeOffset="5277.21">22795 3874 5519 0,'-1'-1'240'0,"1"-1"64"0,0 2-304 0,0-3 0 16,1 3 0-16,-1 0 0 0,1-2 1232 0,1 2 192 16,0-2 48-16,2-2 0 0,2 1-128 0,0-2 0 15,2 1-16-15,0 1 0 0,0-2-128 0,0 3-32 0,-1 0 0 0,0 2 0 16,-2 0 48-16,-1 0 16 16,1 2 0-16,-4-1 0 0,1 2-560 0,-2 2-112 0,0 0-32 0,-1 0 0 15,0 0-112-15,-2 1-32 16,0 2 0-16,0-3 0 0,0 2-64 0,1 0-32 15,-1 2 0-15,0-2 0 0,0 0-96 0,1 1 0 16,1-2-16-16,1 0 0 0,-1 1-176 0,0 0 160 0,1-1-160 0,-2 0 160 16,1-2-160-16,0 3 0 0,-1-2 0 0,-1 0 0 15,1 2 0-15,0-2 0 0,0 2 0 0,0-3 0 0,2 1 0 16,0 0 0-16,1-1 0 0,1 0 0 0,1 1 0 0,-1-2 0 16,3 0 0-16,0 0 0 15,0-1 0-15,1-1 0 0,1 0 128 0,0-1-128 0,-1 0 416 0,2-1 0 16,-1 0 0-16,0-1 0 15,1 1-96-15,-1-1-32 0,0 0 0 0,-1 1 0 16,0-1-144-16,-2 1-16 0,0 0-128 0,0-1 192 0,0-1-192 16,-1 1 0-16,0-1-144 0,0 1 144 15,0 0-1024-15,-1-1-96 0,0-1-32 0,-1 0 0 16,1-1-1312-16,-1 1-272 0,-1-2-48 0,0-1-6944 16</inkml:trace>
  <inkml:trace contextRef="#ctx0" brushRef="#br0" timeOffset="5503.02">22806 3940 1839 0,'-3'0'160'0,"1"0"-160"0,1 0 0 0,1 0 0 15,0 0 1312-15,-1 0 224 16,0 0 64-16,-1 0 0 0,0 0 976 0,0 0 208 0,2 0 32 0,0 0 16 16,1 0-528-16,2-2-96 0,1 1-32 0,1 1 0 15,1-2-224-15,1 2-48 0,1-3-16 0,2 1 0 16,0 1-672-16,0 0-128 15,1-1-16-15,-1 2-16 0,1-3-576 0,-3 3-112 0,1-2-32 0,0 0 0 16,-1 1-336-16,1-1 0 0,0 0 0 0,-1 0 0 16,-1-1-352-16,1 1-96 0,-2-1 0 0,1 1-16 31,-3-2-1856-31,2 0-368 0</inkml:trace>
  <inkml:trace contextRef="#ctx0" brushRef="#br0" timeOffset="5927.13">23086 3800 5519 0,'-1'0'496'0,"0"0"-496"16,1-2 0-16,0 2 0 0,0 0 2000 0,1 0 304 16,-1 2 64-16,1-2 16 15,0 2 512-15,1 1 112 0,-2-3 0 0,0 0 16 0,0 0-1328 0,0 0-272 16,18 42-48-16,-18-42-16 16,0 0-736-16,12 41-160 0,-12-41-16 0,0 0-16 15,15 40-112-15,-15-40-32 0,0 0 0 0,0 0 0 0,19 45-288 0,-19-45 0 16,0 0 0-16,0 0 0 0,0 0-384 0,0 0-144 0,0 0-32 0,0 0 0 31,0 0-1088-31,0 0-208 0,0 0-64 0,0 0 0 16,25 0-480-16,-22-9-96 0,0-1-32 0,0-2 0 0,1 0 864 15,0 0 192-15,0 0 16 0,0 0 16 0,0 1 1136 0,-2 1 304 16,1 1 0-16,-1-1 0 0,0 4 752 0,0 3 240 16,-2 0 48-16,0 3 16 0,0 3 1088 0,-2 0 224 15,1 3 32-15,0 2 16 0,1-8-144 0,0 0-32 16,-2 35 0-16,2-35 0 0,-1 35-848 0,1-35-176 0,2 39-48 15,-2-39 0-15,4 45-368 0,-4-45-80 0,3 40-16 0,-3-40 0 16,2 42-288-16,-2-42-64 0,1 41-16 0,-1-41 0 16,-2 33-192-16,-2-17-144 0,-1-3 192 0,-2 1-192 15,-2-3 144-15,0-1-144 0,0 0 0 0,-2-4 144 16,1 0 0-16,-3-2 0 0,-1-4 0 0,-4 0 0 16,-1-1-448-16,-1-2-80 0</inkml:trace>
  <inkml:trace contextRef="#ctx0" brushRef="#br0" timeOffset="6662.58">23664 3807 4607 0,'3'-2'400'0,"-1"1"-400"15,0-1 0-15,-1 1 0 0,0 0 1200 0,-1 1 144 16,2-4 48-16,1 1 0 0,1-2 256 0,-1 1 48 0,1-2 16 0,-2 2 0 16,-1 0-448-16,-2 1-96 15,-1 2-16-15,-1-1 0 0,-1 2-224 0,-2 2-48 16,-1 1-16-16,-1 0 0 0,-1 1-336 0,-2 3-64 0,0 0-16 15,-1 1 0-15,0-1-192 0,1 1-64 0,0 0 0 0,1 1 0 16,1-1-192-16,1-1 144 16,3 0-144-16,1 0 128 0,1-1-128 0,3-2 0 15,0 0 0-15,3 0 0 0,0-1 0 0,0 0 128 16,4-1-128-16,-1 1 0 0,2-1 256 0,-1 0-16 0,3 0-16 0,-2 1 0 16,0 0 80-16,-8-3 16 0,0 0 0 15,0 0 0-15,0 0-128 0,38 21 0 0,-32-16-16 16,-2-1 0-16,0 1-48 0,-2 0-128 0,1 0 192 0,-2 2-64 15,-1-3-128-15,0 1 0 0,-1 0 0 16,-1-1 0-16,0 1 0 0,-1-1 0 0,1 0 0 16,-1 0 0-16,-1-1 0 0,-1 0 128 0,1 0-128 0,-2-2 0 15,1 1 0-15,-1-1 0 0,1 0 0 0,-1-2 0 32,1 1-448-32,2-1 0 0,-1-1-16 0,0 1-7776 0,2-1-1552 0</inkml:trace>
  <inkml:trace contextRef="#ctx0" brushRef="#br0" timeOffset="7171.11">23746 3876 15663 0,'2'-3'688'0,"-1"1"144"0,1 0-656 0,0 1-176 16,0 1 0-16,-1 0 0 0,1 0 976 0,-1 0 176 15,4-2 16-15,2 2 16 0,0-2-528 0,2 0-96 16,2 0-32-16,0 1 0 0,0-1-400 0,1-1-128 15,0-1 0-15,0 1 0 0,1-2 256 0,-2 2 0 16,0 0 0-16,-2 0 0 0,1-2 0 0,-2 3-16 16,-2 0 0-16,0-1 0 0,-1 1 160 0,-3 0 48 15,1 1 0-15,-2-1 0 0,-1 2 96 0,-1-1 32 16,0 1 0-16,-1 0 0 0,-1 0-160 0,0-1-32 16,-1 1 0-16,0 0 0 0,-1 0-256 0,0-2-128 15,2 1 0-15,-2-1 128 0,1 0-128 0,0-1 0 0,0 1 0 0,0-2 0 16,1 1 0-16,1 0-144 0,-1-1 144 0,1 1 0 15,0-1 0-15,0 1 0 0,0 1 0 0,0-1 0 16,0 2 0-16,-1 0 0 0,0 1 0 16,0 1 144-16,1 1 304 0,-2 0 64 0,1-1 16 0,0 2 0 15,-1 0-64-15,-1 2-16 0,1 1 0 0,-2 2 0 16,0 1 176-16,1 1 16 0,-1-1 16 0,2 3 0 0,-1 0-80 0,0-2-32 16,3 1 0-16,-1 1 0 0,1-2-160 0,1 1-48 15,0-1 0-15,1 0 0 0,0-10-160 0,0 0-48 16,0 0 0-16,0 0 0 0,0 0 0 0,14 41-128 15,-10-38 192-15,0 2-64 0,2-1 0 0,0-1 0 16,2 0 0-16,0-3 0 16,1 2-128-16,-1-2 0 0,2 0 144 0,-1-2-144 0,2-1 0 0,-2 1 128 15,0-2-128-15,1-1 0 16,0 1 0-16,1-2 0 0,0-1 0 0,-1-3-128 16,0 1-896-16,-1 0-160 0,-1 1-32 0,0-1-15040 0</inkml:trace>
  <inkml:trace contextRef="#ctx0" brushRef="#br0" timeOffset="7512.42">24112 3694 2751 0,'3'-3'256'0,"-2"0"-256"0,1 1 0 0,-2 2 0 15,1 0 752-15,0 0 96 16,0-1 32-16,2 0 0 0,0-2 704 0,-1-1 144 15,1 3 16-15,0 1 16 0,-2 0 224 0,-1 0 32 0,-1 5 16 0,-1-2 0 16,0 4-48-16,-1 0-16 0,-1 3 0 0,0 1 0 16,-1 2-656-16,0 1-128 0,0 2-32 0,1 0 0 15,0 1-400-15,4-17-96 16,-5 33-16-16,5-33 0 0,-2 31-320 0,2-31-80 0,0 0-16 0,6 43 0 16,-6-43-224-16,0 0 0 0,0 0 128 0,19 50-128 0,-19-50 0 0,0 0 0 15,0 0 0-15,0 0 0 16,38 33 144-16,-29-30-144 0,1-1 128 0,1-2-128 0,0-3 144 0,1 1-144 15,0-3 160-15,0 0-160 0,0-2 0 0,-2 1 0 16,0-2 0-16,-2 1 0 16,0 0-608-16,-4-1-112 0,0 2-32 0,-2-2 0 15,-1 2-1280-15,-2 0-256 0,-2 0-48 0,0 0-9440 16</inkml:trace>
  <inkml:trace contextRef="#ctx0" brushRef="#br0" timeOffset="7710.46">24052 3833 1839 0,'-4'1'160'0,"0"-1"-160"16,4 0 0-16,1 0 0 0,-1 2 1296 0,0-2 240 15,-2 0 32-15,0 2 16 0,1-2 816 0,2 0 160 16,3 0 48-16,3-2 0 0,2 0 240 0,3-1 48 16,5 0 16-16,2-1 0 0,5-1-608 0,3 0-128 15,2 0-32-15,0 0 0 0,-1 1-1376 0,-1 0-256 16,-2 1-64-16,-2 0-16 15,-1 1-816-15,-3 2-176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10-23T09:06:02.588"/>
    </inkml:context>
    <inkml:brush xml:id="br0">
      <inkml:brushProperty name="width" value="0.05292" units="cm"/>
      <inkml:brushProperty name="height" value="0.05292" units="cm"/>
      <inkml:brushProperty name="color" value="#002060"/>
    </inkml:brush>
    <inkml:brush xml:id="br1">
      <inkml:brushProperty name="width" value="0.05292" units="cm"/>
      <inkml:brushProperty name="height" value="0.05292" units="cm"/>
      <inkml:brushProperty name="color" value="#C00000"/>
    </inkml:brush>
    <inkml:brush xml:id="br2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4057 4791 17503 0,'0'-3'1552'0,"-1"1"-1232"0,0 1-320 16,1 1 0-16,0 0 1808 0,-1-1 304 0,1-1 64 0,-1-1 16 15,0-2-224-15,1 1-48 0,-1 1-16 0,1-1 0 0,1 3-976 0,0 1-192 16,0 1-32-16,0 1-16 16,0 0-400-16,0 3-80 0,-1-1-16 0,0 2 0 0,0 0 112 0,0 2 16 15,-1-1 0-15,0 4 0 0,0 1 128 0,-1 3 16 16,-1 4 16-16,1 0 0 16,0 2-96-16,1 0 0 0,-1 5-16 0,0 3 0 15,-1 1-144-15,2 2-32 0,0-3 0 0,1-4 0 0,0-25-48 16,3 43-16-16,-3-43 0 0,5 31 0 15,-5-31-128-15,0 0 0 0,0 0 0 0,14 38 0 0,-11-35 0 16,1 0 0-16,0-3 0 0,-2-2 0 0,2 0-288 16,-1-6-96-16,1 2 0 0,-2-4-17344 0</inkml:trace>
  <inkml:trace contextRef="#ctx0" brushRef="#br0" timeOffset="530.41">4038 4838 11055 0,'-3'2'976'0,"1"-2"-784"0,1 0-192 0,1 0 0 16,0 0 1872-16,0 0 336 15,-1 1 64-15,1-1 16 0,-1 0 848 0,1-1 192 0,1 1 16 0,0-2 16 16,3-2-1552-16,1 1-304 16,0-2-64-16,2 1-16 0,0-3-672 0,2 2-144 0,2 0-32 15,-1-2 0-15,0 3-224 0,1 1-48 0,1 0-16 0,-1 1 0 16,1 4-128-16,-12-2-32 0,0 0 0 0,0 0 0 15,39 18-128-15,-39-18 0 0,0 0 0 0,0 0 0 16,0 0 0-16,28 40 0 0,-26-34 0 0,-2 2 0 16,0 1 0-16,-3 0 0 0,1-1 0 0,0 1 0 0,-3-2 0 15,0 1 0-15,1-2 128 0,-3 0-128 16,-2 1 0-16,-1 2 0 0,-1-2 0 0,-2 2 0 16,-1-1 0-16,-1 1 0 0,-1 0 0 0,0 0 0 0,2-1 0 0,2-2 0 15,1 0 0-15,1-3 0 16,3 1 0-16,0-2 0 0,3-1 0 0,1 1 0 15,1-2 0-15,2 0 0 0,2-2 0 0,1 1 0 16,2-3 0-16,2 0 0 0,0 0 0 0,2 0 0 16,2-1 160-16,1-2-160 0,2 0 192 0,2 2-192 0,-1-1 192 0,1 1-192 15,0 2 192-15,2 1-192 0,2-1 144 0,-1 3-144 16,-19 0 0-16,33 5 144 0,-33-5-144 0,0 0 0 16,41 19 0-16,-41-19 128 0,0 0-128 0,0 0 0 15,31 35 0-15,-31-35 0 0,0 0 0 0,0 0 128 16,8 41-128-16,-11-30 0 0,0 1 208 0,-3-2-32 15,-1 2-16-15,-3 0 0 0,-1-3 0 0,-2 3 0 16,-2-3 0-16,-3 3 0 0,-2-2-160 0,1-3 0 0,0 0 144 0,2-2-144 16,0 0 0-16,2-3 0 0,4-2 0 0,2 0 0 15,1-2 0-15,4-1-256 0,2-1 64 0,3-1-18624 16</inkml:trace>
  <inkml:trace contextRef="#ctx0" brushRef="#br0" timeOffset="1097.26">4544 4933 9215 0,'-2'0'816'16,"1"0"-656"-16,0 0-160 15,0 0 0-15,1 0 1856 0,-1 0 320 16,0 0 80-16,-1 0 16 0,0 0 368 0,-1-2 80 0,2 2 16 0,0 0 0 15,0 0-976-15,2 0-192 0,0-2-32 0,0 2-16 16,2 0-448-16,1 2-96 0,1-2-16 0,0 0 0 0,2 0-176 0,-1 0-32 16,2 0-16-16,1 0 0 0,0 0-256 0,-1-2-48 15,3 1-16-15,-1-1 0 0,1 0-208 0,0-1-32 16,1-2-16-16,0 1 0 16,-2-1-160-16,2 0 0 0,0-1 0 0,0 0 0 0,0 2 0 15,-2-1 0-15,0 0 0 0,-2 3 0 0,-3 0 864 16,0 2 96-16,-3 0 0 0,-2 2 16 15,0 0-2480 1,-1 3-496-16,-3 0-112 0,0-1-9776 0,1 2-1952 0</inkml:trace>
  <inkml:trace contextRef="#ctx0" brushRef="#br0" timeOffset="1385.73">4574 5038 911 0,'-1'0'0'0,"0"0"0"16,0 0 0-16,1 0 0 0,0 0 1552 0,-1 2 240 15,0-2 32-15,0 0 16 0,-1 0 976 0,-1 0 192 16,-1 0 32-16,1 1 16 0,1-1-896 0,0 0-176 0,0 0-48 0,0 1 0 16,0-1-32-16,1 0-16 0,1 0 0 15,1 2 0-15,0-2-384 0,1 1-80 16,2 1-16-16,0-2 0 0,3 2-496 0,0-2-96 0,2 0-32 15,1 0 0-15,1 0-400 0,2-2-96 16,1-1-16-16,1 1 0 0,-1-2-112 0,2 1-32 16,-1-1 0-16,-2 1 0 0,-2-2-128 0,0 3 0 0,0-3 0 15,-3 3-18480-15</inkml:trace>
  <inkml:trace contextRef="#ctx0" brushRef="#br0" timeOffset="3167.45">5276 4521 14735 0,'1'-1'1312'15,"0"-1"-1056"-15,0 0-256 0,-1 2 0 0,-1 0 832 16,1-2 96-16,-1 0 32 0,0-1 0 0,-1 0 320 0,-2 1 64 0,-2 2 0 0,-1 0 16 15,-3 0-800-15,1 3-176 16,1 1-16-16,-2 1-16 0,-1 0 192 0,0 2 32 16,-1 2 16-16,1-2 0 0,1 3 1184 0,0 0 224 0,3-1 48 0,1 2 16 15,1-1-1648-15,2 0-416 0,2 0 0 0,1 1 0 16,1-1 432-16,-1-10 0 16,0 0 0-16,0 0 0 0,14 45-224 0,-14-45-32 0,0 0-16 0,0 0 0 15,18 47-160-15,-18-47 0 16,0 0 0-16,10 35 128 0,-10-35-128 0,0 0 0 15,0 0 0-15,11 41 128 0,-9-32-128 0,0 1 128 16,0-1-128-16,-1-2 128 0,1-1 64 0,-1-1 16 16,0-1 0-16,0 0 0 0,-1-1-32 0,0-1-16 0,-1-2 0 0,0 2 0 15,-1-2-160-15,0 0 0 0,-1 0 144 0,-1-2-144 16,0 2 0-16,1-2 0 0,0 2 0 0,-1-3 0 16,0 3 0-16,0-2 0 0,0 0 0 0,0 1 0 15,1 1 0-15,1-2 0 0,1 2 0 0,0 0 0 16,2 0 0-16,-1 0 0 0,2 2 0 0,0-2 0 15,0 1 0-15,1 1 0 0,1 0 0 0,0 1 0 16,-1-1 0-16,0 0 0 0,2 1 128 0,-2 2-128 16,0-2 224-16,-1 0-32 0,0 2 0 0,0 0 0 15,-2-2-64-15,0 2-128 0,0 1 176 0,-1 0-176 16,-1 0 160-16,0 1-160 0,-1 0 128 0,2 1-128 0,-2-2 160 0,0 2-160 16,0-1 192-16,0 2-192 0,2-1 192 0,-2 1-192 15,2 1 192-15,0 1-192 0,1 1 176 0,0-12-176 16,1 29 160-16,-1-29-160 0,3 37 144 0,-3-37-144 15,5 38 128-15,-5-38-128 0,8 41 0 0,-8-41 128 16,10 37-128-16,-10-37 0 0,0 0 128 0,23 53-128 16,-23-53 128-16,0 0-128 0,30 46 0 0,-30-46 128 15,0 0-128-15,0 0 0 0,37 39 0 0,-37-39 0 16,0 0 0-16,0 0 0 16,38 7-368-16,-28-12-96 0</inkml:trace>
  <inkml:trace contextRef="#ctx0" brushRef="#br0" timeOffset="3735.62">5700 4457 16575 0,'-5'2'736'0,"2"-2"160"0,2 2-720 0,-1-2-176 16,1 1 0-16,0 1 0 0,0-1 992 0,-1 2 160 0,-1 2 48 0,1 2 0 15,-2 1 400-15,1-2 64 0,0-1 32 0,1 0 0 16,1 0-800-16,-2 0-144 0,1-1-48 0,-1 3 0 16,0-2 320-16,1 2 48 0,-1 0 16 0,-1 1 0 15,1 3-80-15,0-1-16 0,-1 2 0 0,1 4 0 0,0 1-256 0,1-1-48 16,2-16-16-16,0 32 0 15,0-32-320-15,0 0-64 0,0 0-16 0,25 42 0 16,-15-41-272-16,1-2 160 0,2-3-160 0,1-4 128 0,0 1-128 16,0-5 0-1,0 0 0-15,-3-1 0 0,-1 3 0 0,-1-4 0 0,1-1 128 16,-2 1-128-16,-2 2 0 0,0 0 0 0,-2-2 0 16,-3 2 0-16,-1 3 0 0,-2-1 0 0,-3 3 0 15,-3 1 0-15,-2 1 0 0,-3 2 0 0,-1 0 0 0,0 3 0 16,0-2 0-16,0 4 0 0,1-1 0 0,1 3 0 0,-1-1 0 0,3 0 0 15,2 0 0-15,2 0 0 0,2 0-256 0,1 0 32 16,2 0 0-16,2-2-17632 16</inkml:trace>
  <inkml:trace contextRef="#ctx0" brushRef="#br0" timeOffset="4132.64">5961 4618 3679 0,'-1'-2'320'0,"0"-1"-320"0,2 0 0 0,-1 2 0 16,0 0 3584-16,0 1 640 0,1 0 128 0,1 0 16 15,0 0-288-15,2 1-64 0,0 0-16 0,1 2 0 16,0 2-2016-16,-1-1-384 0,-4-4-96 0,0 0-16 15,0 0-992-15,0 0-208 0,17 39-32 0,-15-30-16 0,0-2-240 0,-1-1 0 16,1-2 0-16,-2 0 0 16,2-3-848-1,1-2-224-15</inkml:trace>
  <inkml:trace contextRef="#ctx0" brushRef="#br0" timeOffset="4548.75">6162 4488 5519 0,'-1'-5'496'0,"2"2"-496"0,0 2 0 0,0 0 0 0,0-1 3584 15,0 2 640-15,1-2 112 0,1 1 16 0,4-3-832 0,1 1-160 0,2-2-32 16,1 0-16-16,1 3-1840 0,-1 0-352 0,0 0-80 16,0 2-16-16,-1 2-688 0,-1-2-144 0,0 2-16 15,-1 3-16-15,-2 0-160 0,0-1 0 0,-1 2 0 0,-3 0 128 16,0-1-128-16,-1 1 0 15,-1 0 0-15,-2-1 128 0,-1-1 64 0,1 2 16 0,-4 0 0 0,1 1 0 16,-2-2 16-16,1 0 0 16,-1 2 0-16,-1-3 0 0,-2 2-224 0,-2-2 0 0,0 1 0 0,2 0 0 15,2-3 0-15,-1 1 0 16,3 1 0-16,0-3 0 0,2 1 0 0,1 0 0 0,2-2 0 16,2 1 0-16,1-1 160 0,2 1-160 15,0-1 160-15,3 0-160 0,1 0 256 0,0 0-64 0,3 2 0 0,-2-2 0 16,0 3-48-16,1-2-16 0,-10-1 0 0,0 0 0 15,32 11-128-15,-32-11 128 0,0 0-128 0,0 0 128 0,37 19-128 16,-37-19 0-16,0 0 0 0,0 0 128 0,0 0-128 16,0 0 128-16,31 38-128 0,-32-33 128 0,-1 2-128 0,-1-2 192 15,-3 2-192 1,-1-1 192-16,-1 0-192 0,-2 0 160 0,-1 0-160 0,-3 0 160 0,0 0-160 0,-6 2 0 16,-3 2 0-16,-3 0-18608 0</inkml:trace>
  <inkml:trace contextRef="#ctx0" brushRef="#br0" timeOffset="4998.93">5519 4921 2751 0,'-3'0'256'0,"1"-2"-256"0,1 2 0 0,1 0 0 16,0 0 1664-16,-1 0 304 0,-1 0 48 0,-1 0 16 16,-1 0 272-16,0-2 64 0,-1 2 16 0,1 0 0 15,2 0-256-15,-1-1-48 0,1 1-16 0,1 0 0 16,0 0-320-16,1 0-64 0,0-2-16 0,0 2 0 15,1 0-240-15,0 0-48 0,1-1-16 0,1 1 0 16,0 0 384-16,2 0 80 0,0 0 16 0,2-1 0 16,0 1-2032-16,4-2-384 0,2 2-96 0,0-3-16 15,2 1 688-15,4-1 176 0,3 2 16 0,5-2 0 16,4 0-64-16,3-2-128 0,0 1 192 0,2-1-64 16,2 0-128-16,1-1 0 0,3 0 0 0,1 4 0 15,3-3 0-15,2 3 0 0,4 0 0 0,0-1 0 0,-4 1 0 16,-2 0 0-16,1-1 0 0,0 1 0 0,4 2 0 15,-3 0 0-15,-5 2 128 0,-5-5-128 0,-1 1 0 16,-4-2 0-16,-2-3 0 0,-5 3 0 16,-2 0 0-16,-8 0 0 0,-3 3 0 0,-4-1-18848 15</inkml:trace>
  <inkml:trace contextRef="#ctx0" brushRef="#br0" timeOffset="6817.89">6016 5016 12895 0,'1'-1'1152'0,"0"0"-928"15,-1 1-224-15,0 1 0 0,0 0 1504 0,-1-1 256 0,1 0 48 0,-1 0 16 16,0 2 80-16,-2 3 16 0,0 0 0 0,-2 0 0 16,0 2-672-16,-1 0-128 15,-1 2-32-15,-2 1 0 0,1 0-304 0,-1 1-64 0,-2-1-16 0,2 1 0 16,1-1 80-16,-2 2 16 0,2 0 0 0,0 0 0 16,1-2-160-16,0 1-48 0,1 3 0 0,1-2 0 15,-1 0-160-15,2-3-48 0,2 2 0 0,0-2 0 16,2-2-176-16,1 2-32 0,1-5-16 15,1 2 0-15,1-2-160 16,2-2 128-16,2-1-128 0,0 1 128 0,2-2-128 0,1 0 0 0,1 0 0 0,2-2 0 16,1 1 0-16,2-1 0 0,1 2 128 0,0-1-128 0,2 0 0 0,0-1 0 15,0-1 0-15,-2 0 0 0,-1 1 0 0,-2-2 0 16,-1-1 0-16,-3 0 0 31,-1 1-768-31,-1-1-144 0,-2 1-32 0,-1-1 0 16,0 2-1552-16,-3-2-320 0,0 3-64 0</inkml:trace>
  <inkml:trace contextRef="#ctx0" brushRef="#br0" timeOffset="7023.71">6124 5106 4607 0,'-4'-7'400'0,"1"2"-400"0,1 3 0 0,1-2 0 0,1 3 2704 0,-1 1 464 15,-1 0 96-15,0 0 0 0,-3-2 672 0,0 2 128 16,-4 2 32-16,1 1 0 0,-1 1-1872 0,-1 4-368 15,0 1-80-15,1 3-16 0,-1 2-864 0,0 1-160 16,0 3-32-16,1 4-16 0,1 1-304 0,0-2-48 16,2 1-16-16,0-1 0 0,2 3-128 0,-1-1-48 15,1 2 0-15,1 0 0 0,3-25-144 0,-2 41 0 16,2-41 0-16,0 29-18464 0</inkml:trace>
  <inkml:trace contextRef="#ctx0" brushRef="#br0" timeOffset="7954.36">7260 5082 16575 0,'1'-2'1472'0,"0"2"-1168"15,-1-1-304-15,0 1 0 0,1 0 1808 0,0-1 304 0,-1 1 64 16,2-2 16-16,0 0 176 0,1 1 16 0,0 1 16 16,-1 0 0-16,0 3-752 0,-1 1-160 0,1 1-16 0,-2 2-16 15,0 0-656-15,-2 2-128 0,0 0-32 0,-1 2 0 16,-2-1-320-16,0 1-80 0,-2 3-16 0,-1-4 0 16,0 2-224-16,1-1 176 0,-2 0-176 0,1-2 160 15,1 0-160-15,-2-2 0 0</inkml:trace>
  <inkml:trace contextRef="#ctx0" brushRef="#br0" timeOffset="8569.91">8247 4464 13823 0,'0'-5'1216'0,"1"0"-960"0,-1 3-256 0,-1 2 0 15,1 0 1216-15,-1 0 208 0,0-2 48 0,-2 0 0 16,-1 2 352-16,-1 2 80 0,-3 2 16 0,-1 3 0 0,0 5-608 0,-2 0-112 0,3 2-32 16,-1 3 0-16,0 2-32 0,-1 4-16 0,1 1 0 0,0 1 0 15,1 0-32-15,3-3-16 16,5-22 0-16,-2 37 0 0,2-37-304 0,0 0-64 16,0 0-16-16,36 27 0 0,-21-30-480 0,0-2-80 15,1-1-128-15,2-4 176 16,0-1-176-16,0-2 0 0,2-4 144 0,-3 1-144 0,1-1 0 15,-3 3 128-15,-2 0-128 0,-1 0 0 0,0 0 0 16,-2-1 0-16,-1 3 0 0,-2-2 0 0,-2 3 0 0,-2 1 0 16,-1 0 0-16,-3 0 0 0,-3-1 0 0,-2 2 0 15,-2-1 0-15,-4 1 0 0,-2 1 0 0,-1 0 0 16,-2 2 0-16,0-1 0 0,3 3 0 0,0 1 0 16,2 5 0-16,0 1-128 15,4 1-240-15,2 2-32 0,1 2-16 0,1 0 0 16,2 1-416-16,0 0-96 0,0 1-16 0,2 2-15680 15</inkml:trace>
  <inkml:trace contextRef="#ctx0" brushRef="#br0" timeOffset="8780.92">8478 4573 17503 0,'1'2'768'0,"0"-2"176"0,1 3-752 0,-1-3-192 0,0 2 0 0,0-1 0 15,0 0 2880-15,1 1 528 0,1 3 112 0,-3-5 32 16,0 0-1232-16,0 0-240 0,0 0-48 0,0 0-16 16,33 36-1392-16,-29-31-288 0,0-3-48 0,-1 0-16 15,0 1-272-15,0-3 0 0,-2 0-176 0,2 0-16864 16</inkml:trace>
  <inkml:trace contextRef="#ctx0" brushRef="#br0" timeOffset="9083.12">8749 4414 17503 0,'0'0'1552'0,"0"1"-1232"16,0 0-320-16,-1-1 0 0,0 2 1344 0,0 1 192 0,0 2 64 16,-2 0 0-16,0 4 160 0,-2 1 32 0,0 1 16 0,-1-1 0 15,2 1-1152-15,-3 1-224 0,1-2-48 0,-1 2-16 16,3-3 80-16,-1-1 32 0,0 3 0 0,1-1 0 15,2-1 320-15,0-1 64 0,1 1 16 16,1-2 0-16,2 0-32 0,1-2 0 0,1 0 0 0,3-1 0 16,1-2-464-16,1 1-80 0,-9-3-32 0,24 3 0 15,-11-3-272-15,-1 0 0 0,4 0 128 16,-1-2-128-16,-1 1 0 0,0 1 0 0,0-2 0 0,0 0 0 0,-3 1 0 16,0-1 0-16,0 0 0 0,-2 0 0 15,1-1 0-15,-3 0 0 0,1 0 0 0,-1-1 0 31,-1 0-336-31,-1 0-80 0,0-1-16 0,-3-1-16960 0</inkml:trace>
  <inkml:trace contextRef="#ctx0" brushRef="#br0" timeOffset="9252.86">8905 4422 19343 0,'-2'2'848'0,"1"0"192"0,-1 0-832 15,1 3-208-15,-1-3 0 0,0 3 0 0,0 0 2592 0,-3 3 480 16,0 5 80-16,-5 6 32 0,-2 7-672 0,-1 1-128 15,-2 3-16-15,0-2-16 16,1-1-1568-16,2-1-304 0,2-1-64 0,2-3-16 0,3-1-400 0,5-21 0 0,-6 33 128 0</inkml:trace>
  <inkml:trace contextRef="#ctx0" brushRef="#br0" timeOffset="9719.17">8062 4886 4607 0,'-4'0'400'15,"1"0"-400"-15,1 0 0 0,0 0 0 0,1 1 1264 0,-1 0 160 0,-2-1 48 0,-1 2 0 16,-2 1 1136-16,1 2 224 0,1-2 48 0,1 0 16 16,2 1-304-16,2-2-64 0,0 0-16 0,2 0 0 15,0-2-464-15,3 0-80 0,0-1-32 0,1 0 0 16,2-1-784-16,1-1-176 0,1-2-16 0,2 1-16 15,1-1-480-15,1 0-80 0,0 0-32 0,1 0 0 0,2 1-128 0,5-3-32 16,3 2 0-16,3 0 0 0,3 0-192 16,3 2 176-16,3 0-176 0,1-2 160 0,-4 2-160 15,3-1 0-15,3-1 0 0,0-1 128 0,1 2-128 0,-1-1 0 16,4 1 0-16,0 0 0 0,0 1 0 0,-1-2 0 16,-2-2 0-16,-3 0 0 0,-1-1 0 0,-3 2 0 15,-3-1 128-15,-1 2-128 0,-3 2 0 0,-2 1 0 16,-3-1 0-16,-3 3 0 0,-3 0 0 0,-5 0 0 15,-3 0 0-15,-2 1 0 0,-3 3-224 0,-2-1-32 0</inkml:trace>
  <inkml:trace contextRef="#ctx0" brushRef="#br0" timeOffset="10800.36">8633 5045 19343 0,'1'2'1728'0,"-1"-2"-1392"0,0 0-336 0,0 0 0 16,0 0 1648-16,1 2 256 0,-1-2 48 0,1 1 16 0,0 1-112 15,1-2-32-15,-1 0 0 0,1 0 0 0,-1 0-656 0,0 0-128 16,0-2-16-16,0 1-16 15,0 1-272-15,-1 0-48 0,0 0-16 0,0 3 0 0,-1-1-224 0,0 5-32 16,-1 0-16-16,-1 3 0 0,0 0-144 16,-1 4-16-16,1-2-16 0,-1 0 0 0,1 2-80 0,-1 0-16 15,1-2 0-15,-1 2 0 16,0 2-128-16,1 1 128 0,-2 0-128 0,1-2 128 0,1-2-128 0,1 0 0 16,-1 0 0-16,1-1-12416 15,0-3-2496-15</inkml:trace>
  <inkml:trace contextRef="#ctx0" brushRef="#br0" timeOffset="11411.21">9519 5121 25791 0,'2'2'2304'0,"-1"0"-1856"16,0-1-448-16,-1 3 0 0,0-3 944 0,0 2 80 16,0 3 32-16,-1 3 0 0,1-9 384 0,0 0 80 15,-3 41 16-15,-1-27 0 0,1-3-960 0,-3 1-192 16,-1-3-48-16,-3 1-10944 0,0 0-2192 0</inkml:trace>
  <inkml:trace contextRef="#ctx0" brushRef="#br0" timeOffset="12415.36">10290 4602 7359 0,'-2'-1'656'0,"1"1"-528"0,1 0-128 0,-1 0 0 0,1 0 592 15,0 0 96-15,-1 0 16 0,1 0 0 0,-1 1 1648 16,0-1 336-16,-1 2 64 0,0 0 0 0,0 0-608 0,-1-1-128 16,0 1-32-16,-1 1 0 0,0 1-448 0,-1-2-112 15,0 0-16-15,-1 1 0 16,-1 2-192-16,1-3-32 0,-1 3-16 0,-1 0 0 0,1 1-336 0,-1 2-64 15,1 1 0-15,-1 3-16 0,-1 2-224 0,1 3-32 16,1 0-16-16,1 0 0 0,1 0-288 0,5-17-48 0,-5 32-16 16,5-32 0-16,0 0-128 15,0 0 192-15,10 49-192 0,-10-49 192 0,0 0-192 0,0 0 0 16,38 24 0-16,-25-24 0 16,1-2 0-16,2-2 0 0,-2-2 0 0,2-3 0 0,0-2 0 0,-1-1 0 15,0-2 0-15,-1-1 0 0,-1 0 0 0,-1-1 0 0,-2 2 0 16,-2-2 0-16,-1 1 0 0,-3 1 0 15,0-1 0-15,-3 1 0 0,-2 2 0 0,-1-2 0 16,-3 3 0-16,0 1 0 0,-2-1 0 0,-1 3 0 0,-2-2 0 16,0 2 0-16,-1 2 0 0,1 2 0 15,1 2 0-15,1 2 0 0,0 2-128 0,1 1 128 0,0 1 0 0,1 3 0 0,0-2-192 0,3 4 48 16,1-2 0-16,0 0-12016 31,2-7-2384-31</inkml:trace>
  <inkml:trace contextRef="#ctx0" brushRef="#br0" timeOffset="12617.51">10455 4760 16575 0,'1'0'1472'0,"0"2"-1168"0,0-1-304 0,-1 1 0 16,0-2 2528-16,0 2 448 0,1-1 96 0,0 3 0 15,1 0-208-15,0 2-48 0,0 0-16 0,-2-6 0 16,0 0-2064-16,0 0-416 0,0 0-64 0,0 0-32 15,0 0-224-15,14 46 0 0,-13-42 0 0,1-1-17184 16</inkml:trace>
  <inkml:trace contextRef="#ctx0" brushRef="#br0" timeOffset="13111.07">10766 4587 18431 0,'-2'2'816'0,"1"-1"160"0,-1 1-784 0,0 0-192 16,1-2 0-16,0 2 0 0,-1 1 2016 0,0-1 352 0,-1 3 80 0,-2 2 16 16,-1 2-848-16,1 0-160 0,0-1-48 0,2-1 0 15,1 0-400-15,1 0-96 0,1-2-16 0,1 0 0 16,1-1-240-16,3 0-48 0,1 0-16 16,0-2 0-16,2 3-192 0,0-3-32 0,1 1-16 0,0 1 0 15,3-1-160-15,-2 2-48 0,0-2 0 0,-10-3 0 16,0 0 32-16,30 20 0 0,-30-20 0 0,0 0 0 15,0 0-176-15,28 33 0 16,-28-33 0-16,0 0 128 0,0 0-128 0,0 0 0 0,12 52 0 16,-12-52 0-16,0 0 0 0,-7 29 0 0,2-20 0 15,1-1 0-15,-2-1 0 0,0-2 0 0,-1 1 0 0,2-3 0 0,-3 2 0 0,2-3 0 16,-2 1 0-16,0 1 0 16,-2-3 0-16,-1 1 0 0,0-2 0 0,2-2 0 15,2-1-144-15,0-2-16 0,3 1 0 0,-1-4 0 0,2 2 160 0,1-2 0 16,1-2-144-16,2 1 144 15,1 0 0-15,2-1 0 0,2 0 0 0,1 1 0 0,0 0 0 16,3-2 0-16,1 2 176 0,1 0-176 0,0-2 192 16,1 1-48-16,1-2-16 0,-1 2 0 15,1-2-128-15,0 1 0 0,-1-1 0 0,1 0 0 0,-1 0 0 0,0-1 0 16,0 1 128-16,-1-1-128 0,0 2 0 0,-3 1 0 16,-2-2 0-16,-1 2 0 0,-3 4 0 0,-3-2 0 15,0 2 0-15,-5 0 0 0,-1 4 0 0,-1 0 0 16,-3 2 0-16,-2 0 0 0,-5 2 0 0,-2 3 128 15,-4 0-128-15,-1 2 0 0,-3 0 0 0,0 1-176 16,1 0 16-16,3 0-17696 0</inkml:trace>
  <inkml:trace contextRef="#ctx0" brushRef="#br0" timeOffset="13572.32">10010 5052 11967 0,'-8'0'1072'0,"3"0"-864"0,0 0-208 0,1-2 0 15,2 1 464-15,1 1 48 0,-1 0 16 0,-1-2 0 16,-2 0 1392-16,0 1 288 0,0-1 48 0,2 0 16 16,2-2-352-16,1 3-64 0,3-1 0 0,3-1-16 0,0 1-160 0,3 0-16 15,2-1-16-15,3 1 0 0,2-1-336 0,4 0-64 16,2-1-16-16,1 0 0 0,1 0-592 0,5-2-112 15,8 1-16-15,2-2-16 0,-4 2-240 16,2-1-64-16,5-1 0 0,3 2 0 0,3-2-192 0,4 2 128 16,1 0-128-16,0 2 0 0,2 0 0 0,-1 2 0 15,2-1 0-15,-4 2 0 0,-6 0 0 0,-1 2 128 16,0-2-128-16,-2 2 0 0,-2-2 0 0,-4 0 0 16,-3 0 0-16,-5-2 0 0,-1 0 0 0,-3 0 0 0,-3-1 0 0,-5-2 0 15,-1 3 0-15,-4-1 0 16,-3 1 0-16,-2-1-18544 0</inkml:trace>
  <inkml:trace contextRef="#ctx0" brushRef="#br0" timeOffset="14966.11">10756 5062 11055 0,'0'2'976'0,"-1"-4"-784"16,1 2-192-16,-1 0 0 0,1 0 1808 0,-1 0 320 0,0-1 64 0,0 1 16 16,-2 0 304-16,-1 0 64 0,0 0 16 0,0 1 0 15,-2 1-608-15,0 0-112 0,0 2-16 0,-1 2-16 16,-1-2-624-16,1 3-112 0,-1 3-16 16,-2-1-16-16,0 5-544 0,-2 0-96 0,1 1-32 0,1 0 0 15,-1 1-96-15,1 0-32 0,1 4 0 0,2-2 0 16,7-18-16-16,-8 29-16 0,8-29 0 0,0 0 0 0,0 0-112 0,0 0 0 15,31 31-128-15,-17-31 192 16,2-5-192-16,2 0 0 0,1-5 0 0,3-2 0 16,-3-1 0-16,1 0 0 0,-4-1 0 0,-1 2 0 15,-1-2 0-15,-3 2 0 0,-1 0-144 0,-3-1 144 0,-1 3-256 0,-3 1 32 16,-1 0 16-16,-4-1 0 16,-1 3 208-16,-3-1 0 0,-1 1-160 0,-5 0 160 15,-1 3 0-15,-1 1-144 0,-1 0 144 0,0 1 0 16,1 1-272-16,1 0 48 0,1 2 16 0,2 2 0 15,0 0-1216-15,2 2-240 0</inkml:trace>
  <inkml:trace contextRef="#ctx0" brushRef="#br0" timeOffset="15432.04">11661 5068 26719 0,'4'3'2368'0,"-2"0"-1888"16,-1-1-480-16,-2 1 0 0,0 0 1088 0,-1 0 112 0,1 4 16 0,1-7 16 15,0 0 368-15,-9 38 80 0,2-22 16 0,1-1 0 16,-2-1-1184-16,-1-2-256 0,1 0-32 0,-1-1-16992 31</inkml:trace>
  <inkml:trace contextRef="#ctx0" brushRef="#br0" timeOffset="23865.81">12261 4360 8287 0,'0'-2'736'0,"0"1"-592"0,0-1-144 0,0 1 0 15,0 1 1200-15,0-2 208 0,1 1 32 0,0-2 16 0,0 0 432 16,0-2 96-16,0 2 0 0,0 2 16 0,1-2-48 0,0 3-16 16,-1 0 0-16,1 0 0 0,1 3-64 0,0-2-16 15,0 2 0-15,-1 2 0 16,0 0-592-16,-2-5-128 0,0 0-32 0,0 0 0 0,0 0-576 0,3 40-112 16,-3-40-32-16,-5 28 0 0,3-15-208 0,2-13-48 15,-8 35-128-15,4-15 192 16,4-20-192-16,-6 34 144 0,6-34-144 0,-5 32 128 0,5-32-128 15,0 0 0-15,2 41 0 0,-2-41 0 0,0 0 0 0,0 0 0 16,0 0 0-16,0 0-17952 16</inkml:trace>
  <inkml:trace contextRef="#ctx0" brushRef="#br0" timeOffset="24266.93">11953 4846 11055 0,'-6'-2'976'0,"2"1"-784"0,1-1-192 0,0 1 0 0,2 1 1088 0,0 0 160 16,0-2 32-16,-1 2 16 0,0-1 1680 0,-1 0 336 0,1-1 64 0,-1-1 16 15,1 1-1168-15,2 2-240 0,0 0-32 0,2 0-16 16,1 0-720-16,1 0-128 0,2 0-48 0,1 0 0 31,2 0-352-31,3 0-80 0,3 0-16 0,3-2 0 16,5 1-240-16,4-3-48 0,4 1-16 0,2-4 0 0,1 3-64 0,2-6-16 0,-4 3 0 0,3-2 0 16,2 0-80-16,0 1 0 15,1 1-128-15,-3 0 192 16,-1 4-192-16,-3 1 0 0,-2-2 0 0,-2 3 0 0,-3-1 0 0,-3-1 0 15,0 1 0-15,-3 0 0 0,-1-1 0 0,-3-1 0 16,-1 1 0-16,0 1 0 0,-1-3 0 0,-1 2 0 0,-3 3 0 0,-1-2 0 16,1 2-832-1,-5 2-64-15,-3-2-16 0,0 0-17200 0</inkml:trace>
  <inkml:trace contextRef="#ctx0" brushRef="#br0" timeOffset="24778.56">12317 5016 5919 0,'-1'0'0'31,"0"0"0"-31,1 2 0 0,0-2 0 0,1 0 0 16,-1 0 0-16,0 0 0 15,1 0 0-15,0 1 0 0,-1 1 0 0,2-2 0 0,-1 0 0 0,0 0 0 16</inkml:trace>
  <inkml:trace contextRef="#ctx0" brushRef="#br0" timeOffset="25228.21">12336 5023 4607 0,'1'-2'400'0,"-1"0"-400"0,0 1 0 0,1 1 0 0,-1 0 1632 0,0 0 240 15,1-2 48-15,0 1 16 0,1-2 1136 16,0 0 208-16,-1 0 48 0,1 1 16 0,-1 0-672 16,0-2-144-16,-1 3-32 0,0-1 0 0,-1 2-752 0,0 0-144 15,0 0-48-15,-1 0 0 0,1 0-736 16,0 2-160-16,-1-1-16 0,1 1-16 16,-1 1-336-16,1 0-64 0,1 1-16 0,-2 0 0 0,1 3-16 15,0-2 0-15,1-5 0 0,0 0 0 16,-4 27-16-16,1-16-16 0,3-11 0 0,-4 28 0 0,0-14-160 15,4-14 192-15,-6 29-192 0,6-29 192 0,-7 28-192 0,3-13 0 16,1 3 144-16,-2-1-144 0,1-2 0 0,4-15 0 16,-4 25 0-16,4-25 128 0,0 0-128 0,-4 29 0 15,4-29 0-15,0 0 0 0,0 0 0 0,0 0 0 0,0 0 0 16,0 0 0-16,0 0 0 0,0 0 0 0,0 0 0 16,0 0 0-16,0 0 0 0,0 0 0 0,0 0 0 0,0 0 0 15,10-5 0-15,-7-2 0 0,-1-5 0 16,0 2 0-16,-1 1 0 0,1-3 0 15,-1 0 0-15,0-2 0 0,0 0 0 0,0-1 0 0,-1-1 0 0,0 2 0 16,0 2 0-16,0 0 0 0,-1 3 0 0,1 2 0 16,0 2 0-16,0 2 0 0,-1 1 0 0,1 2 0 15,-1 0 0-15,1 0 0 0,-1 0 0 0,1 2 0 16,-1-1 0-16,0 3 0 0,1-1 0 0,0 0 0 16,-1 1 0-16,0 1 0 0,1 2 0 0,-1 2 0 15,0 1 0-15,1-10 0 0,0 0 0 0,-3 33 0 0,3-33 0 0,-3 24 0 16,3-24 0-16,-4 28 0 0,4-28 0 0,0 0 0 15,-3 35 0-15,3-35 0 0,0 0-192 0</inkml:trace>
  <inkml:trace contextRef="#ctx0" brushRef="#br0" timeOffset="26513.85">13717 4402 15663 0,'1'-2'1392'0,"0"-1"-1120"0,-1 1-272 15,0-1 0-15,0 3 768 0,-1-2 112 0,2-2 16 16,-1-4 0-16,0-1 928 0,0 2 192 0,-1-1 32 0,-1 4 16 16,0-1-768-16,-1 5-144 0,-1 1-48 0,0 3 0 15,-2 0-240-15,-1 4-48 0,-1 1-16 0,1 3 0 16,-3 0-32-16,0 5-16 0,0 1 0 0,-1 2 0 15,1-2-112-15,1 2 0 0,3-4-16 0,6-16 0 16,-10 38-192-16,10-38-48 0,-3 34 0 0,3-34 0 16,0 0-224-16,0 0-160 0,21 42 192 0,-21-42-192 0,0 0 0 0,31 2 0 15,-20-3 0-15,1-2 0 16,0-5 0-16,-1 2 0 0,-1 0 0 0,1-1 0 16,2-2 0-16,-1-3 0 0,1 2 0 0,-2-4 0 0,1 0 0 15,-1 0 0-15,1-2 0 0,-3 1 0 0,0-1 0 16,-4 1 0-16,0 1 0 0,-4 1 0 0,-1 0 768 0,-2 0 208 15,-3 1 48-15,-1-1 0 16,-2 3-1664-16,-1-1-320 0,-1 4-64 0,-1-1 0 0,0 4 816 0,-1 1 208 16,1 1 0-16,0 0 0 0,2 2-208 0,0 4 0 15,1 0 0-15,2 4-11408 0,0 1-2272 0</inkml:trace>
  <inkml:trace contextRef="#ctx0" brushRef="#br0" timeOffset="26750.16">13895 4585 21183 0,'2'0'1888'0,"1"0"-1504"16,-1 0-384-16,-1 2 0 0,1-1 832 0,-2 0 112 0,2 2 16 0,-2-3 0 15,0 0 480-15,0 0 96 16,0 0 32-16,22 39 0 0,-22-39-928 0,0 0-176 0,0 0-32 0,4 41-16 0,-4-41-96 0,0 0-32 15,0 0 0-15,0 0 0 16,0 0-288-16,0 0 0 0,0 0 128 0,0 0-14720 0</inkml:trace>
  <inkml:trace contextRef="#ctx0" brushRef="#br0" timeOffset="27181.2">14153 4376 15663 0,'2'-5'1392'0,"-1"3"-1120"0,1-1-272 16,-1 3 0-16,0-2 1600 0,-1 2 272 16,1-1 48-16,1 0 16 0,2-1 1360 0,1-1 272 15,2 0 48-15,1 0 16 0,-1 0-2096 0,1 1-432 0,1 1-80 0,-1-1 0 16,0 0-608-16,2 1-112 0,0 1-32 0,-1-2 0 15,1 0-144-15,0 0-128 0,0 1 144 0,-1-3-144 16,0 1 128-16,1 1-128 0,-2 0 0 0,-1-3 0 16,0 2 160-16,-1 1-160 15,0 0 160-15,-1 2-160 0,-2-2 160 0,0 2-160 16,-2 2 160-16,0 0-160 0,-1 0 128 0,-1 1-128 16,0 2 0-16,-1-1 0 0,0 1 0 0,2 0 128 15,-2-3-128-15,1 3 0 0,0-2 0 0,1 1 144 0,-1 0-144 0,0-1 128 16,0 0-128-16,1 1 0 0,-1-1 144 0,1 1-144 15,-1 1 0-15,0 2 0 0,-1-1 0 0,1 2 0 16,-2 2 0-16,3-10 0 0,-8 26 0 0,2-9 0 16,6-17 0-16,-12 30 0 0,12-30 0 0,-12 29 0 15,3-9 0-15,0 1 0 0,-1 4 0 0,0-3 0 16,0 1 0-16,2-3 0 0,8-20 0 0,-12 32 0 16,12-32 0-16,0 0 0 0,-7 26 0 0,6-21 0 15,2 0-896-15,-1-4-160 0</inkml:trace>
  <inkml:trace contextRef="#ctx0" brushRef="#br0" timeOffset="27399.58">14183 4609 10127 0,'-3'1'896'0,"1"-1"-704"16,1 1-192-16,0-1 0 0,1 2 1792 0,0-2 320 15,-1 0 64-15,-1 3 0 0,0-1 1008 0,1 0 192 0,1 0 32 0,2-1 16 16,1 1-1312-16,1-2-256 0,2 0-48 0,1-3-16 15,2 1-736-15,0-2-160 0,1-1-16 0,0 0-16 16,1-2-480-16,2 1-112 0,0-2-16 0,1 1 0 16,1-1-256-16,0-1 0 15,1 2 128-15,-1 0-128 0,-4 2 0 0,1 1 0 0,1 1 0 16,-2 1 0-16,-1 2-128 0</inkml:trace>
  <inkml:trace contextRef="#ctx0" brushRef="#br0" timeOffset="28300.43">13085 5090 23039 0,'3'0'2048'0,"-1"0"-1648"15,-1 0-400-15,0 2 0 0,0-2 2032 0,0 2 320 0,2 3 64 0,1 0 16 16,-4-5-672-16,0 0-128 0,0 0-32 0,14 42 0 16,-14-42-880-16,-5 29-176 0,-1-12-32 0,-1-2-16 0,-3 3-368 0,-2 1-128 15,-1 3 0-15,0-1 0 0,0 2 0 0,-2-3 0 16,1 0 0-16,0 2-17472 16</inkml:trace>
  <inkml:trace contextRef="#ctx0" brushRef="#br0" timeOffset="29083.91">14188 4584 11967 0,'-1'0'1072'0,"-1"0"-864"0,0 0-208 0,1 0 0 16,-1 0 1120-16,0 1 176 0,0 1 48 0,-2-2 0 0,-3 2 1104 15,1 1 240-15,-1-1 32 0,1 3 16 16,0-2-1136-16,2-1-208 0,0 1-48 0,2-2-16 16,1 0-528-16,1-1-96 0,1 0-32 0,1 0 0 0,0-1 64 0,1 0 16 0,3 0 0 0,0-3 0 31,2 1 80-31,2-2 0 0,2-1 16 0,-1 0 0 0,0 2-480 0,1-4-112 16,2 2 0-16,0-2-16 15,2 1-240-15,0 0 0 0,-1 2 0 0,-2 0 0 31,-1 1-784-31,-1 2-160 0</inkml:trace>
  <inkml:trace contextRef="#ctx0" brushRef="#br0" timeOffset="29466.53">14307 4620 8111 0,'2'-1'176'0,"-1"0"32"0,0-1 16 0,-1 2 16 0,0 0-240 0,0 0 0 16,0 0 0-16,0 0 0 0,1 0 2944 0,-1 0 560 0,0 0 96 0,0 0 32 15,0 2-1600-15,0-2-320 0,0 0-64 0,0 0-16 16,0 1-544-16,-1-1-128 0,0 1 0 0,1 1-16 16,-1-1-336-16,-1 3-64 0,0-1-16 0,0 1 0 15,0 1 256-15,-1 1 48 0,-2 3 16 0,1 0 0 16,-2 3-128-16,0 2-16 0,0-2-16 0,0 2 0 16,1-2-432-16,-1 0-64 0,2-1-32 0,0-2 0 0,1-1-160 15,1-2 0-15,1-2 144 0,1 1-144 0,0-3 0 16,1-2 0-16,1 0 0 0,1-2-17216 15</inkml:trace>
  <inkml:trace contextRef="#ctx0" brushRef="#br0" timeOffset="30250.3">14276 4689 16575 0,'0'-9'736'0,"0"2"160"0,0 4-720 0,1-2-176 0,0 3 0 0,-1 0 0 0,1 1 880 0,1-1 144 16,1 0 16-16,0-3 16 16,1 0 1200-16,-1 1 240 0,0 4 64 0,0 0 0 0,-1 2-768 0,-1 0-160 15,-1 4-32-15,-1 2 0 16,-1 2-640-16,-1 0-144 0,-1 1-32 0,0 1 0 0,-2 0-272 15,1 0-48-15,-1 0-16 0,-1-1 0 0,2-1-240 0,-1 2-48 16,2-2-16-16,-2-1 0 16,2 0-144-16,1 1 160 0,0-1-160 0,0-2 160 0,2-1-160 0,0-1 0 15,1-1 0-15,1-1 0 0,0-1 0 16,2 0 0-16,0-2 0 0,0-2 0 16,0 0 0-16,0-1 0 0,2 0 0 0,-2 1 0 0,0-3 0 15,0 0 0-15,1 1 0 0,-3-3 0 0,2 2 0 0,-1-2 0 16,0 2 0-16,0-4 0 0,0 2 0 0,0-2 0 15,0-2 0-15,1 0 0 0,1-1 0 0,0-3 0 16,0-1 0-16,0-1 0 0,0-1 0 16,0 3 0-16,0 1 0 0,-1 2 0 0,-1 3 0 0,0 4 0 15,0 0 0-15,-1 1 0 0,0 3 0 16,-2 1 0-16,1 1 0 0,-1 3 0 0,-1-1 0 16,0 1 0-16,0 3 0 0,-1-2 0 0,-1 3 0 0,1 0 0 15,0 0 0-15,0 1 0 0,0-1 0 0,0 2 0 16,1-1 0-16,-2 2 0 0,0-2 0 0,0 3 0 15,1 0 128-15,-3-1-128 0,2 0 0 0,-1 1 0 16,-1 0 0-16,1 0 0 0,-1 0 0 0,1 1 128 0,0-3-128 16,1 1 128-16,2-3-128 0,0-3 0 0,1 0 0 0,1-1 128 15,0-2-128-15,0-2 0 0,1 0 0 16,0-2 0-16,0-2 0 0,2 1 0 0,-1-2 0 0,2-2 0 16,0 0 0-16,1-3 0 0,1 1 0 0,0-3 0 15,0 1 0-15,0-1 0 0,1 2 0 0,-1-2 0 16,0 2 0-16,-2-1 0 0,1 1 0 0,-3 2 0 15,0 0 0-15,-2 3 0 0,-1 3 0 0,-2-1 0 16,1 4-128-16,-2 3 128 0,-2 0-160 0,-1 4-11936 16,1 1-2400-16</inkml:trace>
  <inkml:trace contextRef="#ctx0" brushRef="#br0" timeOffset="30992.18">13493 5012 2751 0,'-5'-3'256'0,"2"0"-256"0,0 1 0 0,1 2 0 16,1-1 2256-16,0 0 416 0,-1 1 80 0,-1 0 0 15,0-2-176-15,-2-1-32 16,0 1-16-16,-1-1 0 0,-1 1-480 0,1 1-112 0,0 0-16 0,2 1 0 16,-2-2-592-16,3 2-128 0,-1 0-32 15,1 0 0-15,0 2-48 0,1-2-16 0,1 0 0 0,1 0 0 0,0 0-304 0,1 1-64 16,1-1-16-16,2 0 0 15,1-1-272-15,0 1-48 0,4-3-16 0,3 1 0 16,1-1-96-16,2 0-32 0,6-2 0 16,5-1 0-16,2 0-64 0,6-2 0 15,2 2-16-15,1-1 0 0,-2 1-32 0,4-1 0 0,8 0 0 0,4 0 0 16,3 0-144-16,4 2 160 0,4 0-160 16,-2 0 160-16,-1-1-160 0,-3 1 160 0,1 2-160 0,-3 1 160 15,-1 0-160-15,-5 0 0 0,-4 1 0 0,-3-3 0 0,-4 1 0 0,-3-4 0 16,0 2 0-16,-4 1 0 0,-4-2 0 0,-3 3 0 0,-3 0 0 0,-2 0 0 15,-3 1 0-15,-2-1 0 0,-2 1-128 0,-4 2-19184 32</inkml:trace>
  <inkml:trace contextRef="#ctx0" brushRef="#br0" timeOffset="32968.29">14103 5097 19343 0,'2'-2'1728'0,"-1"1"-1392"0,-1-1-336 15,0 2 0-15,1 0 1872 0,0 0 304 16,0-2 64-16,1-1 16 0,0-2-80 0,2 1 0 0,0 0-16 0,-1 0 0 16,-1 2-1024-16,0 0-208 0,-1-2-32 0,0 3-16 15,-1-1-432-15,-1 2-64 0,-1 2-32 0,0-2 0 16,-1 3-192-16,-2-1-32 0,0 2-128 0,-2 0 192 16,0 2-192-16,-1-1 0 15,-1 2 128-15,0 3-128 0,-2-1 0 0,1 0 144 0,-1 2-144 16,1 0 128-16,1-1-128 0,-2 1 160 0,2 1-160 0,-1 0 160 0,1-1-160 0,0 1 128 15,1 1-128-15,1 0 128 0,3-1-128 16,1-2 192-16,3-10-192 0,0 0 192 0,0 0-192 0,0 0 0 16,0 0 0-16,0 0 0 0,29 31 0 0,-19-31 0 15,4-2 0-15,-1-1 0 0,-1 3 0 0,0-2 0 16,2-3 0-16,1 2 0 0,-1-1 0 0,1-1 0 16,0-2 0-16,0 3 0 0,0-2 0 0,-1 2 0 15,-3 0 0-15,1 0 0 0,-1 1 0 16,0 0-144-16,-1-2 144 0,-1 2 0 15,-2 1-1536-15,0 0-208 0,-3 0-48 0,0-1-14640 0</inkml:trace>
  <inkml:trace contextRef="#ctx0" brushRef="#br0" timeOffset="33162.67">14144 5097 19343 0,'-4'2'848'0,"1"-1"192"0,2 3-832 0,-2-2-208 15,2 0 0-15,-1 1 0 0,0 2 2624 0,-1 2 464 0,-2 5 112 0,-3 7 0 16,0 4-1120-16,0 1-224 0,-1 0-64 0,1 0 0 0,1 1-800 0,-1-1-160 16,8-24-48-1,-11 43 0-15,11-43-480 0,-7 36-112 0,7-36 0 0,-6 31-16 16,6-31-176-16,0 0 0 0</inkml:trace>
  <inkml:trace contextRef="#ctx0" brushRef="#br0" timeOffset="34318.76">15029 4279 14735 0,'-1'-3'1312'0,"0"3"-1056"0,2-2-256 0,-1 2 0 15,1 0 800-15,0 0 96 0,0 0 32 16,0-4 0-16,3 1 1440 0,1 0 304 0,2-1 48 0,1 0 16 16,1 0-752-16,0 0-128 0,3-1-48 0,-1 1 0 15,1 1-464-15,0 1-112 16,0 2-16-16,-1 0 0 0,-1 0-528 0,1 1-112 0,-11-1-32 0,0 0 0 0,31 15-288 0,-31-15-48 16,0 0-16-16,0 0 0 0,22 48-192 0,-22-48 128 15,0 0-128-15,-2 50 0 16,2-50 0-16,-9 31 128 0,2-17-128 15,-1 0 0-15,-1 1 0 0,-1-1 0 0,1-2 0 0,0-1 0 0,0-1 0 0,2-1 0 16,2-2 0-16,-1 0 0 0,1-2 0 0,2 2 128 16,0-4-128-16,1 2 0 0,0 0 0 0,2-1 0 0,0 0 0 0,0 1 0 15,1 0 0-15,0 0 0 16,-1-5 0-16,0 0 0 0,0 0 0 0,0 0 0 0,0 0 0 16,30 33 0-1,-30-33 0-15,0 0 0 0,0 0 0 0,32 12 0 0,-24-10 0 0,0-2 0 0,1 0 0 0,0-2 0 16,0 1 0-16,-1-1 0 15,0 0 0-15,0 0 0 16,-3-1 0-16,0 1 0 0,-1 0 0 0,-2 1 0 16,0-1 0-16,-2 2 0 0,-1 0 0 0,-1 0 0 15,-1 0 0-15,-2 2 0 0,0-1 0 0,-2 3 0 16,1-1 0-16,-2 1 0 0,2 3 0 0,-2 0 0 0,2 3 0 16,-1 0 0-16,7-10 0 0,-9 26 0 15,9-26 0-15,-7 28 0 0,7-28 0 0,0 0 0 0,-4 45 0 0,4-45 0 16,0 0 0-16,4 41 0 0,-4-41 0 15,0 0 0-15,0 0 0 0,13 47 0 0,-13-47 0 0,0 0 0 16,16 47 0-16,-16-47 144 0,0 0 48 0,12 48 16 16,-12-48 0-16,7 40 0 0,-7-40-48 0,4 47-16 15,-4-47 0-15,-3 48 0 0,3-48-144 0,-11 49 128 16,2-26-128-16,0-2 128 0,-2-1-128 0,-1-3 0 16,0 1 0-16,-3-3 0 0,2-1 0 0,-1-2 0 0,1-1 0 0,-3-2 0 15,-4 2 0-15</inkml:trace>
  <inkml:trace contextRef="#ctx0" brushRef="#br1" timeOffset="42284.48">5481 4951 4607 0,'-1'-1'400'0,"1"-1"-400"0,0 1 0 0,-1 0 0 16,1 0 800-16,0 1 80 0,0-3 16 0,-1 0 0 0,1-2 448 0,-1-1 80 15,0 2 32-15,0-4 0 0,0 2-80 16,-1-2-16-16,1 1 0 0,0 0 0 0,-1 2 144 0,0 0 32 16,1-1 0-16,-1-1 0 0,1 2-192 0,-1-3-48 15,1 0 0-15,0 0 0 0,0-4-320 0,1 2-64 16,0-3-16-16,0 0 0 0,1-1-240 0,-1-4-48 16,1-1-16-16,1-1 0 15,-1-2-80-15,2-1 0 0,0 2-16 0,0 0 0 0,1-1-48 16,1 1 0-16,2 0 0 0,0-2 0 0,1 0-192 15,2-3-32-15,-1 1-16 0,1 1 0 16,2-3-208-16,-1 2 0 0,2-2 128 0,1 2-128 0,-1 1 0 16,2 1 0-16,1 1 0 0,0 2 0 0,1 2 0 0,2 1 128 15,2 1-128-15,1 1 0 0,1 1 208 0,3-2 0 16,5-1 0-16,2-2 0 0,1 2 16 0,-1-2 0 16,2 3 0-16,-1-1 0 0,0 1-96 0,0 2-128 0,0 1 176 0,-1-1-176 15,0-1 160-15,-2 2-160 0,-1-1 128 0,-2 0-128 16,-3 4 176-16,-3 1-48 0,-1 4-128 0,0 2 192 15,-1 1-64-15,0 4-128 0,-20-2 176 0,0 0-176 16,51 26 144-16,-51-26-144 0,0 0 0 0,43 56 144 16,-43-56-144-16,28 53 0 15,-28-53 0-15,24 62 0 0,-24-62 0 0,21 59 0 0,-21-59 0 0,21 59 0 16,-21-59 0-16,23 65 0 0,-23-65 0 0,22 64 0 16,-22-64 0-16,19 55 0 0,-19-55 0 0,17 47 0 15,-17-47 0-15,13 42 0 0,-13-42 0 0,0 0 0 0,17 59 0 0,-17-59 0 16,11 43 0-16,-11-43 0 15,10 45 0-15,-10-45 0 0,3 48 0 0,-4-22 0 0,1-2 0 0,-2-1 0 16,-1 1 0-16,-2 2 0 16,-1 1 0-16,-1 1 0 0,-1 0 0 15,0-2 0-15,1 0 0 0,-1 0 0 0,-2 0 0 0,2 0 0 0,0-2 0 16,0 0 0-16,1-3 0 0,-1-2 0 16,1 0 0-16,-1-2 0 0,0 1 0 0,1-1 0 15,-2 0 0-15,0-1 0 0,-1 2 0 0,2-2 0 16,1-2 0-16,-1 2 0 0,-1 1 0 0,-2 2 0 15,2 2 0-15,-1-2 0 0,1 3 128 0,-2-1-128 0,2 0 0 16,1 1 0-16,-1 1 0 0,0-4 0 0,2 0 0 0,-2-2 0 16,2-3 0-16,0-2 0 0,-2 2 0 0,2-4 0 15,-2 2 0-15,1-3 0 0,0 0 0 0,-2 1 0 16,1-3 0-16,0 2 0 0,2-3 0 0,-1 0 0 16,0 0 0-16,-2 0 0 0,2 2 0 0,-1-4 0 15,0 1 0-15,-1 0 0 0,1-3 0 0,0 3 0 16,-1-3 0-16,-1 1 0 0,1-1 0 0,0 0 0 0,0-2 0 0,0 0 0 15,0 0 0-15,1 0 0 0,-1-1 0 0,0 0 0 16,0 1 0-16,0-2 0 0,-2 0 0 0,1 1 0 16,-1-1 0-16,-1-1 0 0,2 3 0 15,1-2 0-15,-1 2 0 0,2-2 0 0,2 2 0 0,-1-2 0 16,1 1 0-16,0 1 0 0,0-2 0 16,1 0 0-16,1 1 0 0,-1-1 0 0,2 0 128 0,-1-3-128 15,1 0 0-15,0-1 0 0,-1 0 0 0,0-1 0 16,0 0 144-16,-2-3-144 0,1 2 160 0,-2-1-160 0,1 0 128 15,-2-2-128-15,-2 1 0 0,1-1 144 0,0 1-144 0,-1 0 0 16,1 2 0-16,0 1 128 16,0 1-128-16,1-1 0 0,1 3 0 0,0 1 0 0,1-2 0 0,-1 3 0 15,1-2 0-15,0-1 0 0,0 2 0 16,0-4 0-16,1 1 0 0,0-2 0 16,-1 1 0-16,0-3 0 0,-1 3 0 0,0-4 0 0,0-1 0 0,-1 0 128 15,0 0-128-15,1-3 0 0,-2 2 192 16,2-2-64-16,-1 0 0 0,0-1 0 15,2 2-128-15,-1-3 192 0,-1-2-192 0,1 0 192 16,-1-1-192-16,-1 0 0 0,2 2 0 0,1 0 128 16,1-1-128-16,0 1 0 0,2-2 144 0,0-1-144 0,0 1 128 15,2 0-128-15,1-3 160 0,1-1-160 0,2 0 128 0,0-2-128 16,4-8 0-16,0 1 144 0,1-4-144 0,0-2 0 16</inkml:trace>
  <inkml:trace contextRef="#ctx0" brushRef="#br1" timeOffset="45400.13">13608 5234 5519 0,'-1'0'496'0,"1"0"-496"0,0 0 0 0,0 0 0 15,0 0 1184-15,0 0 144 0,-1 0 16 0,1 0 16 0,-1-1 496 16,1 0 80-16,-1 1 32 0,1 0 0 0,0-2-464 0,0 2-96 0,1 0 0 0,-2-2-16 15,0 2-48-15,0-1 0 0,0 1 0 0,-1 0 0 32,0 0-256-32,-1 0-48 0,-2 0-16 0,1-2 0 0,-2 2-256 0,0-3-64 0,-1 1-16 0,-1 0 0 15,0-1-64-15,1-2-16 0,-1 1 0 0,-1-1 0 16,0-2-64-16,0-2-16 0,0 1 0 0,0-1 0 16,0-1-96-16,1-1-32 15,0 1 0-15,0 1 0 0,1-3-80 0,-1 1 0 0,1-2-16 0,-1 1 0 16,2 0-144-16,0 0-32 15,0-3 0-15,2 0 0 0,-1-2-128 0,1 1 128 0,1 0-128 0,-1-2 128 0,1-2-128 0,1-2 0 16,0 0 0-16,1-1 0 0,1 1 0 0,1-1 0 16,0 2 128-16,0 1-128 0,-1-1 0 0,2 2 0 15,0-2 0-15,-1 2 128 16,1-3-128-16,0 4 0 0,0 1 0 0,0 0 0 0,0 3 0 0,1 0 0 16,1-3 0-16,0 1 0 0,1 1 0 0,1 1 0 15,2-5 128 1,0 0-128-16,2 0 0 0,2-2 0 0,0-1 0 0,2-2 128 15,0 1-128-15,2-1 0 0,2 1 0 16,-1-1 0-16,2 0 0 0,0 3 0 0,-1 2 0 0,0 2 0 0,-3 1 0 0,0 4 0 0,0-2 0 31,1 2 0-31,0 0 0 0,-1 0 0 0,2 0 0 0,0 0 0 16,0-2 0-16,-1 2 0 0,2 0 128 0,0 1-128 16,1-3 0-16,0 1 0 0,1 0 144 0,-1 0-144 15,1 0 128-15,-1 1-128 0,0 3 128 0,-1-2-128 16,1 2 0-16,-1-1 128 0,-1 2-128 0,-1 2 0 15,0 0 0-15,-2 0 128 0,0 1-128 0,-1 1 0 0,0-1 128 16,1 0-128-16,0 3 128 0,0-3-128 0,0 1 0 0,0 1 144 16,3 1-144-16,-2-3 0 0,0 2 160 15,2-1-160-15,1-1 128 0,0 0-128 0,2 3 128 0,-2-2-128 16,1 1 128-16,-1 0-128 0,-1 3 128 0,-1 0-128 16,0 1 0-16,-3 1 128 0,0 1-128 0,-13-3 0 15,0 0 144-15,0 0-144 0,43 25 0 0,-43-25 128 16,0 0-128-16,0 0 0 0,33 36 0 0,-33-36 0 15,0 0 0-15,0 0 128 0,29 43-128 0,-29-43 0 16,0 0 0-16,0 0 0 0,26 42 0 0,-26-42 0 16,0 0 0-16,0 0 0 0,22 48 0 0,-22-48 0 15,0 0 0-15,0 0 0 0,13 48 0 0,-13-48 0 16,0 0 0-16,0 0 0 0,10 51 0 0,-10-51 0 0,0 0 0 0,6 45 128 16,-6-45-128-16,0 0 0 0,7 52 0 0,-7-52 0 15,2 36 0-15,-2-36 0 0,0 36 0 0,0-36 0 16,0 0 0-16,2 47 0 0,-2-47 0 0,0 0 0 15,1 43 0-15,-1-43 0 0,0 0 0 0,2 44 0 16,-2-44 0-16,0 0 0 0,2 41 0 16,-2-41 0-16,0 0 0 0,1 43 0 0,-1-43 0 0,0 0 128 0,-2 42-128 0,2-42 0 15,0 0 0-15,-5 46 0 0,5-46 0 0,-4 30 0 16,4-30 0-16,-7 33 0 0,7-33 0 0,-5 29 0 16,5-29 0-16,-5 28 0 0,5-28 0 15,-6 29 0-15,6-29 0 0,-4 28 0 0,4-28 0 0,0 0 0 16,-6 38 0-16,6-38 0 0,0 0 0 0,-5 34 0 15,5-34 0-15,0 0 0 0,-6 40 0 0,6-40 0 16,-6 31 0-16,6-31 0 0,-9 30 0 0,9-30 0 16,-9 31 0-16,9-31 0 0,-9 32 0 0,9-32 0 15,-10 28 0-15,6-15 0 0,-1-1 0 0,2-1 0 16,3-11 0-16,-7 20 0 0,4-12 0 0,0 1 0 16,0-2 0-16,0 2 0 0,0-1 0 0,-1-1 0 15,2 1 0-15,-1 0 0 0,-1-1 0 0,1 1 0 16,0-1 0-16,-1 2 0 0,-1-1 0 0,1 0 0 0,-1 2 0 0,0 2 0 15,0-2 0-15,-2-1 0 0,2 3 0 0,-3 2 0 16,2-4 0-16,-2 2 0 0,2-1 0 0,-2 1 0 16,1 0 0-16,-1 0 0 0,0-2 0 0,1 1 0 15,0-2 0-15,1 1 0 0,0 0 0 16,2-3 0-16,-1 1 0 0,1 0 0 0,0-3 0 16,0 0 0-16,1 2 0 0,0-4 0 0,-1 2 0 0,0 0 0 15,0-2 0-15,1 2 0 0,-1 0 0 0,-2 0 0 16,2 0 0-16,-3-1 0 0,0 2 0 15,0 0 0-15,-1 1 0 0,0-2 0 0,-1 0 0 16,1 2 0-16,-1-2 0 0,0 2 0 0,-1-3 0 16,1 1 0-16,2 1 0 0,-2-2 0 0,2 1 0 0,-2-1 0 0,2 1 0 15,0 0 0-15,0-1 0 0,1 1 0 16,1-2 0-16,0 0 0 0,0 0 0 0,-1 2 0 16,1-2 0-16,-1-1 0 0,1 0 0 0,-1-2 0 0,0 0 0 0,1 0 0 15,-2-2 0-15,1 0 0 0,-2-3 0 0,0 2 0 16,2-1 0-16,-3-1 0 0,1 0 0 0,0-2 0 15,-2 0 0-15,2 2 0 0,-1 0 0 16,0-1 0-16,1 1 160 0,0 2-160 0,-1 0 176 16,2 0-176-16,-1 2 192 0,0-1-192 0,1 2 0 0,-1-2 0 15,0 2 0-15,0 0 0 0,1 0 0 16,0 0 0-16,0 0 0 0,1-1 0 0,-1 1 0 16,1-2 0-16,-1 0 0 0,1-3 0 0,-1 0 128 0,1-1-128 15,-1-2 0-15,1-1 0 0,-2-1 176 16,2-2-32-16,-1-2 0 0,1-3 0 0,-1 1-16 0,1-3-128 0,-2 0 192 0,1 0-64 15,0 2-128-15,-2-1 0 0,-1 1 144 0,0 0-144 16,-1 1 0-16,1 2 0 16,0 2 0-16,1 0 0 0,0 0 0 0,0-2 0 15,3 2 0-15,1-2 0 0,2 2 0 0,2-2 0 16,2-5 0-16,6-2-20192 0</inkml:trace>
  <inkml:trace contextRef="#ctx0" brushRef="#br2" timeOffset="54649.24">8841 5436 18431 0,'5'-5'1632'0,"-2"0"-1312"0,0 3-320 16,-2 0 0-16,0 2 848 0,0 0 112 0,3-3 0 15,0-2 16-15,3 2 352 0,-1-1 64 0,-1 2 16 0,-2 4 0 16,-2 1-528-16,-1 1-112 0,-3 4 0 0,0-1-16 0,-2 4-16 0,-1-1 0 16,-1 4 0-16,-1 0 0 0,-1-1 64 0,0 3 16 15,-2-4 0-15,1 2 0 0,0 3-256 0,-2-3-48 16,0-1-16-16,1 0 0 0,0-3-240 0,-1 1-64 16,-1-2 0-16,0 1 0 0,0-2-16 0,2-2-16 15,0 0 0-15,-1-2 0 16,-1 0 48-16,-2-1 16 0,1-3 0 0,-2 1 0 0,-1 1 0 0,-1-4 0 15,0 2 0-15,-2 0 0 0,-2 0-96 16,-2 2 0-16,-2 0-128 0,0-1 192 0,2 2-192 0,-2-2 0 16,-3 3 0-16,1-3 0 0,2 1 0 0,0-2 0 15,0 0 0-15,0-3 0 0,2-1 0 0,-1 0 0 0,1-2 0 0,0 0 0 16,5 0 0-16,-2-3 0 0,-1-1 0 16,0-1 0-16,1 1 208 0,0-5-48 0,0 1-16 0,0-4 0 15,3 1 0-15,0-4 0 0,2-1 0 0,2-2 0 16,3-2-16-16,3 0 0 0,2 3 0 0,1-1 0 15,2 0-128-15,1-2 0 0,2 0 144 0,1-5-144 16,1-1 0-16,0 0 0 0,-1-1 0 0,0 1 0 16,1 0 0-16,-1 0 0 0,-1-2 0 0,0 3 0 15,2 2 0-15,0-2 0 0,1-2 0 0,1-2 0 16,0 1 0-16,3-3 0 0,0 1 0 0,2-2 0 16,2-2 0-16,2 2 0 0,1 2 0 0,-1 3 0 15,2 2 0-15,3 0 0 0,3-2 0 16,1 2 0-16,-1 1 0 0,0 1 0 0,0-1 0 15,-1 3 0-15,0 0 0 0,-1 2 0 0,0 1 0 16,1 1 0-16,-1 4 0 0,2-3 0 0,1 1 0 0,3 1 0 16,2 0 0-16,2 1 0 0,2-2 0 0,3 2 0 15,-1-3 0-15,2-1 0 0,2 2 0 0,1 1 0 0,1 1 0 16,1 2 0-16,2 3 0 0,-1 2 0 0,0 5 0 16,-2 5 0-16,-2 2 0 0,-3 2 0 0,-2 3 0 15,-32-5 0-15,55 19 0 0,-55-19 0 16,52 24 0-16,-52-24 0 0,52 26 0 0,-52-26 0 15,52 23 0-15,-52-23 0 0,50 22 0 0,-50-22 0 16,46 19 0-16,-46-19 0 0,41 20 0 0,-41-20 0 16,40 27 0-16,-40-27 0 0,0 0 0 0,45 50 0 0,-45-50 0 15,25 54 0-15,-25-54 0 0,20 72 128 0,-13-33-128 0,-4 0 0 16,-2 1 0-16,-3-4 0 0,0-8 0 0,-4 8 0 16,-3 3 0-16,-3 3 0 0,-2 3 0 0,-1-3 0 15,0-1 0-15,1-4 0 0,-1-1 0 0,0-2 0 16,1-2 0-16,-3 4 0 0,-2 2 0 0,0 4 0 15,-2 4 0-15,-2 2 0 0,1 1 176 0,-2 0-48 16,0-1 0-16,0 2 0 0,0 0-128 0,-3 2 160 16,-2 7-160-16,-1-4 160 0,1-5-160 0,-4-3 0 15,-3 0 0-15,-4-4 0 0,-3 0 0 0,-1-5 0 0,-1-2-144 0,2-6 144 16,4-6-304-16</inkml:trace>
  <inkml:trace contextRef="#ctx0" brushRef="#br2" timeOffset="56731.85">12647 5258 15663 0,'-1'0'1392'0,"1"0"-1120"0,0 0-272 0,0 2 0 15,-1-2 832-15,0 1 96 16,0 1 32-16,0 3 0 0,-2-1 1248 0,-2 3 256 0,-1 0 48 0,-2 4 16 16,0 0-1376-16,-2 1-256 0,-2 0-64 0,0-1-16 15,-2 2-608-15,0-1-208 0,-1 1 144 0,0-3-144 16,-1 1 256-16,0 1-16 0,-1-2-16 0,0 0 0 15,1-1 384-15,-1 0 80 0,1-1 16 0,-1-2 0 0,1 2-64 0,-1-1-16 16,0 0 0-16,-1 0 0 16,-2 2-208-16,0 0-32 0,-1 0-16 0,-1 2 0 15,1-2-176-15,1 1-16 0,3-5-16 0,-2 2 0 0,-1-2-160 16,-1 0 192-16,1-1-192 0,-1-4 192 0,1 0-192 0,0-2 0 16,0-3 144-16,2-2-144 15,0-2 0-15,1-1 128 0,0-4-128 0,1-1 0 0,0-1 256 0,1-5-32 0,2-1 0 0,-1-4 0 31,1 2-32-31,1-2-16 0,1 1 0 0,1-5 0 0,0-4-176 0,2-2 128 0,0 2-128 16,4 1 128 0,0-2-128-16,0 1 0 0,2-1 0 0,1-1 128 15,0 1-128-15,0 1 0 0,-1 4 0 0,0-1 0 16,-1-2 0-16,-1-1 0 0,1 1 0 0,-2-1 0 0,0 0 0 0,0 0 0 16,0 1 0-16,1 1 0 0,0 5 0 0,1-1 0 15,1 1 0-15,1 1 0 0,3 0 0 0,0 0 0 16,3 2 0-16,0-2 0 0,3 3 0 15,1-3 0-15,2-1 0 0,3-1 0 0,1 0 0 0,2-1 0 16,-1 1 0-16,5 2 0 0,0 0 0 0,2 2 0 16,2 3 0-16,1-1 0 0,0 6 0 0,1 2 0 15,2 2 0-15,0 2 0 0,2 0 0 0,2 2 0 16,2 1 0-16,-1-1 0 0,0 1 0 0,1-1 0 16,0 2 0-16,-1-2 0 0,1 4 0 0,0-1 0 0,0 2 0 0,-2 1 0 15,-1 1 0-15,-1 0 0 0,0 1 0 0,-1-2 0 16,-3 2 0-16,-2 2 0 0,-1 0 0 15,-4 1 0-15,-20-3 0 0,37 14 0 0,-37-14 128 0,0 0-128 16,45 40 0-16,-45-40 0 0,26 44 0 0,-26-44 128 16,18 52-128-16,-18-52 0 0,14 67 0 0,-8-26 128 15,-2 4-128-15,-2 0 0 0,-1 0 0 0,0 0 0 16,-1-2 0-16,-2-1 0 0,0 1 0 0,-2-2 0 16,-3 0 0-16,-2 0 0 0,-2 0 0 0,-4-1 0 15,-2-4 0-15,-3 1 0 0,-3 2 0 0,-6 4 0 0,-4 1 0 0,-5 4 0 16,-5 4 0-16,-3 0 0 0,-6-2 0 0,3-5 0 15,9-7 0-15,-4 4 0 0,0 3-256 16,2 1 0-16,4-2 16 0,4 0-17984 16</inkml:trace>
  <inkml:trace contextRef="#ctx0" brushRef="#br0" timeOffset="64482.87">5950 7060 5519 0,'-2'-4'496'0,"2"3"-496"0,0-1 0 0,0 0 0 0,0 1 2816 0,0 1 448 16,0 0 112-16,0 0 16 15,0 0-1616-15,-1 1-320 0,0 1-64 0,0 3-16 16,0-1 160-16,0 2 16 0,0 0 16 0,0 1 0 0,1 0-480 0,0-1-80 0,1 2-32 0,0 0 0 31,0 1-160-31,1-2-48 0,0 3 0 0,-1 0 0 0,1-4-48 0,0 4-16 16,-2-10 0-16,0 0 0 0,7 30-128 0,-7-30-48 15,4 32 0-15,-4-32 0 16,3 44-256-16,-2-17-48 0,-1 6-16 0,-1 0 0 0,0 2-80 0,-1 1-128 16,0-2 176-16,0 6-176 0,-1 2 160 0,-1 4-160 15,2 1 128-15,1-2-128 16,1-6 0-16,1-5 0 0,0-5 128 0,-1-29-128 15,5 39 0-15,-5-39 0 0,0 0 0 0,0 0 0 16,16 34-272-16,-13-31-48 0,1-6 0 0,0-1-11456 16,-2-1-2288-16</inkml:trace>
  <inkml:trace contextRef="#ctx0" brushRef="#br0" timeOffset="65046.51">5896 7210 13823 0,'-3'-3'608'0,"2"0"128"0,1 1-592 0,0 0-144 0,1-2 0 16,0 3 0-16,0-2 1680 0,1-1 304 0,3-3 64 0,2-3 16 15,2-4 32-15,3 2 0 0,0-4 0 0,1 6 0 16,1-1-880-16,2 3-192 0,-1 2-16 0,1 3-16 15,-16 3-128-15,0 0-32 0,45 8 0 0,-45-8 0 16,0 0-384-16,0 0-96 0,40 37-16 0,-40-37 0 16,0 0 0-16,10 35 0 0,-10-23 0 0,-1 0 0 0,-2-2-16 0,-2 1 0 15,1 0 0-15,-3 0 0 0,-1 1-176 16,-2 0-144-16,-1 2 192 0,-2-2-192 0,-1 2 0 16,-1-2 0-16,0 0 0 0,-1-1 0 15,3 1 128-15,1-5-128 0,1 3 0 0,2-3 0 0,1 0 192 0,2-3 0 16,1 2-16-16,2-3 0 0,1 0 0 0,1-2 0 15,2 1 0-15,0-2 0 16,1 0-176-16,2-2 128 0,2-1-128 0,1 1 128 0,2-3-128 16,2 0 0-16,1 1 0 0,1-4 128 0,1 4 0 15,-1-3-128-15,2 2 192 0,1 0-64 0,1 3-128 16,-17 2 0-16,35-2 0 0,-35 2 128 0,35 7-128 0,-35-7 0 0,0 0 0 0,48 23 128 16,-48-23-128-16,0 0 0 0,35 38 0 0,-35-38 0 15,0 0 0-15,21 45 0 0,-21-45 128 0,7 31-128 16,-7-17 0-16,-1 1 0 0,-2-1 0 0,-3 0 128 15,0 0 32-15,-3-2 0 0,-2 2 0 0,-1-2 0 16,-3 1-160-16,-2-2 160 0,-3-1-160 0,0-1 160 16,0-2-160-16,-2-2 0 0,2 0 0 0,2-3 0 15,2-1 0-15,3-1 0 0,1 0 0 0,3-1 0 0,1 1 0 0,1 0 0 16,4-2 0-16,3 0 0 16,0 1-960-16,4-4-64 15</inkml:trace>
  <inkml:trace contextRef="#ctx0" brushRef="#br0" timeOffset="65585.7">6560 7390 9215 0,'-4'0'816'0,"0"2"-656"0,2-2-160 0,1 0 0 15,0 1 1200-15,1 0 208 0,-4-1 32 0,-2 2 16 16,0 1 1616-16,0 0 336 0,2 0 64 0,1-2 16 15,2 1-1184-15,2-2-256 0,2-2-32 0,0 2-16 16,4-2-736-16,1 0-160 0,2-1-16 0,2 0-16 16,1 1-304-16,-13 2-64 0,27-4-16 0,-27 4 0 15,29 0-416-15,-29 0-80 0,29-3 0 0,-29 3-16 16,26-3-176-16,-26 3 0 0,25-2 0 0,-14 0 128 16,-1-2-128-16,-1 1 0 0,0-2 0 0,-3 3 0 15,0-1-128-15,-4 2-16 0,-2 2 0 0,-2 2 0 16,-2 1-2320-1,-2 1-464-15</inkml:trace>
  <inkml:trace contextRef="#ctx0" brushRef="#br0" timeOffset="65761.1">6541 7541 6447 0,'-1'0'576'0,"1"0"-576"16,1-2 0-16,0 2 0 0,0 0 3328 0,1 0 544 15,0 0 112-15,0 0 32 0,4-2 0 0,1 1 0 16,4-1 0-16,1 0 0 0,2-1-2032 0,0-2-384 0,0 3-96 0,1-2-16 15,0 1-896-15,-1-2-176 0,1 3-32 0,-2-2-16 16,0 1-240-16,-1-2-128 0,-2 3 160 0,-1 0-160 16,0-1 0-16,-3 1 0 0,0 1 0 15,-1-1-18800-15</inkml:trace>
  <inkml:trace contextRef="#ctx0" brushRef="#br0" timeOffset="67992.75">7380 6837 3679 0,'-1'-7'320'0,"0"2"-320"0,0 3 0 0,-1-1 0 0,0 3 1728 0,0 0 288 16,0 0 48-16,-1 0 16 0,-1 0 672 15,-3 0 128-15,0 0 16 0,-1 0 16 0,2 0-416 0,0 1-64 16,2 1-32-16,0-2 0 0,1 0-784 0,1 0-144 16,-1 0-48-16,-1 0 0 0,0 0-816 0,-2 0-160 15,-1 2-48-15,-1 1 0 0,-2-1-256 0,-3 3-144 16,-1 3 160-16,-1 3-160 0,-1 1 144 0,0 2-144 15,-1 4 128-15,1 2-128 0,0 3 208 0,2 1-32 16,2 0-16-16,2-3 0 0,2-2-32 0,3-2 0 16,1-2 0-16,4-3 0 0,0-1 144 0,2-2 32 0,-2-9 0 15,0 0 0-15,0 0-112 0,0 0 0 0,37 24-16 16,-37-24 0-16,0 0-16 0,35 5 0 0,-35-5 0 0,0 0 0 16,33 7-160-16,-33-7 0 0,0 0 144 15,0 0-144-15,0 0 0 0,38 28 0 0,-38-28 0 16,0 0 0-16,0 0 0 0,11 38 0 15,-12-26 0-15,-1 0 0 0,-3-1 0 0,-1 1 0 0,0 0 0 16,-2-2 0-16,-1 2 0 16,0-3 0-16,-1 0 0 0,0 1 0 0,-1-2 0 0,0-2 0 0,1 0 0 15,0-2 0-15,1-2 0 0,1 0 0 0,0-2 0 0,1 0 0 0,3 0 0 0,-1-2 0 0,1 0 0 16,1 0 0-16,0-1 0 0,2 1 0 16,1 0 0-16,1 1 0 15,0 0 0-15,1 0 0 0,0-1 0 0,1 2 0 0,1 0 0 0,-1 0 0 16,1 0 0-16,0 2 0 0,0-1 0 0,-1 0 0 0,1 2 0 0,0 2 0 15,0-2 0-15,-3 0 0 16,-1-3 0-16,0 0 0 0,0 0 0 0,0 0 0 0,0 0 0 0,10 36 128 31,-10-36-128-31,0 0 0 0,1 36 128 0,-1-36-128 16,1 26 0-16,-1-26 144 0,2 35-144 0,-2-35 0 16,4 43 176-16,-4-43-176 0,5 51 160 0,-2-22-160 0,2 1 192 0,1 2-48 15,-2 4-16-15,2-3 0 0,-2-2 0 0,-4-31 0 16,12 59 0-16,-12-59 0 0,11 57-128 0,-11-57 0 15,10 52 0-15,-10-52 128 0,10 50-128 0,-10-50 0 16,9 43 0-16,-9-43 0 0,11 34 0 0,-11-34-192 16,0 0 32-16,0 0-18656 15</inkml:trace>
  <inkml:trace contextRef="#ctx0" brushRef="#br0" timeOffset="69524.8">7734 6996 11967 0,'-3'-5'1072'0,"1"3"-864"32,1-1-208-32,0 3 0 0,0-2 864 0,1 2 128 0,0 0 32 15,0-2 0-15,-1-1 1360 0,0-1 288 0,1 0 48 0,0 1 16 16,1 0-944-16,-1 3-176 0,0-2-32 0,-1 2-16 0,0 2-576 0,0 1-112 16,-2 0-32-16,-2 3 0 0,0 1-400 0,-1 0-96 15,0 2-16-15,-1 3 0 0,1 0-96 0,-2 5-32 16,2 2 0-16,-2 0 0 15,3 0 48-15,-1-3 16 0,2 2 0 0,1 2 0 0,0 2 0 16,1-3 0-16,2 2 0 0,0-21 0 16,5 34-32-16,-5-34-16 0,0 0 0 0,16 35 0 15,-16-35-224-15,0 0 0 0,0 0 128 0,0 0-128 16,43 16 0-16,-33-21 0 0,1-1 0 0,0-2 0 16,-1-3 0-16,1-2 128 0,2-3-128 0,0 0 0 15,-1-3 128-15,0 0-128 0,2-3 0 0,-1-2 0 0,1 1 0 16,-3-1 0-16,0 1 0 0,-3 1 0 0,-2-1 0 0,-2 2 0 15,-4 1 0-15,-4-2 0 0,-2 2 0 16,-1 3 0-16,-3 2 0 0,-3 4 0 0,-2 4 0 0,-1 4-128 16,0 3 128-16,-2 0 0 15,0 5-880-15,2 0-64 0,0 4-16 0,3 3 0 16,2 0-960-16,3 0-208 0</inkml:trace>
  <inkml:trace contextRef="#ctx0" brushRef="#br0" timeOffset="69796.61">7998 7119 23951 0,'-4'-5'1056'0,"2"3"224"0,2 0-1024 0,-2 0-256 0,1 1 0 0,0 2 0 15,0 1 1408-15,0-2 208 0,-1 2 48 0,0 0 16 0,-1 3 336 0,2 2 64 16,0-1 16-16,0 0 0 0,0 2-1072 16,1-2-224-16,1-1-32 0,1 1-16 15,-2-6-512-15,0 0-112 0,0 0 0 0,0 0-128 0,0 0 0 0,0 0 0 16,33 3 0-16,-26-7-18080 0</inkml:trace>
  <inkml:trace contextRef="#ctx0" brushRef="#br0" timeOffset="70349.27">8188 6939 15663 0,'5'-6'688'0,"-2"0"144"0,-2 1-656 16,0 3-176-16,-1 2 0 0,0-2 0 0,-1 2 2432 0,1-2 448 16,-1-1 80-16,-1 1 32 0,-1 1-272 0,-1 2-48 0,0 3-16 0,-2 1 0 15,0 0-1168-15,-3 4-224 16,1 2-48-16,-2 2-16 0,0 0-704 0,1 0-144 15,1-1-32-15,0-2 0 0,3 1-128 0,1-2-16 16,1-1-16-16,2-3 0 0,2 2-160 0,2-5 160 0,0 0-160 16,1 1 160-16,3-3-160 0,0-2 0 0,2 1 0 0,0 1 0 15,0-2 0-15,1 2 0 16,1-1 0-16,-1 0 0 0,-10 1 0 0,0 0 0 0,34 4 0 0,-34-4 0 16,0 0 0-16,0 0 0 15,42 29 0-15,-42-29 0 0,0 0 0 0,23 36 0 0,-23-36 0 0,0 0 0 16,0 0 0-16,17 47 0 0,-17-47 0 0,0 0 0 0,3 38 0 15,-5-28 0-15,-1 1 0 0,-2-4 0 0,2 0 0 16,-3 0 0-16,0-2 0 0,-2 0 0 16,0-1 0-16,-2-1 0 0,0 0 0 0,-1-1 0 0,0 0 0 0,0-2 0 15,0 2 0-15,1-2 0 0,-1-2 0 0,2 2 0 0,2-2 0 0,-1 0 0 16,3-1 0-16,0-2 0 0,1 1 0 0,2-3 0 16,2 0 0-16,2-3 0 0,1 0 0 0,1-2 0 15,0 0 0-15,1-1 0 0,3-2 128 0,-1-1-128 16,2-3 0-16,0 4 0 0,0 0 0 15,0 2 0 1,1-1 0-16,1 0 0 0,1 0 0 0,-1 2 0 0,1 2 0 0,0-2 0 0,-1 3 0 0,-1 0 0 16,1 1 0-16,0-4 0 15,-1 3 0-15,-1 0 0 0,-2 0 0 0,0 0 0 16,-2-2 0-16,-1 1 0 0,-2-1 144 0,-1 1-144 0,-2-2 160 0,-2 3-160 0,-2 2 128 16,-3-1-128-16,-2 1 0 0,-2 2 0 0,-3 1 0 0,-2 2 0 15,1 2 0-15,-2 2 0 0,0 2 0 0,0 1 0 31,0 2-144-31,1 3-12528 16,1-3-2496-16</inkml:trace>
  <inkml:trace contextRef="#ctx0" brushRef="#br0" timeOffset="70916.86">7482 7518 7359 0,'-4'-3'656'0,"2"1"-528"15,1 0-128-15,0 1 0 0,0-1 2336 0,1 2 432 16,0-2 96-16,0-1 16 0,0-1-256 0,0 0-32 15,1-2-16-15,-2 1 0 0,1 3-544 0,-1 0-112 16,-1-1-32-16,0 3 0 0,1 1-416 0,0 1-96 16,0 0-16-16,1 0 0 0,1 1-576 0,1 0-112 0,1 1-32 0,-3-4 0 15,0 0-224-15,0 0-48 0,45 7-16 0,-45-7 0 16,44-3-48-16,-16-1-16 0,3-1 0 0,1 0 0 16,-2-2-112-16,4 0-32 0,5-2 0 0,2 2 0 15,2 0-144-15,1 4 0 0,2 1 0 16,-2-1 0-16,-1 1 0 0,-3-1 0 0,-3 1 0 0,1 0 0 15,0 2 0-15,-2-2 0 0,0 1 0 0,-1 1 0 16,1-1 0-16,-2 0 0 0,-2-2 0 16,-3-1 0-16,-1-1 0 0,-5-2 0 0,-2 3 0 0,-2-1 0 15,-1 1 0-15,-5 1 0 0,-1 0 0 0,-5 1-19456 16</inkml:trace>
  <inkml:trace contextRef="#ctx0" brushRef="#br0" timeOffset="71666.25">7905 7678 19343 0,'1'-2'1728'0,"-1"0"-1392"16,0 0-336-16,0 2 0 0,1-2 1408 0,-1 1 224 0,1-1 32 15,0-1 16-15,1-1 608 0,-1-1 112 0,1 2 32 0,-1 3 0 0,-1 0-1088 0,0 5-192 16,0 3-64-16,-2 5 0 15,0 4-432-15,-2 2-80 0,-1 3-32 0,0-1 0 0,0 0-224 0,-1 1-64 16,-1 1 0-16,1-2 0 0,0 1-32 0,1-3-16 16,0 0 0-16,1-3 0 0,2-3-208 0,2-13 128 15,0 0-128-15,0 0 0 16,0 0 0-16,0 0 0 0,0 0 0 0,0 0-12352 16,0 0-2496-16</inkml:trace>
  <inkml:trace contextRef="#ctx0" brushRef="#br0" timeOffset="72549.62">7885 7721 11967 0,'0'-2'1072'0,"0"-1"-864"16,0 1-208-16,0 0 0 0,0 2 1504 0,0-2 256 15,0-1 48-15,1-4 16 0,-1 2 336 0,1-2 64 16,0 3 16-16,-1-1 0 0,0 2-832 0,-2 3-144 16,1-2-48-16,-2 4 0 0,0 1-48 0,0 2-16 15,-1-1 0-15,-1 1 0 0,0 2-192 0,-2 3-32 16,1-1-16-16,-1 1 0 0,2-1-336 0,-1 3-64 16,1 0 0-16,-1-2-16 0,1 2-240 0,1 1-32 0,0-1-16 0,1 2 0 15,0-2-64-15,2 3-16 0,-1 1 0 16,1-2 0-16,0 3 32 0,1 0 0 0,0-17 0 0,1 36 0 15,-1-36-160-15,2 35 128 0,-2-35-128 16,2 31 128-16,-2-31-128 0,0 0 0 0,8 35 0 0,-8-35 128 16,0 0-128-16,0 0 0 0,0 0 0 0,0 0 0 15,30 29 128-15,-30-29-128 0,0 0 0 0,31-6 128 16,-18 2 16-16,1-1 0 0,1-2 0 0,1-2 0 16,1 0-144-16,2-1 192 0,0-2-192 0,0-2 192 15,-1 2-192-15,-1-2 160 0,-1 0-160 0,-1 0 160 16,0 1-160-16,-2-1 0 0,-2 0 0 0,-2 0 128 15,-2 1-128-15,-1 0 0 0,-3 0 0 0,-3 1 0 0,-2 1 0 16,-4 1 0-16,-2-1 0 0,-4 1 0 16,-4 3 0-16,-2 0 0 0,-2-1 0 0,-1-1 0 0,-3 1 0 0,1-1 0 15,0 0 0-15,3 2 0 0,2 2 0 0,2 3-144 16,3 2 144-16,3 2 0 0,2 1-192 0,0 2 192 16,2 2-192-16,0 2-12672 15,3 1-2528-15</inkml:trace>
  <inkml:trace contextRef="#ctx0" brushRef="#br0" timeOffset="73477.64">8970 7484 20271 0,'-2'-2'1792'0,"2"-2"-1424"0,1 3-368 0,0-1 0 0,0 2 528 0,0-2 48 16,0 2 0-16,1 2 0 0,1-2 1664 0,3 2 320 16,-6-2 80-16,0 0 16 0,0 0-1296 0,0 0-256 15,0 0-48-15,21 45-16 0,-21-45-480 0,-4 25-112 16,-2-13 0-16,-1 1-16 0,-1-1-96 0,-1 0-16 15,0 2 0-15,-2-4 0 0,2 1-320 0,0-1-320 0</inkml:trace>
  <inkml:trace contextRef="#ctx0" brushRef="#br0" timeOffset="75400.03">9964 6866 12895 0,'3'-10'1152'16,"-1"3"-928"-16,0 1-224 0,-1 1 0 0,-1 4 1088 0,0-2 160 16,0 1 32-16,0 0 16 0,1-3 1728 0,0-2 352 15,-1 2 64-15,1 0 16 0,-1 1-1120 0,1 2-224 16,-1 2-32-16,0 2-16 0,1 0-976 0,-1 3-192 15,1 2-32-15,-1 5-16 0,0-12-512 0,0 0-96 0,1 45-32 16,-1-45 0-16,-1 45-64 0,1-45-16 0,-2 50 0 0,2-50 0 16,-3 43-128-16,3-43 0 0,-1 34 0 15,1-34 128-15,0 0-128 0,4 34 0 16,-4-34-192-16,0 0-18320 0</inkml:trace>
  <inkml:trace contextRef="#ctx0" brushRef="#br0" timeOffset="75766.22">9633 7298 19343 0,'-8'-1'848'0,"3"1"192"15,1 1-832-15,2 0-208 0,0 0 0 0,1 1 0 16,0-2 1936-16,0 1 352 0,-2 2 64 0,1 0 16 0,0 0-144 0,2 1-32 16,1-3 0-16,1 0 0 0,3-1-976 0,0 0-208 0,3 0-48 0,2-2 0 15,3 0-384-15,2-3-64 16,2-1-32-16,2 0 0 0,0 1-224 0,4-2-64 0,7 0 0 0,5-3 0 16,2 1-192-16,-1 2 128 0,1-3-128 15,-1 3 0-15,-1-1 0 0,2 0 128 0,1 3-128 16,-1-4 0-16,1 4 0 0,-2-2 0 0,-1 3 0 0,-1-1 0 15,-2 2 128-15,-2 1-128 0,-4 1 0 0,-3-1 144 16,-23 2-144-16,38-1 0 0,-38 1 0 0,27-1 0 0,-27 1 0 16,0 0 0-16,0 0 0 0,0 0-18752 15</inkml:trace>
  <inkml:trace contextRef="#ctx0" brushRef="#br0" timeOffset="76079.89">10066 7473 13823 0,'-1'-5'608'0,"1"0"128"0,0 0-592 0,-1 4-144 0,1 0 0 0,-1 1 0 16,1 1 2832-16,-1-1 544 0,1 1 96 0,-1 1 32 16,0 3-480-16,0 3-80 15,0 3-32-15,1-11 0 0,0 27-1472 0,0-27-288 16,3 39-64-16,-3-39-16 0,3 48-640 0,-3-48-128 16,5 52-32-16,-5-52 0 0,5 50-96 0,-5-50-32 15,6 43 0-15,-6-43 0 0,3 35-144 0,-3-35-224 16</inkml:trace>
  <inkml:trace contextRef="#ctx0" brushRef="#br0" timeOffset="76598.14">10878 7608 27647 0,'3'-2'2448'0,"1"1"-1952"0,-1 1-496 0,-1 1 0 16,-1 1 1360-16,0 0 176 0,-1-2 48 0,0 0 0 16,0 0-64-16,0 0-16 0,33 42 0 0,-33-42 0 0,5 34-1104 0,-5-34-208 15,-7 33-64-15,2-16 0 16,-3-2-128-16,-1-2-176 0,0 1 48 15,-1 0-17184-15</inkml:trace>
  <inkml:trace contextRef="#ctx0" brushRef="#br0" timeOffset="77766.5">11791 6962 22111 0,'2'-4'1968'0,"-1"-1"-1584"0,0 3-384 0,-2 0 0 0,1 1 1680 0,-1-1 256 16,1 0 48-16,-1-5 16 0,-1 2-256 0,-1 0-48 16,0 3-16-16,-3 2 0 0,0 3-944 0,-3 3-192 15,0 4-32-15,-2 4-16 0,-1 2-288 16,-1 1-48-16,0 2-16 0,0 3 0 0,3-3 16 0,-1 4 0 0,-1 3 0 0,3 0 0 15,2-2 224-15,7-24 64 0,-6 43 0 0,6-43 0 16,0 0-128-16,12 45-32 16,-12-45 0-16,0 0 0 0,35 14-288 0,-19-18 128 0,3-2-128 0,2-3 0 15,0-3 208-15,2-2-64 0,-2-3-16 16,-1 2 0-16,-3 0-128 0,1-4 0 16,-1 0 0-16,-1-3 0 0,-3 3 0 0,-2 0 0 15,-2 1 0-15,-4 1 0 0,-2 2 0 0,-2 0 0 0,-1 0 0 16,-3 3 0-16,-2 0 0 0,-2-1 0 0,-1 1 0 15,-2 2 0-15,1 2 0 0,-2 3 0 0,0 1 0 0,0 2 0 16,-1 0 0-16,2 4 0 0,0 0 0 16,1 2 0-16,2 4 0 0,-1-1-144 0,3 2 144 0,0-1-12320 15,2 1-2368-15</inkml:trace>
  <inkml:trace contextRef="#ctx0" brushRef="#br0" timeOffset="77959.16">11988 7110 24879 0,'-1'2'2208'0,"1"0"-1760"0,1-1-448 15,0 1 0 1,0-2 2016-16,-1 2 320 0,1 1 64 0,0 1 16 0,-1-4-416 0,0 0-80 16,0 0 0-16,0 0-16 15,17 37-1376-15,-17-37-272 0,0 0-48 0,0 0-16 0,0 0-192 16,0 0 0-16,0 0 0 0,0 0 0 0,0 0 0 0,12 37-336 15</inkml:trace>
  <inkml:trace contextRef="#ctx0" brushRef="#br0" timeOffset="78385.46">12221 6844 31327 0,'-3'-2'1392'0,"2"-3"272"0,1 2-1328 0,1 1-336 0,0 0 0 0,0 0 0 15,0 2 656-15,2-3 64 0,2-2 16 0,2-2 0 16,3 0 528-16,1-2 96 0,1 0 32 0,1 3 0 16,1-1-1040-16,0 2-208 0,0 1-144 0,0-1 192 15,1 1-192-15,-1 3 0 0,-1 1 0 0,-2 0 128 16,0 0-128-16,0 1 0 0,-1 1 0 0,-2-2 128 15,-8 0 80-15,0 0 16 0,27 3 0 0,-19-3 0 16,1 0 32-16,-2 0 16 0,0-1 0 0,0-1 0 0,-1 2-48 0,0-3-16 16,1 1 0-16,-4 2 0 15,1 0-48-15,0 0-16 0,-2 0 0 0,0 2 0 0,0-1-144 0,-1 3 128 16,0-1-128-16,-2 3 128 0,-1 0-128 0,-1 3 0 16,-1 0 0-16,-1 3 128 0,0 2-128 15,-2 0 0-15,-2 4 0 0,-1 3 0 0,-2 4 0 16,0 2 0-16,-2 4 0 0,0-1 0 0,-1-1 0 0,0-1 0 15,1 3 0-15,1-3 0 0,2-1-256 0,1 1 80 16,1-2 16-16,0-2 0 16,9-24-416-16,-9 41-64 0,9-41-32 0,0 0 0 15,-5 32-1088-15,7-29-224 0,1-3-32 0,2-3-13648 0</inkml:trace>
  <inkml:trace contextRef="#ctx0" brushRef="#br0" timeOffset="78634.52">12216 7105 11055 0,'-5'0'976'0,"3"0"-784"0,2 0-192 0,1 0 0 15,0 0 4672-15,1 0 896 0,1-2 192 0,2 1 16 0,5-1-2816 0,3-2-560 16,4-3-112-16,4 0-32 16,0-1-1488-16,2-1-320 0,1-1-48 0,1 1-16 0,0-1-256 0,0 3-128 15,0 0 0-15,-3 0 128 0,-2 2-128 0,0 1 0 16,-4 2 0-16,-1 2 0 0,-15 0 0 0,23 2 0 15,-23-2 0-15,0 0 0 0,0 0-224 0,34 14 80 16,-34-14 16-16,0 0 0 16,0 0-944-16,0 0-176 0,0 0-32 0,31 23-15632 0</inkml:trace>
  <inkml:trace contextRef="#ctx0" brushRef="#br0" timeOffset="79265.45">11554 7537 14735 0,'-4'0'1312'16,"0"0"-1056"-16,2 2-256 0,1-2 0 15,0 0 752-15,-1 0 80 0,-1 2 32 0,-2-1 0 0,-1 1 1040 16,0 0 208-16,2-2 32 0,1 1 16 0,1-1-240 0,2-1-32 15,2-1-16-15,2 0 0 0,2-1-176 0,2-2-32 16,4 1-16-16,2-2 0 0,5 0-688 0,4-2-128 16,5 1-16-16,4 0-16 0,6 0-368 0,2 0-80 15,4-2-16-15,-1 1 0 0,-5 0-192 0,1 0-144 16,2 3 192-16,0-2-192 0,0 4 128 0,0 1-128 16,-1 0 0-16,-1 0 0 0,-2 1 0 0,-2-1 0 15,-1-1 0-15,-1-1 0 0,-1 0 0 0,-1 1 0 16,-1 0 0-16,0-1 0 0,-1 1 0 0,-1-2 0 15,-2 1 0-15,0-1 0 0,-2 1 0 0,-2 1 0 0,-3-2 0 0,-1 0 0 16,-2 3 0-16,-2 0 0 0,-4 0 0 0,-3 1 0 16,-2 2-176-16,-3 1 16 0,-3 0 0 15,-2 1-18656-15</inkml:trace>
  <inkml:trace contextRef="#ctx0" brushRef="#br0" timeOffset="79682.74">12129 7598 23951 0,'-2'-1'1056'0,"1"0"224"0,1 1-1024 0,-1 0-256 0,1 0 0 0,0 0 0 0,0 0 2768 0,-1 0 496 16,1 0 112-16,0 1 16 0,-1 0-1728 0,0 1-320 16,1-1-80-16,-1 1-16 0,0 0-976 0,0-1-272 0,0 1 0 0,-3 1 128 15,0 0-128-15,-1 3 0 0,-1-2 0 0,-1 3 0 16,-2 0 0-16,-1 3 0 0,-1 2 0 0,-1 0 0 16,1 3 0-16,-2 0 0 0,2 2 144 0,0-2-144 15,0 1 0-15,3-2 144 16,1 2-144-16,1 1 0 0,6-17 160 0,-5 26-160 0,5-26 128 15,0 0-128-15,0 0 0 0,0 0 128 0,36 38-128 0,-36-38 0 16,36 1 0-16,-13-2 0 0,3-4 0 0,2 2 0 16,0-2 0-16,-2-1 0 15,-1 0 0-15,1-2 0 0,-1 1 0 0,0 0 0 16,-3 0 0-16,-2 0 0 0,-1 2 0 0,-3 0 0 0,-3 3 0 0,0-3 0 16,0 2-208-16,-4 1-80 0,-1 0-16 15,-1 0-11792-15,-4 0-2352 0</inkml:trace>
  <inkml:trace contextRef="#ctx0" brushRef="#br0" timeOffset="79916">12235 7627 31327 0,'-1'4'1392'0,"0"-1"272"0,0-1-1328 0,-1 1-336 0,0 1 0 0,0 1 0 0,0 0 1616 0,2-5 256 16,-8 28 48-16,0-4 16 15,-3 7-976-15,0 2-192 0,-1 0-32 0,0 0-16 0,0-4-400 0,1-1-64 16,1 0-32-16,1-4 0 0,3 0-80 0,0-3-16 0,6-21 0 0,-7 36 0 16,7-36-272-16,-3 28-64 0,3-28-16 15,0 0-18288-15</inkml:trace>
  <inkml:trace contextRef="#ctx0" brushRef="#br0" timeOffset="80967.17">13126 6802 25791 0,'1'-2'2304'0,"0"1"-1856"16,-1-1-448-16,1 1 0 0,1 0 1040 0,0 0 112 0,1-1 32 0,2-2 0 16,3-1 704-16,2 0 144 0,2 0 16 0,1-1 16 15,0 0-1120-15,0 2-240 0,-1 3-32 0,0-1-16 0,0 2-272 0,-12 0-64 16,0 0-16-16,30 10 0 0,-30-10-128 0,0 0-32 15,0 0 0-15,0 0 0 16,33 35-144-16,-33-35 192 0,0 0-192 0,0 0 192 0,0 0-192 0,0 0 160 16,10 41-160-16,-11-35 160 15,-2-1-160-15,-1 2 128 0,-1-1-128 0,-2 0 128 0,0 1-128 16,-2 0 0-16,0 3 0 0,-1-3 0 16,-1 3 0-16,0 1 0 0,0 0 0 0,1 0 0 0,2 1 0 0,0 0 0 15,1-1 0-15,0 1 0 0,1-2 0 0,0 1 0 16,4 0 0-16,2-11 0 15,0 0 0-15,0 0 0 0,0 0 0 0,0 0 0 0,14 44 0 0,-14-44 0 16,0 0 0-16,0 0 0 0,33 19 0 0,-33-19 0 16,23 2 0-16,-11-2 0 0,1 0 0 0,-1-2 0 15,0 2 128-15,-1-2-128 0,1-1 0 0,-2-1 0 0,-1 1 0 0,-2 1 0 16,-1-1 0-16,-1 2 0 16,-3 0 0-16,0 1 0 0,0 0 0 0,-2 0 0 15,-1 2 0-15,-1 1 0 0,0-1 0 0,-1 1 0 0,-2 2 0 16,0-1 0-16,-2 3 0 0,1-2 0 0,-1 0 0 15,1 2 0-15,-1-3 0 0,2 4 0 16,0-4 0-16,1 1 0 0,1 0 0 16,1 0 0-16,0 2 0 0,0-3 0 15,2-4 0-15,0 0 0 0,0 0 0 0,0 0 0 0,-4 29 0 0,4-29 0 0,0 0 0 16,0 0 0-16,0 0 0 0,3 38 0 16,-3-38 0-16,0 0 0 0,0 0 0 0,9 40 0 0,-9-40 0 15,0 0 0-15,10 41 0 0,-10-41 0 0,0 0 0 16,10 49 0-16,-10-49 0 0,0 0 0 0,13 45 0 0,-13-45 0 15,0 0 0-15,12 52 192 0,-12-52-192 16,0 0 192-16,6 55-32 0,-6-55 0 0,3 43 0 0,-3-43 0 0,0 47-160 0,0-47 192 16,-3 50-192-16,3-50 192 0,-5 47-192 0,5-47 160 15,-8 50-160-15,8-50 160 16,-9 45-32-16,9-45 0 0,-9 43 0 0,9-43 0 16,-9 35 48-16,9-35 0 0,-12 34 0 0,12-34 0 15,-13 34-176-15,13-34 192 0,-13 29-192 0,4-15 192 16,0 1-192-16,-1-1 0 0,-1-2 0 0,-3 2 128 0,-1-2-128 15,-4 0 0-15,-2 0 0 0,-4 2-20288 16</inkml:trace>
  <inkml:trace contextRef="#ctx0" brushRef="#br1" timeOffset="89780.89">6595 9628 6447 0,'0'-3'576'0,"1"1"-576"0,0 2 0 0,0-3 0 0,0 3 1104 0,-1-2 112 16,2-2 32-16,2-2 0 0,1 0 1008 0,-1-2 208 15,3-1 32-15,-3 2 16 0,-1 0-400 0,-1 4-64 16,0 1-32-16,-1-2 0 0,0 3-256 0,-2 1-48 16,0 3-16-16,-1-1 0 15,-1 3-608-15,1 2-112 0,-2 2-16 0,-1-1-16 0,1 3-608 0,-2 3-112 16,-1 3-32-16,0 1 0 0,0 2-192 0,-1-1 0 16,1 2 0-16,-2 1 0 15,0 4 0-15,0 2 0 0,1-1 0 0,1 1 0 0,1-2 0 0,0-4 0 16,1-1 0-16,3-2 0 0,0-3 0 0,2-3 0 15,0-2 0-15,1-2 0 0,1-4 0 0,-1 0 0 16,2-2 0-16,2-1 0 0,-2-5 0 0,4-1 0 16,0-1-128-16,2-3 128 0,2-1 0 0,1-3 0 0,1-2 0 0,0 0 0 15,-1-1 0-15,2-1 0 0,2-3 0 16,-1 0 0-16,1 0 0 0,0 0-128 0,0 0 128 16,-2 0 0-16,0 3 0 0,0-4 0 0,1 2 0 0,0 1 0 15,-3 3 0-15,-1 2 0 0,-1 3 0 16,-4 1 0-16,0 4 0 0,-3 1 0 0,0 3 144 0,-3 3-144 0,0-3 0 0,-2 3 0 15,-2 3 128 1,0-1-128-16,-2 2 0 0,1 0 0 0,-2 3 0 0,1 1 0 16,0 1 0-16,2 0 0 0,0 3 0 0,1-1 0 15,1 0 0-15,2-2 0 0,0-12 0 0,4 28 0 16,-4-28 0-16,0 0 0 0,13 38 0 0,-13-38 0 0,0 0 0 0,0 0 0 16,0 0 0-16,39 33 0 15,-39-33 256-15,0 0-16 0,0 0-16 0,32-2 0 16,-25-3-64-16,-2 0-16 0,0-2 0 0,-1 0 0 0,-1 0-144 0,-1-2 0 15,0 1 0-15,0-1 0 0,0 0 0 0,0-1 0 16,-1 1 0-16,0-3 0 16,2 1 0-16,0-1 0 0,1-3 128 0,0-1-128 15,2 3 0-15,-1-1 0 0,0 0 0 0,2 2 0 16,-1 1 0-16,0 3 0 0,-1-1 0 0,0 4-11552 16,-1 2-2272-16</inkml:trace>
  <inkml:trace contextRef="#ctx0" brushRef="#br1" timeOffset="90178.75">7002 9718 23951 0,'2'-2'1056'0,"0"1"224"0,0 1-1024 0,-2-2-256 16,1 4 0-16,0-2 0 0,1 0 1952 0,1 1 336 16,3 1 64-16,1-2 16 0,-7 0-800 0,0 0-160 15,31 2-16-15,-18-2-16 0,-1-2-752 0,0-1-160 0,-1-1-16 0,1-1-16 16,-1-2-176-16,0 0-16 15,-1-3-16-15,0 1 0 0,0 2-224 0,-2-3 144 0,0 0-144 16,-2 1 128-16,-1 0-128 0,-2 1 0 0,-2 0 0 0,-1 2 0 16,-2 0 0-16,1 1 0 15,-2 1 0-15,1 0 0 0,-2 0 0 0,0 1 0 0,-1 1 0 16,0-2 0-16,0 1 0 0,-2 1 0 0,1 1 0 0,-2-1 0 16,1 0 0-16,-1 0 0 0,0 2 128 0,1 0-128 15,0 2 0-15,1 0 0 0,-1 3 0 0,2 2 128 16,-2-2 112-16,2 4 16 0,-1 3 0 0,0 2 0 15,0 3-64-15,0 2 0 0,1 0 0 0,0 2 0 0,2-2-192 16,0 2 0-16,-1 1 128 0,2 0-128 0,1 0 0 0,1-2 0 16,0-20 0-16,5 33 0 15,-5-33 0-15,0 0 0 0,0 0 0 0,26 35 0 0,-26-35 0 16,22-4 0-16,-7-3 0 0,0-3 0 16,2-1 0-16,0-1 0 0,1 0 0 0,0-2 0 0,1 0-352 0</inkml:trace>
  <inkml:trace contextRef="#ctx0" brushRef="#br1" timeOffset="213082.2">7884 9587 10127 0,'0'0'896'0,"1"-2"-704"16,1 0-192-16,-2 1 0 15,1 1 992-15,0-3 160 0,0 0 48 0,0-4 0 0,2 0 1168 0,0-1 256 16,1-2 32-16,-3 1 16 0,2 1-944 0,-1 2-176 0,0-1-32 0,-1 2-16 16,1 2-272-16,-2 1-48 0,0 0-16 0,0 2 0 15,0-2-192-15,-1 2-32 16,0 2-16-16,-2 2 0 0,0 4-384 0,1-1-80 0,-2 0-16 0,-1 5 0 15,0 2-240-15,-1 1-48 0,0 3-16 0,-2-1 0 16,2-1-144-16,-2 1 160 16,1 1-160-16,0-1 160 0,-1 1-160 0,2-2 0 15,2-2 0-15,0-2 0 0,2-2 0 0,0-4 0 16,2-6 128-16,0 0-128 0,0 0 0 0,0 0 0 16,0 0 0-16,0 0 0 0,0 0 0 0,0 0 0 15,0 0 0-15,0 0 0 0,0 0 0 0,0 0 0 0,0 0 0 0,37 5 0 16,-33-10 0-16,2 1 0 0,-1-1 0 15,2-1 0-15,0-2 0 0,1 1 0 0,0-1 0 0,0-3 0 16,3 1 0-16,-1-3 0 0,1 1 0 0,0-1 0 16,0 2 0-16,1-3 0 0,-1 2 0 0,0 0 0 15,-1 0-128-15,-1 1 128 0,-1 0 0 0,-1 4 0 16,-3 2 0-16,0 3 0 0,-4 2 0 0,0 0 0 16,0 0 0-16,0 0 0 0,0 0 0 0,0 0 0 15,6 38 0-15,-6-38 0 0,-5 26 0 0,5-26 0 0,-4 26 0 0,4-26 0 16,-2 26 0-16,2-26 0 0,0 0 0 0,0 0 0 15,2 32 0-15,-2-32 0 0,0 0 0 0,0 0 0 16,0 0 0-16,0 0 0 0,0 0 0 0,26-1 0 16,-19-6 0-16,0 0 0 0,1-2 192 0,-1-3 48 15,1 0 16-15,1 0 0 0,-1-2-128 16,0 0 0-16,-1 0-128 0,0 1 192 0,0 0-192 0,-2 1 0 16,0 2 0-16,-1 0 0 0,-1 3 0 0,-1 0 0 15,1 2 0-15,-2 0 0 0,0 2 0 0,0 2 0 16,0 1 0-16,0 0 0 0,-1 0 0 0,0 0-256 0</inkml:trace>
  <inkml:trace contextRef="#ctx0" brushRef="#br1" timeOffset="213879.73">8305 9579 21183 0,'-1'1'1888'0,"0"-1"-1504"0,1 0-384 0,0 0 0 16,0 0 1888-16,0 0 304 0,-1 0 64 15,1-1 16-15,2 0-16 0,0-4 0 0,2-2 0 0,0 2 0 16,2-4-1600-16,-1 1-320 0,2-1-64 0,-2-2-16 0,0 3-128 0,0-2-128 16,-2 2 144-16,0 0-144 0,0-1 144 0,-2 4-144 15,0 0 128-15,-2 3-128 0,0-1 128 0,-3 3-128 16,0 0 128-16,-3 1-128 0,1 3 176 0,-3 1-48 16,0 2-128-16,-1 0 192 0,-1 3-192 0,-1 2 0 15,-1 2 128-15,0 1-128 0,-1 0 0 16,1 2 0-16,0 0 0 0,2-2 0 0,2 0 0 15,1 0 0-15,2 1 0 0,1-3 0 0,5-13 0 0,-5 23 0 16,5-23 0-16,0 0 0 0,0 0 0 16,0 0 0-16,0 0 0 0,0 0 0 0,34 7 0 0,-23-14 0 15,3-4 0-15,0-2 0 0,2 1 192 0,0-4-64 16,2 1-128-16,-3 1 192 0,0-1-192 16,-2 0 176-16,-1 0-176 0,-2 2 160 0,0 3-160 0,-4 2 0 15,0-1 0-15,-2 3 0 0,-2 1 0 0,0 2 0 0,-1 1 0 16,0 1 0-16,-1 1 0 0,-1 2 0 15,1-2 0-15,0 0 0 0,0 0 0 0,-5 21 0 16,5-21 0-16,0 0 0 0,-5 26 0 0,5-26 0 0,0 0 0 0,-6 34 0 16,6-34 0-16,0 0 0 0,-2 29 0 0,2-29 128 15,0 0-128-15,0 0 0 0,0 0 0 0,0 0 128 16,0 0-128-16,0 0 0 0,0 0 0 0,34 12 128 16,-26-19-128-16,1 0 0 0,3-5 0 15,-1 0 0-15,2-2 0 0,1 0 0 0,0 0 0 0,-1-1 0 16,3 0 0-16,-1 1 0 0,0 2 0 15,-1 0 0-15,-1 1 0 0,0 1 0 0,-3 3 0 0,-1 1 0 16,1 2-128-16,-10 4 128 0,0 0 0 0,0 0 0 0,0 0 0 0,0 0 0 16,0 0 0-16,24 39 0 15,-24-39 0-15,-6 31 0 0,1-15 0 0,-1 3 0 16,-1-2 0-16,1-1 0 0,-1-1 0 16,2-2 0-16,-1-3 0 0,6-10 0 0,-7 19 0 0,7-19 0 15,0 0 0-15,0 0 128 0,0 0-128 0,0 0 0 16,0 0 0-16,0 0 0 0,19-5 128 0,-9-4-128 15,-1-3 0-15,2-2 0 0,0 0 0 0,0-1 0 16,1 1 0-16,0 0 0 0,-2 0 0 0,0-2 0 0,-1 3 0 16,0 2 0-16,0 3 0 0,-2 1 0 0,0 0 0 15,-2 2 0-15,0-2 0 0,0 5 0 0,-1 0 0 16,-1-1 0-16,-3 3 0 0,0 0 0 0,0 0 0 0,0 0 0 16,0 0 0-16,0 0 0 0,0 0 0 0,7 41 0 15,-7-41 0-15,0 0 0 0,-6 30 0 0,6-30 0 16,-6 20 0-16,6-20 0 0,0 0 0 0,-6 30 0 15,6-30 0-15,0 0 0 0,0 0 0 0,0 0 0 16,0 0 0-16,0 0 0 0,0 0 0 0,0 0 0 0,0 0 0 16,0 0 0-1,0 0-736-15,0 0-80 0</inkml:trace>
  <inkml:trace contextRef="#ctx0" brushRef="#br1" timeOffset="214297">8919 9317 15663 0,'5'-11'688'0,"-3"3"144"0,1 3-656 0,-1 0-176 0,-1 3 0 0,-1 2 0 16,1-1 1904-16,1-2 336 0,0 0 80 0,0 1 16 16,1 0-128-16,-3 2-32 0,0 0 0 0,0 0 0 15,0 0-960-15,0 0-192 0,1 42-32 0,-1-42-16 0,-6 31-464 16,6-31-80-16,-11 39-32 0,4-14 0 0,0 1 64 0,-2 2 16 16,-1 1 0-16,-1 2 0 0,1-1 0 0,-1-3 0 15,3-1 0-15,1-5 0 0,7-21-176 16,-11 36-48-16,11-36 0 0,0 0 0 15,0 0-96-15,4 35-32 0,-4-35 0 0,0 0 0 0,0 0-128 0,0 0 0 16,27-2 0-16,-20-3 0 0,3-5 0 0,-1-2 0 16,1-1 0-16,0 0 0 0,-1-1 0 0,-2-1 0 15,2 0 0-15,-4 0 0 16,1 1-768-16,-4-2-96 0,1 3-16 0,-2 0 0 16,-1 3-2144-16,-2-1-432 0,0 3-96 0,-2 1-16 15,-2-2 304-15,0 3 48 0,-2 0 16 0,0 1 0 16,-2 2 1344-16,-1 3 288 0,-2 0 48 0,-1 5 16 0,-2 0 1168 0,-1 3 336 0,-1 1-144 0,2 0 144 15,3-1 880-15,3-2 240 0,2 1 48 0,3-3 16 16,5-4 2752-16,0 0 544 0,0 0 128 0,0 0 0 16,0 0-1456-16,0 0-288 0,30-1-64 0,-15-7-16 15,4 0-1584-15,0 0-320 0,4-4-64 0,1 0-16 16,2-2-432-16,1 1-96 0,-1 0-16 0,-1 0 0 16,-4 2-256-16,0 0 0 0</inkml:trace>
  <inkml:trace contextRef="#ctx0" brushRef="#br1" timeOffset="-214364.39">9617 9288 23039 0,'1'-3'2048'0,"0"0"-1648"16,0 3-400-16,0 0 0 0,-1 0 832 0,0 0 96 15,0 0 16-15,1 0 0 0,0 0 384 0,-1 0 80 16,0 0 0-16,0 0 16 0,-6 28-1040 0,6-28-192 16,-8 29-64-16,8-29 0 0,-12 36-128 0,12-36 0 0,-14 41 0 0,7-19 128 15,-1 0-128-15,1-2 0 0,7-20 0 16,-10 34 0-16,10-34 432 0,0 0 0 0,0 0 0 0,0 0 0 16,0 0 400-16,0 0 64 0,31 19 32 0,-18-26 0 15,1-3-160-15,2-1-48 0,1-1 0 16,0-1 0-16,0 2-336 0,-1-3-80 0,2-1-16 0,-1 1 0 15,-3 2-288-15,-1 1 0 0,-2 1 0 16,-4 1 0-16,-1 1 0 0,-3 4-256 0,-2 1 80 16,-2 1 16-16,-1 2-1328 0,-4 0-272 15,-1 2-48-15,-2 1-8976 0,0 1-1792 0</inkml:trace>
  <inkml:trace contextRef="#ctx0" brushRef="#br1" timeOffset="-214127.34">9449 9367 28559 0,'-4'-5'1264'0,"2"1"272"0,1 3-1232 0,1-1-304 16,0 2 0-16,0 2 0 16,0-2 2304-16,0 0 416 0,0 0 80 0,0 0 16 0,0 0-1616 0,32 21-320 0,-32-21-64 0,0 0-16 31,43 10-480-31,-43-10-112 0,36 0-16 0,-16-4 0 0,0 1-192 0,2-4 0 0,3-2 128 0,-1 1-128 15,-1-1 0-15,-1-1 0 0,0 1 0 0,-1 0 0 16,-1 1-1216 0,-1 1-128-16</inkml:trace>
  <inkml:trace contextRef="#ctx0" brushRef="#br1" timeOffset="-213848.75">9961 9279 1839 0,'0'0'160'0,"0"0"-160"16,0 0 0-16,0 0 0 0,0 0 2128 0,0 0 400 15,0 0 80-15,-4 24 16 0,4-24 1248 0,0 0 256 16,-7 35 48-16,7-35 16 0,0 0-1136 0,-1 37-240 0,1-37-32 0,0 0-16 0,0 0-1312 0,12 39-272 16,-12-39-48-1,0 0-16-15,0 0-736 0,0 0-160 0,37 17-32 0,-37-17 0 0,19-6-192 0,-8 0 0 16,0-3 128-16,0-1-128 0,1 0 0 0,-1-1 0 16,-1-1 0-16,-1 0 0 0,-1 1 0 0,-2 1 0 15,0 0 0-15,-3 3 0 16,-2 0 0-16,-2 0 0 0,-1 2 0 0,-3 3 0 0,-3-1 0 0,-2 1 0 0,-1 0 0 15,-2 2 0 1,0 2 0-16,-2 1 0 0,0 1 0 0,0 3 0 0,2-2 0 0,1-1 0 16,3 2 0-16,4-2 0 15,5-4 0-15,0 0 0 0,0 0 0 0,0 0-18352 16</inkml:trace>
  <inkml:trace contextRef="#ctx0" brushRef="#br1" timeOffset="-206679.99">10601 9234 22111 0,'3'-2'1968'0,"0"0"-1584"0,-1 1-384 0,-1 2 0 15,-1 1 1280-15,1-1 160 0,0 2 32 0,-1-3 16 16,0 0-16-16,0 0 0 0,7 41 0 0,-11-22 0 16,-1 3-640-16,-4 3-128 0,0 1-16 0,-2 0-16 15,-1-1 16-15,-1 0 0 0,1-1 0 0,1-5 0 0,2-5-176 0,3-2-48 16,1-5 0-16,1-4 0 15,3-1-192-15,0-4-32 0,2-3-16 0,0-2 0 0,4-3-224 0,1-4 128 16,1-5-128-16,2 1 0 0,1 0 0 0,2-5 0 16,0 0 0-16,1-2 0 15,0 2 0-15,-1 1 0 0,0 1 0 0,-1 0 0 0,2 2-144 0,-1 2 144 16,1 2 0-16,-1 1-144 0,0 3 144 0,-2 4 0 16,0 1 0-16,0 4-128 0,-10 2 128 15,0 0 0-15,0 0 0 0,0 0 0 0,32 32 0 0,-32-32 0 16,4 32 0-16,-4-32 0 15,-4 38 0-15,1-19 0 0,-3 0 0 0,1-2 0 0,0-3 0 16,-1 0 0-16,1-1 0 0,-2 1 0 0,1-2 0 0,0-3 144 16,1-1-144-16,3-4 0 0,0-2 128 0,2-2-128 15,1 0 0-15,0-5 0 0,1-2 128 0,2 0-128 16,1-5 0-16,0-1 0 0,2-2 0 0,1-2 0 0,3-2 0 0,0-3 0 16,1 2 0-16,1-2 0 0,0 0 0 15,1 2 0-15,0 0 0 0,0 4 0 0,0 2-160 0,-2 2 160 16,0 2 0-16,-1 6-144 15,-1 1 144-15,-10 3 0 0,0 0 0 0,0 0-128 0,0 0 128 0,21 33 0 16,-21-33 0-16,-3 31 0 0,-1-14 0 0,0-2 0 16,-2 1 0-16,-1 1 0 15,-2 0 0-15,1-2 0 0,0 2 0 0,-1-2 0 0,3-2 0 16,1-3 0-16,2-1 128 0,1-4-128 0,2 0 0 0,1-3 0 16,1 0 0-16,2-4 0 0,2 0 0 0,0-3 0 15,2-1 0-15,1 0-288 0,1-1 64 16,0 0-17344-16</inkml:trace>
  <inkml:trace contextRef="#ctx0" brushRef="#br1" timeOffset="-206063.34">11037 9311 15663 0,'2'0'1392'0,"0"0"-1120"0,-1 0-272 0,-1 0 0 16,1-1 2400-16,0 1 416 0,1 0 96 0,2-2 16 16,1-1 192-16,1-2 32 0,2 1 16 0,-2-1 0 15,2-2-1968-15,-1-2-400 0,0 1-80 0,0-3-16 16,0 1-512-16,0-2-192 0,-3 2 0 0,0-2 144 15,-1 3-144-15,-2 0 0 0,-2-1 0 0,-2 3 0 0,-1 0 0 0,-1 5 0 16,-2-1 0-16,0 4 0 0,-2 3 0 16,-1 4 0-16,-2 3 0 0,1 3 0 0,-2 3 0 0,1-1 0 15,1 4 0-15,1-2 0 0,2-1 0 16,-2 3 0-16,1 0 0 0,1 1 0 0,-1-1 0 0,3-4 0 16,0 1 0-16,3-2 0 0,3-15 0 0,0 0 192 15,0 0-192-15,0 0 192 0,13 35-192 0,-13-35 192 16,0 0-192-16,26-5 192 0,-15-2-192 0,-1 0 0 15,2-3 0-15,-1 0 0 0,0-1 0 0,2-3 0 0,0 1 0 16,0-3 128-16,-1 2-128 0,0-3 0 16,-2 3 0-16,0-2 0 0,-4 3 0 0,-1-1 0 0,-1 5 0 0,-4-2 0 15,0 3 0-15,0 1 0 16,-2 2 0-16,0 3 0 0,0 2 0 0,0 1 0 0,1 0 0 16,-1 4 0-16,1 2 0 0,0 0 0 0,1-7 0 0,0 0 0 15,0 31 0-15,0-31 0 0,0 0 0 0,2 33 0 16,-2-33 0-16,0 0 192 0,0 0-192 0,0 0 192 15,23 40-48-15,-23-40 0 0,0 0 0 0,0 0 0 16,32 4-144-16,-22-8 0 0,1-3 144 0,0 0-144 0,2 0 128 0,-1-5-128 16,0 2 128-16,0-1-128 0,0-1 0 15,-1 1 0-15,-1 1 0 0,-2-2 0 0,1 1 0 0,-2 0 0 16,0 2 0-16,-2-2 0 16,2 1 0-16,-3 0 0 0,1 0 0 0,0-1 0 0,-2 1 0 15,1 2 0-15,1-1 0 0,-2 3 0 0,1 1 0 16,0 3 0-16,-4 2 0 0,0 0 0 0,0 0 0 0,0 0 0 15,17 35 0-15,-17-35 0 0,0 0 0 0,10 48 0 16,-10-48 0-16,8 35 0 0,-8-35 0 0,8 33 0 0,-8-33 0 0,13 36 128 16,-13-36-128-16,0 0 0 15,20 45 0-15,-20-45 0 0,0 0 0 0,22 35 0 16,-22-35 0-16,0 0 0 0,0 0 0 0,0 0-192 0,0 0 192 0,34 0-192 16,-30-6-1056-1,0-2-224-15,0-2-32 0,-2-3-15664 0</inkml:trace>
  <inkml:trace contextRef="#ctx0" brushRef="#br1" timeOffset="-205900.06">11531 9208 911 0,'-3'-14'0'0,"2"6"0"0,0 4 0 0,1 4 0 16,0 0 3280-16,0 0 576 15,-1-2 112-15,-1 2 32 0,-2 2 96 0,-1 0 32 0,-3 5 0 0,-1 5 0 0,-3 1-1632 0,-1 4-336 16,-2 1-64-16,-1 3-16 16,-2 1-960-16,-1-1-192 0,1 0-32 0,0 0-16 15,2-6-608-15,3 0-112 0,1-2-32 0,4-3 0 16,3-4-128-16,1-1 0 0,3-2 0 0,3-5-12224 15,2 0-2448-15</inkml:trace>
  <inkml:trace contextRef="#ctx0" brushRef="#br1" timeOffset="-205748.51">11608 9182 27647 0,'2'-5'1216'0,"0"1"256"0,1 1-1168 0,0 1-304 0,-1-1 0 0,0 1 0 16,1-1 2128-16,3 0 368 0,2-3 80 0,3-3 16 15,3-1-1248-15,0 1-256 0,0 2-64 0,-2-1 0 0,0 1-800 0,-2 0-224 16,-1 3 0-16,0 1 0 16,-9 3 0-16,0 0 0 0,0 0-192 0,0 0-11824 15,0 0-2368-15</inkml:trace>
  <inkml:trace contextRef="#ctx0" brushRef="#br1" timeOffset="-205596.99">11689 9225 12895 0,'0'0'576'0,"1"0"112"0,0 2-560 0,-1-2-128 15,1 0 0-15,-1 2 0 0,1-2 3424 0,-1 0 656 16,0 0 128-16,0 0 16 0,0 0-784 0,0 0-176 16,8 43-16-16,-8-43-16 0,0 0-2304 0,2 36-464 15,-2-36-80-15,0 0-32 0,1 30-352 0,-1-30 0 16,0 0 0-16,0 0-12128 16,0 0-2464-16</inkml:trace>
  <inkml:trace contextRef="#ctx0" brushRef="#br1" timeOffset="-204945.2">12106 9160 8399 0,'-2'-4'176'16,"-1"-1"32"-16,1 1 16 0,-1 3 32 0,1 0-256 0,1 1 0 0,-1 0 0 0,-2 0 0 0,-2 1 2272 0,-1-1 400 16,-1 5 80-16,-1 1 0 0,1 2-320 0,1 2-64 15,0 4 0-15,0 0-16 16,0 3-432-16,1-1-96 0,-1 1-16 0,1 2 0 0,-1 2-512 0,2-2-96 16,-1 0-32-16,2-2 0 0,1-5-416 0,3-12-96 15,0 0-16-15,-3 28 0 0,3-21-432 0,0-7-80 0,0 0-128 0,0 0 176 16,0 0-176-16,0 0 0 15,14-7 0-15,-9-2 0 0,2-1 0 0,0-2 0 0,1-1 128 0,1 0-128 16,0-1 0-16,0 0 0 0,2 0 0 0,-1 0 0 16,1-1 0-16,-1 1 0 0,0 0-144 0,0 0 144 15,-1-1 0-15,0 1 0 0,0 2 0 0,-2 3 0 16,-1 1 0-16,0 4 0 0,0 2 0 0,-3 2 0 16,-3 0 0-16,0 0 176 0,0 0-176 0,0 0 160 15,11 42-32-15,-11-42 0 0,-1 29 0 0,1-29 0 0,-4 31-128 16,4-31 0-1,-7 32 0-15,4-15 0 0,3-17 0 0,-5 27 128 0,5-27-128 0,0 0 0 16,0 0 0-16,0 0 0 0,0 0 0 0,0 0 0 0,0 0 0 0,0 0 0 16,0 0 0-16,0 0 0 0,29-3 0 0,-22-9 0 15,2-2 0-15,1 0 0 0,-1-1 0 0,2 0 0 16,1 0 0-16,0 0 0 16,-1-2-816-16,1 1-32 0,0 2-16 0,-2-2 0 15,-1 2 240-15,1 1 48 0,0 2 16 0,-3 3 0 0,-1 4 560 0,0 2-128 0,-3 4 128 16,-3-2 0-16,0 0 272 0,0 0 112 0,3 30 32 0,-3-30 0 15,-6 29 96-15,6-29 32 0,-8 35 0 0,2-18 0 16,1 2-336-16,-2 0-64 0,1 0-16 0,0-5 0 16,0 2 64-16,3-4 0 15,3-12 0-15,-4 20 0 0,4-20-192 0,0 0 0 0,0 0 144 0,0 0-144 16,0 0 0-16,0 0 0 0,0 0 0 0,25-5 0 16,-18-2-704-16,-1-3-144 0</inkml:trace>
  <inkml:trace contextRef="#ctx0" brushRef="#br1" timeOffset="-204750.58">12484 9076 8287 0,'4'-5'368'0,"-3"2"80"0,2-1-448 0,-1 3 0 16,-1-1 0-16,0 2 0 0,0 0 2560 0,2-3 416 0,0 1 96 0,2-2 0 16,1 1-80-16,-1-2-32 0,1 3 0 0,0-3 0 15,1 1-1136-15,-1 0-224 0,1 1-64 16,0-2 0-16,1 2-944 0,-2-1-192 0,0 1-32 0,-2 1-16 15,0-1-352-15,-1 3 0 16,-1-2 0-16,-1 2 0 0,0 0 0 0,-2 2 0 0,0 1-176 0,-1 0-10704 16,-2 2-2128-16</inkml:trace>
  <inkml:trace contextRef="#ctx0" brushRef="#br1" timeOffset="-204563.47">12520 9144 24879 0,'-1'0'1088'0,"0"1"256"0,1 0-1088 0,-1-1-256 0,0 2 0 0,0 1 0 16,1-3 2400-16,0 0 416 0,0 0 96 0,-5 29 16 15,5-29-1152-15,-8 33-240 0,2-14-32 0,0-3-16 16,1 1-1072-16,0-2-224 0,1-1-32 0,4-14-16 0,-6 21-144 16,6-21 0-16,0 0 0 0,0 0 0 0,0 0-176 0,0 0-64 15,0 0-16-15,0 0-17840 16</inkml:trace>
  <inkml:trace contextRef="#ctx0" brushRef="#br1" timeOffset="-204217.52">12723 9096 13823 0,'2'-2'1216'0,"-2"1"-960"16,1 1-256-16,-1 0 0 0,0 0 2368 0,0 0 416 0,0-1 96 0,1-1 0 15,-1 2-240-15,0-2-48 0,-1 1-16 0,-1 1 0 16,-2 0-1408-16,0 0-272 0,-2 3-64 0,0 1-16 15,-2 1-368-15,-1 0-80 0,-1 2-16 16,1 0 0-16,-2 3-16 0,3-1 0 0,1-1 0 0,1 1 0 16,6-9-112-16,-6 14-32 0,6-14 0 0,0 0 0 15,0 0-192-15,0 0 144 0,0 0-144 0,0 0 128 16,35 27-128-16,-35-27 0 0,0 0 0 0,0 0 0 16,31 11 0-16,-31-11 0 0,0 0 0 0,0 0 0 15,0 0 0-15,0 0 0 0,31 26 0 0,-31-26 0 0,0 0 0 0,0 0 0 16,0 0 0-16,-2 30 0 0,-1-24 0 0,0 0 0 15,0 0 0-15,-1-1 0 0,-2-1 192 0,1 0 64 16,-3 1 16-16,-1 0 0 0,0 0 48 0,-1-1 0 16,0 1 0-16,-3 0 0 0,2-3-176 0,2 0-16 15,1-1-128-15,1-2 192 0,3-1-192 0,2 0-160 16,3-3 32-16,3-1-18560 0</inkml:trace>
  <inkml:trace contextRef="#ctx0" brushRef="#br1" timeOffset="-203898.76">12848 9187 22111 0,'1'0'1968'0,"0"2"-1584"0,0-2-384 0,-1 1 0 16,1 0 2112-16,0 0 320 0,-1-1 80 0,0 0 16 15,0 0-48-15,0 0-16 0,0 0 0 0,34 18 0 16,-34-18-1616-16,0 0-320 16,34-2-64-16,-22 0-16 0,0-3-304 0,1-2-144 0,1 0 128 0,0 0-128 15,0-3 0-15,-1 1 0 0,-2 2 0 0,0-3 0 16,-1 1 0-16,-2-1 0 0,0 1 0 0,-4-1 0 15,-1 0 0-15,-2-1 0 0,-1 2 0 0,-2 0 0 0,-2 0 0 0,-2 0 0 16,-1 2 0-16,-3 3 0 0,0 3 0 0,-4 1 0 16,-2 3 0-16,-1 4 0 0,-1 4 0 0,2 1-224 15,2 3 80-15,2 2 16 0,1 1 128 0,1 4-208 16,3 1 80-16,0-2 128 0,7-21 0 16,-3 39 0-16,3-39 0 0,0 0 0 0,0 0 160 0,27 40 48 15,-27-40 16-15,0 0 0 0,42 2-224 0,-42-2 128 16,33-5-128-16,-16 1 0 0,1-1 0 0,-1-2-208 0</inkml:trace>
  <inkml:trace contextRef="#ctx0" brushRef="#br1" timeOffset="-196417.89">13646 9116 3679 0,'6'-10'320'0,"-4"5"-320"0,2-2 0 0,-2 5 0 16,-1 0 1104-16,0-1 160 0,0 1 16 0,0-1 16 15,1-1 768-15,1-1 160 0,0-1 16 0,-1 2 16 16,0-1 80-16,-2 2 16 0,0 2 0 0,-1-1 0 16,0 0-352-16,-1 1-64 0,1 1-16 0,-2 0 0 0,0 0-544 0,0 0-112 15,0 1-32-15,-1 1 0 16,1 0-512-16,-1 0-96 0,0 3-32 0,-1 1 0 15,2 2-368-15,-1 1-80 0,-2 4-16 0,0 1 0 16,0 2-128-16,1 2 0 0,-1 0 0 0,2 1 0 16,1-3 0-16,1-1 0 0,2-15 0 0,0 0 0 15,6 33 0-15,-6-33 0 0,0 0 0 0,0 0 0 16,33 2 0-16,-23-6 0 0,1-6 0 0,0 0 0 16,1-2 0-16,-2-2 0 0,-1 0 0 0,-2 0 0 0,1 2-176 0,-3-1 48 15,0 0 0-15,-2 1 0 16,-1 1 0-16,-3 1 0 0,-1 3 0 0,-3-1 0 15,1 2 128-15,-4-1 0 0,0 4 0 0,-2-1 0 16,0 3 0-16,0 1 0 0,0 0 128 0,-1 3-128 0,2 1 192 16,-2 1-16-16,2 0-16 0,1 2 0 0,0-1-32 0,3 0-128 15,1-1 192-15,1 0-64 0,2 2-128 0,1-4 0 0,2 0 0 0,1 0 0 16,2-2 0-16,1 0 0 16,3 0 0-16,0-2 0 0,2 0 0 0,1-2 0 15,2-1 0-15,0-1 0 0,0-1 0 0,0 0 0 16,0 0 0-16,2-3 0 0,0 2-192 0,0-3 192 15,0 1-160-15,-1 0 160 0,-2-1-192 0,0 3 192 16,-2 0-208-16,0-1 80 0,-2 2 128 0,-1 1-128 16,-2-1 128-16,-2 3-128 0,-1 0 128 0,0 3 0 0,-2-2 0 0,-1 4 0 15,-1 0 0-15,-1 1 0 0,-1-1 0 0,1 5 0 16,-1-2 0-16,0 2 0 0,0 0 0 16,0 1 128-16,1 1-128 0,-1 0 144 0,1 1-144 0,1-3 160 15,1 2-160-15,0-1 0 0,0-1 0 0,1 0 128 16,0 0-128-16,1-2 160 0,-2-5-160 0,0 0 160 15,0 0-32-15,0 0-128 0,0 0 192 0,0 0-64 16,0 0-128-16,37 6 0 0,-31-9 0 0,3-3 0 16,-2-1 0-16,1 2 0 0,1-2 0 0,-2 0 0 15,1 0 0-15,-2 2 0 0,0 0 0 0,-1 1 0 0,0-3 0 16,0 3 0-16,-2-2 0 0,0 1 0 0,0 1 0 0,0-3 0 16,-1 0 0-16,0-1 0 0,1-1 0 0,0 2 0 15,1-3 0-15,-1 1 0 0,0 2-144 0,1 0-64 16,-1 3-16-16,-2 3 0 0,1-1 96 0,-1 4 128 15,0 2-208-15,-1 1 80 0,0 2 128 16,0 1 0-16,-1-1 0 0,0 4 128 0,1-11 48 16,-2 24 16-16,2-24 0 0,-4 28 0 0,4-28-64 0,-3 27 0 15,3-27 0-15,0 0 0 0,4 33 0 0,-4-33 0 16,0 0 0-16,0 0 0 0,0 0-128 0,0 0 0 16,34 16 0-16,-26-19 128 0,0-2-128 0,0-1 0 15,1 0 0-15,0-2 0 16,-1 1-800-16,1 0-192 0,2-3-32 0,-2 3-15680 0</inkml:trace>
  <inkml:trace contextRef="#ctx0" brushRef="#br1" timeOffset="-196100.14">14161 9004 14735 0,'0'-1'1312'0,"1"0"-1056"0,0 1-256 0,0 0 0 0,0 0 2000 16,1-2 352-16,1 1 64 0,1-3 16 0,3 1 80 0,1-1 32 15,4-4 0-15,-1 2 0 0,0-2-1456 0,1 2-272 16,0 0-64-16,-1 2-16 0,1-1-272 0,-1 2-48 16,-1 3-16-16,-3 1 0 0,-7-1-96 0,0 0-32 15,0 0 0-15,0 0 0 0,21 48-112 0,-21-48-32 16,-2 29 0-16,2-29 0 0,-6 38 48 0,0-18 0 16,1-2 0-16,-1 0 0 0,1-2-176 15,-1-6 128-15,2-2-128 0,1-2 128 0,1-3-128 16,0-3 192-16,1-1-192 0,1-4 192 15,1-1 160-15,2-4 32 0,1-2 16 0,2-3 0 0,0 0-96 16,3-3-32-16,1-3 0 0,1-1 0 0,1 1-272 16,1-2 160-16,1 3-160 0,1 0 128 0,0 0-128 15,1 4 0-15,-2-1 0 0,1 5 0 0,-1 1-704 16,1 3-64-16</inkml:trace>
  <inkml:trace contextRef="#ctx0" brushRef="#br1" timeOffset="-195597.07">15146 8611 15663 0,'-3'-1'1392'0,"0"1"-1120"0,1 1-272 0,0 1 0 0,1 0 1296 16,-1 1 208-16,-3 2 32 0,-2 5 16 16,-2 3 80-16,-1 7 16 0,-2 6 0 0,0 4 0 0,0 1-592 0,-1 2-112 15,0 0-32-15,1 1 0 0,-1 1 352 0,2-2 64 16,0 0 16-16,4-2 0 0,2-4-592 0,5-27-112 16,-6 44-32-16,6-44 0 15,0 0-480-15,5 38-128 0,-5-38 0 0,0 0 0 16,0 0 0-16,0 0 0 0,20-6 0 0,-14-4 0 15,0-2 512-15,1-2 96 0,1-1 16 0,0-2 0 16,1-1-368-16,0 1-64 0,0-3 0 0,-1 2-16 0,3-1-176 16,-2 0 0-16,2 2 0 0,-1 3 128 0,1 0-128 0,0 4 0 15,0 4 0-15,-1-1 128 0,-1 4-128 0,0 5 0 16,-2 1 0-16,-7-3 0 0,0 0 0 0,0 0 0 16,0 0 0-16,19 47 0 0,-19-47 0 0,-2 31 0 15,2-31 0-15,-10 35 0 0,10-35 0 0,-12 30 0 16,3-12 0-16,-1-2 0 0,-2 1 0 0,1-4 0 15,0-2 0-15,0-2 0 0,2-3 0 0,0-1 128 16,0-2-128-16,0-3 0 0,1 0 0 0,-1 0 0 16,1-2 128-16,1 0-128 0,0-3 0 0,2 1 0 15,1 0 0-15,0 0 128 0,2-1-128 0,1-1-176 0,1 1 48 16,1 0-17952-16</inkml:trace>
  <inkml:trace contextRef="#ctx0" brushRef="#br1" timeOffset="-194860.23">15354 8916 27647 0,'0'0'2448'0,"0"1"-1952"16,0 0-496-16,0-1 0 0,0 1 1408 0,1 1 176 15,0-1 32-15,2 1 16 0,0 1-528 0,1 0-96 16,3 0-32-16,0-1 0 16,2-2-608-16,2 0-128 0,0-2-32 0,2-1 0 0,0 1-16 0,1-4-16 15,1 0 0-15,-2-1 0 0,1-1-16 0,-1-1 0 16,-2 1 0-16,-1 0 0 0,-2 1-160 0,-2 0 0 15,-2-1 0-15,-1 2 0 0,0-2 0 0,-4 0 0 16,-1 1 0-16,-2-1 0 0,0 2 192 0,-3 0-64 0,0 0 0 16,-1 0 0-16,-1 3 0 0,1-1 0 15,-2 4 0-15,-1 0 0 0,0 2-128 0,-1 3 0 16,0 2 0-16,-1 3-176 0,0 2 48 16,1 0 0-16,0 2 0 0,0 1 0 0,2 0 128 0,0 2 0 0,1 0 0 0,2-1 0 15,-1 1 0-15,8-17 256 16,-5 28-64-16,5-28-16 0,0 0 128 0,0 0 16 0,0 0 16 0,0 0 0 15,27 38-144-15,-16-38-16 0,3-2-16 16,2-3 0-16,1 0-32 0,2-3 0 16,0 0 0-16,1 1 0 0,-3-1-128 0,1 2 0 15,0 0-192-15,-3 0-12272 0,0 1-2448 16</inkml:trace>
  <inkml:trace contextRef="#ctx0" brushRef="#br1" timeOffset="-194548.28">15823 8523 23951 0,'0'-2'2128'0,"0"2"-1696"0,0 0-432 0,-1 2 0 16,1-2 1088-16,-1 2 144 0,0-1 32 0,-2 3 0 15,0 0 208-15,-1 5 32 0,-2 4 16 0,-1-1 0 16,-1 5-1008-16,0 2-208 0,-2 4-48 0,-1 1 0 16,-2 5-64-16,0 1-32 0,-1 3 0 0,-1 0 0 0,1 1 432 0,1-6 96 15,3-2 16-15,3-2 0 0,7-24-192 0,-5 36-48 16,5-36 0-16,0 0 0 0,0 0-336 0,0 0-128 16,34 28 0-16,-20-33 0 0,1-2 0 0,1-2 128 15,3-1-128-15,0-2 0 16,0-2-576-16,0 0-144 0,1-1-48 0,-2 1-16176 15</inkml:trace>
  <inkml:trace contextRef="#ctx0" brushRef="#br1" timeOffset="-194366.2">15955 8694 21183 0,'-1'0'944'0,"0"0"192"0,0 2-912 0,1-2-224 0,0 0 0 0,1 0 0 15,0 0 2560-15,2 0 448 0,1 1 112 0,1 0 16 16,4-1-960-16,0 0-192 0,0 2-48 0,2-2 0 15,0-2-1424-15,-1 2-272 0,0 0-64 0,-2 0-16 16,0 2-160-16,-2-2 0 0,-6 0 0 0,0 0 0 16,0 0-1280-16,0 0-144 0,0 0-32 0,0 0-9488 15,0 0-1888-15</inkml:trace>
  <inkml:trace contextRef="#ctx0" brushRef="#br1" timeOffset="-194230.05">15964 8828 6447 0,'0'3'272'0,"-1"-3"80"0,1 2-352 0,0-1 0 0,0 1 0 0,0-1 0 0,0 0 1952 0,1 2 320 15,-2 2 64-15,1-5 16 0,0 0 496 16,0 0 96-16,1 37 32 0,-1-37 0 0,0 0-1072 16,0 0-224-16,3 41-32 0,-3-41-16 0,0 0-1184 15,0 0-224-15,0 0-48 0,0 0-14336 0</inkml:trace>
  <inkml:trace contextRef="#ctx0" brushRef="#br1" timeOffset="-193843.58">16216 8869 15663 0,'-5'2'1392'0,"2"-2"-1120"0,2 0-272 0,-1 1 0 0,1 1 1856 0,1-2 320 16,-1 0 64-16,0 1 16 16,1 0-384-16,0 2-80 0,1 1 0 0,2-1-16 15,-1 0-800-15,3-2-144 0,2 1-48 0,-1-1 0 16,1-1 32-16,3-1 0 0,-1 1 0 0,1-2 0 0,0-2-432 0,2-1-64 15,0 2-32-15,0-4 0 16,-1 2-288-16,-1-3 0 0,0 2 128 0,-1-1-128 16,0 0-528-16,-3 0-176 0,0 0-16 0,-2 2-16 15,-3-2-176-15,-1 2-48 0,-1 0 0 0,-2-1 0 32,-1 1-224-32,-2 1-48 0,-1 1-16 0,-1-2 0 0,-2 2 880 0,1 1 176 0,-2 0 48 0,0 2 0 0,-1 2 432 0,-1 3 96 0,1 2 0 0,0 0 16 15,1 3 16-15,-1 1 0 16,0 3 0-16,-1 1 0 0,2 0 880 0,0 1 176 15,2 0 48-15,0-1 0 16,1 1 0-16,8-16 0 0,-5 29 0 0,5-29 0 16,0 0-880-16,0 0-160 0,24 35-32 0,-24-35-16 15,0 0-432-15,39 9 0 0,-22-11 0 0,4-2 0 16,1-4-320-16,-1 1-128 0,0-4-48 16,0 1-17424-16</inkml:trace>
  <inkml:trace contextRef="#ctx0" brushRef="#br1" timeOffset="-193480.46">16688 8618 11967 0,'3'-8'528'0,"-1"5"112"0,-1 0-512 0,0 1-128 16,-1 1 0-16,1-1 0 0,-1 1 2400 0,1 1 448 0,1-2 96 0,-1 0 0 16,0 0-496-16,0-1-96 0,-1 3-32 0,-1-2 0 15,-1 2-832-15,0 0-160 0,0 0-48 16,0 0 0-16,-1 0-448 0,-1 0-112 0,0 2-16 0,1 1 0 15,-2 1-192-15,-1 1-32 16,3 1-16-16,-1 2 0 0,-1 1-208 0,5-9-32 0,-8 29-16 0,8-29 0 16,-6 36-80-16,6-36 0 0,-3 40-128 0,3-40 192 15,1 45-64-15,-1-45-128 0,2 50 176 0,-2-50-176 16,3 47 128-16,-3-47-128 0,1 53 0 0,-1-53 0 16,-2 49 0-16,2-49 0 0,-3 62 0 0,-2-27 0 15,1 1 0-15,0 0 0 0,-1-5 0 0,5-31 0 0,-9 56 0 0,9-56 0 16,-11 48 0-16,11-48 0 0,-11 37 0 0,11-37 0 15,-12 32 0-15,12-32 0 0,-11 24 0 0,6-16 0 16,-1 0 0-16,0-3 0 0,1-1 0 16,-1-4 0-16,1 0 0 0,-2-5 0 15,2 2-880-15,-4-3-80 0,-1-5 0 0,-3-2-10656 16,-1-1-2128-16</inkml:trace>
  <inkml:trace contextRef="#ctx0" brushRef="#br1" timeOffset="-193335.22">16423 8956 8975 0,'5'-6'192'0,"-1"1"32"0,0 2 16 0,-2 0 32 0,1 2-272 0,-1 1 0 0,1 0 0 0,0 0 0 16,2-2 3728-16,4-1 688 0,4 0 144 16,-1 1 32-16,2 0-1712 0,1-2-320 0,3 0-80 15,2 0-16-15,3-1-1312 0,2-3-256 0,1-1-48 16,3 0-16-16,0-2-464 0,-2 1-112 0,0 0 0 0,0-1-17120 16</inkml:trace>
  <inkml:trace contextRef="#ctx0" brushRef="#br1" timeOffset="-187911.92">17251 8793 6639 0,'2'-5'592'0,"-1"1"-464"0,0 4-128 0,-1-2 0 16,0 2 0-16,1-1-128 0,0-1 1088 16,2-3 240-16,0 0 32 0,0 0 48 0,-1-1 752 0,1 1 144 15,-1 2 16-15,-1 1 48 0,0-2-288 0,-1 3-64 16,0-1-16-16,-1 2 48 0,-1 0-544 0,0 0-96 16,0 0-32-16,0 2 32 0,0-1-448 0,-1 1-112 15,0 0-16-15,0 1 48 0,0 1-320 0,-1 1-64 16,0-1-16-16,0 2 32 0,-1 3-192 0,-1-1-64 15,3 1 0-15,-2 2 32 0,1-1-160 0,4-10 0 0,-5 19 0 0,3-10 128 16,2-9-128-16,0 0 0 16,0 0-176-16,0 0 176 0,0 0-160 0,0 0 32 15,0 0 0-15,0 0 128 0,0 0-192 0,36 26 192 0,-28-30-208 16,0 0 208-16,0-2-160 0,1 1 160 16,-1-1-160-16,-1 0 160 0,2-2 0 0,-3 1-192 0,1-1 192 0,-3 1 0 15,0-1-176-15,-2 0 176 0,1 0-128 16,-3-1 128-16,0 2 0 0,-1-1 0 15,-1 1 0-15,-2 0 0 0,1 2 0 0,-3-2 0 16,0 5 0-16,0-3 0 0,-1 2 0 0,0 1 0 0,0 1 0 0,1 0 0 16,0 1 0-16,1 0 0 0,0 0 0 0,2 1 0 0,0 0 0 0,1 1 0 15,1-1 0-15,0 1 0 0,2-2 0 16,0 0 0-16,2 0 0 0,0 0 0 0,2-3 0 0,1 1 0 16,1 0 0-16,2-3 0 0,1-2 0 15,2 2 0-15,1-2 0 0,-1 0 0 0,1 0 0 16,1 0 0-16,-1 1 0 0,2-2 0 0,1 1 0 15,-1 0 0-15,-1 2 0 0,-1 0 0 16,1 0 0-16,-1 3 0 0,-1-2 0 0,-1 3 0 0,0-1 256 0,0 2 16 16,-11 0 16-16,0 0 0 0,0 0 0 0,34 14 0 0,-34-14 0 15,0 0 0 1,0 0-288-16,0 0 0 0,17 40 128 0,-17-40-128 0,0 0 0 0,-3 34 0 16,3-34 0-16,-7 23 0 0,7-23 0 0,-10 22 0 15,3-11 0-15,1-3 0 0,-1 3 192 0,0-3-192 16,0 1 192-16,2-3-192 0,-1 0 320 0,2-1-32 15,0-2-16-15,1-2 0 0,1 1-80 0,1-2-32 0,0 0 0 0,2-3 0 16,1-2-32-16,0-1 0 0,1 2 0 16,1-4 0-16,0-1 256 0,1 0 64 0,-1-1 0 0,3 0 0 15,0-1-208-15,1-4-48 0,1 1 0 0,1-2 0 16,0 0-192-16,2 1 0 16,0 1 128-16,1-1-128 0,1 1 0 0,0 0 0 0,1 1 0 15,0 2 0-15,-1 4 0 0,-2 2 0 0,-1 2 0 16,-3 2 0-16,1 1-496 0,-3 1 16 15,-6-1 0-15,0 0-16832 0</inkml:trace>
  <inkml:trace contextRef="#ctx0" brushRef="#br1" timeOffset="-187502.98">16992 8301 20271 0,'-2'-3'1792'0,"1"0"-1424"16,0 3-368-16,0 0 0 0,1 1 752 0,-1 1 80 0,-1 1 0 0,-1 0 16 15,-1 5 528-15,-2 4 96 0,-3 2 32 0,-1 3 0 16,-2 4-672-16,0-2-128 0,0-2-16 15,2 0-16-15,1-4-448 0,3-1-96 0,1-4 0 0,3-2-128 16,2-1 0-16,3-5 0 0,2 0 0 0,2-3-14016 16</inkml:trace>
  <inkml:trace contextRef="#ctx0" brushRef="#br1" timeOffset="-187384.97">17096 8309 12895 0,'3'-5'576'0,"-3"3"112"0,0 1-560 0,-1 1-128 0,-1 1 0 0,0 1 0 0,-1 1 1568 0,0 2 288 16,-5 4 48-16,-3 3 16 0,-1 6 400 0,-3 5 96 15,-1 0 16-15,1 1 0 0,0-1-1408 0,1-1-288 16,1-3-48-16,2 0-16 0,1-5-672 0</inkml:trace>
  <inkml:trace contextRef="#ctx0" brushRef="#br1" timeOffset="-186787.13">14676 8374 23039 0,'6'-9'2048'0,"-2"1"-1648"0,0 2-400 0,0 2 0 16,-1 0 1056-16,-2 3 128 0,1-1 32 0,-1-2 0 15,3-1 1088-15,1 0 240 0,-2-2 32 0,0 4 16 0,-1 3-1584 0,-2 3-320 16,-1 4-64-16,-3 6-16 16,4-13-368-16,-9 33-80 0,4-12-16 0,-1 2 0 0,1 1-144 0,5-24 0 15,-5 42 0-15,5-42 0 0,1 32 0 0,-1-32 0 16,0 0 0-16,0 0 0 0,0 0-1664 15,35 23-224-15,-24-26-32 0,1-3-16 0,0-4-2176 0,0 0-432 16,0-2-96-16,-1-2-16 16,0 0 1200-16,-2-2 224 0,-1 0 48 0,-1 1 16 15,-2-2 2992-15,0 3 608 0,-1 1 112 0,-3 2 32 0,0 0 1792 0,-1 3 384 16,-1 1 64-16,-1 3 0 0,0 2 80 0,-2 2 16 16,0 2 0-16,-1 4 0 0,0 2-800 0,-1 4-144 15,-2 2-48-15,0 3 0 0,2 4-960 0,-1 0-192 16,7-21-32-16,-5 36-16 0,5-36-576 0,0 0-144 15</inkml:trace>
  <inkml:trace contextRef="#ctx0" brushRef="#br1" timeOffset="-186213.31">18131 8276 20271 0,'-2'0'1792'0,"0"2"-1424"0,1 1-368 0,0 0 0 15,0 1 576-15,0-1 32 0,1-3 16 0,-9 21 0 0,9-21 608 0,-12 36 128 16,12-36 32-16,-10 37 0 16,10-37-944-16,0 0-176 0,0 36-32 0,0-36-16 15,0 0-224-15,0 0-160 0,0 0 32 0,0 0-12352 0</inkml:trace>
  <inkml:trace contextRef="#ctx0" brushRef="#br1" timeOffset="-186086">18294 8229 10127 0,'3'-6'896'0,"-2"2"-704"15,0 2-192-15,-2 2 0 0,0 2 2448 0,0-2 464 16,0 3 96-16,0-2 0 0,-2 3-304 0,-1 6-64 16,-3 3-16-16,0 4 0 0,-2 4-1216 15,1 3-256-15,0 2-64 0,8-26 0 0,-10 47-768 0,10-47-144 0,-3 41-48 0,3-41 0 16,0 0-128-16,7 45 0 16</inkml:trace>
  <inkml:trace contextRef="#ctx0" brushRef="#br1" timeOffset="-185513.72">18561 8665 23039 0,'3'-3'2048'0,"0"0"-1648"16,-1 2-400-16,-1-1 0 0,-1 0 1984 0,1 1 304 0,0-3 64 0,2-1 16 15,1-3-512-15,-2 2-112 0,-2-1-16 0,-4 4 0 16,-1-1-1024-16,-2 4-192 15,-2 2-64-15,-2 0 0 0,-2 5-208 0,-3 2-48 16,-1 1-16-16,-2 2 0 0,-3 4-176 0,2 1 0 0,0 2 0 0,1 0 128 16,1 2-128-16,4 1 0 0,3-4 0 0,3 0 0 15,8-18 208-15,0 0-32 0,-1 42-16 0,1-42 0 16,0 0-160-16,0 0 192 0,32 33-192 16,-32-33 192-16,27 10-192 0,-27-10 0 0,34 9 0 0,-17-7 0 15,-17-2 0-15,37 3 0 0,-20-3 0 0,1-3 0 16,-1 0-224-16,0-3-32 0,-1 1 0 0,-1-4 0 15,0 2-2112-15,0-5-448 0,0 2-64 0,1-4-12048 16</inkml:trace>
  <inkml:trace contextRef="#ctx0" brushRef="#br1" timeOffset="-185202.95">18739 8734 1839 0,'-1'0'160'0,"1"0"-160"16,0 0 0-16,-1 0 0 16,1 2 2032-16,-3 0 368 0,-1 3 80 0,4-5 16 0,-10 17 832 0,10-17 160 15,0 0 32-15,-8 28 16 0,8-28-512 0,0 0-96 0,0 0-32 0,0 0 0 16,0 0-1168-16,38 19-224 0,-25-21-48 0,0-3-16 15,1 1-800-15,2-2-176 0,0-2-16 0,0 0-16 16,-2 1-304-16,-1-2-128 0,0 1 128 0,-3-1-128 16,-1 2 0-16,-3-1 0 15,-1 0 0-15,-2 0 0 0,-3 3 0 0,-2-3 0 16,-1 0 0-16,-2 1 0 0,-2-1 0 0,-1 2 0 0,-1 0 0 0,-3 2 0 16,0 0 0-16,-2 3 0 0,-3 4-192 0,-1 0 192 15,0 3-272-15,-1 3 64 0,2 3 16 0,1 0 0 0,2 2 64 0,1 0 128 16,2 4-208-16,1-1 80 0,10-17 128 0,-11 32 0 15,11-32 0-15,0 0 128 16,8 40-128-16,-8-40 176 0,0 0-176 0,36 22 192 16,-36-22 64-16,35 7 32 0,-14-6 0 0,3-1 0 0,0-1-112 0,-1-1-32 15,1-3 0-15,-1 1 0 0,-1-2-144 0,-3-2 0 16,0-1 0-16,-3 1-12288 16,0 0-2464-16</inkml:trace>
  <inkml:trace contextRef="#ctx0" brushRef="#br1" timeOffset="-184847.48">19099 8686 23039 0,'-2'0'1024'0,"0"0"192"0,2 0-960 0,0 0-256 0,0 0 0 0,1 0 0 15,0 0 1552-15,1 0 272 0,1-2 48 0,2 2 16 16,1 0-32-16,1-2 0 0,1 0 0 0,0-1 0 15,1 1-1280-15,-1 1-256 0,1-1-48 0,-1 2-16 16,-1 0-32-16,0 0-16 0,-7 0 0 0,0 0 0 0,0 0-208 0,0 0 0 16,0 0 128-16,21 38-128 0,-21-38 0 0,0 0 0 15,-5 40 0-15,5-40 0 16,0 0 0-16,-13 41 0 0,13-41 0 0,-11 26 0 0,11-26 0 16,-12 21 0-16,7-14 0 0,1-1 0 0,0-3 0 0,1 0 0 15,1-2 0-15,0-2 0 0,1 1 0 0,0-5 0 16,1 3 0-16,1-5 0 0,0 0 448 0,1-1-16 15,0-1 0-15,1 0 0 0,0-1-112 0,1 0 0 0,1 1-16 16,1-3 0-16,0 1-160 0,3-1-16 16,0-2-128-16,1 2 192 0,0-3-192 0,2 1 0 15,0-2 128-15,1 3-128 0,0-1 0 0,2-1-192 0,2 0 48 16,0 1-18176-16</inkml:trace>
  <inkml:trace contextRef="#ctx0" brushRef="#br1" timeOffset="-184548.21">19603 8435 24879 0,'-3'3'1088'0,"1"-1"256"0,1 0-1088 0,0 0-256 0,1-2 0 0,-1 1 0 0,1 1 1664 0,0 0 256 15,-1 3 64-15,0-2 16 16,1-3-96-16,0 0-32 0,0 0 0 0,0 0 0 0,0 0-1200 0,-11 37-240 16,11-37-48-16,-12 20-16 15,12-20-208-15,-18 28-32 0,6-13-128 0,0 1 192 0,-1 1-192 0,-3 3 128 16,-2 4-128-16,-1 2 0 0,1 0 160 0,2-2-160 15,5-2 160-15,11-22-160 0,-11 35 176 16,11-35-176-16,0 0 192 0,6 38-192 0,-6-38 0 0,0 0 0 16,0 0 0-16,32 24 0 0,-32-24 0 0,22 3 0 15,-9-3 0-15,-1-1 0 0,-1-2 0 16,-1 1 0-16,1-2 0 0,0-1 0 0,-1 2-144 0,0-1-48 0,-2-1 0 0,-1 0 0 31,0 1-448-31,-2-2-80 0,0 2-32 0,-1-3 0 16,-1 2-784-16,-1 0-144 0,-1-2-48 0,-1 0-8448 0,-2 0-1680 0</inkml:trace>
  <inkml:trace contextRef="#ctx0" brushRef="#br1" timeOffset="-184384.57">19350 8686 18431 0,'0'0'816'0,"0"0"160"0,0 0-784 0,-11 17-192 0,12-15 0 0,1-1 0 16,2 1 2928-16,1-2 528 0,6 1 128 0,5-1 0 15,5-1-1008-15,4-2-208 0,1-2-32 0,2-4-16 16,2 2-1552-16,0-5-304 0,-1 2-64 0,-1-1-16 0,-3 2-384 0,-1 1 128 15,-4 1-128-15,-2 2 0 16,-5 1-288 0,-1-1-144-16</inkml:trace>
  <inkml:trace contextRef="#ctx0" brushRef="#br1" timeOffset="-183765.68">19797 8698 22111 0,'6'-2'976'0,"-3"0"208"0,1 0-944 0,0 1-240 0,-1-1 0 0,0 0 0 0,1 1 1776 0,3-3 304 16,4-1 64-16,4-2 16 0,1-1-1552 0,-2-1-304 15,-1 0-64-15,-3 1-16 0,-3 0-480 0,-2 0-80 16,-3 1-32-16,-3 0 0 0,-2 2-80 16,-3 0 0-16,-2 1-16 0,-3 2 0 0,-1 2 464 0,-3 2 0 0,-1 2 128 0,0 2-128 15,0 2 192-15,1 0-64 0,-1 4 0 0,2-1-128 16,1 2 240-16,2 1-64 15,0 0-16-15,11-14 0 0,-16 27 416 0,16-27 96 16,0 0 16-16,-7 34 0 0,7-34 80 0,0 0 0 16,0 0 16-16,0 0 0 0,0 0-368 0,29 29-80 15,-29-29-16-15,20 0 0 0,-9-3 0 0,1-1 0 16,1 0 0-16,-1-1 0 0,0-1 0 0,0 2 0 16,0-4 0-16,-1 2 0 0,0-2-192 0,-3 1-128 0,0 0 128 15,0 2-128-15,-3-2 256 0,-1 1-32 16,0 1 0-16,-2 2 0 0,-1 1 16 0,0-1 0 0,0 3 0 0,-2 0 0 15,0 0-80-15,1 1-16 0,-2 1 0 16,2-2 0-16,0 0-144 0,0 0 192 0,0 0-192 0,-14 30 192 16,14-30-192-16,0 0 128 0,0 0-128 0,-6 34 128 15,6-34-128-15,0 0 0 0,0 0 0 0,0 0 128 16,0 0-128-16,29 28 0 0,-29-28 0 0,22 2 0 16,-10-4 0-16,2 0 0 0,1-3 0 0,2-2 0 0,0-2 0 0,1 1 0 15,1-3 0-15,-2 1 0 0,-1 0 0 0,0-1 0 16,-1 1 0-16,-2-1 0 0,0 1 0 15,-1 0 0-15,1-1 0 0,0 1 0 0,0-1-208 0,-2 1 80 16,-1 2 128-16,-1 1-208 0,-3 3 208 0,-2 1 0 16,-1 3 0-16,-1 2 0 0,-2-1 0 0,0-1 0 15,0 0 128-15,0 0-128 0,0 0 160 0,-13 35-32 16,13-35 0-16,-11 28 0 0,11-28-128 0,-13 34 128 16,13-34-128-16,-16 33 128 0,16-33 32 0,-14 35 0 15,14-35 0-15,-8 29 0 0,8-29-32 0,0 0-128 0,0 0 192 16,0 0-64-16,1 38-128 0,-1-38 0 0,0 0 0 0,11 0 0 31,-6-5-384-31,0-1-48 0,2-2-16 0,-1-2-17840 0</inkml:trace>
  <inkml:trace contextRef="#ctx0" brushRef="#br1" timeOffset="-183616.85">20219 8388 23951 0,'0'-3'2128'0,"2"-1"-1696"15,0 3-432-15,-1 1 0 0,1 0 1936 0,0 0 304 16,1 0 64-16,2-2 16 0,3 4-128 0,0-1-16 15,-8-1-16-15,0 0 0 0,25 19-1584 16,-25-19-320-16,0 0-64 0,0 0-16 16,29 33-176-16,-29-33-272 0,0 0 64 0,0 0-17712 0</inkml:trace>
  <inkml:trace contextRef="#ctx0" brushRef="#br1" timeOffset="-183198.2">20466 8482 19343 0,'1'0'1728'0,"0"0"-1392"0,0 1-336 0,0 1 0 0,-1-2 1824 16,1 0 288-16,1 3 64 0,-2-3 16 15,0 0-96-15,0 0-32 0,0 0 0 0,0 0 0 0,16 38-1088 0,-16-38-208 16,0 0-64-16,0 0 0 0,-8 47-304 0,8-47-64 16,-15 33-16-16,15-33 0 0,-21 35-80 0,9-16-32 15,-2 0 0-15,2-2 0 0,0-1 32 0,12-16 0 16,-18 24 0-16,18-24 0 0,0 0-240 0,0 0 176 15,0 0-176-15,0 0 160 0,0 0-160 0,0 0 0 16,0 0 0-16,0 0 0 0,20 0 0 0,-10-9 0 0,0-1 0 0,2-2 0 16,0-2 0-16,1-2 128 15,-1 3-128-15,-1-1 0 0,1-2 0 0,1-1 128 16,0-2-128-16,1 1 0 0,1-1 160 0,1 2-160 16,-1-2 192-16,-1 4-192 0,-1 3 208 0,-2 3-64 15,-3 4-16-15,-1 3 0 0,-3 2 48 0,-1 2 0 0,-3-2 0 0,0 0 0 16,0 0-16-16,0 0 0 0,-1 43 0 0,1-43 0 15,0 0-160-15,-11 43 0 0,11-43 144 0,-14 33-144 16,14-33 0-16,-18 43 0 0,18-43 0 0,-19 42 0 16,19-42 0-16,-18 37 0 0,18-37 0 0,-11 27 0 15,11-27 0-15,0 0 0 0,0 0 0 0,0 0 0 16,0 0 0-16,0 0 0 0,0 0 0 0,0 0 0 16,0 0-448-16,0 0-128 0,33 0 0 0,-19-12-17808 15</inkml:trace>
  <inkml:trace contextRef="#ctx0" brushRef="#br1" timeOffset="-182920.23">20856 8462 11055 0,'10'-10'480'0,"-6"5"112"0,-1 2-464 0,0 1-128 0,-2 1 0 0,-1 1 0 0,0 1 3936 0,0-1 768 15,0 0 160-15,0 0 16 16,0 0-1696-16,-14 40-352 0,14-40-64 0,-17 31-16 0,17-31-1776 0,-16 34-352 16,16-34-80-16,-17 34-16 0,17-34-320 0,-17 32-64 15,17-32-16-15,-15 35 0 0,15-35-128 0,-13 31 0 16,13-31 0-16,-12 33 0 0,12-33 0 0,-10 31 0 15,10-31 0-15,0 0 0 0,0 38 0 0,0-38 0 0,0 0 0 0,0 0 0 16,0 0 0-16,27 26 0 16,-18-26 0-16,3-2 0 0,-1-1 0 0,0-1 0 0,2-4 0 0,-2 2 0 15,0-2 0-15,0 1 0 16,-1-4 0-16,0 1 0 0,-1-2 0 0,-2-1-192 0,2-2 32 0,-3-1 16 16,2 1-544-16,-3-3-96 0,0 1-32 0,-1 0 0 15,-2 2-1280-15,-1 3-256 0,-2 3-48 0,-2 0-7264 16,-4 4-1440-1</inkml:trace>
  <inkml:trace contextRef="#ctx0" brushRef="#br1" timeOffset="-182346.93">20726 8620 5519 0,'-2'0'496'16,"2"0"-496"-16,0 0 0 0,0 0 0 0,-1 0 3328 15,0 2 576-15,0 0 128 0,1-2 0 16,0 0 1072-16,0 0 208 0,23 9 32 0,-9-8 16 0,3-2-3536 0,2 0-704 16,-1-1-144-16,2-1-16 0,0-1 304 0,-1 1 64 15,1-2 16-15,-1-2 0 0,1 2-1040 0,-3 0-304 16,-1 1 128-16,-1-1-128 15,-1 1-784-15,-2 1-240 0,-2 1-32 0,0-1-16 16,-3 1 352-16,-2 0 64 0,-2 1 16 0,0-1 0 16,-1 2-2688-16,1-1-512 0,-1 0-128 0,0-1 0 15,2 0-1856-15,1-1-352 0,-1 0-80 0,2-1-16 16,0-1 4352-16,2-1 880 0,0 0 160 0,1-1 48 0,2-3 2704 0,-1 3 560 16,1-2 96-16,-1 1 32 0,-1 2 736 0,0 1 160 15,-4 2 16-15,0 3 16 0,-5 0-576 0,0 0-112 16,0 0-32-16,0 0 0 0,-2 38-976 0,2-38-192 0,-15 32-32 0,15-32-16 15,-15 40-912-15,15-40-176 0,-13 40-32 16,13-40-16-16,-8 39-160 0,8-39-48 0,0 0 0 0,2 49 0 0,-2-49-208 16,0 0 144-1,0 0-144-15,20 28 128 0,-20-28-128 0,16 0 0 0,-7-2 144 16,0-5-144-16,1 2 128 0,0-5-128 0,1 1 160 16,0 0-160-16,-2-1 0 0,0-2 0 0,0 0-208 0,0 0 64 15,-1 0-144-15,1 0-32 0,1-4 0 0,0 0 0 16,0-1 320-16,-1 0 0 0,1 1 0 0,-1 0 0 15,-2 1 0-15,-1 3 224 16,-2 3-16-16,-1 0 0 0,0 6 304 0,-3 0 48 0,0 4 16 0,0-1 0 16,0 0-272-16,0 0-48 0,-18 32-16 0,18-32 0 15,-15 34-240-15,15-34 144 0,-20 44-144 0,20-44 128 16,-21 55-128-16,10-24 0 0,1 3 0 0,1 1 0 16,0 2 0-16,-1-1 0 0,-1 0 0 0,1-3 0 15,1 0 0-15,9-33 0 0,-19 60 0 0,19-60 0 16,-16 50 0-16,16-50 0 0,-21 42 0 0,21-42 0 15,-24 36 0-15,24-36 0 0,-27 28 0 0,14-18 128 16,1-1 48-16,0-2 0 0,2-2 0 0,-1-3 0 16,0-1 80-16,-1-2 32 0,-1-4 0 0,-1 1 0 0,-1-4-288 15,-4-1 0-15,-1-3 128 0,-2-4-128 16,-1-1-512-16,-1-2-144 0</inkml:trace>
  <inkml:trace contextRef="#ctx0" brushRef="#br1" timeOffset="-182040.51">21579 8210 14735 0,'14'-8'640'0,"-8"4"160"0,0 0-640 0,-1 1-160 0,-2 3 0 0,-1-2 0 0,0 2 2592 0,1 2 480 15,0 0 112-15,-3-2 16 0,0 0-800 0,0 0-160 16,0 0-16-16,-18 50-16 0,18-50-1088 0,-25 35-224 16,25-35-32-16,-28 36-16 15,28-36-256-15,-26 31-48 0,26-31-16 0,-20 24 0 0,20-24-528 0,0 0 0 16,0 0 0-16,0 0-17344 0</inkml:trace>
  <inkml:trace contextRef="#ctx0" brushRef="#br1" timeOffset="-181877.6">21773 8173 26655 0,'1'-5'576'0,"-1"4"128"0,1-1 32 0,-2 2 32 15,0 0-624-15,-1 2-144 0,2-2 0 0,0 0 0 0,-18 21 2064 16,18-21 384-16,-28 36 80 0,10-12 16 0,18-24-1504 0,-32 45-288 0,32-45-64 0,-24 40-16 15,24-40-672-15,-15 31 0 0,15-31 0 0,0 0 0 16</inkml:trace>
  <inkml:trace contextRef="#ctx0" brushRef="#br1" timeOffset="-180914.54">22142 8494 6447 0,'1'-4'576'0,"0"-1"-576"16,1 2 0-16,-1 1 0 0,-1 0 1088 0,0 0 96 0,0-1 32 15,1 0 0-15,0-1 1472 0,1-3 320 0,0 2 48 0,0 0 16 16,1 1-400-16,0 3-80 0,-1-1-16 0,1 2 0 16,1 0-608-16,0 0-128 0,0 2-32 15,1-2 0-15,0 3-896 0,1-1-176 0,-1-1-32 0,1 1-16 0,0 0-464 16,-1-2-96-16,0 3 0 0,-1-1-128 16,0 0 0-16,0 1 0 0,-2-1 0 0,0 0 0 31,-3 3-1152-31,0 0-176 0,1-5-32 0,0 0-15216 0</inkml:trace>
  <inkml:trace contextRef="#ctx0" brushRef="#br1" timeOffset="-180781.27">22115 8598 7359 0,'0'1'320'0,"0"-1"80"0,0 2-400 0,0-2 0 0,0 0 0 0,0 0 0 0,0 1 2336 0,1 0 384 16,0 2 80-16,-1-3 16 16,0 0 256-16,0 0 48 0,0 0 16 0,0 0 0 15,0 0-1472-15,-3 45-304 0,3-45-48 0,0 0-16 0,0 0-912 16,0 0-176-16,0 0-32 0,0 0-16 0,1 41-160 15,3-39 0-15,0-2-160 0,3 0-14912 16</inkml:trace>
  <inkml:trace contextRef="#ctx0" brushRef="#br1" timeOffset="-180389.12">22565 8430 16575 0,'13'-12'736'0,"-6"3"160"0,2 2-720 0,-2-2-176 16,-2 4 0-16,-2 0 0 0,2 0 2176 0,4-5 416 0,5-6 80 0,5-6 16 16,-2 0-688-16,-3 2-128 15,-4 4-16-15,-5 2-16 0,-4 4-720 0,-5 3-144 0,-2 3-16 0,-4 3-16 16,-2 1-224-16,-3 1-32 0,-2 2-16 0,-1 2 0 16,-2 2-352-16,2 1-64 0,-1-1 0 0,1 2-16 15,3 2-48-15,1 0-16 0,1-2 0 0,13-9 0 16,-18 19-176-16,18-19 160 0,0 0-160 0,-14 31 160 0,14-31-160 15,0 0 0-15,-3 43 0 0,3-43 0 0,0 0 0 16,1 54 0-16,-1-54 0 0,2 42 0 0,-2-42 128 16,2 44-128-16,-2-44 0 0,3 50 128 0,-3-50-128 0,5 54 128 15,-5-54-128-15,10 54 128 16,-10-54-128-16,11 50 0 0,-11-50 0 0,10 50 0 0,-10-50 0 0,7 42 0 16,-7-42 0-16,0 0 0 0,5 55 0 0,-5-55 0 15,0 0 0-15,-7 45 0 16,7-45 0-16,0 0 0 0,-19 38 0 0,19-38 0 15,-19 24 0-15,7-17 0 0,1 1 0 0,-1-2 0 0,0-3 0 0,0-1 0 0,-1-2 0 0,0-4 0 16,1-2-192-16,-2-1-64 0</inkml:trace>
  <inkml:trace contextRef="#ctx0" brushRef="#br1" timeOffset="-180229.93">22339 8645 20271 0,'4'-1'1792'0,"-1"1"-1424"16,0 0-368-16,0 0 0 0,-1 1 1664 0,0-1 256 0,2 1 48 0,2 1 16 15,-6-2 832-15,26 10 192 16,-6-5 16-16,2 2 16 0,2-3-1840 0,1-1-368 16,1-1-80-16,-1-2-16 0,0-2-496 0,-1-1-112 0,1 0 0 0,-1-2-128 15,-1 1-304-15,-2 0-160 0</inkml:trace>
  <inkml:trace contextRef="#ctx0" brushRef="#br1" timeOffset="-179450.16">23220 8543 13823 0,'4'-5'1216'0,"-1"1"-960"15,-1 1-256-15,-1 2 0 0,-1 1 1216 0,1-2 192 0,2-3 32 0,0-1 16 16,2-2 1296-16,-1 1 272 0,-2 1 48 0,-1 3 16 16,0 0-1056-16,-2 3-224 15,-1 2-32-15,-2 2-16 0,0 2-880 0,-1 0-176 0,5-6-48 0,0 0 0 16,-19 31-368-16,19-31-80 0,0 0-16 0,-21 41 0 15,21-41-192-15,0 0 0 0,-19 42 128 0,19-42-128 16,0 0 0-16,-11 36 0 0,11-36 0 0,0 0 0 16,0 0 0-16,0 0 0 0,0 0 0 0,0 0 0 15,14 39 0-15,-9-40 0 0,1 1 0 0,1-4 0 0,2-1 0 16,0 0 0-16,1-3 0 0,2 0 0 16,0 0 0-16,1-4 0 0,1 2 0 0,-1-3 0 0,1 1 0 0,-1-1 0 15,-1-1 0-15,0-1 0 0,-2 2 0 0,1-1 0 16,-2 2 0-16,-1-2 0 15,0 3 192-15,-3 2-48 0,0 3-16 0,-3 1 0 16,0 2 64-16,-3 1 0 0,0 4 0 0,-2 1 0 0,-1 0-192 0,4-3 128 16,0 0-128-16,0 0 128 0,-15 32-128 15,15-32 0-15,0 0 0 0,0 0 0 0,-5 49 0 0,5-49 0 0,0 0 0 16,0 0 0-16,18 42 0 0,-18-42 0 0,0 0 0 0,25 23 0 16,-25-23 144-16,18 7-144 0,-9-7 160 15,1 0-160-15,-1-2 256 0,-1-1-64 0,2 0 0 16,-2-3 0-16,1 1-32 0,0-2-16 0,-1 0 0 15,0 0 0-15,1-2-144 0,0-1 192 0,-1 0-192 16,1-2 192-16,-1 1-64 0,0-4 0 0,1 1 0 16,-2-2 0-16,-1-3 0 0,1 2 0 0,-1-1 0 15,-3 3 0-15,1 1-128 0,-2 4 0 16,-1 1 0-16,-1 4 0 0,0 1-224 0,0 3-32 0,0 4 0 0,-1 0 0 31,1-3-1792-31,0 0-352 0</inkml:trace>
  <inkml:trace contextRef="#ctx0" brushRef="#br1" timeOffset="-179130.01">23645 8494 15663 0,'11'0'688'0,"-7"0"144"0,-2 0-656 0,-1 0-176 0,0 0 0 0,1 0 0 0,0 0 2592 0,0 0 480 16,5 0 112-16,1 0 16 0,2 0-448 0,2 2-64 15,1 1-32-15,1-2 0 0,1 1-1520 0,0 0-304 16,0 0-64-16,0 0-16 16,0-2-592-16,0 1-160 0,0-2 0 0,-1 1 0 0,-1-2 0 0,-1 0 0 0,-1 0 0 0,-1-1 0 15,-1-2 0-15,-2 1 0 0,-1-1 0 16,-1-2 0-16,-1 2 0 0,-2-2 0 0,-1 0 0 0,-1 0 128 15,-1-3-128-15,0 3 0 0,-2-2 0 0,0-1 0 16,0 3 144 0,-2-2-144-16,-1 2 192 0,-2 4-192 0,1-2 176 0,-3 5-176 0,1 1 160 0,-2 3-160 15,0 4 128-15,11-8-128 0,-22 20 0 0,22-20 0 16,-24 24 176-16,24-24-176 16,-28 33 192-16,28-33-192 0,-27 33 336 0,27-33-32 0,-21 29-16 0,21-29 0 0,0 0-32 0,-22 43-16 15,22-43 0 1,0 0 0-16,2 40-112 0,-2-40-128 0,0 0 176 0,27 28-176 0,-12-23 144 0,2 0-144 31,4-4 0-31,1 0 144 0,0-1-144 0,1-2 0 0,0 0 0 0,0 0-12752 16,-2-1-2592-1</inkml:trace>
  <inkml:trace contextRef="#ctx0" brushRef="#br1" timeOffset="-176666.85">7136 10709 9215 0,'0'-3'816'0,"0"1"-656"0,-1 2-160 0,0-1 0 32,0 1 960-32,0-1 176 0,-1 1 16 0,-1-3 16 0,-1 1 48 0,1-1 0 15,0 1 0-15,1 1 0 0,0 0-112 0,1-1-16 0,0 0 0 0,0 2 0 16,1 0 336-16,-1 0 64 0,0 0 16 15,-1 2 0-15,-1 0-432 0,-1 0-96 0,-1 3-16 16,-2 1 0-16,-1 2-448 0,-2-1-112 0,0 4-16 0,-1 0 0 16,1 1-80-16,-1 2-32 0,1 1 0 0,1 1 0 0,-1 3 144 15,4-1 32-15,1-4 0 0,2 1 0 16,1 4 48-16,2-2 16 0,0-17 0 0,6 34 0 16,-6-34-224-16,0 0-32 0,18 34-16 0,-18-34 0 15,0 0-240-15,0 0 0 0,0 0 0 0,42 15 0 16,-42-15 0-16,23-10 0 0,-11 1 0 0,1-3 0 15,1 0 0-15,0-3 144 0,3-3-144 0,0-1 128 16,-1 0-128-16,-1-3 0 0,0 3 0 16,-3-2 0-16,0-1 0 0,-3 4 0 0,-4-1-128 0,-2 4 128 15,-2 0 0-15,-4 2 0 0,-2 1-144 0,-5 3 144 16,-3 4 0-16,-3 3-128 0,-3 0 128 0,-2 4 0 16,-2 3-224-16,2 2 64 0,3 2 16 0,0 0 0 15,2 1-112-15,3-2 0 0,4 1-16 0,5 0 0 16,2-2-48-16,2-7 0 0,0 0 0 0,0 0-15120 15</inkml:trace>
  <inkml:trace contextRef="#ctx0" brushRef="#br1" timeOffset="-176149.22">7396 10342 16575 0,'-3'-6'736'0,"1"3"160"0,1 0-720 0,-1 1-176 16,1 2 0-16,0 0 0 0,0 2 1840 0,-1-2 336 15,-1 2 64-15,0 2 0 0,-2 1-112 0,1 2-16 16,1 3-16-16,0 2 0 0,-1 2-768 0,1 0-160 0,1 5-16 16,-2 2-16-16,1 2-480 0,-1 3-80 0,1 4-32 0,-2 3 0 15,0 1-80-15,1 3-16 0,-2 2 0 0,1 0 0 16,-1 0-192-16,0-2-32 0,3 1-16 15,-1-11 0-15,1-4-208 0,1 0 0 0,1 1 0 16,1-1 0-16,0-23 0 0,3 34 128 0,-3-34-128 16,0 0 0-16,8 29 0 0,-8-29 0 0,0 0 0 15,0 0 0-15,0 0 0 0,0 0 0 0,0 0 0 16,0 0 0-16,12-7 0 0,-10-2 0 0,-1-1 0 0,1-2 0 16,0 0 0-16,0-2 0 0,1-3 128 0,0-2-128 0,0 1 0 15,1-2 0-15,2 1 128 0,-1 0-128 0,2 3 0 16,0 0 0-16,2 3 0 0,2-1 0 15,0 2 0-15,1 3 0 0,0 1 0 0,0 4 0 0,-12 4 0 16,0 0 0-16,0 0 0 0,39 2 0 0,-39-2 0 16,0 0 0-16,0 0 0 0,22 43 0 15,-22-43 0-15,2 26 0 0,-4-12 0 0,-3 1 0 0,0 1 0 0,-3-2 0 16,3-2 0-16,-3-2 0 0,-1 4 0 16,-1-2 0-16,1-2 0 0,-2-1 0 15,3-2 0-15,0-3 0 0,-1-1 0 0,1-1 0 0,0-1 0 0,0-2 0 16,1-1 0-16,2-1 0 15,2-1 0-15,1-1 0 0,1-1 0 0,2 0-12128 0,1-1-2432 16</inkml:trace>
  <inkml:trace contextRef="#ctx0" brushRef="#br1" timeOffset="-175480.62">7749 10652 12895 0,'1'-2'1152'0,"0"-1"-928"15,1 1-224-15,-1 0 0 16,0 1 1664-16,1-1 272 0,1-3 64 0,2-2 16 0,1 0 896 0,0-2 176 16,1 1 48-16,-4 2 0 0,1 1-1088 0,-1 1-192 15,-2 1-64-15,0 1 0 0,-1 1-864 0,-1 1-176 16,-1 0-48-16,-1 0 0 0,0 3-416 0,-1-1-96 16,-2 0 0-16,0 3-16 0,-3 1-176 0,0 2 0 15,-1-1 144-15,0 3-144 0,0 0 0 0,-2 1 0 16,0 1 0-16,1 2 0 0,0 1 0 0,1-1 0 15,2 0 0-15,0-2 128 0,4-3-128 0,1 1 0 16,0 1 0-16,2-1 0 0,0 0 0 0,1-10 0 0,0 0 0 0,0 0 0 16,8 28 0-16,-8-28 0 0,0 0 0 0,0 0 0 15,0 0 0-15,0 0 0 0,41 16 0 0,-41-16 0 16,0 0 0-16,0 0 0 0,38-2 0 0,-38 2 0 16,0 0 0-16,0 0 0 0,0 0 0 0,38 3 0 15,-38-3 0-15,0 0 0 0,0 0 0 0,0 0 0 16,0 0 0-16,0 0 0 0,0 0 0 0,9 29 0 15,-13-24 0-15,-2-1 0 0,-1 3 0 0,-2 0 0 16,-2 1 0-16,0-2 0 0,2 0 0 0,-1-2 0 0,1 1 0 0,-2 0 0 16,2-2 0-16,1-2 0 0,1 1 0 0,3-4 0 15,0 1 0-15,3-3-12288 16,1 0-2368-16</inkml:trace>
  <inkml:trace contextRef="#ctx0" brushRef="#br1" timeOffset="-175136.56">7824 10771 5519 0,'0'4'496'0,"0"-4"-496"16,1 3 0-16,0-3 0 0,-1 2 3456 0,0-1 576 0,1 0 128 0,-1-1 32 16,0 0-336-16,0 0-64 0,0 0-16 0,0 0 0 15,38 24-1664-15,-38-24-320 16,0 0-80-16,0 0-16 0,38-4-1088 0,-38 4-224 0,23-10-32 16,-12 2-16-16,1-1-176 0,-1 0-32 0,0-2-128 0,-1 0 192 15,0 2-192-15,-3-1 0 0,-1 1 128 0,-2-1-128 16,0 1 0-16,-3 2 0 0,-1-3 0 0,-1 3 0 15,-3 0 0-15,0 1 0 0,-3 2 0 0,0 0 0 16,-3 0 0-16,0 3 0 0,-1 2 0 0,-1 3 0 16,1 0 0-16,0 4 0 0,0 1 0 0,0 1 0 15,3 1 0-15,1 1-128 0,0 0 128 16,3 2 0-16,-1-2 0 0,2 2 0 0,1 1 0 0,1-3 0 16,1-12 0-16,3 24 0 0,-3-24 0 0,0 0 0 0,0 0 0 0,22 31 0 15,-22-31 0-15,0 0 0 0,0 0 0 0,39 5 0 16,-39-5 0-16,0 0 0 15,34-8 0-15,-34 8 0 0,19-9 0 0,-10 3 0 0,1 0 0 0,0-4-208 16,0 3 32-16,-1 0-18304 16</inkml:trace>
  <inkml:trace contextRef="#ctx0" brushRef="#br1" timeOffset="-174801.76">8076 10703 3679 0,'0'-1'320'0,"0"-2"-320"0,1 1 0 0,0 0 0 0,0 1 3904 0,0 1 720 0,0-2 144 0,3 0 32 16,2-2-1184-16,-6 4-224 16,16-8-64-16,-6 3 0 0,-10 5-1760 0,0 0-352 0,26-5-80 0,-26 5-16 15,0 0-624-15,0 0-128 16,0 0-32-16,0 0 0 0,0 0-80 0,39 22-32 0,-39-22 0 0,0 0 0 16,0 0-32-16,3 35 0 0,-5-23 0 0,1-2 0 15,-3 1-192-15,0-1 144 0,0 0-144 0,-1-1 128 16,0-2-128-16,2-2 0 0,-1 0 0 0,1-3 128 15,0 0 64-15,1-2 16 0,2-2 0 16,0 0 0-16,0-3 48 0,1-2 16 0,2-1 0 0,0-1 0 0,3 0-144 0,0-3-128 16,1 0 192-1,0-2-192-15,0 0 0 0,2 0 0 0,0-1 0 0,-1-2 0 0,2 3 0 0,-2 0 0 16,0 2 0-16,0 0 0 16,-1 3 0-16,0 2-176 0,-2-1 176 0,1 2-208 31,-1 1-816-31,1 2-144 0,-1-1-48 0,0 1-16048 0</inkml:trace>
  <inkml:trace contextRef="#ctx0" brushRef="#br1" timeOffset="-174420.03">8413 10578 11967 0,'1'-2'528'0,"0"-2"112"0,0 3-512 0,-1-1-128 16,0 0 0-16,1 1 0 0,0 1 2848 0,0-2 544 15,1 1 96-15,0 0 32 0,0-1-320 0,-1 2-48 16,0 2-16-16,0 2 0 0,0-1-1728 0,-1 4-368 16,0-7-64-16,-1 21-16 0,1-21-656 0,-1 31-144 15,1-31-32-15,-2 38 0 0,2-38-128 0,-2 38 0 0,2-38 0 0,-1 33 0 16,1-33 0-16,1 26 0 15,-1-26 0-15,0 0 0 0,0 0 0 0,0 0 0 0,0 0 0 0,0 0 0 16,0 0 0-16,40 7 0 0,-31-18 144 0,2-3-144 16,0-1 320-16,0-3 0 0,1 0 0 0,0 0 0 15,0-1-320-15,-1 1 128 0,-1 0-128 0,0-1 0 16,0 3 0-16,0-1 0 0,-1 2 0 0,-1 1 128 16,0 0-128-16,-2 3 0 0,-1 3 0 0,-2 1 0 15,0 3-320-15,-1 1-48 0,0 3 0 0,-2 0 0 16,-1 3-2000-16,-1 1-384 0</inkml:trace>
  <inkml:trace contextRef="#ctx0" brushRef="#br1" timeOffset="-173033.36">8687 10682 12895 0,'3'-2'1152'0,"0"1"-928"0,0 0-224 0,0-1 0 15,0 0 2800-15,-1 1 512 0,-2 1 96 16,0 0 32-16,19-8-960 0,-19 8-192 0,26-9-48 0,-14 3 0 15,-12 6-1200-15,22-10-240 0,-14 6-48 0,-8 4-16 16,16-8-224-16,-10 4-64 0,1-1 0 0,-2 2 0 0,1-1-176 0,-2-1-32 16,0 0-16-16,0 0 0 15,-1 1-224-15,-1 0 0 0,0 1 0 0,0-2 0 0,0 0 0 0,-1 3 0 16,0-3 0-16,-2 0-160 16,1 1-272-1,-2-2-48-15,-1 2-16 0,1-1 0 0,-2 0-336 0,-1 2-64 0,0-1 0 0,-3 0-16 0,2 1 464 0,-2 1 112 16,1 2 16-16,-1 0 0 15,2 2 512-15,-1 3 128 0,0 0 0 0,1 2 16 0,-1 2 304 0,1 1 64 0,0 2 16 0,0 2 0 16,1 3-224-16,-1 2-48 0,1 2-16 0,-1-1 0 16,1 0 16-1,0-1 0-15,5-19 0 0,-5 29 0 0,5-29 0 16,0 0 16-16,0 0 0 0,0 0 0 0,14 33-208 0,-14-33-64 0,0 0 0 0,27-7 0 16,-27 7-192-16,24-10 176 0,-11 1-176 15,2-1 160-15,0 0-160 0,0 1 0 0,0 0 0 16,-1-1 128-1,0 3-576-15,0 0-112 0,-1 0-16 0,-13 7-17376 0</inkml:trace>
  <inkml:trace contextRef="#ctx0" brushRef="#br1" timeOffset="-172466.2">9078 10638 25791 0,'0'0'1152'0,"0"0"224"16,0 0-1104-16,0 0-272 15,0 0 0-15,0 0 0 0,0 0 1392 0,0 0 208 0,34 9 64 0,-34-9 0 0,0 0-224 0,28-7-32 16,-28 7-16-16,18-12 0 0,-10 3-432 0,-1 0-96 16,0-1-16-16,-2-1 0 0,0 0-512 15,-2-1-96-15,-1 3-32 0,-1 0 0 16,0-1-208-16,-2 3 0 0,-1 1 0 0,-1 0 0 16,-1 1 128-16,-1 1-128 0,0-1 0 0,-4 3 0 15,2 1 192-15,-2 1-64 0,0 0-128 0,1 3 192 16,1 2-192-16,-1-1 144 0,0 2-144 0,1 2 128 15,1 1-128-15,-1 2 0 0,1 1 0 0,-1 0 0 16,1 4 0-16,-1-2 0 0,2 5 0 0,-1-2 0 16,3-1 0-16,3-16 0 0,-4 31 0 0,4-31 128 15,0 0-128-15,0 29 160 0,0-29-160 0,0 0 160 0,0 0-160 0,0 0 0 16,0 0 0-16,0 0 0 0,0 0 0 16,34 14 0-16,-25-24 0 0,2-2 0 0,0-2 0 0,-1-5 0 15,1 0 0-15,0 0 0 0,0-2-224 0,1-3-32 16,0 3 0-16,-1 0 0 15,0-2-336-15,-3 6-80 0,-1 2-16 0,0-2 0 16,2-6 112-16,2-6 32 0,-1-3 0 0,-1 0 0 0,-1 0 544 0,-2 2 0 16,-2 0 0-16,-2 2 0 0,0 4 208 0,-1 0 112 15,-2 0 0-15,0 5 16 0,-1 2 336 0,1 1 64 0,-1 3 16 0,0 2 0 16,0 2-320-16,1 3-64 0,0 3-16 0,0 3 0 16,1 2-128-16,0 3-32 0,0-5 0 0,0 0 0 15,1 40-16-15,-1-40-16 0,1 45 0 0,0-18 0 16,0 5 16-16,-2 1 0 0,0 4 0 0,-1 0 0 15,-1-1 64-15,-1 1 16 0,-1-4 0 0,1 1 0 16,0 1-128-16,1-4 0 0,2-3-128 0,0-4 192 16,1-24-192-16,5 38 0 0,-5-38 0 0,0 0 0 0,0 0 0 0,15 37 0 15,-15-37 0-15,0 0 0 16,0 0 0-16,0 0-192 0,0 0 192 0,28-3-19904 16</inkml:trace>
  <inkml:trace contextRef="#ctx0" brushRef="#br1" timeOffset="-168113.81">9987 10370 15663 0,'2'-2'1392'0,"-1"0"-1120"0,-1 1-272 0,0 1 0 0,0 0 1584 0,0 0 256 15,1 0 48-15,-1-3 16 0,1 3 176 16,-1 0 32-16,-1 3 16 0,-2 2 0 0,0 2-992 0,0 2-208 16,-1 3-32-16,-1 2-16 0,0 3-480 0,-1 2-80 0,1 0-32 0,-1 2 0 15,2 1-32-15,-1-4 0 16,1 2 0-16,0-5 0 0,3 0 0 0,-2-3 0 15,0-1 0-15,1-3 0 0,1-1-80 0,0-2-32 16,1-4 0-16,1 1 0 16,-1-2-144-16,0-2 0 0,1-1 0 0,0-1 128 0,2-2-128 0,-1-1 0 15,1-3 0-15,1-1 0 0,1 1 0 0,-1-1 0 0,2-1 0 0,-1-3-176 16,1 2 176-16,0-2 0 0,0 0 0 16,2-1-128-16,-2 0 128 0,1 1 0 15,-1 2 0-15,0 1-128 0,-1 2 128 0,1-1 0 16,0 2 0-16,1 1 0 0,-2 2 0 0,1 2 0 15,0-1 0-15,1 2 0 0,0 1 192 0,-7 2-48 0,0 0 0 0,0 0 0 16,0 0 224-16,35 22 32 0,-35-22 16 16,0 0 0-16,15 33-272 0,-15-33-144 0,7 31 160 0,-7-31-160 15,2 31 176-15,-2-31-176 0,-2 33 192 0,-1-18-192 16,0-2 144-16,0-1-144 0,-1-2 0 0,0-1 144 16,0-2-144-16,0 0 160 0,0-4-160 0,1-1 160 15,1-1-160-15,1-1 0 0,0-1 144 0,0-1-144 0,1-3 0 16,2 0 0-16,-1-4 0 0,2 0 128 15,0 1-128-15,2-4 0 0,-1 0 0 0,3-2 0 16,-1 1-128-16,2-2 128 0,0-2-128 0,-1 0 128 31,1 1-544-31,-1-1-32 0,2 1 0 0,-2 1 0 16,1 3 96-16,1 3 16 0,-2 0 0 0,1 1 0 0,-2 4 464 0,-6 4 0 0,0 0 0 0,0 0 0 16,0 0 0-16,0 0 0 0,24 33 192 0,-24-33-192 15,0 0 464-15,2 43-16 0,-2-43 0 0,-4 35 0 16,2-18-192-16,-2-1-32 0,-1 3-16 0,0-2 0 15,0 0-48-15,1-3-16 0,1-2 0 0,3-12 0 16,-3 19-144-16,3-19 0 0,0 0 144 0,0 0-144 0,0 0 0 0,0 0 0 16,0 0 0-16,0 0 0 15,19-10-512-15,-12 0-128 0</inkml:trace>
  <inkml:trace contextRef="#ctx0" brushRef="#br1" timeOffset="-167410.1">10398 10415 22111 0,'3'-3'1968'0,"-1"1"-1584"0,0 1-384 15,-1 0 0-15,-1 1 1552 0,1 0 240 0,1-3 32 0,1 1 16 16,2-1-224-16,-2 1-32 0,0 1-16 0,-1 1 0 16,-1 1-800-16,-2 2-144 0,-1 1-48 15,-2 1 0-15,2 2-128 0,-4 2-16 0,2 0-16 0,-2 2 0 16,-1 1-112-16,1 3-32 0,-1 0 0 15,1 2 0-15,-1 2-144 0,2 0-128 0,1-2 192 0,4-17-192 0,-2 30 128 0,2-30-128 16,0 0 0-16,0 0 0 0,17 34 0 0,-17-34 0 16,0 0 0-16,27-6 0 15,-17-3 0-15,1 0 0 0,2-5 0 0,-1-1 0 16,1 1 208-16,-1-5-16 0,0 3 0 0,0-4 0 16,-1 4-192-16,-3-3 0 0,-2 4 0 0,-3 1 0 0,-2 2 0 15,-2 1 0-15,-1 2 0 0,-1 1 0 0,-4-1 0 16,0 4 0-16,-2-2 0 0,-2 4 0 0,2 3 0 0,-1 0 0 15,0 3 0-15,-1 0 0 0,1 3 0 16,0 2 0-16,2-1 0 0,-2 2 0 0,1 1 0 0,2-3 0 16,-1 1 0-16,4 0 0 0,0-3 128 15,2-2-128-15,1 1 0 0,2-4 144 0,2 0-144 0,1-2 160 16,2-3-160-16,2 1 160 0,2-2 16 0,1-1 0 16,2-1 0-16,0 0 0 0,2-1-176 0,-1 1 128 15,0 1-128-15,1 0 128 0,-1 2-128 16,-14 5 0-16,25-7 0 0,-25 7 0 0,0 0 0 0,32 0 0 0,-32 0 0 15,0 0 0-15,0 0 0 0,0 0 0 0,34 10 0 0,-34-10 0 16,0 0 0-16,0 0 0 0,0 0 0 0,0 0 0 16,0 0 0-16,0 0 0 15,0 0 0-15,29 30 0 0,-29-30 0 0,0 0 0 0,0 0 0 0,0 0 0 16,1 34 0-16,-1-34 0 0,-5 16 0 0,2-8 0 16,0 1 0-16,-2-2 0 0,1 0 128 15,0-1-128-15,-1 0 0 0,0-1 0 0,1-3 0 0,-1 3 0 16,1-3 144-16,0 1-144 0,1-1 160 0,1-2-160 15,0 1 256-15,2-1-64 0,0-1 0 0,2-1 0 0,0-1-64 0,0 1 0 16,1-3-128-16,-1 0 192 0,1 0-192 0,1-3 0 16,0-2 0-16,3-2 0 0,0-4 0 0,2 1 0 15,0-2 0-15,1 1 0 16,2-1 0-16,-1 0 0 0,1 3 0 0,0 0 0 16,-3 4 0-16,-1 2 0 0,0 2 0 0,-2 2 0 15,0 1 0-15,-6 3 0 0,0 0-128 0,0 0 128 0,0 0-384 0,0 0 0 16,0 0-16-16,0 0-18208 15</inkml:trace>
  <inkml:trace contextRef="#ctx0" brushRef="#br1" timeOffset="-167064.27">10774 10394 12895 0,'0'0'1152'0,"0"0"-928"15,0 0-224-15,0 0 0 0,0 0 2320 0,0 0 432 16,0 0 64-16,0 0 32 0,0 0 272 0,35 16 48 15,-35-16 16-15,24-2 0 0,-12-1-1520 0,0-2-320 16,1-1-48-16,-1-2-16 0,0 1-816 0,-1 0-160 16,0 0-48-16,-2 0 0 0,-2-2-256 0,-1 1 160 15,-1 1-160-15,-2-2 128 0,0 2-128 0,-3-3 0 16,0 3 0-16,-2 0 0 0,0-2 0 0,0 1 0 0,-3 1 0 0,0-2 0 16,-1 2 0-16,-2-1 0 0,-1 2 0 0,0 1 128 15,-1 4-128-15,-1 1 0 0,1 3 0 0,1 4 0 16,2 0 0-16,-1 2 0 0,1 6 0 15,-1-1 0-15,2 3 192 0,-1-1-64 0,-1 6 0 16,1-1 0-16,-1 0 16 0,2-2 0 0,0-2 0 0,1-1 0 16,2-1 208-16,3-15 32 0,0 0 16 0,4 34 0 15,-4-34-112-15,0 0-32 0,0 0 0 0,0 0 0 16,48 13 656-16,-48-13 128 0,30-7 32 0,-13 0 0 16,0 0-1760-16,-2 0-336 0,0-1-80 0,-1 2-18992 15</inkml:trace>
  <inkml:trace contextRef="#ctx0" brushRef="#br1" timeOffset="-165247.46">11374 9938 19343 0,'2'-2'1728'0,"0"0"-1392"15,-1 0-336-15,0 2 0 0,0 0 1008 0,0 0 128 0,2 2 16 16,-3-2 16-16,0 0 208 0,0 0 32 0,0 0 16 15,0 0 0-15,23 32-896 0,-23-32-176 0,0 0-32 0,0 0-16 16,3 34-304-16,-3-34 0 0,0 0-208 16,0 0 80-16,0 0-1408 0,0 0-256 0</inkml:trace>
  <inkml:trace contextRef="#ctx0" brushRef="#br1" timeOffset="-165068.58">11494 9910 17503 0,'-2'0'768'0,"0"0"176"0,0 1-752 0,1 0-192 0,0 1 0 0,0 1 0 0,0 0 1728 16,1-3 304-16,-4 18 64 0,4-18 16 0,-8 34-80 0,8-34-16 16,-5 40 0-16,5-40 0 0,-1 30-1072 0,1-30-224 15,0 0-32-15,0 0-16 0,10 39-672 16,-10-39 0-16,0 0 0 0,0 0-15360 16</inkml:trace>
  <inkml:trace contextRef="#ctx0" brushRef="#br1" timeOffset="-164597.06">11795 10182 19343 0,'1'-3'1728'0,"0"0"-1392"0,-1 2-336 0,0-1 0 15,0 2 1552-15,0-2 240 0,0 1 64 0,0-3 0 16,0-1 256-16,-1-2 64 0,-1 3 16 0,-1 1 0 16,0-2-1360-16,-1 3-256 0,-2 2-64 0,-1-2-16 15,-2 4-192-15,0-1-48 0,-1 3 0 0,-1 3 0 16,1 0-16-16,-2 2-16 0,0 3 0 0,1 4 0 16,0 1-32-16,1 2-16 0,0 3 0 0,0 1 0 15,2 1 16-15,1-3 16 0,0 1 0 0,3-3 0 0,4-19 48 16,-3 31 0-16,3-31 0 0,0 0 0 0,0 0-32 15,18 37 0-15,-18-37 0 0,0 0 0 0,0 0-224 0,38 10 128 16,-38-10-128-16,24-5 0 0,-10 3 160 0,-1-3-160 16,0 0 160-16,-1 1-160 0,0-1 0 0,1 0 0 15,-3 1-128-15,1 1-18016 16</inkml:trace>
  <inkml:trace contextRef="#ctx0" brushRef="#br1" timeOffset="-164008.6">11885 10315 27647 0,'1'0'1216'0,"0"0"256"0,0 0-1168 0,0 0-304 0,-1 0 0 0,1 0 0 16,0 1 1360-16,2-1 224 0,-3 0 32 0,0 0 16 16,0 0-896-16,0 0-176 0,0 0-48 0,0 0 0 15,26 0-384-15,-25-1-128 0,-1 1 0 0,1 0 0 16,-1 0 144-16,-1 0-144 0,0 0 0 0,1 0 144 0,-1 0-144 0,0 0 128 15,0 1-128-15,1 1 128 0,-1-2 144 0,1 2 32 16,-1-2 0-16,1 1 0 16,-1 0 80-16,1-1 0 0,0 2 16 0,0-2 0 15,-1 0-64-15,1 1-16 0,0-1 0 0,-1 0 0 0,1 0-112 16,0 0-16-16,-1 0-16 0,1 0 0 0,0 0-176 0,0 0 128 16,0 0-128-16,1 0 128 15,-1-1-128-15,1 1 0 0,-1 0 0 0,1 0 0 0,-1-2 0 0,1 2 128 16,0 0-128-16,0-1 0 0,1 0 256 0,0 1-48 15,0-2 0-15,1 0 0 0,0 1-64 0,1-1-16 16,0-1 0-16,-1 1 0 0,2 0-128 0,0-1 160 0,0-2-160 0,1 2 160 16,0 0-160-16,1-2 0 0,-2 0 0 0,1 3 128 15,-1-3-128-15,-1 2 0 16,1-1 0-16,0-1 0 0,-2-1 0 0,2 1 0 16,-1-1 0-16,-2 2 0 0,0-3 0 0,0 2 0 0,0-2 0 15,-2 2 0-15,0-2 0 0,-1 2 0 0,-1-2 0 0,-1 1 0 16,0 0 0-16,-1 1 0 0,-2-1 0 0,0 1 0 0,-1 2 0 15,0 2 0 1,0 1 0-16,-1 1 0 0,1 2 0 0,-3 2 0 0,2 1 0 0,-1 2 0 16,0 1 0-16,0 3 0 15,0-2 0-15,1 3 0 0,-1-1 0 0,2 2 0 16,0 1 0-16,2 0 0 0,5-15 0 0,-7 28 0 0,7-28 0 0,0 0 0 0,4 33 0 0,-4-33 0 16,0 0 0-16,0 0 128 0,0 0 0 0,0 0-128 15,35 29 192-15,-35-29-64 0,0 0-128 0,28 2 0 16,-28-2 0-16,20-3 128 0,-10-1-128 0,-1 1 0 15,2 1 0-15,-1-3 0 16,1-1-160-16,0 1-64 0,0 0-16 0,-3 1-12304 0,1 0-2480 0</inkml:trace>
  <inkml:trace contextRef="#ctx0" brushRef="#br1" timeOffset="-163665.18">12131 10242 11055 0,'1'-3'976'0,"1"1"-784"0,-1-1-192 0,0 3 0 31,0 0 2608-31,0 0 464 0,1-2 112 0,2 0 16 0,1-3 544 0,1 1 112 16,0 1 32-16,1 1 0 0,-1 0-2272 0,1-1-448 15,-7 3-80-15,14-3-32 0,-14 3-672 0,14-4-128 0,-14 4-16 0,0 0-16 0,21-2-96 16,-21 2-128-16,0 0 176 0,0 0-176 16,0 0 128-16,32 16-128 15,-32-16 0-15,0 0 0 0,0 0 128 0,9 38-128 16,-9-38 0-16,0 0 0 0,-4 31 128 0,4-31-128 15,-8 19 0-15,4-14 0 0,4-5 0 0,-8 11 0 16,6-9 0-16,0-1 0 0,0-1 176 0,1-1-176 16,1-2 160-16,1-2-160 0,0-1 256 0,2-3-32 15,0-2-16-15,1 1 0 0,1-2-48 0,0 0-16 0,2 0 0 16,0-1 0-16,2 0-144 0,-1-3 0 0,0 2 0 0,1 1 0 16,0-1 0-16,-2-2 0 0,3 0 0 0,1 1 0 31,-1 1-544-31,-1 2-96 0,-1 1 0 0,1 0-11824 0,-1 4-2352 15</inkml:trace>
  <inkml:trace contextRef="#ctx0" brushRef="#br1" timeOffset="-163365.25">12515 10000 7359 0,'1'-2'656'0,"1"-1"-528"0,0 3-128 0,-1-2 0 0,0 2 2048 15,0-2 368-15,3-1 80 0,1 1 0 0,3-3 240 0,0-1 32 16,0 0 16-16,-2 3 0 0,-1 1-1360 0,-1 1-272 15,-4 1-48-15,0 0-16 0,0 0-400 16,0 0-96-16,0 0-16 0,0 0 0 0,-2 41-144 0,2-41-48 16,-10 26 0-16,4-11 0 0,0 4 48 0,-1-3 0 15,7-16 0-15,-11 34 0 0,11-34 208 0,-10 38 64 16,10-38 0-16,-4 30 0 0,4-30-288 0,0 0-48 0,0 0-16 0,11 36 0 16,-11-36-352-16,0 0 0 0,0 0 0 15,0 0 128-15,39 8-128 0,-31-11 0 16,1-2 0-16,1 0 0 0,0-2 0 0,-1 1 0 15,1-1 0-15,0 1 0 0,-1-1-208 0,-1 0-16 0,-1 1 0 0,0 0 0 32,-1 1-928-32,-1 1-192 0,-1-1-48 0,-1 0 0 0,-2 3-784 0,0-3-176 0,-1 2-16 15,-1-1-10080-15</inkml:trace>
  <inkml:trace contextRef="#ctx0" brushRef="#br1" timeOffset="-163184.4">12514 10074 17503 0,'-4'3'768'0,"2"-2"176"0,1-1-752 0,0 2-192 0,1-2 0 0,1 0 0 0,1 0 2912 16,0 1 544-16,1 1 128 0,-3-2 0 0,0 0-624 0,20-2-128 16,-10 1-16-16,-1-2-16 15,2-1-1920-15,0-1-384 0,1 1-80 0,1-3-16 16,0 0-272-16,0-1-128 0,1 0 128 0,-1 1-128 16,0-1 0-16,-1 2 0 0,0 0-224 0,0 0 80 15,-4 1-1680-15,1 0-336 0</inkml:trace>
  <inkml:trace contextRef="#ctx0" brushRef="#br1" timeOffset="-162531.16">12799 10021 1839 0,'0'0'160'0,"0"0"-160"0,0 0 0 0,0 0 0 0,0 0 2624 0,0 0 512 0,0 0 80 0,0 0 32 16,0 0 224-16,0 0 48 0,34 21 16 0,-34-21 0 16,0 0-1344-16,0 0-272 0,27 0-48 0,-22-3-16 15,1 0-1152-15,-3 0-256 0,2-2-32 0,-2 3-16 16,0-3-400-16,-3 0 0 0,1-1 0 0,-2 1 0 15,1 2 0-15,-3 1 0 0,0 0 0 16,-2-1 0-16,0 1 0 0,-3 2-256 0,0 2 64 0,-1 1 16 16,-1 0-192-16,-2 1-32 0,3 3-16 0,-1-3 0 15,2 4 416-15,-1-2-160 16,2 3 160-16,-2-1 0 0,3 2 288 0,0-1 160 0,0 3 48 0,6-12 0 16,-8 22 400-16,8-22 64 15,0 0 32-15,-4 30 0 0,4-30-224 0,0 0-32 0,0 0-16 0,0 0 0 16,21 36-464-16,-21-36-112 0,0 0-16 0,30 2 0 0,-19-3-128 15,0-2 0-15,2-2 0 0,-2 0 128 0,0-2-128 0,1 1 0 16,-2 0 0-16,-1 0 0 0,-1 0 0 0,0-1 0 16,-2 0 0-16,0 0 0 0,-1-2 0 0,-1 4 0 15,-2-2 0-15,0 2 0 0,-1 1 0 0,-2 1 0 16,0 0 0-16,0 3 0 16,-1 0 0-16,1 2 0 0,-1-1 0 0,0 2 0 15,2-3 0-15,0 0 0 0,0 0 0 0,0 0 0 16,0 0 0-16,0 0 0 0,0 32 0 0,0-32 0 15,0 0 192-15,0 0-32 0,0 0-16 0,0 0 0 0,0 0-16 16,0 0-128-16,28 29 192 0,-28-29-64 0,0 0-128 0,0 0 128 16,0 0-128-16,31 2 128 0,-31-2-128 15,0 0 0-15,18-3 0 0,-18 3 128 0,15-3-128 0,-6 0 0 16,-1 0 0-16,1-1 0 0,1 0 0 0,0 0 0 16,-1-1 0-16,-1-1 0 0,1 0-160 0,-2 2-16 15,0-1 0-15,-1-2 0 16,0 2-640-16,-2 0-128 0,1-1-16 0,0-1-16 15,-2 2-416-15,0 0-80 0,1 2 0 0,-2-1-16 16,0 2 848-16,0 2 192 0,0-2 16 0,-1 2 16 0,0 2 1056 0,-1-2 192 0,0 0 64 0,0 0 0 16,0 0 416-16,0 0 96 15,0 0 0-15,5 37 16 0,-5-37-832 0,0 0-160 0,0 0-48 0,0 0 0 16,12 36-224-16,-12-36-160 0,0 0 192 0,0 0-192 16,0 0 128-16,0 0-128 0,0 0 0 0,0 0 0 15,27 29 0-15,-24-29 0 0,0 0 0 0,-1-1 0 16,1-1 0-16,-2 0 0 0,0-1 0 0,0 1-144 15,0 0-1504-15,1-3-288 0</inkml:trace>
  <inkml:trace contextRef="#ctx0" brushRef="#br1" timeOffset="-162306.95">13153 9834 14735 0,'-6'1'1312'0,"3"0"-1056"0,1-1-256 0,1 0 0 0,-1 0 2608 0,1 0 464 16,1 2 80-16,-1-2 32 0,1 0 400 0,-3 4 64 15,3-2 32-15,0-2 0 0,0 0-2368 0,0 0-480 16,0 0-80-16,0 0-32 0,19 33-448 0,-19-33-80 0,0 0-32 0,0 0 0 16,26 31-160-16,-26-31 0 15,0 0 0-15,0 0 0 16,0 0-528-16,30 24-48 0</inkml:trace>
  <inkml:trace contextRef="#ctx0" brushRef="#br1" timeOffset="-161913.7">13296 9970 18431 0,'0'0'816'0,"0"0"160"0,0 0-784 0,0 0-192 15,0 0 0-15,0 0 0 0,0 0 2832 0,0 0 528 0,0 0 96 16,6 44 32-16,-6-44-1536 0,0 0-304 0,6 41-64 0,-6-41-16 15,0 0-784-15,2 42-144 0,-2-42-48 0,0 0 0 16,-2 32-272-16,2-32-64 0,0 0-16 0,0 0 0 16,-4 30-96-16,4-30-16 0,0 0 0 0,0 0 0 15,0 0-128-15,0 0 128 0,0 0-128 0,0 2 128 0,2-9 16 0,0 0 0 16,2-2 0-16,0-1 0 0,1-3-144 16,1 0 0-16,0 1 0 0,1-2 0 0,0 0 0 0,1-1 0 15,0 1 0-15,1 0 0 0,0 2 128 0,0 0-128 16,-1 1 192-16,1 3-64 0,-2 1 80 0,0 0 16 15,-2 2 0-15,1 1 0 0,-2 3-32 0,-4 1 0 16,0 0 0-16,0 0 0 0,0 0-32 0,0 0-16 16,0 0 0-16,0 0 0 0,0 0 16 0,24 38 0 15,-24-38 0-15,0 0 0 0,0 0-160 0,6 44 128 16,-6-44-128-16,0 0 128 16,0 38-128-16,0-38 0 0,0 0 0 0,-5 34 128 0,5-34-128 0,0 0 0 15,-5 26 0-15,5-26 0 0,0 0 0 0,0 0 0 16,0 0 0-16,0 0-13088 0,0 0-2608 0</inkml:trace>
  <inkml:trace contextRef="#ctx0" brushRef="#br1" timeOffset="-161630.79">13626 9905 21183 0,'-3'3'944'0,"2"-1"192"0,0-1-912 0,-1 0-224 16,2-1 0-16,0 0 0 0,0 0 2784 0,0 0 512 15,0 0 96-15,0 0 32 0,-5 34-1648 0,5-34-336 0,0 0-64 0,0 0-16 16,0 0-784-16,3 35-144 0,-3-35-48 0,0 0 0 16,0 0-128-16,0 0-16 0,2 45-16 0,-2-45 0 15,0 0-96-15,-5 45 0 0,5-45-128 0,-4 38 192 16,4-38-32-16,-4 33-16 0,4-33 0 0,-1 37 0 16,1-37-144-16,0 0 192 0,8 44-192 0,-8-44 192 15,0 0-192-15,0 0 0 0,0 0 0 0,36 19 0 16,-28-22 0-16,0-1 0 0,-1-1 0 0,0-2 0 0,0 2-256 0,-2-4 0 15,2 2 16-15,-2-3 0 16,-2 1-1632-16,0 1-336 0,-1-1-64 0,-1 0-16 16,-1 2-1872-16,-1-1-368 0</inkml:trace>
  <inkml:trace contextRef="#ctx0" brushRef="#br1" timeOffset="-161430.54">13594 10057 11967 0,'-2'0'528'0,"1"0"112"0,0 0-512 0,0 0-128 16,0 0 0-16,1 0 0 0,0 0 3184 0,0 2 592 15,0-1 128-15,0 3 32 0,1-3-208 0,-1-1-32 0,0 0-16 0,0 0 0 16,0 0-2384-16,26 3-464 0,-16-5-112 0,0 0-16 16,1-2-320-16,0-1-80 0,2 0-16 0,0-2 0 15,0 0-288-15,0-1 0 0,0 1 128 0,1 0-128 16,-1 0 0-16,-2 0 0 0,0 0 0 0,-1 2 0 16,0 0-336-16,-3 1-80 0,0 1-16 0,-1 1 0 15,-6 2-1040-15,0 0-192 0</inkml:trace>
  <inkml:trace contextRef="#ctx0" brushRef="#br1" timeOffset="-160999.95">13846 9952 14223 0,'4'-6'304'0,"-2"3"64"0,0 0 16 0,-1 1 32 0,0 1-416 0,-1 0 0 16,0 1 0-16,1 0 0 0,1-2 4160 0,-2 2 768 0,0 0 128 0,0 0 48 0,0 0-2512 0,0 0-496 16,0 0-112-16,10 40 0 0,-10-40-1312 0,0 0-256 15,4 47-48-15,-4-47-16 16,0 0-112-16,7 43-32 0,-7-43 0 0,0 0 0 0,10 36-208 0,-10-36 176 15,0 0-176-15,0 0 160 0,0 0-160 0,17 35 0 16,-17-35 0-16,0 0 0 0,0 0 0 0,16-3 0 16,-11 1 0-16,0-2 0 15,-1-4-800-15,0 1-32 0,1-1-16 0,-1-2 0 16,2 0-1712-16,-3 0-320 0,2-1-80 0,0 0-16 16,-2-1 1248-16,0 0 240 0,1-1 48 0,0 0 16 0,-2 0 1424 0,2 0 480 0,-1 0 0 0,0-1 0 15,1-2 1376-15,0 1 288 0,1 3 48 0,-2 3 16 16,0 1-608-16,-1 6-128 0,0 2-32 0,-2 0 0 15,0 0-624-15,0 0-128 0,0 0-32 0,4 46 0 16,-4-46-336-16,-1 42-64 0,1-42 0 16,-4 50-16-16,4-50-64 0,-5 54-16 15,5-54 0-15,-7 59 0 0,3-23 32 0,-1 2 16 0,-2 2 0 0,-1 1 0 16,-2-3-208-16,-1-1 176 0,0-4-176 0,0-1 160 16,0-2-160-16,1-4 0 0,0 0 0 0,-1-3 0 15,1-2 0-15,0-3 0 0,1-4 0 16,9-14 0-16,-16 19 0 0,9-16 0 0,3-1 0 0,-2-4 0 15,1-3 0-15,-3-2 0 0,0-1 0 0,0-1 0 16,-3-3-224-16,1 1-80 0,-1-3-16 16,1-1-12112-16,1-4-2432 0</inkml:trace>
  <inkml:trace contextRef="#ctx0" brushRef="#br1" timeOffset="-160771.65">14172 9684 28559 0,'9'-3'1264'0,"-3"2"272"16,-6 1-1232-16,0 0-304 0,0 0 0 0,0 0 0 0,0 0 1360 0,0 0 224 15,14 36 32-15,-14-36 16 0,-2 45-416 0,2-45-96 16,-11 49-16-16,11-49 0 0,-14 41-688 0,14-41-144 15,-11 28-16-15,11-28-16 0,0 0-432 0,0 0-96 16</inkml:trace>
  <inkml:trace contextRef="#ctx0" brushRef="#br1" timeOffset="-160612.46">14337 9611 35007 0,'0'0'1552'0,"0"0"320"0,0 0-1488 0,-10 27-384 0,10-27 0 0,0 0 0 15,-10 20 1184-15,10-20 160 0,-14 36 48 0,2-10 0 16,0 2-880-16,2-4-192 0,10-24-16 0,-16 40-16 16,16-40-288-16,-11 27-176 0,11-27 32 0,0 0 0 15</inkml:trace>
  <inkml:trace contextRef="#ctx0" brushRef="#br1" timeOffset="-159596.02">14870 9986 21183 0,'1'-3'1888'0,"0"1"-1504"0,0 0-384 0,-1 1 0 0,1 1 1856 0,0-2 288 0,0 0 64 0,1-2 16 16,1 0-16-16,0 2 0 16,0 1 0-16,-2 2 0 15,-1-1-1056-15,0 0-224 0,0 0-32 0,-6 32-16 0,6-32-576 0,-10 33-112 16,10-33-32-16,-17 44 0 0,9-23-160 0,-2 3 128 16,0 2-128-16,-2 0 128 0,2 1-128 0,0-1 128 15,1-3-128-15,9-23 128 0,-10 34-128 0,10-34 0 16,0 0 0-16,0 0 0 0,0 0 0 0,0 0 0 15,0 0 0-15,0 0 0 0,0 0 0 0,25 4 0 0,-19-15 0 0,2-1 0 16,-2 0 0-16,0-2 0 16,0 2 0-16,-1 0 0 0,-3 0 0 0,1 0 0 0,-2 1 0 0,0 1 0 15,-1 0 0-15,-1 1 0 0,-1 3 0 0,1 0 0 0,0 1 0 0,-1 3 0 32,-1 0 0-32,0 2 0 0,1 0 0 0,-1 0 0 15,1 2 0-15,-1 0 0 0,1 0 0 0,0 1 0 0,-1-1 0 0,3 1 0 16,-1-3 0-16,0 1 0 15,1 0 0-15,0-1 0 0,0 0 0 0,0 0 0 16,1 0 0-16,-1 0 0 0,0 0 0 0,0-1 0 16,0 1 144-16,0 0-144 0,0 1 208 0,-1-1-16 0,1 0-16 0,-1 2 0 15,0 1-176-15,1-3 0 0,0 0 0 0,0 0 0 16,0 0 0-16,-9 26 0 0,9-26 0 0,0 0 0 16,0 0 0-16,-9 31 0 0,9-31 0 0,0 0 0 15,0 0 0-15,-6 30 0 0,6-30 128 0,0 0-128 16,0 0 160-16,0 0 0 0,0 0 0 0,4 36 0 15,-4-36-32-15,0 0-128 0,0 0 192 0,0 0-64 16,0 0 0-16,0 0-128 0,0 0 192 0,35 14-64 16,-30-16 16-16,3-3 0 0,1-2 0 0,0 0 0 0,0 0-144 0,3-3 160 15,1-1-160-15,0-3 160 0,0 1-160 16,0-1 0-16,-2 2 0 0,1-3 0 0,-2 0 0 16,1-4 0-16,-1 1 0 0,-1-2 0 0,-4 2 0 0,-1 0 0 15,-2 1 0-15,-3 1 0 0,-2-1 0 16,-1 3 0-16,0 2 0 0,-3 1 0 0,2 3 0 0,-3 1 0 15,1 0 0-15,-2 2 0 0,1 0 0 0,0 3 0 16,0 0 0-16,2 0 0 0,0 2 0 0,2 0 0 16,0 2 0-16,0-1 0 0,4-1 0 0,-6 8 0 15,6-8 0-15,0 0 0 0,-11 18-144 0,11-18 144 16,-11 18 0-16,11-18-13184 0,-11 23-2544 0</inkml:trace>
  <inkml:trace contextRef="#ctx0" brushRef="#br1" timeOffset="-159148.95">15214 10007 22111 0,'3'-5'1968'0,"0"3"-1584"0,0 0-384 0,-1-1 0 0,0 3 2176 0,-1-2 368 15,1 0 64-15,3 1 16 0,1-1-384 16,2-3-80-16,2 1-16 0,-3 1 0 15,0 3-1280-15,-7 0-256 0,0 0-48 0,0 0-16 0,0 0-352 0,0 0-64 16,7 41 0-16,-7-41-128 0,-13 34 160 0,4-14-160 16,-1 1 128-16,-2 1-128 0,0-1 176 0,0 0-48 15,1-2-128-15,11-19 192 0,-15 29-192 0,15-29 128 16,0 0-128-16,-9 21 0 16,9-21 144-16,0 0-144 0,0 0 128 0,3-2-128 15,0-3 128-15,1 0-128 0,2-4 0 0,0-1 128 0,2-1-128 0,0-2 0 0,2-1 0 0,1-1 0 16,2 0 0-16,-1-4 0 15,1 2 0-15,1-2 0 0,1 2 0 0,-1-1 0 16,2-1 0-16,-1 2 0 0,0 0 0 0,-1 3 0 16,-1 2 0-16,-1 5 0 0,-1 2 0 0,-3 1 0 0,-8 4 0 15,0 0 0-15,0 0 0 0,0 0 0 0,0 0 0 16,24 42 0-16,-24-42 0 0,-2 38 0 16,2-38 0-16,-8 43 0 0,8-43 0 0,-14 50 0 0,5-22 0 15,-1 0 128-15,2-4-128 0,8-24 192 0,-10 43-192 0,10-43 192 16,0 0-192-16,-5 38 0 0,5-38 0 15,0 0 128-15,0 0-128 0,0 0 0 0,0 0 0 16,0 0-19296-16</inkml:trace>
  <inkml:trace contextRef="#ctx0" brushRef="#br1" timeOffset="-158696.03">16129 9860 20271 0,'2'-10'896'0,"-1"3"192"0,0 2-880 0,0 1-208 15,1 0 0-15,-1 1 0 0,1 0 2112 0,1-3 368 16,0-3 80-16,3-2 0 0,-1-1 0 0,0 3 0 16,-1 2 0-16,-2 2 0 0,0 1-1504 0,-2 4-304 15,0 2-64-15,0-2-16 0,0 0-400 0,-7 28-80 0,7-28 0 0,-10 39-16 16,2-13-176-16,0 2 0 0,1-1 0 0,-3 2 128 15,2 0-128-15,1-3 0 0,7-26 0 0,-9 47 0 16,9-47 208-16,-2 36-32 16,2-36-16-16,0 0 0 0,0 0-160 0,15 40 0 0,-15-40 0 15,0 0 128-15,0 0-128 0,29 8 0 16,-22-11 0-16,1-2 0 0,-2-1 0 0,0 0 0 0,-1-2-176 0,-3 0 176 16,-1 1-1952-1,-2-2-304-15</inkml:trace>
  <inkml:trace contextRef="#ctx0" brushRef="#br1" timeOffset="-157636.46">16056 9955 6447 0,'-21'-7'272'0,"13"4"80"0,2 3-352 0,3 0 0 0,1 0 0 0,0 0 0 0,-4 3 1872 0,-4-1 304 16,-5 5 64-16,-1 0 16 0,1 1 976 0,2 1 192 15,5 0 32-15,3-1 16 0,5-8-640 0,0 0-128 16,0 0-16-16,0 0-16 0,30 14-1072 16,-12-19-192-16,3 0-64 0,3-4 0 0,4-1-704 0,2-1-128 15,-1 1-48-15,1-3 0 0,2 1-304 0,-2-1-160 16,-1-1 160-16,-1 0-160 0,-2 0 0 15,-3-1 0-15,-3 1 0 0,0-1 0 16,-3 1-160-16,-3 0-80 0,0-2-16 0,-2-4 0 16,-1 0-832-16,-2-2-160 0,-3 0-32 0,-1-1-16 15,-2-1-608-15,-2 1-112 0,-1-1-32 0,-3 2 0 16,0 6 1072-16,-1 4 208 0,1 0 32 0,-2 6 16 0,0 3 1808 0,1 2 384 0,-1 4 64 0,0 2 0 16,-1-1-256-16,6-4-48 0,-11 22-16 15,11-22 0-15,-11 28-400 0,11-28-96 0,-10 38-16 16,10-38 0-16,-8 48-384 0,8-48-64 15,-6 47-32-15,6-47 0 0,-5 50 32 0,5-50 0 0,-3 50 0 0,3-50 0 16,-2 50-64-16,2-50-16 0,1 47 0 0,-1-47 0 16,2 39-176-16,-2-39 128 0,0 0-128 0,10 41 128 15,-10-41-128-15,0 0 0 0,0 0 0 16,0 0 0-16,0 0 0 0,32 24 0 16,-24-26 0-16,1-5 0 0,2 2 0 0,-1-5 0 0,1 3 0 0,0-2 0 15,2 0 0-15,-2 1 0 0,0 1 0 16,0 0 0-16,1 1-208 0,-2 1 80 0,-1 2 128 0,0-2-208 15,-9 5 208-15,16 0 0 0,-16 0 0 0,0 0 0 0,0 0 0 16,0 0 0-16,29 19 0 0,-29-19 0 0,0 0 0 16,0 0 0-16,0 0 0 0,23 43 0 0,-23-43 0 0,0 0 0 0,0 0 0 0,28 27 0 15,-28-27 0 1,0 0 0-16,36 8 0 0,-22-10 0 0,1-1 0 0,0-1 0 16,0-1 0-16,2-4 0 0,2-1 0 15,0 0 0-15,1-3-128 0,-2 0 128 0,2 1 0 0,-4-2 0 16,-1 0 0-16,-2 2 0 0,-2 0 0 0,-2-2 0 15,-3 0 0-15,-2 0 0 0,-3 2 0 16,-3-1 0-16,-2 2 0 0,0 4 0 16,-3 2 0-16,-1 2 0 0,-2 2 0 0,-3 3 0 0,1 5 0 0,-1-1 0 15,0 3 0-15,0 2 0 0,2 1 0 0,0 2 0 0,11-14 0 0,-19 31 0 16,19-31 0-16,-18 36 0 0,18-36 0 16,-12 28 0-16,12-28 0 0,0 0 0 15,-5 29 0-15,5-29 0 0,0 0 0 0,0 0 0 0,0 0 0 0,0 0 0 16,0 0 0-16,32 21 0 0,-23-25 0 0,0 1 0 15,1-2 0-15,0 0 0 16,1 0 0-16,-1-1 0 0,0-1 0 0,0 2 0 16,-2-3 0-16,0 4 0 15,-2-3-448-15,0 2 16 0,-1-2 0 0,0 2 0 0,-1-2 112 0,-1 1 32 0,1 0 0 16,-1-3 0-16,-1 1 288 0,0-1 0 0,1 0-128 16,0 1 128-16,0 4 0 0,-1 1 0 0,0 3 0 15,-2 0 144-15,0 0 0 0,0 0 0 0,0 0 0 0,0 0 0 16,0 0 80-16,12 34 16 0,-12-34 0 0,0 0 0 15,0 0-112-15,8 48-128 0,-8-48 176 0,0 0-176 16,0 0 128-16,16 42-128 0,-16-42 0 0,0 0 0 16,0 0 0-16,26 26 0 0,-26-26 0 0,0 0 0 15,32 0 0-15,-20-4 0 0,3-4 0 0,0-1 0 16,0-1 0-16,2-4 0 0,1 0 0 0,-1-3-144 16,1 0-368-16,0-1-80 0,-2-2-16 0,0 1 0 15,-2 0 64-15,-2 0 16 0,0-2 0 0,-1-1 0 16,0-1 528-16,0-3 0 0,-2 0 0 0,-2 0 0 0,1 0 192 0,-3 4 80 15,1 1 32-15,-2 7 0 0,-2 0 288 0,0 6 64 16,0 4 16-16,-2 2 0 0,1 4-272 16,-1-2-48-16,0 0-16 0,0 0 0 0,0 0-144 0,-4 36-48 15,4-36 0-15,-4 37 0 0,4-37-144 0,-7 47 0 16,7-47 0-16,-9 61 128 0,4-29-128 0,0-1 0 0,-1 2 0 0,1-2 0 16,5-31 0-16,-7 50 0 0,7-50 0 0,-3 38 0 15,3-38 0-15,0 0 0 0,3 35 0 0,-3-35 0 16,0 0 0-16,0 0 0 0,0 0 0 0,0 0 0 31,0 0-448-31,0 0-80 0,0 0-16 0,16-2-11744 0,-14-4-2336 0</inkml:trace>
  <inkml:trace contextRef="#ctx0" brushRef="#br1" timeOffset="-157480.86">17181 9787 6447 0,'-3'-5'576'0,"3"3"-576"0,-1 0 0 0,1 1 0 15,0 1 3936-15,0 0 672 0,0 0 144 0,0 0 32 16,0 0-320-16,0 0-64 0,0 0-16 0,28 19 0 15,-28-19-2784-15,24 7-544 0,-24-7-112 0,27 3-32 0,-11-5-544 0,1 1-112 16,0-4-32-16,2 1 0 0,0-1-224 0,-1-1 0 16,2 0 0-16,-2-1 0 15,0 0-800-15,-2 1-96 0</inkml:trace>
  <inkml:trace contextRef="#ctx0" brushRef="#br1" timeOffset="-156849.2">17916 9888 23039 0,'-4'-4'1024'0,"2"2"192"0,0 1-960 0,1-1-256 0,0 2 0 0,1 0 0 15,-1 2 1376-15,-1-2 224 0,0 3 64 0,-2-1 0 16,4-2 752-16,0 0 144 0,-10 14 48 0,10-14 0 16,0 0-1536-16,0 0-304 0,0 0-64 0,0 0-16 15,0 0-432-15,25 29-64 0,-25-29-32 0,30-3 0 16,-11-1-160-16,3-4 192 0,3-1-192 0,0-3 192 16,-1 0-192-16,0-1 0 0,-2 0 144 0,-1 1-144 15,-4 1 0-15,-3-1 0 0,-2 0 0 0,-4 0 0 0,-3 5 0 16,-3-2 0-16,-1 1 0 0,-2 1 0 0,-1 2 0 0,-3-1 0 15,-2 1 0-15,-3 2 0 0,-3-1 0 0,-1 1 0 16,0 0 0-16,0 2 0 0,-2 0 0 0,2 1 0 16,0 0 0-16,0 1 0 0,1 1 0 15,1 1 0-15,-1 1-144 0,1 0 144 0,0 1-176 0,0 0 48 16,2 3 0-16,0 0 0 0,2 0 128 0,-1 2 0 16,9-10 0-16,-14 25-128 0,14-25 128 15,-12 29 0-15,12-29 0 0,-8 35 0 0,8-35 0 0,-6 38 0 16,6-38 0-16,-1 36 0 0,1-36 320 0,0 0-16 15,15 40 0-15,-15-40 0 0,0 0-160 0,46 18-16 16,-25-17-128-16,1-1 192 0,2-1-192 0,2-3 0 0,3-3 0 16,1-2 0-16,0-1 0 0,-1-1 0 0,-2-1 0 15,-2 0 0-15,-2 0-1104 16,-1 0-176-16</inkml:trace>
  <inkml:trace contextRef="#ctx0" brushRef="#br1" timeOffset="-156585.08">18523 9476 16575 0,'-5'2'1472'0,"2"0"-1168"0,0 1-304 0,0 0 0 0,3-3 2688 0,0 0 496 16,0 0 80-16,0 0 32 16,-15 30-608-16,15-30-112 0,-20 37-16 0,10-17-16 15,0-3-1296-15,10-17-256 0,-18 38-48 0,18-38-16 0,-16 40-448 0,16-40-96 16,-15 45 0-16,15-45-16 15,-13 50-48-15,13-50 0 0,-12 54 0 0,12-54 0 0,-5 50-64 0,5-50-32 16,1 43 0-16,-1-43 0 16,0 0-224-16,16 40 0 0,-16-40 0 0,0 0 0 0,33 16 0 0,-33-16 0 15,27 0 0-15,-13-4 0 0,1-1 0 0,0-2-192 16,1-2 192-16,-1 0-208 16,0 1-928-16,-3-4-176 0</inkml:trace>
  <inkml:trace contextRef="#ctx0" brushRef="#br1" timeOffset="-156247.41">18559 9822 29487 0,'0'0'1296'0,"0"0"288"0,0 0-1264 0,0 0-320 0,0 0 0 16,20 0 0-16,-20 0 1984 0,15-2 352 0,0-1 64 16,5-1 16-16,3 0-1360 0,0-2-272 0,1-1-48 0,-4 2-16 15,-2-2-480-15,-1 2-112 0,-3 0 0 0,-2 1-128 16,-1-1 128-16,-1 0-128 0,-1 2 0 15,-2-1 0-15,1 0 0 0,-3 0 0 0,2 1 0 0,-3-4 0 16,0 2 0-16,0-3 0 0,-1 1 0 0,-3-1 0 16,0-2 0-16,-2 0 0 0,-1 1 0 0,-2 0 0 15,-1 1 0-15,-3 1 0 0,-1 2 0 0,-1 2 0 0,-1 3 0 0,-2 3 0 16,0 3 0-16,0 3 0 0,1 3 0 16,1 2 0-16,2 2-160 0,0 1 160 15,10-17 0-15,-18 45 0 0,18-45 0 0,-9 44 0 16,9-44 192-16,0 0 48 0,6 46 16 0,-6-46 0 0,0 0 64 15,0 0 0-15,35 26 16 0,-35-26 0 0,26 2-192 16,-13-4-144-16,2-1 192 0,0-4-192 16,0 1 0-16,1-2 0 0,-1-1 0 0,0 1-12864 0,-1 1-2560 0</inkml:trace>
  <inkml:trace contextRef="#ctx0" brushRef="#br1" timeOffset="-155683.11">19031 9666 24879 0,'-1'-3'1088'0,"0"3"256"0,1 0-1088 0,-1 0-256 16,1 0 0-16,-1 0 0 0,1 0 2464 0,0 0 432 15,0 0 96-15,0 0 16 0,-5 38-1312 0,5-38-256 16,-6 33-48-16,6-33-16 0,-8 38-896 0,8-38-176 16,-10 37-48-16,10-37 0 0,-10 34-16 0,10-34-16 0,0 0 0 0,-10 38 0 15,10-38-80-15,0 0-16 0,0 0 0 0,0 0 0 16,0 0-128-16,0 0 0 0,0 0 0 0,0 0 0 15,0 0 0-15,20 0 0 0,-11-11 0 0,2-1 0 16,1 0 0-16,2-4 0 0,0-1 0 0,1 0 0 16,-1 1 0-16,0-1 0 0,1-2 0 0,0-3 0 15,-1 1 0-15,-1 2 0 0,0 1 0 0,-3 3 0 16,-1 3 0-16,-2 3 0 0,-1 1 0 0,-2 5 0 0,-1 2 0 0,-2 1 0 16,-2 2 0-16,1-2 0 0,0 0 0 0,0 0 0 15,-14 38 0-15,14-38 128 0,-14 31-128 16,14-31 160-16,-18 38-160 0,18-38 160 15,-18 41-160-15,18-41 128 0,-17 38-128 0,17-38 128 0,-11 34 0 0,11-34-128 16,0 0 192-16,0 0-64 0,-3 38-128 0,3-38 0 16,0 0 0-16,0 0 0 15,0 0 0-15,22-2 0 0,-13-5 0 0,1 0 0 0,0-3 0 0,2-1 0 16,1-1 0-16,1 0 0 0,1-3-144 0,-1 1 144 16,0-1-192-16,-1 0 192 0,2-2-304 0,-1 0 48 15,0 1 16-15,-1-1 0 0,-2 1 240 0,-2 2 0 0,1 4 0 0,-4 3 0 16,-1 2 0-16,-2 3 0 0,-2 4 0 0,-1-2 0 15,0 0 0-15,0 0 0 0,-11 31 0 0,11-31 0 16,-11 29 0-16,11-29 160 0,-15 39-160 0,15-39 128 16,-14 41-128-16,14-41 192 0,-12 36-192 0,12-36 192 15,0 0-64-15,-10 43-128 0,10-43 192 0,0 0-64 16,0 0-128-16,1 37 0 0,-1-37 0 0,0 0 0 16,0 0 0-16,0 0-224 0,0 0 80 0,19 1-19120 15</inkml:trace>
  <inkml:trace contextRef="#ctx0" brushRef="#br1" timeOffset="-155301.74">19477 9758 15663 0,'-4'-2'1392'0,"3"0"-1120"0,0 1-272 0,0 1 0 15,1 0 3776-15,0 0 688 0,1 0 144 0,0 0 16 0,-1 0-1856 16,0 0-368-16,0 0-80 0,19 4-16 15,-19-4-1648-15,17 1-336 0,-7-1-64 0,1 0 0 0,2-2-256 0,-1-1 128 16,1 1-128-16,0-3 0 16,0 1 0-16,-1-1 0 0,0 1 0 0,-1-2 0 15,-1 2 0-15,-1 0 0 0,0 0 0 0,-3-1 0 0,0 1 0 16,-2-3 0-16,0 2 0 0,-1-4 0 0,-1 2 0 0,-2-2-208 16,0-1 64-16,-3 2 16 0,0-1 128 0,-1-1 0 15,-1 1-144-15,-1 3 144 16,0 0 0-16,-2 3 0 0,0 1 0 0,-2 4 0 0,1 1 0 0,-3 3 0 15,0 2 0-15,0 4 0 0,0 0 0 0,12-12 0 16,-25 33 144-16,25-33-144 0,-22 37 160 0,22-37-32 16,-17 39-128-16,17-39 192 0,-5 34 0 0,5-34-16 15,0 0 0-15,8 37 0 0,-8-37-48 0,0 0-128 16,24 22 192-16,-24-22-64 0,22 9-128 0,-22-9 0 16,24 2 0-16,-11-2 0 0,0-2 0 0,0 0 0 15,-1 0 0-15,1-1 0 0,-1-2-272 0,0 0-96 0,0 0-16 0,0 1-18192 16</inkml:trace>
  <inkml:trace contextRef="#ctx0" brushRef="#br1" timeOffset="-154731.23">20011 9502 16575 0,'0'-5'1472'0,"-1"3"-1168"0,1 2-304 0,-1 0 0 16,1 0 2464-16,0 0 432 0,0 0 96 0,0 0 16 15,0 0-448-15,0 0-64 0,-20 33-32 0,20-33 0 0,0 0-1600 0,-17 43-320 16,17-43-64-16,0 0-16 0,-14 40-208 0,14-40-64 15,0 0 0-15,-9 36 0 16,9-36 48-16,0 0 0 0,0 0 0 0,-10 38 0 0,10-38-48 0,0 0-16 16,0 0 0-16,-10 40 0 15,10-40-32-15,0 0 0 0,-11 35 0 0,11-35 0 16,0 0 16-16,-16 36 0 0,16-36 0 0,0 0 0 0,-18 36-160 16,18-36 128-16,0 0-128 0,0 0 128 15,-15 30-128-15,15-30 0 0,0 0 144 0,0 0-144 0,0 0 176 0,0 0-48 16,0 0 0-16,0 0 0 0,0 0 48 0,13 3 0 0,-8-8 0 0,-1 3 0 15,1-3-48-15,0 0 0 0,1-1 0 0,-1 0 0 16,1-1-128-16,1-1 192 16,-2-1-192-16,1 1 192 0,-1 0-192 0,1-2 0 0,-1 1 0 15,0-3 0-15,0 3 0 0,0-5 0 0,0 2 0 0,1-3 0 16,1-1 0-16,0-1 128 0,2 1-128 16,0-4 0-16,1-1 0 0,0 0 0 0,1-1 128 0,1 1-128 15,-1 4 0-15,-3 4 0 0,-1 5 0 0,0 3 0 16,-2 2 0-16,1 2 0 0,-2 1 0 0,-4 0 0 15,0 0 0-15,0 0 0 0,0 0 0 0,0 0 0 0,0 0 0 0,11 39 0 16,-11-39 0 0,0 0 0-16,0 0 0 0,0 0 0 0,0 0 0 0,13 38 0 15,-13-38 0-15,0 0 0 0,0 0 0 0,0 0 0 0,21 8 0 16,-21-8 0-16,0 0 0 0,16 3 0 16,-16-3 0-16,0 0 0 0,0 0 0 0,0 0 0 0,0 0 0 0,18 33 0 15,-18-33 0-15,0 0 0 0,-5 38 0 0,5-38 0 16,-10 34 0-16,10-34 0 0,-14 41 0 0,14-41 0 15,-14 41 0-15,14-41 0 0,-12 38-128 0,12-38 128 16,-9 33 0-16,9-33 0 0,0 0 0 0,-7 31 0 16,7-31 0-16,0 0 0 15,0 0-512-15,0 0 0 0,0 0 16 0,0 0-18336 0</inkml:trace>
  <inkml:trace contextRef="#ctx0" brushRef="#br1" timeOffset="-154265.47">20407 9446 19343 0,'0'0'848'0,"0"0"192"0,0 0-832 0,0 0-208 16,0 0 0-16,0 0 0 0,0 0 2048 0,-16 35 352 16,16-35 80-16,-16 40 16 0,16-40-528 0,-24 53-112 15,24-53 0-15,-19 51-16 0,19-51-448 0,-15 43-96 16,15-43-16-16,-10 34 0 0,10-34-608 0,-5 35-128 0,5-35-32 0,0 0 0 15,-5 49-320-15,5-49-192 16,0 0 192-16,-2 41-192 0,2-41 128 0,0 0-128 0,0 0 0 0,0 0 0 16,0 0 0-16,17 33 0 0,-17-33 0 0,14-2 0 15,-6-1 0-15,0-2 0 0,1 1 0 0,0-4 0 16,2 2 0-16,-2-4 0 0,0 1 0 0,0 0 0 16,-1 1-384-1,-2-4-96-15,-1 2-16 0,0-4 0 16,-1 2-1776-16,0-3-352 0,-2 0-80 0,-1 1-16 0,-1-3-128 0,-2 2-32 0,-2 1 0 0,-1 2 0 31,-2 1 1280-31,-2 4 256 0,-3 2 64 0,-3 2 0 0,-2 3 1088 0,-2 0 192 0,-3 3 0 0,1 0 144 0,0 3-144 16,1 2 0-16,3-1 0 0,0 1 0 0,2 1 1392 0,2-1 192 15,1 0 32-15,3-1 16 16,1-2 1504-16,4-1 288 0,4-4 64 0,0 0 16 0,0 0-1200 0,17 1-224 16,-3-4-48-16,3-1-16 0,3-1-1120 15,3 0-208-15,1-2-48 0,2 2-16 0,2 0-304 16,-1-2-48-16,0 3-16 0,-2-1 0 0,-3 2-256 0,-2 1 0 15,-1-3 0-15,-1 3 0 0,0-3 0 0,-1 3-272 16,0-1 16-16,-3 1-19296 0</inkml:trace>
  <inkml:trace contextRef="#ctx0" brushRef="#br1" timeOffset="-153698.95">21037 9604 26719 0,'4'-7'1184'0,"-1"4"240"16,1 1-1136-16,-2 0-288 0,0-1 0 0,0 3 0 0,1-2 1344 0,2-3 192 15,2 1 64-15,2-3 0 0,0 2 128 0,-3 0 16 16,-1 0 16-16,-3 3 0 0,-1 0-1088 0,-3 4-224 0,-2-1-32 0,4-1-16 15,-12 9-256-15,3-2-144 0,9-7 160 0,-22 23-160 16,22-23 0-16,-24 33 0 0,24-33 0 0,-24 41 0 16,24-41 0-16,-18 40 128 15,18-40-128-15,-8 38 0 0,8-38 128 0,0 0-128 0,10 40 176 16,-10-40-176-16,0 0 160 0,35 15-160 0,-21-15 128 0,0-3-128 16,3-1 208-16,0-4-32 0,-1-1-16 0,1-1 0 15,0-2-160-15,-1-2 0 16,-2 0 0-16,-2-1 0 0,0 1 0 0,-6 0 0 0,-2 0 0 0,-3 0 0 15,-2 2 0-15,-3-2 0 0,-1 0 0 16,-3 2 0-16,1 1 0 0,-3 2 0 0,-2 0 0 0,-1 2 0 16,1 3 0-16,0 3 0 0,0 1 0 15,0 3 0-15,0-1 0 0,2 3 0 0,1 0 0 0,0 1 0 16,9-6 0-16,0 0 0 0,0 0 0 0,0 0 0 16,0 0 0-16,0 0 0 0,17 36-192 0,-2-31-18304 15</inkml:trace>
  <inkml:trace contextRef="#ctx0" brushRef="#br1" timeOffset="-153350.02">21522 9464 21183 0,'10'-16'944'0,"-5"6"192"0,2-2-912 0,-3 3-224 0,-1 5 0 0,-1-1 0 16,1-1 2272-16,3-6 416 0,3-6 64 0,0-5 32 0,0 0-704 0,-2 3-144 15,-3 2-16-15,-1 4-16 16,-2 2-992-16,-1 3-192 0,-2 3-32 0,-1 3-16 0,-1 1-352 0,-2 4-80 15,1 0-16-15,-3 3 0 0,0 3-96 0,8-8-128 16,-17 25 176-16,17-25-176 0,-20 28 160 0,20-28-160 16,-20 38 128-16,20-38-128 0,-16 48 0 0,16-48 128 15,-14 54-128-15,14-54 0 0,-11 57 0 0,11-57 0 16,-10 64 0-16,10-64 0 0,-9 71 0 0,5-34 0 16,1 0 0-16,-2 1 0 0,-1 2 0 0,2-1 0 15,-2-2 0-15,6-37 0 0,-9 65 0 0,9-65 0 0,-9 49 0 0,9-49 0 16,-9 36 0-16,9-36 0 0,0 0 0 0,-14 40 0 15,14-40 0-15,0 0 0 0,-17 21 0 0,17-21 0 16,-10 7 0-16,5-5 0 0,0-1 0 16,2-2 0-16,-2-1 0 0,1 0 0 0,0-3 0 0,-2 0 0 15,0-2-176-15,-2-2-112 0,0-1-32 0,-2-3-18016 16</inkml:trace>
  <inkml:trace contextRef="#ctx0" brushRef="#br1" timeOffset="-153194.21">21242 9608 16575 0,'9'-14'736'0,"-5"7"160"0,1 0-720 0,0 3-176 0,-3 2 0 0,1 1 0 16,1 1 2640-16,2 0 496 0,6-2 112 0,4 2 16 0,4 0 0 0,1 0 0 16,1 0 0-16,1 0 0 0,-2 2-2304 0,1-2-464 15,1 0-96-15,1 0-16 16,0 0-384-16,1 0 0 0,-1-2 128 0,0 0-128 0,-2-1 0 0,-1 1-224 16,1-1 48-16,-3-2-18128 0</inkml:trace>
  <inkml:trace contextRef="#ctx0" brushRef="#br1" timeOffset="-152817.79">22251 9440 18431 0,'-4'-4'816'0,"4"1"160"0,1 1-784 0,-2-1-192 0,0 3 0 0,-1-2 0 16,1 2 432-16,1-1 32 0,-1 1 16 0,1-1 0 0,0 1 192 0,0 0 32 15,0 0 16-15,0 0 0 0,0 0 192 0,-15 36 48 16,15-36 0-16,-15 35 0 0,15-35 176 15,-18 45 32-15,18-45 16 0,-21 52 0 0,21-52-272 0,-19 50-48 16,19-50-16-16,-12 43 0 0,12-43-80 16,-3 37-32-16,3-37 0 0,0 0 0 0,8 41-480 0,-8-41-80 15,0 0-32-15,0 0 0 0,30 23-144 16,-30-23 0-16,21 3 0 0,-11-6 0 16,0 0-192-16,-1-1 0 0,-2-1-16 0,-3 1-15872 15</inkml:trace>
  <inkml:trace contextRef="#ctx0" brushRef="#br1" timeOffset="-152116.58">21995 9566 15663 0,'-6'0'688'0,"4"0"144"0,0 2-656 0,0-1-176 16,1 1 0-16,1-2 0 0,1 2 3264 0,-1-2 608 16,0 0 128-16,0 0 32 0,0 0-1328 0,37 29-256 15,-19-25-48-15,3 1-16 0,4-4-1408 0,3 1-272 16,2-2-64-16,1-2-16 0,0-1-416 0,2 0-80 15,-1 1 0-15,-2-5-128 0,-2 2 0 0,-2-2 0 16,-2 1 0-16,-4-2 0 0,-2 3 0 0,-2-4 0 16,-1 1 0-16,-2-1-192 15,-2-3-704-15,-1 2-128 0,-2-3-16 0,-1 1-16 16,1-3-304-16,-2 0-64 0,0-2-16 0,0-1 0 16,0-3 336-16,-1 0 64 0,2-3 16 0,-1 0 0 0,0 1 1024 0,0 2 144 15,-2 1 64-15,0 2 16 0,-1 6 784 0,-1 2 144 0,0 5 48 16,-2 1 0-16,0 4 0 0,-2 4 0 0,2-4 0 0,0 0 0 15,0 0-448-15,-17 43-96 0,17-43-16 0,-15 42 0 16,15-42-288-16,-19 55-64 0,19-55-16 0,-18 60 0 16,10-26 0-16,8-34 0 0,-12 63 0 0,12-63 0 0,-8 54-80 0,8-54 0 15,-1 46-16-15,1-46 0 16,0 0-176-16,6 54 0 0,-6-54 0 0,0 0 0 0,0 0 0 16,19 40 0-16,-19-40 0 0,0 0 0 0,20 7 0 0,-12-9 0 15,0-1 0-15,2 0 0 0,-1-1 0 16,2-3 0-16,0 0 0 0,1 0 0 0,1-3 0 15,0 1 0-15,1 0 0 0,-1-1 0 0,-1 0 0 0,-1 1 0 16,-2 0 0-16,-3 2 0 0,1 4 0 0,-3 1 0 16,0 2 0-16,-4 0 0 0,0 0 0 0,0 0 0 15,0 0 0-15,0 0 0 0,5 42 0 0,-5-42 0 0,0 0 0 0,4 38 0 16,-4-38 0-16,0 0 0 0,20 34 0 16,-20-34 0-16,0 0 0 0,32 23 0 0,-32-23 0 15,27 8 0-15,-11-6 176 0,1-2-48 16,2 0-128-16,0-3 192 0,-2-1-64 0,-1 1-128 0,1-2 176 0,-2-1-176 15,0-1 0-15,0 2 0 0,0-3 0 0,-2 1 0 16,0 0 0-16,-2-2 0 0,-2 0 0 0,-2 0 0 16,-2-2 0-16,0 0 0 0,-2 1 0 15,-2-4 0-15,1 2 0 0,-4-3 0 0,1 1 0 0,-2 0 0 16,0 2 0-16,0 1 0 0,2 1 0 0,1 3 0 16,-2 2 0-16,-1 1 0 0,-2 6 0 0,5-2 0 15,0 0 0-15,0 0 0 0,-21 33 0 0,21-33 0 16,-11 36 0-16,11-36 0 0,-8 41 0 0,8-41 0 0,-2 44 0 0,2-44 0 15,4 50 0-15,-4-50 0 0,11 47 128 0,-11-47-128 16,17 38 0-16,-17-38 0 0,21 33 0 0,-21-33 0 16,25 21 0-16,-25-21-12880 15,26 12-2608-15</inkml:trace>
  <inkml:trace contextRef="#ctx0" brushRef="#br1" timeOffset="-151232.9">15199 10912 27647 0,'3'-2'2448'0,"0"0"-1952"15,-1 0-496-15,-1 2 0 0,-1 0 1648 0,1-2 224 16,1 1 48-16,2-3 16 0,1 1-272 0,-2-2-64 0,2 1-16 0,-2 1 0 16,0 1-992-16,-2 0-192 0,-1 0-32 15,-1 1-16-15,0 1-96 0,-3-2 0 0,0 2-16 0,-1 2 0 16,-3-1-96-16,-1 3-16 0,-1 0 0 0,-1 4 0 16,-2-1-128-16,-2 4 0 0,-1-1 0 0,-1 4 0 15,3-2 0-15,0 2 0 0,1-2 128 0,2 0-128 16,2 0 0-16,9-12 0 0,-8 19 0 0,8-19 128 15,0 0-128-15,0 0 0 0,0 0 0 0,0 0 0 16,33 33 0-16,-33-33 0 0,29 7 0 0,-29-7 0 16,31 7 0-16,-31-7 0 0,30 8 0 0,-30-8 0 15,0 0 0-15,36 14 0 0,-36-14 0 0,0 0 0 0,0 0 0 16,0 0 0-16,28 31 0 0,-28-31 0 16,0 0 0-16,0 0 0 0,-6 26 0 0,6-26 0 0,-10 12 0 0,3-5 0 15,-1-3 0-15,-1 2 0 0,0-1 0 0,-1-1 0 16,0 0 0-16,0-1 0 0,-1-2 0 15,1 0 0-15,-1-1 0 0,0-1 0 0,-1 0 0 16,2-1 0-16,1-1 0 0,2 0 0 0,1 0 0 16,3-2 0-16,0 0 0 0,2 0 0 15,4-2-240-15,1 2-16 0,5-3-16 0,2 2-18608 0</inkml:trace>
  <inkml:trace contextRef="#ctx0" brushRef="#br1" timeOffset="-150895.49">15380 11053 30399 0,'0'0'1344'0,"0"0"288"0,0 0-1312 0,0 0-320 0,0 0 0 0,0 0 0 16,0 0 1744-16,0 0 288 0,0 0 48 0,38 14 16 15,-38-14-1008-15,32 0-192 16,-32 0-32-16,32-6-16 0,-16 2-656 0,-1-3-192 0,0 1 0 0,-2 0 128 16,-2-1-128-16,-1-2 0 0,-2 1 0 0,0-1 0 15,-3 2 0-15,-2 0 0 0,0-2 0 0,-3 1 0 16,-2 2 0-16,-2 0 0 15,0-1 0-15,-4 2 0 0,0 1-144 0,-1 0 144 0,-2 3-160 0,-1 1 160 0,-1 1 0 0,-1 3 0 16,-2 1 0-16,-1 3 0 16,0 1 0-16,1 2 0 0,0 1 0 0,1 0 0 0,2 3 0 0,2 1 0 15,2 0 0-15,9-16 0 0,-13 31 0 16,13-31 0-16,0 0 208 0,-2 36-64 0,2-36 144 0,0 0 32 16,0 0 0-16,34 28 0 0,-34-28-112 15,33 5-16-15,-15-7 0 0,3 0 0 0,3-2-192 0,0-2 0 16,0-2 0-16,-1-1 0 15,0-2 0-15,-1 1-320 0,-1-1 64 0,1 0-12352 0,-1-1-2480 0</inkml:trace>
  <inkml:trace contextRef="#ctx0" brushRef="#br1" timeOffset="-150662.96">15854 10782 5519 0,'2'-19'496'0,"-1"8"-496"0,2 3 0 0,-2 1 0 15,0 3 3072-15,-1 1 512 16,0 1 96-16,1-2 32 0,1 0 768 0,-1 0 144 0,0 0 48 0,-2 6 0 15,1-2-2672-15,0 0-528 16,-8 24-96-16,8-24-32 0,-9 35-864 0,9-35-176 0,-12 49-48 0,6-22 0 16,-1 4 0-16,3 1-16 15,-1 0 0-15,1-2 0 0,4-30-32 0,-3 55 0 0,3-55 0 0,-1 49 0 16,1-49-208-16,2 39 0 16,-2-39 128-16,0 0-128 0,6 42 0 0,-6-42 0 0,0 0 0 15,0 0 0-15,0 0 0 0,0 0-160 0,0 0 160 16,0 0-12800-1,0 0-2464-15</inkml:trace>
  <inkml:trace contextRef="#ctx0" brushRef="#br1" timeOffset="-150483.08">15685 10922 23951 0,'-2'2'2128'0,"2"-2"-1696"0,0 0-432 0,0 0 0 15,0 0 2560-15,0 0 416 0,0 0 96 0,0 0 0 16,0 0-832-16,23 30-160 0,-23-30-32 0,0 0-16 15,41 13-1088-15,-41-13-224 0,37 1-32 0,-19-4-16 0,3 0-416 0,-2-3-96 16,0 0-16-16,1 0 0 0,-2-2-144 0,-2 1 0 16,-1 0 0-16,0 0-13440 15,0 1-2656-15</inkml:trace>
  <inkml:trace contextRef="#ctx0" brushRef="#br1" timeOffset="-150310.8">16280 11188 34095 0,'0'0'3024'0,"0"0"-2416"0,0 0-480 0,0 0-128 15,0 0 1536-15,0 0 304 0,0 0 48 16,0 0 16-16,0 0-1008 0,0 0-192 0,0 0-32 0,0 0-16 31,0 0-976-31,0 0-192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10-23T09:11:49.134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21654 2615 8287 0,'-3'-1'736'0,"2"-1"-592"0,0 0-144 0,1 2 0 0,0-3 1088 0,0 1 192 31,-1-1 48-31,-1-4 0 0,0-1 736 0,0-3 160 0,1-1 16 0,1-2 16 16,1 2-528-16,0-2-128 0,1 0 0 0,1 0-16 15,0-2-528-15,2 1-96 0,0-4-32 0,1 3 0 16,1-3-304-16,1 2-64 0,0-2-16 0,0 2 0 16,0 1-208-16,1-3-32 0,4-5-16 0,0 0 0 15,2 1-64-15,0-1-16 0,0 2 0 0,-1 4 0 16,-1 2-32-16,-1 3-16 0,-1 4 0 0,1-1 0 16,-1 3 64-16,0 4 16 0,0 0 0 0,1 2 0 15,-2 1 64-15,1 0 16 0,-1 2 0 0,0 0 0 0,1 2-128 16,0 0-32-16,0-2 0 0,-1 3 0 0,1 0-160 15,1-3 0-15,0 3 0 0,0 0 128 0,2-1-128 16,-14-4 0-16,0 0 0 0,40 22 0 16,-40-22 0-16,0 0 0 0,28 35 0 0,-28-35 0 0,10 41 0 0,-10-41 0 15,1 59 0-15,-1-59 0 0,-8 66 0 0,2-31 0 16,-1-1 0-16,-1-4 0 0,0-1 0 16,-1-5 0-16,-2-1 0 0,0-1 0 0,0-5 0 0,-2 2 0 15,-2-5 0-15,-1 0 0 0,-1-1 0 0,-2-2 0 16,0-1 0-16,-3-2 128 0,-2 0-128 0,-1-1 192 0,-1 0-192 0,-3-3 192 15,0 0 144-15,2-2 48 0,1 0 0 0,3-4 0 16,3-3 32-16,2 0 16 0,2-4 0 0,2-3 0 16,3 2-240-16,3-6-64 0,3-1 0 0,3-5 0 15,5-3-128-15,4-2 0 0,3-3 0 0,3-6 0 16,2-3-144-16,2-2-64 0,2 0-16 16,-2 6-17824-16</inkml:trace>
  <inkml:trace contextRef="#ctx0" brushRef="#br0" timeOffset="517.44">21930 2752 6447 0,'1'-2'576'0,"0"0"-576"15,0 1 0-15,-1-1 0 0,1 2 1104 0,-1 0 112 0,1-3 32 0,1 1 0 16,1-3 224-16,-1 0 64 0,0 1 0 0,-1-1 0 15,-1 2-256-15,0 1-64 0,0 2 0 0,-1 0 0 16,0 3-112-16,-2 2-16 0,1 1-16 0,0 4 0 16,-1 2-288-16,3-12-48 0,-3 36-16 0,3-36 0 0,-4 54 96 0,4-54 16 15,-3 71 0-15,3-71 0 16,-3 67-144-16,2-27-32 0,-1 7 0 0,-1 4 0 16,-1 3-336-16,0-4-80 0,2-3-16 0,0-2 0 15,1-7-224-15,1-2 0 0,0-36 0 0,-2 63-14864 16</inkml:trace>
  <inkml:trace contextRef="#ctx0" brushRef="#br0" timeOffset="1815.52">21162 3821 8287 0,'0'0'736'0,"-1"0"-592"0,1 0-144 0,0 0 0 16,1 0 1088-16,0 0 192 0,0 0 48 0,0 0 0 15,2-2 864-15,0 2 176 0,3-2 48 0,-1-1 0 16,2 2-464-16,-1-2-96 0,2 0 0 0,-2 0-16 16,1-1-688-16,0-1-144 0,0 1-32 0,0 1 0 15,-2-2-400-15,1 0-64 0,-1 2-32 0,-2-2 0 16,1 2-224-16,-2 0-64 0,0 1 0 0,-1-2 0 16,-1 1-192-16,-1 0 0 0,-2 1 0 0,-1 1 0 0,-1 0 0 15,-3-1 0-15,0 1 0 0,-3 1 0 0,0 0 0 0,-2 0 0 16,-1 1 0-16,0 1 0 0,1 0 0 15,0 1 0-15,-2 2 0 0,1 1 0 0,1 1 0 0,1 3 0 16,-1-1 0-16,2 3 0 16,0 0 0-16,0 2 0 0,1 3 0 0,0 2 0 0,2-3 0 15,0 1 0-15,3 0 0 0,5-17 0 0,-7 33 0 0,7-33 0 16,0 0 0-16,0 0 0 0,7 40 0 0,-7-40 0 16,0 0 0-16,0 0 0 0,0 0 0 15,39 22 0-15,-27-20 0 0,1-2 0 0,2 0 0 16,1 0 0-16,2-2 0 0,1 1 0 0,2-2-160 0,0-1 160 15,2-1-128-15,-1-1 128 16,0 1-1248-16,1-2-160 0,-1-1-48 0,0 0 0 0,-4 1-1648 0,-1-1-336 16</inkml:trace>
  <inkml:trace contextRef="#ctx0" brushRef="#br0" timeOffset="2499.06">21417 3888 9215 0,'1'-2'400'0,"0"1"96"0,-1 1-496 0,1-2 0 0,-1 0 0 0,1 1 0 16,0-1 1616-16,1 1 240 0,1-3 32 15,2-1 16-15,0-1-96 0,2-4-16 16,0 3 0-16,0-2 0 0,1 1-976 0,-2-1-208 16,0 2-32-16,-1-1-16 0,-2 2-560 0,-1-2 0 0,0 2 0 0,-3 1 0 0,-2 1 0 0,0 3 0 15,-3-2 0-15,-2 4 0 0,-1 1 192 0,-1 2 0 16,-1 1-16-16,-1 0 0 16,-2 5 16-16,-2-1 16 0,-1 5 0 0,-1 1 0 15,1 1 16-15,2 0 0 0,0-1 0 0,2 0 0 16,1 1 96-16,2-2 0 0,2-2 16 0,3-2 0 0,3-2 96 0,2 0 16 15,1-4 0-15,0-3 0 0,3 1-320 16,2-2-128-16,1-2 0 0,1-1 128 16,1-1-128-16,0-2 0 0,2 0 0 0,0-2 0 0,0 1 0 15,2-1-144-15,-2-2 144 0,-1 2 0 0,-1 1-192 16,0 0 192-16,-1-2-192 0,-2 1 192 0,0 2-160 16,-1 0 160-16,-2 0-128 0,0-1 128 15,-1 4 0-15,0-2 0 0,-1 1 0 0,0 3 0 16,-1-1 0-16,0 2 0 0,0 0 0 0,-1 2 0 0,0 1 0 0,0 0 0 15,-1 3 0-15,0 0 0 0,0 2 0 0,-1 2 0 16,1 2 0-16,-2-2 128 0,4-10-128 0,-7 26 0 0,7-26 0 0,0 0 0 16,-5 35 0-16,5-28 144 15,2 0-144-15,1-2 0 0,1-2 0 0,1-1 0 16,1-2 0-16,2-3 0 0,0 0 0 16,1-3 0-16,2-1 0 0,0-1 0 0,0-3 0 0,0-1 0 0,0 0 0 0,0-2-144 15,-1 2 144-15,0-2 0 16,-1 2-144-16,-1 0 144 0,1 0 0 0,-2 1 0 15,0 1 0-15,-1 0 0 0,1 3 0 0,-2-1 0 16,2 2 0-16,-2-1 0 0,0 5 336 0,-1 0 48 0,0 1 0 16,-1 4 0-16,1-1 320 0,-4-2 80 0,0 0 16 0,0 0 0 15,0 0-480-15,0 0-112 0,9 50-16 0,-9-50 0 16,0 0-192-16,-7 38 0 0,7-38 0 0,-7 28 0 16,7-28 0-16,-9 26 0 0,9-26 0 0,-10 24 0 15,5-14 0-15,0-4 0 0,2 0 0 0,-1-2 0 16,2-1 176-16,-1-1-176 0,2-2 192 0,0 0-192 15,0-3 496-15,1 0-16 0,0-1 0 0,1-3 0 16,0 1-144-16,1-1-16 0,1-1-16 0,1-2 0 0,0 1-144 16,2-3-32-16,0 2 0 0,2-2 0 0,0 1-128 0,0 1 0 15,1 1 0-15,0-3 0 0,1 3 0 16,1-1 0-16,1 3 0 0,0-3 0 16,-2 4-736-16,0 0-32 0,-1 3 0 0,0 0-15072 15</inkml:trace>
  <inkml:trace contextRef="#ctx0" brushRef="#br0" timeOffset="2859.67">21937 3699 5519 0,'2'-5'496'0,"-1"4"-496"15,0-1 0-15,-1-1 0 0,0 3 1312 0,0-2 160 16,0 2 48-16,0 0 0 0,0-1 624 0,-1 1 128 0,-1 0 32 0,0 1 0 16,-1 4-1056-16,-1 0-208 0,-1 1-32 0,-1 2-16 15,0 1-224-15,-1 1-64 0,-2 4 0 0,1 0 0 0,-1 3-160 0,-1-3-32 16,1 5-16-16,-1 0 0 0,0 0 48 0,0 1 16 16,3-2 0-16,7-18 0 0,-7 31-160 0,7-31-16 15,0 0-16-15,0 0 0 16,7 40-368-16,-7-40 0 0,0 0 0 0,0 0 128 0,34 12 16 0,-22-14 16 15,0-3 0-15,2 1 0 0,0-2 320 0,-1-1 64 16,0-2 16-16,-1 2 0 0,-1-3-560 16,-2 5 0-16,-1-3 0 0,-2 0 0 15,-2 3-720-15,0-2-256 0,-3 2-48 0,0-2-16 16,-2 1-1440-16,-2 0-272 0,-2-1-64 0,0 0-7440 0</inkml:trace>
  <inkml:trace contextRef="#ctx0" brushRef="#br0" timeOffset="3038.94">21763 3826 3679 0,'-7'4'320'0,"3"0"-320"0,1-2 0 0,2 0 0 16,2-2 1936-16,-1 0 320 0,-1 2 64 0,-1 3 16 16,0 0 864-16,2-1 160 0,4-1 32 0,2-1 16 15,2-2-816-15,2-2-160 0,3-1-48 0,1-1 0 16,3-1-1056-16,0-1-224 0,2 0-32 0,0 0-16 16,2 0-544-16,-3 1-96 0,1 1-32 0,-3 1 0 0,-3 1-384 15,0 2 0-15,-2-2 0 0,0 2 0 16,-2 0-624-1,0 2-144-15,-1-2-48 0,-1 0-15296 0</inkml:trace>
  <inkml:trace contextRef="#ctx0" brushRef="#br0" timeOffset="3432.25">22057 3860 5519 0,'2'0'496'0,"0"0"-496"16,0 0 0-16,0-1 0 0,-1 1 1664 15,0 0 256-15,1 0 32 0,1-2 16 0,1 2 1072 0,3-2 224 16,-1 1 32-16,2 1 16 0,0-2-1328 0,0 2-256 16,0 0-48-16,-1 0-16 0,0 0-608 0,-1 2-128 0,1-2-32 0,-2 0 0 31,2 0-512-31,-2-2-96 0,2 2-32 0,-1-2 0 16,1 0-256-16,-1-1 160 0,2 0-160 0,-2 1 128 15,1-2-128-15,-1 1 0 0,2-2 0 0,-2 1 0 16,0-1 0-16,0 0 0 0,-2 0 0 0,-1 0 0 15,-1 1 0-15,0-3 0 0,-1 4 0 0,-1-3 0 16,-2 1 0-16,0 0 0 0,-1 0 0 0,-2 2 0 0,-1 0 0 0,0 2 0 16,-2 1 0-16,-2 2 0 0,0 1 0 0,0 4 0 15,0-2 0-15,-2 4 0 0,0 1 0 0,-1 4 0 16,0 0 0-16,0 0 0 0,2 0 0 0,0 1 0 16,11-15 0-16,-13 26 0 0,13-26 272 0,0 0-16 15,0 0-16-15,-1 40 0 0,1-40 96 0,0 0 32 0,0 0 0 0,28 17 0 16,-18-17-176-16,2 0-48 0,-4 0 0 0,1-2 0 15,0-1-144-15,1 0 0 0,-2 1 0 0,0 0-16752 16</inkml:trace>
  <inkml:trace contextRef="#ctx0" brushRef="#br0" timeOffset="4620.16">22530 3812 6447 0,'2'-3'576'0,"-1"1"-576"0,1 0 0 0,-2 1 0 0,1 1 1616 0,-1-2 224 16,2 0 32-16,0-3 16 0,1 0 448 0,-2-1 96 16,1 0 0-16,-2 2 16 0,-1-1-752 0,0 2-160 15,-3 1-16-15,-2 1-16 0,1 0-624 0,-3 1-128 16,0 1-32-16,-1 0 0 0,-2 2-240 15,0 0-48-15,0 1-16 0,-1 0 0 0,-1-1-256 16,0 2-160-16,-1 0 192 0,0 0-192 0,3 0 128 16,-1-1-128-16,2 3 0 0,1-3 0 0,1 1 192 0,3-2-192 15,1 1 192-15,2-1-192 0,2 2 128 0,1-1-128 16,1-1 0-16,2 1 0 0,0 1 0 0,2-3 0 16,-6-2 0-16,0 0 0 0,0 0 0 0,0 0 0 0,32 23 0 15,-32-23 0-15,0 0 0 0,0 0 0 0,0 0-160 0,31 25 160 16,-31-25 0-16,0 0 0 0,0 0 0 0,0 0 0 15,0 0 0-15,0 0 0 0,0 0 0 0,0 0 0 16,-11 38 0-16,3-34 0 0,-1 1 0 0,0-2 0 16,0 1 0-16,-2-2 0 0,1 2 0 15,-1-2 0-15,1 0-144 0,0-1 144 0,1-1 0 0,3 0 0 16,0-1-832 0,2-1-48-16,1-1-16 0,3-2-12416 0</inkml:trace>
  <inkml:trace contextRef="#ctx0" brushRef="#br0" timeOffset="4818.06">22618 3757 20271 0,'5'-2'896'0,"-2"0"192"0,1 2-880 0,-2 0-208 0,0 0 0 0,-2 0 0 0,2 0 1904 0,1 0 336 16,1 2 64-16,1-2 0 0,3 2-1104 15,-1-1-240-15,1 1-32 0,-1 0-16 0,0-2-688 16,-1 0-224-16,0 1 128 0,-2-1-128 0,0 1 0 0,-2-1 0 15,1 2-208-15,-3 1 80 16,0-2-1584-16,-1 1-304 0,0 0-64 0,-1 0-9904 0</inkml:trace>
  <inkml:trace contextRef="#ctx0" brushRef="#br0" timeOffset="4988.62">22615 3847 911 0,'0'0'0'0,"-1"1"0"0,1 1 0 0,0-2 0 0,0 0 560 0,0 2 16 0,0-2 16 16,0 2 0-16,-1 3 608 0,0 0 112 15,0-1 32-15,0 2 0 0,-1 1 576 0,0 0 128 0,-3 2 32 16,0-2 0-16,0 1-304 0,-1 1-64 0,0 0-16 16,-2-1 0-16,1 1-800 0,0 0-176 0,2-1-16 15,-1-2-16-15,4-1-528 0,0-1-160 0,1-1 0 16,2 0-7040 0,1-1-1504-16</inkml:trace>
  <inkml:trace contextRef="#ctx0" brushRef="#br0" timeOffset="5832.49">22833 3918 19343 0,'6'-4'848'0,"-2"2"192"0,0 1-832 0,-1-1-208 0,-2 2 0 0,0-2 0 0,1 2 1984 0,1-1 368 0,2-1 64 0,1-2 16 15,1 1-880-15,-1-2-160 16,0 3-48-16,-2-3 0 15,1 1-1024-15,-2 0-320 0,-1 0 128 0,-2-1-128 16,0 2 0-16,-2-2 0 0,0 2 0 0,-2-2 0 0,0 3 0 16,-3-3 0-16,1 2 0 0,-1 0 0 0,0 2 0 0,-1-1 0 15,0 2 0-15,0 2 0 0,-2 0 0 0,2 0 0 16,0 3 0-16,-2 0 128 0,2 2-128 0,-1 0 192 16,-1 1-64-16,1 3 0 0,-1 1 64 0,-1 2 32 15,1-1 0-15,0 1 0 0,2 0 48 0,8-14 16 16,0 0 0-16,-11 30 0 0,11-30-64 15,0 0-16-15,0 0 0 0,0 0 0 0,0 0-208 0,0 0 0 16,31 23 0-16,-20-26 0 0,0 0 0 0,1-3 0 16,2-2 0-16,1 1 0 0,0-3-256 0,0 1 64 0,1-1 16 15,-1 1 0 1,0-1-448-16,-2 1-80 0,-4 2-32 0,0 0 0 0,-1 2 464 0,-1-2 80 0,-1 3 32 0,-2 1 0 16,-1 0 160-16,-2 3 0 0,0 0 0 0,-2 3 0 15,-1 0 0-15,-2 3 0 0,1-1 128 0,-2 2-128 16,-1 0 320-16,2 0 0 0,-2 2 0 0,0 1 0 15,0 0 0-15,6-10 0 0,0 0 0 0,-11 26 0 16,10-21 0-16,2 2 0 0,2-4 0 0,0 0 0 16,2-3-96-16,1 1-32 0,0-1 0 0,3-1 0 15,0-1-192-15,1-2 0 0,1-1 0 0,0 0 0 0,1 0 0 0,0 0 0 16,1-1 0-16,1-3 0 16,0 1 0-16,-1-1-160 0,0 0 160 0,0-1-128 15,-1 2 0-15,0-1 0 0,-2-1 0 0,0 1 0 0,-1 2-16 0,-2-1 0 16,1 0 0-16,-2 2 0 0,0 2 144 0,-2-1 0 15,-1 3 0-15,-1 1 0 0,0 1 0 0,-1 0 0 16,-2 3 0-16,0-1 0 0,0 3 0 0,-2-2 144 16,1 4-144-16,2-7 0 0,0 0 224 0,0 0-64 15,-14 32-16-15,14-32 0 0,0 0-144 0,-13 29 0 16,13-29 144-16,0 0-144 0,-12 27 0 0,8-19 0 0,1-2 0 0,0-2 128 16,2 1-128-16,-1-3 0 0,1-1 0 15,0 1 0-15,1-2 192 0,1-2-16 16,-1 1-16-16,1-1 0 0,1-1 144 0,-2 1 16 0,1-2 16 15,1-1 0-15,0 1-192 0,0-1-144 16,1 0 192-16,-1 0-192 0,0 0 0 0,1-1 0 16,0 0 0-16,1-1 0 0,1 0 0 0,1 1 0 15,0-2 0-15,3 1 0 0,0-3 0 0,2 1 0 0,2-1 0 16,2-1 0-16,0 1 0 0,0 2 0 0,0 0 0 16,-1 3 0-16,-1 2 0 0,-2 3 0 0,1 0 0 0,-1 2 0 15,-3 3 0-15,-8-5 192 0,0 0-64 16,0 0-128-16,0 0 400 0,19 47-16 0,-19-47-16 15,0 0 0-15,-6 48-112 0,6-48 0 0,0 0-16 0,-15 43 0 16,15-43-240-16,0 0 176 0,-17 35-176 0,17-35 160 0,-11 17-160 0,7-10 0 16,0-2 0-16,1 0-18272 0</inkml:trace>
  <inkml:trace contextRef="#ctx0" brushRef="#br0" timeOffset="7155.15">23787 3791 11967 0,'3'-1'1072'0,"-1"-1"-864"0,0 0-208 0,-2 2 0 16,0-2 1520-16,1 1 256 0,0-1 48 0,0-1 16 15,2 1 320-15,-1-3 64 0,1 1 16 0,-2 1 0 16,0 3-1088-16,-2-1-192 0,0 2-64 0,-2 2 0 15,-1 2-480-15,0 2-96 0,-3 2-32 0,7-9 0 16,-16 28-112-16,16-28-32 0,-23 36 0 0,10-12 0 16,-1-2 48-16,1 1 16 0,0 0 0 0,1-1 0 0,12-22-16 0,-20 38-16 15,20-38 0-15,-16 27 0 16,16-27-176-16,0 0 0 0,-14 26 0 0,11-22 0 16,3 1 0-16,-1-2 0 0,0-2 0 0,2 1 0 0,0-4 0 15,0 2 0-15,1-2 0 0,0-2 0 16,1 0-1008-16,0 1-128 0,0-3-16 0,0-1-7840 15,0 2-1568-15</inkml:trace>
  <inkml:trace contextRef="#ctx0" brushRef="#br0" timeOffset="7499.96">23691 3878 3679 0,'2'-5'320'0,"-1"3"-320"0,-1 2 0 0,0 0 0 15,0-2 1840-15,3-5 288 0,3-3 64 0,1-2 16 16,3 0 224-16,1 0 64 0,0 3 0 0,1 0 0 16,1 1-576-16,-1 4-128 0,0 1 0 0,1-2-16 15,1 3-656-15,-1 0-128 16,1-1-32-16,-1 1 0 0,0 0-464 0,0 1-112 0,-2-1 0 0,0 0-16 15,0 0-368-15,-2 2 0 0,1-2 0 0,-3 1 0 16,0 1 0-16,-3 0 0 0,-2 3 0 0,-2 0 0 16,-1 1 0-16,-4 3 0 0,-1 0 0 0,-2 0 0 0,-4 1 0 0,-1 0 176 15,-3 2-48-15,0 0 0 0,-1-1 64 0,2-2 0 16,-1 0 0-16,0 0 0 0,1-1-192 16,2-1 0-16,0-1 144 0,2 0-144 0,2 0 0 0,1-1 0 15,2-2 0-15,1 1 128 0,3-2-128 0,0 0 0 16,3 0 0-16,0-2 0 0,1 1 0 0,2-1 0 15,1 0 0-15,1-1-128 0,1-1 128 0,0 1 0 16,1-1-144-16,2 1 144 0,0-2 0 0,0 1 0 16,1-1 0-16,-1 0 0 0,1 1 0 15,0-1 0-15,0 1 0 0,1-1 0 0,-1-1 0 16,0 2 0-16,0-1 0 0,-1 0 0 0,-2 1 0 16,0 1 0-16,-1-2 0 0,-2 3-14640 15</inkml:trace>
  <inkml:trace contextRef="#ctx0" brushRef="#br0" timeOffset="8152.86">23988 3830 18431 0,'0'-4'1632'0,"1"-1"-1312"0,1 1-320 0,-1 1 0 15,0 2 0-15,0 0 0 0,1 1 0 0,1-3 0 0,0-2 1376 0,4 1 352 16,0-3 80-16,3 0 16 0,0 0-960 0,-1 2-192 15,0 0-32-15,1 2-16 0,-2 0-224 0,-1 0-32 16,1 3-16-16,-2 0 0 0,0 0 240 0,-1 2 48 16,1 0 16-16,-1 3 0 0,-1 0-48 0,0-1-16 15,-1 1 0-15,-3-5 0 0,0 0-144 0,0 0-48 16,0 0 0-16,0 0 0 0,0 0-144 0,3 45-48 16,-3-45 0-16,0 0 0 0,0 0-208 0,0 0 0 0,-16 34 128 0,9-28-128 15,2-1 0-15,-2-1 0 0,1-1 0 0,-2 2 0 16,3-2 0-16,-2-1 0 0,2-1 0 15,0 0 0-15,0-1 0 0,2 0 0 0,0-1 0 0,1 0 0 16,2-1 0-16,0-3 0 0,2 2 0 0,1-3 0 16,0 1 0-16,2 0 0 0,2-2 0 0,0 0 0 15,2-3 0-15,1 3 0 0,1 0 0 0,1-2 0 16,0 4 0-16,0-3 0 0,-1 2 0 0,-1 0 0 16,0 2 0-16,0-1 0 0,-1 0 0 0,-1 2 0 0,-1 0 0 15,-1 1 0-15,0 1-160 0,-1-1 160 16,0 1-704-16,-1 1-64 0</inkml:trace>
  <inkml:trace contextRef="#ctx0" brushRef="#br0" timeOffset="8533.79">24282 3833 12495 0,'1'-2'256'0,"-1"1"64"16,1 1 16-16,-1 0 48 0,0 0-384 0,0-2 0 0,1 2 0 0,0 0 0 0,0 0 2528 0,0-2 432 0,0 2 96 0,1-2 16 15,-1-1-1776-15,-1 3-336 16,0-2-80-16,-1 0-16 0,0 2-592 0,-2 0-112 0,1 0-32 16,-2 2 0-16,-1 0-128 0,-1 1 0 15,-1 1 144-15,0 2-144 0,-2 0 448 0,1 4 32 16,-1-3 0-16,0 2 0 0,9-9 48 0,0 0 16 0,-17 28 0 0,17-28 0 16,0 0 32-16,0 0 16 0,0 0 0 0,0 0 0 15,5 44-368-15,3-40-80 16,0-2-16-16,2 1 0 0,0-3-128 0,1-3 0 0,2 1 0 0,0 0 0 15,0-3 0-15,-1-1 0 16,0 0 128-16,-1-1-128 0,-2 0 0 0,-2 0 0 16,-1-3 0-16,-2 3-176 0,-1 0 176 0,-3-2 0 0,0 0 0 15,-3 1 0-15,-2-2 0 0,0 1 0 0,-2 2 0 0,-1 0 0 16,-2 0 0-16,1 2 0 0,-1 2 0 0,0 1 0 16,0 1 0-16,1 2 0 0,2 1 0 0,0-1 0 15,3 3 0-15,-1-1-128 0,3 1 128 0,1-1 0 16,2 2-896-16,3-2-80 0</inkml:trace>
  <inkml:trace contextRef="#ctx0" brushRef="#br0" timeOffset="9503.12">24480 3898 14735 0,'3'4'640'0,"-1"-4"160"0,-1 0-640 0,1 1-160 0,-1-1 0 0,-1 0 0 0,1 1 2368 16,1-1 432-16,1 0 80 0,1 0 32 0,0 0-480 0,2-1-112 0,0 0-16 15,0-1 0-15,0-3-1344 0,0 2-288 16,-1-1-48-16,0-3-16 0,0 2-416 0,-2-2-192 0,0 2 160 0,-2-4-160 16,-1 4 128-16,-2-3-128 15,0 2 0-15,-2 0 0 0,-1 0 0 0,0-1 128 16,-1 4-128-16,0-1 0 0,-2 1 0 0,1 1 128 16,-2 1-128-16,2 2 0 0,-1 1 128 0,1 1-128 15,1 1 0-15,-1 1 0 0,0 2 0 0,-1 0 0 16,8-7 0-16,0 0 0 0,-23 31 0 0,23-31 0 15,0 0 0-15,-18 42 0 0,18-42 0 0,0 0 0 16,0 0 0-16,0 0 0 0,0 48 0 0,3-44 0 16,1-1 0-16,1 2 0 0,0-4 0 0,2 0 128 0,0-1-128 15,0 0 0-15,1-2 0 0,0 0 0 0,2-1 0 0,-1-3 0 16,1 0 0-16,0-1 0 0,2-2 0 0,-1 2 0 16,1-3 0-16,-1 0 0 0,1-1 0 0,-1 1 0 15,0-2-144-15,-1-2 144 0,-1 2 0 0,1-4-144 16,0 1 144-16,0-1 0 0,-1-3-144 0,1-2 144 15,0 1 0-15,0 0 0 0,0 2 0 0,0 0 0 16,-2 4 0-16,-2 2 0 0,1 1 0 0,-2 2 0 16,1 3 0-16,-1 1 0 0,-2 2 0 0,0 1 0 15,-1 2 0-15,-1 2 0 0,0 1 0 0,-2 4 0 16,1-7 192-16,0 0-32 0,0 0-16 0,-12 40 0 0,12-40 176 16,0 0 16-16,-20 46 16 0,20-46 0 0,-14 33-144 15,14-33-16-15,-16 37-16 0,16-37 0 16,-17 38-32-16,17-38 0 0,-15 34 0 0,15-34 0 0,0 0-144 0,-16 44 0 15,16-44 0-15,0 0 0 0,0 0 0 0,-12 41 0 16,12-41 0-16,0 0 0 0,0 0 0 0,0 0 0 16,0 0 0-16,0 0 0 15,0 0-464-15,0 0 16 0,22 21 16 0,-16-22 0 16,1 0-1552-16,0-3-320 0,2 0-64 0,0 0-16 16,1-1-224-16,-1-2-32 0,2 0-16 0,0-2 0 15,0 1 896-15,0-3 176 0,-1 1 48 0,0-4 0 0,0 0 1536 0,-3 7 192 0,-3 2 112 0,-1 0 16 16,1 0 704-16,0 0 160 0,-1 1 32 0,1-1 0 15,-1 0 512-15,0 3 128 0,-1-2 0 0,-1 3 16 16,-1 1-528-16,-1 0-96 0,0 3-32 0,-2 0 0 16,-2 3-240-16,5-6-48 0,0 0-16 0,-20 26 0 15,20-26-432-15,0 0-96 0,-18 32 0 16,18-32-16-16,0 0-176 0,0 0-48 0,0 0 0 0,-15 39 0 0,15-32-144 16,0-2 0-16,1 0 0 0,1 0 0 0,1-3 0 0,-1 0 0 15,1-2 128-15,0 2-128 16,0-2 0-16,1 0 0 0,0-2 0 0,0 1 0 0,1 0 0 0,-2-1 0 15,-2 2 0-15,1-2 0 0,0 1 0 0,1-1 0 16,1-1-144-16,-1 0 144 0,3-1 0 16,0-3-128-16,2 1 128 0,0-2 0 0,0 1-432 0,1-2 32 15,0-1 0-15,-1 0 0 0,-1 3 160 0,-1 0 48 16,0 3 0-16,-1-1 0 0,-2 2 192 0,0 1 0 0,-1 2 0 16,-2 0 0-16,0 0 0 0,-1 3 0 0,0 1 0 0,-1 1 0 15,0-1 256-15,0 2 0 0,-2 0 0 16,1 2 0-16,-1-2 32 0,1 0 0 0,3-6 0 0,0 0 0 15,0 0-32-15,0 0-16 0,-18 37 0 0,18-37 0 16,0 0-64-16,0 0-16 0,0 0 0 0,0 0 0 16,-17 38-32-16,16-34 0 0,0 2 0 0,-1-1 0 15,2-2-128-15,0 0 0 0,0 0 0 0,2 0 0 16,0-1 0-16,1 0 0 0,2-2 0 0</inkml:trace>
  <inkml:trace contextRef="#ctx0" brushRef="#br0" timeOffset="9820.21">25053 3952 11967 0,'0'0'1072'0,"0"0"-864"0,1 0-208 0,-1-2 0 0,0 2 1216 0,0-1 208 16,1 1 48-16,0-2 0 0,1 2 1344 0,0-3 256 0,1 0 64 0,0-1 16 15,1 0-2080-15,-1 0-432 0,-2-1-64 0,1 0-32 0,-2 2-240 0,0-4-48 16,-2 2-16-16,-1 1 0 15,-1-1-240-15,-2 2 0 0,-2 1 0 0,0 0 0 16,-2-1 0-16,-2 3 0 0,0 3 0 0,0-1 0 16,1 2 0-16,1 2 0 0,-1 0 0 0,0 2 0 15,0 2 0-15,0 1 304 0,11-11-48 0,-18 24 0 16,18-24 288-16,0 0 48 0,-17 33 16 0,17-33 0 16,0 0-304-16,0 0-64 0,0 0-16 0,4 47 0 15,1-42-224-15,3 2 0 0,0-2 0 0,2-1 0 16,0-1 0-16,0-1 0 0,1-1 0 0,0-1 0 0,1-2 0 15,-1 1-192-15,0-2 192 0,2-1-160 16,-2 0-2256-16,1-1-448 0</inkml:trace>
  <inkml:trace contextRef="#ctx0" brushRef="#br0" timeOffset="10103.12">25307 3845 9215 0,'0'-3'400'0,"-1"1"96"0,1 2-496 0,-1 0 0 16,0-1 0-16,1 1 0 0,-1 0 1664 0,-1 1 224 15,-1-1 48-15,-3 2 16 0,1 3 160 0,-3 0 48 0,1 0 0 0,-2 2 0 16,-1 2-416-16,-1 1-80 0,11-10 0 0,-24 23-16 16,24-23-720-16,-25 34-144 0,25-34-16 0,-19 33-16 15,19-33-416-15,-23 33-80 0,23-33 0 0,-27 36-16 16,27-36-96-16,-26 31-16 0,26-31 0 0,-21 30 0 16,21-30-128-16,0 0 0 0,-16 34 0 15,16-34 0-15,0 0 0 0,0 0 0 0,0 0 0 0,0 0 0 16,0 0 0-16,23 30 0 0,-13-32 0 0,0-1 0 15,1 0 0-15,0 0 0 0,3-4 0 0,-1 2 0 32,0-3-688-32,-1-1-112 0,0 2-32 0,-2-3 0 0,-1 3-2064 15,16-4-432-15</inkml:trace>
  <inkml:trace contextRef="#ctx0" brushRef="#br0" timeOffset="10237.84">25148 3993 3327 0,'-18'-5'0'0,"9"2"144"0,0 1-144 0,-2-1 192 0,7 3-192 0,2 0 0 16,0 0 0-16,-2 0 0 0,-2 0 2672 0,-2 0 496 15,1 0 96-15,1 0 32 0,3 2 32 0,2-1 0 16,3 1 0-16,2 0 0 0,4 1-448 0,1-1-64 0,4-2-32 0,2 1 0 16,1 0-1520-16,1-1-304 15,4 2-64-15,1-2-16 0,3 0-560 0,1 0-128 0,-1 0 0 0,-2 0-16 16,-2 0-352-16</inkml:trace>
  <inkml:trace contextRef="#ctx0" brushRef="#br0" timeOffset="57002.51">6020 10878 7359 0,'0'0'656'0,"-1"-1"-528"15,1 1-128-15,0 0 0 0,0 0 912 0,0 0 160 0,-1 0 16 16,1-2 16-16,0 2 352 0,-1-2 64 16,2 2 16-16,-1-1 0 0,2 1-368 0,-1 0-64 0,1 0-16 0,-1 0 0 15,1 0-208-15,1 1-48 0,0 1-16 0,1-2 0 16,0 2-96-16,3-2-16 0,0 1 0 0,2 1 0 0,-9-2 16 0,0 0 0 16,38-5 0-16,-24 2 0 15,3 1 48-15,1-3 0 0,2-2 0 0,1 0 0 0,0 0-256 16,-1 0-64-16,2 0 0 0,-1-1 0 0,0 2-192 0,0-1-32 15,-1 4-16-15,0-2 0 0,-1 0-80 0,-2 3-128 16,-17 2 176-16,27-2-176 0,-27 2 240 16,0 0-64-16,0 0-16 0,0 0 0 0,39 9-160 0,-35-6 0 15,-2-1 0-15,0 3 0 0,-2 0 0 0,0-2 0 16,0 0 0-16,-1 2 0 16,0-2-560-16,0-2 16 0,1 0 0 0,-2 1-14352 15</inkml:trace>
  <inkml:trace contextRef="#ctx0" brushRef="#br0" timeOffset="57319.13">6358 10718 10127 0,'-11'0'896'0,"4"-1"-704"16,1 1-192-16,2 0 0 0,2 1 768 0,0-1 112 16,0 0 16-16,-2 2 16 0,-1 1 1152 0,-3 0 240 15,2 0 32-15,1 0 16 0,2 0-688 0,1-1-128 0,1-1-16 0,1 1-16 16,2-2-240-16,1 0-48 0,2 0-16 0,1 0 0 15,2 0-16-15,0-3 0 0,2 3 0 0,2-2 0 16,-12 2-304-16,25-3-64 0,-25 3-16 0,0 0 0 16,41 0-432-16,-41 0-96 0,30-2-16 0,-30 2 0 15,0 0-256-15,40 2 0 16,-40-2 0-16,0 0 0 0,35 5 0 0,-35-5 0 0,0 0 0 0,0 0 0 0,0 0 0 0,0 0 0 16,0 0 0-16,0 0 0 15,30 34 0-15,-36-25 0 0,-1 1 0 0,-4 1 0 16,-1 2 0-16,-3 0 0 0,-1 2 0 0,-1-1 0 15,0 0 0-15,-3 0 0 0,0 1 0 0,0 1 0 16,3-1 0-16,-2-1 0 0,4 1 0 0,2-2-11712 16,3-1-2384-16</inkml:trace>
  <inkml:trace contextRef="#ctx0" brushRef="#br0" timeOffset="59212.78">7292 10479 6447 0,'2'-3'576'0,"0"0"-576"0,0 2 0 0,-1-2 0 16,0 3 976-16,0-2 96 0,0-3 16 0,4 1 0 0,0-4 624 0,-1 1 128 31,1-1 16-31,-1 2 16 0,-1 1-640 0,0 1-128 16,-1-1-16-16,0 2-16 0,-1 0-32 0,0 2 0 16,0-2 0-16,0 3 0 0,0-2-64 0,-2 2-16 15,0 0 0-15,0 0 0 0,0 2-224 0,-1-1-48 16,1 1-16-16,-2 2 0 0,0 1-416 0,1 2-96 15,-2 3-16-15,0 0 0 0,0 2-144 0,0 2 0 16,-1 3 0-16,1 1 128 0,-1 2-128 0,1 1 0 16,1 4 0-16,-1 4 0 0,1-1 0 0,2 0 0 0,0 1 0 15,2-3 0-15,-1-26 0 0,4 45 0 0,-4-45 0 0,5 36 0 16,-5-36 0-16,0 0 0 0,11 40 0 0,-11-40 0 16,0 0-160-16,0 0 160 0,0 0 0 0,0 0-144 15,0 0 144-15,0 0 0 0,34 28 0 0,-28-32 0 16,0-4 0-16,0 2 0 0,-1-4-144 0,1 1 144 15,-2 2-736 1,2-3-80-16,-1 0-16 0,-1-2 0 0,1 3-576 0,-2 0-128 0,-1-2-32 0,-1 3 0 16,0-1-272-16,-2 1-48 15,-1 1-16-15,-3 0-6000 0</inkml:trace>
  <inkml:trace contextRef="#ctx0" brushRef="#br0" timeOffset="59387.52">7254 10685 1839 0,'-3'0'160'15,"1"0"-160"-15,2 0 0 0,-1 0 0 0,-2 1 1072 0,-6 1 176 16,-4 0 32-16,-4 0 16 0,1 1 288 0,4-1 48 15,4 0 16-15,4-2 0 0,5 0 256 0,3-2 48 16,3-1 16-16,3 1 0 16,2-2 688-16,2-2 144 0,2 2 16 0,0-3 16 0,0 2-976 0,-1-1-192 15,1 0-32-15,0 2-16 0,-1-1-944 0,1 0-192 0,-2 3-32 16,0-3-16-16,1 2-432 0,-2-1 0 0,0 0 0 0,-1 0 0 31,0 0-1280-31,-2-1-256 0,1-2-32 0,-2 2-13280 0</inkml:trace>
  <inkml:trace contextRef="#ctx0" brushRef="#br0" timeOffset="59816.55">7542 10318 10127 0,'-3'-2'896'0,"1"1"-704"0,1 1-192 0,0-2 0 0,1 2 784 0,-1 0 128 15,1 0 32-15,-1 2 0 0,0-2 1136 0,1 1 224 16,-1 1 64-16,0 1 0 0,1 0-656 0,-1 1-128 15,1 1-32-15,0 1 0 0,0-1-656 0,-1 2-128 16,1 1-16-16,0 0-16 0,-1 2-448 0,1-1-96 16,-1 3 0-16,0 2-16 0,-1 3-176 0,0 2 192 15,0 0-192-15,0 5 192 0,-3 5 16 0,0 3 16 16,-1 4 0-16,-1-3 0 0,1 0-16 16,1-5 0-16,2-4 0 0,1-4 0 0,2-20-80 0,1 29 0 0,-1-29-128 0,0 0 192 15,0 0-192-15,0 0 0 0,0 0 0 0,0 0 0 16,0 0 0-16,40 3 0 0,-31-12 0 15,-3-3 0-15,2 0 0 0,-2-2 0 0,1 0 0 0,-1-1 0 16,0 1 0-16,-2 0 0 16,2 0 0-16,-1 2 0 0,-2 2 560 0,0 1 112 0,1 2 32 0,-1 2 0 15,-1 3-224-15,1 0-32 0,-1 2-16 0,0 4 0 16,0-1 0-16,-2-3 0 0,0 0 0 0,0 0 0 16,5 40-112-16,-5-40-32 0,0 33 0 0,0-33 0 15,0 34-144-15,0-34-16 0,0 30-128 0,0-30 192 0,0 0-192 0,5 31 144 16,-5-31-144-16,0 0 128 0,0 0-128 0,0 0 0 15,0 0 0-15,0 0 0 0,32 31-224 0,-24-36-80 32</inkml:trace>
  <inkml:trace contextRef="#ctx0" brushRef="#br0" timeOffset="60021">7786 10462 20271 0,'0'2'1792'0,"0"1"-1424"15,0-1-368 1,0 1 0-16,1-3 1440 0,-1 2 224 0,0 3 32 0,2 2 16 16,-2-7 176-16,0 0 32 0,0 0 16 0,17 36 0 0,-17-36-1536 0,0 0-400 0,0 0 0 0,0 0 128 31,0 0-800-31,36 26-160 0,-30-26-16 0,-3 2-13168 16</inkml:trace>
  <inkml:trace contextRef="#ctx0" brushRef="#br0" timeOffset="60132.43">7820 10604 3679 0,'-1'5'160'0,"0"-2"32"0,1 1-192 0,-1-2 0 0,1 1 0 0,0 0 0 16,0 0 1856-16,0 3 336 0,0-6 64 0,0 0 16 15,3 35 800-15,-3-35 176 0,0 0 16 0,8 34 16 0,-8-34-1296 16,0 0-272-16,0 0-48 0,0 0-16 0,0 0-1328 0,0 0-320 16,35 24 0-16,-28-27-13088 15</inkml:trace>
  <inkml:trace contextRef="#ctx0" brushRef="#br0" timeOffset="60481.05">8089 10552 7359 0,'1'-2'656'0,"-1"-2"-528"0,1 3-128 0,0-1 0 16,-1 0 3184-16,0 1 592 0,0 1 128 0,0-2 32 16,0 1-800-16,0-3-144 0,-1 2-48 0,0-1 0 15,-1 1-1648-15,-1 0-336 0,0 0-64 0,0 2 0 16,-2 2-368-16,-1-1-64 0,0 2-16 0,0 0 0 15,0 3-128-15,-1 0-16 0,1 1-16 0,-1 1 0 16,0 3 0-16,1-2 0 0,2 2 0 0,1 0 0 16,1-2 48-16,2-2 16 0,0-7 0 0,0 0 0 15,0 0-352-15,0 0 144 0,0 0-144 0,34 36 0 16,-34-36 0-16,0 0 0 0,0 0 0 0,36 16 0 16,-36-16 0-16,0 0 0 0,0 0 0 0,0 0 0 15,38 20 0-15,-38-20 128 0,0 0-128 0,0 0 0 0,0 0 224 0,0 0-64 16,0 0-16-16,0 0 0 0,0 0 16 0,10 35 0 15,-14-30 0-15,-1-1 0 0,-2 1 16 0,0-2 0 16,-2 1 0-16,0 1 0 0,-2 1-48 0,-1 0-128 16,-1 0 192-16,0 0-64 0,2 1-128 0,2-3 0 15,1 0 0-15,3 0 0 16,1-2-528-16,2 0-96 0</inkml:trace>
  <inkml:trace contextRef="#ctx0" brushRef="#br0" timeOffset="60861.52">8382 10346 24879 0,'0'-4'1088'0,"1"1"256"0,0 0-1088 0,0 1-256 15,0 1 0-15,-1 0 0 0,1 1 1600 0,0-4 256 16,1 3 48-16,2-2 16 0,-1 3-576 0,0 3-128 0,-2 3 0 0,-1-6-16 15,0 0-768-15,0 0-160 0,5 41-16 0,-5-41-16 16,0 0-240-16,1 34 0 16,-1-34 0-16,0 0 0 15,0 0-768-15,0 0-64 0,0 0 0 0,0 0-14688 16</inkml:trace>
  <inkml:trace contextRef="#ctx0" brushRef="#br0" timeOffset="60971.58">8507 10328 3679 0,'1'-3'320'0,"-1"3"-320"0,0 0 0 0,0 0 0 16,1-1 2368-16,1-1 384 0,0 0 96 0,0 0 16 15,-1 2 48-15,-1 3 16 0,-1 3 0 0,-1 3 0 0,-2 1-1056 16,1 3-208-16,0 0-32 0,-1-1-16 0,1 0-960 16,1 0-192-16,1-2-32 0,1-1-16 0,1 0-592 0,0-2-112 15</inkml:trace>
  <inkml:trace contextRef="#ctx0" brushRef="#br0" timeOffset="61578.72">8634 10490 19343 0,'3'-4'1728'0,"0"0"-1392"16,-1 3-336-16,-2-1 0 15,1 2 2016-15,-1 0 336 0,2 0 64 0,1-3 16 0,2 1-944 0,-2 4-176 0,-2 3-32 0,0 1-16 16,-1-6-832-16,0 0-176 0,-4 37-16 0,-1-20-16 15,-1 4-80-15,0 0-16 0,-2 1 0 0,-1 0 0 16,1-2 160-16,1-1 32 0,-1-3 0 0,3-1 0 16,2-5 176-16,0 0 32 0,2-4 16 0,0-1 0 31,2-4-384-31,0 0-160 0,1-3 128 0,1-1-128 0,-1-2 0 0,3-1 0 16,0-4 128-16,1 0-128 0,1-4 0 0,1 0 192 15,0-2-192-15,1-3 192 0,-1 2-192 0,0-2 0 16,1 2 0-16,0 1 0 0,0-3 0 0,1 2 0 15,-1 3 0-15,0 1 0 0,-1 2 0 0,-1 4 0 16,-3 2 0-16,0 2 0 0,0 2 0 0,-1 2 0 16,-3-1 0-16,0 0 0 0,0 0 0 0,0 0 160 15,5 44-32-15,-5-44-128 0,-3 31 336 0,0-13-32 16,0 2-16-16,-2-2 0 0,2 4-160 0,-1-5-128 0,0 1 192 0,2-3-192 16,2-15 192-16,-2 24-64 0,2-24 0 0,0 0-128 15,0 0 128-15,0 0-128 0,0 0 0 0,0 0 0 16,0 0 0-16,0 0 0 0,30-6 0 0,-23-7 0 15,0 1 0-15,2-3 0 0,0 0 0 0,0-2 0 16,-1 2 0-16,2-3 0 0,-1 1 0 0,-1 0 0 16,1 0 0-16,-2 3-144 0,1 0 144 15,1 2 0-15,-1-2 0 0,0 4 0 0,-1 5 0 0,-1 0-128 0,-3 5 128 0,0 3 0 16,-1 0 0-16,-1 3 0 0,-1 2 0 0,0-8 0 16,-2 23 0-16,0-8 0 0,-1 1 0 0,1 4 0 15,-3 0 0-15,1-1 0 16,0 0 0-16,-2 0 128 0,2-2-128 0,1-4 0 0,3-13 176 0,-4 21-48 15,4-21 0-15,0 0 0 0,0 0-128 0,0 0 160 16,0 0-160-16,0 0 160 0,0 0-160 0,0 0 0 16,0 0 0-16,0 0-12016 15,28-4-2352-15</inkml:trace>
  <inkml:trace contextRef="#ctx0" brushRef="#br0" timeOffset="61765.84">9008 10422 18431 0,'5'-10'816'0,"-3"6"160"0,1 1-784 0,-1-1-192 0,0 4 0 0,-1 0 0 16,1 0 2560-16,0 0 480 0,2 2 96 0,3-2 0 16,-7 0-896-16,0 0-176 0,0 0-32 0,0 0-16 15,35 21-1152-15,-35-21-224 0,0 0-64 0,0 0 0 16,0 0-432-16,0 0-144 0,31 31 0 0,-31-31 0 16,0 0-448-16,0 0-208 0</inkml:trace>
  <inkml:trace contextRef="#ctx0" brushRef="#br0" timeOffset="61908.07">9063 10541 17503 0,'-2'4'768'0,"0"1"176"0,1-3-752 0,-1 3-192 16,1-2 0-16,-1 1 0 0,1 1 1968 0,-3 4 352 16,-1 5 80-16,-2 4 16 15,-1 3-880-15,2 1-160 0,-1-4-32 0,2-1-16 0,1-3-1072 0,4-14-256 16,0 0 0-16,0 0-9152 0,0 0-1840 15</inkml:trace>
  <inkml:trace contextRef="#ctx0" brushRef="#br0" timeOffset="62336.47">9208 10538 5519 0,'1'0'496'0,"0"-1"-496"16,-1 1 0-16,0 0 0 0,0 1 2368 0,0-1 368 0,0 0 80 0,1 2 0 15,0-2 464-15,-1 3 96 16,1 2 16-16,-2-1 0 0,1 1-1280 0,-1 1-256 16,0 2-64-16,-1 0 0 0,2-8-704 0,-5 22-160 0,1-9-32 15,-2 0 0-15,1 0-320 0,-1 1-80 0,0 0-16 0,-1-1 0 0,1 0-128 0,-1-3-32 16,2 0 0-16,-1-3 0 16,3 1-128-16,-1-2-48 0,0-1 0 0,1-3 0 0,1 0-144 0,1-2 192 15,0 1-192-15,1-2 192 0,1-1-192 0,-1 0 192 16,1-1-192-16,0-2 192 0,2-1-192 0,1-2 0 31,0 1 144-31,-1-2-144 0,3-3 0 0,-2 0 0 16,3-2 0-16,-1 0 128 0,1-1-128 0,0-2 0 15,2 1 0-15,-1 2 0 0,0 0 0 0,2 2 0 0,-1 2 0 0,-1 1 0 0,1 2 0 0,-2-1 0 0,1 4 0 0,0 2 0 32,-1 2 0-32,-1 0 128 0,-6 0-128 0,0 0 0 15,0 0 128-15,0 0-128 0,13 41 160 0,-13-41-160 16,-2 26 0-16,2-26 128 0,-5 29-128 0,5-29 0 15,-6 30 0-15,1-16 0 0,2 0 0 0,1-4 0 16,2-10 0-16,-4 20 0 0,4-20 0 0,0 0 0 16,0 0 0-16,0 0 0 0,0 0 0 0,0 0 0 15,5 31-256-15,-3-31-64 0</inkml:trace>
  <inkml:trace contextRef="#ctx0" brushRef="#br0" timeOffset="62732.51">9648 10602 15663 0,'-5'0'688'0,"2"0"144"0,2 2-656 0,-1-2-176 0,0 0 0 0,1 0 0 16,-1 1 1824-16,0 1 336 0,-1 0 64 0,-3 3 16 15,0-1-544-15,0 4-96 0,0-3-32 0,1 4 0 16,-1 1-608-16,1-1-112 0,0 3-16 0,-1-2-16 16,3 3 32-16,-1-3 16 0,4-10 0 0,-6 20 0 15,6-20-224-15,0 0-32 0,0 0-16 0,0 0 0 16,5 31-192-16,-5-31-32 0,0 0-16 0,0 0 0 16,25-3-112-16,-16-2-32 0,1 0 0 0,0-5 0 0,2 1 16 0,0-2 0 15,-1-2 0-15,0 2 0 0,0-3-224 0,-3 2 0 16,-2 2 0-16,-1-2 0 0,-1 0 0 0,-4 2 0 15,-1 1 0-15,-2 1 0 0,-1 2 0 0,-3 0 0 16,-1 1 0-16,-1 2 0 0,0 3 0 0,-1 0 0 16,-2 2 0-16,0 1 0 0,1 1 0 0,2 3 0 15,0-2 0-15,1 2 0 16,2-2 0-16,2-1 0 0,1 2 0 0,2-4-11936 16,3 0-2400-16</inkml:trace>
  <inkml:trace contextRef="#ctx0" brushRef="#br0" timeOffset="63304.1">9481 10205 23039 0,'-2'-1'2048'16,"0"1"-1648"-16,1 0-400 0,-1 0 0 15,2 0 1488-15,-3 1 224 16,-1 0 32-16,-2 1 16 0,-3 4-320 0,-1 3-64 0,0 2-16 0,-1 6 0 16,0 4-816-16,1 1-160 0,1 0-48 0,2 1 0 0,1-2-176 0,2-2-32 15,4-19-128-15,-1 31 192 0,1-31-192 0,0 0-192 16,0 0 48-16,0 0-15664 15</inkml:trace>
  <inkml:trace contextRef="#ctx0" brushRef="#br0" timeOffset="63413.84">9584 10168 19343 0,'-6'2'848'0,"2"-1"192"0,-1 3-832 0,1-1-208 0,2 1 0 0,-2-1 0 0,-1 5 1552 0,-3 4 272 15,-6 8 48-15,-6 7 16 16,-4 8-800-16,1-2-176 0,4-5-16 0,4-4-16 15,4-2-1232-15,3-6-240 0,4-2-48 0</inkml:trace>
  <inkml:trace contextRef="#ctx0" brushRef="#br0" timeOffset="64319.89">9857 10545 11055 0,'0'-2'976'0,"-2"0"-784"0,1 1-192 0,1 1 0 16,0 0 2112-16,-1-2 384 0,0 2 80 0,-1-2 16 15,0 0 608-15,0 1 128 0,1-1 32 0,0 0 0 0,1 1-1536 16,-1 1-304-16,1 0-64 0,0 0-16 0,0 0-992 0,0 0-208 16,0 0-48-16,0 0 0 15,0 0-192-15,0 0 0 0,-1 0 0 0,1 0 0 0,0 0 0 0,0-2 0 16,0 2 0-16,-1 0 0 16,1-1 0-16,-1 0 0 0,1-1 0 0,1 2 0 15,-1-3 192-15,0 1-64 0,1-1-128 0,0 1 192 0,0 0 48 0,1-1 0 16,0 1 0-16,0-1 0 15,1 1-240-15,-1 1 144 0,-1 0-144 0,0-1 128 16,0 2-128-16,0 0 0 0,-1 0 0 0,0 0 0 0,0 0 0 0,0 2 0 0,0-2 0 0,-1 2 0 16,0 0 0-16,1-1 0 0,-1 1 0 0,0 1 0 15,-1 1 0-15,0-2 0 0,1 1 0 0,-1 2 0 16,1-2 128-16,-1 1-128 16,1 1 128-16,0-1-128 0,0-2 176 0,0 1-48 0,0 0-128 0,1-1 192 15,0 0-192-15,0-1 0 0,0-1 128 0,1 1-128 16,-1-1 0-16,0 0 0 15,0 0 0-15,0 0 0 0,0-1 0 0,0 1 0 0,-1 0 0 0,1-1 0 0,0 1 0 0,1 0 0 16,-1 0 0-16,0-2 0 16,0 2 128-16,0-3-128 15,0 1 0-15,0 2 144 0,0-3-144 0,1 1 0 0,-1 0 144 0,1-1-144 16,0 1 0-16,-1 0 144 0,1 1-144 0,0-2 0 16,0 2 0-16,0-1 0 0,0 0 0 0,0 1 0 0,-1-1 0 0,0 2 0 15,0-2 0-15,0 2 0 16,0 0 0-16,-1 0 0 0,0 0 0 0,-1 2 0 15,1-2 0-15,0 2 0 0,0-1 0 0,-1 3 0 0,1-3 128 0,-1 0-128 16,0 2 0-16,0 1 0 0,1-1 0 0,0 1 128 16,-1 1-128-16,1 2 0 0,-1 1 128 0,2-8-128 0,-3 26 0 0,3-26 0 31,-3 42 128-31,1-14-128 0,0 4 0 0,-2 0 0 0,-1 2 0 16,-1-1 128-16,-2 5-128 0,0-3 0 15,2-6 144-15,0 2-144 0,0-3 0 0,1-1 144 0,1-2-144 16,4-25 0-16,-3 31 0 0,3-31 0 0,0 0 0 0,0 0 0 15,0 0 0-15,0 0 0 0,20-7 0 0,-12-6-176 16,0-2 48-16,0-2 0 16,0-2-1920-16,1 0-384 0</inkml:trace>
  <inkml:trace contextRef="#ctx0" brushRef="#br0" timeOffset="64586.69">9838 10661 6447 0,'-4'-30'272'0,"2"17"80"16,2 5-352-16,-1 5 0 0,1 3 0 0,0-3 0 15,-1 0 2704-15,0-5 480 0,-1-2 80 0,0 1 32 16,0-1-192-16,2 4-32 0,1 2-16 0,1 1 0 0,1 0-1424 0,1 0-288 31,3-2-48-31,1 1-16 0,2-1-288 0,2-1-64 0,3 0-16 0,0-1 0 16,0 0-208-16,1 0-32 0,0 0-16 0,1 2 0 15,-1 1-272-15,-3 3-64 16,-13 1-16-16,0 0 0 0,0 0-304 0,38 15 160 16,-38-15-160-16,0 0 128 0,6 37-128 0,-9-22 0 0,-4 1 0 0,-2 3 0 15,-3 0 0-15,-3 0 128 0,-1 0-128 16,-1-2 0-16,-1 0 128 0,1-1-128 0,1-4 0 0,-1 0 128 15,2-3-128-15,0-3 0 0,0 0 0 0,2-3 128 16,3 1-128-16,1-4 0 0,2 0 0 0,3-2 0 16,0 0-160-16,3-1-16 0,2 0 0 0,3-1-18000 15</inkml:trace>
  <inkml:trace contextRef="#ctx0" brushRef="#br0" timeOffset="64921.28">10040 10633 2751 0,'3'0'256'0,"-1"0"-256"0,1 0 0 0,-2 0 0 0,0 0 4320 16,0 0 816-16,1 0 176 0,1 0 16 0,-3 0-1600 16,0 0-320-16,0 0-64 0,32 3-16 0,-32-3-2096 0,0 0-416 15,35-1-96-15,-35 1-16 0,25-2-512 0,-12-3-192 16,-1-1 144-16,1 0-144 0,-1-1 0 0,-1-2 0 16,-2 1 0-16,0 0 0 0,-3 0 0 0,1 1 0 0,-3 0 128 0,-1-3-128 15,-1 4 0-15,-3-2 192 0,-2 3-192 16,-2 0 192-16,0 1 80 0,-2-1 32 0,-3 3 0 0,-2 2 0 15,0 2-32-15,-2 1 0 0,0 3 0 0,-1 2 0 16,2 2-144-16,-3 2-128 0,0 2 192 16,1 3-192-16,0 1 160 0,1 2-160 0,1 1 128 15,0 0-128-15,2 1 176 0,3-4-48 0,2-1-128 16,4-3 192-16,2-14 64 0,0 0 16 0,5 31 0 0,-5-31 0 16,0 0-272-16,0 0 128 0,36 23-128 0,-36-23 0 15,0 0 0-15,39 0 0 0,-25-4 0 16,0-2 0-16,0 0-192 0,1-4-80 0,0 1-32 0,0-1-17744 15</inkml:trace>
  <inkml:trace contextRef="#ctx0" brushRef="#br0" timeOffset="65258.53">10294 10635 14735 0,'0'-2'1312'0,"0"0"-1056"0,1 1-256 0,1-1 0 15,0 2 1936-15,0-2 336 0,1-2 64 0,3 0 16 0,3-4-416 0,2 0-80 16,1 1 0-16,1 0-16 0,-1 0-672 0,0 0-128 0,0 2-16 0,0 2-16 16,-2 1-320-16,-10 2-64 15,0 0-16-15,0 0 0 0,0 0-208 0,38 25-32 0,-38-25-16 0,0 0 0 16,8 37-96-16,-8-37-32 0,-1 28 0 0,-3-14 0 16,-1 1-32-16,0-3-16 15,-1-1 0-15,0-1 0 0,0-3-48 0,0 0 0 16,0-2 0-16,0-2 0 0,2-1 32 0,0 0 0 0,1-2 0 0,2-4 0 15,1 1 176-15,1-4 48 0,2-1 0 16,1-1 0-16,2 0-144 0,2-3-32 16,0-2 0-16,2-1 0 0,2-1-208 0,0 1 128 15,1-1-128-15,1 0 0 0,1-1 0 0,0 2 0 0,-1 1 0 0,-1 2 0 16,1 0 0-16,-2 3 0 16,-2 2 0-16,0 0 0 0,-1 1 0 0,0 3 0 15,-1-2-160-15,0 4-18272 0</inkml:trace>
  <inkml:trace contextRef="#ctx0" brushRef="#br0" timeOffset="66131.12">10756 10638 22111 0,'-3'0'976'0,"2"0"208"0,1 0-944 0,-1 0-240 0,1-2 0 0,1 1 0 15,-1 1 2624-15,2-2 496 0,2-3 80 0,1 1 32 16,1-4-1072-16,1-1-224 0,1-1-32 0,-1 1-16 16,1-1-1248-16,-2-1-256 0,0 1-64 0,-2 1 0 15,0-1-320-15,-1 1 144 16,-3 2-144-16,-2-1 0 0,-1 2 128 0,-2 1-128 0,-3 2 0 0,-1 3 0 0,-1 0 0 0,-1 2 0 15,-1 3 0-15,-1 0 0 0,0 3 0 0,0 1 0 16,0 2 0-16,1 3 0 16,0-1 0-16,0 3 0 0,1 2 0 0,0 2 0 15,2-1 0-15,1 0 0 0,2-2 0 0,1-1 0 16,5-16 0-16,-4 26 0 0,4-26 0 0,0 0 0 0,0 0 0 0,0 0 0 16,0 0 0-16,0 0 0 0,37 19 0 15,-27-26 0-15,2 0 0 0,0-4 0 0,1 1 0 0,1-2 0 16,1-4 0-16,-1 2 0 0,-1-1 0 0,-2 1 0 15,0 2 0-15,-3 0 0 0,0 2 0 0,-2 1 0 16,0 2 0-16,-2 2 0 0,-3 3 0 16,1-1 0-16,-2 4 0 0,0 1 0 0,-2 2 0 0,1 4 0 15,-3-1 0-15,0 2 0 0,1 5 0 0,3-14 0 16,-6 26 0-16,6-26 0 0,-1 29 0 0,1-29 0 16,0 0 0-16,0 0 0 0,11 38 0 0,-11-38 128 0,0 0-128 0,0 0 0 15,33 5 0-15,-22-8 0 0,1-4 0 0,2 0 0 16,0-2 0-16,0-3 0 0,2-3 0 15,1-1 0-15,0-1 0 0,-1 1 0 16,1-1-128-16,-1 0 128 0,-3 3-464 16,-1-2 0-16,1-1 0 0,-2 0 0 0,-2 3 144 0,0-2 16 15,-2-1 16-15,-1 0 0 0,-2 2 288 0,-1 0 0 0,0 1 0 0,-3 2 0 16,0 3 384-16,-1 1 0 0,1 3-16 0,-2 3 0 16,1 2-112-16,-1 1-32 15,-1 2 0-15,2 0 0 0,-2 4-96 0,0 0-128 0,0 2 176 16,-1 1-176-16,1 4 128 0,-1 3-128 0,0 0 0 0,0 4 0 15,-2 3 128-15,1 2-128 16,-1 2 0-16,0-2 0 0,2-2 144 0,4-24-144 0,-3 43 0 0,3-43 144 16,1 30-144-16,-1-30 0 0,0 0 0 0,0 0 0 0,0 0 0 0,6 34 0 15,-6-34 0-15,0 0 0 0,0 0 0 0,0 0-176 16,0 0 48-16,12-8 0 31,-10 4-1728-31,0-1-320 0,-1-1-80 0,-1 0-13984 0</inkml:trace>
  <inkml:trace contextRef="#ctx0" brushRef="#br0" timeOffset="66299.25">10973 10560 2751 0,'-2'-3'256'0,"1"1"-256"0,1 1 0 0,0 1 0 16,0 0 2432-16,-2-4 448 0,0-1 96 0,-1 0 16 15,1 3 864-15,2 2 176 0,1 2 48 0,-1-2 0 0,0 0-896 0,0 0-176 16,0 0-48-16,30 26 0 0,-30-26-1664 0,0 0-336 16,32 12-64-16,-32-12 0 0,27 0-512 0,-27 0-80 15,32-4-32-15,-16-1 0 0,0-2-272 0,0-1 0 16,-1 0 128-16,-1 0-128 0,2-2 0 0,-1 1-304 15,0 0 64-15,-2 1-12416 16,-1 0-2480-16</inkml:trace>
  <inkml:trace contextRef="#ctx0" brushRef="#br0" timeOffset="66884.95">11317 10502 15663 0,'3'-2'688'0,"-2"2"144"0,0-1-656 0,0 0-176 16,-1 1 0-16,0 0 0 0,1 0 2752 0,-1 0 512 0,1 0 96 0,-1 0 32 15,0 1-1248-15,-1 2-240 0,-1 0-48 0,0 2-16 16,-2 4-1056-16,1-2-208 0,-2 5-32 0,-1 1-16 16,6-13-144-16,-10 30-16 0,5-14-16 0,-1 1 0 15,6-17 32-15,-6 28 16 0,6-28 0 0,0 0 0 0,0 0 80 0,0 0 16 16,0 0 0-16,29 29 0 0,-19-32-320 0,-1-1-176 16,1-3 192-16,0 0-192 0,0-3 224 0,1 1-64 15,-2 0-16-15,-1-1 0 0,1-1-144 16,-2-1 0-16,-1 1 0 0,-1-1 0 0,-1 3 0 0,-1-3 0 15,-2 3 0-15,-1-1 0 0,0 1 0 0,-2 2 0 16,0 2 0-16,-2 0 0 16,-1 1-128-16,-2 1 128 0,-2 0 0 0,-2 3 0 0,0 0 0 0,-2 3 0 15,0 2 0-15,1 0 0 0,1 2 0 0,1-3 0 16,2 4 0-16,0-4 0 0,3 1 0 0,1 0 0 16,2-3 0-16,2 0 0 0,2-2 0 0,1 0 0 15,3-2 0-15,2 0 0 0,2-1 0 0,1-2 0 0,3-1 0 16,1-1 0-16,0 0 0 0,0 1 0 0,-1 0 0 0,1-2 0 15,-2 2 0-15,-1 0 0 16,0 2 0-16,-1 1 0 0,0-1 0 0,-1 3 0 0,-10 1 0 0,0 0 0 16,0 0 0-16,0 0 0 0,33 12 0 0,-33-12 0 15,0 0 0-15,0 0 0 0,0 0 0 0,9 44 0 16,-9-44 0-16,0 0 0 0,-3 40 0 0,3-40 0 16,-3 28 0-16,3-28 0 15,-6 26 0-15,6-26 0 0,-6 21 0 0,6-21 0 0,-7 19 0 0,7-19 0 16,0 0 0-16,-7 17 0 0,7-15 0 15,-1-1 0-15,1-1 0 0,1-3 0 0,0 0 0 16,2-4 0-16,0 0 368 0,0-4-16 0,3 1 0 0,0-2 0 16,2 0-80-16,1-2-16 0,0-3 0 0,3 2 0 15,0-3-256-15,3 1 0 0,0-1 0 0,1 1 0 0,-1 0 0 0,-1 5 0 16,-1 0 0-16,-4 6 0 0,-1 1-192 16,0 2-64-16,-1 1 0 0,-1 0-18960 0</inkml:trace>
  <inkml:trace contextRef="#ctx0" brushRef="#br0" timeOffset="67268.28">12153 10298 18431 0,'-4'-2'1632'0,"1"1"-1312"0,1 1-320 15,2 0 0-15,0 0 1520 0,-1-1 224 0,-2 1 48 0,0-2 16 16,0 0 800-16,2 1 144 0,2-1 48 0,2 0 0 16,2 1-1296-16,1 1-256 0,-6 0-48 0,0 0-16 15,26 3-672-15,-26-3-128 0,0 0-16 0,0 0-16 16,34 14-352-16,-34-14 0 0,0 0 0 0,0 0 0 16,0 0-576-16,0 0-144 0,0 0-32 0,16 40-10784 15,-20-35-2160-15</inkml:trace>
  <inkml:trace contextRef="#ctx0" brushRef="#br0" timeOffset="67403.53">12110 10422 4607 0,'-5'2'192'0,"1"0"64"0,1 1-256 0,1-2 0 0,1 1 0 0,0-2 0 0,0 3 2112 0,0 0 384 15,-2 3 80-15,-1 1 16 0,-1 4 928 0,1 0 176 16,0 0 32-16,0-1 16 0,4-10-1248 0,-7 21-256 16,7-21-64-16,0 0 0 0,-5 26-1392 0,5-26-272 15,0 0-64-15,0 0-16 0,0 0-432 0,0 0 0 16,0 0 0-16,32 9-16352 0</inkml:trace>
  <inkml:trace contextRef="#ctx0" brushRef="#br0" timeOffset="67750.67">12408 10372 12895 0,'4'-1'1152'0,"-3"0"-928"0,1 1-224 16,-1 0 0-16,0 1 2384 0,1-1 432 0,1 0 96 0,1-1 16 15,1 1 416-15,-1 0 96 0,-1 0 16 0,-3 0 0 16,0 0-1872-16,-1 0-368 0,-1 1-80 0,-2 0-16 15,-1-1-800-15,1 2-176 0,-2-2-16 0,-1 3-128 16,-1-1 128-16,0 1-128 0,1-1 0 16,-1 1 0-16,2 1 0 0,0 1 0 0,1-3 0 0,1 3 0 15,2 0 144-15,0-3-144 0,2 3 0 0,0 2 144 16,0-7-144-16,0 0 192 0,0 0-192 0,0 0 192 0,0 0-192 0,24 40 128 16,-24-40-128-16,0 0 128 15,0 0 0-15,0 0 0 0,29 38 0 0,-29-38 0 16,0 0-128-16,0 0 192 0,0 0-192 0,0 0 192 0,16 40-192 0,-17-35 0 15,-1-2 144-15,0 1-144 16,-1-2 128-16,1 1-128 0,-1-2 128 0,-1 1-128 0,0-2 160 16,-1 0-32-16,-2 0-128 0,0 0 192 0,-1-2-192 0,0 2 176 15,0-1-176-15,-1 1 160 0,0 0-160 0,-1 0 0 0,-1 0 0 0,1 0 0 32,0 0-448-32,2 1-112 0</inkml:trace>
  <inkml:trace contextRef="#ctx0" brushRef="#br0" timeOffset="69184.2">13096 10192 12895 0,'1'-2'1152'16,"0"-1"-928"-16,0 1-224 0,0 2 0 15,0-2 1616-15,0 1 288 0,-1-1 48 0,3-3 16 16,0 0-32-16,1-3 0 0,-1 2 0 0,-1 2 0 0,0-1-608 0,0 2-128 16,-1-1-32-16,0 1 0 0,0 1-256 0,0-3-48 0,-1 3-16 15,1-2 0-15,-1 1-272 0,0-2-64 16,0 1-16-16,-1-1 0 0,0 0-32 0,0-2 0 16,-1 2 0-16,0-2 0 0,0 0-48 0,0-3-16 15,1 3 0-15,-1-2 0 0,1-1-80 0,0 0-32 16,1 2 0-16,0 0 0 0,0 3-64 0,0 0-16 15,0 1 0-15,1 2 0 0,-1 2-208 0,0 0 176 16,-1 2-176-16,0 2 160 0,0 2-160 0,-1 3 0 16,2-9 0-16,-4 33 0 0,4-33 0 0,-7 52 0 0,3-18 0 15,-1 4 0-15,-1 4 0 0,-2-2 0 16,0 5 0-16,-3-3 0 0,0-1 0 0,0-3 0 16,2-1 0-16,0-5 0 0,4-3 0 0,5-29 0 0,-6 47 128 0,6-47-128 15,0 35 0-15,0-35 0 0,0 0 0 0,5 38 0 16,-5-38 0-16,0 0 0 0,0 0 0 0,0 0 0 15,0 0 0-15,0 0-224 0,0 0 80 0,0 0 16 16,0 0-1568 0,21-2-304-16</inkml:trace>
  <inkml:trace contextRef="#ctx0" brushRef="#br0" timeOffset="69385.36">12943 10385 3679 0,'-1'-1'320'0,"1"1"-320"0,0 0 0 0,0 0 0 0,1-2 2208 15,0 2 368-15,0 0 80 0,0-3 16 0,2 1 272 16,0-1 64-16,2 0 16 0,0-2 0 0,1 1-496 0,1 0-96 16,2-1-32-16,0-2 0 0,1 0-880 0,0 1-176 15,3 0-48-15,0-1 0 0,2 2-688 0,0-2-144 0,-2 3-16 0,1 1-16 16,0 0-432-16,-1 3 0 0,0-2 0 0,-13 2-17344 16</inkml:trace>
  <inkml:trace contextRef="#ctx0" brushRef="#br0" timeOffset="70398.06">13345 10315 2751 0,'0'0'256'0,"0"-2"-256"16,0 2 0-16,0-2 0 0,0 2 1712 0,-1-1 288 0,1 1 64 0,-1-2 16 15,-1 0 1104-15,-1 0 208 0,1 1 64 0,0 2 0 16,0 1-992-16,-2 0-192 0,-1 3-32 0,2 0-16 15,-2 1-880-15,0 0-160 0,1 0-32 0,-1 2-16 16,0-1-560-16,1 0-128 0,0 0 0 0,0 0-16 16,1 3-160-16,1-4-16 0,0 2-16 0,2-8 0 15,0 0 208-15,0 0 32 0,0 0 16 0,0 0 0 16,0 0-208-16,0 0-32 0,0 0-16 0,0 0 0 16,26 33-240-16,-21-33 128 0,2-3-128 0,-2 1 0 0,2 0 144 0,-2-3-144 15,3 0 128-15,-2 1-128 0,1-3 0 0,-1 2 128 16,2-2-128-16,-2 2 0 15,0-2 0-15,-2 0 0 0,0-1 0 0,-1 0 0 0,0 0 0 0,-2-1 0 16,0 2 0-16,-2-3 0 0,0 0 0 16,-2 3 0-16,1-1 0 0,-2 2 0 0,0 1 0 0,-1 1 0 15,-1 1 0-15,0 1 0 0,0 2 0 0,-1 3 0 16,1 1 0-16,-1 1 0 0,2 0 0 0,0-1 0 0,1 3 0 16,1-2 0-16,2 0 0 0,1-5 0 15,0 0 0-15,0 0 0 0,0 0 0 0,0 0 0 0,0 0 0 0,0 0 0 16,0 0 0-16,39 7 0 0,-26-14 0 0,2 0 0 15,1-1 208-15,1 0-32 0,-2 0-16 0,0 1 0 16,2 0-160-16,-1 0 0 0,-1 2 0 0,-1-2 0 16,1 4 0-16,-1 0 0 0,-1 2 0 0,-13 1 0 15,0 0 0-15,0 0 0 0,0 0 0 0,33 22 0 16,-33-22 0-16,0 0 0 0,0 0 0 0,2 46 0 16,-2-46 0-16,-5 27 0 0,5-27 0 15,-9 28 0-15,9-28 0 0,-10 23 0 0,5-11 0 0,0-2 0 16,1-2 0-16,0 0 0 0,0-3 0 15,1-1 0-15,1-1 176 0,2-3-48 0,-1 0-128 0,1-2 192 16,1 1 16-16,0-4 0 0,3-1 0 0,1-1 0 0,1-2-16 16,2-2 0-16,1 0 0 0,1-3 0 15,2 0-16-15,0-2-16 0,2-1 0 0,1-1 0 0,0 0-160 0,-1-1 0 16,-1 3 0-16,0 1 0 0,0 1 0 0,-1 2 0 16,-2 3 0-16,-1 2 0 0,-1 2-192 0,-2 1 0 15,0 3-16-15,-3 1-12528 16,1 0-2496-16</inkml:trace>
  <inkml:trace contextRef="#ctx0" brushRef="#br0" timeOffset="70869.83">14325 10142 16575 0,'4'-7'736'0,"-3"4"160"0,2-1-720 0,-1 2-176 0,-1-1 0 0,-1 1 0 16,1 2 1952-16,0-3 352 0,0 0 80 0,0 0 16 16,0 2-416-16,-2 1-96 0,-2 4-16 0,-1 2 0 15,-1 3-1072-15,-3 3-224 0,0 2-32 0,-2 5-16 16,-2 5-160-16,-1 0-48 0,0 4 0 0,-1-1 0 15,0 1-32-15,1-2-16 0,2-2 0 0,0-3 0 0,3 0-112 16,2-6-32-16,6-15 0 0,0 0 0 0,-4 30-128 0,4-30 0 16,0 0 0-16,0 0 0 0,0 0 0 0,25-2 0 15,-19-3 0-15,2-2 0 16,-2 0-752-16,0 0-128 0,0 0-16 0,-3-1-14384 16</inkml:trace>
  <inkml:trace contextRef="#ctx0" brushRef="#br0" timeOffset="71534.78">14171 10310 8511 0,'-15'-4'192'0,"8"1"32"0,3 1 16 0,2 0 0 0,1 2-240 0,0 0 0 0,-2 0 0 16,-1-1 0-16,-3 1 2704 0,1 0 496 16,2 0 112-16,2 1 16 0,4 1-176 0,3 0-16 15,-5-2-16-15,0 0 0 0,30 3-800 0,-14-5-144 0,2 1-48 0,0-1 0 16,3-1-1296-16,2-1-256 0,2-1-48 0,1-2-16 16,1-2-272-16,-2 2-64 0,1-2-16 0,-3-2 0 15,-1 2-160-15,-2 0 0 16,-1-1 0-16,-2 0 0 0,-2 4 0 0,-2-3 0 0,-1-1 0 0,-1 2 0 15,-2-3-240-15,-1-1-80 0,1 0 0 0,-2-5-16 16,0 0-816-16,-2-1-176 0,0-2-16 16,0-1-16-16,-2 0-112 0,0-3 0 0,0 0-16 15,0 3 0-15,0 1 1056 0,-1 5 224 0,1 3 32 0,-2 5 16 0,1 4 672 16,-2 3 128-16,-1 5 16 0,-1 2 16 0,-1 1 464 0,3-8 80 16,-7 28 32-16,0-10 0 15,-1 4-480-15,-2 4-112 0,-1 2-16 0,-2 1 0 0,1-2-256 0,-2 3-48 16,-1 0-16-16,-1 2 0 0,3-4-48 0,1-2-16 15,2-2 0-15,1-2 0 0,2-2-128 16,7-20-128-16,-10 31 144 0,10-31-144 0,0 0 0 0,0 0 0 16,0 0 0-16,0 0 0 0,0 0 0 15,0 0 0-15,0 0 0 0,0 0 0 0,0 0 0 0,35 17 0 16,-26-22 0-16,2 0 0 0,0 2 0 16,-1-1 0-16,2 2 0 0,-1-1 0 0,0 3 0 0,0-2 0 0,-11 2 0 15,0 0 0-15,30 3 0 0,-30-3 0 0,0 0 0 0,0 0 0 16,30 11 0-16,-30-11 0 0,0 0 0 15,0 0 0-15,28 3 0 0,-21-6 0 16,1 1 0-16,1 0 0 0,-1-1 0 0,1-1 0 16,1 1 0-16,1-1 0 0,0-2 0 0,1 2 0 15,0-3 0-15,-1 1-160 0,1 0 160 0,1-1-208 0,-1-2 80 16,-1 4 128-16,-1-3 0 0,0 4 0 0,-1-1 0 16,-2 0 0-16,1 1-128 0,-2-1 128 0,1 2 0 15,-3-1 0-15,1-1 0 0,-2 0-144 0,0-1 144 16,-2 0 0-16,0 0-160 0,-1-2 160 0,-1 1-128 15,-1-4 128-15,0 2 0 0,-2-2 0 0,0 0 0 0,0 1 0 16,0 3 0-16,0-1 0 0,1 5 0 16,-1 2 0-16,-1 1 0 0,0 2 0 0,-1 5 0 0,0 3 0 0,6-10 0 15,-12 31 144-15,12-31-144 0,-12 40 0 0,12-40 192 0,-12 48-192 16,12-48 192-16,-8 47-192 0,8-47 160 0,-1 35-160 16,1-35 128-16,0 0-128 0,9 38 0 0,-9-38 128 15,0 0-128-15,0 0 0 0,30 22 0 0,-30-22 0 0,22 0 0 0,-7-3-18304 31</inkml:trace>
  <inkml:trace contextRef="#ctx0" brushRef="#br0" timeOffset="72073.14">15298 10282 6447 0,'1'-10'576'0,"0"6"-576"0,0-1 0 0,1 0 0 15,0 3 2880-15,0 0 448 0,1-3 112 0,2 0 16 16,4-2-704-16,2-2-128 0,3-1-16 0,-1 1-16 16,1 4-880-16,-1 0-176 0,-1 2-48 0,-1 3 0 15,-11 0-528-15,0 0-96 0,0 0-32 0,33 24 0 16,-33-24-416-16,0 0-96 0,10 37 0 0,-10-37-16 0,0 0-176 0,-2 42-128 15,2-42 144-15,-5 25-144 0,5-25 0 0,-7 21 0 16,3-13 0-16,-1-2 0 0,1-2 128 0,0 1-128 16,0-1 0-16,0-2 0 15,2-1 192-15,-1 1-64 0,1-2-128 0,0-2 192 0,1 1-16 0,0-1-16 16,0 0 0-16,1-1 0 0,1-1-32 16,0 0 0-16,1-2 0 0,1-1 0 0,1 0 64 0,3-2 16 15,2-1 0-15,1-4 0 0,3-2-16 0,1-2-16 16,2 2 0-16,-1-1 0 0,-1 1-176 0,2 1 0 15,0-1 0-15,-1 3 0 0,-2 2 0 0,-2 4 0 16,-1 2 0-16,-3 1 0 0,0 4-160 0,-2 0-112 0,-5 0-32 0,0 0-17600 16</inkml:trace>
  <inkml:trace contextRef="#ctx0" brushRef="#br0" timeOffset="72424.33">15608 10303 17503 0,'5'-5'768'0,"-2"3"176"0,0 0-752 0,0 0-192 0,0-1 0 0,0 1 0 16,1 0 2688-16,4-1 496 0,3-2 96 0,4 0 32 16,2-1-880-16,2 0-160 0,-1 0-32 0,-2 1-16 0,-1 0-1488 0,-3 1-288 15,-1-1-64-15,-1 2-16 0,-1-1-368 0,-3 1 0 16,1-2 0-16,-2 3 128 0,-2 0-128 16,0-1 0-16,-2-2 0 0,-1 2 0 0,0 0-128 0,-2-3 0 15,-1 2 0-15,0-1 0 16,-2 0-512-16,-2 1-80 15,-1-3-32-15,-2 2 0 0,-1 0 240 0,1 2 64 0,-1 2 0 0,2 2 0 0,-1 2 320 0,0 2 128 16,0 2 0-16,1 0-144 16,1 0 144-16,-1 3 256 0,1 1-64 0,1 1-16 0,7-12 176 15,-11 26 32-15,11-26 16 0,-7 29 0 0,7-29 144 0,0 0 32 0,1 40 0 16,-1-40 0-16,0 0 0 0,0 0 16 0,0 0 0 0,31 33 0 16,-31-33-272-16,21 3-48 0,-10-3-16 0,1-2 0 15,1-1-256-15,-1 1 0 0,2-3 128 0,0-1-128 16,0 0 0-16,-1 0-192 15,2 0 16-15,-1-2-11920 0,0-1-2368 0</inkml:trace>
  <inkml:trace contextRef="#ctx0" brushRef="#br0" timeOffset="73071.45">16142 10133 17503 0,'2'-3'1552'0,"0"-1"-1232"15,0 2-320-15,-2 1 0 0,0-1 2272 0,0 0 400 16,1-1 80-16,-1-4 0 0,0 2-416 0,-3 1-96 16,-2 1 0-16,-3 3-16 0,0 3-1328 0,-3 0-256 15,0 3-48-15,-2 1-16 0,-1 3-320 0,-1 1-80 16,0 2-16-16,0-1 0 0,0 1-160 0,3-1 160 16,2-3-160-16,3 1 160 0,7-10-32 0,0 0-128 15,0 0 192-15,0 0-64 0,0 0-128 0,0 0 0 0,27 26 0 0,-14-26 0 16,0 0 0-16,1 0 0 0,-1 0-128 0,-13 0 128 15,24 2-128-15,-24-2 128 0,0 0-160 0,29 10 160 16,-29-10-192-16,0 0 48 0,0 0 16 0,0 0 0 16,0 0 128-16,21 36 0 0,-21-36 0 0,0 0 0 15,-9 21 0-15,5-16 0 0,-2-1 0 0,0 1 0 16,-1 0 0-16,1-1 0 0,-2-1 0 0,1 0 0 16,-2 0 0-16,2-2 0 0,-1 1 0 0,1 1 128 15,1-1-128-15,-1-2 0 0,4 0 0 0,-1 0 0 0,2 0 0 16,2 0 0-16,1 0 0 0,2 0 0 15,1 0-336 1,2-2-96-16,2-1-16 0,2 1 0 0,2-2-2064 0,1 1-432 0,2-2-64 0,0-2-32 16,0 0-544-16,1 0-96 0</inkml:trace>
  <inkml:trace contextRef="#ctx0" brushRef="#br0" timeOffset="73662.32">16228 10256 8351 0,'52'-43'368'16,"-49"41"80"-16,-3 2-448 0,1-2 0 0,-1 1 0 0,1-1 0 0,3 0 3056 0,1-5 528 15,-1 2 96-15,1-2 32 0,-1 4-832 0,-2 0-144 16,-2 2-48-16,-1 3 0 0,-1 3-1312 0,2-5-272 15,-9 14-48-15,9-14-16 0,-14 24-592 0,14-24-128 0,-14 31-32 0,14-31 0 16,-12 31 32-16,12-31 16 0,0 0 0 0,-7 39 0 16,7-39 48-16,0 0 16 0,0 0 0 0,0 0 0 15,26 29-400-15,-17-29 0 0,3-2 128 0,0-3-128 16,-1 1 0-16,2-4 0 16,1 1 0-16,0-4 0 0,-2 1 0 0,1-2 0 0,0-2 0 15,-1 2 0-15,-2 0-320 0,-2-1-80 0,0 1-32 16,-3 1 0-16,-1 4 176 0,0-2 48 0,-3 1 0 15,1 4 0-15,-1-1 208 0,-1 3 0 0,0 2 0 16,-1 0 0-16,0 3 288 0,-1 1 48 0,2-4 16 16,0 0 0-16,0 0-32 0,-12 31 0 0,12-31 0 15,0 0 0-15,-8 35-80 0,8-35-32 0,0 0 0 0,-6 40 0 16,6-40-48-16,0 0-16 0,0 0 0 0,2 43 0 0,-2-43-144 16,0 0 0-16,0 0 144 0,0 0-144 0,0 0 0 15,29 24 0-15,-21-27 0 0,0 1 0 0,0-2 0 0,1-4 0 16,3 1 0-16,-1-2 0 15,1-2-752-15,1-2-112 0,2 0-32 0,0-2 0 16,1-2-1328-16,1-2-272 16,0 0-48-16,-1-2-16 0,2-1-272 0,-1-3-64 0,1 0-16 0,-2-3 0 15,0 2 1408-15,-2-1 288 0,-1 2 48 0,-1 0 16 16,-3 5 1152-16,-4 6 0 0,-1 5 224 0,-2 3-32 0,-3 4 2368 16,-2 2 480-16,0 2 96 0,-1 1 0 0,-1 2-528 15,-1-1-112-15,-1 6-32 0,1-1 0 0,-2 1-1344 0,0 1-272 16,8-11-48-16,-14 26-16 0,14-26-288 15,-12 25-64-15,12-25-16 0,-10 28 0 0,10-28-64 0,-11 28-16 0,11-28 0 16,-11 31 0-16,11-31-48 0,-13 34-16 16,13-34 0-16,-12 33 0 0,12-33-80 0,-11 33 0 0,11-33-16 0,-9 35 0 15,9-35-32-15,0 0 0 0,-3 41 0 0,3-41 0 16,0 0-144-16,0 0 0 16,0 0 0-16,0 0 0 0,27 26 0 0,-20-26 0 0,-1-3 0 0,1-2 0 15,1 2-176-15,-1-3-64 0,2 1-16 0,-2-1 0 16,1 0-1968-1,1 0-400-15</inkml:trace>
  <inkml:trace contextRef="#ctx0" brushRef="#br0" timeOffset="74091.42">16982 10017 3679 0,'0'-1'320'0,"0"-1"-320"0,0 2 0 0,0 0 0 16,-1 0 3520-16,0 0 640 0,0 2 128 0,-1-2 32 15,0 3-288-15,-1 2-48 0,-3 2-16 0,6-7 0 16,-14 24-2144-16,14-24-432 0,-17 35-96 0,17-35-16 16,-19 45-624-16,9-19-128 0,10-26-16 0,-19 53-16 15,19-53-208-15,-16 52-32 0,16-52-16 0,-13 44 0 0,13-44-240 0,-5 35 176 16,5-35-176-16,0 0 160 0,0 0-160 0,10 41 0 16,-10-41 0-16,0 0 0 0,0 0 0 0,26 10 0 15,-17-14 0-15,3-1 0 0,-1 0 0 0,1-3 0 16,1-1 144-16,-1 2-144 0,0-3 0 0,-1-1 0 15,0 1 0-15,-3-2 0 16,0-2-992-16,-3-2-112 0,-2 0-32 0,-2-1 0 16,-2 2-1120-16,-3-2-240 0,0 5-32 0,-3 0-16 15,0 3-64-15,-3 1-16 0,-1 2 0 0,-3 1 0 16,0 3 1744-16,-3 0 352 0,0 2 64 0,1 3 16 0,0 0 1184 0,1 2 240 0,1 0 48 0,2 2 16 16,2-1 1408-16,2 0 288 0,8-6 48 0,0 0 16 15,0 0-432-15,0 0-96 0,0 0-16 16,0 0 0-16,0 0-1248 0,0 0-256 0,33 9-48 15,-19-11-16-15,3-2-272 0,2-4-48 0,2 1-16 0,1 0 0 16,1-2-208-16,-2 2-144 0,0 0 192 16,-3 2-192-16,-2-2 0 0,-1 4 0 0,-2-1 0 0,-1 1 0 15,-1 1-864 1,-2 1-176-16</inkml:trace>
  <inkml:trace contextRef="#ctx0" brushRef="#br0" timeOffset="75347.39">17568 10154 8287 0,'1'-4'736'0,"-1"3"-592"0,1-1-144 0,-1 0 0 0,0 2 1680 0,0 0 304 0,0 0 64 0,-1 0 16 16,0-1 640-16,-1 1 128 0,0 0 32 0,0 0 0 15,-1 0-240-15,0 0-64 0,0 0 0 0,0 0 0 16,1 0-2320-16,-1 1-480 0,0 1-80 0,0 0-32 16,0-1 544-16,1 3 96 0,-1-1 32 0,3-3 0 15,0 0 64-15,-13 23 32 0,13-23 0 0,0 0 0 16,-13 36 16-16,13-36 0 0,0 0 0 0,-7 40 0 15,7-40-80-15,0 0-16 0,0 0 0 0,13 38 0 16,-13-38-160-16,0 0-48 0,25 9 0 16,-13-11 0-16,1-1-128 0,0-1 0 0,4-5 144 0,0-1-144 15,-2 1 0-15,0-1 0 16,-2-3 0-16,-1 0 128 0,-1 1-368 0,-3-1-64 0,-2 1-16 16,-3-1 0-16,-3-1-48 0,-2 2-16 0,-2-2 0 0,-4 3 0 15,-1 0 384-15,-3 2 160 0,-2 2-16 0,-1 2 0 0,0 5 208 0,-1 0 32 16,0 5 16-1,2-3 0-15,4 3-64 0,-1 0-16 0,1 2 0 0,0 0 0 16,3 0-192-16,7-7-128 0,0 0 128 0,0 0-128 16,0 0 0-16,0 0 0 0,0 0 0 0,0 0-18176 15</inkml:trace>
  <inkml:trace contextRef="#ctx0" brushRef="#br0" timeOffset="75694.85">17957 9952 23951 0,'7'-21'1056'0,"-2"7"224"0,-1 0-1024 0,0 4-256 0,-3 3 0 0,1 2 0 16,1-2 2592-16,0-7 464 0,4-5 80 0,0-5 32 0,1 3-2320 0,-3 4-464 15,-1 6-80-15,-2 1-32 0,0 5 320 0,-3 3 64 0,-2 0 16 0,-1 4 0 16,-1 1-192-16,-2 1-32 16,-1 3-16-16,-2-1 0 0,1 0-176 0,-1 1-48 0,0 3 0 0,-2-3 0 15,1 2 48-15,-1 2 16 0,2 0 0 0,10-11 0 16,-18 24-64-16,18-24-16 0,-13 33 0 0,13-33 0 15,-9 43-192-15,9-43 144 16,-6 51-144-16,6-51 128 0,-4 57-128 0,4-57 0 0,-4 64 0 16,4-64 0-16,-4 71 0 0,2-32 0 15,-1 1 0-15,0 0 0 0,-1-4 0 0,4-36 0 16,-11 64 0-16,11-64 0 0,-11 52 0 0,11-52 0 16,-10 40 0-16,10-40 0 0,-10 33 0 0,10-33 0 0,0 0 0 0,-15 35 0 15,15-35 0-15,0 0 0 0,-12 17 0 0,8-14 0 16,2-3 0-16,-2-3 0 0,1-1 0 0,-1-1 0 15,1-2 0-15,-2 0-224 0,-1-3 80 0,-1-2 16 32,-1 0-672-32,-2-2-128 0,-2-4-32 0,-1 0-11040 0,2-2-2208 0</inkml:trace>
  <inkml:trace contextRef="#ctx0" brushRef="#br0" timeOffset="75811.5">17659 10284 22015 0,'14'-61'1952'0,"-11"51"-1568"0,-3 8-384 0,0 2 0 16,2-3 0-16,2 0-144 0,3-5 0 0,5-2 16 15,5-2 3584-15,4 1 704 0,1-1 160 0,0 2 32 16,-2 3-1072-16,-1 1-208 0,2 0-64 0,0 1 16 0,0-1-2080 0,0 0-432 15,2 2-64-15,-2-3-16 0,-1 2-432 0,0 0-176 16,-1 0 16-16,-3 1-14416 16,-1-1-2896-16</inkml:trace>
  <inkml:trace contextRef="#ctx0" brushRef="#br0" timeOffset="77148.49">18577 9976 15663 0,'4'-4'1392'0,"-1"-2"-1120"16,0 6-272-16,-1-2 0 0,1 0 1200 0,1-2 176 16,3-4 32-16,4-4 16 0,3-2 1488 0,-1 1 288 0,-3 2 64 0,-3 4 16 15,-3 0-1376-15,-2 6-288 0,-2 0-48 0,-2 3-16 16,-1 5-832-16,-3 0-160 0,-2 5-48 0,-2 5 0 16,-2 3-288-16,-1 3-64 0,0 0-16 0,0 3 0 15,0 1-144-15,2-1 0 0,2 0 0 0,9-26 0 0,-14 45 0 0,14-45 128 16,-5 38-128-1,5-38 0-15,0 0 0 0,4 42 0 0,-4-42 0 0,0 0 0 16,0 0 0-16,0 0 0 0,30 29 0 0,-23-29 0 16,2-3 0-16,-2-2 0 0,0 1 0 0,1-1 0 15,-2-2 0-15,0 0-144 0,-1 0 0 0,-3 0 0 16,0 0-1728-16,-3-3-352 0,-2 0-64 0,-3-1-16 16,-2-1-1472-16,-3 0-288 15,0 0-64-15,-3-2-16 0,0 2 1072 0,-2 0 224 0,-1 3 32 0,1 1 16 0,1 2 2000 0,0 3 400 16,0 1 80-16,3 4 0 15,0 0 1616-15,3 3 320 0,1 2 64 0,2 0 16 16,6-7 1152-16,0 0 224 0,0 0 64 0,-7 34 0 16,7-34-384-16,0 0-64 0,0 0 0 0,0 0-16 0,35 23-944 0,-35-23-176 15,28 3-32-15,-10-3-16 0,-1-2-672 0,4-1-144 16,1-2-32-16,-1-1 0 0,0 0-336 0,3-1-80 16,2-2-16-16,3-2 0 0,0 0-224 0,0 0 128 15,-2 1-128-15,-1 1 0 0,-3-1 0 0,-2 0 0 16,-1 1 0-16,-3-3 0 0,-2 1 0 0,-3-1 0 15,0-3 0-15,-3-1 0 0,-1-1-160 0,-1-4 32 16,-3 0 0-16,-1-2 0 0,0 1 128 0,-2 2 0 0,0 2 0 0,-1 5-128 16,0 2 128-16,0 4 0 0,-1 2 0 0,0 2 0 15,1 1 0-15,-1 2 0 0,0 2 0 16,0-1 0-16,-1 3 128 0,2-4-128 0,0 0 160 16,-10 29-160-16,10-29 160 0,-13 35-160 0,13-35 160 15,-16 47-160-15,7-20 128 0,-1-1-128 0,-1 2 0 16,-1-2 144-16,1 1-16 0,0-4-128 0,1 1 192 0,10-24-64 15,-12 43-128-15,12-43 192 16,-5 38-192-16,5-38 192 0,0 0-192 0,6 42 0 0,-6-42 0 0,0 0 0 0,0 0 0 0,37 22 0 16,-25-22 0-16,1-3 0 15,2-1 0-15,-1 1 0 0,0-2 0 0,0 0 0 0,0-1 0 0,-3 1 0 16,-1 2 0-16,-2-1 0 0,-1 1 0 16,-2 1 0-16,0 2 0 0,-2 0 0 0,-1 0 0 0,-2 0 0 15,0 0 0-15,0 0 0 0,0 0 0 0,0 0 0 16,-4 35 0-16,4-35 0 0,0 0 0 0,0 0 0 15,0 38 0-15,0-38 0 0,0 0 0 16,0 0 0-16,0 0 0 0,22 36 0 0,-22-36 0 16,0 0 0-16,30 7 0 0,-30-7 0 0,25-2 0 0,-12-1 0 15,1 1 0-15,-1-3 0 0,-2 3 0 0,3-3 0 16,-1 0 0-16,1-2 0 0,0 1 0 0,-1-1 0 16,0-1 0-16,-2 1 0 0,0-3 0 0,-1-1 0 15,1-1 0-15,-2-1 0 0,0-3-192 0,-3 2 16 16,1 0 16-16,-2 0 0 0,-1 2 160 0,-1 2 0 15,-1 3 0-15,-1 2-128 0,-1 3 128 0,-1 0 0 0,-1 4 0 0,-2 0 0 16,0 3 0-16,4-5 0 0,-13 17 0 0,2-6 0 16,11-11 0-16,-22 33 0 0,11-15 128 0,-1 2-128 15,0 0 0-15,12-20 144 0,-19 38-144 16,19-38 0-16,-11 28 176 0,11-28-176 0,0 0 160 0,0 0-160 16,0 0 144-16,12 39-144 0,-12-39 128 0,19 3-128 15,-7-3 0-15,2-2 0 0,1 0 0 0,3-3-12544 16,1-1-2560-1</inkml:trace>
  <inkml:trace contextRef="#ctx0" brushRef="#br0" timeOffset="77830.72">19763 10109 17503 0,'3'-2'1552'0,"-1"1"-1232"0,0 1-320 0,0 0 0 16,-1-2 1776-16,3 2 288 0,3-2 64 0,3-2 16 16,6-2 528-16,1 0 96 0,3 0 32 0,-1-2 0 15,1 1-1424-15,-3-1-288 0,1 1-48 0,-3-1-16 16,-1 0-704-16,-2 0-128 0,-2 1-48 0,-2-3 0 16,-2 2-144-16,-3 0 0 0,-3 1 0 0,-2-1 0 15,-4 2 0-15,-2 0 0 0,-2 2 0 0,-3 0 0 16,-1 3 0-16,-2 2 0 0,-3 3-128 0,-1 1 128 0,-1 3 0 15,0 3 0-15,1 1 0 0,1 3 0 0,2 2 0 0,-1 3 0 16,2 1 128-16,1 0-128 0,2 3 0 0,0 0 0 16,2 0 144-16,11-24-144 0,-16 42 208 0,16-42-16 15,-8 36-16-15,8-36 0 0,0 0-48 0,4 38-128 16,-4-38 192-16,0 0-64 0,0 0-128 0,29 23 0 16,-20-22 0-16,2-2 0 0,1-1 0 0,2-3 0 15,1-2 0-15,1 0 0 0,-1 0 0 0,3-2 0 16,0 0 0-16,0-2 0 0,2 2-240 0,-1-3-16 15,2 0-16-15,-1 1 0 16,0 1-896-16,1-2-176 0,-2 3-48 0,1 2 0 16,-3-3-400-16,-1 5-64 0,-1 0-32 0,-3 1-7264 0,0 1-1440 15</inkml:trace>
  <inkml:trace contextRef="#ctx0" brushRef="#br0" timeOffset="78500.17">20134 10140 6447 0,'2'-2'576'0,"-1"1"-576"0,0 0 0 16,0 1 0-16,0 0 3056 0,-1-1 496 0,2-1 96 0,3-1 32 15,1-1-144-15,1-1-16 0,1-2-16 0,0-1 0 16,-1 2-1456-16,-1-2-304 0,-1 2-48 0,-2-2-16 16,0 2-912-16,-1 0-176 0,-2 0-32 0,-1 1-16 0,-2 2-304 0,-1 2-64 15,-3 1-16-15,0 1 0 0,-4 1-160 0,0 3 0 16,-2 2 0-16,-1 1 0 0,0 3 0 0,-1-1 0 16,0 2 0-16,0 2 0 0,3 0 0 15,0 0 0-15,1 1 0 0,11-15 0 0,-16 28 0 0,16-28 0 16,0 0 0-16,-11 31 0 0,11-31 0 15,0 0 0-15,0 0 0 0,0 0 0 0,0 0 0 0,25 28 0 0,-16-28 0 0,0-2 0 32,3-1 0-32,-1-1 0 0,1 1 0 0,-1-2 0 0,-1-1 0 0,0-1 0 15,1 2 0-15,-1-2 0 0,0 0 0 0,-2-1 0 16,2 1 0-16,-3-2 0 0,0 1 0 0,0-1 0 16,-2 0 0-16,0-2 0 0,0 0 0 0,-2 2 0 15,0 0 0-15,0 1 0 0,-2 2 0 0,1 0 0 16,-2 4 0-16,0 0 0 0,0 2 0 0,-1 2 0 0,1-2 0 0,0 0 0 15,0 0 0-15,0 0 0 0,-9 36 0 0,9-36 0 16,0 0 0-16,0 0 128 0,-5 44-128 0,5-44 0 16,0 0 192-16,0 0-32 0,3 38-16 0,-3-38 0 15,0 0-144-15,0 0 0 0,0 0 0 0,0 0 128 16,28 20-128-16,-18-23 0 0,-2 1 0 16,3-3 0-16,1 0 0 0,2-3 0 15,1-1 0-15,1 0 0 0,0 0 0 0,-1-2 0 0,2 0 0 0,-2 0 0 16,0 1 0-16,-1 1 0 0,0-1 0 15,-2 0 0-15,1 1 0 0,-3 2 0 0,-2 2 0 16,-1 0 0-16,-2 3 0 0,-1 1 0 0,-1 2 128 16,-2 2-128-16,-1-3 0 0,0 0 0 0,0 0 0 0,0 0 0 15,-9 42 0-15,9-42 0 0,-12 31 0 0,12-31 0 0,-14 33 0 16,14-33 0-16,-16 36 0 0,16-36 0 0,-16 31 0 0,16-31 0 16,-12 28 0-16,12-28 0 15,0 0 0-15,0 0 0 0,-10 26 0 0,10-26 0 0,0 0 0 0,0 0 0 16,0 2 0-16,2-5 0 15,0-1 128-15,2-3-128 0,1 0 192 0,-1 0-64 16,2-3 64-16,0-1 16 0,1 1 0 0,1-2 0 16,-1-1-208-16,3 0 128 0,0-4-128 0,0 3 0 15,1-2 128-15,1-1-128 0,2-2 0 0,0 3 144 0,0 2-144 16,1-1 0-16,-1 4 0 0,-1 2 0 0,-2 3 0 16,0 1-224-16,-1 2 80 0,-1 2-12592 15,-2 1-2528-15</inkml:trace>
  <inkml:trace contextRef="#ctx0" brushRef="#br0" timeOffset="79287.25">20832 9981 3679 0,'4'-3'320'0,"-1"1"-320"0,-1 2 0 0,-1-1 0 15,1 0 1312-15,0-1 192 0,4-4 32 0,2 0 16 16,3-2 1232-16,0 1 240 0,-1 0 48 0,-2 1 16 15,-1 1-336-15,-3 2-64 0,0 1 0 0,-2 2-16 16,-1-3-1120-16,0 3-208 0,-1 0-64 16,-1 0 0-16,0 0-400 0,-1 1-96 0,0 1-16 0,0 0 0 15,0 0-320-15,-1 3-80 0,-1 0-16 0,-1 2 0 16,5-7-176-16,0 0-48 0,-17 31 0 0,17-31 0 0,-16 30-128 0,16-30 128 16,-20 41-128-16,8-18 128 15,1-1-128-15,0 2 0 0,11-24 0 0,-20 42 0 16,20-42 0-16,-16 36 0 0,16-36 0 0,0 0 128 0,-9 40-128 0,9-40 128 15,0 0-128-15,0 0 128 0,0 0-128 0,0 0 0 16,17 34 144-16,-17-34-144 0,0 0 0 0,20 4 144 16,-14-4-144-16,1-1 0 0,-2 0 0 0,1-1 0 15,0-1 0-15,-3 0 0 0,1 3 0 0,0-3-192 16,-2 2 48-16,0-3 16 16,0 1-832-16,-1 0-144 15,2-1-48-15,-1-1 0 0,1-1-64 0,0-2 0 0,0 1-16 0,1-4 0 0,-1 0 80 16,0-1 32-16,0 0 0 0,0-2 0 15,0 0-1056-15,-3 0-224 0</inkml:trace>
  <inkml:trace contextRef="#ctx0" brushRef="#br0" timeOffset="79483.42">20727 10115 2751 0,'-2'0'256'0,"1"-1"-256"16,1 1 0-16,0 0 0 0,0-2 2080 0,0 1 368 15,1-1 80-15,-1-1 16 0,1 0 528 0,0-2 128 16,1 0 0-16,0 2 16 0,1-2-1024 0,0 1-208 15,0 3-32-15,0-1-16 0,1 1-480 0,1 0-112 16,0 1 0-16,2 1-16 0,1 0-272 0,1-1-48 16,3 2-16-16,2-2 0 0,0 0-464 0,2 0-80 0,1 0-32 0,0-2 0 15,2 1-288-15,0-2-128 0,2 0 128 16,-1 0-128 0,1 0-336-16,-2 0-160 0</inkml:trace>
  <inkml:trace contextRef="#ctx0" brushRef="#br0" timeOffset="79850.92">20982 10156 14735 0,'-1'0'640'0,"0"0"160"0,1 1-640 0,0-1-160 0,1 0 0 0,1 1 0 0,1 0 2352 0,-1-1 432 16,5 0 96-16,2 0 0 0,5-1-224 0,1 0-48 16,2 0-16-16,3-1 0 15,1-2-1376-15,0 1-256 0,-1-2-64 0,0 3-16 0,-2-3-560 0,-2 0-128 16,-2 3 0-16,-2-3-16 0,-4 3-176 0,0-3 0 15,-3 3 0-15,-1-1 0 0,-2-2 0 0,-2 3 0 16,-2 0 0-16,-1-2 0 0,-3 1 0 0,0 1 0 16,-2 1 0-16,-3-1 0 0,1 2-176 0,-2 0 48 0,-1 0 0 0,0 2 0 15,-2 0 128-15,1 1 0 0,-2 2 0 0,0-3 0 16,0 3 0-16,0 1 0 16,2 0 0-16,-1 1 0 0,1-2 0 0,0 2 0 0,2 0 0 0,1 2 0 15,1-1 0-15,10-8 144 0,-17 19-16 0,17-19-128 16,0 0 544-16,-12 33 0 0,12-33 0 0,0 0 0 15,0 0-112-15,24 38-32 0,-24-38 0 0,30 12 0 16,-15-8-208-16,5-2-64 16,2-2 0-16,1-2 0 0,2 0-128 0,1-3 0 0,1-1 0 0,-1 0 0 31,0-1-336-31,-1 0-112 0,-2 0 0 0,1 0-11712 0,-3 2-2352 0</inkml:trace>
  <inkml:trace contextRef="#ctx0" brushRef="#br0" timeOffset="80172.92">21458 10123 1839 0,'2'-2'160'0,"-1"0"-160"0,0 2 0 0,-1-1 0 0,2 1 2896 15,4-4 560-15,1-3 96 0,3 0 32 0,1-1 688 0,1 1 144 16,-2 0 16-16,-2 3 16 0,-2 1-2032 0,-3 1-416 16,-1 1-80-16,-2 1 0 0,-1 1-992 0,-2 1-192 15,-2 1-32-15,-2 1-16 0,0-1-432 0,-1 1-96 16,-3 1-16-16,0 2 0 0,-2-1-144 0,1 0 0 0,-1 1 144 0,2 0-144 16,0-2 160-16,-1 2-32 15,1 0-128-15,11-7 192 0,-18 16-48 0,18-16-16 0,0 0 0 0,0 0 0 31,0 0-128-31,0 0 0 0,0 0 0 0,10 44 0 16,-10-44 0-16,0 0 0 0,24 16 0 0,-24-16 0 0,0 0 0 0,28 21 0 0,-28-21 0 16,0 0 0-16,27 22 0 0,-27-22 0 0,0 0 0 0,0 0 0 15,23 29 0-15,-23-29 0 0,0 0 0 0,0 0 0 16,0 0 0-16,0 0 0 16,0 0 0-16,0 0 0 0,-13 37 0 0,8-34 0 0,-3-1 0 0,1 0 0 15,0 0 0-15,-2-2 0 0,1 1 0 0,1-1 0 16,-1 0 0-16,1-1 0 0,1-1 0 0,1 0 0 31,3-3-416-31,0 0-64 0</inkml:trace>
  <inkml:trace contextRef="#ctx0" brushRef="#br0" timeOffset="80353.16">21659 10121 3679 0,'3'-3'320'0,"-2"1"-320"0,1 2 0 0,0-1 0 16,0 0 4480-16,0 1 832 0,0 0 176 0,2 0 16 15,3 0-1680-15,2 0-352 0,2 0-64 0,1 0-16 16,0 1-1792-16,0 0-384 0,0-1-64 0,-3 2 0 16,1-2-864-16,-2 1-160 0,2 1-128 0,-3 0 144 15,0-2-336-15,-2 3-80 0,-2-3-16 0,-3 0-17264 16</inkml:trace>
  <inkml:trace contextRef="#ctx0" brushRef="#br0" timeOffset="80493.5">21698 10225 9215 0,'0'0'400'0,"0"0"96"15,0 0-496-15,0 0 0 0,0 0 0 0,0 0 0 0,0 0 2560 0,0 0 432 16,0 0 80-16,-14 33 0 0,14-33 320 0,0 0 48 16,0 0 16-16,0 0 0 0,0 0-1760 0,3 41-352 15,-3-41-64-15,0 0 0 0,0 0-960 0,0 0-176 16,0 0-144-16,0 0 192 16,25 33-688-16,-20-33-128 0,2 1-16 0,0-1-15456 0</inkml:trace>
  <inkml:trace contextRef="#ctx0" brushRef="#br0" timeOffset="81286.69">21875 10294 12895 0,'10'-5'576'0,"-4"3"112"0,-2-1-560 0,0 1-128 0,-1 2 0 0,-1 0 0 16,1 0 2496-16,2-4 480 0,4 1 96 15,1-3 0-15,3 0-528 0,-3 0-112 0,0 0-32 0,-2-1 0 16,1 2-1056-16,-3-2-192 16,2 1-64-16,-3 0 0 0,-1 0-624 0,0 0-128 0,-3 2-16 0,-1-1-16 15,-1 2 16-15,-1 0 16 0,-1 2 0 0,-3-1 0 16,0 0-144-16,-3 4-48 0,0 0 0 0,0 0 0 0,-1 3-144 15,0 0 0-15,-1 0 0 0,1 4 0 0,10-9 144 0,-18 16-144 16,18-16 160-16,-18 18-160 0,18-18 240 16,-18 21-48-16,18-21-16 0,0 0 0 0,-18 33 32 15,18-33 16-15,0 0 0 0,0 0 0 16,0 0-224-16,0 0 128 0,2 40-128 0,-2-40 0 0,0 0 0 0,0 0 0 16,22 12 0-16,-15-11 0 0,1-1 0 0,0 0 0 15,0-1 0-15,1-1 0 0,0-1 0 16,-1 1 0-16,1-3 0 0,-1 1 0 0,0-1 0 0,1 0 0 15,-3 0 0-15,2-2 0 16,-2 0 0-16,0 0 0 0,0-1 0 0,-1-1 0 0,0 0 0 0,-1-1 0 16,1 0 0-16,-1 4 0 0,-2 1 0 0,1 2 0 0,-1 1 0 0,-1 2 0 15,-1 2 0-15,0-2 0 16,0 0 0-16,0 0 0 0,0 0 0 0,0 0 0 0,-12 46 0 0,12-46 0 16,0 0 0-16,0 0 0 0,-9 47 0 0,9-47 0 15,0 0 0-15,0 0 0 0,0 0 0 0,11 40 0 16,-11-40 0-16,0 0 0 0,19 7 0 0,-10-7 0 15,2-2 0-15,0 0 0 0,1-3 0 0,1-1 0 16,1-2 0-16,0 1 0 0,-1-1 0 16,-3 4 0-16,0-3 0 0,0 2 0 15,3-3 0-15,-1-1 0 0,1 1 0 0,0-1 0 0,-1-2 0 0,-1 2 0 16,0 0 0-16,-2 1 0 0,-2 3 0 0,0-2 0 16,-3 4 0-16,1 1 0 0,-2 2 0 0,-1 2 0 0,-2-2 0 0,0 0 0 15,0 0 0-15,0 0 0 0,0 0 0 0,-4 46 0 16,4-46 0-16,0 0 0 0,-8 40 0 0,8-40 0 15,0 0 128-15,-11 40-128 0,11-40 0 16,0 0 0-16,-10 37 0 0,10-37 0 16,0 0 0-16,0 0 0 0,0 0 0 0,-8 41 0 0,8-41 0 0,0 0 0 15,0 0 0-15,0 0 0 0,0 0 0 0,0 0 128 16,0 0-128-16,0 0 0 0,5 0 0 0,-2-4 0 0,2-1 0 0,-1-1 0 16,2-2 0-16,1 1 0 15,1-3 0-15,0-2 0 0,2 0 0 0,2-2 128 16,2 0-128-16,0-3 0 0,1 3 0 15,-1 0 0-15,0 2 0 0,0 3 0 0,0 1 0 0,-2 1 0 16,-2 5 0-16,-1 0 0 0,-1 2 0 0,-3 4 0 16,-5-4 0-16,0 0 0 0,0 0 208 0,0 0-48 15,9 41-16-15,-9-41 0 0,0 0-16 0,-3 40 0 0,3-40 0 0,0 0 0 16,-8 42 0-16,8-42-128 0,0 0 192 0,-10 41-64 16,10-41-128-16,0 0 0 0,0 0 144 0,-12 41-144 15,12-41 0-15,0 0 0 0,0 0 0 16,0 0 0-16,0 0 0 0,0 0-240 15</inkml:trace>
  <inkml:trace contextRef="#ctx0" brushRef="#br0" timeOffset="82515.07">22891 10185 11055 0,'3'-3'976'0,"0"0"-784"0,-1 2-192 0,-1 1 0 16,-1 0 1856-16,1-2 320 0,1 1 64 0,2-4 0 15,0 3 752-15,-1-2 144 0,-2 4 16 0,-1-2 16 16,-1 4-1424-16,-1 0-272 0,2-2-64 0,0 0-16 15,0 0-544-15,-20 33-96 0,20-33-32 0,-15 33 0 0,15-33-272 0,-21 41-64 16,21-41-16-16,-22 47 0 0,22-47-176 0,-25 46-16 16,25-46-16-16,-26 46 0 15,26-46-160-15,-21 40 0 0,21-40 144 0,-14 34-144 16,14-34 0-16,0 0 0 0,0 0 0 0,0 0 0 0,-12 36 0 0,14-34 0 16,0-2 0-16,0-2 0 0,2 0 0 0,-1-1 0 15,1 0 0-15,1-1 0 0,-1-3-256 0,2 0-32 16,0-1 0-16,0-1 0 15,1-1-624-15,-2-1-128 0,1-3-32 0,-2-1 0 16,2-1 480-16,-1-1 80 0,-1-4 32 0,1-1 0 0,-1-4 480 0,1-2 0 16,0-1 0-16,0 3 0 0,0 2 256 0,0 1 32 15,-1 4 16-15,1 2 0 0,0 3 400 0,1 2 96 16,0 5 16-16,1 0 0 0,1 1-256 0,2 2-48 16,3-1-16-16,0 3 0 0,0 0-304 0,1 0-48 0,2 0-16 0,1 1 0 15,0-1-128-15,2 1 192 0,0 0-192 0,2 0 192 16,-3-1-192-16,1 2 160 0,-3 0-160 15,-2 2 160-15,-2 0-160 0,-2 2 0 16,-10-4 144-16,0 0-144 0,0 0 0 0,0 0 0 0,4 46 0 0,-4-46 128 16,-23 31-128-16,7-14 0 0,-4-1 0 15,-1-1 128-15,-1 1-128 0,-2-3 128 16,1 1-128-16,0-5 128 0,2 0-128 0,1-1 0 0,2-4 0 0,2 1 0 16,3-3 0-16,4-2 0 0,1-2 0 0,3 0 0 15,2-1 0-15,2-3 0 0,2 0 0 16,1-1 0-16,2 0 0 0,1-2 0 0,2 2 0 0,2-3 0 15,0 3 0-15,1 0 0 0,2 0 0 0,1 2 0 16,0 0-384-16,2 0-64 16,2 1 0-16,-1 0 0 0,3 1-704 0,0 0-160 0,1 1-32 0,0-3 0 31,2 1 368-31,-2 1 64 0,1-1 16 0,1-1 0 0,1 1 480 0,-1-2 96 0,0 1 32 0,-2-2 0 16,1 0 416-16,0 2 64 0,-4 0 32 0,-2 1 0 0,-2-1 736 0,-2 0 128 15,-1 3 48-15,-4 2 0 0,0-1 96 0,-4 1 32 16,0 1 0-16,-2-1 0 0,-1 3-736 0,1-3-144 15,0 0-16-15,0 0-16 16,0 0-176-16,0 0-48 0,-12 38 0 0,12-38 0 16,0 0-128-16,0 0 0 0,-11 45 0 0,11-45 0 0,0 0 0 0,0 0 0 15,-17 47 0-15,17-47 0 0,0 0 0 0,0 0 0 16,-21 35 0-16,21-35 0 0,0 0 0 0,-21 19 0 16,13-15 0-16,1-1 0 0,0 0 0 0,2-3 0 15,0 0 0-15,2-2 0 0,3-1 0 0,0 1 0 16,2-1 128-16,1-4-128 0,2 0 128 0,0 0 0 15,3-3 0-15,-3 4 0 0,0 0 0 0,0 0-128 16,6-4 192-16,4-4-64 0,3-3-128 0,3-2 0 16,2 1 0-16,-5 0 0 0,-3 2 0 0,-1 3 0 15,1 0 0-15,-1 1 0 0,0 5 0 0,-1 0 0 16,-2 0 0-16,-2 4 0 0,-1 1 0 0,-1 2 0 0,-1 0 0 0,0 0 0 16,-1 2 0-16,1 1-192 0,1 2 64 0,-7-5 128 31,0 0-1344-31,0 0-160 0</inkml:trace>
  <inkml:trace contextRef="#ctx0" brushRef="#br0" timeOffset="82919.42">23586 10211 911 0,'2'2'0'0,"-1"-1"0"0,0 1 0 0,0-2 0 0,0 0 2080 0,-1 0 336 16,1 0 64-16,2 0 16 0,1 0 1152 0,1 0 256 16,1 0 32-16,0 0 16 15,0 0-1824-15,-1 0-352 0,-1-2-80 0,0 2-16 0,-1-1-784 0,-1 1-144 16,-1 0-48-16,-1 0 0 0,-1 0-304 15,-2 1-64-15,-2 1-16 0,1 0 0 16,-3 3-64-16,-1 0 0 0,-2 2-16 0,-2 1 0 0,12-8 144 0,-24 23 48 16,24-23 0-16,-24 24 0 0,24-24-64 0,-17 23-16 15,17-23 0-15,0 0 0 0,0 0-32 0,0 0-16 16,-4 41 0-16,9-37 0 0,4-2-176 0,1 0-128 16,1-2 192-16,1 0-192 0,1-2 336 0,0 0-32 15,2-3-16-15,-1 0 0 0,-1 1-288 0,-4-1 0 0,0 0 128 0,-3 3-128 16,2-3 0-16,0-1 0 0,-1 0 0 15,0-2 0-15,-2-1 0 0,-1 0 0 0,0 0 0 0,-2-2 0 16,-1 0 0-16,-1 2 0 0,0 0 0 0,-1-1 0 16,-1 1 272-16,0 1-48 0,-1 1-16 15,1 0 0-15,-1 2-32 0,1 1-16 0,-1-1 0 0,-1 2 0 16,2 1-160-16,0 1 0 16,-1 1 0-16,-1 1 0 0,1 2 0 0,3-3 0 0,0 0 0 0,0 0 0 15,0 0 0-15,0 0 0 0,0 0 0 0,0 0 0 16,0 0-832-16,-1 47-80 0,1-47-32 0,0 0-10768 15,0 0-2144-15</inkml:trace>
  <inkml:trace contextRef="#ctx0" brushRef="#br0" timeOffset="83799.17">23801 10282 10127 0,'34'2'448'0,"-26"-2"96"15,-4 0-544-15,-3 0 0 0,0 0 0 0,2 0 0 0,3 0 2752 0,3 0 448 16,3 0 96-16,2-2 16 16,1 2 80-16,-1-2 32 0,0-1 0 0,-2-1 0 0,-2 1-1696 0,-1-1-320 15,-1 1-80-15,0-2-16 0,-2 1-720 0,-1-3-144 16,1 2-16-16,-3-2-16 0,0 0-256 15,0 0-160-15,-1 0 192 0,-2-1-192 0,0 2 144 0,-2 0-144 16,0 2 0-16,-1 1 144 0,-1 1-144 0,-1 0 0 16,-2 2 144-16,-2 2-144 0,0 1 0 0,-1 2 128 15,-2 1-128-15,-1 3 0 0,-2 1 0 0,0 3 0 16,-1 0 0-16,16-13 0 16,-30 31 0-16,30-31 128 0,-24 28-128 0,24-28 0 0,0 0 128 0,-20 33-128 0,20-33 160 0,0 0-160 15,0 0 0-15,0 0 0 16,0 0 0-16,15 36 0 0,-6-34 0 0,1-4 0 0,2 2 0 0,1-2 0 15,1-2 0-15,1 0 0 0,2-2 0 0,0-2 0 16,0 1 0-16,2-2 0 0,-2-1 0 16,-3 3 0-16,-4 0 0 0,1 0 0 0,-1 0 0 15,0-3 0-15,2-2 0 0,0-4 0 0,2-3 0 0,1-5 0 16,0-2 0-16,-1-2 0 0,0-1 0 0,-1 1 0 16,0 0 0-16,-2 2 0 15,-2 4 0-15,-1 3 0 0,-1 5 192 0,-2 2-64 16,0 3-128-16,-2 1 192 0,-1 6 0 0,-1 0 0 0,-1 2 0 0,0 2 0 15,-1 0-192-15,-2 3 0 16,3-5 0-16,0 0 0 0,0 0 0 0,-17 35 0 0,17-35 0 0,0 0 0 16,-18 43 0-16,18-43 0 0,0 0 0 0,-23 48 0 15,23-48 0-15,-17 38 0 0,17-38 0 0,-20 40 0 16,20-40 0-16,-21 43 0 0,21-43 0 0,-16 35 0 16,16-35 0-16,0 0 0 0,-15 41 0 0,15-41 0 15,0 0 0-15,0 0 0 0,-2 44 0 0,2-44 0 16,0 0 0-16,0 0 0 0,22 17 0 0,-13-17 0 15,1 0-208-15,2-2-48 0,2-1 0 0,2-1 0 16,1-3-496 0,0 0-96-16,2-1-32 0,0-3 0 0,1 1-288 0,-2-2-64 0,0 0-16 0,-1 1 0 15,-1-1 672-15,1-2 144 0,-2 2 32 0,0-2 0 0,-3 2 592 0,-2 2 128 16,-2 1 32-16,-1 4 0 0,-3 2 736 0,-3-1 160 16,-1 4 32-16,-1 2 0 0,-2 0-624 0,3-2-112 15,0 0-32-15,-20 21 0 0,20-21-288 0,-21 24-64 16,21-24-16-16,-25 31 0 0,25-31-144 0,-25 34 128 15,25-34-128-15,-21 35 128 0,21-35-128 0,0 0 0 16,-19 43 0-16,19-43 128 0,0 0-128 0,0 0 0 16,0 0 0-16,-4 45 0 0,4-45 0 0,0 0 0 15,0 0 0-15,17 9 0 0,-10-9 0 0,1 0 0 16,0-2 0-16,1-1 0 0,1 0 0 0,1-1 0 0,0-1 0 0,2-1 0 16,-1-2 0-16,-4 4 0 0,-2 1 0 15,0-2 0-15,4-1 0 0,-1-2 0 0,2-1 0 0,0-3 0 16,1 0 0-16,-1-2 0 0,0 2 0 0,-2-2 0 15,-1 4 0-15,-1 1 0 0,-3 1 0 16,-1 4 0-16,0 2 0 0,-2 0 0 0,-1 4 0 0,-2 0 0 16,0 2 0-16,2-4 0 0,0 0 0 0,0 0 0 15,0 0 0-15,-18 39 0 0,18-39 0 0,0 0 0 0,0 0 0 0,0 0 0 16,-14 42 128-16,14-42-128 0,0 0 0 0,0 0 0 16,0 0 0-16,-7 45 0 15,7-45 0-15,0 0 0 0,0 0 0 0,0 0 0 0,0 0 0 0,0 0 0 16,4 41 0-16,-3-37 0 0,2 0-160 0,-2-1-16 15,3 0 0-15</inkml:trace>
  <inkml:trace contextRef="#ctx0" brushRef="#br0" timeOffset="84319.2">24788 10388 19343 0,'2'-2'848'0,"-1"0"192"0,0 0-832 16,0 2-208-16,-1-2 0 0,1 1 0 0,-1 1 2304 0,1-2 432 0,0 2 80 0,1-3 0 0,0 1-416 0,1-2-96 16,1-1 0-16,0 0-16 15,1-2-1328-15,-2 0-272 0,1 0-48 0,0 0-16 0,-1-1-304 0,-2-1-64 16,0 2-16-16,-1-1 0 0,-1 2-240 0,0 1 128 15,-2 0-128-15,-1 3 0 0,-1 0 0 0,-3 1 0 16,0 2 0-16,-3 3 0 16,-3 1 0-16,-2 3 0 0,-2 3 0 0,1 3 0 15,-3 0 0-15,2 1 0 0,18-15 0 0,-35 36 0 16,35-36 0-16,-26 35 0 0,26-35 0 0,0 0 0 16,-19 42 0-16,19-42 0 0,0 0 0 0,0 0 0 0,0 0 0 15,8 40 0-15,-1-35 0 0,-1-2 0 0,2-3 0 0,1 0 0 16,0 0 0-16,2-3 0 0,1 1-128 0,1-3-32 15,1 1 0-15,0-2 0 16,1 0-1872-16,-1-1-368 0,1 2-80 0</inkml:trace>
  <inkml:trace contextRef="#ctx0" brushRef="#br0" timeOffset="84563.34">25043 10263 12095 0,'18'-29'256'0,"-13"20"64"0,-1 4 16 0,-3 3 0 0,0 0-336 15,0 2 0-15,0-3 0 0,0-1 0 0,1 0 3280 0,1-2 592 16,0 1 112-16,0 1 32 0,-2-1-1712 0,1 2-320 0,0 1-80 0,-1 0-16 15,0 0-896-15,0 1-176 16,0 1-48-16,-1 0 0 0,0 0-400 0,-1 1-96 16,-1 2-16-16,-1 1 0 0,3-4-128 0,0 0-128 0,0 0 192 0,-24 40-192 15,24-40 128-15,-22 40-128 0,22-40 0 0,-28 52 0 16,28-52 176-16,-28 45-176 0,28-45 160 0,-25 43-160 16,25-43 176-16,-25 40-176 0,25-40 192 0,-25 41-192 15,25-41 128-15,-20 40-128 0,20-40 0 0,-14 38 0 16,14-38 0-16,0 0 0 0,-8 45 0 0,8-45 0 0,0 0 0 15,0 0-144-15,0 0 144 0,9 41-128 16,-5-37-1856 0,0-3-352-16</inkml:trace>
  <inkml:trace contextRef="#ctx0" brushRef="#br0" timeOffset="84733.1">24886 10358 15663 0,'2'0'1392'0,"0"0"-1120"0,-1 0-272 0,0 0 0 0,0 1 2480 0,0-1 432 0,1 0 96 0,2 1 0 16,2-1 320-16,2 0 48 0,2 0 16 16,2 2 0-16,1-2-2320 0,1 0-464 0,1 0-96 0,0 1 0 15,0-1-512-15,0 0 0 0,-2 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10-23T09:17:48.840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24997 10728 5519 0,'0'0'496'0,"1"-3"-496"0,-1 2 0 16,0 0 0-16,0 1 1088 0,0 0 128 0,1-3 32 0,0 1 0 16,1 0 1072-16,0-3 224 0,0 1 32 0,-1 1 16 15,1 1-608-15,-1-1-128 16,0 1-32-16,0 2 0 0,-1-2-480 0,1 2-80 16,-1 2-32-16,0-2 0 0,-3 3-352 0,2 1-80 0,-1 1-16 0,-2 0 0 15,0 1-208-15,-1 2-32 0,-2 1-16 16,1-2 0-16,-2 3-224 0,1-3-48 0,0 0-16 0,-1 0 0 0,3-2-240 0,-2-1 144 15,2 0-144-15,0 1 128 0,1-2-128 0,0 0 0 16,1-1 0-16</inkml:trace>
  <inkml:trace contextRef="#ctx0" brushRef="#br0" timeOffset="6699.1">8601 11551 13823 0,'-6'-1'1216'0,"3"-1"-960"0,1 2-256 0,0 0 0 0,1 0 720 15,0 0 112-15,-1 0 0 0,0 0 16 0,-1 0 1536 0,-1 2 304 16,0-1 64-16,1 1 16 16,2-2-720-16,0 0-128 0,2 2-48 0,1-2 0 0,2-2-656 0,3 2-144 15,-7 0-32-15,0 0 0 16,33-5-368-16,-33 5-80 0,34-6-16 0,-14 2 0 0,-20 4-368 16,42-9-80-16,-19 2 0 0,-4 0-128 15,-2 0 0-15,-3-3 0 0,-2 4 0 0,-4 0 0 0,0 2-592 0,-3 1-128 16,-2 1-32-16,-3 2-10560 15,-1 0-2112-15</inkml:trace>
  <inkml:trace contextRef="#ctx0" brushRef="#br0" timeOffset="6990.06">8720 11427 8287 0,'-4'-5'368'0,"2"1"80"0,1 1-448 0,0-1 0 16,0 3 0-16,0-1 0 0,0 1 2240 0,-1-2 352 0,0-2 80 0,-1 0 16 15,-1 0-448-15,1 3-96 0,1-1-16 0,-1 4 0 16,1 1-848-16,1 5-160 16,0 0-32-16,0 2-16 0,1-9-240 0,-1 34-32 0,1-34-16 0,-1 40 0 15,1-16-272-15,-1-3-48 0,0 1-16 0,-2-1 0 16,2-4-16-16,-2 4-16 0,1-3 0 0,0 2 0 16,2-20 16-16,1 26 0 0,-1-26 0 0,0 0 0 15,0 0-144-15,0 0-32 0,0 0 0 0,0 0 0 16,42 9-256-16,-32-17 160 0,1-1-160 0,0 0 128 15,-1-2-128-15,2-1 0 0,1-5 0 0,2 0 0 16,-1-1-896-16,-1-1-176 0,1 0-16 16,0-3-14736-16</inkml:trace>
  <inkml:trace contextRef="#ctx0" brushRef="#br0" timeOffset="7312.23">8920 11276 8287 0,'6'-43'368'0,"-3"29"80"0,-2 10-448 0,0 3 0 16,-1 1 0-16,1-4 0 0,2-2 1984 0,1-3 320 15,2 2 64-15,-1 2 16 0,0 5 544 0,-5 0 96 16,0 0 32-16,5 43 0 0,-5-19-816 0,-3 6-176 15,-1 6-16-15,0 2-16 0,-2 2-1136 0,0-1-240 16,1-2-32-16,-1-4-16 0,2-4-96 0,0-1 0 16,1-4-16-16,0-6 0 0,3-1-304 0,-1-4-64 0,1-13-128 0,0 0 192 15,0 0-192-15,0 0 0 0,0 0 0 0,0 0 0 16,0 0 0-16,0 0 0 0,0 0 0 0,0 0 0 16,35-8-176-16,-31-4 32 0,1 0 0 0,0-2 0 15,-1 2-32-15,0-1 0 0,1 0 0 0,-1 3 0 16,1-1 176-16,0 2 0 0,2 1 0 15,-1 1-128-15,-1 1 128 0,1 3 0 16,0 0 0-16,0 1 0 0,-6 2 0 0,0 0 0 0,0 0 0 0,0 0 0 16,0 0 192-16,0 0-48 0,29 33 0 0,-29-33 0 15,0 0-16-15,0 0 0 0,4 36 0 0,-4-36 0 0,0 0-128 0,1 24 0 16,-1-24 144-16,0 0-144 0,0 0 0 0,0 0 0 16,0 0 0-16,5 30 128 15,-5-28-592-15,0 1-112 0,1-1-32 0,1-2-16352 16</inkml:trace>
  <inkml:trace contextRef="#ctx0" brushRef="#br0" timeOffset="7643.18">9141 11558 12895 0,'0'0'1152'0,"1"0"-928"16,-1 2-224-16,1-2 0 0,0 0 2016 15,1 0 352-15,1 1 80 0,-3-1 16 0,0 0 320 0,0 0 64 16,33-1 16-16,-22-4 0 0,-2 0-1616 0,1 1-320 0,0-4-64 0,-1 0-16 15,-1 0-384-15,-1-2-80 0,0 1 0 0,-3 2-16 16,0-3-128-16,-1 3-32 0,-3 0 0 0,-2 3 0 16,-1-1-208-16,-1 2 144 0,-3 1-144 0,-1 2 128 15,-1 0-128-15,0 3 0 0,-1 1 0 0,-1 1 0 16,0 2 256-16,-1 0-16 16,0 3-16-16,0-1 0 0,2 3-32 0,2-2 0 0,1 1 0 0,3 1 0 15,1 0 32-15,1 0 0 16,2-12 0-16,0 0 0 0,3 30 0 0,-3-30 0 0,0 0 0 0,0 0 0 15,0 0-48-15,34 26-16 0,-34-26 0 16,24-2 0-16,-9-2-32 0,1-1-128 0,1-2 192 16,-1-3-64-16,2 1-128 0,-2 0 0 15,-1 0 0-15,-2 0 0 0,0 1-432 16,-1 0-112-16,0 1-32 0,-1 0-17328 0</inkml:trace>
  <inkml:trace contextRef="#ctx0" brushRef="#br0" timeOffset="7944.57">9373 11498 8287 0,'-1'2'368'0,"0"-2"80"0,0 1-448 0,1-1 0 0,0 0 0 0,0-1 0 16,1 1 2576-16,0-2 432 0,2 0 96 0,3-2 16 15,1-2-112-15,2-1 0 0,0 0-16 0,0-2 0 16,2 2-1328-16,-1-1-272 0,2 0-48 0,-1 2-16 0,-11 6-400 16,19-4-80-16,-19 4-16 0,0 0 0 0,0 0-512 0,0 0-128 15,24 38 0-15,-24-38-16 0,-2 26-176 0,0-12 0 16,-2 0 0-16,-1-1 0 0,0 0 0 0,-1 0 0 15,1-2 0-15,-1-2 0 0,1 1 0 0,0-3 0 16,1 0 0-16,1-2 0 0,1-3 0 0,1-2 0 16,0 0 0-16,1-1 0 0,1-3 0 0,1-1 0 15,2-1 128-15,2-4-128 0,-1 0 240 0,3-1 16 16,1-1 0-16,0-3 0 0,3-1-48 0,1-2 0 16,1 0 0-16,0 2 0 0,-1-1-208 0,1 3 0 0,0-2 0 15,-2 3 0-15,-1 4 0 0,-2 0-240 0,1 2 48 0,-2 3-11696 16,-8 4-2336-16</inkml:trace>
  <inkml:trace contextRef="#ctx0" brushRef="#br0" timeOffset="8498.27">9635 11496 7359 0,'-1'2'656'0,"0"-2"-528"0,1 2-128 0,0-1 0 31,0 1 1792-31,0-1 336 0,-1 3 64 0,0 0 16 0,1 2 736 0,0 0 160 16,0-6 32-16,0 0 0 0,0 0-1120 0,0 0-224 0,0 0-32 0,0 0-16 16,0 0-464-16,0 0-80 0,0 0-32 0,31 0 0 15,-25-4-304-15,2-1-64 0,-1-1-16 0,1 0 0 16,0-1-400-16,-1 0-64 0,1 2-32 0,-1-2 0 16,1 2-160-16,-3 1-128 0,2-1 192 0,-3 0-192 15,1 3 0-15,-2-1 0 0,-1 1 0 0,0-1 0 16,-1 1 0-16,0 0 0 15,-2-3 0-15,0 2 0 0,-1 0 0 0,0 0 0 0,-2-2 0 0,-1 2 0 16,1-1 0-16,-2-1 0 0,1 0-160 0,-2 3 160 16,1-2 0-16,-2 3-144 0,1 1 144 0,0 1 0 0,1 3 0 0,-1 3 0 15,0 0 0-15,1 3 0 16,1-1 0-16,-1 3 0 0,1 2 0 0,0-2 0 16,0 3 0-16,3-1 0 0,-1 0 0 0,1-2 0 0,2-12 0 15,-1 23 0-15,1-23 0 0,0 0 0 0,0 0 0 0,12 33 0 16,-12-33 0-16,0 0 0 15,0 0 0-15,0 0 0 0,40 5 0 0,-29-10 0 0,-1-1 0 0,1 0 0 16,0-3 0-16,2 2 0 0,-1-2-128 0,0 1-128 16,0 0-32-16,0 0-17648 15</inkml:trace>
  <inkml:trace contextRef="#ctx0" brushRef="#br0" timeOffset="8900.07">9984 11252 9215 0,'0'-5'400'0,"0"2"96"0,1 1-496 0,-1-2 0 15,0 2 0-15,0 1 0 0,-1-1 2640 0,1-1 432 16,-1 1 96-16,-1-5 16 0,0 2-288 0,-2-1-48 15,1 2-16-15,-1 0 0 0,-1 2-1168 0,1 0-224 0,0 2-48 0,-1 2-16 16,0 0-704-16,0 2-144 0,-1 2-16 16,1 1-16-16,0 2-272 0,1 1-48 0,-2 4-16 0,2 3 0 15,4-17 112-15,-5 45 32 0,2-17 0 0,2 2 0 16,1 5-144-16,0 0-32 0,0-2 0 0,1 2 0 16,-1-2 0-16,-1 1-128 0,1 1 192 0,0-1-64 15,0-4-128-15,1 3 0 0,-1-4 0 0,0-29 0 16,0 52 0-16,0-52 0 0,-3 43 0 0,3-43 0 15,-5 28 0-15,5-28 0 0,0 0 0 0,-9 19 0 0,7-17 0 16,-2-2 0-16,0 0 0 0,-1-4 0 16,-1-1 0-16,-1-2-144 0,-2-3 144 0,0-1-208 31,0-2-1472-31,-2-3-304 0</inkml:trace>
  <inkml:trace contextRef="#ctx0" brushRef="#br0" timeOffset="9040.43">9752 11541 911 0,'5'-5'0'0,"-1"3"0"16,0-2 0-16,-1 3 0 0,0-1 3072 0,-1 2 544 15,-2 0 96-15,0 0 32 0,23-3 672 0,-5-1 144 16,2-1 32-16,2 0 0 0,0 1-2240 0,-2-4-448 16,1 1-96-16,-2 0-16 0,-1 0-1200 0,-1 0-240 0,-1-2-48 0,-2 2-16 15,-1 1-288-15,-1-2 0 0,-1 2 0 0,-1 0 0 32,1 1-1184-32,-2 1-192 0,-1 0-32 0,-2 2-14208 0</inkml:trace>
  <inkml:trace contextRef="#ctx0" brushRef="#br0" timeOffset="9581.45">10096 11445 1839 0,'0'1'160'0,"0"-1"-160"0,0 0 0 0,0 0 0 16,0 0 2432-16,0 0 464 0,0 2 96 0,-1-1 16 16,1 1 784-16,-1 0 176 0,1-1 16 0,-1 1 16 15,-1 0-1056-15,1 0-224 0,-1 1-32 0,0 2-16 16,0 1-1328-16,2-6-272 0,-5 15-48 0,5-15-16 16,-5 20-608-16,5-20-112 0,0 0-32 0,0 26 0 15,0-26-256-15,0 0 160 0,0 0-160 0,0 0 128 0,0 0-128 0,0 0 0 16,42 15 0-16,-32-19 0 0,0-4 0 0,1 0 0 15,1 0 0-15,0-5 0 0,-1 2 0 0,-1-3 0 16,0 2 0-16,-3 0 0 0,-1 0 0 0,-2 0 0 16,-3-1 0-16,-3 3 0 0,-1 1 0 0,-4 1 0 15,-1 2 0-15,-3 3 0 16,-1 1 0-16,-1 2-176 0,-1 2 176 0,-1 3-128 0,0 0 128 0,-1 4-128 16,1-2 128-16,1 2-128 0,3-1 128 0,1 1 0 15,1 0 0-15,1-1 0 0,2 1 0 0,0-3 0 0,4 0 0 0,1-3 0 16,2-1 0-16,1-2 0 0,3 0 0 0,1-3 0 15,1-1 0-15,2 0 0 16,3-4 0-16,2 1 0 0,1-3 0 0,2-2 0 16,0 0 0-16,3 1 128 0,-1-1-128 0,0 0 0 0,0 1 0 0,0 1 0 15,-2 2 0-15,-1 2 0 0,-1 1 0 16,-15 5 0-16,25-1 0 0,-25 1 0 16,0 0 0-16,0 0 128 0,34 20-128 0,-34-20 0 0,0 0 0 0,16 35 0 15,-16-35 0-15,5 31 0 0,-5-31 0 0,0 33 0 0,0-33 0 0,-3 29 0 16,3-29 0-16,-5 26 0 0,5-26 0 0,-5 16 0 15,1-9 0 1,1-2 0-16,2-2 0 0,-1-1 0 0,1-2 0 0,0 0 0 0,1-5 0 16,0 1 0-1,1-2 0-15,0-3 0 0,1 0 0 0,0-2 0 16,3-1 0-16,1-2 0 0,0-1 0 0,0 0 0 0,2-2 0 16,0 1 0-16,0 2 0 0,0-2 0 0,1 1 0 0,1 1 128 15,-2 4-128-15,1-1 0 0,0 3 0 0,-2 1 0 16,0 2 0-16,0 2 0 0,-2 2-176 0,-5 1-18128 15</inkml:trace>
  <inkml:trace contextRef="#ctx0" brushRef="#br0" timeOffset="10112.77">10504 11410 20271 0,'-2'1'896'0,"0"1"192"0,1 0-880 0,1-1-208 0,0 1 0 15,1-2 0-15,-1 0 2688 0,0 0 480 0,0 0 96 16,0 0 32-16,0 0-960 0,0 0-192 0,36 7-32 0,-36-7-16 16,24-7-1392-16,-11 2-256 0,0-2-64 0,0 0-16 15,-1 0-240-15,0 0-128 0,-2 0 128 0,-2-1-128 16,0 4 0-16,-2-3 0 0,0 2 0 0,-3 0 0 0,0-1 0 0,-2 0 0 15,0 1 0-15,-2-2 0 0,-1 2 0 0,-1-2 0 16,-1 0 0-16,-1 1 0 0,-1 0 0 0,-2-1 0 16,0 0 0-16,-1 0 0 0,-1 2 0 0,0 1 0 15,1 1 0-15,-1 3-128 0,-1 5 128 0,1-1 0 16,1 4 0-16,1 1 0 0,-2 1 0 0,2 5 0 16,-1 3 0-16,0 1-128 0,2 4 128 0,0 1 0 15,2 2 0-15,1-3 0 0,4-23 0 0,0 39 0 16,0-39 0-16,0 0 0 0,16 38 128 0,-16-38 16 0,0 0 0 0,0 0 0 15,42 24-144 1,-42-24 128-16,27 1-128 0,-27-1 128 0,29-6-128 0,-13 0 0 0,1 0-160 0</inkml:trace>
  <inkml:trace contextRef="#ctx0" brushRef="#br0" timeOffset="10300.2">10934 11439 31327 0,'0'0'1392'0,"0"0"272"16,0 0-1328 0,-5 24-336-16,3-19 0 0,0-2 0 0,-1 3 1936 0,-1 1 320 15,-4 7 64-15,-1 3 16 0,-1 2-1488 0,-1-5-288 0,2 1-64 0,1-4-16 16,-1 0-480-16,3-5-128 0,0-1-16 0,3-3-18160 16</inkml:trace>
  <inkml:trace contextRef="#ctx0" brushRef="#br0" timeOffset="10871.27">11332 11280 28559 0,'0'0'2544'0,"0"2"-2032"15,1-2-512-15,-2 1 0 0,1 3 1360 0,-1-1 176 16,1-3 48-16,0 0 0 0,-4 28-272 0,4-28-48 15,-7 40-16-15,2-16 0 0,1 0-928 0,-1-2-176 16,0-1-144-16,0-2 192 0,5-19-192 0,-8 28 0 16,8-28 0-16,0 0 0 0,-3 24 0 0,3-24 0 0,0 0 128 0,0 0-128 15,0 0 0-15,0 0 0 0,23-8 0 16,-14-1 0-16,2-2 128 0,3-2 0 16,2-3 0-16,0-2 0 0,1 0-128 0,0-2 0 0,0 0 0 15,-2 1 0-15,-1 0 0 0,0 0 0 16,0 1 0-16,-1 1 0 0,-3 2-128 0,-3 3 128 15,-1 3 0-15,-2 0 0 0,-1 3 0 0,-2 3 0 0,0 2 0 0,-2 3 0 16,0 0 0-16,-2 6 0 0,3-8 0 0,-6 21 0 16,1-7 240-16,0 3-48 0,5-17 0 0,-7 39 0 15,7-39-48-15,-5 44-16 0,5-44 0 0,-1 38 0 16,1-38 16-16,0 0 0 0,9 40 0 0,-9-40 0 16,0 0 16-16,0 0 0 0,0 0 0 0,37 5 0 0,-28-12-32 15,2 0-128-15,2-4 192 0,0-2-64 0,1-4 16 16,1-2 0-16,-1-1 0 0,0 0 0 0,0 1-144 0,-2 0 0 15,-1 0 0-15,-2 3 0 16,-1 1 0-16,-3 3 0 0,-1 0 0 0,-2 1 0 0,-2 1 0 0,0 3-176 16,-1 1 48-16,-1 3-12480 15,0 3-2496-15</inkml:trace>
  <inkml:trace contextRef="#ctx0" brushRef="#br0" timeOffset="11202.25">11707 11338 19871 0,'0'0'432'0,"0"0"80"0,0 0 32 0,0 0 32 0,25-1-576 0,-25 1 0 16,0 0 0-16,17-5 0 0,-3 1 3824 0,6-4 656 0,1 2 128 0,1-2 16 16,0 1-2688-16,-1-2-528 0,-1 1-128 0,-1-1 0 15,-2 2-928-15,-2 0-176 0,-2 0-48 0,-1-1 0 16,0 0-128-16,-4 0 0 0,-1 1 0 0,-2 0 0 16,-2-1 0-16,-3 0 0 0,-2 0 0 0,-4 3 0 0,0-2 0 15,-2 1 0-15,-2 0 0 0,-1 4 0 16,-3 0-160-16,-2 0 160 0,-2 6 0 0,-2 3-144 15,0 2 0-15,1 1 0 0,2 2 0 0,2 1 0 16,1 0 144-16,1 3-128 0,3 1 128 0,1 1-128 0,1 0 128 0,2 1 0 16,6-19 0-16,-5 33 0 0,5-33 0 15,0 0 192-15,16 38-64 0,-16-38 0 0,0 0 96 0,40 17 32 16,-40-17 0-16,35 0 0 0,-35 0-256 16,36-8 0-16,-17 4 0 0,0-4 0 0,1-1 0 0,1 0-288 15,0-1 64-15,2 0-18192 0</inkml:trace>
  <inkml:trace contextRef="#ctx0" brushRef="#br0" timeOffset="11503.45">12642 11219 16575 0,'2'-3'736'0,"-1"1"160"0,0 0-720 0,-2-1-176 0,1 1 0 0,-1 1 0 0,0-1 3296 0,0 0 624 15,-2-3 128-15,-1-2 32 16,-1 2-1520-16,-1-2-320 0,-1 1-48 0,0 1-16 16,0 2-1472-16,-3 1-288 0,1-1-64 0,-2 4-16 15,-3 3-336-15,-3-2 0 0,-2 6 0 0,-3-1 128 16,-3 4-128-16,3 1-192 0,3 0 64 0,1 0 0 16,3 2-192-16,2 0-16 0,3 1-16 0,2 1 0 15,1 1 352-15,7-17 0 16,-4 34 0-16,4-34 0 0,0 0 0 0,11 44 0 15,-11-44 0-15,0 0 0 0,34 29 128 0,-34-29 32 0,33 11 16 16,-33-11 0-16,37 3-48 0,-37-3-128 0,37-2 192 16,-20-1-64-1,2-2-576-15,-1-2-112 0,-1-2-16 0,1-1-16512 0</inkml:trace>
  <inkml:trace contextRef="#ctx0" brushRef="#br0" timeOffset="12196.06">12842 11259 9439 0,'6'-2'192'0,"-2"1"64"0,0-1 0 0,-2 2 16 0,-2-1-272 0,0 0 0 0,0 1 0 0,0 0 0 16,1-3 3008-16,-1 1 560 0,-1-1 96 0,0 1 32 16,-2 0-1120-16,-1 0-208 0,0-1-64 0,-2-1 0 0,0 1-704 0,-2 1-128 15,0-1-48-15,-1 1 0 0,0-1-608 0,0 1-128 16,0 1-32-16,0 1 0 16,2 1-368-16,-1 1-80 0,1 1-16 0,0 2 0 0,1-1 0 0,0 2 0 15,2 2 0-15,-1 1 0 0,5-9-64 0,-7 25-128 16,7-25 176-16,-5 27-176 0,5-27 176 0,0 0-176 15,0 41 160-15,0-41-160 0,0 0 128 0,0 0-128 16,11 41 0-16,-11-41 144 0,0 0-144 0,0 0 0 16,0 0 0-16,33 9 0 0,-25-11 0 0,0-5 0 0,2 1 128 0,0-3-128 15,1 0 0-15,-1-2 0 0,0 1 0 16,1-2 0-16,-3 2 0 0,-1 1 0 0,0 2 0 0,-2-3 0 16,-2 4-160-16,0 0 160 0,-1 0-208 15,-2 0 80-15,1 3 128 0,-2 0 0 0,0 1 0 0,0 2 0 16,-1 0 0-16,0 2 0 0,0 1 0 15,0 1 0-15,-1 3 0 0,3-7 0 16,0 0 0-16,-8 26 128 0,8-26 0 0,0 0 0 0,-3 28 0 16,3-28 0-16,0 0 0 0,0 0 16 0,0 0 0 0,9 34 0 0,-9-34-144 15,0 0 0-15,0 0 0 0,0 0 128 0,31 0-128 0,-23-7 0 16,1 0 0-16,1-1 0 16,2-2 0-16,-1 1 0 0,0-3 0 0,1 3 0 15,0-3-464 1,0 2 16-16,1-1 16 0,-1 1 0 0,0 1-272 15,0-1-64-15,-1 1-16 0,-1 2 0 0,0 2 560 0,-3 2 224 0,-2 1-176 0,-1 4 176 16,-4-2 0-16,0 0 0 0,0 0 176 0,0 0-48 0,-2 36 384 16,2-36 96-16,-8 31 16 0,8-31 0 0,-10 33-304 0,4-18-48 15,-1 1-16-15,7-16 0 0,-10 27-112 0,10-27-16 16,0 0-128-16,-8 26 192 0,8-26-192 0,0 0 144 0,0 0-144 16,0 0 128-16,0 0-128 0,0 0 0 15,16-8 0-15,-9-2 0 0,-1 1 0 0,2-2 0 16,0 1 0-16,1-2 0 0,1 0-256 0,-1 0-16 0,1 0-16 0,-1 0 0 31,1 0-144-31,0 1-16 0,-2 1-16 0,1 1 0 0,-1 4 256 0,-3 0 48 0,2 4 16 16,-3 1 0-16,-4 0 144 0,0 0 0 0,0 0 0 15,0 0 0-15,0 0 0 0,3 41 192 0,-3-41-32 0,-4 26-16 16,4-26 96-16,-5 27 16 0,5-27 0 16,-6 31 0-16,6-31-96 0,-4 30-16 0,4-30 0 0,0 0 0 15,-3 34-144-15,3-34 0 0,0 0 0 0,0 0-11712 16,0 0-2368-16</inkml:trace>
  <inkml:trace contextRef="#ctx0" brushRef="#br0" timeOffset="12662.74">13445 11240 11855 0,'-6'-5'256'0,"2"1"48"0,0 1 16 0,1 3 32 0,1-2-352 0,0 2 0 0,0 0 0 0,-1 0 0 16,-3 2 1920-16,-1-2 304 0,-2 2 64 0,1 1 16 0,0 0-1200 15,0 3-224-15,1 0-48 0,-1 2-16 0,-2 2-96 0,2 0-16 16,-2 2 0-16,0 2 0 0,-2-2 928 0,1 2 176 16,0 2 48-16,0-2 0 0,2-2 112 0,9-12 16 15,-14 24 16-15,14-24 0 0,0 0-1248 0,-9 19-256 16,9-19-48-16,0 0-16 0,0 0-432 0,0 0 128 0,13-3-128 0,-8-3 0 15,3-1 0-15,1-3 128 16,1-2-128-16,-1 1 0 0,1-1 0 0,1 0 0 16,-1 0 0-16,-1 0 0 0,-1 0 0 0,2 0-192 15,-1 0 32-15,0 0 16 0,0 1 144 0,-1 1-192 16,0-2 192-16,2 1-192 0,-2 2 192 0,0 0 0 16,1 5 0-16,-2-1 0 0,0 3 0 0,-1 2 128 15,-6 0-128-15,0 0 128 0,0 0 32 0,0 0 16 0,0 0 0 0,19 45 0 16,-19-45-176-16,0 33 128 0,0-33-128 15,-5 39 128-15,5-39-128 0,-8 42 0 0,8-42 0 0,-11 40 0 16,11-40 0-16,-8 31 0 0,8-31 0 16,-7 20 0-16,7-20 0 0,0 0 0 0,0 0 0 0,0 0 0 15,0 0 0-15,0 0 0 0,0 0 0 0,0 0 0 16,10-9-288-16,-5 0-96 0,4-5 0 0,0 2-11680 16,1-2-2336-16</inkml:trace>
  <inkml:trace contextRef="#ctx0" brushRef="#br0" timeOffset="13012.99">13613 11231 11967 0,'1'2'528'0,"-1"-2"112"0,0 0-512 0,0 0-128 0,0 2 0 0,0-2 0 0,0 1 2848 0,0 1 544 15,-1 1 96-15,-1 1 32 0,2-4-128 0,0 0 0 16,0 0-16-16,-9 25 0 0,9-25-1920 0,0 0-384 16,-8 21-80-16,8-21-16 0,0 0-672 0,-10 26-144 15,10-26-32-15,-9 20 0 0,9-20-128 0,0 0 0 16,-8 29 0-16,8-29 0 0,0 0 0 15,-3 35 0-15,3-35 0 0,0 0 176 0,0 0-48 0,0 0-128 0,0 0 192 16,0 0-192-16,32 22 128 0,-32-22-128 0,15-4 0 16,-6 1 0-16,-1-3 0 0,2 2 0 0,-2-6 0 15,0 3 0-15,0-2 0 0,-1-1 0 16,0-1 0-16,-2 1 0 0,0 1 0 0,-1-3-144 16,-1 0 144-16,-1 0-272 0,-1-2 32 0,-2 0 16 15,0 0 0-15,0 1 96 0,-2 2 128 0,0 1-208 0,-1 1 80 16,-2 5 128-16,0 3 0 0,-2 1 0 0,-1 2-128 15,-1 3 128-15,-1 2 0 0,1 0 0 0,1 2 0 16,-1-1-176-16,3 1 176 0,0 0-208 16,3 0 80-16,4-9-288 15,0 0-48-15,0 0-16 0,0 0-10864 0,0 0-2176 0</inkml:trace>
  <inkml:trace contextRef="#ctx0" brushRef="#br0" timeOffset="13441.52">13917 11152 17503 0,'2'-4'1552'0,"-1"1"-1232"16,0 0-320-16,0 1 0 0,0 1 2928 0,0-2 528 16,1 0 96-16,2-5 32 0,0-1-1024 0,0 3-208 15,-1 3-48-15,-1 1 0 0,-1 4-1600 0,-1 1-320 16,0-3-64-16,0 0 0 0,-9 28-160 0,9-28-32 16,-11 31 0-16,4-12 0 15,-1-1-128-15,-1 2 0 0,1 2 0 0,-2 0 128 0,2 2 0 0,1-2-128 16,7-22 192-16,-10 42-64 0,10-42 48 0,-1 32 0 0,1-32 0 0,0 0 0 15,0 0-176-15,13 37 0 0,-13-37 0 0,0 0 128 16,0 0-128-16,0 0 0 0,31 5 0 0,-24-10 0 16,0-2 0-16,0 0 0 15,1-2 0-15,-1-1 0 0,0 0-160 0,-1-1-64 0,-1 1-16 16,-1 1 0 0,0-3-800-16,-2 0-176 0,0 2-16 0,-2-4-16 15,-1 2-336-15,-1-3-64 0,-2 0-16 0,-1-2 0 16,-2 0-528-16,-2 1-112 0,-2 2-32 0,-2 2 0 15,-2 2-352-15,-2 4-80 0,-1 6-16 0,-2 4 0 0,2 1 2208 0,-1 4 576 16,4 3-128-16,2-2 128 0,3 1 0 0,3-3 208 0,7-8-32 16,-8 21 16-16,8-21 2912 0,0 0 576 15,0 0 112-15,0 0 48 0,0 0-448 0,38 16-64 0,-22-18-32 16,1-3 0-16,2 0-1840 0,2-2-368 0,1-2-80 0,0 0-16 16,2 1-560-16,-1-3-112 0,0 3-32 0,-3-1 0 15,0 3-288-15,-3-2 0 0,0 3 0 0,-1 0-18864 16</inkml:trace>
  <inkml:trace contextRef="#ctx0" brushRef="#br0" timeOffset="14062.41">14624 11088 23951 0,'-1'-16'1056'0,"1"4"224"0,2 0-1024 0,-1 2-256 0,1 6 0 16,-1-1 0-16,1-1 1760 0,1 0 288 0,1-10 64 15,2 0 16-15,-1 3-288 0,0 3-64 0,-2 6-16 0,-2 4 0 16,-1 0-1008-16,0 0-208 0,-9 35-32 0,9-35-16 16,-13 46-192-16,3-18-48 0,1 0 0 0,-2 1 0 15,0-1-256-15,-1 0 0 0,0-2 0 0,0 1 0 16,-1-1 160-16,1-3-160 0,3-1 128 0,9-22-128 15,-12 28 128-15,12-28-128 0,0 0 128 0,-9 22-128 0,8-21 0 0,1-1 128 16,2-1-128-16,0-2 0 0,1-2 208 0,2-1-32 16,1-2-16-16,0-1 0 0,2 0-160 0,1-1 128 15,0-3-128-15,1 0 128 0,2-1-128 16,1-3 0-16,2 0 0 0,1-1 0 0,1-1 0 16,-1 3 0-16,3 3 0 0,-3 1 0 0,3 3 0 0,-3 5 0 15,-1 3 0-15,-15 1 0 0,0 0 0 0,0 0 0 16,30 24 0-16,-30-24 0 0,0 0 0 0,-5 40 0 15,5-40 0-15,-13 26 0 0,2-12 0 16,-1 1 0-16,0-1 0 0,-1-3 0 0,1 1 0 0,0-2 0 16,1-3 0-16,1-1 0 0,0-2 0 0,0 0 0 0,2-4 0 0,0 0 0 15,0 0 0-15,3-5 0 0,-1 2 0 0,2-3 0 16,-1 1 0-16,1-1 0 0,1 0 0 0,0-1 0 16,2 0-208-16,2-2 16 0,1 2 16 0,0-3 0 15,4 3-976-15,0-2-208 0</inkml:trace>
  <inkml:trace contextRef="#ctx0" brushRef="#br0" timeOffset="14409.95">14832 11178 20495 0,'2'0'448'0,"0"0"80"0,1 2 32 0,-1-2 32 0,1 0-464 0,-1 0-128 0,1 0 0 0,2 0 0 15,5 0 2528-15,2-2 480 0,3 2 112 0,0-1 16 0,2 0-2208 0,0-1-432 16,-2 0-96-16,0-1-16 0,0-2-384 0,-3 3 0 15,0-5 0-15,-2 3 0 16,-2 1 0-16,-1-3 0 0,-1 2 0 0,-2-1 0 0,-2-2 0 0,-1 2 0 16,-1 0 0-16,-1 1 128 0,-1-1-128 0,-2-2 0 15,-1 3 0-15,-1-1 128 0,-2 2 128 16,0-1 0-16,-1 1 16 0,-2 0 0 0,1 3 320 0,-3-2 64 16,-1 4 16-16,0 1 0 0,-1 2-128 15,1 0-32-15,1 4 0 0,2 1 0 16,0 1-96-16,1 2-32 0,1 1 0 0,1 2 0 15,8-16-64-15,-14 33-32 0,14-33 0 0,-8 31 0 0,8-31-32 16,0 0-16-16,0 0 0 0,20 40 0 0,-20-40-32 16,27 10 0-16,-27-10 0 0,33 2 0 0,-15-2-208 0,-1-2 128 15,3-3-128-15,1 0 0 0,0-2 0 0,2 0-336 16,0 0 48-16,1 0-18464 16</inkml:trace>
  <inkml:trace contextRef="#ctx0" brushRef="#br0" timeOffset="15112.99">15487 11081 14735 0,'1'-3'1312'0,"0"1"-1056"0,1 2-256 0,-1-1 0 0,-1 0 3616 16,1 1 672-16,1 0 128 0,1 0 16 16,2 1-1296-16,-5-1-272 0,0 0-48 0,0 0-16 0,0 0-1904 0,0 0-368 15,0 0-80-15,18 38 0 0,-18-38-288 0,-7 23-160 16,7-23 192-16,-14 24-192 0,5-10 128 0,-3-3-128 15,1 2 0-15,-1-2 0 0,2-1 0 0,0-1 0 16,1-2 0-16,-1-1 0 0,3-2 0 0,0 0 0 16,1-1 0-16,1-2 0 0,2-1 0 0,2-1 0 0,1-1 0 0,1-3 0 15,2 0 0-15,3-2 0 0,1-2 0 0,3-1 0 16,3-2 0-16,0-2 0 0,2 2 0 0,1-4 0 16,2 1 0-16,-1-2 0 15,3 1 0-15,-1-1-144 0,1-2 144 0,-3 3-160 16,2-1 160-16,-2 3-160 0,-2 3 160 0,-2 3 0 15,-1 3 0-15,-1 3 0 0,-4 0 0 0,-7 2 0 0,0 0 0 16,0 0 0-16,0 0 0 0,13 49 0 0,-13-49 0 0,-7 40 0 16,7-40 0-16,-14 46 0 15,5-25 0-15,-1 0 0 0,-3 3 0 0,1-3 0 0,1-2 0 0,2-5 0 16,9-14 0-16,-14 23 0 0,9-17 0 0,1-1 0 16,3-3 0-16,0-2 0 0,1-2 0 0,1-1 0 15,1-4 0-15,2 0 0 0,2-4 0 0,1 1 0 16,1-2-256-16,2-2-64 0,2 0 0 0,1-3-16 15,1 2-256-15,0-1-48 16,1 0-16-16,1-1 0 0,-2 2 176 0,0-1 32 0,-1 2 16 0,0 2 0 16,0 2 432-16,-2 3-128 0,-1 0 128 0,-1 5 0 0,-1 2 0 0,-8 0 128 15,0 0 0-15,0 0 0 0,0 0 336 0,0 0 80 16,0 0 16-16,10 47 0 0,-10-47-288 0,-8 27-48 16,8-27-16-16,-11 28 0 15,11-28-80-15,-13 28-128 0,13-28 176 0,-13 28-176 0,13-28 192 16,-11 22-192-16,11-22 192 0,-9 17-192 0,9-17 128 0,0 0-128 15,0 0 0-15,0 0 0 0,0 0 0 0,0 0 0 0,0 0 0 0,0 0-12144 16,0 0-2448-16</inkml:trace>
  <inkml:trace contextRef="#ctx0" brushRef="#br0" timeOffset="15706.87">16004 11058 14735 0,'-1'-1'1312'0,"-1"-1"-1056"16,1 2-256-16,0 2 0 0,0-1 1552 0,-1 1 256 0,-3 2 48 16,-3 1 16-16,-2 4 848 0,-4 6 160 0,0 0 48 0,1 3 0 15,1 1-1168-15,1 0-224 16,11-19-64-16,-14 34 0 0,14-34-576 0,0 0-128 16,0 0-32-16,9 43 0 0,-9-43-496 0,0 0-112 0,27 11 0 0,-16-11-128 15,1-4 144-15,1 0-144 0,2-4 0 0,0 0 144 16,1-4-144-16,-1 2 0 0,-2-3 0 0,0 0 128 15,-3 2-128-15,-1-1 0 0,-3 0 0 0,-3 0 0 16,-1 1 0-16,-4 1 0 0,-1-2-144 0,-1 2 144 16,-3 1 0-16,-1 0 0 0,0-1 0 0,-3 3 0 15,1 2 0-15,-2 4 0 0,1 1 0 0,-1 1 0 16,1 6 128-16,1-2 0 0,0 2-128 0,3 0 192 16,0 3-64-16,7-10-128 0,-12 14 176 0,12-14-176 0,0 0 128 0,0 0-128 15,-8 26 0-15,8-26 0 0,0 0 0 0,0 0 0 16,0 0 0-16,28 14 0 0,-18-14 0 0,0-2 0 15,1-2 0-15,2-1 0 16,0 1 0-16,0-2 0 0,0-1 0 0,1 0 0 0,1 0 0 16,-1-1 0-16,1 2 0 0,0-2 0 0,0 1 0 15,-1-1 0-15,2 0 0 0,-2 3 0 0,1-2 176 0,-1 2-176 16,0 3 160-16,-2 2-160 0,-12 0 160 0,0 0-160 16,28 10 160-16,-28-10-160 0,0 0 0 0,0 0 0 15,16 44 0-15,-16-44 0 0,0 0 0 0,-2 38 0 0,2-38 0 16,-7 31 0-16,7-31 0 0,-10 26 0 0,10-26 0 15,0 0 0-15,-13 32 0 0,13-32 0 0,0 0 0 0,0 0 0 16,-11 25 0-16,9-24 0 0,1 0 0 16,0-1 0-16,1-2 0 0,0 0 128 0,1-3-128 15,1 0 0-15,0-4 0 0,0 2 144 0,3-1-144 0,1-1 128 16,0-1 32-16,2-1 0 16,1 1 0-16,1-3 0 0,1 0-160 0,2-3 0 0,1 1 0 15,0-1 0-15,2 1 0 0,0 0 0 16,-2 0 0-16,1 3 0 0,0 1-320 0,-3 3-32 0,-1 5-16 0,-2 1-12096 15,0 2-2416-15</inkml:trace>
  <inkml:trace contextRef="#ctx0" brushRef="#br0" timeOffset="16027.45">16471 11167 9215 0,'5'0'816'0,"0"-1"-656"0,1-1-160 0,-2 2 0 0,-1-2 3104 16,0 2 592-16,1-2 112 0,3 1 32 0,5-3-544 0,5 1-96 0,2-1-32 0,2-1 0 31,-1 2-2144-31,0-1-448 0,1 1-64 0,-4-1-32 0,1 1-480 0,-2 1 0 0,-2-1 0 0,-2-2 0 31,-1 1 0-31,-3-1 0 0,-2 0 0 0,-2-1 0 0,-4 0 0 0,-1 0 0 0,-2 0 0 0,-4-2 0 16,0 0 0-16,-2 3 0 0,-3-3 0 16,-1 0 0-16,-3 3 256 0,-2 0 0 0,1 3 0 15,-1 4 0-15,-1 1-128 0,4 2 0 16,0 5-128-16,2-1 192 0,2 2-192 0,0-1 0 0,1 4 0 15,10-14 0-15,-14 28 592 0,14-28 32 0,0 0 0 0,-7 43 0 16,7-43-128-16,0 0-32 0,12 39 0 16,-12-39 0-16,0 0-288 0,0 0-176 0,32 33 192 15,-32-33-192-15,26 11 0 0,-12-10 0 0,4 0 0 16,0-2-12320-16,1-2-2496 16</inkml:trace>
  <inkml:trace contextRef="#ctx0" brushRef="#br0" timeOffset="16380.97">17407 11039 11055 0,'-7'-5'480'0,"2"2"112"0,2-2-464 0,1 3-128 0,1 1 0 0,0 0 0 16,0-2 2832-16,-1-2 560 0,0-1 96 0,0-4 32 16,-1 0 0-16,1 1 0 0,0 0 0 0,0-1 0 0,1 1-1840 0,0 4-352 15,-1-2-80-15,-2 2-16 0,0 1-848 16,-1 3-192-16,-3 1-16 0,0 3-16 0,-3 2-160 0,-2 4 0 16,-2 0 144-16,-3 6-144 0,-2 1 0 0,-3 3 0 15,-3 5 0-15,0 2 0 0,3-2 0 0,2 0 0 16,3 1 0-16,2-2 0 0,3-3 0 0,13-20 0 15,-13 31 0-15,13-31 0 0,0 0 0 0,0 0 0 16,0 0 0-16,32 33 0 0,-15-33 0 0,1 0 0 16,3-5 0-16,1 1 0 0,2-4 0 0,0-1-192 15,0 0 192-15,0-1-18432 0</inkml:trace>
  <inkml:trace contextRef="#ctx0" brushRef="#br0" timeOffset="16745.78">17457 11076 1839 0,'-3'0'160'0,"2"0"-160"0,0 0 0 0,0 0 0 16,0 0 3152-16,1 0 608 0,0 0 112 0,0 2 32 15,1 1 944-15,-1-3 192 0,0 0 32 0,0 0 16 16,0 0-2720-16,0 0-560 0,35 19-96 0,-23-19-32 0,0 0-1072 0,1-2-224 16,0 0-32-16,1-1-16 0,-1 0-176 0,1-1-32 15,-1-1-128-15,-1 0 192 0,-1 1-192 0,-2-1 0 16,-1-1 0-16,0 0 0 15,-3 1 0-15,0-1 0 0,-2 0 0 0,-3 2 0 0,0-3 0 0,-2 2 0 16,-2-2 0-16,-1 2 0 0,0 0 0 16,-3-2 0-16,-2 5 0 0,-2-3 0 15,-2 2-128-15,-2 1 128 0,-1 4 0 0,-2 1 0 16,1 2-288-16,0 2 48 0,1 4 16 0,2-1 0 0,0 4-64 0,0 0-16 16,1 3 0-16,2 0 0 0,2-3 304 0,10-14 0 15,-13 21 0-15,13-21 0 0,0 0 256 0,0 0 16 0,0 0 0 0,18 36 0 16,-18-36 32-16,26 5 0 0,-9-3 0 15,2-4 0-15,-1-1-176 0,2-2-128 0,1-1 192 0,-1 0-192 16,1 0 0-16,-1-2 0 16,1 2-192-16,-4 0-18464 0</inkml:trace>
  <inkml:trace contextRef="#ctx0" brushRef="#br0" timeOffset="17095.75">17718 11050 8287 0,'1'-2'736'0,"-1"0"-592"16,1-1-144-16,1 1 0 16,-1 0 2784-16,0 1 528 0,1-1 96 0,2-2 32 15,3-2-112-15,2-2 0 0,3 0-16 0,1-1 0 0,0 4-1840 0,-1 0-384 16,1 0-64-16,-2 4 0 0,-1 1-272 0,-10 0-48 16,0 0-16-16,25 11 0 15,-25-11-208-15,0 0-32 0,0 0-16 0,8 42 0 16,-8-42-432-16,0 0 0 0,-8 48 0 0,8-48 0 0,-15 33 0 0,15-33 0 0,-20 31 0 15,11-17 0 1,0-2 0-16,0-3 0 0,2-2 0 0,0-2 0 0,3 0 0 0,0-3 0 16,0-2 128-16,3 0-128 0,1 0 0 0,0-2 0 0,1-3 0 0,3-2 128 15,1 2-128-15,1-4 0 0,3-1 144 0,-1-1-144 16,2 1 208-16,1-4-16 0,1 2-16 0,1-2 0 16,1 0-176-16,2-1 192 0,2-3-192 15,-1-2 192-15,2 1-192 0,-1-2 0 0,2 2 0 0,-2 0 0 16,0 5-384-1,0-2-48-15,4 4-16 0,-1 0-17552 0</inkml:trace>
  <inkml:trace contextRef="#ctx0" brushRef="#br0" timeOffset="17363.29">18285 10870 14735 0,'4'-4'640'0,"-2"1"160"0,1-2-640 0,-2 4-160 16,-1 0 0-16,1-1 0 0,-1 2 2016 0,1-3 368 0,1 0 80 0,-1 1 16 15,0 1-752-15,-1 1-128 0,-2 3-48 16,2-3 0-16,0 0-896 0,-19 24-176 16,19-24-32-16,-20 31-16 0,20-31 80 0,-25 38 0 0,10-16 16 0,-1 3 0 15,0 1 176-15,1-1 16 0,1-2 16 0,14-23 0 16,-20 38 288-16,20-38 48 0,0 0 16 0,-7 36 0 16,7-36-704-16,0 0-128 0,0 0-16 0,0 0-16 15,27 28-224-15,-27-28 0 0,17 5 0 0,-7-7 0 16,0 1 0-16,0-1 0 0,0 0 0 0,0-1 0 15,0-2-224-15,0 2-144 0,-1 0-16 0,0-3-16 16,1 2-1392-16,-3-1-256 0,1 0-64 0,-3-1-12976 16</inkml:trace>
  <inkml:trace contextRef="#ctx0" brushRef="#br0" timeOffset="17543.47">18090 10979 14735 0,'-12'7'640'0,"6"-4"160"0,0 1-640 0,1-1-160 15,3-1 0-15,1 0 0 0,1-1 2912 0,0-1 544 16,0 0 128-16,0 0 0 0,0 0-880 0,0 0-176 0,29 28-32 0,-13-26-16 16,3-4-1184-16,2-1-224 0,3 0-48 0,2-2-16 15,0-1-656-15,0-1-128 0,0 0-32 0,-2 0 0 16,-3 1-192-16,0 0 0 0,-4 0 0 0,0 0-12160 16,-2 2-2368-16</inkml:trace>
  <inkml:trace contextRef="#ctx0" brushRef="#br0" timeOffset="18176.53">18506 11023 4607 0,'2'1'400'0,"1"-1"-400"16,0 0 0-16,0 0 0 0,0 0 2848 0,0-1 480 15,1 1 112-15,6-1 16 16,3-3 128-16,2 0 48 0,-1 1 0 0,-1-2 0 0,-1-1-1648 0,-2 2-336 16,-2-1-64-16,-1-1-16 0,-2 0-480 0,-2 0-80 15,-1 0-32-15,-2-1 0 0,-3 1-400 0,-1 2-96 16,-3 0-16-16,-1 2 0 0,-2-1-208 0,-1 1-32 15,-2 2-16-15,0 0 0 0,-1 2-208 0,0-1 176 16,1 4-176-16,0-1 160 0,2 3-160 0,0-2 0 16,1 4 0-16,1-2 0 0,0 2 0 15,9-9 0-15,-15 20 0 0,15-20 0 0,0 0 0 16,-15 28 0-16,15-28 0 0,0 0 0 0,0 0 0 16,-6 36 0-16,6-36 0 0,0 0 0 0,0 0 0 0,0 0 0 15,25 28 0-15,-17-28 0 0,2 2 0 0,1-1 0 16,0-1 128-16,1-1-128 0,1-1 0 15,-1-2 0-15,1 1 0 0,0-2 0 0,-1 1 0 0,0-2 0 16,0 0 0-16,-1-2 0 0,0 1 0 0,-2 0 0 16,0 0 0-16,-3 0 0 0,1 2 0 0,-3-2 0 15,1 2 0-15,-2 1 0 0,-2 3 0 0,0-2 0 0,-1 2 0 0,-1 1 0 16,0 1 0-16,-1 0 0 0,2-1 0 16,0 0 0-16,0 0 0 0,0 0 0 0,-13 26 0 15,13-26 0-15,0 0 0 0,0 0 0 0,0 0 0 16,-8 38 0-16,8-38 0 0,0 0 0 0,0 0 0 15,0 0 0-15,0 0 0 0,24 29 0 16,-16-29 0-16,0 2 0 0,2-2 0 0,1-2 0 0,2 0 0 16,-1-1 0-16,1 1 0 0,-1-3 0 0,0 0 0 0,1 1 0 0,0-2 0 0,0 0 0 15,1-1 0-15,-2 0 0 16,1-1 0-16,-2 2 0 0,1-2 0 0,-2 1 0 16,0 1 0-16,-1-2 0 0,-3 3 0 0,0-2 0 15,-3 2 0-15,-1 1 0 0,0 3-144 0,-2-1 144 16,-1 2 0-16,0 0 0 0,-1 3 0 0,0 0 0 15,2-3 0-15,0 0 0 0,0 0 0 0,-14 29 0 16,14-29 0-16,0 0 0 0,-14 34 0 0,14-34 0 16,0 0 0-16,-12 33 0 0,12-33 0 0,0 0 0 15,0 0 0-15,0 0 0 0,-4 40 0 0,4-40 0 16,0 0 0-16,0 0 0 0,0 0 0 0,0 0 0 0,0 0 0 0,0 0-208 16,0 0 32-16,25 12-18320 15</inkml:trace>
  <inkml:trace contextRef="#ctx0" brushRef="#br0" timeOffset="18366.27">18881 10811 28559 0,'2'-5'1264'0,"0"3"272"0,0-1-1232 0,-1 3-304 16,0-2 0-16,0 2 0 0,0 0 2384 0,2 2 432 0,2-2 64 15,0 3 32-15,-5-3-1760 0,0 0-336 0,0 0-80 0,30 18-16 16,-30-18-528-16,0 0-192 0,0 0 144 0,0 0-144 15,28 29 0-15,-28-29 0 0,0 0-224 16,0 0-18272-16</inkml:trace>
  <inkml:trace contextRef="#ctx0" brushRef="#br0" timeOffset="18781.23">19148 10965 25791 0,'1'-2'1152'0,"0"2"224"0,-1 0-1104 0,0 0-272 0,-1 2 0 0,0-2 0 0,1 0 2224 0,0 0 384 15,0 0 80-15,-19 26 0 16,19-26-1232-16,-25 33-256 0,25-33-48 0,-29 40-16 0,29-40-624 0,-28 34-112 16,28-34-16-16,-20 27-16 0,20-27-176 15,0 0-48-15,-17 29 0 0,17-29 0 0,0 0-144 0,0 0 0 16,0 0 0-16,0 0 0 0,0 0 0 0,0 0 0 15,0 0 0-15,0 0 0 0,-6 1 0 0,8-6 0 0,2-3 0 0,0 2 0 16,1-4 0-16,1 3 0 16,0-2 0-16,1-1 0 0,-1 0 128 0,4 1-128 15,-2 0 0-15,0-3 128 0,3 0 0 0,-1-2-128 0,1 0 192 0,1 0-64 16,-1 2 16-16,1 0 0 0,-2 2 0 16,1 1 0-16,-2 4 0 0,0-3 0 0,0 4 0 0,2-1 0 15,-3 1-16-15,0 3 0 0,-1-1 0 0,-2 4 0 0,-5-2-128 16,0 0 192-16,0 0-192 0,0 0 192 0,0 0-64 0,11 37-128 15,-11-37 192-15,0 0-64 0,-10 37-128 16,10-37 0-16,0 0 0 0,-15 42 128 0,15-42-128 0,0 0 0 16,-16 36 0-16,16-36 0 0,0 0 0 0,0 0 0 15,-11 33 0-15,11-33 0 0,0 0 0 0,0 0-144 16,0 0 144-16,0 0-19760 0</inkml:trace>
  <inkml:trace contextRef="#ctx0" brushRef="#br0" timeOffset="20978.03">20127 10886 10127 0,'-2'0'896'0,"1"-2"-704"0,0 2-192 0,1-1 0 15,0 0 576-15,0 1 96 0,-1-2 16 0,0-3 0 0,0 2 1264 0,1-1 256 16,0-1 48-16,2 0 16 16,0 1-256-16,1-1-48 0,0 2-16 0,-2-1 0 0,2 1-400 0,0-2-80 15,-1 3 0-15,-1 0-16 0,1-1-272 0,-2-1-48 16,0 1-16-16,0 3 0 0,-1-1-304 0,-1 1-64 15,0 0-16-15,-2 1 0 0,1 2-352 0,-3 1-64 16,-1 1 0-16,-1 5-16 0,-1-1-304 0,-2 5 160 16,-1 1-160-16,-2 1 128 0,0 3-128 15,1 0 0-15,0 2 0 0,1-2 0 0,1 3 0 0,0-1 0 16,2 0 128-16,9-21-128 0,-14 37 0 0,14-37 0 0,-7 30 0 0,7-30 0 16,0 0 0-16,0 0 0 0,0 0 0 0,11 43 0 15,-11-43 0-15,0 0 0 16,27 4 0-16,-16-6 0 0,1-3-192 0,1 0-64 0,0-1 0 0,1-2-16 31,-1 1-2224-31,-2 0-448 0</inkml:trace>
  <inkml:trace contextRef="#ctx0" brushRef="#br0" timeOffset="21172.24">19784 11014 3679 0,'-3'-2'320'0,"0"2"-320"0,2-1 0 0,2 0 0 0,0 1 2336 0,0 0 400 16,1-2 80-16,1 0 0 0,4-1 1712 0,2 0 336 15,4 1 64-15,3 0 0 0,3 2-2416 16,0-3-480-16,4 1-112 0,3 0 0 0,3-1-1088 16,2 1-192-16,2-2-64 0,0-1 0 15,0 2-320-15,-3-2-80 0,0 1-16 0,-4 0 0 0,-2-2-160 0,-2 0 0 16,0 0 0-16,-3-3 0 16,-1 1-656-16,-2 2-112 0,-2-2-32 0,1-1-16672 15</inkml:trace>
  <inkml:trace contextRef="#ctx0" brushRef="#br0" timeOffset="22296.95">20498 10643 12895 0,'-3'-5'576'0,"1"3"112"15,1 1-560-15,-1-1-128 0,1 2 0 0,0 2 0 0,0-1 2672 0,-3 3 496 0,-3 6 96 0,-2 4 32 16,-2 3-272-16,-2 6-48 16,-1 2-16-16,1 1 0 0,1 0-1520 0,0-1-304 0,12-25-64 15,-21 50-16-15,21-50-464 0,-21 45-80 0,21-45-32 0,-18 43 0 16,18-43-320-16,-17 33-160 0,17-33 160 0,-14 29-160 0,14-29 0 15,0 0 0-15,-13 28 0 0,10-24 0 0,2-1 0 16,1-1 0-16,2-2 0 0,2-4 0 16,1 1 0-16,2-2 0 0,2-3 0 0,3-1 0 15,2-2 0-15,1-1 0 0,3 0 0 0,-1 0 0 16,2-1 0-16,-1 1-128 0,0 2 128 16,-2 0 0-16,-2 3-128 0,-2 2 128 0,-1 3 0 0,-1 0 0 15,-2 2 0-15,-2 0 0 0,-1 2 0 16,-5-2 0-16,0 0 0 0,0 0 0 0,0 0 0 0,0 0 0 15,8 46 0-15,-8-46 0 0,0 0 0 0,-1 39 0 0,1-39 192 16,0 0-64-16,0 0-128 0,5 50 192 16,-5-50-192-16,0 0 128 0,0 0-128 0,0 0 0 0,28 32 0 0,-20-31 0 15,1-1 0-15,1-2 0 16,2-2 0-16,1-2 0 0,0 2 0 0,0-4 0 16,2 2 0-16,0-4 0 0,2 1-192 0,0-1 192 15,2-1-736 1,-1 1-32-16,0-2-16 0,0 0 0 0,-1 2-176 15,-1-1-48-15,-1 2 0 0,-3 1 0 0,-3 1 688 0,-1 0 128 0,-4 0 16 0,-1 2 16 16,-2 0 160-16,-3 1 0 0,-2 1 160 0,-1 1-160 0,-1-1 672 0,1 1 32 16,-2-1 16-16,0 1 0 0,-1 1-128 15,0 0-16-15,0-1-16 0,0 2 0 0,0 2-320 0,0-1-64 16,-1 2-16-16,0 0 0 0,1 3-160 0,-1 0 128 16,0 2-128-16,-1 1 128 0,-1 2 0 0,0-1 0 15,-1 2 0-15,1 0 0 0,1-1 32 0,0 1 0 16,0 2 0-16,0-2 0 0,0 0 16 0,10-12 0 15,-13 19 0-15,13-19 0 0,0 0 0 0,0 0 0 16,0 0 0-16,0 0 0 0,0 0-176 0,0 0 0 0,28 24 0 0,-18-27 128 16,1 0-128-16,2-1 0 0,1-1 0 0,2-1 0 15,0-2 0-15,0-1 0 16,1-1 0-16,-1-1 0 0,1 0 0 0,-2 0 0 0,0-1 0 0,-1 0 0 16,-2 0 0-16,-1 1 0 0,-1 1 0 0,-3-1 0 15,0 2 0-15,-3 1 0 0,0 3 0 16,-2 1 0-16,-1 3 0 0,-1 1 0 0,-1 0 0 0,-2 3 0 15,0 1 0-15,3-4 0 0,0 0 0 0,-12 23 0 16,12-23 0-16,0 0 0 0,-12 32 0 0,12-32 0 0,0 0 0 0,0 0 0 16,-5 45 0-16,5-45 0 15,0 0 0-15,0 0 0 0,0 0 0 0,19 40 0 0,-19-40 0 0,0 0 0 16,23 8 128-16,-14-10-128 0,1 1 0 0,0-3 0 16,2 1 0-16,0-2 0 0,0-2 0 15,1 0 0-15,2 0 0 0,-2-3 0 0,0 3 0 0,-1-1 0 16,0-2 0-16,1 2 0 0,0-1-240 0,1-3 32 15,0 0 0-15,-1 2 0 0,-1-2-32 0,-1 3 0 16,-1-2 0-16,-1 3 0 0,-3 4 240 0,-1-1-144 16,-1 2 144-16,-1 3-128 0,-1 0 128 0,-2 1 0 0,0 3 0 0,0-4 0 15,0 0 128-15,0 0-128 0,0 0 128 0,0 0-128 16,-9 41 144-16,9-41-144 0,0 0 192 0,-11 37-192 16,11-37 128-16,0 0-128 0,-10 43 0 0,10-43 0 15,0 0 192-15,-10 40-192 0,10-40 192 16,0 0-192-16,0 0 144 0,-11 36-144 0,11-36 0 15,0 0 144-15,0 0-144 0,0 0 0 0,0 0 0 0,0 0 0 16,0 0 0-16,0 0 0 0,0 0 0 0,0 0 0 16,6-2 0-16,0-6 0 0,0 1 0 15,2-1 0-15,-1-3 0 0,3-1 0 0,0 0 0 16,0-4 0-16,1 0 0 0,1-3 0 0,1 2 0 0,0 1 0 0,1-1 0 0,0 2 0 16,0 3 0-16,0 1 0 15,-1 2 0-15,0 1 0 16,0 2 0-16,-2 2 0 0,1 2 0 0,-2 0 0 0,-1 3 0 0,1 0 0 15,-10-1 0-15,0 0 0 0,0 0 0 0,30 24 0 0,-30-24 208 0,0 0-32 16,0 0-16-16,11 39 0 0,-11-39-32 0,0 0 0 16,-2 41 0-16,2-41 0 0,0 0-128 0,-10 43 192 15,10-43-192-15,0 0 192 0,-9 41-192 0,9-41 0 16,0 0 0-16,0 0 0 0,0 0 0 0,5 44 0 16,-5-44 0-16,0 0-19168 15</inkml:trace>
  <inkml:trace contextRef="#ctx0" brushRef="#br0" timeOffset="23215.63">13189 11844 11967 0,'1'-2'1072'0,"0"1"-864"0,0 0-208 0,-1 1 0 16,1-2 1728-16,0 1 320 0,1-3 48 0,0 0 16 15,2-2 848-15,-1 1 176 0,-2 1 48 0,1-1 0 16,-1 3-1488-16,-2 1-288 15,1 1-64-15,-2 1-16 0,1 3-672 0,0-3-128 16,-1 3-16-16,-1-2-16 0,1 1-160 0,0 2-16 0,-1-1-16 0,1-1 0 16,-1 2 16-16,0-1 16 0,-1 3 0 0,1-1 0 15,0 0-80-15,-1 1-32 0,0 0 0 0,0 0 0 0,0 3-224 0,-1-2 144 16,0 3-144-16,0 0 128 16,1 1-128-16,-2 3 0 0,1 0 0 0,0 1 0 0,0 2 0 0,0 2 0 15,1-2 128-15,0 2-128 0,4-20 0 16,-3 33 192-16,3-33-192 0,0 0 192 0,3 35-64 0,-3-35-128 15,0 0 192-15,0 0-64 0,0 0-128 0,0 0 128 16,41 5-128-16,-28-14 128 0,2-1 0 0,1-4 0 16,2 0 0-16,2-3 0 0,0-2-128 15,1 1 0-15,-2 0 0 0,0 0 0 0,3-4 0 0,-4-1 0 16,1 2 0-16,-3 0 0 0,-2 1 0 0,-4 1 0 0,-1 0 0 0,-2 2 0 16,-3-1 0-16,-1 3 0 0,-1-2 128 15,-2 5-128-15,-1 3 0 0,-1 0 0 16,-2 4 0-16,1 2 0 0,-2 3 0 0,0 0 0 0,1 3 0 15,0-1 0-15,0 3 0 0,1-2 0 0,2 1-128 0,0 1-12480 16,0-3-2480-16</inkml:trace>
  <inkml:trace contextRef="#ctx0" brushRef="#br0" timeOffset="23843.69">13550 11992 11967 0,'1'-3'1072'0,"1"-1"-864"15,0 3-208-15,-1-1 0 0,0 2 2016 0,1-2 352 16,1-1 80-16,2-4 16 0,2 1 720 0,-1-1 144 0,1 1 16 0,-2 1 16 15,-1 1-1248-15,-1 1-240 0,-1 3-48 0,-2 0-16 16,0 0-1024-16,-1 1-208 0,-1 2-32 0,0 0-16 16,-1 0-208-16,-1 2-32 15,1-1-16-15,0 1 0 0,-1 0-96 0,1 0-32 0,0 4 0 0,-2-1 0 16,0 3-144-16,1-1 192 0,-1 3-192 0,0-1 192 16,-1 0-192-16,0 0 192 0,2 0-192 0,-1-2 192 15,1-1-192-15,1 0 160 0,0-1-160 0,1-3 160 16,0 0-160-16,1-1 0 0,0-2 0 0,1-2 0 0,1 0 0 0,1-2-176 15,2-2 48-15,1-4-19232 16</inkml:trace>
  <inkml:trace contextRef="#ctx0" brushRef="#br0" timeOffset="24480.37">13837 12134 23951 0,'1'-2'2128'0,"0"1"-1696"16,0 1-432-16,0 0 0 0,-1 0 1984 0,0 0 304 0,2 1 64 0,-1 1 16 16,-1-2-128-16,0 0 0 0,0 0-16 0,0 0 0 15,0 0-1536-15,6 33-304 0,-6-33-64 0,0 0-16 16,-8 24-176-16,3-16-128 0,-1-2 144 0,0 1-144 15,1-2 0-15,0 0 0 0,0-1 0 0,0-2-18624 16</inkml:trace>
  <inkml:trace contextRef="#ctx0" brushRef="#br0" timeOffset="25014.21">14391 11949 11055 0,'-1'-5'480'0,"0"1"112"0,1 1-464 0,0 0-128 16,1 1 0-16,-1 1 0 0,1-2 1792 0,0 0 320 16,0-4 80-16,2-2 16 0,-1 2 880 0,0-1 176 15,0 4 48-15,-2-1 0 0,0 2-1200 0,-1 1-256 16,-1 2-32-16,-1 2-16 0,0 3-864 0,-2 0-176 0,-2-1-48 15,1 4 0-15,-1 2-368 0,0 4-80 0,0 0-16 0,-1 2 0 16,2 1-128-16,-1 2-128 0,7-19 192 0,-10 42-192 16,10-42 160-16,-7 39-160 15,7-39 128-15,-1 33-128 0,1-33 192 0,0 0-32 0,0 0-16 0,18 40 0 16,-18-40-144-16,0 0 0 0,29 2 0 0,-17-4 128 16,1-3 32-16,0-3 0 0,1-1 0 0,0 0 0 15,1-3 16-15,0 1 0 0,0-3 0 0,-1 1 0 16,0-1-176-16,-1-3 0 0,-1 2 0 0,-1-2 128 0,-2 0-128 15,1 0 0-15,-4-2 0 0,0 0 0 0,-2 0 0 0,-3-1 0 16,0 0 0-16,-1 2 0 0,0 3 0 0,0 1 0 16,0 4 0-16,0 5 0 15,1 0-464 1,0 3 16-16,0 2 16 0,1 0-18384 0</inkml:trace>
  <inkml:trace contextRef="#ctx0" brushRef="#br0" timeOffset="25443.98">14726 12022 4607 0,'-1'-2'400'0,"-1"-2"-400"0,1 3 0 16,0-1 0-16,1 0 3296 0,0 2 576 15,-1-1 112-15,0 1 32 0,1-2 272 0,0 1 48 0,0 0 16 0,1 1 0 16,1-2-2192-16,1 2-432 0,1 0-96 0,2 0-16 16,-6 0-960-16,0 0-192 0,24 2-32 0,-24-2-16 15,22 0-224-15,-22 0-32 0,21-2-16 0,-21 2 0 16,0 0-144-16,26 2 128 0,-26-2-128 16,0 0 128-16,0 0-128 0,0 0 0 0,0 0 0 0,0 0 0 0,9 38 0 0,-17-29 0 15,0-2 0-15,-3 3 0 0,-1 0 0 16,-1-1 0-16,0 0-128 0,-1 1 128 0,2-1-224 15,0-2 32-15,1 1 0 0,0-2 0 16,3 0 64-16,3-1 128 0,0-2-208 0,3 0 80 0,1 0 128 0,3-1 0 16,2-2 0-16,-4 0 0 0,0 0 0 0,21-5 0 0,-10 2 0 15,2 0 0 1,0 0 128-16,1-2-128 0,0 0 160 0,0 0-160 16,-1 1 144-16,-1 0-144 0,-1-1 128 0,-1 2-128 0,0-2 0 15,1 3 0-15,-2-3-144 0,0 2-18480 0</inkml:trace>
  <inkml:trace contextRef="#ctx0" brushRef="#br0" timeOffset="25661.14">15030 12088 23903 0,'4'-2'512'0,"0"2"128"0,1-1 0 0,-2 0 48 0,0 1-560 0,0 0-128 0,0 0 0 0,2-2 0 16,-5 2 3264-16,0 0 640 15,30 2 112-15,-30-2 16 0,0 0-2768 0,0 0-560 16,0 0-128-16,0 0 0 0,21 42-432 0,-21-42-144 16,-13 25 0-16,5-12 144 0,-2-1-144 0,-1 0 0 15,-1 0 0-15,0-2 0 0,0-3 0 0,2 1 0 0,1-4 0 0,1 0-18048 16</inkml:trace>
  <inkml:trace contextRef="#ctx0" brushRef="#br0" timeOffset="26217.33">15580 12117 12895 0,'-2'0'1152'0,"1"0"-928"16,0 0-224-16,1 0 0 15,1 0 1808-15,-1 0 320 0,0 0 64 0,1 0 16 16,-1 0 1344-16,0 0 272 0,0 0 48 0,0 0 16 0,0 0-1840 0,0 0-384 16,31 10-64-16,-31-10 0 0,0 0-1120 0,0 0-224 15,29 8-32-15,-29-8-16 0,0 0-208 16,0 0 0-16,29 3 0 0,-29-3 0 15,0 0-1088-15,19-3-192 0</inkml:trace>
  <inkml:trace contextRef="#ctx0" brushRef="#br0" timeOffset="26379.34">15844 12044 12895 0,'0'2'1152'0,"0"-2"-928"15,1 0-224-15,-1 0 0 0,0 2 2528 0,1-2 464 0,-1 3 80 0,0-3 32 16,0 0 368-16,0 0 80 0,0 0 16 0,0 0 0 0,0 0-2224 15,0 0-448-15,26 33-96 0,-26-33-16 16,0 0-640-16,0 0-144 0,29 2 0 16,-21-3 0-1,0 0-768-15,0-3-128 0,0 3-48 0,-1-3-15760 0</inkml:trace>
  <inkml:trace contextRef="#ctx0" brushRef="#br0" timeOffset="26591.7">16048 12065 911 0,'6'-2'0'0,"-1"1"0"0,0-1 0 0,-2 0 0 16,-1 2 944-16,-1 0 96 0,1 0 32 0,2-2 0 15,1 2 1120-15,1-2 240 0,-6 2 32 0,0 0 16 16,0 0 224-16,0 0 48 0,0 0 16 0,0 0 0 16,28 16-16-16,-28-16 0 0,0 0 0 0,0 0 0 15,0 0-896-15,0 0-176 0,0 0-32 0,0 0-16 16,12 38-1056-16,-12-38-192 0,0 0-64 0,0 0 0 0,0 0-320 0,0 0 0 15,0 0-160-15,30 23-11824 16,-30-23-2368-16</inkml:trace>
  <inkml:trace contextRef="#ctx0" brushRef="#br0" timeOffset="27130.77">16562 12117 20271 0,'3'0'1792'0,"1"-2"-1424"16,-1 2-368-16,-1 0 0 0,-1 0 2528 0,0 0 432 15,1 2 96-15,-2-2 16 0,0 0-576 0,0 0-128 16,0 0 0-16,0 0-16 0,0 0-1648 0,21 38-320 0,-26-29-64 0,1-1 0 15,-3 1-320-15,-1-2 128 16,-1 1-128-16,0-1 0 0,0 2 0 0,-1-5 0 16,0 2 0-16,2-2-12112 0,1-1-2464 0</inkml:trace>
  <inkml:trace contextRef="#ctx0" brushRef="#br0" timeOffset="27570.27">17017 11809 6447 0,'1'-3'576'0,"0"1"-576"0,0 2 0 0,-2 0 0 15,1 0 2672-15,0 0 416 0,0-1 96 0,0 0 16 16,0 1 592-16,-1 2 128 0,-1 0 32 0,-1 3 0 0,0 0-1696 0,-1 3-336 16,-2 0-64-16,1 2 0 15,-2 2-1136-15,0 0-208 0,0 0-64 0,-1 2 0 0,-1 2-256 0,0 1-64 16,1 0-128-16,-1 1 192 0,1 4-192 0,-1-1 144 16,9-21-144-16,-14 43 128 0,14-43-128 0,-6 38 0 15,6-38 0-15,0 0 128 0,5 42-128 0,-5-42 0 16,0 0 0-16,0 0 0 0,38 13 0 0,-24-17 0 15,3-4 128-15,1-2-128 0,2-1 144 0,0-3 0 16,2-1 0-16,-2 1 0 0,-1-1-144 0,0 1 128 16,0 0-128-16,-2 0 128 0,0 0-128 0,-2-1 0 15,-2 1 0-15,-1 0 0 0,-2 0 0 0,-2 1 0 0,0 0 0 16,-4 1 0-16,-3 0 0 0,-2 0 0 0,-2 0 0 0,-3 0 0 16,1-2 0-16,-3 2 0 0,3 0 0 0,-1 3 0 31,2 1-448-31,1 2-32 0,-1-1 0 0,3 4-17680 0</inkml:trace>
  <inkml:trace contextRef="#ctx0" brushRef="#br0" timeOffset="28226.83">17284 12086 6447 0,'-2'-2'576'0,"1"-2"-576"16,0 1 0-16,1 1 0 0,0 1 2432 0,0 1 368 15,0-2 80-15,0 0 0 0,0-1 1136 0,-1-2 208 16,1 1 64-16,1-1 0 0,-1 0-1712 0,0 1-336 15,3 1-64-15,-1-2 0 0,1 3-1328 0,1-2-256 0,-1 2-48 0,2-1-16 16,1 2-192-16,0-1-32 0,1 1-16 0,0 0 0 0,-7 1-160 0,0 0-128 16,0 0 192-16,0 0-192 0,0 0 0 0,32 19 0 15,-32-19 0-15,0 0 0 16,0 0 0-16,4 38 0 0,-4-38 0 0,0 0 0 0,-7 38 0 16,7-38 0-16,-10 29 0 0,10-29 0 0,-12 30 0 15,12-30 0-15,-11 26 0 0,11-26 0 0,-8 19 0 0,4-12 0 0,1-2 0 0,2 0 0 16,0-4 0-16,1 0 0 15,0-2 0-15,0 0 0 0,1-1 128 16,1-1-128-16,0-2 0 0,1 1 0 16,1-2 0-16,-1 0 0 0,1-1 0 0,2-1 0 0,0-1 0 0,1-3 0 15,1 0 128-15,1-2-128 0,2-2 144 0,1 1-16 0,3-2-128 0,1 1 192 16,2-1-192-16,-1 3 0 16,1 0 128-16,0 0-128 0,1 4 0 0,0-1 0 0,-1 3 0 15,-2 1 0-15,-3 2 0 0,-2 3 0 0,-2 0 0 16,-9 2 0-16,0 0 0 0,0 0 0 0,0 0 0 0,0 0 0 0,0 0 0 0,0 0 0 15,0 0 0-15,0 0-19616 16</inkml:trace>
  <inkml:trace contextRef="#ctx0" brushRef="#br0" timeOffset="28760.22">17926 12210 23951 0,'1'0'2128'0,"0"-2"-1696"0,0 2-432 16,-1 0 0-16,0 0 2784 0,1-1 480 0,0 1 80 0,0-2 32 15,-1 2-1168-15,2-2-224 0,-1 1-64 0,-1 1 0 16,0 0-960-16,-1 0-208 0,1 0-48 0,-1 1 0 16,0 1-496-16,1-2-208 0,-1 2 176 0,-1 1-176 15,1-1 0-15,0-2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10-23T09:47:31.792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4068 6505 12895 0,'0'-2'1152'16,"0"1"-928"-16,0 0-224 0,0 1 0 0,0 0 1152 0,0-1 176 15,0-1 32-15,0 0 16 0,-1-1 464 0,1-1 80 0,1 1 32 0,-1-1 0 16,1 1-736-16,-1 1-160 0,0 1-32 0,0-1 0 15,0 0 240-15,0 2 32 0,-1 0 16 0,0 2 0 16,0 0-288-16,-1 2-48 0,-1 2-16 0,0 4 0 16,0-1-512-16,0 5-128 0,-1 3 0 0,0 2-16 15,0 1-160-15,0 3-16 16,1 0-128-16,1 1 192 0,-1-1-192 0,0-1 176 0,2 0-176 0,0-1 160 16,0-1 16-16,0-3 0 0,1-17 0 15,3 34 0-15,-3-34-176 0,4 28 128 0,-4-28-128 16,0 0 128-16,9 34-128 0,-9-34 0 0,0 0 0 15,0 0 0-15,0 0 0 0,0 0 0 16,0 0 0-16,32 0 0 0,-26-10-144 0,1-2 144 0,2-4-192 16,1-1 192-16,1-2-512 15,2-5 16-15,-2 1 0 0,1-1 0 0,0 0-16 16,0-1 0-16,-2 3 0 0,-1-2 0 0,-1 3 368 0,0 2 144 0,-3-2-128 0,0 4 128 16,0 3 0-16,-2 2 0 0,-1 2 0 0,-1 4 0 15,0 1 0-15,-2 2 192 0,0 1-64 0,-1 2 0 16,0 0 128-16,1 2 48 0,-2 1 0 0,0 1 0 15,-1 2-32-15,2 0 0 0,-2 1 0 0,0 1 0 16,0 3-48-16,1 3-16 0,-1-1 0 0,1 3 0 0,0 2 32 16,1-1 0-16,-1 0 0 0,0-1 0 15,1 1-96-15,2-17-16 0,-2 31 0 0,2-31 0 0,2 28-128 0,-2-28 128 16,0 0-128-16,7 34 128 16,-7-34-128-16,0 0 0 0,0 0 144 0,0 0-144 0,0 0 0 0,0 0 0 15,0 0 0-15,39 11 0 16,-32-18-640-16,0-2-80 0,2-1-32 0,0-4-10656 15,0-2-2144-15</inkml:trace>
  <inkml:trace contextRef="#ctx0" brushRef="#br0" timeOffset="379.24">4410 6506 8287 0,'0'0'736'0,"0"0"-592"32,1 0-144-32,-1 0 0 0,0 0 2192 0,0 0 416 15,0 2 80-15,0-2 0 0,1 3 384 0,-2-2 80 0,0 4 16 0,-1-3 0 16,-1 2-1392-16,0 0-288 15,1 1-48-15,-2 1-16 0,-1 0-656 0,0 0-144 0,-2 4-32 0,1-3 0 16,-1 2-96-16,1 1-32 0,-1-1 0 0,2 0 0 0,-1-1-48 0,2-1-16 16,2 0 0-16,0-2 0 0,2 2-176 0,0-3-32 15,0-1-16-15,0 0 0 0,0-3-176 0,0 0 0 16,0 0 144-16,0 0-144 16,0 0 0-16,0 0 0 0,0 0 0 0,35 9 0 15,-35-9 0-15,0 0 0 0,0 0 0 0,30-3 0 16,-30 3 0-16,0 0 0 0,0 0 0 0,0 0 0 15,0 0 0-15,0 0 0 0,35 24 0 16,-35-24 0-16,0 0 0 0,0 0 0 0,0 0 0 0,3 31 128 16,-3-31-128-16,-2 12 0 0,0-5 0 0,-1-2 0 15,1 2 0-15,-1-3 0 0,0 1 0 0,-1-2 0 0,0 1 0 16,-2 1 0-16,1-2 0 0,1-1 0 0,-1 0 0 0,-1 0 0 16,1 1 0-16,-1-1 0 0,1 1 0 15,1-3 0-15,0 1 0 0,3-1 128 16,-1-1-128-16,1 1 0 0,1-4 0 0,1-2-18176 15</inkml:trace>
  <inkml:trace contextRef="#ctx0" brushRef="#br0" timeOffset="558.29">4585 6517 24879 0,'2'2'1088'0,"-1"-2"256"0,1 0-1088 0,-1 0-256 16,0 0 0-16,0-2 0 0,0 2 1536 0,2 0 256 15,2-2 64-15,-5 2 0 0,0 0-672 0,22-4-128 0,-22 4-32 0,0 0 0 16,22-5-656-16,-22 5-144 0,0 0-32 0,20-6 0 16,-20 6-192-16,0 0 0 0,0 0 0 15,0 0 0 1,0 0-1728-16,0 0-272 0</inkml:trace>
  <inkml:trace contextRef="#ctx0" brushRef="#br0" timeOffset="752.2">4606 6612 12895 0,'-1'2'576'0,"1"-2"112"0,0 2-560 0,0-1-128 0,-1 1 0 0,1 0 0 0,0-1 2128 0,0 3 400 16,0-4 80-16,0 0 16 0,-2 21 0 0,2-21 0 15,0 0 0-15,-2 29 0 0,2-29-1488 16,0 0-304-16,-2 19-48 0,2-19-16 0,0 0-480 16,0 0-96-16,0 0-32 0,0 0 0 0,0 0-448 0,0 0-96 15,0 0 0-15,0 0-16 16,0 0-1840-16,0 0-352 0,0 0-80 0,0 0-9616 15</inkml:trace>
  <inkml:trace contextRef="#ctx0" brushRef="#br0" timeOffset="1155.2">4730 6593 5519 0,'4'-7'240'0,"-2"4"64"0,1-1-304 0,-1 1 0 16,-1 3 0-16,-1-1 0 0,1 1 2288 0,1-1 400 0,0 1 64 0,0-2 32 15,-2 2 544-15,0 0 128 16,0 0 0-16,0 0 16 0,0 0-1344 0,0 0-272 0,2 33-48 0,-5-24-16 15,1-1-640-15,-3 1-128 16,1-2-16-16,1 0-16 0,0 0-576 0,0 0-112 0,0-1-32 0,2 0 0 16,0-3-64-16,0 0-16 15,1-2 0-15,0 1 0 0,0-1-192 0,0-1 0 0,1 0 128 0,-1-1-128 0,1-1 0 0,0 0 0 16,1-2 0-16,-1 0 0 16,1 0-448-16,0-1-96 0,0-2-16 0,2 0 0 15,0 0-528-15,0-2-128 0,-1 1 0 0,2 0-16 0,0-1 1472 0,-1 1 288 16,1 0 64-16,-1 3 16 15,0-2-480-15,0 3-128 0,-1-1 0 0,-1 2 0 16,1 1-576-16,0 2-144 0,0-2-32 0,0-1 0 16,-2 3 1344-16,2-2 272 0,0 0 48 0,1 1 16 0,-2 1-256 0,2-2-48 15,0 2-16-15,-1 0 0 16,-3 0-368-16,0 0-80 0,0 0-16 0,0 0 0 0,0 0 16 0,0 0 0 16,0 0 0-16,15 36 0 0,-15-36 16 0,0 0 0 15,-3 26 0-15,3-26 0 0,-4 19-176 0,1-10 128 0,0 1-128 0,1-1 128 16,2-9-128-16,-5 15 0 0,3-9 0 15,1-1 0-15,0 0-256 0,1-3-16 0,1-2-16 0,0 1-11472 16,1-2-2288-16</inkml:trace>
  <inkml:trace contextRef="#ctx0" brushRef="#br0" timeOffset="1661.1">4969 6640 11967 0,'0'2'1072'0,"0"-2"-864"16,0 0-208-16,0 0 0 0,0 0 1296 0,0 0 224 0,0 0 32 0,0 0 16 0,0 0 896 0,0 0 176 15,0 0 48-15,40 15 0 16,-40-15-1040-16,0 0-208 0,0 0-32 0,26-7-16 0,-21 2-368 0,0-1-80 16,1 1-16-16,-3-1 0 15,1-1 752-15,-1 0 160 0,0 0 16 0,-2 1 16 31,0 0-1872-31,-2-1-576 0,0 2 0 0,-1 1-16 0,0 1 592 0,-1 1 160 0,-1 0 16 0,1 0 0 0,-2 2-176 0,0-1 0 0,-3 2 0 0,1 1 0 16,-3 0 0-16,1-2 0 0,1 2-192 0,0 0 192 31,4-2-720-31,-1 1-32 16,2 3 0-16,2-4 0 0,-2 3 608 0,1-2 144 0,0 0 0 0,0 2 0 0,0 1 0 0,0 1 176 0,2-5-48 0,0 0 0 31,0 0-128-31,-3 17 0 0,3-17 0 0,0 0 0 0,0 0 0 0,0 0 0 0,0 0 0 0,0 0 0 16,0 0 208-16,0 0-32 15,29 26-16-15,-29-26 0 0,0 0 96 0,0 0 0 16,0 0 16-16,28 34 0 0,-28-34-48 16,0 0-16-16,0 0 0 0,15 39 0 0,-15-39-64 0,0 0-16 15,8 37 0-15,-8-37 0 0,0 0-128 0,4 37 160 16,-4-37-160-16,-1 21 160 0,1-21-160 0,-2 21 0 16,2-21 144-16,-4 19-144 0,0-9 256 0,-2-2 0 15,0 3-16-15,-3-1 0 0,-3 2 48 0,-2 1 16 16,-2 0 0-16,-2 3 0 0,-1-2-16 0,-2 0 0 15,-1 1 0-15,4-2 0 0,2-3 704 0,4 0 144 16,2-5 16-16,1-1 16 0,3 1-944 0,0-5-224 16,2-4 0-16,0-2-14416 15,1-1-2912-15</inkml:trace>
  <inkml:trace contextRef="#ctx0" brushRef="#br0" timeOffset="2451.56">5666 6463 17503 0,'1'-7'1552'0,"1"2"-1232"0,0 1-320 0,-1 1 0 0,0 0 944 0,1-2 128 15,-1 3 16-15,0-3 16 0,1-2 688 0,0 0 128 0,1 0 16 0,-1-2 16 16,0 5-256-16,-3 1-48 0,0 3-16 16,-1 3 0-16,-1 3-688 0,0 3-144 0,-1 6-32 0,-1 6 0 15,1 3-160-15,-1 4-32 16,0 8-16-16,1-1 0 0,-1 3-368 0,0-5-192 0,3 1 192 0,0-6-192 15,0-1 128-15,2-3-128 16,0-24 0-16,1 39 0 0,-1-39 0 0,3 26 0 0,-3-26 0 16,0 0 0-1,0 0-336-15,0 0-80 0,0 0-16 0,0 0-16704 0</inkml:trace>
  <inkml:trace contextRef="#ctx0" brushRef="#br0" timeOffset="2631.4">5472 6576 25791 0,'-2'7'1152'0,"1"-2"224"0,1 2-1104 0,1-2-272 0,0-3 0 0,0 1 0 15,1 2 1568-15,-2-5 256 0,0 0 48 0,0 0 16 0,27 37-80 0,-27-37-16 16,0 0 0-16,40 24 0 16,-40-24-1152-16,0 0-224 0,52 7-48 0,-52-7-16 15,34-2-352-15,-34 2 0 0,37-5 0 0,-37 5 0 16,38-12-800-16,-18 3-176 15,1-2-48-15,-1-2-15840 0</inkml:trace>
  <inkml:trace contextRef="#ctx0" brushRef="#br0" timeOffset="3248.12">5831 6278 23039 0,'-3'0'2048'0,"0"2"-1648"15,2-2-400-15,0 2 0 0,0 0 784 0,0 3 80 16,-1 0 16-16,-3 7 0 0,-2 2 960 0,1 5 192 15,0 2 32-15,2 3 16 0,0 2-1152 0,1 3-224 16,1 2-64-16,1-3 0 0,1 3-128 0,1-3-48 0,0 1 0 0,1-5 0 16,-2-24 176-16,4 42 48 0,-4-42 0 0,5 33 0 15,-5-33-400-15,0 0-80 0,10 33-16 0,-10-33 0 16,0 0-192-16,0 0 0 0,0 0 0 0,0 0 0 16,0 0-192-16,0 0-48 0,32-7 0 0,-28 0 0 31,1 0-176-31,-1-2-32 0,1-2-16 0,-1 2 0 0,0 0 80 0,0 0 32 0,0 1 0 0,-2 2 0 15,1-1 208-15,0 4 144 0,0-2-192 0,-2 3 192 16,1 0 0-16,-2 2 0 0,0 2 0 0,1 0 0 16,-1-2 192-16,0 0 64 0,0 0 0 0,0 0 0 0,6 27 144 15,-6-27 48-15,0 0 0 0,0 0 0 0,5 37-272 0,-5-37-48 16,0 0-128-16,0 0 192 0,0 0-192 0,21 36 128 16,-21-36-128-16,0 0 0 0,0 0 0 0,0 0 128 15,41 9-128-15,-41-9 0 16,0 0 0-16,29-7 0 0,-29 7 0 0,22-11 0 0,-22 11 0 0,24-12 0 15,-12 2 0-15,-1 1 0 0,0 2 0 16,-1-1 0-16,1-1 0 0,-1 2 0 0,-2-3 0 0,0 3-192 16,1-2 192-16,-3-1-160 0,2 0-32 0,-3 1 0 15,0 1 0-15,-1-1 0 0,-1 1 192 16,0 0-128-16,-2 1 128 0,0 2-128 0,-2-1 128 0,0 2 0 16,-1 0 0-16,-1-3 0 0,0 4 0 0,-2-1 0 0,0-1 0 0,-1 2 0 15,0 1 0-15,1 2 0 0,-2 2 0 16,1 1 0-16,-1-1 0 0,2 2 0 0,0-1 0 15,0 2 0-15,1 0 144 0,0-1-144 0,0 0 192 0,2 0-192 16,-1 0 128-16,1-1-128 0,1 2 0 0,0-1 0 16,1-4 256-16,0 0-64 0,0 0-16 0,3 29 0 15,-3-29 160-15,6 28 48 0,-6-28 0 16,5 29 0-16,-5-29-80 0,0 0-16 0,15 42 0 0,-15-42 0 0,0 0-144 16,22 31-16-16,-22-31-128 0,0 0 192 0,0 0-192 0,41 19 0 15,-41-19 0-15,0 0-12608 16,33-2-2544-16</inkml:trace>
  <inkml:trace contextRef="#ctx0" brushRef="#br0" timeOffset="3752.1">6524 6311 11967 0,'1'0'1072'0,"0"0"-864"0,-1 2-208 0,0-2 0 16,0 0 832-16,0 1 128 0,0 1 32 0,1 0 0 15,0 0 1120-15,-1 0 240 0,1 3 32 0,-1-2 16 16,0-3-1248-16,0 0-256 0,0 0-64 0,0 0 0 16,0 0-528-16,0 0-112 0,0 23-32 0,0-20 0 15,0-1-160-15,1 0 0 0,-1-1 0 0,1-1 0 16,1 0-768-16,0-1-256 0</inkml:trace>
  <inkml:trace contextRef="#ctx0" brushRef="#br0" timeOffset="3901.29">6638 6238 16575 0,'1'2'736'0,"-1"-2"160"16,0 2-720-16,-1-2-176 0,1 2 0 0,0 0 0 0,0 1 2048 0,0 2 368 15,-1 4 80-15,1 3 0 0,-2 2-144 0,0 3-48 16,-1-1 0-16,0 2 0 0,1 0-1024 0,-1-2-224 15,1-1-32-15,0-1-16 0,2-14-752 0,0 22-256 16,0-22 144-16,0 0-16880 0</inkml:trace>
  <inkml:trace contextRef="#ctx0" brushRef="#br0" timeOffset="7809.01">6976 6462 6447 0,'-1'0'576'16,"0"0"-576"-16,1 0 0 0,0 0 0 15,-1 0 1424-15,0 0 176 0,0 1 48 0,0-1 0 0,-1 2 496 16,-1-2 96-16,1 0 32 0,-1 0 0 15,1 0-544-15,1 0-128 0,-1-2 0 0,1 2-16 0,0 0-480 0,0 0-80 16,0 0-32-16,-1 2 0 0,1 3-288 0,-1-1-48 16,0 3-16-16,1 3 0 0,-3 2-64 0,0 4 0 15,-1 2-16-15,-1 2 0 0,1 1-160 0,0 1-16 16,1-3-16-16,0-2 0 0,1-2-80 0,0 0-16 16,0-3 0-16,1 0 0 0,1-5-272 0,0 0 128 15,1-2-128-15,0-2 0 0,-1-1 128 0,1-2-128 16,1 0 0-16,-1-2 0 0,0 0 0 0,0-1 0 15,0 0 0-15,0 1 0 0,1-2 0 0,0-1 0 0,-1 2 0 16,1-2 0-16,0 0 0 0,0 1 0 0,0-4 0 16,2 0 0-16,1 0 0 0,0-2 0 0,2-1 0 0,0-1-144 15,2-2-112-15,0-1-32 0,0 1 0 0,2-2 0 16,0 2 128-16,0-1 32 16,0 1 0-16,-1 2 0 0,1 3 128 0,0-1 0 0,0 3 0 0,0 1 0 15,-2 1 0-15,-2 2 144 0,1 0-144 0,-3 3 160 16,0 0 64-16,-1 0 16 0,0 3 0 0,-1-1 0 15,-2 3 16-15,1 2 16 0,-1 0 0 0,-1 3 0 16,1-1 16-16,-2 0 0 0,0 3 0 0,1-2 0 0,-1 2-160 16,0 0-128-16,-1 0 144 0,1-1-144 15,-1 1 0-15,0-2 0 0,0 1 0 0,1-1 0 0,1-3 0 0,-1-1 0 16,1 0 0-16,0-3 0 0,0 0 0 0,1-2 0 16,0 1 0-16,-1-2 0 15,2 0 0-15,0 0 0 0,0-3 0 0,1 0 0 0,-1-2 0 0,2 0 0 16,0-2 0-16,1 0 0 15,0-3-384-15,1-2-64 0,1 0 0 0,-1 0-16 16,2-2-64-16,0 2-16 0,0 0 0 0,0 1 0 0,-1 4 112 0,1-3 32 16,1 3 0-16,0-2 0 0,-1 1 400 0,1 1 0 15,-1 2 0-15,-1 3 0 0,0 0 0 0,-1 2 192 16,-1 0-32-16,1 1-16 0,-1 2 400 0,-1 0 80 0,0 2 16 0,-1-1 0 16,0 4-272-16,-2-2-48 0,-1 3-16 0,0 2 0 15,-1-1-160-15,0 2-16 0,0 1-128 0,-2 0 192 16,1 0-192-16,0-1 144 0,0-2-144 0,3-1 128 15,-1 3-128-15,0-4 0 0,-1 1 0 0,2 0 0 16,-1-1 0-16,1 0 0 0,0 0 0 16,0-1 0-16,0 0-224 0,1-2-80 0,1 0-16 0,0-3 0 15,1 0-1840-15,2-4-368 0</inkml:trace>
  <inkml:trace contextRef="#ctx0" brushRef="#br0" timeOffset="8006.17">7339 6430 2751 0,'-1'2'256'0,"1"-2"-256"0,2 2 0 0,-2 0 0 0,1-2 4176 0,0 1 800 0,0 1 144 0,1 1 48 16,1 2-2032-16,-3-5-416 0,0 0-80 0,0 0-16 16,0 0-1120-16,31 29-224 0,-31-29-64 0,0 0 0 0,0 0-912 0,0 0-304 15,0 0 160-15,0 0-160 16,0 0-592-16,36 10-208 0,-36-10-32 0,0 2-14080 0</inkml:trace>
  <inkml:trace contextRef="#ctx0" brushRef="#br0" timeOffset="8185.5">7353 6570 12895 0,'-2'2'576'0,"1"-2"112"0,1 0-560 0,-1 0-128 0,1 0 0 0,0 0 0 16,0 2 2432-16,0 0 448 15,0 1 80-15,0 2 32 0,1 4-176 0,-2 0-16 16,1 2-16-16,-1 0 0 0,0-1-1408 0,-1 1-288 0,0 1-48 15,1 0-16-15,0-1-640 0,1-1-144 0,1-5-32 16,2-2 0-16,0-1-208 0,2-4-288 16,0-1 64-16,3-4 16 0,2-3-1904 15,0-2-368-15</inkml:trace>
  <inkml:trace contextRef="#ctx0" brushRef="#br0" timeOffset="8532.04">7545 6470 17503 0,'0'3'768'0,"0"0"176"0,1 2-752 0,-1-1-192 0,0-1 0 0,-1 0 0 16,1 2 2240-16,-2 4 400 0,2-9 96 0,-6 33 16 0,1-9-384 0,0-2-80 16,-1-1-16-16,1-2 0 15,0-5-1200-15,0-1-240 0,3-2-64 0,-1-4 0 16,2 0-400-16,0-3-96 0,0-3-16 0,2-2 0 0,1-1-256 16,0-2 0-16,1-2 0 0,-1-3 0 15,2 0-208-15,0-1-48 0,-1-2-16 0,2 0 0 16,-1 0-704-1,0-2-144-15,0 0-32 0,0 0 0 0,-1 1 80 16,-1 0 16-16,2 1 0 0,-1 0 0 0,0 3 560 0,0 2 112 0,1-1 32 0,0 1 0 0,0 2 352 16,-1 1 0-16,1 2 160 0,0-1-160 0,-1 1 960 15,1 0 96-15,0 2 16 0,0 0 0 0,1 2-304 16,0-2-48-16,-1 3-16 0,1 1 0 0,-5-4-208 0,0 0-48 16,0 0-16-16,0 0 0 0,0 0-48 0,24 45-16 15,-24-45 0-15,0 0 0 0,1 40-128 0,-4-23-32 16,0-1 0-16,0 1 0 0,-1-3-208 0,1-1 128 15,1-2-128-15,1-2 0 0,1 1 0 0,0-3 0 16,0-7-128-16,0 0 128 16,0 0-1696-16,0 0-224 0</inkml:trace>
  <inkml:trace contextRef="#ctx0" brushRef="#br0" timeOffset="8787.17">7795 6230 9215 0,'0'-2'400'0,"1"-1"96"0,1 1-496 0,-2 2 0 0,1 0 0 0,-1 0 0 0,0 0 1856 16,1 0 256-16,0 2 64 0,0 1 16 16,0-1 896-16,0 5 176 0,-2 2 48 0,-1 0 0 0,1 4-1504 15,-4 0-288-15,0 2-64 0,1 0-16 0,-2 2-736 0,1-1-160 16,1-4-32-16,1-3 0 0,2-2-512 15,0-1 0-15,2 0 0 0,1-4 0 16,2-1-1712-16,0-4-336 0</inkml:trace>
  <inkml:trace contextRef="#ctx0" brushRef="#br0" timeOffset="8913.65">7922 6217 18431 0,'1'1'816'0,"-1"1"160"0,0 1-784 0,0-1-192 0,-1 1 0 0,-1-2 0 16,0 2 2368-16,-1 3 416 0,-1 2 96 15,-3 5 0-15,0 3-832 16,-1-2-160-16,0 1-32 0,3-3-16 0,0-1-1472 0,1-3-368 16,1 1 0-16,5-7 0 0</inkml:trace>
  <inkml:trace contextRef="#ctx0" brushRef="#br0" timeOffset="10425.12">8170 6523 18431 0,'-1'-1'1632'0,"1"-2"-1312"16,0 3-320-16,0 0 0 0,0 0 272 0,-1-2-16 0,0 2 0 0,-1-3 0 16,-1 0 384-16,0 2 80 0,1-1 16 0,0 0 0 15,-1 4-320-15,0 0-64 0,-1 0-16 0,1 3 0 16,-1 0-160-16,0 2-48 0,1 4 0 0,-1 2 0 16,-1 4 256-16,2 1 32 0,0 1 16 0,-1-2 0 15,2-1 64-15,1 1 16 0,1-2 0 0,0-15 0 0,0 0 64 0,0 0 32 16,0 0 0-16,24 37 0 0,-12-40-208 0,0-3-32 15,2-4-16-15,1-2 0 0,1-2-160 16,-1-2-48-16,1 1 0 0,-2-2 0 0,-1-1-304 16,-2 1-64-16,0-2-16 0,-4 5 0 15,0-2 80-15,-3 3 16 0,0 0 0 0,-2 3 0 0,-3-1 144 16,-3 2 128-16,1 3-128 0,-4-2 176 0,1 4 192 16,-4 1 32-16,0 3 16 0,-1 0 0 0,1 3-32 0,0 1 0 15,-2 1 0-15,3 2 0 0,0 1-112 0,1 1-16 0,1 0-16 0,2 2 0 16,2-2-240-16,0 0 0 15,3 0 0-15,2-1 0 0,1-2 0 0,1-1-208 0,-4-5 64 0,0 0 16 32,0 0-1200-32,34 3-224 0,-22-6-48 0,1-2-16 15,0-1-1632-15,1 0-320 0</inkml:trace>
  <inkml:trace contextRef="#ctx0" brushRef="#br0" timeOffset="10678.67">8394 6474 2751 0,'1'-1'256'0,"-1"1"-256"15,0 0 0-15,1-1 0 0,2-1 1600 0,0-1 256 0,4-2 64 0,0-1 16 16,1 0 1200-16,-1 0 224 0,1-1 48 0,-3 4 16 15,0-2-736-15,-2 1-128 16,0 3-48-16,-1-1 0 0,0 0-1104 0,-2 2-240 16,0 0-32-16,-1 2-16 0,0-2-528 0,-1 3-96 15,0 2-32-15,1 1 0 0,-1-1-144 0,-1 4-16 0,1 1-16 0,-1 4 0 0,0 5 16 0,1 2 0 16,-1 3 0-16,0 2 0 0,0 1-80 0,0 1-16 16,0-2 0-1,-1-3 0-15,1 1-16 0,1-2-16 0,-2-3 0 0,2 0 0 16,0-3-176-16,0-2 0 0,0 1 0 0,1-1 0 0,-1-2 0 15,1-1 0-15,0-3 0 0,1-3 0 16,0-1-592 0,0-1-112-16,2-5 0 0,-1-1-16 0,1-4-1072 0,-1-1-224 0,2-1-32 0,-1 0-12640 0</inkml:trace>
  <inkml:trace contextRef="#ctx0" brushRef="#br0" timeOffset="10917.45">8419 6488 9215 0,'-2'-3'400'0,"1"2"96"0,0-1-496 0,0 1 0 15,1 1 0-15,0 0 0 0,0 1 1888 0,1-1 288 16,1 0 48-16,1-1 16 0,3 0-464 0,1-3-96 0,1 1-16 0,3-2 0 16,-2-1-1216-16,1 2-256 15,0-3-64-15,0 2 0 0,1 0-128 0,-2 1 0 16,0 3 0-16,-1 0 0 0,1 2 144 0,-2 2 0 16,-7-3 0-16,0 0 0 0,0 0 32 0,0 0 0 15,18 40 0-15,-19-28 0 0,-1-2 96 0,-2 1 32 16,0 1 0-16,-4 0 0 0,0 1 16 0,-3 0 0 15,-1 0 0-15,0-1 0 0,-1 1 256 0,1-5 64 16,1 0 16-16,1-3 0 0,4-4-496 0,0 1-160 0,3-5 0 16,1 1-13056-16</inkml:trace>
  <inkml:trace contextRef="#ctx0" brushRef="#br0" timeOffset="11283.01">8589 6523 12895 0,'2'3'1152'0,"-1"-2"-928"0,0 1-224 0,0-2 0 16,0 0 912-16,0 0 144 0,2 2 32 0,3-1 0 15,-6-1-64-15,0 0 0 0,28 2 0 0,-17-4 0 16,0 1-752-16,-1-3-144 0,0 0-128 0,0-2 144 0,0 1 592 0,-1-2 112 16,-1 0 32-16,0 2 0 0,0-3 144 0,-2 2 48 15,0 0 0-15,0 0 0 0,-2 1-640 0,0 1-128 16,0-1-32-16,-2 0 0 0,0 1-272 0,-2-1 0 15,0 1 0-15,-2 1 0 0,0 0 0 0,-1-2 0 0,-3 3 0 16,0 0 0-16,-3 2 0 0,0-2-176 0,-3 2 176 0,0 0-160 31,1 2-256-31,0 2-48 0,1-1-16 0,1 4 0 0,3-3 480 0,-2 4 160 0,2 1 0 16,-2-2 0-16,3 3 432 0,-1 0 96 0,3 1 16 16,-1-1 0-16,2 2 304 0,0-1 64 15,2-11 16-15,0 0 0 0,0 0-160 0,10 39-32 0,-10-39 0 16,0 0 0-16,0 0-512 0,0 0-96 15,43 25-32-15,-43-25 0 0,23 0-256 0,-11-3 0 0,1 0-176 16,0-2 176 0,-1 0-1856-16,-1-2-272 0,0-3-48 0,1 1-12304 0</inkml:trace>
  <inkml:trace contextRef="#ctx0" brushRef="#br0" timeOffset="11630.81">8839 6479 6447 0,'-1'1'576'0,"1"-1"-576"0,1 1 0 0,0-1 0 15,0 1 2912-15,0-2 480 0,0 1 80 0,1-1 32 16,2 0-1040-16,1 1-208 0,2-3-32 0,0 1-16 0,0 0-1584 0,0-2-320 16,0 1-64-16,1 0-16 0,-3 1 192 0,2 2 32 15,-2 0 16-15,0 2 0 16,-5-2 512-16,0 0 112 0,0 0 0 0,0 0 16 0,0 0-528 0,18 43-96 16,-18-43-32-16,0 0 0 0,-1 35-224 15,-1-23-48-15,0 0-16 0,-1 0 0 0,0-2-160 0,1-1 192 16,-2-2-192-16,1-1 192 0,1-2-16 15,0 0 0-15,1-1 0 0,0-3 0 0,1 0 368 0,-1-3 80 16,2 0 16-16,0 0 0 0,0-3-256 0,2 0-64 16,0-2 0-16,1-1 0 0,0 0-320 0,1-3 144 15,0 0-144-15,2 0 0 0,-1-1 128 0,1 1-128 16,0-1 0-16,2-1 0 0,0 2 144 0,-1 0-144 16,2 2 0-16,-2-1 144 0,0 4-144 0,1-1 0 0,-1 0 0 0,-1 2 128 15,1 0-128-15,-1 1-224 0,0 1 48 0,-1 1 16 31,-1 2-2144-31,0-1-448 0</inkml:trace>
  <inkml:trace contextRef="#ctx0" brushRef="#br0" timeOffset="13101.81">9222 6506 6447 0,'1'2'576'0,"0"-2"-576"0,-1-2 0 0,0 2 0 16,1 0 800-16,-1-1 48 0,1 1 16 0,0 0 0 16,1-3 704-16,-1 2 144 0,0 0 16 0,1-1 16 0,-1 2-560 15,0-2-112-15,0-1-32 0,-1 3 0 0,1-2-336 0,0 0-64 16,0 1 0-16,-1-1-16 15,1 1 384-15,0 0 80 0,0-2 0 0,0 1 16 0,0-1-272 0,-1 1-48 16,0-2-16-16,1 1 0 16,-1-2-384-16,1 1-64 0,-1-1-32 0,-1-1 0 0,1 0-144 0,-1 0-16 15,-1 0-128-15,-1 1 192 16,0 3 32-16,-1 0 0 0,0-1 0 0,-3 2 0 16,1 3 112-16,-2 1 32 0,1 0 0 0,0 2 0 0,1 0-160 0,-1 0-16 15,0 3-16-15,1 0 0 0,-1-1-176 16,1 1 0-16,-1 1 144 0,1 0-144 0,-1 1 0 15,1 0 0-15,0-1 0 0,0 3 0 0,1-1 256 16,1 2 0-16,-1 1-16 0,1-2 0 0,2-1-48 0,0-1 0 16,2-10 0-16,0 0 0 0,0 0-32 0,0 0-16 0,0 0 0 0,0 0 0 15,0 0-144 1,0 0 0-16,0 0 0 0,41 17 0 0,-32-21 0 0,0-4 0 0,0-2 0 16,0-1 0-16,0 1 0 0,1-2 0 0,-1 0 0 15,0 0 0-15,0 1-384 0,-1 1 64 0,-2-1 0 0,0 3 0 16,-1-1 0-16,-2 2 0 0,-1 2 0 0,0 2 0 15,-1 3 320-15,-1 0 0 0,0 0 0 0,-1 3 0 16,-1 2 176-16,-1 1 0 16,1 4 0-16,0-2 0 0,-1 3 288 0,2 1 64 15,1-12 16-15,0 23 0 0,0-23-112 0,0 0-32 16,0 0 0-16,11 34 0 0,-11-34-256 0,0 0-144 0,0 0 160 0,0 0-160 16,0 0 0-16,40 2 128 0,-30-7-128 0,1-4 0 15,-1-1-704 1,1-1-192-16,0-1-48 0,0 0 0 0,0 0-1440 15,0 0-304-15,0-2-48 0,1-1-16 0,-2 4 432 16,-1-3 80-16,1 0 0 0,0 1 16 16,-2-1 816-16,0 0 176 0,1-2 16 0,-1 1 16 15,-2 1 576-15,0 0 112 0,0 2 32 0,-3 3 0 0,0 1 1264 0,-1 1 256 0,-2 3 48 0,0 1 16 16,-1 2 1088-16,-1 1 224 0,1 1 32 0,-2 2 16 16,2 1-736-16,-2 1-160 0,0-1-32 0,0 4 0 15,0-4-272-15,1 2-64 0,-1 0-16 0,0 2 0 0,0-4-464 16,1 3-80-16,0 0-32 0,-1 3 0 15,1-2-64-15,-1 1-16 0,1 0 0 0,1 4 0 0,-1 0-32 16,-1 3-16-16,0 2 0 0,0-1 0 0,2-2-208 0,-2 2-32 16,3-17-16-16,-2 26 0 0,2-26-224 0,0 0 0 15,1 29 0-15,0-25 0 0,1-1-160 0,-1-1-128 16,2-2-32-16,-1-2 0 16,-1-1-752-16,0 1-144 0,1-3-48 0,-1-2-9184 15,-1 0-1840-15</inkml:trace>
  <inkml:trace contextRef="#ctx0" brushRef="#br0" timeOffset="13284.04">9338 6408 21183 0,'0'0'944'0,"1"1"192"0,0 0-912 0,0-1-224 0,-1 2 0 0,1-2 0 16,1 3 2480-16,0-2 448 0,-2-1 80 0,0 0 32 16,0 0-752-16,0 0-160 0,0 0-16 0,43 23-16 15,-43-23-1424-15,0 0-288 0,33 2-48 0,-22-4-16 16,0 0-128-16,1-1-48 0,-1-1 0 0,0-1 0 0,2 0-144 0,-1-2 0 15,0 2 0-15,1-2 128 0,-2 0-288 0,0 0-64 16,-1 2-16-16,-1-2-17952 16</inkml:trace>
  <inkml:trace contextRef="#ctx0" brushRef="#br0" timeOffset="13466.89">9621 6344 21183 0,'-1'0'944'0,"1"0"192"0,1 0-912 15,0 0-224-15,0 0 0 0,0 0 0 16,0 0 1568-16,1-2 272 0,3 2 48 0,2-3 16 0,1 1-752 0,1 0-160 16,1-1-32-16,0 1 0 0,-2 0-960 0,0 1 0 0,0-1-144 0,-3 0 0 15,1 2 144-15,-1 0 0 0,-1 2 0 0,-1-2-9264 32,-1 2-1744-32</inkml:trace>
  <inkml:trace contextRef="#ctx0" brushRef="#br0" timeOffset="13594.2">9667 6389 6447 0,'-1'2'576'0,"0"2"-576"0,1-1 0 16,0-2 0-16,0 1 2592 0,-1 1 416 0,0 2 64 15,0 2 32-15,-1 4 16 0,-1 3 0 16,1 0 0-16,0 1 0 0,1-3-1904 0,1-12-384 0,-2 21-80 0,2-13-16 16,0-2-528-16,0-1-208 0,1-3 176 0,0 0-9536 15,0-2-1904-15</inkml:trace>
  <inkml:trace contextRef="#ctx0" brushRef="#br0" timeOffset="14465.66">9755 6442 5519 0,'2'0'496'0,"-1"-1"-496"15,0 1 0-15,-1 0 0 0,0 0 1312 0,1 0 160 16,0 0 48-16,0 0 0 0,2 1 496 0,-1-1 96 0,-1 2 32 0,0-2 0 15,-1 0-592-15,1 2-112 16,-1-1-32-16,1 0 0 16,-1 1 416-16,-1-1 80 0,1 3 16 0,-2-1 0 0,2 1-448 0,-3 1-96 15,1 0-16-15,-1 2 0 0,0 0-592 0,1 0-112 0,1 1-16 16,-2 2-16-16,1-1-336 0,-1 0-64 16,1 2-16-16,0-2 0 0,1 0-80 0,0 0 0 15,1-9-128-15,0 0 192 0,0 0-192 0,0 0 0 0,0 0 0 0,0 0 0 0,0 0 0 0,0 0 0 16,0 0 0-16,0 0 0 15,0 0 0-15,0 0 0 16,0 0 0-16,0 0 0 0,31 0 0 0,-26-7 0 16,0-4-160-16,1 2 160 0,-1-2-400 0,-1 2 0 15,2-1 0-15,-2-2 0 0,-1 2 80 0,1-1 0 16,-1-1 16-16,0 2 0 0,-2 1 304 0,0-1 0 0,-1 3 0 0,-1 0 0 16,0 1 0-16,-1 2 0 0,-2 4 0 0,0 0 0 15,1 0 0-15,-3 4 0 0,-1 1 176 0,-1-1-176 16,2 3 256-16,-2-3-64 0,3 2-16 0,-2 0 0 15,3-1-176-15,-1 0 0 0,2-1 144 0,1-1-144 16,0 2 0-16,1-3 144 0,1-1-144 0,0 0 0 16,1-2 128-16,1 0-128 0,1 1 0 0,0-2 0 15,1-1 0-15,1-1 0 0,1 0 0 0,0 0 0 16,3-1 0-16,0-1 160 0,1 0-160 0,-1 2 128 16,1-1 128-16,1-2 32 0,0 3 0 0,0-1 0 15,0 1-288-15,-1 1 160 0,0-2-160 0,-1 2 128 16,-1 1-128-16,0 0 0 0,0 0 0 0,-1 1 0 0,0-1 0 0,-2 2 0 15,0 0 0-15,0 0 0 0,-3 2 0 0,0-1 0 16,0 3 0-16,-3 1 0 0,0 0 0 0,0 1 128 16,0 0-128-16,-2 3 0 0,-1 0 128 0,0 1-128 15,1-1 0-15,-2-1 128 0,1 3-128 0,0-1 0 16,0 2 0-16,-1-5 128 0,2 1-128 0,2-2 0 16,-2 0 0-16,1-2 0 0,0 0 0 0,1-1 0 15,0-1 0-15,0-1 0 0,1-1 0 0,0-1 0 16,0-3 0-16,1 1 0 0,0-2 0 0,1 1 0 15,0-2 0-15,1 0 0 0,-1-1 0 0,0-1-272 16,2 1 64-16,0 0 16 0,0 0-128 0,1 0-32 0,1 0 0 0,-1 2 0 16,-1 0 352-16,1 1-144 0,0-1 144 0,0 2 0 15,0-1 0-15,0 1 0 0,0-2 0 16,0 3 0-16,1-2-128 0,-1-1 128 0,1 2 0 0,-1-1 0 16,1 1 0-16,0-2 0 0,1 1 0 0,-1 1 0 15,1-2 0-15,-1 3 0 0,-1 1 0 0,0 0 0 16,-3 1 0-16,1 1 0 0,0 2 0 0,-1 0 144 15,-1 2 96-15,0-1 16 0,-1 1 0 0,0 1 0 16,-1 0 0-16,0 1 16 0,0 0 0 0,-1-1 0 16,1 0-144-16,-1 0-128 0,1 0 192 0,0 0-192 15,0 0 144-15,0-1-144 0,0 1 0 0,-1-1 144 0,1 0-144 16,0 2 0-16,0-2 0 0,1-1 0 0,0 0 0 0,0 0-320 16,0-2 48-16,1 0-17264 15</inkml:trace>
  <inkml:trace contextRef="#ctx0" brushRef="#br0" timeOffset="14664.14">10156 6527 11055 0,'0'0'976'0,"0"0"-784"15,0 0-192-15,0 0 0 0,0 0 1504 0,0 0 256 16,0 0 48-16,0 0 16 0,0 0 1360 0,20 40 272 15,-20-40 48-15,0 0 16 0,-4 31-1968 0,-1-22-384 0,-1 0-80 0,-1-3 0 16,0 0-432-16,-1 0-80 16,1 0 0-16,-1-1-16320 0</inkml:trace>
  <inkml:trace contextRef="#ctx0" brushRef="#br0" timeOffset="15559.4">10723 6409 8287 0,'3'-3'736'0,"-1"-2"-592"0,0 2-144 0,-1 3 0 16,0-2 1280-16,1 1 208 0,1-2 48 0,1-3 16 16,3 0 1200-16,0-2 224 0,0 1 48 0,-2 2 16 0,-1 1-432 0,-1 1-96 15,-1 1-16-15,-1 0 0 0,-1 2-1072 0,0 2-208 0,-1 0-64 0,-2 1 0 32,0 1-688-32,0 1-144 0,-1 2-16 0,-1 1-16 0,0 3-288 0,-1-1 0 15,-1 4 128-15,2-2-128 16,-1 2 0-16,2 0 128 0,-1-1-128 0,1 1 0 15,1-2 0-15,3-12 0 0,0 0 0 0,0 32 0 16,0-32 0-16,0 0 0 0,0 0 0 0,0 0 0 16,0 0-176-16,0 0-32 0,0 0-16 0,0 0 0 15,35 8-144-15,-29-16-16 0,3-3-16 0,-1 1 0 16,1 1-592-16,0-3-112 0,0 0-32 0,0-2 0 16,0 2-224-16,1-2-48 0,-1 2-16 0,1-2 0 0,0 0 912 0,1 2 192 15,-2 0 48-15,-2 2 0 0,1 5 400 0,-3 0 96 16,-1 3 16-16,0 1 0 0,-2 1 720 0,-1 1 128 15,0 2 48-15,-1 1 0 0,-1 1-112 0,1 2 0 16,-1 2-16-16,-1 1 0 0,0 4-560 0,0-2-128 16,2-12 0-16,-3 31-16 0,3-31-176 0,0 0-128 15,4 38 192-15,-4-38-192 0,0 0 128 0,0 0-128 16,0 0 0-16,0 0 0 0,35 32 128 0,-27-33-128 16,2-4 0-16,-1 0 0 0,0-1 160 0,1-2-32 0,0 1 0 0,0-2 0 15,-1-1 192-15,1 0 16 16,-2 1 16-16,0-2 0 0,1 1-48 0,-1-1-16 15,-1 0 0-15,0-1 0 0,-1 0-96 0,0 1-32 0,-1 1 0 16,0 1 0-16,0-1-32 0,-2 3-128 16,-1 0 192-16,0 5-64 0,0-2-128 0,0 1 0 0,-1 2 0 0,0-1 0 31,0 2-704-31,0 0-192 0</inkml:trace>
  <inkml:trace contextRef="#ctx0" brushRef="#br0" timeOffset="15908.19">11176 6377 16575 0,'1'3'736'0,"1"-1"160"16,2 0-720-16,-1-2-176 0,-2 0 0 0,0 0 0 0,1 0 1872 0,2 0 352 15,2 0 64-15,4 0 16 16,1 0-960-16,2-2-176 0,0 0-32 0,0-3-16 0,0 1-928 0,-1-2-192 16,-1 1 0-16,-1-2 0 15,0 0 0-15,-1 0 144 0,-2 0-16 0,0 0-128 0,-1 0 464 0,0-1-16 0,-4 2 0 16,0-2 0-16,0 2-128 0,-3 0-48 0,0 0 0 0,-2-2 0 15,0 4-96-15,-2-1-32 16,-1 2 0-16,-1 1 0 0,0 2 448 0,-1 0 96 0,0 0 16 0,0 2 0 16,-1 3 128-16,1 0 16 0,0 0 16 0,-3 4 0 15,1 1-384-15,0 0-80 16,0 2-16-16,1-1 0 0,1-1 16 0,0 3 0 16,-2 2 0-16,0-1 0 0,1 3-128 0,2-3-16 15,0 0-16-15,1-1 0 0,4-2 32 0,1-2 16 16,1-9 0-16,0 0 0 0,0 0-160 0,0 0-128 0,0 0 192 15,34 25-192-15,-34-25 128 0,26-3-128 16,-10 0 0-16,1-1 0 16,-2-3-320-16,1 2-112 0,0-5-16 0,-1 3-18240 0</inkml:trace>
  <inkml:trace contextRef="#ctx0" brushRef="#br0" timeOffset="16538.93">11748 6372 1839 0,'2'-2'160'0,"0"-2"-160"16,0 3 0-16,0-1 0 0,-1 0 1680 0,-1 2 304 0,1-1 64 0,0 1 16 0,1-2 752 0,0 1 160 15,0 0 32-15,-1-1 0 0,-1 4-96 16,-1-1-16-16,-1 2 0 0,0 0 0 16,-3 2-1184-16,0 1-240 0,1 0-64 0,-1 0 0 15,-1 0-640-15,0 3-144 0,0 0-32 0,1 1 0 16,-1-1-288-16,3 0-64 0,0 1-16 0,1-3 0 15,2-7 0-15,0 0 0 0,0 0 0 0,0 0 0 16,0 0-224-16,0 0 128 0,40 19-128 0,-30-21 0 16,1-3 0-16,0 0 0 0,0 1 0 0,0-3 0 15,-1 0 0-15,-1-1 0 0,1-1 0 0,0-1 0 16,1 1-128-16,-2-3 128 0,-1 0-192 0,0 0 192 0,-2 1-128 16,-1 1 128-16,-1-1 0 0,-2 3 0 0,-1-1 0 0,-1 2-128 15,-2-2 128-15,-1 1 0 0,-3 1 0 0,-1 2 0 16,-2 2 0-16,-1 3 0 0,-1 3 0 0,-1 2 0 15,-2 0 0-15,-1 4 0 0,2-1 144 0,0 0-144 16,3 0 128-16,2-1-128 0,0 0 0 0,4-3 0 16,1-1 0-16,2-1 0 15,3-1-832-15,1-2-240 0</inkml:trace>
  <inkml:trace contextRef="#ctx0" brushRef="#br0" timeOffset="17076.63">12055 6100 3679 0,'-2'1'320'15,"1"0"-320"-15,1-1 0 0,0 0 0 0,0 0 2192 16,0 0 368-16,0 2 80 0,-1-1 16 0,0 1 864 0,0 1 160 15,0 1 32-15,0-2 16 0,0 3-1152 0,0-2-224 16,0 1-48-16,0 1-16 0,0 0-1056 0,1 0-208 16,-1 2-32-16,-1 2-16 0,2-9-448 0,-4 23-80 15,4-23-32-15,-5 32 0 0,2-13-208 16,-2 2-32-16,1 0-16 0,0-2 0 16,-2 5-32-16,2-2 0 0,-1 1 0 0,0-2 0 0,2 1-128 0,-1-1 0 15,4-21 144-15,-5 33-144 16,5-33 0-16,0 0 0 0,-1 33 0 0,1-28 0 0,0-5 0 15,0 0 0-15,0 0 0 0,0 0 0 0,0 0 0 0,0 0 0 16,0 0 0-16,10-5 0 0,-7-2 0 0,1-3 0 16,1-1 0-16,0 1 128 0,1-1-128 0,0-1 0 15,2 0 0-15,-1 0 0 0,2-1 0 0,1 1 0 16,-1 3 0-16,1 1-128 0,-1 2 128 0,0 2 0 16,-1-1 0-16,0 2 0 0,0 1 0 15,-2 1 0-15,1 1 0 0,-3 1 0 0,-4-1 0 0,0 0 0 16,0 0 0-16,0 0 0 0,0 0 0 0,0 0 0 0,10 37 0 0,-13-29-128 15,-1-1 128-15,-1 3 0 0,-2-2 0 0,-1 0 0 0,0 2 0 16,-1-3 0-16,1 0 0 16,-1 0 0-16,2-3 0 0,0 0 0 0,0 0 0 0,2-3 0 0,0 1 0 0,1-4 0 15,1 1 0-15,1-3 0 0,1 1-256 0,0-2-80 16,1 0-16-16,1 1-17504 16</inkml:trace>
  <inkml:trace contextRef="#ctx0" brushRef="#br0" timeOffset="17425.58">12440 6179 18431 0,'3'-1'816'0,"-1"-1"160"0,0-1-784 0,-2 3-192 0,1-2 0 0,-1 2 0 16,0-2 1232-16,1 1 208 0,-1-1 32 0,1-2 16 15,0 1 368-15,-2 0 80 0,0 1 16 0,-1 1 0 0,0 2-800 0,-2 1-176 16,0 1-16-16,-2 2-16 0,0 2-144 0,0 2-32 0,-2 1 0 0,-2 2 0 16,0 2-480-16,-1 0-96 0,-2 3-32 0,-1 2 0 15,-1-1-160-15,2 0 0 0,0-1-160 0,0-1 160 16,3 2-224-16,1-1 48 0,2-3 16 0,3-2 0 0,4-12 160 0,0 0 0 16,-1 33 0-16,1-33 128 0,0 0-128 0,0 0 0 15,0 0 0-15,0 0 0 0,42 19-160 0,-31-23 0 16,1-2 0-16,-1 0 0 15,0-2-864-15,-2 0-160 0,1 2-32 0,-2-3-16 32,0-1-2160-32,0 1-416 0,-3 1-96 0,-1-1-6304 0</inkml:trace>
  <inkml:trace contextRef="#ctx0" brushRef="#br0" timeOffset="17629.34">12256 6229 5519 0,'-9'-3'240'0,"3"2"64"0,0 2-304 0,4 1 0 0,0-2 0 0,2 1 0 16,-1 0 2368-16,-1 2 432 0,0 4 80 0,0-1 0 16,2-6 864-16,0 0 160 0,0 0 48 0,0 0 0 15,0 0-1584-15,27 38-304 0,-27-38-64 0,0 0-16 16,41 6-944-16,-24-7-192 0,1-1-32 0,1-3-16 16,-1 1-480-16,2-3-112 0,-1 2-16 0,2-3 0 15,-3 2-192-15,1 0 0 0,-2-2 128 0,0 2-128 16,-1 2 0-16,-2-1 0 0,-1 0 0 0,-2 3-12160 15,-2 0-2384-15</inkml:trace>
  <inkml:trace contextRef="#ctx0" brushRef="#br0" timeOffset="18300.25">12692 6339 28559 0,'2'3'1264'0,"-2"-3"272"0,2 0-1232 0,-1 0-304 16,-1 0 0-16,0 0 0 0,1-2 976 0,-1 1 144 16,3-1 32-16,-2 0 0 0,1-1-528 0,-1-1-112 0,1-1 0 15,1 0-16-15,0 0 16 0,0 0 0 16,-1-1 0-16,0 0 0 0,0 0 400 0,1 0 96 0,-2-2 16 0,0 0 0 16,0 3-656-16,-1-3-128 0,-1 0-32 0,-1 3 0 15,0-2-208-15,-1 1 0 0,0 0 0 0,-2 1 0 16,-1 3 0-16,0 0 0 0,-3 4 0 0,-1-1 0 15,0 5 0-15,-1-1 0 0,1 4 0 0,0-2 0 16,0 3 0-16,1 2-192 0,1-2 48 0,-1 3 0 16,0 2 144-16,2 0 0 0,0 0-144 0,2-1 144 15,0-2 0-15,1 0 0 0,4-12 0 0,-3 22 0 16,3-22 0-16,0 0 0 0,0 0 0 0,0 0 0 0,0 0 0 0,22 36 0 16,-22-36 0-16,0 0 0 0,26-1 0 0,-15-3 0 15,1 0 0-15,-1-2 0 0,-1 0 0 0,2 0-176 16,0-2 176-16,0-1-192 15,0 1-176-15,-2 0-32 0,0-2-16 0,0 1 0 16,-1 2-224-16,-2 0-64 0,0 0 0 0,-3 0 0 16,1 3 176-16,-2-1 16 0,-2 2 16 0,0 2 0 0,-1 1 496 0,-1 0 0 15,0 3-128-15,-2 2 128 0,0-1 0 0,0 1 240 16,1 2-48-16,1-2-16 0,0 2 400 0,0 0 96 16,1-2 16-16,0-5 0 0,0 0-176 0,0 0-48 15,0 0 0-15,0 0 0 0,13 38-240 0,-13-38-48 16,0 0-16-16,0 0 0 0,0 0-160 0,30 5 0 0,-21-8 0 0,0-1 0 15,1-1 0-15,1-2 0 0,-1-1 0 0,2 2 0 16,-2-2-368-16,0 1 48 0,-2-1 16 0,0 0 0 31,-1 1-208-31,0-1-32 0,-1 2-16 0,-2 0 0 0,0 0 368 0,-3-1 64 0,1 4 128 0,0-1-208 16,-1 1 208-16,-1 1 0 0,0 2 0 0,0 2 0 16,-1 0 416-16,0 1-32 0,-1 2 0 0,2-5 0 15,0 0 256-15,-3 25 32 0,3-25 16 0,-4 22 0 16,4-22-432-16,0 0-64 0,-5 36-32 0,5-36 0 15,0 0-160-15,-2 35 0 0,2-35 0 0,0 0 0 16,0 0 0-16,6 33 0 0,-6-33 0 0,0 0 0 16,0 0-304-16,0 0-144 0,0 0-16 0,0 0-16944 15</inkml:trace>
  <inkml:trace contextRef="#ctx0" brushRef="#br0" timeOffset="18482.36">12881 6126 27647 0,'0'2'2448'0,"0"0"-1952"15,0 1-496-15,0-3 0 0,1 2 1152 0,0-1 128 0,0 3 16 0,-1-4 16 16,0 0 576-16,0 0 112 0,0 0 32 16,0 0 0-16,29 36-1536 0,-29-36-304 15,0 0-64-15,0 0-11968 16,0 0-2368-16</inkml:trace>
  <inkml:trace contextRef="#ctx0" brushRef="#br0" timeOffset="18926.47">13128 6228 4607 0,'2'-3'400'0,"0"1"-400"0,0 0 0 0,-1 1 0 0,-1 2 1888 0,0 1 288 15,0-2 64-15,0 2 16 0,0 1 304 0,0-1 48 16,0 5 16-16,-1 0 0 16,-1 1-688-16,0-2-128 0,0 4-16 0,-2 0-16 15,1 1-160-15,-1-1-16 0,0 4-16 0,-1-2 0 0,1 0-400 0,1-1-80 16,-2-1-16-16,1 0 0 16,2-3-640-16,-1 0-128 0,2-2-16 0,0-1-16 15,0-1-288-15,1-2 0 0,0-2 0 0,1-1 0 16,1-1 0-16,0-2 0 0,-1-2 0 0,2 0 0 15,1-2 160-15,-1-1-160 0,0 1 128 0,1-3-128 0,0 2 0 0,0-2 128 16,0 0-128-16,1 0 0 16,-1 1 0-16,0 1 0 0,1 1 128 0,-1-2-128 15,2 3 128-15,-1 1-128 0,0-1 192 0,0 4-64 0,0-1 96 16,0 0 16-16,-1 1 0 0,-1 1 0 0,1-1-112 0,2 1 0 16,-6 3-128-16,0 0 192 0,0 0-192 0,0 0 0 15,0 0 0-15,0 0 0 0,35 31 192 0,-35-31-64 16,0 0-128-16,0 0 192 0,6 41-192 0,-6-41 176 0,0 0-176 0,-4 32 160 0,4-32-160 15,-6 24 0 1,3-12 144-16,-1-2-144 0,1-1 0 0,0-2 0 0,1 0 0 0,1-1 128 16,-1-2-128-16,1 1-160 15,1-3 160-15,1-1-18816 0</inkml:trace>
  <inkml:trace contextRef="#ctx0" brushRef="#br0" timeOffset="19225.46">13452 6237 11967 0,'1'0'1072'0,"0"0"-864"0,1 1-208 0,-1-1 0 15,-1 2 3104-15,1-2 576 0,1 2 112 0,0 0 32 16,-2-2 128-16,0 0 16 0,0 0 16 0,0 0 0 0,0 0-2832 16,0 0-560-16,35 24-112 0,-35-24-32 0,0 0-448 0,0 0 128 15,0 0-128-15,27 2 0 0,-22-2 0 0,-1 0 0 16,-2-2 0-16,-1 2 0 0,-1-2-224 0,-2 2-32 16,-1 0-16-16,-1 0 0 15,1 2-2304-15,-2-2-464 0</inkml:trace>
  <inkml:trace contextRef="#ctx0" brushRef="#br0" timeOffset="19368.59">13436 6318 17503 0,'-5'7'768'0,"2"-2"176"0,2-3-752 0,1-2-192 0,0 0 0 16,1 0 0-16,-1 2 3072 0,2 1 576 15,-2-3 112-15,0 0 16 0,0 0-880 0,0 0-176 16,0 0-32-16,22 40-16 0,-22-40-1856 0,0 0-368 0,0 0-80 0,0 0-16 16,0 0-352-16,0 0 0 15,34 24 0-15,-33-24 0 0,0 0 0 0</inkml:trace>
  <inkml:trace contextRef="#ctx0" brushRef="#br0" timeOffset="21166.7">4790 7420 10895 0,'3'-4'960'0,"-1"1"-768"0,0 1-192 0,-1 2 0 16,0 0 1184-16,1-3 192 0,2 1 32 0,1-2 48 16,3-2 976-16,0 2 192 0,0-1 32 0,-2 2 32 15,1 1-432-15,-3 2-80 0,0 0-32 0,-1 0 16 16,0 0-752-16,-2-2-160 0,1 2-32 0,-1 0 32 16,0-2-720-16,-1-3-144 0,1 2-16 0,-1-1 16 15,0-3-128-15,-1 2 0 0,0-2-16 0,-2 2 16 16,0 1-256-16,-2 1 160 0,0 0-160 0,-4 1 160 15,0 4-160-15,-2 1 0 0,-1 2 0 0,-1 0 0 16,-1 5-128-16,-2 1 128 0,-2 3 0 0,1 0 0 0,-2 3-272 0,1-1 64 16,1 1 16-16,2 0 0 0,2-1-64 15,2 1 0-15,2-1-16 0,2-2 16 16,2 1 64-16,1 0 0 0,2 1 0 0,3-1 16 0,1-2 176 0,-2-13 0 16,0 0 0-16,20 38 0 0,-20-38 0 0,0 0 240 15,37 38-16-15,-37-38 0 0,0 0 80 0,47 26 16 16,-47-26 0-16,0 0 0 0,54 14 608 0,-54-14 128 15,36 0 32-15,-19-4 0 16,1-1-1728-16,-1-2-352 0,-1-3-64 0,-1-1-16 16,0 1 112-16,-2-2 0 0,-1 0 16 0,-2 1-15728 0</inkml:trace>
  <inkml:trace contextRef="#ctx0" brushRef="#br0" timeOffset="21436.19">5046 7451 6447 0,'0'-2'128'0,"0"2"48"0,0-3 0 0,-1 3 16 0,1 0-192 0,0 0 0 0,0 0 0 0,0-2 0 16,-1 2 1792-16,1 0 336 0,-1 0 64 0,0 0 16 0,0 0 512 0,1 0 96 16,0 0 32-16,0 2 0 0,2-2-432 0,1 1-96 15,1 1-16-15,1-2 0 0,1-2-1120 0,0 1-224 16,3 1-64-16,-1-2 0 0,2 2-688 0,0-2-208 15,1-1 0-15,-1 1 128 0,0-1-128 16,-1 1 0-16,1 1 0 0,-2 0-128 16,-1-1-432-16,0 0-80 0,-1 1 0 0,-1 1-16 15,0 0-1216-15,-2 0-240 0,0 0-64 0,-2 0-10640 16</inkml:trace>
  <inkml:trace contextRef="#ctx0" brushRef="#br0" timeOffset="21660.6">5045 7530 7359 0,'-3'2'656'0,"1"-2"-528"16,2 0-128-16,0 0 0 0,1 1 2208 0,0-1 416 15,-1 1 64-15,0 1 32 0,0 1 144 0,1-1 16 0,1 3 16 0,1-3 0 16,1 3-1216-16,-1-2-240 0,3-1-48 16,-1-1-16-16,2 0-560 0,0-1-112 15,1 0-32-15,0-1 0 0,1 0-272 0,1-3-48 0,0 0-16 0,0 0 0 16,0-1-336-16,0 0 144 15,-1 1-144-15,0-3 0 16,1 3-544-16,0-1-224 0</inkml:trace>
  <inkml:trace contextRef="#ctx0" brushRef="#br0" timeOffset="22201.02">5659 7323 16575 0,'2'-2'1472'0,"-1"1"-1168"16,-1 0-304-16,0 1 0 0,0 0 720 0,0 0 96 16,0-1 16-16,0 1 0 0,0 0-112 0,-1 0-16 0,-1 1 0 0,-1 1 0 15,1 1-384-15,-2 1-96 0,0 0-16 0,-1 1 0 16,1 0 272-16,-1 0 48 0,0 2 16 0,0 0 0 16,-1-1-32-16,2 2-16 0,-2-1 0 0,2 3 0 0,-2 2 208 0,0 0 64 15,-2 2 0-15,0 2 0 0,0-2 48 0,-1 3 16 16,-1 2 0-16,0 3 0 15,0-1 64-15,1-1 32 0,1 1 0 0,-1-3 0 0,1-1-512 16,2-1-96-16,-1-4-32 0,2 0 0 0,2-5-288 16,0 0 0-16,1-2 0 0,2-5 0 0,1 0 0 0,0 0 0 15,2-5-208-15,0-2 80 16,-1 1-304-16,2-1-48 0,0-1-16 0,-1-1-15168 0</inkml:trace>
  <inkml:trace contextRef="#ctx0" brushRef="#br0" timeOffset="22501.51">5621 7312 6447 0,'0'-3'272'0,"0"0"80"0,1 1-352 0,-1 1 0 0,0 1 0 16,0 1 0-16,0-1 1936 0,0 0 320 0,0 2 64 15,0 1 16-15,-1-1 640 0,0 3 128 0,1-3 32 0,-1 3 0 16,1-2-1232-16,0 1-240 0,0 1-64 0,1 0 0 15,0-1-704-15,1 2-128 16,0 2-48-16,-2-8 0 0,0 0-272 0,0 0-64 0,13 41-16 16,-13-41 0-16,7 35-160 0,-7-35-16 15,8 36-16-15,-8-36 0 0,9 38-48 0,-9-38 0 0,12 43 0 0,-12-43 0 16,14 50-128-16,-14-50 0 0,15 49 0 0,-15-49 128 16,15 41-128-16,-15-41 0 0,12 33-160 0,-12-33 160 31,0 0-640-31,0 0-48 0,20 35 0 0,-17-32 0 15,0-1-720-15,-2 0-160 0,1-2-32 0,-1 0-12032 0</inkml:trace>
  <inkml:trace contextRef="#ctx0" brushRef="#br0" timeOffset="23119.06">5516 7591 11967 0,'0'0'1072'0,"0"0"-864"0,1 0-208 0,-1 0 0 0,0 0 1360 0,0 0 240 16,1 0 32-16,0 0 16 0,1 2 272 0,0-2 64 16,1 3 16-16,-1-2 0 0,2 0-400 0,0 1-96 15,0 1-16-15,1-3 0 0,0 2-288 0,0-2-64 16,2 0-16-16,0-2 0 0,1 2-320 0,0-3-64 0,-1 1-16 0,2 0 0 16,-1-3-448-16,0 2-80 0,1 0-32 15,-1 0 0 1,-1 0-768-16,2-1-160 0</inkml:trace>
  <inkml:trace contextRef="#ctx0" brushRef="#br0" timeOffset="23675.84">5985 7456 6447 0,'-1'-2'576'0,"0"2"-576"15,0-2 0-15,1 1 0 0,0 1 1648 0,-1 0 208 16,0-2 64-16,0 2 0 0,0-3 608 0,-1 1 128 0,1 2 32 0,1-2 0 15,-1 0-416-15,1 2-80 16,0 0-16-16,1 2 0 0,0-2-656 0,0 0-144 16,1 2-32-16,1 0 0 0,0 3-320 0,0-2-80 15,2 3-16-15,-5-6 0 0,0 0-464 0,0 0-80 16,0 0-32-16,42 38 0 0,-42-38-112 0,0 0-32 0,0 0 0 16,43 38 0-16,-43-38-80 0,0 0-128 0,37 38 176 15,-37-38-176-15,0 0 128 0,36 36-128 0,-36-36 0 0,0 0 0 16,32 28 0-16,-32-28 0 0,0 0 0 0,0 0 0 0,0 0 0 0,43 18 0 15,-36-18 0-15,-1-1 0 16,-1-2-496-16,0 1-48 0,-1-2-16 0,-1 1-11344 16,-1-2-2288-16</inkml:trace>
  <inkml:trace contextRef="#ctx0" brushRef="#br0" timeOffset="23896.43">6247 7434 6447 0,'-2'-2'576'0,"1"0"-576"0,0 2 0 0,0-2 0 0,0 2 1984 0,1 2 272 15,-1-2 64-15,-1 2 16 0,-1 0 896 0,-3 3 176 16,0 2 48-16,-3 3 0 0,-2 0-896 0,0 4-192 16,-2 1-16-16,-1 0-16 0,1 2-1184 0,-2 2-224 15,-1-2-48-15,1 2-16 0,1-3-496 0,1-2-112 16,2 0 0-16,1-4-16 0,2 0-240 0,3-6-128 15,0 1 128-15,2-4-17632 0</inkml:trace>
  <inkml:trace contextRef="#ctx0" brushRef="#br0" timeOffset="24618.9">6557 7380 6447 0,'0'-2'576'0,"0"2"-576"0,1 0 0 0,-1 0 0 0,0 0 832 0,0 0 64 15,-1 0 16-15,0 0 0 0,0 0 1104 0,0 0 224 0,0 0 32 0,0 0 16 16,0 0-352-16,-1 2-64 15,1-2-16-15,1 0 0 16,-2 2-464-16,1 0-112 0,-1 1 0 0,0 2-16 16,0-1-256-16,0 4-48 0,0 1-16 0,0 0 0 0,-1 3-224 0,0 3-32 15,0 1-16-15,1 2 0 16,-2 2-352-16,-1-1-64 0,2 5 0 0,-1-3-16 0,1 0-240 0,0-3 144 16,1 0-144-16,1-1 128 0,1-3-128 15,0-2 0-15,1-2 0 0,0-1-176 16,0-2-1488-16,0-2-288 0,1-3-64 0,0-2-11904 15</inkml:trace>
  <inkml:trace contextRef="#ctx0" brushRef="#br0" timeOffset="25184.25">6535 7373 6447 0,'-5'2'272'0,"2"-1"80"0,0 1-352 0,1 0 0 0,2-2 0 0,0 0 0 15,0 0 1456-15,-1 0 208 0,1 2 64 0,1-2 0 16,0 0 320-16,3 0 80 0,1-2 16 0,0-3 0 16,3 0-288-16,0 1-48 0,0-4-16 0,2 0 0 15,0 2-768-15,-1-1-176 0,1 0-16 0,0 3-16 16,-1 1-480-16,0-1-80 0,0 3-32 0,-9 1 0 16,0 0 224-16,0 0 32 0,35 2 16 0,-35-2 0 15,0 0-80-15,0 0-16 0,0 0 0 0,0 0 0 16,40 32-272-16,-40-32-128 0,0 0 128 0,0 0-128 0,0 0 0 0,17 35 0 15,-15-26 0-15,-2-3 0 0,0 0 0 16,-2 2 0-16,-1-2 0 0,-2 0 0 0,-1 0-128 16,-1 0 128-16,0 0 0 0,-3-1 0 0,0 2 0 15,-2 0 0-15,-1-2 0 0,-1 3 0 0,-1 0-224 0,1 0 80 16,0-4 16-16,1 1 0 0,3 0-64 0,1-3-16 16,1 1 0-16,1-3 0 0,3 2 208 0,0-2 128 15,2 0 0-15,1-2-128 0,2 2 240 0,1-2-64 16,1 1-16-16,1-1 0 0,3 0 96 0,-1-1 0 0,3 1 16 0,0-3 0 15,1 3 144-15,0 0 32 0,2 0 0 16,-1 1 0-16,-11 1-160 0,0 0-32 0,37 1 0 0,-37-1 0 16,0 0-112-16,0 0-16 0,43 13-128 15,-43-13 192-15,0 0-48 0,0 0-16 0,41 21 0 16,-41-21 0-16,0 0 0 0,0 0 0 16,0 0 0-16,32 34 0 0,-31-29 0 0,0 0-128 0,-2 1 192 0,-1-1-64 15,-2 0 0-15,-3 0 0 0,-1 2 0 0,-1-3 0 16,-2 4 112-16,-3-3 16 0,0 4 0 0,-3-2 0 0,0 0-256 0,-3 0 176 15,1-1-176-15,2-3 160 0,1 0-160 16,1-2 0-16,2-2 0 0,2-1 0 16,2-1-496-1,1 1-80-15,4-3 0 0,1 0-16768 0</inkml:trace>
  <inkml:trace contextRef="#ctx0" brushRef="#br0" timeOffset="27351.03">7049 7437 6447 0,'0'0'576'0,"-1"0"-576"0,1 2 0 0,0-2 0 15,0 0 1008-15,0 0 80 0,0 0 32 0,0 1 0 32,1 1 544-32,0-2 96 0,0 0 32 0,2 0 0 15,0-2-64-15,-1 2 0 0,2-1 0 0,1 1 0 0,0 0-272 0,2-2-64 16,-1 0-16-16,2 1 0 0,-1-1-224 0,1 2-32 0,0-1-16 15,-1 0 0-15,2 1-336 0,0 0-64 16,-9 0 0-16,0 0-16 0,29-3-352 0,-20 2-64 0,0 0-16 0,2 1 0 16,-2-3-256-16,-1 3 128 15,1 0-128-15,-1 0 0 0,-1-2 0 0,0 1 0 0,-2 0 0 16,1 1 0-16,-1-2-144 0,-2 0-48 16,1 1 0-16,-1-1 0 15,-1 2-1008-15,-2-2-208 0,1 1-32 0,-1 1-12592 0</inkml:trace>
  <inkml:trace contextRef="#ctx0" brushRef="#br0" timeOffset="27800.7">7062 7536 9295 0,'-1'0'400'0,"0"0"112"0,1 0-512 0,-1 0 0 15,1 0 0-15,0 0 0 0,0 0 1344 0,0 0 192 16,-1 0 16-16,1 0 48 15,-1 0 432-15,1 0 80 0,0 0 32 0,-1-2 16 0,1 4-496 0,0-2-80 16,0 0-32-16,0 0 32 0,1-2-560 0,-1 2-96 16,1 0-32-16,0 0 32 0,-1 0-32 0,2 0 0 15,1 0 0-15,0 0 32 0,2-1-32 0,-1 0 0 16,2 1 0-16,0-2 32 0,1 1-272 0,0-1-48 0,1 2-16 0,0-2 16 16,0 1-304-16,1 1-64 0,0 0-16 0,1-2 32 15,-1 2-256-15,-9 0 128 16,0 0-128-16,0 0 128 0,38 2-128 0,-28-2 0 15,-10 0 0-15,0 0 0 0,0 0-192 0,34 0 64 16,-28 0 128-16,0 0-192 0,0-2 16 0,-1 1 16 0,1-2 0 0,-1 0-11808 16,1-2-2368-1</inkml:trace>
  <inkml:trace contextRef="#ctx0" brushRef="#br0" timeOffset="34216.64">7886 7082 4607 0,'2'-1'400'0,"-1"-1"-400"0,0 2 0 0,-1-2 0 15,0 2 912-15,1-1 112 0,1-1 0 0,0 0 16 16,1-1 432-16,1-2 96 0,-1 2 16 0,0 0 0 16,-1-2-96-16,0 2-16 0,-1 3 0 0,0-2 0 15,-1 0-128-15,0 2-48 0,0-2 0 0,-1 2 0 16,0 0-160-16,-1 0-48 0,0 0 0 0,0 2 0 15,0-2-320-15,0 1-80 0,-2 0-16 0,0-1 0 0,0 2-304 0,0-1-64 16,-2 1-16-16,1 0 0 0,-1 1-80 0,-1-1-16 16,0 0 0-16,-1 1 0 0,0 1-192 0,1-1 176 15,0 1-176-15,-1-1 160 16,3 0-160-16,-2 1 160 0,2 0-160 0,-1 2 160 16,0-2-160-16,1 3 160 0,-2 0-160 0,3-1 160 0,-1 0-160 15,0 0 128-15,2 0-128 0,-2 1 128 0,1-2 48 16,1 3 0-16,0-2 0 0,1 1 0 0,1-2 64 0,0 0 16 15,2 0 0-15,0-1 0 0,1 2-80 16,0 0-16-16,1 1 0 0,-3-7 0 0,0 0 96 0,0 0 0 16,0 0 16-16,28 36 0 0,-28-36-144 0,0 0-128 15,0 0 192-15,26 35-192 0,-26-35 128 0,0 0-128 16,0 0 0-16,22 38 0 0,-22-38 0 0,0 0 128 0,0 0-128 16,11 36 0-16,-9-31 0 0,-3 2 0 0,0 0 0 0,-1-2 0 15,-2-1 0-15,0 2 0 0,1-1 0 16,-2-2 0-16,0 2 0 0,0-1 0 0,0-1 0 0,0 0 0 15,-2 2 0-15,2-3 0 0,-1 0 0 0,1 0 0 16,2 1 0-16,-1-3 0 0,2 0-160 16,-1 1 160-16,2-1 0 0,-1 1-144 15,1-1 144-15,0 0 0 0,1 1-192 0,0-1 192 0,0 0-192 0,2 0 192 16,0 0 0-16,-1-1 0 0,1 0 0 0,0 0 0 16,0-1 0-16,0 1 0 0,0-1 0 0,0 2 0 0,0-1 0 0,-1 1 176 15,0 0-176-15,0 1 160 16,0-1-32-16,-1 2 0 0,0 1 0 0,0 2 0 15,0-3-128-15,-1 3 192 0,-1 0-192 0,1-3 192 0,-1 3-192 16,2 0 128-16,-3-2-128 0,2 0 128 16,0 0-128-16,0 0 0 0,-1-1 0 0,1 0 0 15,0 0 0-15,-1-2 0 0,1 1 0 0,1 1 0 16,-1-2 0-16,-1 0 0 0,1 2 0 0,0-2 0 16,-1 0 0-16,1 0 0 0,-1 0 128 0,0 1-128 0,1-1 0 15,-1 0 0-15,0 0 0 0,0 2 0 16,0-2 0-16,0 0 0 0,1 0 0 0,0 0 0 15,0 0 0-15,1-2 0 0,0 2 0 0,0-1 0 0,0 1 0 0,0-2 0 16,0 2 0-16,0-3 0 0,0 3 0 16,0-2 0-16,1 0 0 0,0 0 0 0,0 1 0 0,0 1 192 15,-1-2-192-15,1 0 192 0,-1 2 0 0,1-1 0 16,-1 1 0-16,0 0 0 0,0 1-48 0,0-1 0 16,0 2 0-16,-1 0 0 0,0 1-144 0,1-1 160 15,-1 0-160-15,0 3 160 0,1-2-160 0,-1 1 0 0,1 1 0 0,-1 1 128 16,1-2-128-16,0 3 128 15,0-2-128-15,0 2 128 0,0-1-128 0,0 0 160 16,0 0-160-16,1 2 160 0,0-1-160 0,-1 0 0 16,1 0 0-16,-1 0 128 0,0 0-128 0,0-1 0 15,0 0 0-15,1 1 0 0,-1 0 0 0,0 0 0 0,-1 1 0 16,1-2 0-16,0 2 0 0,-1-4 0 0,1 2 128 0,-1-1-128 16,1 1 0-16,0-3 0 0,0 1 0 0,0 1 0 15,1 0 0-15,-1-3 0 0,1 2 0 0,-1 0 0 16,2 0 0-16,-1-2 0 0,0 3 0 0,0 0 0 15,1 0 0-15,-2 2 0 0,1-1 0 0,-1 2 0 16,0-1 0-16,-1 0 0 0,0 1 0 0,0 0 0 16,1 2 0-16,-1 0 0 0,0 0 0 0,0 1 0 15,0 3 0-15,0-2 0 0,0 0 0 0,0 0 0 16,0 2 0-16,1-2 0 0,0-3 0 0,0 2 0 16,1 0 0-16,-1 1 0 0,1-1 0 0,0 1 0 0,-1-12 0 15,3 22 0-15,-2-11 0 0,-1 1 0 0,0-12 0 0,2 26 0 16,-2-26 0-16,2 24 0 15,-2-11 0-15,0 0 0 0,0 1 0 0,0-2 0 0,0-12 0 16,1 25 0-16,-1-25 0 0,0 0 0 0,2 32 0 0,-2-32 0 16,0 0 0-16,0 0 0 0,6 31 0 0,-4-27 0 15,0 2 0-15,-1-2 0 0,0-2-240 0,0-2-16 16,1 1-16-16,-1-2 0 16,1-1-1072-16,0-3-192 0</inkml:trace>
  <inkml:trace contextRef="#ctx0" brushRef="#br0" timeOffset="35764.1">8147 7221 4607 0,'1'-5'400'0,"0"3"-400"0,0-2 0 0,0 1 0 15,0 3 720-15,-1-2 64 0,0 1 16 0,1-1 0 16,0-2 960-16,1-1 192 0,-1 1 32 0,0-2 16 15,0 1-16-15,-1 2-16 0,1 0 0 0,-2 2 0 16,0-1-496-16,1 2-80 0,-2 0-32 0,0 0 0 0,0 2-288 0,-1 2-64 16,-1 0-16-16,0 3 0 0,-1 2-336 0,0 1-64 15,-1 4-16-15,0 5 0 16,0-1 0-16,1 4-16 0,1 0 0 0,1 1 0 16,2-2-240-16,0-3-32 0,1-18-16 0,5 30 0 15,-5-30-272-15,0 0 128 0,0 0-128 0,19 38 0 16,-19-38 0-16,0 0 0 0,0 0 0 0,0 0 0 0,36 7 0 15,-28-12 0-15,-1 0 0 0,0-2 0 0,0 0 0 0,0-1 0 16,0-3 0-16,2 0-144 0,-1 1 144 16,-1-5-128-16,1 1 128 0,-2-2-128 0,0 0-128 0,-2 1-32 15,-1-2 0-15,-1 1 0 0,-1-1 288 0,-2 0-160 16,-1 3 160-16,-2 0-128 0,0 2 128 0,-3 1 0 16,-1 3 0-16,-2 3 0 0,-2 3 0 0,0 2 128 15,0 2-128-15,1 3 128 0,2-1-128 0,1 2 0 16,1 1 0-16,2-2 0 0,1 2 0 0,0-3-256 15,3 2 32-15,1-2-9744 16,2 1-1936-16</inkml:trace>
  <inkml:trace contextRef="#ctx0" brushRef="#br0" timeOffset="35984.44">8356 7329 19343 0,'1'3'1728'0,"0"-2"-1392"0,0 1-336 0,-1 0 0 16,0 1 1504-16,1-1 224 0,0 3 64 0,-1-5 0 15,0 0-224-15,0 0-32 0,13 33-16 0,-13-33 0 16,0 0-896-16,0 0-176 0,0 0-48 0,0 0 0 16,0 0-400-16,0 0 0 0,0 0 0 0,0 0-9632 15,0 0-1968-15</inkml:trace>
  <inkml:trace contextRef="#ctx0" brushRef="#br0" timeOffset="36452.47">8695 7088 19343 0,'1'-4'848'0,"1"1"192"0,1 1-832 0,0 0-208 15,-1 1 0-15,-1 1 0 0,-1 0 1184 0,2-2 192 0,3 1 32 0,0-2 16 16,0 1 240-16,-1 1 64 16,-1-2 0-16,-1 3 0 0,-2 0-912 0,-1 0-176 0,0 1-48 0,-2 1 0 15,0 1 224-15,-2 1 32 16,-1 1 16-16,-1 2 0 0,-2 5-464 0,0 0-80 0,1 2-32 0,-2 0 0 15,2 3-288-15,0 0 128 0,-2 3-128 0,2 2 0 16,1 2 144-16,0-3-144 0,2-2 0 0,3 0 144 16,2-19-16-16,0 33-128 0,0-33 192 0,0 0-64 15,0 0-128-15,13 38 0 0,-13-38 0 0,0 0 0 16,0 0 0-16,0 0 0 0,36 12 0 0,-28-12 0 16,1-2 0-16,0-1 0 0,0-2 0 0,-1 2 0 15,2-3-160-15,-1 1 160 0,0-2 0 0,0 0-144 16,-1 0 144-16,-2-2-128 0,2 1 128 0,-3-1-128 15,1 2-32-15,-2-1 0 0,-2 2 0 0,-1-2 0 16,-1 1 160-16,-1 2 0 0,-1-1 0 0,-4 3 0 0,0 0 0 16,-4 1 0-16,-1 0 0 0,-2 2 0 0,-3 2 0 0,-2 0 0 15,0 4 0-15,1 0 0 16,2-1-800-16,1 2-128 0,2-1-32 0,1 0-14336 16</inkml:trace>
  <inkml:trace contextRef="#ctx0" brushRef="#br0" timeOffset="37018.46">8096 7579 911 0,'-2'3'0'0,"-1"-1"0"0,1-2 0 0,1 0 0 0,0 1 1136 0,0 0 144 16,-1-1 16-16,-1 2 16 15,-1 1 864-15,0 0 192 0,1 0 16 0,1-2 16 0,2 1-128 0,-1-1-32 16,1 1 0-16,1-2 0 0,-1-2-448 0,1 2-112 15,0-1-16-15,1 1 0 0,1-2-256 0,-1 2-48 16,1-1-16-16,-1 0 0 0,2 1-320 0,1-3-64 16,0 3 0-16,1-2-16 0,0 2-288 0,2 0-48 15,0-3-16-15,2 3 0 0,0-2-160 0,1 2-48 16,2-2 0-16,-13 2 0 0,27-2-128 0,-27 2-16 16,30-5-16-16,-30 5 0 0,36-5-96 0,-36 5-128 15,39-2 176-15,-39 2-176 0,43-5 160 0,-43 5-160 0,45-7 128 0,-24 5-128 0,-3-1 0 16,-18 3 0-16,38-5 0 0,-38 5 0 0,36-4 0 0,-18 1 0 15,-18 3 0-15,41-5 0 0,-41 5 0 0,46-4 0 16,-46 4 0-16,48-8 0 16,-24 5 0-16,-2 0 0 15,-2-2 0-15,3 0 0 0,0 0 0 0,1-2 0 16,-2 1 128-16,0-1-128 0,-2-1 0 0,-1 2 0 16,-1 0 0-16,-1 1 0 0,-2 1 0 0,-2-1 0 0,-1 2 0 15,-1 1 0-15,-2 0 0 0,-1 0 0 16,-2 1 0-16,-3 1 0 0,-1 0-384 0,-3 1 0 0,-2 1 0 0,-2 2-17632 15</inkml:trace>
  <inkml:trace contextRef="#ctx0" brushRef="#br0" timeOffset="37468.55">8494 7793 1839 0,'0'-3'160'0,"-1"1"-160"0,1 0 0 15,0 0 0-15,1 1 3664 0,-1 1 704 16,0-2 144-16,1 1 32 0,0-1-1984 0,0 1-400 15,1 0-80-15,-1-1-16 0,0 4-944 0,-1 0-192 0,1 4-32 0,-2 2-16 16,1 2-48-16,-1 4 0 0,1 5 0 0,-1 2 0 16,1 3 112-16,-1 2 16 0,0 3 0 0,0 2 0 0,-1 0-192 15,0 2-48-15,0-3 0 0,1-1 0 16,0-5-240-16,-1-1-48 0,1-4-16 0,0-2 0 31,1-4-864-31,0-2-160 0</inkml:trace>
  <inkml:trace contextRef="#ctx0" brushRef="#br0" timeOffset="38902.12">9537 7833 9215 0,'1'-2'816'0,"0"1"-656"0,1 1-160 0,-1-2 0 0,0 2 928 0,0 0 160 16,-1 0 16-16,3 2 16 0,-1-2 1072 0,0 3 224 16,-1 2 32-16,1-1 16 0,-1 1-752 0,-1 2-160 15,-1-2-16-15,0 2-16 0,-1 0-624 0,0-1-128 0,-2 2-32 0,0-3 0 16,0 3-160-16,0-2-16 15,-1 2-16-15,1-1 0 0,-1 0-416 0,1-2-128 0,1 2 0 0,0-4-9472 32,-1 0-1984-32</inkml:trace>
  <inkml:trace contextRef="#ctx0" brushRef="#br0" timeOffset="39500.91">10204 7212 6447 0,'-1'-3'576'0,"1"-2"-576"0,0 3 0 0,1 0 0 15,0 0 1168-15,-1 0 128 0,1 1 32 0,0-2 0 16,2-1 752-16,-1-1 160 0,1-2 16 0,0 2 16 16,0 0-192-16,-1 1-32 0,0 2-16 0,-1 0 0 0,0 2-672 0,-2 2-128 15,1 2-16-15,-1 3-16 0,0-2-160 0,-1 5-16 16,0 2-16-16,-1 4 0 0,1 0-272 0,-1 4-48 16,0 1-16-16,0 0 0 15,1 1-224-15,0-1-32 0,1-2-16 0,1-19 0 0,0 31-400 16,0-31 0-16,0 0 0 0,1 34-17088 15</inkml:trace>
  <inkml:trace contextRef="#ctx0" brushRef="#br0" timeOffset="39910.89">9999 7524 5519 0,'-1'0'496'0,"0"0"-496"0,0 1 0 0,1-1 0 16,0 0 1344-16,-1 2 160 0,-1-2 32 0,0 2 16 15,-2-1 1200-15,2 1 224 0,-1 0 48 0,0 0 16 0,0-1-656 0,2 1-128 16,0 0-16-16,0-2-16 15,1 1-496-15,1 1-112 0,2-2-16 0,-1 0 0 16,2 0-464-16,-1-2-112 0,3 1 0 0,0 1-16 16,3-2-496-16,0-1-112 0,1 3-16 0,2-2 0 15,3 0-176-15,2-1-32 0,2-1-16 0,-19 4 0 16,43-3-160-16,-19 1 160 0,4 0-160 0,1-1 160 16,-3-1-160-16,1 3 0 0,2-1 0 15,0-3 0-15,-1 1 0 0,-2 1 0 0,-2 1 0 0,-2-2 0 16,-2 1 0-16,-20 3 0 0,35-3 0 0,-35 3 0 15,30-1-192-15,-30 1 48 0,0 0 0 0,30-1 0 0,-22 1-96 16,-4 0-16-16,0 0 0 0,-2 0-11760 16,-1 0-2352-16</inkml:trace>
  <inkml:trace contextRef="#ctx0" brushRef="#br0" timeOffset="40557.49">10147 7752 14735 0,'-4'2'640'16,"2"-2"160"-16,1 1-640 0,-1-1-160 0,2 2 0 0,-1-2 0 0,1 0 1696 0,-1 2 304 16,-1-2 64-16,1 3 16 0,-1-3-304 0,1 0-64 15,1 0-16-15,1 0 0 0,-1 0-416 0,1 0-64 16,1-2-32-16,1 1 0 16,0 1 96-16,2 0 0 0,1-2 16 0,1 2 0 0,-7 0-624 0,0 0-128 0,0 0-32 0,37 0 0 31,-37 0-192-31,0 0-32 0,35 3-16 0,-35-3 0 15,0 0-144-15,0 0-128 0,40 6 192 0,-40-6-192 16,0 0 128-16,0 0-128 0,0 0 0 0,0 0 0 16,39 29 0-16,-39-29 0 0,0 0 0 0,0 0 0 0,0 0 0 15,0 0 0-15,12 35 0 0,-13-29 0 0,-1 0 0 16,0 0 0-16,-2 0 0 0,-2 1 0 16,0-2-432-16,-1 2 16 0,-1 0 0 0,-1 0 0 15,-1 0-432-15,-3 1-96 0,1-2-16 0,0 2 0 16,1-1-240-16,1 0-48 0,2-2-16 0,0 0 0 0,4-2 1008 0,0 0 256 15,1 0 0-15,1-2 0 0,1 1 128 0,1 0 64 16,2-2 0-16,0 0 16 0,2 0 368 0,0 0 80 16,2 0 16-16,1-3 0 0,1 2 352 0,-8 1 64 0,0 0 0 0,30-4 16 15,-30 4-352-15,0 0-80 0,33-6-16 0,-33 6 0 16,25-5-400-16,-13 2-64 0,-12 3-32 0,28-4 0 16,-28 4-160-16,25-5 0 0,-25 5 0 0,28-5 128 15,-28 5-128-15,27-4 128 0,-27 4-128 0,26-7 128 16,-26 7-128-16,0 0 0 0,32-5 0 0,-23 0 0 15,1 2-320 1,-1 0-80 0</inkml:trace>
  <inkml:trace contextRef="#ctx0" brushRef="#br0" timeOffset="40871.43">11043 7804 2751 0,'0'0'256'0,"1"1"-256"0,0 1 0 16,-1 0 0-16,1-2 6992 0,-1 3 1360 0,1-1 272 0,0 0 48 16,-1-2-5520-16,0 0-1104 0,0 0-208 0,0 0-48 15,10 40-1152-15,-10-40-208 16,0 0-48-16,0 29-16 0,-2-17-368 0,-3-2 128 0,-1 3-128 0,-2-1 0 16,-1 2 0-16,-2-2 0 15,-1 0 0-15,-2-1-18608 0</inkml:trace>
  <inkml:trace contextRef="#ctx0" brushRef="#br0" timeOffset="42371.92">11608 7160 7359 0,'4'-5'656'0,"-1"2"-528"0,0 1-128 0,-2 2 0 16,-1-2 1232-16,1 2 224 0,0-3 32 0,3-2 16 15,1 1 1392-15,-2-1 288 0,0 0 48 0,-2 3 16 16,-1 0-752-16,-1 4-128 0,-1-1-48 0,0 2 0 15,-1 0-1168-15,-1 2-224 0,-1-1-48 0,0 4-16 16,-1-3-560-16,0 4-112 0,-1 0-32 0,1 1 0 0,0 2-160 0,1 0 0 16,-1 4 0-16,2-1 0 0,0 3 0 0,2 2 0 15,0 3 0-15,0-1 0 0,2-22 0 16,2 42 192-16,-2-42-192 0,6 40 192 0,-6-40-64 0,0 0-128 16,13 48 192-16,-13-48-64 0,0 0-128 0,0 0 0 15,26 35 0-15,-26-35 0 0,0 0 0 0,27-4-176 16,-18-3 48-16,1-1 0 0,0-5-96 0,2-2-16 15,0-2 0-15,-1 1 0 0,-1-4-80 16,-1 0 0-16,-2 0-16 0,-1-1 0 0,-1 0 144 0,-4 2 16 0,-1 1 16 0,-1 3 0 16,-2 0 160-16,0-1 0 0,-2-1 0 0,0 3 128 15,-1 0 96-15,1 0 32 0,0 4 0 0,0-2 0 16,-1 3 96-16,1 2 32 16,1 2 0-16,-1 2 0 0,0 1 64 0,1 2 0 0,-2 5 16 0,2 0 0 15,0-1-336-15,-1 2-128 0,2 2 0 16,0 0 144-1,1-1-1104-15,0 2-240 0</inkml:trace>
  <inkml:trace contextRef="#ctx0" brushRef="#br0" timeOffset="42595.34">11826 7347 18431 0,'-1'0'816'0,"0"2"160"0,1-1-784 0,0 1-192 0,1-2 0 0,-1 2 0 0,0-2 1232 16,1 2 208-16,1 3 32 0,0 0 16 15,-2-5 720-15,0 0 144 0,0 0 16 0,0 0 16 0,18 35-1600 16,-18-35-320-16,0 0-64 0,0 0-16 16,0 0-640-16,0 0-144 0</inkml:trace>
  <inkml:trace contextRef="#ctx0" brushRef="#br0" timeOffset="43153.73">12060 7126 19343 0,'0'-2'848'0,"0"0"192"0,1 2-832 0,-1-2-208 15,1 2 0-15,-1 0 0 0,0 0 1680 0,0 0 304 0,1 2 48 0,0-2 16 16,0 0-304-16,-1 2-48 15,0-2-16-15,-2 2 0 0,1 0-848 0,-2 1-160 16,0-1-32-16,1 2-16 0,-1-1 208 0,-1 3 32 16,1-2 16-16,0 3 0 0,0 0-448 0,0 0-96 0,1 0-16 0,2 1 0 15,0-8-176-15,0 0-144 0,0 0 192 0,0 0-192 16,0 0 176-16,0 0-176 0,35 31 160 0,-35-31-160 16,0 0 176-16,0 0-176 0,40 13 192 0,-40-13-192 15,0 0 144-15,0 0-144 0,39 24 0 0,-39-24 144 16,0 0-144-16,0 0 0 0,25 43 0 0,-25-43 0 15,0 0 0-15,10 41 0 0,-10-41 0 0,0 0 0 16,1 40 0-16,-1-40 0 0,-6 19 0 0,2-10 0 16,0 1 0-16,-3-4 0 0,0 2 0 0,-2-1 0 15,-2 0 0-15,0-4 0 0,-2 1 0 0,2-1 0 0,2-3 0 16,0 0 0-16,3-3 0 0,-1-2 0 0,2-1 0 16,0-2 0-16,1 1 0 0,0 0 0 15,1-3 0-15,1 1 0 0,1-2 0 0,1-1 0 0,2 2 0 0,-1-4 0 16,2 2 0-16,1-2 0 0,-1 2-144 0,2 0 144 15,0 2 0-15,2-1 0 0,-1 3 0 0,1-1 0 0,0-1 0 0,1 3 0 16,-1 0 0-16,2 0 0 0,0 0 0 0,0 0 0 16,0 0 0-16,1-1 0 15,-1 2 0-15,-1-3 0 0,2 1 0 0,-1-2 0 0,1-1 0 0,-1 1 0 16,1-2 0-16,-3 0 0 0,0 0 0 16,-2 3 0-16,-1 2 0 0,-2-3 128 0,-1 1-128 15,-1-3 0-15,-2 3 0 0,-4 1 0 0,-1 4 0 0,-4 1 0 16,-2 3 160-16,-3 3-160 0,-2 1 160 0,-1 1-160 15,0 2 128-15,0-1-128 0,1 0 0 0,3 1 144 16,2 0-336-16,1 1-64 0,2-1 0 0,2 1-17712 16</inkml:trace>
  <inkml:trace contextRef="#ctx0" brushRef="#br0" timeOffset="43679.02">11519 7649 4607 0,'-3'-1'400'0,"0"1"-400"16,1 0 0-16,0-2 0 0,1 2 1904 0,0 2 288 0,0-2 64 0,0 0 16 0,-2 1 768 15,0 0 160-15,-1-1 16 0,2 2 16 16,1-2-592-16,1 0-112 0,1-2-32 0,0 1 0 15,3 0-1088-15,1-3-208 16,1 1-48-16,2 0-16 0,2 0-320 0,1-1-64 0,3-1-16 0,1 1 0 16,-15 4-368-16,34-7-80 0,-14 4-16 0,-20 3 0 15,48-7-144-15,-21 5-128 0,2 0 144 0,1 1-144 16,0 1 0-16,0 1 128 0,-30-1-128 0,58 5 0 16,-58-5 0-16,58 5 0 0,-58-5 0 0,59 6 0 15,-28-5 0-15,1-1 0 0,2 0 0 0,-1-1 0 16,0-3 0-16,-3 1 0 0,0-4 0 0,-3 1 0 15,-4 0 0-15,-2 0 0 0,-1 0 0 0,-2-1 0 16,-4 2 0-16,-2-2 0 0,-3 5 0 0,-3 0-160 16,-2 2-304-16,-2-2-64 0,-3 4-16 0,-2 0-17248 15</inkml:trace>
  <inkml:trace contextRef="#ctx0" brushRef="#br0" timeOffset="44299.38">11847 7734 9951 0,'-4'0'208'0,"1"0"48"0,1 0 16 0,0 0 32 0,1 2-304 0,0-2 0 0,0 0 0 16,-1 2 0-16,0-2 3472 0,-2 3 640 0,2 1 128 0,0-3 32 15,0 1-1504-15,2 0-288 0,0-2-64 0,2 0-16 0,0 0-944 0,2 0-192 16,1-2-48-16,1 2 0 0,4-3-592 0,-10 3-128 16,21-4-32-16,-21 4 0 0,25-3-320 0,-25 3-144 15,0 0 128-15,42 0-128 16,-42 0 0-16,0 0 0 0,40 2 128 0,-40-2-128 15,0 0 0-15,0 0 0 0,38 10 0 0,-38-10 0 16,0 0 0-16,0 0 0 0,0 0 0 0,0 0 0 0,0 0-192 0,6 31 192 16,-12-24-160-16,-2 0 160 15,0-2-320-15,-1 2 16 0,-2-2 16 0,-1 1 0 16,0 0-112-16,-2 0-32 16,0 0 0-16,-1-1 0 0,1-1-240 0,1 1-48 0,3-5-16 0,1 3 0 15,2-2 736-15,1 1 0 0,3-1 160 0,1 1-32 16,1-2 288-16,2 0 48 0,1 0 16 0,1 0 0 15,2 2-96-15,1-2-32 0,0 0 0 0,-6 0 0 0,0 0 160 0,0 0 48 16,34 5 0-16,-34-5 0 0,0 0-304 0,0 0-64 16,41 2-16-16,-41-2 0 0,0 0-176 0,34 5 128 15,-34-5-128-15,0 0 128 0,0 0-128 0,39 7 128 0,-39-7-128 0,0 0 128 0,0 0-128 0,0 0 0 16,0 0 0-16,35 31 128 16,-35-31-128-16,-2 14 0 0,-1-6 0 0,-2 1 0 0,-2-2 0 15,-2 0 0-15,-2 3 0 0,-2-3 0 0,-3 2 0 0,-1 1 128 16,0-1-128-16,-2-2 0 15,0-1 0-15,3-1 0 16,0-4 0-16,1 1 0 0,1-2 0 0,3-3 0 0,2-1 0 0,1-1 0 16,3-1 0-16,2-4-224 0,2 1 32 15,1-1-18048-15</inkml:trace>
  <inkml:trace contextRef="#ctx0" brushRef="#br0" timeOffset="45190.69">12608 6989 16575 0,'1'0'1472'0,"0"0"-1168"0,0 0-304 0,-1 0 0 16,1 0 1536-16,0 0 256 15,2 0 64-15,0-2 0 0,4 2 176 0,-1-1 32 0,3 1 16 0,-2 0 0 16,0 1-912-16,1-1-176 16,-1 2-32-16,-7-2-16 0,0 0-64 0,0 0-16 0,0 0 0 0,38 15 0 15,-38-15-464-15,0 0-80 0,0 0-32 0,0 0 0 16,0 0-288-16,0 0 0 0,0 0 128 0,28 35-128 15,-27-31 0-15,-1 0 0 0,-1-1 0 0,-1 2 0 0,0 0 0 0,0-1 0 16,-2 1 0-16,-2 0 0 0,2 2 0 16,-2 1 0-16,1 1 0 0,0-2 0 0,-1 2 0 0,1 1 0 15,2-2 0-15,-1 3 0 16,3-4 0-16,-2 3 0 0,0 1 0 0,1 1 0 0,2-12 0 0,-3 24 0 16,3-24 0-16,-1 26 0 0,1-26 0 0,0 0 0 15,3 33 0-15,-3-33 0 0,0 0 0 0,0 0 0 16,0 0 0-16,0 0 0 0,34 34 0 0,-34-34 0 0,0 0 0 0,0 0 0 15,33 2 0-15,-24-4 0 0,-9 2 0 16,17-3 0-16,-10 3 0 0,0-3 0 0,-7 3 0 0,0 0 0 16,0 0 0-16,19-2 0 0,-16 1 0 0,-1 0 0 15,-2 1 0-15,0 0 0 0,-1 1-128 0,-1 0 128 16,-1 1-256-16,1 1 32 0,-3 2 16 0,0-1 0 16,0 2 208-16,0 0-144 0,0 2 144 0,0-2-128 15,1 0 128-15,1 0 0 0,1 0 0 0,-1 0 0 16,2-1 0-16,0 1 0 0,0-2 0 0,1 3-128 15,0-3 128-15,0 1 0 0,0 0 0 0,0 0 0 0,1 2 128 0,0-3-128 16,0 2 128-16,-1-6-128 16,0 0 192-16,0 0-16 0,0 0-16 0,8 35 0 15,-8-35-16-15,0 0 0 0,6 35 0 0,-6-35 0 16,0 0 32-16,3 38 0 0,-3-38 0 0,3 32 0 0,-3-32 16 16,3 37 16-16,-3-37 0 0,5 44 0 0,-5-44 48 0,4 47 0 15,-4-47 0-15,4 49 0 0,-4-49-80 16,1 45-16-16,-1-45 0 0,-3 38 0 0,3-38-160 0,-4 33 192 15,-1-16-192-15,-3-1 192 0,0 1 32 16,-3 0 16-16,-1 1 0 0,-1-1 0 0,-1 0-16 0,-2-1 0 0,1-1 0 0,-3 1 0 16,-3 1-224-16,-1-2 0 0,1 0 0 0,1-4 0 31,4-4-320-31,1-3-176 0</inkml:trace>
  <inkml:trace contextRef="#ctx0" brushRef="#br0" timeOffset="47258.62">13408 7233 2751 0,'-1'-3'256'0,"0"1"-256"0,1 1 0 0,0 1 0 16,0 0 800-16,0 0 112 0,0-1 32 0,0-1 0 16,0 0 1120-16,0 1 240 0,2-1 32 0,-1 2 16 15,2-2 320-15,1 4 64 0,2-2 16 0,0 2 0 0,-6-2-592 0,0 0-112 16,0 0-32-16,37 19 0 0,-37-19-864 0,0 0-192 16,0 0-16-16,47 36-16 0,-47-36-448 0,0 0-96 15,38 40 0-15,-38-40-16 0,0 0-208 0,29 45-32 16,-29-45-128-16,0 0 192 0,23 41-192 0,-23-41-208 15,0 0 32-15,0 0-10640 16,25 42-2144-16</inkml:trace>
  <inkml:trace contextRef="#ctx0" brushRef="#br0" timeOffset="47499.18">13701 7171 9215 0,'-7'0'816'0,"2"3"-656"0,0-1-160 0,2 0 0 16,1 1 1808-16,0-1 336 0,0 1 64 0,-4 3 16 16,-2 4 624-16,-4 2 128 0,-3 7 32 0,-3 0 0 15,1 2-1088-15,-3-2-224 0,2 1-32 0,-1 0-16 16,0-2-496-16,-2 2-112 0,2 2-16 0,-1-3 0 16,4 0-400-16,-1-5-96 0,2 2-16 0,2-3 0 15,2-2-512-15,3-1-192 0,2-6 0 0,3 1-17184 16</inkml:trace>
  <inkml:trace contextRef="#ctx0" brushRef="#br0" timeOffset="48509.41">14219 6968 4607 0,'5'-8'400'0,"-2"4"-400"0,-1 1 0 0,-1 1 0 15,0 2 1088-15,-1-2 144 0,0 2 32 0,0-1 0 16,1-1 784-16,-1 1 144 0,-1 0 48 0,-1-2 0 0,0 1-592 0,-1 2-112 15,-1-2-32-15,-2 2 0 0,1 2-224 0,-2-2-32 32,-1 2-16-32,0 1 0 0,-2 1-368 0,0 1-80 15,0 1-16-15,0 1 0 0,1 1-208 0,-2 0-48 0,3 1-16 0,0 0 0 0,1-1 16 0,2 1 0 16,-1 0 0-16,2 3 0 0,1 0-64 0,-1 0-16 31,1 2 0-31,0 0 0 0,2-2-160 0,0 0-16 0,1-12-16 0,0 0 0 0,5 36-112 0,-5-36-128 16,0 0 176-16,10 36-176 15,-10-36 128-15,0 0-128 16,0 0 0-16,20 40 0 0,-20-40 128 0,0 0-128 0,0 0 0 0,16 40 0 16,-16-40 128-16,0 0-128 0,1 29 0 0,-2-20 0 0,-2 1 0 0,0-1 0 15,-1-2 0 1,0-2 0-16,0 2 0 0,-2-2 0 0,2 0 0 0,-2-1 0 16,1-1 0-16,-2-1 0 0,2-2 0 0,1 0 0 15,-2-3 0-15,2 0 0 0,0 0 0 0,0-2 0 16,1 0 0-16,0 1 0 0,1 1 0 0,0-2-144 15,1 3 144-15,1 0 0 0,2 2 0 0,-1 0-128 16,1-2 128-16,1 2 0 0,-1 0 0 0,1 0 0 16,1 2 0-16,-1-2 144 0,0 2-16 0,1-1-128 15,-1 0 320-15,0 2-32 0,-1 1-16 0,1-1 0 16,-3-3-96-16,0 0-32 0,0 0 0 0,0 0 0 16,0 0-144-16,0 0 0 0,0 0 0 0,16 38 0 0,-14-34 0 15,0-2 0-15,-1 4 128 0,1-4-128 0,0 0 0 16,-1 0 0-16,1 1 0 0,-1-1 0 0,0 1 0 0,0-3 0 15,-1 2 0-15,-1-2 0 0,1 2 0 0,0 1 0 16,-1 2 0-16,-1-1 0 0,1 1 160 0,0 1-160 16,-1 2 192-16,0-1-192 0,1 3 256 0,0-1-64 0,-1 1-16 15,-1 4 0-15,1 0-176 0,0 1 0 0,0 1 144 16,2 3-144-16,-2 0 0 0,1 5 128 16,0 0-128-16,-1 4 0 0,1 0 128 0,-2 3-128 0,1 0 160 15,1 0-160-15,0-2 192 0,0-1-64 0,1-1-128 16,0-1 192-16,2 1-192 0,-2-27 144 0,6 44-144 0,-6-44 128 15,0 0-128-15,20 40 0 0,-20-40 0 16,0 0-18000-16</inkml:trace>
  <inkml:trace contextRef="#ctx0" brushRef="#br0" timeOffset="49177.62">14558 6965 4607 0,'3'-11'400'0,"0"3"-400"0,-1 6 0 0,-2 0 0 16,1 1 160-16,0-3-160 0,2-1 192 0,0-7-192 0,2 0 688 0,-1-1 16 15,-2 2 16-15,0 4 0 0,-1 2 704 0,-1 2 144 16,-2 4 32-16,1 1 0 0,-3 1 256 16,-1 2 64-16,1 2 16 0,-2 1 0 0,0 3-128 0,1 1-16 15,-1 2-16-15,1 2 0 0,-2 4-528 0,1-2-96 0,-1 2-32 0,2-1 0 31,0 2-224-31,1-5-64 0,2 3 0 0,1-4 0 0,1-15-400 16,1 28-96-16,-1-28-16 0,0 0 0 16,0 0-320-16,0 0 0 0,20 36 0 0,-14-34 0 15,3-4 0-15,-1-1 0 0,2-2 128 0,1-1-128 16,2-4 208-16,-1-2-16 0,1-2-16 0,-1 0 0 0,-1-1-176 0,-1-1 0 16,-1 1 0-16,0-1 128 15,-2-1-128-15,-1 0 0 0,-4 1 0 0,0 0 0 0,-4-1 0 0,0 0 0 16,-4 3 0-16,-1-2 0 0,-1 2 128 0,-2 1-128 15,1 4 0-15,-2 0 128 0,3 6 128 0,0 1 32 16,0 2 0-16,1 4 0 0,0 1-112 0,1 2-32 16,1 3 0-16,3-3 0 15,-1 2-464-15,2 1-80 0,1-3-32 0,0-7-15808 16</inkml:trace>
  <inkml:trace contextRef="#ctx0" brushRef="#br0" timeOffset="49398.24">14789 7053 13823 0,'3'-3'1216'0,"-1"1"-960"0,0 2-256 0,-1 0 0 16,0 0 928-16,0 2 144 0,1-2 16 0,1 0 16 15,-3 0 1072-15,0 0 224 0,0 0 32 0,0 0 16 16,0 0-704-16,22 39-144 0,-22-39-16 0,0 0-16 15,0 0-992-15,5 35-192 0,-5-35-32 0,0 0-15024 16</inkml:trace>
  <inkml:trace contextRef="#ctx0" brushRef="#br0" timeOffset="49931.91">15045 6842 21183 0,'0'-2'944'0,"1"0"192"0,0 1-912 0,-1 1-224 16,1 0 0-16,-1 0 0 0,0 0 1936 0,1-2 352 16,1 2 64-16,0-1 16 0,1 1-720 0,-1 0-144 15,0 0-32-15,0 0 0 0,0 3-640 0,0 0-144 0,-1 0-32 16,0 1 0-16,-1-4-144 0,0 0-48 0,0 0 0 0,0 0 0 16,0 0-224-16,21 45-48 0,-21-45-16 15,0 0 0-15,0 0-176 0,23 42 0 0,-23-42 0 0,0 0 0 16,22 36 0-16,-22-36 0 0,0 0 0 15,0 0 0-15,28 43 0 0,-28-43 0 0,0 0 128 16,0 0-128-16,0 0 0 0,23 43 0 16,-23-43 0-16,0 0 0 0,0 0 0 0,0 0 0 15,0 33 0-15,-5-26 0 0,-1-3 0 0,-1 1 0 0,-1 0 0 16,-2-1 0-16,0 1 0 0,-3 0 0 0,-2-1 0 0,1-1 0 16,1 2 0-16,-1-3 0 0,1 0 0 0,1-1-176 0,0-1 176 0,3-1-128 15,0-1 128-15,2 0-128 0,3-3 128 0,0-2 0 16,1 0 0-16,3 0 0 15,0 0 0-15,3 0-160 0,2-3 160 0,1 0 0 16,2 1-256-16,0 0 48 0,2-1 16 0,0 1 0 16,1 0 192-16,1 1 0 0,1-2 0 0,-1 1 0 15,0 2 128-15,1-5-128 0,0 2 144 0,0-2-144 0,0 1 208 0,-1-3-48 16,0 2-16-16,-1-2 0 0,-1 1 64 16,0-1 16-16,0 0 0 0,-2 2 0 0,-2 1-32 0,-3 4-16 15,0-2 0-15,-3 3 0 0,-2-1-176 0,-2 2 192 16,-2-2-192-16,-3 3 192 0,-2 1-192 0,-3 1 128 15,-3 1-128-15,-5 2 128 0,0 1-128 0,-2 1 128 0,-1 1-128 0,2-1 128 16,3 2-288-16,3-2-64 0,1 0-16 16,3 0 0-1,2-1-1056-15,3-2-224 0,1 3-32 0,3-3-14976 0</inkml:trace>
  <inkml:trace contextRef="#ctx0" brushRef="#br0" timeOffset="50412.39">14349 7367 4607 0,'-3'1'400'15,"0"1"-400"-15,2-2 0 0,1 0 0 16,1 0 1024-16,-1 0 128 0,-1 1 32 0,1 1 0 15,-1 0 992-15,0-2 208 0,2 1 48 0,0-1 0 0,3-1-64 0,0 1-16 0,1-2 0 0,1 0 0 16,0 1-496-16,3-2-112 0,0 0-16 0,3 0 0 16,1 0-432-16,3-1-80 15,2-1-32-15,3-2 0 0,3 2-352 0,2 0-80 0,3-1-16 0,2 0 0 16,1 2-352-16,2-3-80 16,4 2-16-16,2 3 0 0,2-2-288 0,0 3 128 15,-1 1-128-15,-3-2 0 0,0 1 0 0,3-1 0 16,4 0 0-16,0-2 0 0,1 1 0 0,-1-2 0 15,-2 3 0-15,-4-3 0 0,-1 0 0 0,-3 1-176 16,-4-4 32-16,-2 2 0 16,-3 0-1312-16,-2-1-256 0,-1 0-48 0,-3 1-14176 0</inkml:trace>
  <inkml:trace contextRef="#ctx0" brushRef="#br0" timeOffset="52874.09">14800 7534 911 0,'-1'0'0'0,"0"0"0"0,0 0 0 0,0 0 0 15,1 0 1104-15,0-1 144 0,0 1 32 0,-1 0 0 0,0-1 688 0,0-1 144 16,-1 1 16-16,1-1 16 0,0 2 32 15,1-3 0-15,0 3 0 0,-1-2 0 0,1 2-464 0,0-1-96 16,0 0-16-16,1 1 0 0,-1 0-192 0,2-2-64 16,0 2 0-16,1-2 0 15,1 2-352-15,0-1-80 0,2-1-16 0,0 2 0 0,2-3-192 0,0 3-32 16,0-2-16-16,2 0 0 16,0 2-192-16,0-3-32 0,1 1-16 0,-1 2 0 0,-10 0-96 0,0 0-32 15,0 0 0-15,34 7 0 0,-34-7-160 16,0 0-128-16,0 0 192 0,0 0-192 0,0 0 0 0,20 36 0 15,-20-36 0-15,0 0 0 0,-3 26 0 0,1-17 0 0,-2 0 0 16,0 0 0-16,1-1 0 0,-3-1 0 16,0-1 0-16,0 0 0 0,-1 1 0 0,-2-2 0 15,0 0 0-15,0 0 0 0,-2-1-176 0,0 1 16 16,1 0 0-16,0-3 0 0,2 3-304 16,-1 0-64-16,3-3-16 0,0 0 0 0,1 1 352 0,-1 0 192 0,1 1-192 0,0-3 192 15,1 0 0-15,1 1 0 0,2-2 0 0,0 0 0 16,2 1 0-16,1-2 0 15,0 1 0-15,2-2 0 0,1 0 0 0,1-2 144 0,1 1-144 0,2 0 192 0,-1 1 208 0,1 0 48 16,2-1 16-16,1-2 0 16,-12 5-64-16,26-2-16 0,-26 2 0 0,26-1 0 0,-26 1-192 0,26 1-32 15,-26-1-16-15,0 0 0 0,38 3-16 0,-38-3 0 16,0 0 0-16,36 7 0 0,-36-7-128 16,0 0 128-16,35 2-128 0,-35-2 128 0,0 0-128 0,31 2 160 15,-31-2-160-15,0 0 160 0,0 0-160 0,29-2 0 16,-25 2 0-16,-2 0-18672 0</inkml:trace>
  <inkml:trace contextRef="#ctx0" brushRef="#br0" timeOffset="53857.34">15938 7428 13823 0,'1'2'1216'0,"1"-2"-960"15,-1 0-256-15,-1 0 0 0,0 0 1712 0,1 1 288 16,0 0 64-16,1-1 16 0,-2 0 224 0,0 0 64 0,0 0 0 0,0 0 0 16,0 0-944-16,0 0-176 0,0 0-32 0,0 0-16 15,0 0-400-15,13 40-80 0,-14-35-16 0,-1 1 0 16,0 0-176-16,0-1-32 0,-1 0-16 0,0 2 0 16,-1-2-336-16,-1 2-144 0,-1 2 128 0,0-2-128 31,-2 1-512-31,0 0-192 0</inkml:trace>
  <inkml:trace contextRef="#ctx0" brushRef="#br0" timeOffset="54497.48">16490 6820 20271 0,'3'-2'1792'0,"-1"1"-1424"0,0 0-368 0,-1-1 0 16,-1 1 1616-16,1-1 256 0,1-1 48 0,1 0 16 16,2-2-32-16,0-1-16 0,0 0 0 0,0 1 0 15,-2 2-688-15,-1 2-144 0,0 1-32 0,-2 1 0 0,0 1-320 0,-1 6-64 16,-1-1 0-16,-1 4-16 0,-1 4-272 0,-2 4-48 16,2 2-16-16,-2 3 0 0,1-1-288 0,-1 0 128 15,0 0-128-15,2-4 0 16,0 0 0-16,0-3 0 0,2-1 0 0,2-15-12160 15,-5 26-2432-15</inkml:trace>
  <inkml:trace contextRef="#ctx0" brushRef="#br0" timeOffset="54886">16203 7247 11055 0,'-4'1'480'0,"1"-1"112"0,1 2-464 0,1-2-128 0,0 0 0 0,1 0 0 16,0-2 1472-16,1 1 288 0,0 1 48 0,0-2 16 0,3-3 736 0,3 1 128 15,0 1 48-15,1-2 0 16,3 1-576-16,1-1-112 0,1 0-32 0,1 0 0 0,-1 0-608 0,2 2-128 16,0 0-32-16,2 0 0 15,-1 0-608-15,1 0-112 0,3 0-16 0,0 0-16 16,0 1-288-16,0-1-48 0,3 1-16 0,1-2 0 0,2 1-144 0,0 0 0 16,0 1 0-16,-1 0 0 0,-1 0 0 15,0-1 0-15,0 1 0 0,-24 2-176 0,39 0-80 16,-39 0 0-16,32 0-16 0,-32 0 0 15,0 0-1104-15,32 2-224 0,-32-2-32 0,0 0-14640 16</inkml:trace>
  <inkml:trace contextRef="#ctx0" brushRef="#br0" timeOffset="55588.31">16399 7390 19343 0,'-3'2'1728'0,"1"-2"-1392"15,1 1-336-15,0-1 0 0,1 0 1344 16,0 0 192-16,-1 1 32 0,0-1 16 15,1 0 400-15,2 0 64 0,2-1 32 0,2-2 0 0,4 0-576 0,0-2-112 16,2 1-32-16,1-3 0 0,2 3-528 0,-1-1-96 16,2 1-32-16,-1 2 0 0,1 0-256 0,-2 0-64 0,-14 2-16 0,26-3 0 15,-26 3-192-15,0 0-48 16,0 0 0-16,35 9 0 0,-35-9-128 0,0 0 0 0,0 0 0 0,0 0 0 0,0 0 0 0,0 0 0 31,0 0 0-31,9 38 0 0,-14-33 0 0,-1 0 0 0,-1 0 0 16,-2 0 0-16,0-1 0 0,-2 1 0 15,0 0 0-15,-3-1 0 0,-2 1 0 0,0 2 0 16,0-1 0-16,-1 0-176 0,1 1-32 0,2 0-16 16,2-2 0-16,2 1 0 0,2-2 224 0,2 1 0 0,2-2-160 0,3 0 160 15,1-2 0-15,2-1 0 0,3 0 0 0,1-1 0 16,2-1 0-16,2 0 0 0,1-3 0 0,3 2 128 16,1-1 16-16,1-1 0 0,0 1 0 0,2 1 0 15,-18 3 0-15,34 0 0 0,-34 0 0 0,32 5 0 16,-32-5-144-16,0 0 160 0,34 17-160 0,-34-17 160 15,0 0-160-15,0 0 0 0,0 0 0 0,30 38 0 16,-30-38 0-16,0 0 0 0,0 0 0 0,-5 30 0 16,0-23 0-16,-3-2 0 0,-2 2 0 0,-2-1 0 0,-2 0 160 0,-3 0-160 15,-2 0 192-15,-2 1-192 0,-3-3 0 16,2 0 0-16,1 0 0 0,3-3 0 16,5 0-384-16,4-1-128 0,1-1-16 0,6-2-17792 15</inkml:trace>
  <inkml:trace contextRef="#ctx0" brushRef="#br0" timeOffset="55915.21">17165 7470 19343 0,'2'2'848'16,"-1"-1"192"-16,1 1-832 0,-1 0-208 0,-1-1 0 0,0 1 0 0,1 0 2384 0,-1 0 432 16,1 3 96-16,-1-5 16 0,0 0-320 0,0 0-64 15,4 33-16-15,-4-33 0 16,0 0-1552-16,-7 36-304 0,7-36-64 0,-8 22-16 0,2-11-368 0,0-1-80 15,-2 1-16-15,0-1 0 16,-1-3-336-16,-1-1-80 0</inkml:trace>
  <inkml:trace contextRef="#ctx0" brushRef="#br0" timeOffset="56786.46">17595 6928 14735 0,'2'-3'1312'0,"-1"0"-1056"0,-1 3-256 16,-1 0 0-16,0 0 1296 0,0 0 208 0,0 0 32 15,0-2 16-15,-1 2-400 0,-1 0-96 0,1 0-16 0,-4 0 0 16,1 5-528-16,-1 0-128 0,-1-1 0 0,0 3-16 16,1 0 224-16,-2 1 48 0,2 1 16 0,-1 0 0 15,1 3 96-15,0 2 16 0,0-1 0 0,1 3 0 16,-1-1-128-16,3 1-32 0,3-16 0 0,-4 28 0 15,4-28-224-15,0 0-64 0,0 0 0 0,8 37 0 16,-8-37-320-16,0 0 0 0,0 0 0 0,0 0 0 16,40 3 0-16,-28-9 0 0,1-4-192 0,0-2 64 15,-1 1 128-15,0-1-160 0,0-1 160 16,0-1-160-16,-1-1 160 0,-2 0-192 0,-1 0 192 0,-1 1-192 0,-3 0 192 0,-1-1 0 16,-3 2 0-16,-1 1 0 15,-2 2 0-15,-2 1 192 0,-2 1-64 0,0 0 0 0,-1 2 240 16,-2 0 48-16,2 1 16 0,-1 2 0 0,2 1-16 15,2-1 0-15,-1 1 0 0,1 0 0 0,2 1-416 0,1-1 0 16,0 0 0-16,1 2 0 16,2 0-576-16,0 2-160 0</inkml:trace>
  <inkml:trace contextRef="#ctx0" brushRef="#br0" timeOffset="57002.16">17730 7050 13823 0,'-1'3'608'0,"0"-3"128"0,1 2-592 0,0-2-144 15,1 3 0-15,-1-3 0 0,1 3 1120 0,0 0 192 0,-1-3 32 0,0 0 16 16,0 0 480-16,0 0 80 0,11 38 32 0,-11-38 0 16,0 0-576-16,0 0-112 0,0 0-32 0,9 38 0 15,-9-38-960-15,0 0-272 0,0 0 0 16,0 0-13344-16</inkml:trace>
  <inkml:trace contextRef="#ctx0" brushRef="#br0" timeOffset="57382.75">18033 6785 15663 0,'3'-5'688'0,"0"3"144"15,1-1-656-15,-2 1-176 0,-1 2 0 0,0 0 0 16,-1 0 960-16,0-2 176 0,1 2 16 0,1-1 16 0,-1 1-112 0,-2 1-32 0,-1 2 0 0,-1 1 0 16,-3 3 144-16,0 2 32 15,-3 3 0-15,-1 3 0 16,-2 2-288-16,0 3-48 0,-1 4-16 0,1 1 0 0,1 2-528 0,2-1-96 16,1-2-32-16,3-4 0 0,5-20-192 0,-2 34 0 15,2-34 0-15,0 0 0 0,0 0 0 0,10 38 0 16,-10-38 0-16,0 0-160 0,0 0-64 0,0 0-16 15,35 8 0-15,-27-11 0 0,1-4 240 0,0 2 0 16,0-2 144-16,1-2-144 0,-1 0 208 0,-1-1-48 16,1-1-16-16,-1 0 0 0,0 0 48 0,0 1 0 0,-2 1 0 15,-1-1 0-15,-1 1 368 0,-2 2 80 0,0 2 0 16,-3-1 16-16,0 3-48 0,-1 0-16 0,0 3 0 16,-3 0 0-16,-1 2-192 0,-3 1-32 0,-1 1-16 0,-1 1 0 15,-1 1-96-15,-3 0-32 0,-2 3 0 0,0 1 0 16,-1-3-224-16,0 2 0 0,3-1 0 0,0-1-17136 15</inkml:trace>
  <inkml:trace contextRef="#ctx0" brushRef="#br0" timeOffset="57905">17426 7342 11055 0,'-2'-2'976'16,"1"2"-784"-1,1 0-192-15,0-2 0 0,1 2 1648 0,-1 0 272 16,0-1 64-16,0-1 16 0,2-1 624 0,-1 1 112 0,2 0 16 0,1 0 16 15,-1 0-832-15,2 1-160 0,0-1-48 0,0 0 0 0,1 1-720 0,1 1-160 16,0-1-16-16,1 0-16 16,-8 1-144-16,19-2-32 0,-19 2 0 0,26-2 0 0,-9 1-304 0,1 1-64 15,0-2-16-15,2 2 0 16,2-2-128-16,3 1-128 0,3 1 144 0,1-2-144 16,3 2 0-16,0 0 0 0,1 2 0 0,-2-2 0 0,0 1 0 0,0-1 0 15,-1 2 0-15,-2-2 0 0,-3 0 0 16,0 0 0-16,0-3 0 0,0 1 0 0,-2 1 0 0,-1-3 0 0,-1 0 0 0,-2 0 0 15,-2-1 0-15,-1 0-128 0,-4 2 128 16,-2-1-160 0,-2 1-800-16,-3 0-144 0</inkml:trace>
  <inkml:trace contextRef="#ctx0" brushRef="#br0" timeOffset="58564.85">17760 7468 8287 0,'4'-5'736'0,"-2"2"-592"0,1 0-144 0,-1 2 0 0,0-1 640 0,-1 2 80 0,0 0 32 0,0 0 0 15,2-3 1488-15,-2 3 320 16,0 0 48-16,-1 0 16 0,-1 3-1152 0,-1-1-208 15,-2 2-48-15,-1-1-16 0,-1 3-592 0,0-2-112 16,0 3-32-16,-1-1 0 0,1 2 48 0,-2-1 16 16,1 2 0-16,-1 1 0 0,2 0-48 0,0-1-16 15,1 2 0-15,1-2 0 0,4-9 192 0,0 0 48 16,0 0 0-16,-2 29 0 0,2-29-288 0,0 0-48 16,0 0-16-16,0 0 0 0,0 0 16 0,0 0 0 0,37 29 0 0,-37-29 0 15,0 0-16-15,33 5 0 0,-33-5 0 0,29-2 0 16,-14-1-208-16,2-1-144 0,1 1 192 0,-1-2-192 15,1 1 144-15,0-1-144 0,-1 0 0 0,0 0 144 16,-3 1-144-16,-1 1 0 0,0-2 0 0,-1 1 0 16,0 1-576-1,-2-2-112-15,-1 2-16 0,-2 0 0 0,-1 1-1696 16,-1-1-352-16</inkml:trace>
  <inkml:trace contextRef="#ctx0" brushRef="#br0" timeOffset="58781.13">17942 7430 19343 0,'-3'0'1728'16,"1"1"-1392"-16,2 0-336 0,0-1 0 0,-1 2 2112 0,0-2 336 15,-1 3 80-15,0 0 16 0,-2 3 144 0,-2 2 16 16,0 1 16-16,-1 0 0 0,1 2-1632 0,-2 0-336 16,1 1-64-16,0 2-16 0,-2 0-384 0,2 0-80 15,-1 1-16-15,0 4 0 0,0-3 0 0,-1 4-16 0,1 0 0 0,2 2 0 16,-1-1-176-16,7-21 0 15,-8 40 0-15,8-40 128 0,-1 31-128 0,1-31 0 16,0 0-160-16,0 0-18528 0</inkml:trace>
  <inkml:trace contextRef="#ctx0" brushRef="#br0" timeOffset="59569.94">18432 6794 13823 0,'2'-2'1216'15,"-1"2"-960"-15,0-2-256 16,0 2 0-16,-1 0 1248 0,1 0 208 0,1-2 32 0,1 1 16 16,0-3 1056-16,2 1 192 0,0 1 64 0,2-2 0 15,-1 1-1040-15,2 0-208 0,-1 2-32 0,1 0-16 0,0-1-496 0,0 2-80 16,2 0-32-16,-1 0 0 16,-9 0-288-16,0 0-64 0,0 0-16 0,38 12 0 0,-38-12-272 0,0 0-48 15,0 0-16-15,0 0 0 0,26 41-208 0,-26-41 0 16,0 0 128-16,-2 37-128 15,2-37 0-15,-10 27 0 16,2-10 0-16,-2 0 0 0,-1 0 0 0,-1-3 0 0,0 2 0 0,1-4 0 16,0 1 0-16,1-2 128 0,2-1-128 0,2-1 0 0,1 0 0 0,1 0 0 0,2 0 0 0,2-9 0 15,0 0 0-15,0 0 0 0,0 0 0 0,0 0 0 16,13 42 0-16,-13-42 0 0,0 0 0 0,0 0 0 16,0 0 0-1,0 0 0-15,37 31 0 0,-37-31 0 0,0 0 0 0,0 0 0 16,0 0 0-16,30 3 0 15,-25-4 0-15,-1-1 0 0,-1 2 0 0,-1-2 0 16,1 1 0-16,-2 1 0 0,0 0 0 0,-1 0 0 16,0 0 0-16,-1 0 0 0,0 1 0 0,-2 3 0 15,-1-1 0-15,2-1 0 0,-1 2 0 0,0 1 0 16,-1 2 0-16,1 3 0 0,-1-2 0 0,4-8 0 0,-7 25 0 0,7-25 0 16,-2 29 0-16,2-29 0 0,0 30 0 0,0-30 0 15,2 36 0-15,-2-36 0 0,4 36 0 0,-4-36 0 16,5 40 0-16,-5-40 0 0,1 40 0 0,-1-40 0 15,-3 38 128-15,3-38-128 0,-7 40 0 0,7-40 0 16,-11 39 0-16,4-18 0 0,-1-3 192 0,-1-1-48 16,-1 0-16-16,-1-3 0 0,-1 2 48 0,-1-1 0 15,-1-3 0-15,1-1 0 0,1-3-176 0,1-1 0 16,-1 0 144-16,-1-3-12688 16,-1 0-2560-16</inkml:trace>
  <inkml:trace contextRef="#ctx0" brushRef="#br0" timeOffset="64882.98">5099 8594 5519 0,'-1'0'496'0,"0"0"-496"0,1 0 0 0,0 0 0 0,0 0 1152 0,0 0 128 15,0-2 16-15,1 2 16 16,-1-2 1008-16,2 1 208 0,0-1 32 0,0 0 16 15,1 1-64-15,1-1-16 0,0 2 0 0,-2 0 0 16,2 0-544-16,0 0-112 0,1 2-32 0,0-2 0 16,2 1-784-16,0 1-144 0,1-2-48 0,3-2 0 0,0 1-336 15,3-1-80-15,0 2-16 0,1-2 0 16,2-3-144-16,2 2-48 0,2 1 0 0,-1 0 0 16,1-2-208-16,-3 3 144 0,-2-2-144 0,-2 1 128 15,0 0-128-15,-3 0 0 0,-1 0 0 0,-2 1 0 16,-1-1-384-16,-1 0-64 0,0 1-16 15,-2-1 0-15,-2 4-1648 0,-2-2-320 0</inkml:trace>
  <inkml:trace contextRef="#ctx0" brushRef="#br0" timeOffset="65217.81">5193 8743 1839 0,'-1'1'160'0,"-1"1"-160"0,3 0 0 0,-2-2 0 16,0 2 1456-16,0-2 256 0,0 3 48 0,-2 0 16 15,0 2 448-15,-1-1 80 0,0 0 32 0,1 0 0 16,1-3-368-16,1 1-80 0,-1-1-16 0,1 1 0 0,1-2-208 0,0 0-32 16,2 0-16-16,0-3 0 15,0 1-96-15,2 1-32 0,1-2 0 0,-1 0 0 16,2-2-320-16,0 3-64 0,2-3-16 0,0 0 0 0,1 3-368 0,1-2-80 15,-1 1 0-15,0 1-16 0,-9 2-304 16,0 0-48-16,30 2-16 0,-30-2 0 16,0 0-112-16,0 0-16 0,42 9-128 0,-42-9 192 15,0 0-192-15,0 0 0 0,41 14 128 0,-41-14-128 0,0 0 0 16,0 0 0-16,0 0 0 0,41 8 0 0,-35-8 0 16,0-2 0-16,0 1-192 0,-1-1-18464 0</inkml:trace>
  <inkml:trace contextRef="#ctx0" brushRef="#br0" timeOffset="67029">5951 8532 911 0,'-3'-1'0'0,"2"0"0"0,0-1 0 0,0 0 0 16,1 2 1488-16,0 0 224 16,-1 0 32-16,0-1 16 0,0 1 256 0,0 0 48 15,-1 0 16-15,0 0 0 0,1 0 32 0,0 0 16 16,0 0 0-16,0 0 0 0,0 0-448 0,0 0-80 15,0 0-32-15,0 0 0 0,0 3 288 0,-1-3 48 16,0 2 16-16,0-2 0 16,-1 2-2176-16,-1-2-416 0,0 3-96 0,1 0 0 0,-3 1 768 0,0 0 256 15,0 2 0-15,-1 0 0 0,-3 4 32 0,2-3 16 0,0 2 0 16,0 1 0-16,2-1-48 0,-1 1 0 0,3 0 0 16,-2 1 0-16,2 1 160 0,2 0 32 0,-1 0 0 15,2 0 0-15,0-2-256 0,1 1-32 0,0 1-16 0,0-12 0 16,0 0-144-16,0 0 0 0,11 38 0 0,-7-31 128 15,-4-7-128-15,0 0 0 0,0 0 0 0,0 0 0 16,29 33 0-16,-29-33 0 0,0 0 0 0,0 0 0 16,0 0 0-16,36 35 0 0,-36-35 0 0,0 0 0 15,0 0 0-15,0 0 0 0,20 41 0 0,-20-35 0 16,0 0 0-16,-1 1 0 0,-2 0 0 0,1-1 0 0,-2 0 0 16,-3 1 0-16,1 0 0 0,-2 0 0 0,-2 1 0 0,1 1 0 15,1-2 0-15,-2 0 0 0,2-1 0 0,0-2 0 16,1 0-192-16,2-1 192 15,0-1-256-15,0-2 64 0,2 0 0 0,-1 0 16 0,1 0 176 0,1-2 0 16,1 0-144-16,0 1 144 0,1 1 0 0,0-2-144 16,2 0 144-16,-1 1 0 0,2 1 0 0,0-2 0 15,0 0 0-15,1 2 0 0,0-2 0 0,0 2 0 0,0-2 0 16,-1 1 0-16,1 1 0 0,-1 0 144 0,-1 1-144 0,0 1 128 16,0 0-128-16,-2-1 0 0,1 2 144 0,-1 0-144 15,-1 0 0-15,0 1 0 0,-1-2 0 0,1 3 0 16,0-2 0-16,0 0 0 0,1-2 0 0,0 2 0 15,0 1 0-15,-1-1 0 16,0-1 0-16,0 3 0 0,1 0 0 0,-1-1 0 0,0 4 0 0,1-2 0 16,-1 2 0-16,0 1 0 0,0 1 0 0,-1 1 0 15,1 3 0-15,-1-1 0 0,0 1 0 0,0 1 0 16,-1-1 0-16,1 2 0 0,-1-2 0 0,2 2 0 16,0-1 0-16,1 2 0 0,0-2 0 0,0 2 0 0,0-17 0 15,3 41 0-15,-3-41 0 0,6 43 0 0,-6-43 0 16,9 40 0-16,-9-40 128 15,15 42-128-15,-15-42 208 0,19 43-16 0,-19-43-16 0,22 33 0 16,-22-33-176-16,0 0 192 0,31 38-192 0,-31-38-11024 16,0 0-2320-16</inkml:trace>
  <inkml:trace contextRef="#ctx0" brushRef="#br0" timeOffset="68270.55">6641 8608 3679 0,'0'-1'320'0,"1"0"-320"0,-1 1 0 0,0-2 0 15,0 2 1536-15,0-1 256 16,1-1 32-16,-1-1 16 0,0-1 656 0,0-1 144 16,1 0 32-16,-1 1 0 0,1 1-368 0,0-2-80 0,0 2-16 0,-1 0 0 15,1 0-704-15,0-1-144 0,0 3-16 0,-1-1-16 16,0 2-576-16,0-2-112 0,1 2-32 0,-1 0 0 15,0 2-288-15,-1 0-64 0,1 0-16 0,-1 4 0 0,0-3-64 0,-1 3-16 16,0 3 0-16,0 3 0 0,-1 3 16 0,1 1 0 16,-1 2 0-16,-1 2 0 0,0 1-32 0,0-1 0 15,-1 1 0-15,0 0 0 0,2-2-144 0,-2-2 160 16,2-1-160-16,1-2 160 0,-1-2-160 0,0-2 0 16,1-3 0-16,0-2 128 0,1-1-128 0,0-2 0 15,1-1 0-15,0-2 128 0,1 0-128 0,-1-1 0 16,1-3 0-16,1-1 0 0,0-1 0 0,1-1 0 0,0-2 0 15,-1 0 0-15,2-2 0 0,0-2 0 16,-1 2 0-16,1-2 0 0,1-3 0 0,0 1-176 0,0-1 176 16,1-2-192-16,-1 6 192 0,1-2-192 0,1 0 192 15,1-1-192-15,-1 4 192 0,-1 0-128 0,3 1 128 0,-1 3-128 16,0 1 128-16,-1 2 0 0,-1 3 0 0,-1 2 0 16,-1 1 0-16,0 2 144 0,-2 3-144 0,1 1 160 15,-1 2 160-15,-1-1 16 0,0 0 16 0,0 2 0 16,-1 3-160-16,-1-1-16 0,0 1-16 0,0 1 0 15,-2-2-160-15,0 2 0 0,1 0 0 0,-1-2 0 16,0-1 0-16,0 0 0 16,0-4 0-16,1 1 0 0,0-2 0 0,0 0 0 0,1-2 0 15,0-2 0-15,0 0 0 0,1-2 0 0,-1 0 0 0,2-2 0 0,0-3 0 0,1 0 0 16,1-2 0-16,0 0 0 16,-1 0 0-16,2-5-144 0,2 0 144 0,-1 0-208 15,1-2-240-15,-1 0-32 0,2 0-16 0,-2 0 0 16,2 4-80-16,-2 0-32 15,2 1 0-15,0 0 0 0,2 2 416 0,-3 2 192 0,-1 2-192 0,-1 1 192 0,1 2 0 0,-1 1 0 16,-1 1 0-16,0 2 128 0,0 1 112 0,-1 0 16 16,0 0 0-16,0 2 0 0,-1-1 192 0,0 2 32 0,0-1 16 0,1 0 0 15,-1 3-176-15,0-3-16 16,0 2-16-16,1-2 0 0,-1 2-144 0,1-1-16 0,-1-1-128 16,-1 0 192-16,0 0-192 0,0 0 128 0,0 1-128 15,-1 1 0-15,0 0 0 0,0-1 0 0,1-1 0 0,-1 2 0 16,1-2 0-16,1-1 0 0,0 0 0 0,0-3 0 15,1-1-448-15,2-2-144 16</inkml:trace>
  <inkml:trace contextRef="#ctx0" brushRef="#br0" timeOffset="68491.03">6997 8544 29487 0,'0'2'1296'0,"0"-2"288"0,1 1-1264 0,0 1-320 16,0-2 0-16,0 0 0 0,1 0 1744 0,2 2 304 15,1 1 48-15,-5-3 16 0,0 0-976 0,0 0-192 16,41 10-48-16,-41-10 0 0,0 0-688 0,0 0-208 16,0 0 0-16,44 14 128 0,-39-12-128 0,1 0-256 0,-1 0 64 0,-2-1 0 31,0 3-1488-31,-2-1-304 0,-2 0-64 0,-1 0-13584 0</inkml:trace>
  <inkml:trace contextRef="#ctx0" brushRef="#br0" timeOffset="68649.39">7039 8679 18431 0,'0'0'816'0,"0"0"160"0,0 1-784 0,-1 1-192 0,1-2 0 0,0 2 0 16,-1 0 2496-16,1 1 464 0,-1 4 96 0,-1 0 16 15,2 7-672-15,-3 1-128 0,0 1-32 0,-1-2 0 0,1 5-1472 16,0-1-320-16,1 0-48 0,0-4-16 15,0-2-384-15,2-3 0 0,1-4 128 0,1 0-128 16,1-4-448-16,2-2-112 0</inkml:trace>
  <inkml:trace contextRef="#ctx0" brushRef="#br0" timeOffset="69015.83">7212 8604 14735 0,'-1'4'1312'0,"-1"1"-1056"15,1 0-256-15,0-1 0 0,0-1 2160 0,-1 4 368 0,-2 3 80 0,-1 8 16 16,-1 6 624-16,-2 4 128 16,1-2 16-16,2-2 16 0,0-4-1872 0,2-3-384 0,2-2-80 0,1-15-16 15,0 0-752-15,-1 26-160 0,1-21-16 16,1-4-128-16,0-2 128 0,-1-1-128 16,2-3 0-16,0-1 0 0,2-2 0 0,-1-2 0 0,-1-1 0 0,2-2 0 15,0-1 0-15,0 2-320 16,-1-2 32-16,1 0 16 15,0 0-176-15,0-2-48 0,0 4 0 0,0 0 0 0,-1-2 352 0,2 2 144 0,1-3-128 0,-1 4 128 16,1 1 0-16,-1 0 0 0,1 2 0 0,-1 4 0 0,-1 0 128 0,0 4 128 16,1-2 0-1,-1 2 16-15,2 2 224 0,-2 0 32 0,-4-2 16 0,0 0 0 0,0 0-288 0,0 0-48 16,0 0-16-16,28 41 0 0,-28-41-192 0,0 0 144 16,9 45-144-16,-9-45 128 0,2 35-128 0,-2-35 0 15,-1 33 0-15,-1-19 0 0,0 1 0 0,-1-4 0 16,0 1 128-16,0-3-128 0,0-1 0 15,-1-2 0-15,2 0-192 0,1-5-18304 0</inkml:trace>
  <inkml:trace contextRef="#ctx0" brushRef="#br0" timeOffset="69818.14">7544 8566 911 0,'1'0'0'0,"-1"-2"0"0,1 2 0 16,-1-1 0-16,0 1 576 0,0 0 16 0,1 0 16 0,-1 0 0 15,1-2 624-15,1 0 128 0,-1 1 32 0,1 0 0 16,-1 0 592-16,0-1 112 0,1 0 16 16,-2 1 16-16,0 1 112 0,1-2 0 15,-1 0 16-15,1 2 0 0,-1-1-240 0,0 1-48 16,1 0-16-16,0-2 0 0,-1 2-704 0,0-1-144 15,-1 1-16-15,0-1-16 0,1 1-624 0,-2 0-128 16,1 0-32-16,-1 0 0 0,0 1-112 0,-2 0-32 0,1 1 0 0,-1-1 0 0,-2 3 16 16,-1-1 0-16,0 2 0 0,-1 2 0 15,1-1-160-15,-2 2 192 0,2 1-192 0,-1 0 192 16,2-1 16-16,-2 4 16 0,0 4 0 0,0 1 0 0,0 2 128 16,1 0 32-16,0 4 0 0,1 0 0 15,1 0-64-15,1-2 0 0,1 0 0 0,2-4 0 16,1-17-128-16,2 26-16 0,-2-26-16 0,0 0 0 0,0 0-160 0,18 38 0 15,-18-38 144-15,0 0-144 16,0 0 0-16,0 0 0 0,0 0 0 0,40 21 0 0,-40-21 0 16,0 0 0-16,0 0 0 0,25-4 0 15,-18 1-1072-15,-3-2-176 0</inkml:trace>
  <inkml:trace contextRef="#ctx0" brushRef="#br0" timeOffset="70230.31">7683 8668 11055 0,'-2'0'480'0,"0"-2"112"0,0 2-464 0,1 2-128 16,-1-2 0-16,1 2 0 0,0-1 1440 0,-1 0 272 15,-3 4 48-15,-1 2 16 0,-3 0 704 0,1 2 144 0,0 1 16 0,-1 0 16 16,1 2-1088-16,-1 2-224 0,2 1-32 16,0 0-16-16,1 5-80 0,1-4 0 0,0 1-16 0,2-1 0 15,3-16-400-15,-1 26-80 0,1-26-16 0,0 0 0 16,0 0-496-16,0 0-208 0,0 0 176 0,0 0-176 16,42 15 0-16,-33-20 0 0,1-2 0 0,1-1 0 15,-1-3 0-15,1 1 0 0,-1-3 0 0,-1 1 0 16,1 0 0-16,-1 0 0 0,-1 0 0 0,0 0 0 15,-2 1 0-15,0-2-128 0,-1 1 128 0,-1 2 0 16,0-1-128-16,-1-1 128 0,-3 0 0 0,0-2 0 0,0 0 0 16,-1-1 0-16,-1 0 0 0,-1 0 0 0,0 3-128 0,-1 0 128 15,0 2 0-15,-3 3 0 0,0 2 0 0,0 3 0 16,-1 2 0-16,2 2 0 0,0 4 0 0,0 0 0 16,2 2 0-16,-1-1 0 0,2 2-368 0,2 1 48 15,1-4 0-15,0 2-16368 0</inkml:trace>
  <inkml:trace contextRef="#ctx0" brushRef="#br0" timeOffset="70601.64">7837 8764 23951 0,'0'0'2128'0,"1"0"-1696"0,-1 0-432 0,0 1 0 0,0 1 1584 0,0 0 224 16,1 1 48-16,0 2 16 0,-1-5 112 0,0 0 0 16,6 31 16-16,-6-31 0 15,0 0-1408-15,5 32-272 0,-5-32-64 0,0 0-16 0,0 0-400 0,0 0-80 16,0 0-16-16,0 0-16704 16</inkml:trace>
  <inkml:trace contextRef="#ctx0" brushRef="#br0" timeOffset="70847.11">8065 8556 19343 0,'2'-2'1728'16,"-1"-1"-1392"-1,2 1-336-15,-2 0 0 0,0 1 1216 0,1-1 160 16,1 0 32-16,1-3 16 0,2-1 240 0,0 0 32 0,-2-1 16 0,-1 3 0 15,-1 3-896-15,-2 1-176 0,0 0-48 0,-2 1 0 16,0 2-16-16,-1 0-16 0,1 2 0 16,-1 0 0-16,-1 0-16 0,0 2 0 0,1 2 0 0,-2-1 0 15,0 3-352-15,1-1-64 0,0 0 0 0,0-1-128 16,2 2 128-16,-2-1-128 0,1 0 0 0,1-1 0 16,0-2-1120-16,2 0-336 0</inkml:trace>
  <inkml:trace contextRef="#ctx0" brushRef="#br0" timeOffset="71333.35">8157 8476 8287 0,'1'-3'368'0,"-1"0"80"0,0 1-448 0,0 2 0 16,0-1 0-16,0 0 0 0,0 1 2176 0,-1 0 368 16,0-2 64-16,0 2 16 0,-1 0 80 0,-1 2 32 15,0 0 0-15,0 1 0 0,-1 1-1472 0,-2 1-304 16,2 0-48-16,-2 2-16 0,1 0-144 0,-1 0-48 16,0 3 0-16,0-1 0 0,0 1 160 0,0 2 32 15,0-1 0-15,1 3 0 0,-2 1-176 0,1 0-16 0,-1 1-16 16,1 2 0-16,-1 2-288 0,1-2-48 0,-1 4-16 15,2-3 0-15,0 2-336 0,0-2 144 0,2 0-144 0,1-3 0 16,0 2 128-16,2-18-128 0,1 28 0 0,-1-28 0 16,0 0 0-16,0 0 0 0,0 0 0 0,10 33 0 15,-10-33 0-15,0 0 0 0,0 0 0 0,0 0 0 16,0 0 0-16,0 0 0 0,0 0 0 0,0 0 0 16,0 0 0-16,38 12 0 0,-32-15 0 0,-2-1 0 15,3-1 0-15,-2-2 0 0,3-2 0 0,-1-1 0 16,1-1 0-16,-1-2 0 0,-1 1 0 0,-1-1 0 0,-1 1 0 0,-1 0-144 15,0 0 144-15,-3 2 0 0,0 0 0 16,-2 1 0-16,-2 0 0 0,-2 1 0 0,-1 1 0 0,-1 0 0 16,-3 1 0-16,-1 3 0 0,0 3 0 15,0 2 0-15,0 3 0 0,1-1 0 0,1 4 0 0,1-3 0 16,1 4 0-16,3-2-17936 16</inkml:trace>
  <inkml:trace contextRef="#ctx0" brushRef="#br0" timeOffset="71782.73">8382 8796 22111 0,'2'-3'1968'0,"0"0"-1584"0,-1 3-384 16,0 0 0 0,-1 0 1360-16,0-2 192 0,2 2 48 0,2-1 0 0,0 2 448 0,-1 1 112 15,-3-2 16-15,0 0 0 0,0 0-1504 0,0 0-288 16,8 38-64-16,-9-26-16 0,-2 0-128 15,0-1-32-15,0-2 0 0,-1 0 0 0,0-2-144 0,1-2-256 16</inkml:trace>
  <inkml:trace contextRef="#ctx0" brushRef="#br0" timeOffset="72281.21">8643 8606 14735 0,'-1'-2'1312'0,"0"1"-1056"0,1 1-256 0,-1 0 0 15,1 0 1264-15,-1-1 192 0,0 1 32 0,-1-1 16 16,-2 1 624-16,2 0 128 0,-2 0 32 0,-1 2 0 16,2 1-688-16,0-1-128 0,0 3-16 0,-2 2-16 15,2 0-608-15,-1 2-112 0,-1 1-16 0,1 4-16 0,0 3-48 16,-1 0-16-16,2 1 0 0,-1 2 0 15,1 1-304-15,0-2-48 0,3-19-16 0,0 35 0 16,0-35-112-16,0 0-16 0,8 33-128 0,-8-33 192 0,0 0-192 0,0 0 0 16,0 0 0-16,39-3 0 0,-29-6 0 0,2-4 0 15,0-2 0-15,1-1 0 0,-1-1 0 0,-1-2-128 16,0 1 128-16,-1-2 0 0,0 2-144 0,-4 0 144 16,-1 4-208-16,-3-2 80 0,-2 2 128 0,-3-3 0 0,-2 0 0 15,-3 3 0-15,-1 2 0 0,-2 1 0 0,-3 3 0 0,-1 1 0 16,1 1 0-16,0 2-128 0,2 4 128 0,1 0 0 15,2 1-192-15,1 2 32 0,3 3 16 0,-1-1 0 32,3 2-1040-32,2 0-208 0</inkml:trace>
  <inkml:trace contextRef="#ctx0" brushRef="#br0" timeOffset="72499.1">8777 8720 17503 0,'0'2'768'0,"0"-1"176"0,0 0-752 0,0-1-192 0,1 2 0 0,-1-2 0 16,1 1 2064-16,0 1 384 0,1 3 80 0,-2-5 16 16,0 0-112-16,0 0-32 0,0 0 0 0,0 0 0 0,27 35-1296 0,-27-35-256 15,0 0-48-15,0 0-16 0,0 0-784 0,0 0 0 16,0 0 0-16,0 0-16928 15</inkml:trace>
  <inkml:trace contextRef="#ctx0" brushRef="#br0" timeOffset="73046.75">8986 8537 16575 0,'1'-2'1472'0,"-1"1"-1168"0,0-1-304 0,0 2 0 16,1 2 3088-16,-1-4 560 0,0 0 128 15,1-2 0-15,1-1-1104 0,-1 0-240 0,2 0-32 16,-2 0-16-16,1 1-1696 0,-1 1-352 16,0 0-64-16,-1 1-16 0,0 1 16 0,-1 1 0 0,-1 1 0 15,0 2 0-15,-2 2-80 0,1 1 0 0,-1-1-16 16,-2 2 0-16,3 3-176 0,-3-2 0 16,2 5 0-16,1-4 128 0,1 1-128 0,1-2 0 0,1-8 0 15,0 0 0-15,0 0 0 0,0 0 0 0,13 35 0 16,-13-35 0-16,0 0 0 0,0 0 0 0,0 0 0 0,0 0 0 0,40 23 0 15,-40-23 0-15,0 0 0 0,0 0 0 0,0 0 0 0,38 34 0 16,-38-34 0-16,0 0 0 0,0 0 0 0,23 43 0 16,-23-43 0-16,0 0 0 0,9 40 0 0,-9-40 0 15,0 0 128-15,0 37-128 0,-4-25 0 16,0-2 0-16,-2 0 0 0,0-1 0 0,-1-3 0 16,0 0 0-16,-2-3 0 0,0 1 0 0,0-4 0 15,0 0 0-15,0-2 0 0,1-1 0 0,0-2 0 16,0-1 0-16,1-2 0 0,0 1 0 0,2-1 0 15,0-1 0-15,1-2 0 0,3 1 0 0,0 2 0 16,2-3 0-16,0 4 0 0,3-2 0 0,-1 1 0 16,2 0 0-16,1 0-144 0,1-2 144 0,3 1 0 15,0-3 0-15,0 3 0 0,1-3 0 0,2 0 0 0,0-2 0 16,-1 0 0-16,1-1 0 0,1 1 0 0,-1-3 0 16,-1 1 0-16,-1 0 0 0,-1-1 0 0,-4 2 0 15,-1 1 0-15,-3 2 0 0,-2 3 0 0,-2 2 0 16,-2-1 0-16,-3 4 0 0,-3 0 0 0,-2 3 0 15,-2 4 0-15,-2 0 0 0,-2 3 0 0,1 1 0 16,1 3 0-16,1-4 0 0,4 2-144 0,0-4 144 0,3 2-208 0,2 0 80 31,1-1-832-31,2-2-176 0</inkml:trace>
  <inkml:trace contextRef="#ctx0" brushRef="#br0" timeOffset="73349.86">9276 8497 4607 0,'1'-1'192'0,"0"1"64"0,0-2-256 0,0 2 0 15,0 0 0-15,0 0 0 16,-1 0 3008-16,3 0 576 0,1 0 96 0,2 0 32 0,-6 0 512 0,0 0 128 15,0 0 0-15,0 0 16 16,35 19-2064-16,-35-19-400 0,0 0-96 0,0 0-16 0,27 47-1216 0,-27-47-256 16,10 36-64-16,-10-36 0 15,6 41-128-15,-6-41-128 0,5 47 144 0,-5-47-144 0,-1 48 128 0,-3-24-128 0,-2 2 0 16,-2-1 0-16,-3-3 128 0,0 0-128 16,0-2 0-16,-2-3 144 0,-2 2-144 0,-1-2 0 0,-1-2 0 15,-3 0-18512-15</inkml:trace>
  <inkml:trace contextRef="#ctx0" brushRef="#br0" timeOffset="74517.81">6527 9116 6447 0,'-2'0'576'0,"1"-3"-576"16,0 3 0-16,1-2 0 0,0 2 1056 0,0 0 96 16,-1-2 32-16,1 1 0 0,-1-1 896 0,-1 0 176 15,1 2 48-15,0 0 0 0,1 0 64 0,-1 2 32 16,0 0 0-16,1-1 0 0,1 1-768 0,-1 0-160 16,2 1-16-16,0-1-16 0,0-2-640 0,1 1-128 15,2-1-32-15,0 0 0 0,1 0-320 0,1-1-80 16,0 1-16-16,1 0 0 0,3-2-16 0,-11 2 0 15,0 0 0-15,34 0 0 0,-34 0-16 0,29-2 0 0,-29 2 0 16,33-1 0-16,-33 1-64 0,33-2 0 0,-33 2-128 0,36 0 192 16,-36 0-192-16,30 0 144 0,-30 0-144 0,32 0 128 15,-32 0-128-15,0 0 0 0,40 5 0 0,-40-5 0 16,0 0 0-16,40 4 0 0,-40-4 0 0,0 0 0 0,38 2 0 0,-38-2 0 16,0 0 0-16,45 1 0 0,-45-1 0 15,29 0 0-15,-29 0 0 0,32 2 0 0,-32-2 0 0,0 0 0 16,46 2 0-16,-46-2 0 0,0 0 0 0,49 5 0 15,-49-5 0-15,36 2 0 0,-36-2 0 16,40 1 0-16,-40-1 0 0,43 0 0 0,-43 0 0 16,42-3 0-16,-42 3 0 0,39-5 128 0,-39 5-128 15,35-7 128-15,-15 3-128 0,-1-3 128 0,-2 4 32 16,0-2 0-16,-17 5 0 0,34-7 0 0,-34 7-160 0,35-4 160 16,-35 4-160-16,35-3 160 0,-35 3-160 0,35 0 0 0,-35 0 0 15,31 0 0-15,-31 0 0 0,35 3 0 0,-35-3 0 16,34 0 0-16,-34 0 0 0,0 0 0 0,46 3 0 15,-46-3 0-15,35 1 0 0,-35-1 0 0,35 0 0 0,-35 0 0 16,37 0 0-16,-37 0 0 16,37 0 128-16,-37 0-128 0,37 2 0 0,-37-2 0 0,38 1 0 0,-38-1 0 15,36 4 0-15,-36-4 0 0,34 3 0 0,-34-3 0 16,32 2 0-16,-32-2 0 16,32 0 0-16,-32 0 0 0,32 0 0 0,-32 0 0 0,36-4 0 0,-36 4 0 15,36-5 0-15,-20 2 0 0,-16 3 0 16,36-7 0-16,-18 4 0 0,0-1 0 0,-18 4 0 0,34-5 0 15,-34 5 0-15,34-2 0 0,-34 2 0 0,35-2 0 16,-35 2 0-16,32 2 0 0,-32-2 0 0,0 0 0 16,44 3 0-16,-44-3 0 0,0 0 0 0,44 5 0 15,-44-5 0-15,0 0 0 0,47 4 0 0,-47-4 0 16,0 0 0-16,45 2 0 0,-45-2 0 0,35 0 0 16,-35 0 0-16,39-3 0 0,-39 3 0 0,40-3 0 0,-40 3 0 15,42-3 0-15,-42 3 0 0,40-5 0 0,-40 5 0 16,40-2 0-16,-40 2 0 0,37 0 0 0,-37 0 176 15,34 0-48-15,-34 0-128 0,33 0 192 0,-33 0-48 0,38 0-16 0,-38 0 0 0,41-1 0 16,-41 1-128-16,43-2 0 0,-43 2 0 0,47-2 0 16,-21-1 0-16,-26 3 0 0,48-5 0 0,-48 5 0 15,47-4 0-15,-47 4 0 0,43-4 0 0,-43 4 0 16,39-1 0-16,-39 1 0 0,37 0 0 0,-37 0 0 16,37 0 128-16,-37 0-128 0,35 1 0 0,-35-1 128 15,34 2-128-15,-34-2 0 0,33 0 144 0,-33 0-144 16,34 0 0-16,-34 0 0 15,32-3 0-15,-32 3-12000 0,26-2-2432 16</inkml:trace>
  <inkml:trace contextRef="#ctx0" brushRef="#br0" timeOffset="75709.33">7538 9355 7359 0,'1'-3'656'0,"0"0"-528"16,-1 2-128-16,0 1 0 0,0 0 1360 0,-1 0 240 0,1-2 64 0,-1 0 0 15,0 1 736-15,-1-1 160 16,-1 2 16-16,1 0 16 0,-1 2-240 0,-1 1-48 15,1 3-16-15,0-1 0 0,-1 0-640 0,0 3-128 16,1 3-32-16,-1-2 0 0,1 3-736 0,-1 2-160 16,0 1-16-16,-1 4-16 0,2 2-416 0,-1-2-144 15,-1 5 0-15,0-3 144 0,2-2-144 0,-1 0 0 16,1 0 0-16,1-3 0 0,0-3 0 0,2-1 0 16,0-2 0-16,0-2 0 15,0-3-592-15,3-2-160 0</inkml:trace>
  <inkml:trace contextRef="#ctx0" brushRef="#br0" timeOffset="75977.52">7797 9343 22111 0,'-3'1'1968'0,"2"1"-1584"0,2-2-384 0,0 0 0 16,0 0 1696-16,0 2 256 0,1-2 48 0,-1 2 16 15,3 0-96-15,1 1 0 0,-5-3-16 0,0 0 0 16,0 0-992-16,0 0-192 0,38 31-32 0,-38-31-16 0,0 0-176 0,0 0-48 16,34 42 0-16,-34-42 0 0,0 0-224 0,23 43-48 15,-23-43-16-15,0 0 0 0,25 43-160 16,-25-43 0-16,0 0 0 0,26 35 0 16,-26-35 0-16,0 0 0 0,0 0 0 0,0 0 0 0,32 29-272 0,-32-29-96 15,0 0-16-15,10-2-17376 0</inkml:trace>
  <inkml:trace contextRef="#ctx0" brushRef="#br0" timeOffset="76192.21">8024 9352 19343 0,'-4'-2'848'0,"1"2"192"0,1 0-832 0,0 2-208 0,1-2 0 0,-1 1 0 16,-1 1 2384-16,0 3 432 0,-5 2 96 0,-2 2 16 15,-4 5-112-15,-3 4-32 0,1 0 0 0,-2 1 0 16,1 2-1824-16,2-3-384 0,0 0-64 15,1 1 0-15,2 0-320 0,1-6-48 16,0-4-16-16,2 0 0 0,3-2-128 0,0-3 0 0,1 1 0 0,3-4-176 31,-1 1-736-31,1-2-160 0</inkml:trace>
  <inkml:trace contextRef="#ctx0" brushRef="#br0" timeOffset="76814.07">8275 9386 12895 0,'-3'-2'576'0,"0"2"112"0,1-2-560 0,0 1-128 15,1 1 0-15,0 0 0 0,1 0 1888 0,-1 0 352 0,-1 0 64 0,1 0 0 16,-1 0 640-16,0 0 128 0,1 0 32 0,0 0 0 15,1 1-1456-15,0-1-304 0,1 0-48 0,1 0-16 0,0 0-672 0,0 0-144 16,1-1-16-16,1 1-16 0,2-2-240 0,1 1-64 16,1-1 0-16,1 1 0 0,-9 1-128 0,0 0 160 15,27-1-160-15,-27 1 160 0,0 0-160 0,0 0 192 16,35 2-192-16,-35-2 192 0,0 0-64 0,0 0 0 16,0 0 0-16,0 0 0 0,40 22-128 0,-40-22 0 15,0 0 144-15,0 0-144 0,0 0 0 0,4 33 0 0,-6-26 0 16,0-3 0-16,-3 4 0 0,-1-3 0 0,0 3 0 0,-2-2 0 15,1-1 0-15,-2-1 0 0,-1 2 0 0,-2 0 0 16,-1 1 0-16,1-2 0 0,0 0 0 0,3 0-192 16,2-1-80-16,0 1-32 0,2 0 0 0,1-1 0 15,1 1 304-15,2-2 0 0,2-1 0 16,-1-1 0-16,2-1 128 0,1 0 0 16,0-1-128-16,1 1 192 0,2-2 128 0,0-1 0 0,2-2 16 0,1 1 0 15,0 1-96-15,2-2-32 0,1 1 0 0,0 0 0 16,-12 4-80-16,23-3 0 0,-23 3-128 0,0 0 192 15,31 0-192-15,-31 0 144 0,0 0-144 0,0 0 128 16,39 7-128-16,-39-7 0 0,0 0 0 0,0 0 0 16,36 4 0-16,-36-4 0 0,0 0 0 0,0 0-12416 15,27-2-2544-15</inkml:trace>
  <inkml:trace contextRef="#ctx0" brushRef="#br0" timeOffset="77429.27">10020 9094 10127 0,'3'-2'896'0,"-2"0"-704"16,0 2-192-16,-1 0 0 16,1 0 1344-16,0-2 256 0,1 1 32 0,0-1 16 15,3 1 1200-15,-1-2 240 0,0 2 48 0,1 1 16 16,-2 0-608-16,0 2-128 0,-3-2-32 0,0 0 0 15,0 0-1056-15,0 0-224 0,0 0-32 0,12 40-16 16,-12-40-608-16,-1 24-128 0,-1-9-32 0,0 1 0 16,-3-1-288-16,0 1 160 0,-1-3-160 0,-1 0 128 15,0-1-128-15,-1-2 0 0</inkml:trace>
  <inkml:trace contextRef="#ctx0" brushRef="#br0" timeOffset="79164.72">11093 8540 9215 0,'3'-5'816'31,"-2"2"-656"-31,1 1-160 0,-2 2 0 0,1-2 1456 0,0 0 256 0,1-1 48 0,2-2 16 16,-1 0 560-16,0 0 112 0,-1 1 32 0,0 2 0 0,-2 4-672 0,0-1-128 31,-2 3-16-31,0 3-16 0,-2 3-496 0,1 1-80 16,-3 6-32-16,1-2 0 0,-1 0-464 0,1-1-80 15,-1 3-32-15,0-2 0 0,0 0-224 0,0-1-48 16,3-1-16-16,-2-1 0 0,2-5-176 0,3-1 0 15,-1-3 144-15,2 0-144 0,0-3 0 0,1-3 0 16,1-1 0-16,0-1 128 0,2-2-128 0,2-3 0 16,-1 1 0-16,2-3 0 0,-1 1-224 0,1-1-64 15,2-5-16-15,1 2 0 16,-2-1-144-16,0 2-48 0,0 0 0 0,-1 2 0 0,0 0 496 0,0 0-144 0,-2 2 144 0,1 4 0 16,-2 0 0-16,0 3 0 0,-1 0 0 0,-1 3 0 15,0 0 496-15,0 0 16 0,-1 2 16 0,0 0 0 16,-1 1 64-16,-1 2 16 0,1 2 0 0,-2 2 0 15,1 1-192-15,0 0-32 0,-1 3-16 0,0-1 0 16,-1 0-176-16,0 0-48 0,-1-1 0 0,1-1 0 16,0 0-144-16,1-5 0 0,-1 2 0 0,1-3 0 15,0 1 0-15,0-2 0 0,-1-1 0 0,0-1 0 16,2-1 0-16,-1 0 0 0,2-1 0 0,-1-2 0 16,2-1 0-16,0 0 0 0,1-2-192 0,0-1 192 15,2 0-656-15,0 0-16 0,-1-3 0 0,3 1 0 16,-1-1-128-16,1 1-32 15,1-3 0-15,1-1 0 0,2 1 320 0,-1 1 48 0,-1-1 16 0,1 3 0 0,0 2 448 0,-2 0 0 16,-1 2 0-16,1 0 0 0,-1 0 192 0,-1 2 48 16,0 2 0-16,-2 1 0 0,0 0 560 0,-2 2 112 15,1 0 32-15,-1 3 0 0,-2-5-112 0,0 0-32 16,0 0 0-16,0 0 0 0,3 38-480 0,-5-26-80 16,2-12-32-16,-4 24 0 0,1-13-208 0,-1 2 0 15,0-1 128-15,0 1-128 0,1-3 0 0,-1 2 0 16,1-4 0-16,1-2 0 0,-1 2 0 0,0-2 0 15,1-1 0-15,-1 0 0 0,1-3 0 0,1 0 0 0,0 1 0 0,1-3 0 32,1-2-1104-32,1-1-224 0</inkml:trace>
  <inkml:trace contextRef="#ctx0" brushRef="#br0" timeOffset="79512.83">11512 8466 13823 0,'0'-5'608'0,"0"3"128"0,1-1-592 0,0 1-144 0,0 2 0 0,-1 0 0 15,1-2 1920-15,1-1 336 0,1 1 80 0,1-1 16 16,1 1 672-16,-1 2 144 0,2 0 32 0,-2 2 0 16,0 1-1248-16,0 0-240 0,-4-3-48 0,0 0-16 15,0 0-1136-15,0 0-208 0,0 0-48 0,0 0-16 31,0 0-592-31,0 0-112 0,35 26-32 0,-34-24-11232 0,0-2-2256 0</inkml:trace>
  <inkml:trace contextRef="#ctx0" brushRef="#br0" timeOffset="79654.6">11553 8520 10127 0,'-1'3'896'16,"0"-1"-704"-16,0 1-192 0,0-1 0 0,1-1 2736 0,-2 2 512 15,0 2 96-15,-1 5 32 16,-2 2-80-16,-1 2-16 0,1 3 0 0,-1-3 0 0,2 0-1808 0,-1-2-352 15,1-2-80-15,2 1-16 0,-1-2-768 0,1-1-256 16,2-4 128-16,1-1-128 16,1-3-512-16,2-2-144 0</inkml:trace>
  <inkml:trace contextRef="#ctx0" brushRef="#br0" timeOffset="80067.22">11725 8438 9215 0,'0'0'816'0,"0"0"-656"0,1 2-160 0,-1-1 0 16,0 0 2576-16,-1 2 496 0,0 1 80 0,0 1 32 16,-1 5 528-16,-1 1 128 0,0 1 0 0,0 3 16 15,1-1-2320-15,-2-2-480 16,1-1-96-16,-1 1 0 0,1 0-752 0,-2 0-208 16,-1-3 0-16,2 1 128 0,-2-2-128 0,2 0 0 0,-1-2 0 0,0-2 0 15,3 0 0-15,-1-1 0 0,0-3 0 0,1 1 0 16,1-1 0-16,0-1-128 0,1-1 128 15,1-1-128-15,1-1-256 0,0-1-32 16,1-1-16-16,1-2 0 0,1 1-96 16,1-4-32-16,2 0 0 0,0 0 0 0,1-1 304 0,0 2 48 0,1-2 16 0,0 3 0 0,-1-2 192 0,2 2 0 31,-1 1 0-31,-1 0 0 0,0 1 0 0,0 1 208 0,-2 0-32 0,0 1-16 0,-1 3 384 0,0-2 80 31,-2 3 16-31,0-1 0 0,0 2 48 0,0 2 16 16,-2 1 0-16,0-1 0 0,-1 5-192 0,-1-7-16 0,0 0-16 0,0 0 0 15,3 33-256-15,-3-33-48 0,0 0-16 0,-1 26 0 16,0-16-160-16,0-1 0 0,-1 1 0 16,-1-1 128-16,2 1-128 0,-2-3 128 0,2-1-128 0,-1 0 128 15,1-1-128-15,0-3 0 0,1 0 0 0,0 0-18432 16</inkml:trace>
  <inkml:trace contextRef="#ctx0" brushRef="#br0" timeOffset="80606.36">12048 8395 9215 0,'3'-3'816'0,"0"1"-656"0,-2 0-160 0,0 2 0 16,1-2 832-16,0 1 128 0,2-4 16 0,1-1 16 15,3-2 752-15,-1 1 160 0,0 0 16 0,-2 0 16 0,0 2-608 0,-2 1-128 16,-1 1-32-16,-2-1 0 0,0 3-352 0,0-1-80 16,0 2-16-16,-2 0 0 0,0 0 112 0,-1 0 0 15,0 0 16-15,0 2 0 0,-1-1-128 0,-1 1-16 16,1 1-16-16,-2 2 0 0,0 1-48 0,-2-1-16 15,0 4 0-15,-2-2 0 16,0 4-192-16,-1 2-48 0,-1 3 0 0,0 1 0 16,1 4 0-16,0 1-16 0,1-1 0 0,1 1 0 0,2 1 160 0,-1 1 48 15,3 0 0-15,1-3 0 0,2-2-112 0,2-19-16 0,4 34 0 16,-4-34 0-16,0 0-304 0,19 42-144 16,-19-42 128-16,0 0-128 0,0 0-176 0,45 19-112 0,-30-22-32 15,-1-4-11616-15,1-1-2336 16</inkml:trace>
  <inkml:trace contextRef="#ctx0" brushRef="#br0" timeOffset="82409.78">12280 8400 7359 0,'0'-2'656'0,"-1"2"-528"16,1 2-128-16,0-2 0 0,-1 2 1104 0,0-2 192 0,0 1 48 0,-2 0 0 16,0 4 576-16,-2 0 128 0,-1 0 32 0,0 4 0 15,-1-2-464-15,-1 3-80 0,0 1-32 0,-2 3 0 16,-1 3-544-16,2 2-96 0,0 3-32 0,1 1 0 16,1-2-320-16,1-1-64 15,4-2 0-15,0-1-16 0,2-17 192 0,1 31 32 0,-1-31 16 0,0 0 0 16,0 0-464-16,0 0-80 0,0 0-128 0,41 24 176 0,-31-29 16 0,1-2 16 15,1-3 0-15,-1-1 0 16,2-1-208-16,-2-2 176 16,1-1-176-16,-2 2 160 0,1-2-160 0,-4 3 128 0,0-2-128 15,0 2 128-15,-3 0-128 0,-2 0 0 0,-1 0 0 16,-2 2 128-16,0 2 32 0,-3 0 0 0,-2 1 0 0,-1 0 0 16,-1 0 288-16,-1 2 64 0,0 1 16 0,0 1 0 15,1 0-80-15,2 1 0 0,0 2-16 0,1 0 0 0,1 0-432 0,2 2 128 0,0-2-128 0,1 1 0 31,2 1-352-31,1 1-160 16,2-1-16-16,1 0-15792 0</inkml:trace>
  <inkml:trace contextRef="#ctx0" brushRef="#br0" timeOffset="82632.96">12494 8551 8287 0,'-3'0'368'0,"1"0"80"0,-1 1-448 0,1 1 0 15,2 0 0-15,-1-2 0 0,0 2 1888 0,-1 0 288 16,-1 4 64-16,0-2 16 0,0 4 352 0,0-1 64 16,1 2 16-16,0-2 0 0,2 0-784 0,0 0-160 15,1-2-16-15,-1-5-16 0,0 0-560 0,0 0-128 0,0 0 0 0,0 0-16 16,0 0-848-16,0 0-160 0,0 0 0 0,38 14-15936 15</inkml:trace>
  <inkml:trace contextRef="#ctx0" brushRef="#br0" timeOffset="83045.7">12698 8378 20271 0,'4'0'896'0,"-2"-1"192"16,0 0-880-16,-1 1-208 0,0-2 0 0,0 2 0 0,1-3 1088 0,0 3 192 16,2-3 16-16,-1 0 16 0,2 0 16 0,-1 0 0 15,-1-1 0-15,-3 3 0 0,1 1-560 0,-2 0-128 16,1 3 0-16,-3-1-16 0,-1 3 48 0,-1-1 16 16,0 4 0-16,-2-1 0 0,2 3-352 0,-4 3-64 15,0 4-16-15,1 0 0 0,-2 2-128 0,0 1-128 16,1 0 144-16,0-1-144 0,0 3 128 0,-1-1-128 15,1 0 0-15,2-1 0 0,1-2 128 0,1-2-128 0,2-1 0 16,1-1 144-16,2-14-144 0,0 0 0 0,0 0 0 16,4 31 0-16,-1-29 0 0,1 0-224 15,1-4 80-15,0 0 16 0,1-3-64 0,1-2 0 16,1 2 0-16,-1-4 0 0,0 1-64 0,2-3 0 0,0-3-16 0,-1 2 0 16,-1 2 0-16,-1-2 0 0,0 1 0 0,-1 1 0 15,-3 3 272-15,-1 0 0 0,-1 2 0 16,-2 2 0-16,-1 1 160 0,-3 2-16 0,-2 2 0 0,-2 1 0 15,-1 3 208-15,-1-2 32 0,1 3 16 0,1-3 0 16,2 1-400-16,-1-2 0 0,4 1 0 0,1-2-10304 16,2-1-2080-16</inkml:trace>
  <inkml:trace contextRef="#ctx0" brushRef="#br0" timeOffset="83915.59">12902 8599 9215 0,'1'-1'816'0,"0"1"-656"0,0-2-160 0,-1 2 0 15,1 0 1552-15,-1 0 288 0,2-1 48 0,0 0 16 16,0-1 1232-16,2-1 256 0,-1 1 64 0,0 2 0 16,-1 0-1088-16,0 0-192 0,-1 2-64 0,0 1 0 15,0-1-944-15,-1 2-192 0,-1 2-32 0,-1 0-16 16,1-1-464-16,0 0-80 0,-2 2-32 0,0 0 0 15,-1 0-224-15,0-2-128 0,-1 2 128 0,-1-1-128 16,2 0 0-16,-1-3 0 0,0 1-160 0,1-2-17952 16</inkml:trace>
  <inkml:trace contextRef="#ctx0" brushRef="#br0" timeOffset="84515.93">13298 8298 12895 0,'3'-3'1152'0,"-1"-2"-928"0,-1 3-224 0,-1 2 0 16,0 0 1392-16,0 0 224 15,1-2 48-15,1-1 16 0,-1 1 928 0,1-1 176 0,0 1 32 0,-1 2 16 16,0 2-720-16,-1 3-128 0,-1 0-48 0,-1 5 0 16,2-10-736-16,-3 26-160 0,3-26-16 0,-4 35-16 15,1-14-672-15,1 3-128 0,0 0-16 0,2-24-16 16,-4 42-176-16,4-42 0 0,-3 35 0 0,3-35-17904 15</inkml:trace>
  <inkml:trace contextRef="#ctx0" brushRef="#br0" timeOffset="85435.33">13362 8304 6447 0,'0'-3'576'0,"0"0"-576"15,1 1 0-15,-2 1 0 0,1 1 1024 0,-1 0 80 16,1-2 32-16,-1-1 0 0,0-1 336 0,0 1 64 16,0-2 0-16,-1 3 16 0,0 0-352 0,0 0-80 15,1 2-16-15,-1-2 0 0,0 2-544 0,1 0-112 16,-1 0-32-16,0 0 0 0,1 0 96 0,-1 2 32 16,1-2 0-16,-1 2 0 0,1-2-16 0,0 1 0 15,1 0 0-15,-1 1 0 0,1-1 112 0,-1 3 32 16,-1-1 0-16,1-1 0 0,-1 3 96 0,0 2 0 0,0-2 16 0,0 3 0 15,0 0-224-15,0 1-48 0,-1 3-16 0,0 0 0 16,0 2-176-16,1 1-48 0,2-15 0 0,-4 35 0 16,1-15 16-16,3-20 0 0,-3 37 0 0,3-37 0 15,-2 31-160-15,2-31-128 0,-2 28 192 0,2-28-192 16,-1 25 144-16,1-25-144 16,0 0 0-16,-4 36 144 0,4-36-16 0,0 0-128 0,-3 28 192 0,3-28-64 15,0 0 64-15,0 0 16 0,-2 30 0 0,0-24 0 16,2 0-32-16,-1-1-16 0,1-1 0 0,0-1 0 15,0 0-16-15,0-1 0 0,1-2 0 0,0 0 0 16,0 0-16-16,-1-2-128 0,1-1 192 0,0 0-64 0,1 1-128 16,-1-2 0-16,1-1 0 0,1 1 0 15,-1-2-960-15,-1-1-208 0</inkml:trace>
  <inkml:trace contextRef="#ctx0" brushRef="#br0" timeOffset="86459.66">13585 8298 13823 0,'3'-3'1216'0,"0"1"-960"16,0-1-256-16,-2 3 0 0,0-2 1664 0,1 2 304 16,2-2 48-16,3-1 16 0,0-2 464 0,3 1 112 15,0 0 16-15,-2 3 0 0,1 1-704 0,-9 0-128 16,0 0-16-16,0 0-16 0,34 21-848 0,-34-21-160 15,0 0-48-15,21 41 0 0,-21-41-352 0,12 37-80 16,-12-37-16-16,9 39 0 0,-9-39-96 0,6 42-32 16,-6-42 0-16,0 38 0 0,0-38-128 0,-6 33 0 15,3-19 0-15,-4-1 0 0,-1 0 0 0,-2 0 0 16,-2 1 0-16,-3-3 0 0,1 1-256 0,-3 0-48 16,-3 0 0-16,-3 2-17520 0</inkml:trace>
  <inkml:trace contextRef="#ctx0" brushRef="#br0" timeOffset="87458.68">10869 9049 6447 0,'0'-4'576'0,"0"1"-576"0,0 3 0 0,0-2 0 16,-1 2 528-16,1 0 0 0,-1-3 0 0,1 1 0 15,-2-3 304-15,-1 3 48 0,0-3 16 0,0 3 0 16,0 1 208-16,1 1 48 0,0 0 16 0,0 1 0 16,1 1 464-16,1-1 96 0,0 1 0 0,0 0 16 15,1-1-176-15,0 0-32 0,2 1-16 0,-1-1 0 0,0 1 480 0,2 0 112 16,2-2 0-16,0 1 16 0,3-1-1824 0,-9 0-304 16,25-1-192-16,-11-1 16 0,4-1 608 0,2 1 112 15,3 0 32-15,0-2 0 0,-3 1-144 0,2 0-32 16,1 1 0-16,-2-2 0 0,-4 1-144 0,1 0-48 15,3 1 0-15,0-2 0 0,1 1-48 0,1 0-16 16,0-1 0-16,-1 2 0 16,2-1 48-16,-2 1 0 0,-22 2 0 0,47-3 0 0,-23 3-32 0,1-2 0 15,-1 2 0-15,0 0 0 0,-3-2-32 0,3 2-128 0,2-3 192 0,0 3-64 16,-2-2-128 0,4-1 0-16,2 1 0 0,4 0 128 0,4 0-128 0,0-4 0 0,-1 2 0 0,-1-6 0 15,2 3 0-15,-3-4 0 0,0 1 0 0,-1 0 0 16,-4 1 0-16,2 0 0 0,-1 1 0 15,2 1 0-15,1 2 0 0,0-1 128 0,-3-2-128 16,0 2 0-16,0 0 0 0,-2-1 128 0,-1 0-128 0,-1 3 0 16,0-1 0-16,0 2 0 0,4 0 128 0,1-1-128 0,-1 2 0 15,0 0 0-15,0 1 0 0,-1-1 0 0,0 2 0 16,-3-1 0-16,1 1 0 0,-1 0 0 0,-27 0 0 16,52 1 0-16,-52-1 0 0,50 2 0 0,-50-2 0 15,47 5 0-15,-47-5 0 0,47 5 0 0,-47-5 0 0,44 8 0 16,-44-8 0-16,40 8 0 0,-40-8 0 0,38 9 0 15,-38-9 0 1,37 8 0-16,-37-8 0 0,36 6 0 0,-36-6 0 0,35 6 0 0,-35-6 0 0,35 7 0 16,-35-7 0-1,41 5 0-15,-41-5 0 0,42 5 0 0,-42-5 0 0,46 2 0 0,-46-2 0 0,45 3 0 0,-45-3 0 0,43 2 0 32,-43-2 0-32,38 2 0 0,-38-2 0 0,35 3 0 0,-35-3 0 0,32 4 0 0,-32-4 0 0,30 5 0 31,-30-5 0-31,32 1 0 0,-32-1 0 0,31 4 0 15,-31-4 0-15,29 2 0 0,-29-2 0 0,28 0 0 16,-28 0 0-16,28-1 0 0,-16 0 0 0,0-2 0 16,-1 1 0-16,0-1 0 0,-1 0 0 0,0 0 0 15,-3 0 0-15,0 1 0 0,-2-1 0 0,1 1 0 16,-2 1-208-16,-1 0 80 0,-1 1 128 0,-1 0-208 16,0 0-304-16,-2 0-64 0</inkml:trace>
  <inkml:trace contextRef="#ctx0" brushRef="#br0" timeOffset="88153.98">11712 9147 12895 0,'1'-2'1152'0,"0"-1"-928"0,0 1-224 0,0 1 0 16,0-1 1472-16,0 0 256 0,1-1 64 0,1-1 0 15,0-2 368-15,1 0 80 0,-1 1 0 0,-1 3 16 16,-2 1-720-16,0 4-128 0,0 2-48 0,-1 1 0 0,0 4-400 0,-2 5-64 16,0 6-32-16,-1 0 0 15,-1 0-240-15,0 2-48 0,0 0-16 0,-1 0 0 16,0 1-304-16,0-3-48 0,1-2-16 0,1-2 0 0,-1 1-192 0,2-1 128 15,1-4-128-15,2-2 0 16,0-4-480-16,0 0-192 0,0-2-32 0,2-3-15632 0</inkml:trace>
  <inkml:trace contextRef="#ctx0" brushRef="#br0" timeOffset="88408.81">11979 9172 13823 0,'1'-2'1216'0,"0"0"-960"0,0 2-256 0,-1 0 0 16,1 0 2128-16,-1 1 384 0,1-1 80 0,1 0 16 0,1 1 96 0,0-1 32 0,-3 0 0 0,0 0 0 15,0 0-1184-15,0 0-224 16,0 0-48-16,37 38-16 0,-37-38-608 0,0 0-112 0,32 33-32 0,-32-33 0 16,0 0-240-16,38 34-48 0,-38-34-16 0,0 0 0 15,40 35-208-15,-40-35 0 0,0 0 128 0,35 22-128 0,-35-22 0 0,0 0 0 31,0 0 0-31,0 0 0 0,39 21 0 0,-34-19 0 0,-1 0 0 0,-1-2 0 16,-1 0-1040-16,-1 0-208 0</inkml:trace>
  <inkml:trace contextRef="#ctx0" brushRef="#br0" timeOffset="88614.49">12243 9156 20271 0,'-6'0'896'0,"3"0"192"0,-1 2-880 0,0 0-208 0,2-2 0 0,0 3 0 31,-1-1 2432-31,-3 3 432 0,-3 5 80 0,-5 2 32 0,-2 4-480 0,-2 0-80 16,-1-1-32-16,0 2 0 15,-1-1-1600-15,1 0-320 0,0-1-64 0,0-1-16 16,3 0-208-16,0-2-48 0,2 2-128 0,2-2 192 16,3-3-192-16,1-1 0 0,4-4 0 0,0 1 0 15,1 0-448-15,2-5-128 0,2 0-16 0,2-2-17184 16</inkml:trace>
  <inkml:trace contextRef="#ctx0" brushRef="#br0" timeOffset="89278.39">12607 9113 21183 0,'-4'3'944'0,"0"-3"192"0,0 2-912 0,1-1-224 0,2 0 0 0,0-1 0 16,0 0 1600-16,-2 2 288 0,0 1 48 0,-1-1 16 15,1 2-160-15,0-3-16 0,3 1-16 0,2-2 0 16,1-2-672-16,1 2-144 0,3-2-32 0,0-1 0 16,2 1-400-16,1-1-96 0,1 1-16 0,1 0 0 0,-12 2-112 0,25 0-32 15,-25 0 0-15,0 0 0 0,37 4-128 0,-37-4-128 16,0 0 144-16,0 0-144 0,38 17 0 0,-38-17 128 15,0 0-128-15,0 0 0 0,0 0 0 0,0 0 0 16,27 38 0-16,-27-32 0 0,-1 0 0 0,-2-1 0 16,0-1 0-16,-3 1 0 0,0 0 0 0,0-1 0 15,-2 2 0-15,-1-3 0 0,1 1 0 0,-3 0 0 16,-3 1 0-16,-2 0 0 0,-2 2 0 0,1-3 0 0,0 2 0 16,3-2 0-16,2-1 0 0,2 1 0 0,3-1 0 0,-1 1 0 15,3-1 0-15,0-1 0 0,2 1 0 0,2-1 0 16,1-1 0-16,2 0 0 0,2-1 0 0,1 0 0 15,3-1 160-15,0 0-160 0,2-1 160 0,1 0-160 16,2 1 240-16,0-3-48 0,1 3-16 0,0-1 0 16,-14 2-176-16,24-2 0 0,-24 2 144 0,0 0-144 15,34 2 0-15,-34-2 128 0,0 0-128 0,41 10 0 16,-41-10 0-16,0 0 0 0,0 0 0 0,0 0 0 16,27 32 0-16,-29-24 0 0,-1-1 0 0,-3 0 0 0,-1 0 0 15,-1 0 0-15,1 0 0 0,-5 0 128 16,-3 3-128-16,-4 0 176 0,-2 2-176 0,-1-1 192 0,-1-2-192 0,0-1 0 15,1-1 0-15,3-4 0 16,2-1-400-16,4-4-176 0</inkml:trace>
  <inkml:trace contextRef="#ctx0" brushRef="#br0" timeOffset="91744.97">14100 9018 7359 0,'-2'-2'656'0,"0"0"-528"0,1-1-128 0,1 3 0 16,0-2 1104-16,0 2 192 0,1 0 48 15,0-2 0-15,1 1 960 0,0 1 192 0,1-2 32 0,1 4 16 16,0-1-624-16,0 3-112 16,-1 2-16-16,0 0-16 0,-1 1-864 15,-1 3-160-15,-1-1-48 0,-1 1 0 0,-1 1-480 0,-1-1-96 16,-1-2-128-16,0 0-8960 15,-1 2-1872-15</inkml:trace>
  <inkml:trace contextRef="#ctx0" brushRef="#br0" timeOffset="92895.93">14782 8328 12895 0,'3'-2'1152'0,"-1"0"-928"0,0 0-224 0,-2 1 0 0,0 1 1728 0,1 0 320 16,1-2 48-16,2-1 16 0,1 1 112 0,0-2 16 15,0 1 16-15,-1 0 0 0,0 3-912 0,0-2-192 16,-1 2-48-16,-2 2 0 0,0 3-272 0,-1 0-64 16,0 3-16-16,-1 1 0 0,-2 5-240 0,-2 0-32 15,0 3-16-15,-3 2 0 0,0 2-272 0,-2 1-64 16,0 1-128-16,0-2 192 0,1-4-32 0,0 0-16 0,-1-1 0 16,2-2 0-1,1-2-144-15,0-2 0 0,1-3 0 0,2-1 0 0,1-2 0 0,0-2 0 0,2 0 128 0,0-4-128 16,1 0 0-16,2-1 0 0,1-2 0 0,1-2 0 15,0 0-208-15,2-2-32 0,1-3 0 0,1 0 0 16,0-1-592 0,1 0-128-16,0-1-32 0,-1-1 0 0,0-1 224 15,1-1 32-15,-1 1 16 0,1-1 0 16,-2 3 480-16,0 2 112 0,2 1 128 0,-2 3-208 0,1-1 208 0,-1 4 0 0,-1 0 0 0,1 2 160 16,-1 1 480-16,0 1 112 0,0 1 16 0,-2 1 0 0,0 1 208 15,-4-2 48 1,0 0 16-16,0 0 0 0,0 0-480 0,0 0-112 0,9 46 0 0,-9-46-16 0,-3 23-304 0,1-10-128 15,-2 1 128-15,0-3-128 16,0-1 0-16,1 1 128 0,-1-1-128 0,0-3 0 0,2 0 0 0,-1-2 0 16,1 0 0-16,0-3 0 0,1-2 0 0,0 2 0 15,1-4 0-15,0 1 0 0,1 0 0 0,0-3 0 16,1 0 0-16,0-2 0 0,2-1 0 0,0-1 0 0,3-1 0 0,-1-3 0 31,2-1-464-31,0 0 16 0,0-1 16 0,2-2 0 16,0 1-32-16,-1 0-16 0,0 2 0 0,1 3 0 0,0-1 192 0,-1 3 32 15,-1-1 16-15,0 4 0 0,-1 1 240 0,-1 1 0 0,-2 2 0 0,0 2 0 16,-1 2 432-16,-1 2-32 0,-2-5 0 0,0 0 0 16,0 0 224-1,1 37 32-15,-1-37 16 0,-6 26 0 16,2-12-432-16,-1 3-96 0,0 2-16 0,0-5 0 16,1 0-128-16,0 0 0 0,1-3 144 0,0 0-144 15,0-1 0-15,0-1 144 0,0 0-144 0,1-1 0 0,0-2 0 16,1-3 0-16,-1 0 0 0,2-2 0 0,-1 0 0 0,2-3-256 15,0 1 80-15,0-4 16 16,2 1-1184-16,-1-4-256 0</inkml:trace>
  <inkml:trace contextRef="#ctx0" brushRef="#br0" timeOffset="93083.08">15176 8278 9215 0,'0'0'816'0,"0"-2"-656"15,0 2-160-15,1-1 0 0,0 1 2208 0,0 0 416 0,0 0 64 0,1-1 32 16,1 1 192-16,1 0 32 0,3 0 16 0,0 0 0 16,-7 0-1408-16,0 0-272 0,0 0-64 15,29 5-16-15,-29-5-608 0,0 0-112 0,0 0-32 16,0 0 0-16,0 0-448 0,0 0 0 0,0 0 0 0,0 0-15760 16</inkml:trace>
  <inkml:trace contextRef="#ctx0" brushRef="#br0" timeOffset="93283.42">15193 8383 12895 0,'-1'0'1152'0,"1"2"-928"0,0-2-224 0,0 0 0 0,0 1 2256 0,-1 1 416 16,0 0 80-16,0 3 0 0,-2 2 704 16,1 2 128-16,2-9 16 0,-7 24 16 0,7-24-2144 15,-8 24-448-15,3-13-64 0,1 1-32 16,0-2-672-16,0 0-128 0,0-4-128 0,3 2 192 0,-1-3-192 15,1-1 0-15,1-1 0 0,1-1 0 16,1-2-896-16,0-4-144 0,3 1-48 0,1-2-15376 16</inkml:trace>
  <inkml:trace contextRef="#ctx0" brushRef="#br0" timeOffset="93718.63">15330 8339 14735 0,'0'-1'640'0,"0"1"160"0,0 0-640 0,-1 0-160 15,1 1 0-15,-1 0 0 0,0-1 2368 0,0 3 432 16,-1 1 80-16,-2 3 32 0,0 1 48 0,0 2 16 0,-2 1 0 16,2 1 0-16,1-1-1904 0,-1 1-384 15,4-12-80-15,-6 24-16 0,3-12-464 0,0 0-128 0,-1-3 0 0,1-1 0 16,0 1 0-16,0-2 0 0,-1-1 0 0,1-2 0 16,0 3 0-16,-1-5 0 0,1 1 0 0,-1-1 0 15,3-2 0-15,-1 0 0 0,1 0 0 0,0-3 0 0,1 1 0 16,1-2-208-16,1 1 80 0,0-2 128 31,-1-1-448-31,2 0 16 0,1-1 16 0,1-2 0 0,0-2 288 0,2-2 128 0,0 0-128 0,0 0 128 16,2-4 0-16,-1 3 0 0,1 2 0 0,0 1-128 0,-1-1 128 15,0 2 0-15,1 5 0 0,-3-2 0 0,1 3 128 0,-2 2 48 16,1 1 16-16,-2 1 0 16,-1 0 304-16,0 3 64 0,0-1 16 0,-1 2 0 0,-2-4-112 15,0 0-16-15,0 0 0 0,0 0 0 0,0 0-272 0,9 41-176 16,-9-41 192-16,0 0-192 15,0 0 128-15,2 35-128 0,-2-35 0 0,0 0 0 0,0 29 0 0,0-29 0 16,0 0 0-16,-4 24 0 0,2-16 0 0,-1-2 0 16,1 1 0-16,-1-3 0 0,0 2 0 0,0-2 0 0,1 1 0 0,-1-2 0 15,0 1 0-15,0-2 0 0,1 1 0 16,1-1 0-16,0-1-192 0,0 1-112 16,0-2-16-16,1 0-17408 15</inkml:trace>
  <inkml:trace contextRef="#ctx0" brushRef="#br0" timeOffset="94112.34">15710 8321 7359 0,'-4'-2'656'0,"0"0"-528"15,0 1-128-15,2 1 0 0,-1 0 1488 16,1 0 272-16,0 1 48 0,-2 1 16 0,0 0 608 0,-5 1 128 15,1-1 32-15,-2 3 0 0,1 0-800 0,0 1-144 16,1 2-48-16,0-1 0 0,1 2-352 16,-2 3-80-16,0 5-16 0,-1 2 0 0,1 0-128 0,0 4-16 15,-1 0-16-15,2 2 0 0,0-4-416 0,1 1-96 16,3-1-16-16,4-21 0 0,-1 36-208 0,1-36-32 0,0 0-16 0,14 37 0 31,-14-37-544-31,0 0-112 0,0 0-32 0,38 15 0 16,-25-18-1952-16,0-4-400 0</inkml:trace>
  <inkml:trace contextRef="#ctx0" brushRef="#br0" timeOffset="94650.82">15874 8342 13823 0,'3'-6'608'0,"-1"1"128"0,0 2-592 0,-1 1-144 0,-1 0 0 0,1 0 0 0,-1 1 1920 0,1-1 336 16,0-3 80-16,1 3 16 0,-1-2 496 0,-1 3 96 16,-1-1 32-16,-1 4 0 0,0-1-1248 0,-3 3-256 0,0 3-64 15,-2 0 0-15,0 5-640 0,-2 1-144 16,1 2-32-16,-2 2 0 0,1 2-336 0,-2 0-64 16,1 2 0-16,1-2-16 0,1 2-176 0,0-4 128 15,3-2-128-15,1-1 128 0,1 0-128 0,3-14 160 16,0 0-160-16,0 0 160 0,0 0-160 0,14 38 0 15,-14-38 0-15,16 0 0 0,-7-5 0 0,1 0 0 0,2-2 0 16,1-4 0-16,0 1 0 0,0-2 0 0,3-1-160 0,-2 0 160 16,0-3-256-16,0 1 64 0,-2-4 0 15,-2 1 0-15,1-2 192 0,-3 1-176 16,1 0 176-16,-3 0-160 0,0 0 160 0,-3 1 0 0,-1 1 0 16,-2 2 0-16,-1 1 0 0,-2 4 0 0,-2 4 0 0,0 1 0 15,-2 2 0-15,-1 3 0 0,-1 5 0 0,-2 0 128 16,1 2-128-16,0 0 144 0,1 1-144 0,1 1 160 15,2-2-160-15,0 0 0 0,2 0 0 0,2 1 0 32,0-2-976-32,2-6-80 0</inkml:trace>
  <inkml:trace contextRef="#ctx0" brushRef="#br0" timeOffset="94867.28">16008 8445 3679 0,'1'-1'320'0,"0"1"-320"16,0 0 0-16,0 0 0 15,0 0 1312-15,-1 0 192 0,2 0 32 0,-1 1 16 0,-1-1 1344 0,0 0 272 16,0 0 48-16,0 0 16 0,0 0-1072 0,0 0-224 16,12 43-32-16,-12-43-16 0,0 0-896 0,0 0-176 15,0 0-48-15,2 35 0 0,0-30-768 0,-1-2-272 16</inkml:trace>
  <inkml:trace contextRef="#ctx0" brushRef="#br0" timeOffset="95263.74">16318 8240 21183 0,'0'-2'944'0,"0"1"192"0,0 1-912 0,0-1-224 0,0 1 0 0,1 0 0 15,-1 0 1856-15,1-2 336 0,0 2 64 0,0 0 16 16,0 0-784-16,-1 0-144 0,-1 0-48 0,1 2 0 16,-3-1-480-16,-1 2-112 0,-2 2 0 0,0 0-16 15,-3 5-240-15,-2-1-64 0,-1 3 0 0,-2 2 0 0,0 3-160 16,0-1-32-16,0 3-16 0,1-1 0 0,1 2-176 0,2-2 0 16,0 0 0-16,4-1 0 15,6-17 0-15,-7 26 0 0,7-26 0 0,0 0 0 0,0 0 0 0,0 0 0 16,12 40 0-16,-12-40 0 15,0 0 0-15,0 0-224 0,27 2 48 0,-18-4 16 16,0 0-128-16,-1-1-32 0,1 0 0 0,-1-1 0 16,-1-1 160-16,1-2 32 0,-1 2 0 0,0-2 0 15,-1 1 128-15,0 0 0 0,-2-1 0 0,-1 0-128 0,-1 3 128 0,-1-2 0 0,0 2 128 0,-1-3-128 16,-1 2 0-16,-1 0 144 0,-1 0-144 0,0 1 0 16,-3-1 192-16,0 1-192 15,-3 3 192-15,0-1-192 0,0 2 320 0,1 0-32 0,1 0-16 0,0 0 0 16,2 2-272-16,-1 1 0 0,2 0 0 15,-1 1 0-15,2-2-1184 0,1 1-288 0</inkml:trace>
  <inkml:trace contextRef="#ctx0" brushRef="#br0" timeOffset="96144.11">16558 8404 11967 0,'0'2'1072'0,"0"-2"-864"0,0 1-208 0,-1 1 0 16,1-2 1488-16,-1 2 256 16,0 1 48-16,-1 1 16 0,0 4 1008 0,-2 1 208 0,-1 0 48 0,0 1 0 15,-1 0-1088-15,1-1-224 0,-1 0-32 0,0-1-16 16,1 1-1008-16,-1-2-192 0,1 1-32 0,-1-2-16 15,2 0-464-15,-3-2-208 0,2 0 16 0,0-1-16240 16</inkml:trace>
  <inkml:trace contextRef="#ctx0" brushRef="#br0" timeOffset="96720.07">16799 8262 14735 0,'4'-5'640'0,"-1"1"160"0,-1 1-640 0,0 1-160 0,-1 0 0 0,-1 1 0 15,1 0 1456-15,0 0 256 16,0-1 48-16,0 1 16 0,-1-1 464 0,-2 4 80 0,0-1 32 0,-1 4 0 15,-2 1-736-15,-2 4-144 0,-1 2-16 0,-2 2-16 16,-1 2-608-16,-1 4-128 0,1-1-32 0,-1 2 0 16,1 0-384-16,2-2-80 0,2 1-16 0,7-20 0 15,-9 32-16-15,9-32-16 0,0 0 0 0,0 32 0 16,0-32-160-16,0 0 0 0,0 0 0 0,0 0 0 16,32 2 0-16,-22-9-176 0,-1 0 16 0,3-3 0 31,3-2-224-31,-1-4-32 0,1-1-16 0,-1 0 0 0,-1 1 0 0,-2 0 0 0,-1 1 0 15,-2 0 0-15,0-1 432 0,-3 3-128 0,0-2 128 0,-2 0 0 16,-1 2 0-16,-2 1 0 0,-2 0 192 0,-2 2-64 0,-1 1 288 16,-2 4 64-16,-2 2 16 0,-2 1 0 0,0 4-48 15,0 1-16-15,1 1 0 0,1 1 0 0,1 0-272 0,1 2-160 16,1-2 192-16,2 0-192 0,0 2 0 0,1-1 0 16,1 2 0-16,2-8 0 15,0 0-1360-15,0 0-288 0</inkml:trace>
  <inkml:trace contextRef="#ctx0" brushRef="#br0" timeOffset="97014.89">16915 8383 12895 0,'0'2'576'0,"0"-2"112"15,1 0-560-15,-1 1-128 0,2 1 0 0,-2 0 0 0,1-2 3248 16,0 2 608-16,-1-2 128 0,0 0 32 0,0 0-768 16,0 0-160-16,0 0-16 0,0 0-16 15,0 0-2064-15,26 36-416 0,-26-36-64 0,0 0-32 16,0 0-480-16,0 0 0 0,0 0 0 0,0 0-17792 15</inkml:trace>
  <inkml:trace contextRef="#ctx0" brushRef="#br0" timeOffset="97450.8">17207 8193 6447 0,'9'-7'272'0,"-5"2"80"0,1 1-352 0,-1 1 0 16,-3 1 0-16,1 0 0 0,1-1 1600 0,1-1 240 0,2 1 48 15,3-4 16-15,-1 0 656 0,-2 2 128 16,0 0 16-16,-2 3 16 0,-2 0-192 0,-2 2-32 0,-1 0-16 0,-1 2 0 16,-2 0-896-16,0 0-176 0,0 4-48 0,-3 0 0 15,1 2-592-15,-3 2-112 0,0 3-16 0,-2 0-16 16,0 3-432-16,-2 0-64 0,0 4-128 0,0 1 176 15,0 0-48-15,-1 1 0 0,2 1 0 0,0-2 0 16,3 1 112-16,1-3 16 0,8-19 0 16,-7 35 0-16,7-35-256 0,0 0 0 0,1 40 0 0,-1-40 0 15,0 0 0-15,0 0 0 0,0 0 0 0,0 0 0 0,33 18-176 0,-23-23-16 16,2 0-16-16,0-3 0 0,1-3 208 16,0 1-176-16,0 1 176 0,-1-2-160 0,-2 1 160 15,-1 0-160-15,0 1 160 0,0-1-160 0,-3 3 160 16,-1 0 0-16,-2 0 0 0,-2 2 0 0,-1-2 0 0,-1 2 0 15,-2 1 0-15,-3 1 0 0,0 1 0 0,-4 1 128 16,-2 1-128-16,-3 3 0 0,0 2 144 16,-2-1-144-16,-1 1 192 0,3 2-192 0,0-1 128 15,3 0-128-15,2-1 0 0,3 0 0 0,2-1-256 0,1-1-128 16,3-3 0-16,1 2-11264 0,2-2-2256 16</inkml:trace>
  <inkml:trace contextRef="#ctx0" brushRef="#br0" timeOffset="97735">17400 8222 23039 0,'3'-2'1024'0,"-1"1"192"0,0 1-960 0,-1 0-256 15,-1 0 0-15,1 0 0 0,1 0 1360 0,2 0 240 16,2 0 32-16,1-2 16 0,2 2 208 0,1 0 64 15,0 0 0-15,-10 0 0 0,20 2-784 0,-20-2-160 16,0 0-16-16,28 7-16 0,-28-7-480 0,0 0-80 16,0 0-32-16,30 29 0 0,-30-29-144 0,0 0-16 0,14 38-16 0,-14-38 0 15,3 35 0-15,-3-35 0 0,-1 40 0 0,1-40 0 16,-4 43 16-16,4-43 0 0,-12 41 0 0,2-20 0 16,-2 0-32-16,-3-2 0 0,-2 2 0 0,-2-1 0 15,0-4-160-15,-3-2 0 0,-4 1 0 0,-1-1-19136 16</inkml:trace>
  <inkml:trace contextRef="#ctx0" brushRef="#br0" timeOffset="98485.55">14579 8888 10127 0,'-1'0'896'0,"1"0"-704"0,0 0-192 0,1-2 0 15,0 2 1024-15,0 0 160 0,1-2 32 0,0 1 16 0,1-4 336 16,2 2 64-16,0 0 16 0,1 0 0 0,0-2 16 0,1 3 16 15,0-2 0-15,0 1 0 0,0 1-256 0,2 1-48 16,0-1-16-16,0 0 0 0,1 0-352 16,2 1-80-16,2 1-16 0,1-2 0 0,-15 2-208 15,35 0-32-15,-35 0-16 0,40-3 0 16,-40 3-224-16,40 0-48 0,-18 0-16 0,-22 0 0 16,44 1-208-16,-44-1-32 0,42 4-128 0,-42-4 192 0,42 3-192 15,-42-3 0-15,48 3 0 0,-22-2 0 0,2 2 0 0,1-1 0 16,3 1 0-16,-1-3 0 0,2 0 192 0,-2-2-64 15,1 1-128-15,-2-2 192 0,0 1 64 0,2 0 16 16,0 0 0-16,2-1 0 0,3 1-128 16,0-1-16-16,1 1-128 0,-1 0 192 0,1-2-192 0,-2 0 128 15,-1 1-128-15,0 0 0 0,3 0 0 0,0-1 0 0,1 1 0 0,2 1 0 16,1-1 128-16,1-2-128 0,-2 1 0 16,1-3 0-16,-2 3 128 0,1-2-128 0,1 1 0 15,0-1 0-15,3 0 128 0,-1 2-128 0,2-1 0 16,-2 0 144-16,1 3-144 0,-1-3 0 0,-2 0 0 15,2 1 0-15,-1-1 128 0,3 2-128 0,-1 3 0 16,0-2 128-16,1 2-128 0,-2 0 0 16,1 0 0-16,0 0 128 0,2 0-128 0,0 0 0 0,1 2 0 0,0-1 0 15,0 2 0-15,0-1 0 0,-1-2 0 0,0 0 0 16,1-2 0-16,-2 1 0 0,2 1 0 0,-4-2 0 16,-5 1 0-16,-2-1 0 0,-1 1 0 0,-4-2 0 15,-3 0 0-15,-6-1 0 0,-5 1-192 0,-3 1-18224 16</inkml:trace>
  <inkml:trace contextRef="#ctx0" brushRef="#br0" timeOffset="99596.7">15828 9003 12895 0,'-3'-3'1152'0,"2"0"-928"16,0 1-224-16,1 2 0 0,0 0 1216 0,0 0 192 15,-1 0 32-15,1 2 16 0,-1-2 912 0,0 2 176 0,1 2 32 0,-2 0 16 16,1 3-560-16,-2 2-112 0,1 0-32 0,-1 4 0 16,-1 3-976-16,-1 1-192 0,0 1-32 0,-2 4-16 15,1-1-224-15,-1 0-32 0,1 1-16 16,0-5 0-16,2-1-208 0,0-1-32 16,0-1-16-16,1-2 0 0,3-12-144 0,0 0-176 0,0 0 48 0,0 0-16928 15</inkml:trace>
  <inkml:trace contextRef="#ctx0" brushRef="#br0" timeOffset="99830.38">16053 8990 20271 0,'0'0'1792'0,"1"0"-1424"0,-1 0-368 0,2 1 0 16,-1 0 2080-16,1-1 352 0,0 2 64 0,1 1 0 0,-3-3-368 0,0 0-80 15,0 0 0-15,33 26-16 0,-33-26-1168 0,0 0-224 16,36 38-64-16,-36-38 0 0,0 0-336 0,36 45-80 0,-36-45-16 0,25 33 0 16,-25-33-144-1,0 0 0-15,34 45 0 0,-34-45 128 0,0 0-128 0,0 0 0 0,32 36 0 0,-32-36-176 32,0 0-832-32,0 0-160 0</inkml:trace>
  <inkml:trace contextRef="#ctx0" brushRef="#br0" timeOffset="100033.68">16314 9028 16575 0,'-6'-2'736'0,"1"0"160"0,1 1-720 0,2 1-176 0,0 0 0 16,-1 1 0-16,0 1 1952 0,-2 0 352 0,-3 0 80 16,-3 3 16-16,-3 2 464 0,0 1 80 0,-1 1 32 0,1 0 0 0,0 1-1504 0,2-1-320 15,-1 1-48-15,0 1-16 0,1 0-720 0,0 0-160 16,2 1-16-16,0-2-16 0,2-2-176 0,1 1 0 15,2-1 144-15,2-3-144 16,1-1-736-16,1-1-224 0</inkml:trace>
  <inkml:trace contextRef="#ctx0" brushRef="#br0" timeOffset="100351.22">16539 8964 19343 0,'0'-2'1728'0,"1"2"-1392"16,0 0-336-16,-1 0 0 0,0 0 2224 0,1 0 368 16,0 0 80-16,0 2 16 0,-1-2-368 0,0 2-64 15,-1 0-16-15,-1 1 0 0,0 2-1600 0,-2-1-336 16,-1 1-64-16,1 1-16 0,-4 2-64 0,1 0-16 16,-3 3 0-16,0 3 0 0,-1-2 32 0,1 2 0 15,1-1 0-15,1 1 0 0,1 2-176 0,2-3 0 16,5-13 0-16,-5 26 0 0,5-26 0 0,0 0 0 15,0 0 128-15,0 0-128 0,23 37 0 0,-23-37 0 0,23 1 0 0,-8-4 0 16,2 0 0-16,-1-3 0 16,3 0 0-16,0 0 128 0,0-2-128 0,-1 2 128 0,1 0-128 15,-1 2 128-15,0-1-128 0,-2 0 0 0,-2 3 0 16,-1 0 0-16,-1-1 0 0,0 1-176 0,-2-1 176 16,-1 1-192-1,1-3-1216-15,-4 3-240 0</inkml:trace>
  <inkml:trace contextRef="#ctx0" brushRef="#br0" timeOffset="100512.76">16702 8994 22111 0,'-3'0'1968'0,"1"0"-1584"0,1 1-384 0,1 1 0 0,-1 0 2384 0,0 1 400 16,-1 1 80-16,-4 4 16 0,-1 4-400 0,-3 4-80 16,1 0-16-16,-1 4 0 15,2 1-1552-15,-3 0-304 0,2 1-64 0,0 1-16 0,-1-2-256 0,4-3-48 16,0-1-16-16,6-17 0 0,0 0-128 0,-4 32-192 15,4-32 32-15,0 0-18880 0</inkml:trace>
  <inkml:trace contextRef="#ctx0" brushRef="#br0" timeOffset="101030.28">18213 8786 21183 0,'3'-2'1888'0,"-1"0"-1504"0,1 1-384 0,0 1 0 0,-1 0 1776 0,-2 0 272 16,2 1 64-16,-2-1 16 0,0 0 144 0,0 0 32 15,0 0 0-15,0 0 0 0,27 44-1392 0,-27-44-272 16,0 0-48-16,-2 37-16 0,2-37-352 0,-7 25-80 15,1-13-16-15,-1 0 0 0,0-2-128 0,-3-1 0 16,1 0 0-16,-1 1-17648 0</inkml:trace>
  <inkml:trace contextRef="#ctx0" brushRef="#br0" timeOffset="102134.36">18791 8177 6447 0,'1'-1'576'0,"0"-1"-576"0,0 1 0 0,0 0 0 0,-1 1 816 0,1-2 48 15,2-1 16-15,-1-2 0 0,3-1 992 0,0 0 208 16,-2 2 32-16,1-1 16 0,-1 2 240 0,-1 0 64 16,-1 2 0-16,-1 1 0 0,0 0-784 15,0 0-160-15,-2 2-16 0,1 1-16 0,-1 0-480 0,0 2-80 16,-1 1-32-16,1 1 0 0,-1 0-416 15,-1 2-64-15,0 3-32 0,0 0 0 0,-1 0-208 0,1 0-144 16,-2 4 192-16,1-1-192 16,0-1 128-16,-1 0-128 0,1 1 0 0,-1-1 0 15,1-2 128-15,1-3-128 0,0 0 0 0,0-3 0 0,3 0 0 16,-1-3 0-16,2-1 0 0,0-1 0 0,0-2 0 0,1-1-192 16,0-1 48-16,1 0 16 15,0-1-464-15,1-1-96 0,1-1-16 16,0-2 0-16,0 1-192 0,0-1-64 0,0-1 0 0,1 0 0 15,0 0 432-15,-1-2 80 0,1-1 0 0,1-1 16 0,1 0 272 16,0-1 160-16,2-1-192 0,-1 1 192 0,0 2 0 0,3 0 0 16,-2 2 192-16,1 0-48 0,-1 2 416 0,1 2 80 15,-1 2 0-15,-1-1 16 0,1 3 304 0,-3 1 48 0,0 1 16 0,-2 0 0 16,0 3-112-16,-1-1-16 16,-1 3 0-16,-1 0 0 0,-1 2-480 0,-1 0-96 15,0 2-32-15,1-9 0 0,0 0-160 0,-5 29-128 16,5-29 144-16,-5 23-144 0,5-23 128 0,-6 23-128 0,3-12 0 15,-1-2 0-15,1 0 0 0,-2 1 128 0,0 0-128 0,1-3 0 16,-1 2 0-16,1-3 0 0,0 0 0 0,0-3 0 16,1 2 0-16,1-1 0 0,1-4 0 0,0 0 0 15,1 0 0-15,0 0 0 0,1-2 0 0,1-3 0 16,2 0 0-16,0-1 0 0,1-1 0 0,2-1 0 16,0-1-384-16,3-3 16 0,1 0 16 0,0-5 0 15,2 1-224 1,-1 0-64-16,1-1 0 0,0 2 0 0,0-2 160 0,-1 3 32 0,0 2 0 0,-1 0 0 15,-1 3 288-15,0 2 160 0,-1 2-160 0,-3 1 160 0,-1 3 0 0,-1 1 0 16,-3 1 128-16,1 1-128 0,-2 1 528 0,0 1 0 16,-1 1 0-16,0 2 0 15,-1 0 48-15,-1 0 0 0,0 3 0 0,-1 1 0 0,2-1-288 0,-2 1-48 16,-1 1-16-16,1 0 0 0,4-12-80 16,-9 26-16-16,5-12 0 0,4-14 0 0,-9 26-128 0,9-26 0 15,-8 27 0-15,8-27 128 0,-7 23-128 0,7-23 0 16,0 0 0-16,0 0 0 15,0 0-352-15,0 0-48 0,0 0-16 0,0 0-16496 0</inkml:trace>
  <inkml:trace contextRef="#ctx0" brushRef="#br0" timeOffset="102328.83">19234 8022 29487 0,'0'0'1296'0,"0"0"288"0,0 0-1264 0,0 0-320 0,0 0 0 0,0 0 0 16,0 0 1792-16,0 0 320 0,0 0 48 0,34 32 16 0,-34-32-1296 0,0 0-256 16,33 18-48-16,-33-18-16 15,0 0-560-15,0 0 0 0,0 0 0 0,35 17 0 32,-33-14-1296-32,-1 1-320 0</inkml:trace>
  <inkml:trace contextRef="#ctx0" brushRef="#br0" timeOffset="102501.81">19210 8179 23039 0,'1'0'1024'0,"0"0"192"0,1 0-960 0,-1 2-256 0,-1-2 0 0,0 3 0 0,0-2 2336 16,1 2 416-16,-1-3 96 0,0 0 16 0,0 0-1360 16,1 38-272-16,-1-38-48 0,0 0-16 0,-4 32-880 15,4-32-288-15,0 0 160 0,-6 28-160 16,4-23-672-16,2 0-224 0,0-1-32 0,2-4-14928 0</inkml:trace>
  <inkml:trace contextRef="#ctx0" brushRef="#br0" timeOffset="102884.71">19425 8080 25791 0,'1'2'1152'0,"0"-2"224"0,-1 1-1104 0,0 0-272 16,0 1 0-16,0 1 0 0,-1-1 2192 0,0 3 384 0,1-5 80 0,0 0 16 15,-7 33-1264-15,7-33-240 0,-9 31-48 0,9-31-16 16,-11 29-752-16,11-29-160 0,-12 28-16 0,12-28-16 16,-10 23-160-16,5-15 0 0,0-1 0 0,2 0 0 0,0-4 0 0,0 1 0 15,1-3 0-15,0 1 0 0,0-2 0 0,1 0 0 16,1-2 0-16,0 1 0 0,1-2-224 0,0 1 80 16,1-2 16-16,1-1 0 0,0 0-144 0,1-1-32 15,1-1 0-15,2-3 0 16,0 2 96-16,1-5 16 0,2 1 0 0,1-1 0 0,1-1 64 15,0-2 128-15,1 1-208 0,-1 1 80 16,1 2 128-16,-3 3 0 0,0 2 160 0,-1 0-160 16,-1 2 448-16,-2 1-16 0,0 3 0 0,-1-1 0 15,-2 4 0-15,1-1 0 0,-2 3 0 0,0-2 0 0,-1 5-144 0,0-2-32 16,-1-5 0-16,0 0 0 0,0 0-128 0,-3 33-128 16,3-33 144-16,0 0-144 0,-7 38 0 0,7-38 0 15,0 0 0-15,-6 35 0 0,6-35 0 0,0 0 128 16,-5 34-128-16,5-34 0 0,0 0 0 0,0 0 0 15,0 0-144-15,0 0-18384 16</inkml:trace>
  <inkml:trace contextRef="#ctx0" brushRef="#br0" timeOffset="103180.88">19832 8039 11631 0,'4'-5'512'0,"-3"3"112"0,1 0-496 0,-1-1-128 0,-1 1 0 0,0 2 0 15,0-3 1200-15,-1 1 208 0,0 0 64 0,-1-1 0 16,-1 1 464-16,-3 2 112 0,0 1 0 0,-3 3 16 16,0 0-240-16,0 4-48 0,0-1-16 0,-2 5 0 15,1 2-144-15,1 0-16 0,0 3-16 0,0 1 0 16,1 0-544-16,8-18-96 0,-13 37-32 0,13-37 0 15,-6 33-480-15,6-33-112 0,0 0 0 0,0 0-16 16,9 48-304-16,-9-48 0 0,0 0 0 0,0 0 0 16,25 30 0-16,-25-30-176 0,0 0 0 0,28 10-11808 15,-17-10-2368-15</inkml:trace>
  <inkml:trace contextRef="#ctx0" brushRef="#br0" timeOffset="104500.49">19925 8099 12111 0,'2'-5'1088'16,"0"0"-880"0,-1 2-208-16,0 1 0 0,0 2 0 0,1-2 0 0,1-5-160 0,1 0 160 15,4-3-128-15,-1-2 128 0,1 5 1248 0,-3 0 288 16,2 3 64-16,-3 1 32 0,0 1 1184 0,-1 2 224 15,-1 2 48-15,0 0 32 0,-1 1-640 0,0-1-128 0,0 2-32 0,-2 2 16 16,1-3-976-16,0 1-192 0,-1 1-32 0,0-1 0 16,-1 3-416-16,1-1-80 0,-2 0 0 0,0 1 0 15,-1 3-320-15,1-1-48 0,-2 3-16 0,0 0 16 16,-1 2-272-16,0 0 128 16,0 3-128-16,-1-3 0 0,2 3 0 0,-1-1 0 0,6-16-240 0,-7 29 96 15,7-29-80-15,-6 24-16 0,6-24 0 16,0 0 16-16,0 0-912 0,0 0-176 0</inkml:trace>
  <inkml:trace contextRef="#ctx0" brushRef="#br0" timeOffset="104914.31">20212 8229 25791 0,'4'-3'1152'0,"-2"1"224"16,0 2-1104-16,1-1-272 0,-1 0 0 0,-1 1 0 0,1-2 1728 0,1 2 272 15,1-1 64-15,1 1 16 0,-1 3-528 0,-1-1-96 16,-3-2-32-16,0 0 0 0,0 0-768 0,-5 28-144 15,-2-18-48-15,0 2 0 0,-2-2-256 0,1 1-48 16,-1-2-16-16,0 1 0 16,-1 0-528-16,1-4-128 0</inkml:trace>
  <inkml:trace contextRef="#ctx0" brushRef="#br0" timeOffset="105450.29">20628 8084 19343 0,'-3'-2'848'0,"2"0"192"0,0-1-832 0,0 3-208 16,0-2 0-16,1 1 0 0,-1 1 1360 0,1-2 240 0,-1 0 32 0,0 0 16 16,-1-1 80-16,1 1 32 0,1 0 0 0,-2 1 0 15,1 1-688-15,-1 0-144 16,0 1-32-16,0 1 0 0,-1 3-336 0,0-1-80 15,-1 4-16-15,-2 3 0 0,1-1 64 0,-2 2 16 16,2 4 0-16,-2-3 0 0,2 3-336 0,-1-2-64 16,6-14-16-16,-6 27 0 0,6-27-128 0,0 0 0 0,0 0 0 15,3 37 0-15,-3-37 0 0,0 0 0 16,0 0 0-16,0 0 0 0,31 1 0 0,-23-6 0 0,3-3 0 16,0 1 0-16,-2 0 0 0,0-3 0 0,1 1 0 0,0-3 0 15,-1 3-240-15,-2-3 32 0,1 0 0 16,-3-2 0-16,1 2 208 0,-3-2-144 0,0 0 144 15,-3 0-128-15,-1 2 128 0,-1-1 0 0,-3 0 0 0,0 3 128 0,-1 0-128 16,-1 3 144-16,-2 2-144 0,1 3 160 16,0 2 112-16,0 1 32 0,2 2 0 0,-2 0 0 0,3 3-304 15,0 0 0-15,1-1 128 0,2 1-128 16,2-6-192-16,0 0-112 0,0 0-16 0,0 0-16912 16</inkml:trace>
  <inkml:trace contextRef="#ctx0" brushRef="#br0" timeOffset="105979.99">20910 7994 17503 0,'1'0'768'0,"0"-1"176"0,-1 0-752 0,0 1-192 15,0-2 0-15,0 2 0 0,-1 0 1344 0,0 0 256 16,0 0 32-16,-2 2 16 0,-1-2-112 0,-1 1 0 16,2 0-16-16,-1 1 0 0,0 1-736 0,1-1-144 15,0-2-16-15,1 3-16 0,1-1-144 0,-1 0-16 16,2 0-16-16,0 1 0 0,0 0 288 0,0 0 64 15,1 0 16-15,-1-3 0 0,0 0-176 0,0 0-48 16,0 0 0-16,0 0 0 0,23 38-144 0,-23-38-48 16,0 0 0-16,0 0 0 0,26 41-384 0,-26-41 128 15,0 0-128-15,0 0 0 0,27 40 0 0,-27-40 0 16,0 0 0-16,0 0 0 0,26 33 0 0,-26-33 0 0,0 0 0 16,0 0 0-16,0 0 0 0,0 0 0 0,0 0-128 0,17 40 128 15,-18-35 0-15,-1-1 0 0,0 0 0 0,-2 0 0 16,1 1 0-16,-2-1 0 0,0 0 0 0,-1 0 0 15,-1 0 0-15,-1-1 0 0,1 0 0 0,-2 1 0 16,1-3 0-16,0 0 0 0,0-1 0 0,1 0 0 16,0 0 0-16,2-2 0 0,-1 0 0 0,2-3 0 15,-1 0 0-15,2-1 0 0,0 0 176 0,2-1-176 16,1-1 256-16,1-1-64 0,1 0 0 0,3 0 0 0,-1-2-192 16,3 0 0-16,0 2 128 0,3 0-128 0,-1 0 0 15,1 0 176-15,1 0-176 0,0 0 160 0,1-2-160 0,-1 1 0 16,-1 2 0-16,0-1 0 0,-2-1 0 15,1 1 0-15,0-1 0 0,-1 1 0 0,0-3 0 0,-2 0 0 16,0 0 0-16,-1-2 0 0,-1 2 0 0,-2 0 0 16,-1 0 0-16,-2 1 0 0,-2 4 0 0,-1-3 0 15,-3 5 0-15,-1 0 0 0,-1 3 0 0,-2 1 0 16,-1 2 0-16,0 1 0 0,-1 3-144 0,1-1 144 0,1 2 0 0,0 1 0 16,2-2-384-16,-1 2 48 0,3 0 0 15,0-2-11312-15,2 1-2240 16</inkml:trace>
  <inkml:trace contextRef="#ctx0" brushRef="#br0" timeOffset="106399.05">21195 7944 9215 0,'2'-4'816'0,"0"2"-656"0,0 1-160 0,0-1 0 16,-2 2 2176-16,1-2 384 0,1 1 96 0,1-1 16 0,3 1 976 0,0 0 192 16,2-2 32-16,1 3 16 0,0 0-2032 0,-9 0-416 15,0 0-80-15,27 10-16 0,-27-10-768 0,0 0-144 0,0 0-48 0,27 40 0 16,-27-40-96-16,0 0-32 16,10 50 0-16,-10-50 0 0,0 43-16 0,0-43-16 15,-6 42 0-15,6-42 0 0,-9 43-96 0,9-43 0 16,-15 43-128-16,7-20 192 0,-1-2-192 0,-2-1 0 0,-1-4 128 0,-2 1-128 15,0-3 0-15,-1-4 0 0,-1 1-144 16,-1-1-18160-16</inkml:trace>
  <inkml:trace contextRef="#ctx0" brushRef="#br0" timeOffset="107096.01">18647 8627 2751 0,'-4'0'256'0,"1"-2"-256"16,1 2 0-16,0-1 0 0,1 1 1104 0,1 0 176 15,0 0 48-15,0-1 0 0,-1 1 352 0,-1-1 80 0,2 1 16 0,0-2 0 16,1 2 80-16,1-2 0 0,3 0 16 16,0-1 0-16,1 1 96 0,2-1 16 15,-1 2 0-15,2 0 0 0,1-2-400 0,0 1-80 0,1 2-16 0,2-2 0 16,0 1-368-16,1 1-80 0,2-2-16 0,1 2 0 15,3-1-272-15,1 1-64 0,2-1-16 0,1 1 0 16,3 0-352-16,-1-2-80 0,2 2-16 0,0-2 0 0,-1 1-224 16,1-1 0-16,1-1 128 0,1 1-128 0,-3 1 0 0,2 0 0 15,2 1 0-15,2 0 0 0,3 0 208 16,0 0-48-16,2 0-16 0,3-3 0 0,0 1-144 0,2-3 0 16,1 3 144-16,2-2-144 15,3 1 0-15,4 0 128 0,3 1-128 0,2-3 0 16,-1-2 0-16,-1 3 144 0,0-1-144 0,2 2 0 0,4-1 128 0,1-1-128 15,0-2 0-15,-1-1 0 0,-1 2 0 0,3 0 0 16,3 0 0-16,0-2 0 0,-3 1 0 0,-2-2 0 16,-5 2 0-16,1 2 0 0,2 0 0 0,-3 0 0 15,-2 2-192-15,-6 0 192 0,-2 0 0 16,-4 1 0-16,-3 1 0 0,-2-1 0 0,-3 4-128 0,-2-2 128 16,-4 1 0-16,-5 1-18256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10-23T09:50:51.739"/>
    </inkml:context>
    <inkml:brush xml:id="br0">
      <inkml:brushProperty name="width" value="0.05292" units="cm"/>
      <inkml:brushProperty name="height" value="0.05292" units="cm"/>
      <inkml:brushProperty name="color" value="#002060"/>
    </inkml:brush>
    <inkml:context xml:id="ctx1">
      <inkml:inkSource xml:id="inkSrc94">
        <inkml:traceFormat>
          <inkml:channel name="X" type="integer" max="27388" units="cm"/>
          <inkml:channel name="Y" type="integer" max="18258" units="cm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T" name="resolution" value="1" units="1/dev"/>
        </inkml:channelProperties>
      </inkml:inkSource>
      <inkml:timestamp xml:id="ts1" timeString="2023-10-23T09:52:12.979"/>
    </inkml:context>
    <inkml:brush xml:id="br1">
      <inkml:brushProperty name="width" value="0.05292" units="cm"/>
      <inkml:brushProperty name="height" value="0.05292" units="cm"/>
      <inkml:brushProperty name="color" value="#C00000"/>
    </inkml:brush>
    <inkml:brush xml:id="br2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19264 8857 10127 0,'-3'0'896'0,"2"0"-704"0,0 0-192 0,0 0 0 0,1 0 448 0,-1 0 48 16,-1 0 16-16,-1 0 0 16,-1 0 912-16,0 0 192 0,1-2 48 0,-1 0 0 0,2 1-64 0,2-1 0 15,-1 2 0-15,0-4 0 0,1 3-528 0,0-1-112 16,0-1-32-16,1 1 0 0,0 1-192 0,-1 0-32 15,2-1-16-15,1 1 0 16,-1 0-176-16,2 0-16 0,-1 1-16 0,3-3 0 0,0 3 32 0,2-2 16 16,0 1 0-16,1 0 0 15,3-1-208-15,-3 2-32 0,1 0-16 0,1 0 0 16,-11 0-144-16,0 0-128 0,31 3 192 0,-31-3-192 0,0 0 128 0,0 0-128 16,34 13 0-16,-34-13 0 0,0 0 0 0,0 0 0 0,0 0 0 0,0 0 0 15,12 38 0-15,-16-28 0 16,-1 0 0-16,-2 1-144 0,-2 1 144 0,-1 2 0 15,-1-2 0-15,-1-1 0 0,0 1 0 16,0-2 0-16,1 0 0 0,-2 1-128 0,0-3 128 0,-2 3 0 16,0-1-144-16,1-3 144 0,2 0-176 15,1 0 48-15,1-2 0 0,2-1 0 0,1-1 128 0,2-1 0 0,0 1 0 16,4-2 0-16,-1-1 0 0,2 0 0 0,1 0 0 16,1 0 0-16,3-1 0 0,2-1 0 0,0 1 0 15,3-1 0-15,3-1 0 0,1 1 0 0,1 1 0 0,1 0 128 16,0 1-128-16,2-2 0 0,-18 2 0 0,36 0 128 15,-36 0-128-15,35 0 0 0,-35 0 0 16,32 2 0-16,-32-2 0 0,30 0 0 0,-16-2 0 0,-1-1 0 16,-1 3 0-16,-2-2 0 0,-2-1 0 0,0 1 0 15,-2 0 0-15,1 0-160 0,-3-1 160 0,0 1-15024 16</inkml:trace>
  <inkml:trace contextRef="#ctx0" brushRef="#br0" timeOffset="251.24">19714 8854 11967 0,'-1'-4'1072'0,"1"-1"-864"0,0 3-208 0,0 0 0 0,1 2 2240 0,-1-1 416 16,1 1 80-16,0 0 16 0,1 0-448 0,1 0-64 15,0 0-32-15,-3 0 0 0,0 0-736 0,0 0-128 16,0 0-48-16,35 20 0 0,-35-20-416 0,0 0-96 15,0 0-16-15,41 32 0 0,-41-32-352 0,0 0-80 16,34 32-16-16,-34-32 0 0,0 0-112 0,0 0-16 16,40 35-16-16,-40-35 0 0,0 0-176 0,36 24 0 0,-36-24 0 0,0 0 0 15,0 0 0-15,35 20 0 16,-35-20 0-16,0 0-11600 0,0 0-2256 0</inkml:trace>
  <inkml:trace contextRef="#ctx0" brushRef="#br0" timeOffset="428.47">19946 8814 18431 0,'-3'-4'816'0,"1"2"160"0,0 1-784 0,1 1-192 0,0 0 0 0,0 0 0 15,-1 3 1792-15,-1-1 320 0,-2 3 64 0,-1 2 16 0,-2 0-432 0,-4 3-96 16,-1 4 0-16,-1 0-16 16,-2 3-848-16,0-2-160 0,0 0-48 0,1 2 0 15,1 0-336-15,1-3-64 0,2 0 0 0,0-1-16 0,4-1-176 0,0-1 0 16,3-4-160-16,2 0-10192 15,1-3-2032-15</inkml:trace>
  <inkml:trace contextRef="#ctx0" brushRef="#br0" timeOffset="832.89">20048 8862 10127 0,'0'1'896'0,"1"-1"-704"15,0 0-192-15,-1-1 0 0,2 1 1088 0,-2 0 176 16,1 0 32-16,1-2 16 0,1 2 720 0,1 0 144 16,0-3 16-16,1 1 16 0,1 0-336 0,-1 1-64 15,2-1-16-15,-1-2 0 0,1 3-432 0,0-1-80 0,1-1-32 0,1 1 0 16,0 0-304-16,-1 0-64 0,3 0-16 0,-2 1 0 0,-9 1-448 0,18 0-96 16,-18 0 0-16,0 0-16 0,0 0-144 0,32 7-32 15,-32-7 0-15,0 0 0 16,0 0-128-16,0 0 0 15,0 0 0-15,0 0 0 0,30 31 0 0,-30-31 0 16,0 0 0-16,0 0 0 0,-7 24 0 0,2-16 0 0,-2 0 0 0,-1-1 0 16,-2 3 0-16,-2-1 0 0,-2 1-144 0,0-1 144 15,0 2-240-15,0 0 16 0,3-2 0 0,1-2 0 16,1 1 96-16,4-2 128 0,0-1-208 0,3 0 80 0,2-5 128 0,0 0 0 16,0 0 0-16,0 0 0 15,0 0 0-15,40 7 0 0,-40-7 0 0,28 0 128 16,-11-2 192-16,0 1 64 0,-17 1 0 0,34 0 0 15,-17 0-16-15,-17 0 0 0,35 3 0 0,-35-3 0 16,34 3-368-16,-34-3-192 0</inkml:trace>
  <inkml:trace contextRef="#ctx0" brushRef="#br0" timeOffset="2764.99">21586 8682 21183 0,'0'-3'1888'0,"2"3"-1504"0,-1-2-384 0,0 2 0 15,1 0 544-15,-1 0 32 0,2-2 16 0,0 1 0 16,2-1 528-16,1 2 96 0,-6 0 32 0,0 0 0 16,0 0-432-16,0 0-96 0,0 0-16 0,0 0 0 15,23 38-352-15,-23-38-80 0,-6 24-16 0,2-12 0 16,-4 0-256-16,-1 0 0 0,0-1 128 0,-2-2-9392 16,-2 0-1872-16</inkml:trace>
  <inkml:trace contextRef="#ctx0" brushRef="#br0" timeOffset="3566.39">22308 7885 11055 0,'3'-9'976'0,"-1"1"-784"0,0 4-192 0,0-1 0 16,-1 5 1200-16,-1-2 192 0,1 2 32 0,0-1 16 0,1-1 592 15,1 2 112-15,-1 0 32 0,-1 2 0 16,0 3-512-16,-1 2-80 0,-1 1-32 0,1-8 0 0,0 0-912 16,-7 36-176-16,7-36-32 0,-7 31-16 15,7-31-208-15,-11 33-32 0,5-15-16 0,-1-2 0 16,1 1-160-16,-2-2 160 0,0 1-160 0,-1-3 160 16,1-1-160-16,1-1 0 0,1-4 0 0,0 0 0 15,2-5 0-15,0 1 0 0,2-3 0 0,1 0 0 16,0-1 0-16,1-2 0 0,0 0 0 0,1-2 0 0,0-2-128 0,0-1 128 15,1 2 0-15,0-4 0 0,1 0 0 0,1-2 0 16,0-2 0-16,0-1 0 16,2 3 0-16,-1-3 0 0,3 1 0 0,0-3 128 0,2 2-128 0,0 1 0 15,1 2 0-15,-1 1 0 0,-1 2 0 0,0 3 128 0,1 2-128 16,-3 1 0-16,1 1 208 0,-1 0-32 0,0 4-16 0,1 0 0 16,-8-2 288-16,0 0 64 0,0 0 16 0,0 0 0 15,0 0-336-15,28 39-192 0,-28-39 192 16,0 0-192-16,0 35 0 0,0-35 0 15,-5 26 0-15,5-26 0 0,-8 26 0 0,2-14 0 0,0 2 0 16,0-4 0-16,0 1 128 0,0-3-128 16,-1-1 0-16,2 0 0 0,0-5 0 0,1 1 0 0,1-1 0 0,1-2 0 15,0-2 0-15,2-1 0 0,0-1 0 0,2-2 0 16,1 0 0-16,0-2 0 16,1-1 0-16,2-3-144 0,-1 1 144 0,3-3-128 0,0 1 128 15,0-3-128-15,2 3-416 16,-1-1-80-16,1 2-16 0,0-2 0 15,1 0 160-15,1 2 32 0,-2 3 0 0,0-1 0 0,-1 1 448 0,1 0-144 0,-2 4 144 0,0 0 0 16,1 0 0-16,-4 3 0 0,0 0 0 0,-1 2 0 16,1 0 208-16,-1 2 32 0,0 0 0 0,-4-2 0 15,0 0 224-15,0 0 48 0,0 0 16 0,5 43 0 16,-5-43-192-16,0 0-32 0,-5 38-16 0,5-38 0 16,-9 33-80-16,4-14-16 0,-1 0 0 0,0-5 0 15,1 0-192-15,0-2 0 0,1 0 0 0,-1-2 0 0,2-1 0 0,1-3 0 16,1 0 0-16,0-3 0 15,2-1-624-15,-1 0-160 0,3-4-48 0,2 0-13968 16</inkml:trace>
  <inkml:trace contextRef="#ctx0" brushRef="#br0" timeOffset="3752.2">22717 7797 19343 0,'1'3'848'0,"0"-1"192"0,0 1-832 0,0 1-208 0,0-3 0 0,-1 1 0 15,1 1 1328-15,0 0 208 0,-1-3 64 0,0 0 0 16,0 0-208-16,0 0-48 16,26 46 0-16,-26-46 0 0,0 0-912 0,0 0-192 15,0 0-48-15,28 30 0 0,-28-30-192 0,0 0 0 16,0 0 0-16,0 0-9008 16,0 0-1872-16</inkml:trace>
  <inkml:trace contextRef="#ctx0" brushRef="#br0" timeOffset="3936.96">22763 7943 15663 0,'-1'1'688'0,"0"-1"144"0,0 2-656 0,0-1-176 0,0 1 0 0,0-1 0 16,-1 3 2048-16,0-2 368 0,-1 6 80 0,-2 3 0 0,5-11-592 0,-13 31-128 16,4-15-32-16,2 1 0 0,0-2-1280 0,-1 1-256 15,2-3-48-15,0 0-16 0,6-13-144 16,-7 19-272-16,7-19 64 0,0 0-13616 0</inkml:trace>
  <inkml:trace contextRef="#ctx0" brushRef="#br0" timeOffset="4303.35">22979 7814 18431 0,'0'1'1632'0,"0"2"-1312"16,-1 0-320-16,0 0 0 0,-1 1 992 0,-1 3 128 0,-1 0 32 15,-2 7 0-15,-3 6 416 0,-3 4 96 0,0 4 0 0,0-2 16 16,1 0-752-16,1-4-160 16,2-2-16-16,8-20-16 0,-11 34-592 0,11-34-144 0,0 0 0 15,-6 28 0-15,6-28 0 0,0 0 0 0,0 0 0 16,0 0-176-16,0 0 176 0,0 0 0 16,5-2 0-16,-3-8-128 0,1 1 128 0,1-3-208 15,0 0 80-15,0 0 128 0,0 3-320 0,1-2 48 16,-1-3 16-16,3-1 0 0,1-4 416 0,0 2 96 15,2-2 0-15,-1 0 16 0,2 2 448 0,-1 1 96 0,0 4 16 0,1 0 0 16,-1 3-128-16,0 1 0 0,-1 1-16 0,-1 3 0 0,-1 1-48 16,-1 3-16-16,-2 0 0 15,-1 2 0-15,0 1-176 0,-3-3-48 0,0 0 0 0,0 0 0 0,0 0-144 16,5 38-16-16,-5-38-16 0,0 0 0 0,-3 41-96 16,3-41 0-16,-5 30-128 0,5-30 192 0,-6 31-192 0,6-31 0 15,-6 28 128-15,6-28-128 16,0 0 0-16,-8 38 0 0,8-38 0 15,0 0-12176-15,-9 27-2416 0</inkml:trace>
  <inkml:trace contextRef="#ctx0" brushRef="#br0" timeOffset="4652.66">23366 7793 9215 0,'1'-3'816'0,"-1"2"-656"15,0 0-160-15,-1 1 0 0,1-2 1600 0,-1 2 304 0,-1 0 48 16,1 0 16-16,-3 0 736 0,-1 2 160 0,-1-1 16 0,-2 2 16 15,0 0-1120-15,0 4-240 0,-2 0-32 0,1 0-16 16,-1 5-304-16,1 2-64 0,-2 3-16 16,2 2 0-16,1 3-272 0,-1 3-64 0,2-1-16 0,0 3 0 15,7-27-256-15,-9 51-48 0,9-51-16 0,-2 45 0 16,2-45-272-16,0 0-160 0,11 52 192 0,-11-52-192 16,0 0 0-16,24 36 0 0,-24-36-192 0,0 0-17776 15</inkml:trace>
  <inkml:trace contextRef="#ctx0" brushRef="#br0" timeOffset="6214.65">23585 7883 8287 0,'3'-3'736'0,"-1"-1"-592"16,-1 2-144-16,-1 1 0 0,0 1 992 0,0-2 160 0,0-1 48 0,1-1 0 0,0-1 768 0,1-2 144 31,-1 0 48-31,0 2 0 0,0 0-64 0,-1 1-16 0,0 3 0 0,0-1 0 16,0 2-416-16,-1 0-96 0,0 2-16 0,0 1 0 16,0 2-720-16,-1 1-160 0,-1 2-32 0,-1 2 0 15,4-10-240-15,-8 28-48 0,8-28-16 0,-10 38 0 16,10-38-208-16,-9 42-128 0,9-42 160 0,-11 44-160 15,11-44 0-15,-10 43 0 0,10-43 0 0,-9 39 0 16,9-39-576 0,-5 24-128-16,5-24 0 0,0 0-15104 0</inkml:trace>
  <inkml:trace contextRef="#ctx0" brushRef="#br0" timeOffset="6451.15">23668 8020 8287 0,'3'-2'368'0,"-1"-1"80"0,1 2-448 0,-1 0 0 15,0 1 0-15,-1 0 0 0,-1 0 1536 0,1 0 208 16,0 1 48-16,1 1 16 0,0 1 240 0,-2-3 64 0,0 0 0 0,0 0 0 16,0 0-848-16,-5 34-176 15,1-26-16-15,-1 3-16 0,0-1-480 0,-2 0-112 0,2 1-16 0,-3-2 0 16,2 1-256-16,-1-3-64 0,2 0-128 15,-2-1-12400-15</inkml:trace>
  <inkml:trace contextRef="#ctx0" brushRef="#br0" timeOffset="6853.42">24043 7823 17503 0,'1'0'1552'0,"0"0"-1232"16,0 0-320-16,-1 0 0 0,0 0 480 0,0 0 32 15,1 0 16-15,0 0 0 0,0 0 864 0,0 1 160 16,0-1 48-16,0 2 0 0,-1-1-240 0,0 0-32 16,0 1-16-16,-1 1 0 0,0-1-128 0,0 3-32 15,0-3 0-15,0 3 0 0,0 0-368 0,1-5-80 16,0 0 0-16,0 0-16 0,0 0-416 0,-6 39-80 15,6-39 0-15,0 0-16 0,-4 34-176 0,4-34 0 16,0 0 0-16,-7 41 0 0,7-41 0 0,0 0 0 0,-7 35 0 16,7-35-176-1,0 0-1728-15,-8 27-336 0</inkml:trace>
  <inkml:trace contextRef="#ctx0" brushRef="#br0" timeOffset="7235.49">24227 7792 5519 0,'0'0'496'0,"0"0"-496"0,0 0 0 0,0 0 0 0,1 0 1344 0,0 0 160 16,0 0 32-16,0 0 16 0,0 1 1056 0,3 1 208 15,0 0 32-15,0-1 16 0,-4-1-864 0,0 0-160 16,0 0-48-16,0 0 0 0,0 0-560 0,0 0-112 16,33 35-32-16,-33-35 0 0,0 0-128 0,0 0-16 15,15 45-16-15,-15-45 0 0,0 0-544 0,8 54-96 16,-8-54-32-16,4 40 0 0,-4-40-256 0,-1 44 0 0,1-44 0 0,-6 45 0 15,6-45 0-15,-12 45-176 16,12-45 176-16,-18 41-208 16,5-21-320-16,-2-3-64 0,-2-1-16 0,0-2 0 15,-2-2-864-15,0-1-192 0,-3 0-16 0,2-2-11472 0</inkml:trace>
  <inkml:trace contextRef="#ctx0" brushRef="#br0" timeOffset="8051.49">22158 8385 1839 0,'-5'-2'160'0,"1"0"-160"0,2 1 0 0,0 1 0 16,1 0 1408-16,1 0 240 0,-2-2 48 0,0 2 16 0,0 0-240 0,0 0-64 15,-2 0 0-15,1 0 0 0,0 0-544 16,1 0-112-16,1 0-32 0,0 2 0 16,1-1-336-16,-1-1-64 0,1 2 0 0,0-2-16 15,-1 2 48-15,2-2 16 0,0 0 0 0,0 0 0 0,1 0 272 0,0-2 64 16,0 2 16-16,1 0 0 16,1-2 48-16,2 1 16 0,1-1 0 0,2 0 0 15,1 0 16-15,1-1 0 0,4 1 0 0,-15 2 0 16,38-3 112-16,-15 1 32 0,3 2 0 0,2-2 0 15,1 0 0-15,-1 1 0 0,3 1 0 0,1 0 0 0,1 1 32 0,-4 1 16 16,-4-2 0-16,4 0 0 0,6 2-400 16,4-1-80-16,2 0 0 0,2 2-16 0,-2-1-240 0,0 1-64 15,2-1 0-15,1-1 0 0,-7 0-48 0,4-1-16 0,4 0 0 0,1 2 0 16,-3-2-128-16,-1 1 0 0,-3 1 0 0,-3-2 128 16,-2 2-128-16,4-2 0 0,0 0 0 0,4-2 128 15,0 0-128-15,0 1 0 16,-2 1 0-16,-2 0 128 0,1 1-128 0,-1 1 0 0,-5-2 0 15,1 2 0-15,3 1 0 0,2-1 0 0,1 0 0 0,0 1 0 16,-3 2-160-16,-3-2-64 0,-3 1-16 16,-1 1 0-16,-30-5-144 0,51 7-48 0,-51-7 0 0,40 7 0 15,-40-7 176-15,36 4 16 0,-36-4 16 16,30 5 0-16,-30-5 224 0,0 0 0 0,37 7 0 0,-37-7 0 16,0 0 0-16,0 0 0 0,37 12 0 0,-37-12 0 0,0 0-144 0,0 0-48 15,34 7 0-15,-34-7 0 31,0 0-1632-31,0 0-336 0,31 7-64 0,-31-7-11600 0</inkml:trace>
  <inkml:trace contextRef="#ctx0" brushRef="#br0" timeOffset="9533.29">22582 8732 15663 0,'-1'-2'1392'0,"0"1"-1120"0,2-1-272 0,0 2 0 16,0-1 384-16,-1 1 0 0,0-2 16 0,2 0 0 16,0 0 528-16,2-3 96 0,2 0 32 0,3 0 0 15,1-2 208-15,2 1 32 0,3 0 16 0,1 2 0 16,1-1-352-16,2 0-64 0,-1 3 0 0,0 0-16 15,-1-1-80-15,-2 3-16 0,2-2 0 0,-17 2 0 0,30 2-272 0,-30-2-64 16,0 0-16-16,34 10 0 0,-34-10-128 0,0 0-32 16,0 0 0-16,0 0 0 0,17 40-112 0,-21-29-32 15,-1 1 0-15,-2 0 0 16,-3 2-128-16,-2 1 192 0,-3-1-192 0,-2 0 192 0,-1 3-192 0,-4-4-176 16,0 1 48-16,-1-2 0 0,1-1-112 0,1-2-16 15,2 0 0-15,0-3 0 0,3 0 112 0,3 0 16 16,2-2 0-16,4-1 0 0,1 1 128 0,3-4 0 15,1 1 0-15,2-1 0 0,3 0 0 0,1-1 0 16,4-1 0-16,2 0-128 0,3-1 128 0,2-1 128 0,2 1-128 16,3-2 176-16,1-1 288 0,1 0 64 0,0 4 16 0,-2-3 0 15,0 0 160-15,1 1 16 0,0 1 16 16,1-2 0-16,-3 3-288 0,-4 0-48 0,-2 0-16 0,-1 0 0 16,1 1-384-16,-13 1-192 0,24-4 0 0,-24 4-17120 15</inkml:trace>
  <inkml:trace contextRef="#ctx0" brushRef="#br0" timeOffset="9785.16">23103 8632 22575 0,'0'-4'496'0,"0"3"96"0,1-2 32 0,0 2 16 0,1 0-512 0,-2 1-128 0,2 0 0 0,1-2 0 15,3 2 1824-15,0 0 352 0,2 0 64 0,0 0 0 0,-8 0-896 0,0 0-176 16,0 0-32-16,33 10-16 0,-33-10-144 0,0 0-16 16,0 0-16-16,36 35 0 15,-36-35-448-15,0 0-96 0,28 43-16 0,-28-43 0 0,0 0-208 0,28 48-48 16,-28-48-128-16,0 0 192 0,26 40-192 0,-26-40 0 0,0 0 0 0,0 0 0 16,33 35 0-16,-33-35-160 0,0 0 160 0,0 0-11840 15,0 0-2272-15</inkml:trace>
  <inkml:trace contextRef="#ctx0" brushRef="#br0" timeOffset="9983.79">23344 8627 21183 0,'-4'3'944'0,"1"-1"192"0,2 0-912 0,-2 0-224 15,1 1 0-15,-1 0 0 0,1 1 1344 0,-3 3 240 0,-4 3 32 0,-4 6 16 16,-2 3-368-16,-3 3-80 0,0-1-16 0,1 0 0 15,0-1-336-15,2 0-64 0,1-3 0 0,1 0-16 16,3-2-288-16,3-2-48 0,1-2-16 0,2-2 0 0,4-9-400 0,0 0 0 16,0 0-144-16,0 0-15520 0</inkml:trace>
  <inkml:trace contextRef="#ctx0" brushRef="#br0" timeOffset="10436.74">23500 8592 25791 0,'1'0'2304'0,"0"0"-1856"0,0 0-448 0,0 0 0 0,1 0 912 0,0 0 96 16,1 0 16-16,2 0 0 0,3 0 144 0,2-2 48 0,1 1 0 0,0-1 0 16,0 2-688-16,2-3-128 15,-1 3-16-15,1-2-16 0,1 2-128 0,-1 0-32 16,-2 0 0-16,-1 2 0 0,-1-2 240 0,-9 0 32 0,0 0 16 0,0 0 0 0,30 12-320 0,-30-12-176 15,0 0 192-15,0 0-192 16,0 0 128-16,0 0-128 16,0 0 0-16,-1 38 0 0,-6-31 176 0,0 0-176 15,-2 1 160-15,-3 1-160 0,1-2 144 0,-2 1-144 16,0-2 128-16,2 2-128 0,-2-4 0 0,2 3 0 16,1-4 128-16,3 1-128 0,1-1 0 0,2-3 0 15,2 2 0-15,1-1 0 0,2-1 0 0,0 0 0 0,3 0 0 0,1-1 0 16,0 1 0-16,4-2 128 0,-9 2-128 15,19-2 0-15,-19 2 304 0,21 0-32 0,-21 0 0 0,0 0 0 16,34 4-144-16,-34-4-128 0,27 6 192 0,-27-6-192 16,27 7 240-16,-27-7-64 0,0 0-16 0,36 16 0 15,-36-16-160-15,0 0 128 0,0 0-128 0,32 28 128 16,-32-28-128-16,0 0 0 0,0 0 144 0,0 0-144 16,12 40 160-16,-12-40-32 0,0 0-128 0,-12 22 192 15,5-18-16-15,-3 2-16 0,-3 0 0 0,-1 0 0 16,-4 0-160-16,-3-1 0 0,-5 2 144 0,-2 0-144 15,-2 0-224-15,2-1-112 0</inkml:trace>
  <inkml:trace contextRef="#ctx0" brushRef="#br0" timeOffset="14200.92">6650 10094 2751 0,'-1'-4'256'0,"0"-1"-256"0,-1 3 0 0,1-1 0 0,1 3 2000 0,0-2 368 0,0 2 64 0,-1 0 0 16,0-2-576-16,-1 2-112 0,0-3-16 0,0 1-16 15,2 2-432-15,0 0-96 0,0 0-16 0,0 1 0 16,0 0-416-16,0 2-96 0,0-1-16 0,1 1 0 15,-1 1 288-15,1 1 48 0,-1 0 16 0,-1 2 0 16,1-2-368-16,-1 4-80 0,0 3-16 0,-1 0 0 0,-1 0-128 0,-1 2-16 16,1 0-16-16,-2 2 0 15,0-1-80-15,0 0-16 16,1 1 0-16,-2-1 0 0,3-3-32 0,-1-1-16 16,1-2 0-16,1-2 0 0,1-2-96 0,1-2-128 15,-1-1 176-15,1-2-176 0,1 0 128 0,-1-3-128 0,1-1 0 16,1-1 0-16,0 0 0 0,1-2 0 0,1-3 0 0,0 1 0 15,0-2 0-15,2 1 0 0,-2-2 0 0,2-2 0 16,0 0 0-16,2-3 0 0,-2 2 0 0,0-1-144 16,-1 2 144-16,2 0 0 0,0-1 0 0,1 1 0 15,0-2 0-15,0 4 0 0,-1 2 0 0,-1 1 0 16,2 1 0-16,-1 2 0 0,0-1 0 0,-2 5 0 0,2 1 0 16,-3 3 0-16,1 1 0 0,-2 4 0 0,-3-7 224 15,0 0-32-15,0 0 0 0,6 42 0 0,-6-42-64 16,-2 29-128-16,0-17 176 0,1 2-176 15,-1 1 128-15,-1-1-128 0,1 0 0 0,0 0 0 0,0-2 0 0,1-3 0 16,-1 1 0-16,0-3 0 0,0-2 0 0,1 0 0 16,1-2 0-16,0-2 0 0,-1 1 0 0,1-2 0 0,1-2 0 0,-1 0 0 15,0-1 0-15,1-1 0 0,0 1 0 0,0-3 0 16,2-2 0-16,-1 1 0 0,2-4-160 0,0 1 160 16,0 0-272-16,-1 0 16 15,3-2 0-15,-2 1 0 16,3 0-320-16,-1 1-64 0,0-1-16 0,1 2 0 0,-1 0 320 0,1 0 64 15,-1 2 16-15,0 2 0 0,0-2 256 0,0 3 0 16,-1 1-128-16,1 0 128 0,-2 3 0 0,1 0 0 16,-1 3 128-16,-1-1-128 0,-1 0 256 0,1 3-64 15,-1 1 0-15,0 0 0 0,-1 1 144 0,-1-7 32 16,0 0 0-16,2 31 0 0,-2-31-192 0,0 0-48 0,0 31 0 0,0-31 0 16,0 27-128-16,0-27 0 0,1 29 0 0,-1-29 128 15,0 0-128-15,2 34 0 0,-2-34 0 0,0 0 128 16,0 0-128-16,0 0 0 0,0 0 0 0,0 0 0 15,0 0-176-15,0 0 176 0,0 0-128 0,0 0-14240 16</inkml:trace>
  <inkml:trace contextRef="#ctx0" brushRef="#br0" timeOffset="14392.53">7066 10038 19343 0,'0'-2'1728'0,"1"-1"-1392"16,1 3-336-16,-1 0 0 16,0 0 976-16,0-2 128 0,2 1 32 0,1-1 0 15,2 2 192-15,2-1 32 0,0 2 16 0,-8-1 0 0,0 0-512 0,0 0-96 16,35 15-32-16,-35-15 0 0,0 0-544 0,0 0-192 16,0 0 0-16,27 34 144 15,-27-34-528-15,0 0-128 0</inkml:trace>
  <inkml:trace contextRef="#ctx0" brushRef="#br0" timeOffset="14585.98">7114 10097 11967 0,'-4'0'528'0,"2"0"112"0,-1 0-512 0,1 1-128 0,1 1 0 0,1-2 0 0,-1 2 1824 0,-1 2 336 0,0 1 64 0,-2 5 16 16,1 1 1040-16,-1-1 224 0,1 2 32 15,0 0 16-15,1-2-1712 0,2-10-352 0,0 0-64 16,-2 28-16-16,2-28-1072 0,0 0-208 0,0 0-128 0,0 0 128 0,0 0-128 15,0 0 0-15,0 0-128 16,0 0 128-16,0 0-1056 0,34 21-128 0</inkml:trace>
  <inkml:trace contextRef="#ctx0" brushRef="#br0" timeOffset="15057.05">7243 10098 11055 0,'3'-5'480'0,"0"2"112"0,-1 1-464 0,0-1-128 0,-1 3 0 0,0-2 0 16,0 2 1408-16,1-3 272 0,1 1 48 0,1-2 16 0,0 1 112 0,0 0 0 0,-1 3 16 0,-1-2 0 31,0 4-720-31,-1-2-128 0,-1 3-48 0,-1 2 0 0,0-1-16 16,-1 2 0-16,1 1 0 0,-1 2 0 0,0-5-224 0,-1 5-48 0,0 0-16 0,0 3 0 16,-3 1-320-16,1 2-64 0,2-3-16 0,-2-1 0 15,0 1-80-15,1-2-32 0,1-1 0 0,0 1 0 16,1-3 96-16,0 0 0 15,2-3 16-15,0-1 0 0,0 0-272 0,1-1 0 16,1-2 0-16,0 0 0 0,0-3 0 0,0-1 0 16,0 1 0-16,0-2 0 0,1 0 0 0,0-3 0 15,1 0 0-15,-1-1 0 0,0 2 0 0,1-3 0 0,0 0 0 16,-1-1-144-16,1 1 144 0,0-1 0 0,-1 1 0 0,1-4 0 16,1 2 0-16,-1 0 0 0,1 0 0 0,-1 2-128 15,0 2 128-15,1 0 0 0,1 1 0 0,-2 2 128 16,1 1-128-16,0 1 0 0,-2 1 0 0,2 1 0 15,-1 2 0-15,-1 1 0 0,2 0 0 0,-1 1 0 16,-4-3 224-16,0 0-32 0,0 0 0 0,0 0 0 0,0 0 128 0,0 0 0 16,26 36 16-16,-26-36 0 0,0 0-96 0,0 0-32 15,7 35 0-15,-7-35 0 0,0 0-32 0,0 28-16 16,0-28 0-16,-3 17 0 0,1-10-160 16,1 0 0-16,-1 0 0 0,0-2 128 15,1 0-128-15,-1 0 0 0,1-1 0 0,0-2 0 0,1 1 0 0,0-1 0 16,0 1 0-16,0-3 0 15,1 0-848-15,0 0-112 0</inkml:trace>
  <inkml:trace contextRef="#ctx0" brushRef="#br0" timeOffset="15936.97">7676 10030 16575 0,'0'-2'1472'0,"-1"2"-1168"0,1-1-304 0,-1 1 0 0,0 1 1152 0,0-1 160 15,-1 0 32-15,-2 1 16 0,-1 1-80 0,0 0 0 16,-3 3-16-16,2-1 0 0,-1 2-656 0,1 0-128 15,-1 2-32-15,0-1 0 0,0 2 128 0,1 1 0 16,-1 0 16-16,0 1 0 0,1 1 208 0,0 0 32 16,1 4 16-16,1-1 0 0,4-15-224 0,-6 32-48 0,6-32-16 0,-4 36 0 31,4-36-112-31,0 36 0 0,0-36-16 0,2 30 0 16,-2-30-96-16,0 0-16 0,0 0 0 0,22 36 0 15,-22-36-320-15,0 0 0 0,0 0 0 0,34 7 0 0,-34-7 0 16,19-2 0-16,-9-1 0 0,0 0-16720 15</inkml:trace>
  <inkml:trace contextRef="#ctx0" brushRef="#br0" timeOffset="16202.36">7836 10016 14735 0,'1'-2'1312'0,"0"0"-1056"0,-1 2-256 0,0 0 0 16,0 0 1296-16,0 0 208 0,1 0 32 0,0 0 16 16,1 0 560-16,-2 2 128 0,1 0 0 0,-2 3 16 15,1 2-576-15,-2 1-112 0,0 3-32 0,-1 1 0 16,-1 1-544-16,-1 3-112 0,2-2-32 0,-2 0 0 16,0 5-368-16,-2 0-80 0,1 0-16 0,1 0 0 15,0-3-80-15,2-1-32 0,0-1 0 0,3-14 0 16,-3 23-272-16,3-23 0 0,0 0 128 0,0 0-128 15,2 32 0-15,-2-28 0 0,1-1 0 0,1-1-144 16,-1 0-1152-16,2-2-240 0</inkml:trace>
  <inkml:trace contextRef="#ctx0" brushRef="#br0" timeOffset="16944.89">8052 10225 15663 0,'0'0'1392'0,"0"0"-1120"16,1 0-272-16,-1 0 0 0,0 0 1648 0,0 0 272 0,1 1 48 0,-1 1 16 0,2-2 448 0,-2 2 80 15,1-1 32-15,0 0 0 16,0 2-896-16,0-1-176 0,-1-2-48 0,0 0 0 0,0 0-576 0,0 0-112 16,0 0-32-16,2 31 0 0,-2-31-400 0,-4 16-96 15,1-6-16-15,-2-1 0 0,0-2-192 0,1 3 0 0,0-3 0 0,-2-1 0 16,2 0 0-16,-2-1 0 0,2-1-176 0,-1-1-17680 15</inkml:trace>
  <inkml:trace contextRef="#ctx0" brushRef="#br0" timeOffset="17417.65">8244 10154 10127 0,'2'-2'896'0,"-1"-1"-704"0,0 1-192 0,-1 2 0 0,1 0 1424 15,-1-2 256-15,1 1 48 0,1-2 16 0,1-1 320 0,-1 0 64 16,0 1 16-16,-1-1 0 0,-1 2-688 0,0 1-144 15,0 1-32-15,0 0 0 0,-1 1-256 0,-1 3-64 16,-1-2-16-16,-2 4 0 0,2 0-304 0,-3 4-64 16,1-1-16-16,-1 1 0 15,-1 2-288-15,2 1-48 0,0-1-16 0,2 1 0 0,3-13-208 0,-3 25 144 0,3-25-144 0,0 0 128 32,0 0 208-32,0 0 48 0,14 36 0 0,-14-36 0 0,0 0-384 0,0 0 0 0,29-7 0 0,-19 1 128 31,-1-2-128-31,0-1 0 0,1-1 0 0,0-1 0 15,-2 0 0-15,-1-1 0 0,2-2-144 0,-3 2 144 16,0 3 0-16,-2 0 0 0,-1-1 0 0,-1 0 0 16,-2 1 0-16,-1 0 0 0,-3 1 0 0,0-1 0 15,-4 3 0-15,0 0 0 0,-2 1 0 0,-2 1 0 16,0 1 0-16,-1 3 0 0,0 0 0 0,1 1 0 16,0 3 0-16,1-2 0 0,1 3 0 0,3 1 0 15,1-3 0-15,3 2 0 0,0 0 0 0,2 0-16224 16</inkml:trace>
  <inkml:trace contextRef="#ctx0" brushRef="#br0" timeOffset="17641.37">8504 10176 23039 0,'-3'0'1024'0,"-1"0"192"0,1 2-960 0,0-2-256 0,2 1 0 0,-1 0 0 15,-1 1 1200-15,-1 1 192 0,-1 2 32 0,-4 1 16 16,3 2-928-16,-1 1-176 0,2-1-32 0,5-8-16 16,-4 21 48-16,4-21 16 0,0 0 0 15,0 0 0-15,10 42 528 0,-10-42 96 16,0 0 32-16,0 0 0 0,0 0-656 0,25 31-128 0,-25-31-32 0,0 0 0 16,0 0-416-16,0 0-96 0</inkml:trace>
  <inkml:trace contextRef="#ctx0" brushRef="#br0" timeOffset="18071.09">8746 9955 15663 0,'0'0'1392'0,"-1"0"-1120"16,1 0-272-16,-1 2 0 0,0-1 0 15,-1 1 0-15,-1 2 0 0,-2 1 0 0,0 4 656 0,-1 1 80 0,0 0 16 0,-1 1 0 16,3 1 784-16,-2 0 176 16,2 2 16-16,-1-2 16 0,-1 1-208 0,2 1-32 0,-1-2-16 0,-1 1 0 15,1 2-512-15,-2 1-96 16,0 3-32-16,0-1 0 0,0 0-208 0,2-1-32 16,0-1-16-16,5-16 0 0,-5 26 64 0,5-26 16 15,0 0 0-15,0 0 0 0,0 0-528 0,0 0-144 0,0 0 0 0,0 0 0 16,34 22 0-16,-26-28 0 15,2 0 0-15,-1 0 0 0,1 0 0 0,0-2 0 16,0 2 0-16,0 0 0 0,1 2 0 0,-2-3 0 0,-2 2 0 0,1 1-128 0,-3 1 128 0,0-2 0 16,-2 3 0-16,-1 0 0 0,0-1 0 0,-1 0 0 31,-1 1 0-31,-2 0 0 0,1 0 0 0,-1-1 0 0,-3 1 0 0,0 0 0 16,0 1 0-16,-3-1 0 0,-2 2 0 0,-1 0 128 15,-1 2-128-15,-1-1 0 0,-1 1 0 0,2 1 0 0,1 1 0 0,1-2 0 16,2 1 0-16,2 0 0 0,1 1 0 15,2-2 0-15,2 0 0 0,2-1-16768 16</inkml:trace>
  <inkml:trace contextRef="#ctx0" brushRef="#br0" timeOffset="18402.84">9010 9963 6447 0,'3'-3'272'0,"-2"-2"80"0,2 2-352 0,-1 1 0 16,0 1 0-16,-1 0 0 0,1 1 2208 0,1-3 368 15,3-1 80-15,2 1 16 0,1 1 272 0,-9 2 64 16,0 0 16-16,0 0 0 0,0 0-1088 0,38 30-208 15,-38-30-64-15,0 0 0 0,19 46-512 0,-19-46-96 0,10 38-32 0,-10-38 0 16,10 40-224-16,-10-40-48 16,9 45-16-16,-9-45 0 0,8 48-304 0,-8-48-64 0,5 51-16 15,-5-51 0-15,2 50-96 0,-2-50-32 16,-5 44 0-16,5-44 0 0,-11 37 32 0,3-22 0 0,-1-1 0 0,-2 0 0 16,-2-2-256-16,-2-3 0 0,0 1 0 0,-6 1-18752 15</inkml:trace>
  <inkml:trace contextRef="#ctx0" brushRef="#br0" timeOffset="19397.15">6568 10500 2751 0,'-4'-2'256'0,"1"0"-256"0,2 0 0 0,-1 1 0 0,1 1 1296 0,0 0 224 16,0-2 32-16,-1 2 16 0,0-1 32 0,-1 1 16 16,1 0 0-16,-1 0 0 0,1 3-528 0,1-3-96 0,0 1-32 0,1-1 0 31,2 2 272-31,-1-2 48 0,3 0 16 0,-1-2 0 15,2 1-144-15,2-1-16 0,0 1-16 0,1-1 0 0,3 1-32 0,2-2 0 16,2 0 0-16,-15 3 0 0,32-5-352 0,-32 5-80 16,36-3-16-16,-36 3 0 0,40-4 64 15,-40 4 16-15,40 0 0 0,-40 0 0 0,41-2-224 0,-41 2-48 0,43-2-16 16,-43 2 0-16,42-3-160 0,-22 1-16 16,2-2-16-16,0 1 0 0,0 0 96 0,2-1 32 0,2 1 0 15,0-2 0-15,1 2-48 0,1-1-16 16,2 2 0-16,-1 0 0 0,2 1-176 0,-2-2-128 15,1 0 192-15,-1 0-192 0,1-1 0 0,-2 1 0 16,3-1 0-16,-2 1 0 0,0 0 0 0,1 0 0 0,3 2 0 0,0-1 0 0,-1 0 0 16,0-1 0-16,-1 1 0 0,1-1 0 15,-1-2 0-15,1-2 0 16,-1 2 0-16,-2 0 0 0,0 3 0 0,0 0 0 16,0 0 0-16,1 0 0 0,-30 2 0 0,57 2 0 0,-57-2 0 0,54 2 0 15,-54-2 0-15,50 2 0 0,-50-2 0 0,46 0 0 16,-46 0 0-16,47 0 0 0,-47 0 0 0,46 2 0 15,-46-2 0-15,45 0 0 0,-45 0 0 0,42 3 0 16,-42-3 0-16,40 5 0 0,-40-5 0 0,38 5 0 16,-38-5 0-16,38 9 0 0,-38-9 0 0,37 7 0 15,-37-7 0-15,36 7 0 0,-36-7 0 0,40 7 0 16,-40-7 0-16,44 7 0 0,-44-7 0 0,44 8 0 16,-44-8 0-16,51 10 0 0,-51-10 0 0,57 9 0 15,-57-9 0-15,60 9 0 0,-60-9 0 0,56 5 0 16,-56-5 0-16,58 5 0 0,-25-5 0 0,1 2 0 0,0-1 0 0,0 0 0 15,0 1 0-15,-2-2 0 0,2 0 0 0,-4 0 0 16,2-2 0-16,-3-2 0 0,0 1 0 16,1-2 0-16,0 3 0 0,0-3 0 0,1 1 0 15,-3 1 0-15,1 1 0 0,-2 2 0 0,-27 0 0 0,50 0 0 16,-50 0 0-16,43 0 0 0,-43 0 0 16,31 0 0-16,-31 0 0 0,0 0-17840 0</inkml:trace>
  <inkml:trace contextRef="#ctx0" brushRef="#br0" timeOffset="21032.16">7321 10668 13823 0,'1'-2'1216'0,"-1"1"-960"0,0 0-256 0,0 1 0 15,0-2 1312-15,0 1 224 0,1-1 32 0,0-3 16 16,0 3 544-16,0-5 112 0,0 2 32 0,2 3 0 16,0-3-832-16,1 2-160 0,1 0-48 0,1 2 0 15,-1-1-208-15,3 0-64 0,0 2 0 0,-8 0 0 16,0 0-176-16,0 0-32 0,0 0-16 0,45 17 0 16,-45-17-416-16,0 0-64 0,0 0-32 0,35 29 0 15,-35-29-224-15,0 0 0 0,0 0 128 0,0 0-128 16,32 31 0-16,-32-31 0 0,0 0 0 0,0 0 0 0,0 0 0 0,0 0 0 15,0 0 0-15,0 24 0 0,-4-19 0 16,-2-3 0-16,0 3 0 0,-2 2 0 16,1-3 0-16,-2 4 0 0,-2-3 0 0,-1 3 0 0,-1 1 0 0,-1 0 0 15,-3 2 0-15,-1-1 0 0,3 2 0 0,1-3-128 16,2-1 128-16,1 1 0 0,3-5-160 0,2 2 160 16,1-2-128-16,0 1 128 0,2-3 0 0,1 1 0 15,1-3 0-15,1 0 0 0,1 0 0 0,0-2 0 16,4-1 0-16,2-2 0 0,0 1 0 0,0-1 0 15,3 0 0-15,-1 0 0 0,2 1 0 0,-1 1 176 0,2 1-176 0,0-1 192 16,-12 3 96-16,25-2 32 0,-25 2 0 0,28 0 0 16,-28 0-144-16,0 0-32 0,45 2 0 0,-45-2 0 15,0 0-144-15,45 5 0 0,-45-5 0 0,0 0 128 16,42 3-128-16,-42-3 0 0,0 0 0 16,34-1 0-16,-34 1 0 0,18-3 0 0,-11 0 0 15,-1 0-18176-15</inkml:trace>
  <inkml:trace contextRef="#ctx0" brushRef="#br0" timeOffset="21284.02">7745 10676 17503 0,'0'2'768'0,"1"-2"176"0,1 2-752 0,-1-1-192 0,0 1 0 0,0 0 0 15,1-1 1472-15,-2-1 256 0,0 0 48 0,0 0 16 0,0 0 320 0,43 34 64 16,-43-34 0-16,0 0 16 16,37 25-528-16,-37-25-96 0,0 0-32 0,35 25 0 0,-35-25-704 0,0 0-160 15,0 0-32-15,40 26 0 0,-40-26-416 0,0 0-96 16,0 0 0-16,0 0-128 0,0 0 0 0,38 22 0 16,-34-22 0-16,-1 0-11792 0,0-2-2432 0</inkml:trace>
  <inkml:trace contextRef="#ctx0" brushRef="#br0" timeOffset="21462.46">7999 10618 14735 0,'-2'0'1312'15,"0"0"-1056"1,1 1-256-16,0 1 0 0,0-1 1696 0,0 3 288 16,-3 0 48-16,-3 4 16 0,-2 4 512 0,-3 3 128 0,-1 1 0 0,-2 3 16 15,-1-1-896-15,-1 2-176 0,-1 0-32 0,1-2-16 16,-2 2-512-16,1-3-112 0,-1 1 0 0,2-3-16 15,5-3-496-15,-1 0-80 0,0-4-32 0,2 0 0 0,2-3-336 0,2-2 0 16,3-3 0-16,1-3-12448 16,2-2-2528-16</inkml:trace>
  <inkml:trace contextRef="#ctx0" brushRef="#br0" timeOffset="22400.53">8385 10588 7359 0,'0'-2'656'0,"0"2"-528"0,1 0-128 0,-1 0 0 16,0 0 1152-16,0 0 192 0,0 0 32 0,0-2 16 15,0 2 384-15,0 0 80 0,0-1 0 0,-1 1 16 16,1 0 80-16,-1 0 16 0,1 0 0 0,-1-2 0 15,1 2-256-15,0-3-48 0,0 3-16 0,1-2 0 16,-1 0-688-16,0 0-128 0,1 1-16 0,-1-1-16 0,1 2-416 0,-1-2-96 16,1 1-16-16,0 1 0 0,-1 0-80 0,0 0 0 15,1 0-16-15,0 0 0 0,0 0-176 0,-1 0 0 16,1 0 144-16,0 0-144 0,-1 1 0 0,1-1 128 16,-1 2-128-16,0-2 0 0,1 0 0 0,-1 0 0 15,0 0 0-15,0-2 128 0,0 2-128 0,1-1 0 16,-1 1 0-16,0-2 0 0,0 2 0 0,0 0 0 15,1-1 0-15,-1 0 0 0,1 1 0 0,-1 0 0 16,0 0 0-16,1 0 0 0,-1 0 0 0,1 0 0 0,-1 1 0 0,1-1 0 16,-1 1 0-16,0-1 128 0,0 0-128 0,0 0 0 15,1-1 144-15,0 1-144 0,0 0 192 0,-1-1-192 16,1 1 224-16,0-2-64 16,0 2-16-16,-1-2 0 0,1 1-144 0,0 1 0 0,-1 0 0 0,0-2 0 15,0 2 0-15,-1 0 0 0,1 0 128 0,-1 2-128 16,-1-2 0-16,1 3 0 0,-2-1 0 0,1 2 128 15,-2-1-128-15,-1 4 0 0,1-2 0 0,-2 2 128 16,2 0-128-16,-1 0 128 0,-2 3-128 0,0-1 128 16,-1 1-128-16,-1 1 160 0,0 1-160 0,-1 2 160 15,1-2-160-15,1 2 160 0,1-2-160 0,0-1 160 0,3 0 16 0,-1-2 0 16,2-1 0-16,0 1 0 0,3-9-48 0,0 0 0 16,0 0 0-16,2 27 0 0,-2-27-128 0,0 0 0 15,0 0 0-15,0 0 128 0,0 0-128 0,0 0 160 16,37 27-160-16,-37-27 160 0,0 0-160 0,0 0 0 15,36 5 0-15,-36-5 128 0,0 0-128 0,32 0 0 16,-32 0 0-16,0 0 0 0,33-4 0 0,-33 4 0 16,24-3 0-16,-24 3 0 0,23-5 0 0,-11 0 0 0,-1 1 128 0,1-1-128 15,-1-2 0-15,0 0 0 0,-2 0 0 0,0 0 0 32,-2 2-688-32,1-3-112 0,-3 2-32 0,0 1-16480 0</inkml:trace>
  <inkml:trace contextRef="#ctx0" brushRef="#br0" timeOffset="22585.8">8479 10579 23039 0,'-2'4'1024'0,"-1"-3"192"0,2 3-960 0,-1-2-256 16,1 3 0-16,-1-2 0 0,0 3 1904 0,0 4 336 0,-4 6 64 15,-1 6 0-15,-3 6-912 0,1 1-192 0,0-1-48 0,-1 1 0 16,-1-1-384-16,2-2-64 0,3-4-32 0,-1-1 0 15,1-1-144-15,2-2-16 0,1-4-16 16,3-14 0-16,0 24-496 0,0-24 0 0</inkml:trace>
  <inkml:trace contextRef="#ctx0" brushRef="#br0" timeOffset="23151.97">10110 10529 20271 0,'-5'-4'1792'0,"3"1"-1424"0,0 1-368 0,1 1 0 16,1-1 1072-16,0 2 144 0,0-2 16 0,0 1 16 15,0 1 1040-15,1-2 208 0,0 2 32 0,2 2 16 16,-1 3-1072-16,-2-5-224 0,0 0-32 0,0 0-16 16,0 0-640-16,18 43-128 0,-18-43-32 0,0 0 0 15,1 40-272-15,-1-40-128 0,-6 28 128 0,1-16-128 0,0 0 0 0,-2 0 0 16,0 0 0-16,-1-2 0 0,2-1-288 0,-2-2-96 16</inkml:trace>
  <inkml:trace contextRef="#ctx0" brushRef="#br0" timeOffset="24051.86">10914 10038 1839 0,'-1'-8'160'0,"0"4"-160"0,1-1 0 0,1 0 0 0,0 3 3040 0,0 1 576 0,0 0 112 0,1-4 32 16,2 0-736-16,0-2-144 0,0 0-16 0,1 3-16 16,-1 1-752-16,-1 3-160 0,-1 0-16 0,0 2-16 15,-2-2-960-15,0 0-192 0,0 0-48 0,0 0 0 16,2 39-384-16,-4-27-96 0,-1 1-16 0,0 2 0 15,-1-1-48-15,-1 0-16 0,2-1 0 0,-3-1 0 16,1 3 16-16,-3-1 0 16,1 1 0-16,-1-1 0 0,2-2-16 0,0-3 0 15,1 1 0-15,-1-3 0 0,2-2-144 0,0 0 0 16,1 0 0-16,0-1 128 0,2-3-128 0,0-1 0 16,1-1 0-16,0-1 0 0,1-1 0 0,0-2 0 0,1 1 0 0,1-4 0 0,0-1 0 0,1-3 0 31,1 0 0-31,0-1 0 0,1 0 0 0,0-1 0 0,0 0 0 0,1-1 0 15,0 1 0-15,1 0 0 16,3 1 0-16,-2 2 0 0,1 0 0 0,0 4 0 16,1-1 0-16,0 1 0 0,-2 0 336 0,-1 3 96 15,1 1 16-15,-3 0 0 0,-6 3-32 0,0 0 0 0,0 0 0 0,0 0 0 16,0 0-256-16,0 0-160 0,29 34 192 0,-29-34-192 16,0 0 0-16,0 33 0 0,-2-18 0 0,-1-1 0 15,1-3 0-15,-1 4 0 0,-2-1 0 0,-1 2 0 16,0-2 0-16,0-1 0 0,1 0 0 0,0-3 0 15,1 0 0-15,1-3 0 0,0 0 0 0,0-2 0 16,2 0 0-16,0-2 0 0,0 0 0 0,0-3 0 16,2 0 0-16,0-2 0 0,1 0 0 0,2-5 0 15,-1 2 0-15,1-5 0 0,2 1 0 0,-1-2 0 16,2-1-368-16,0-1-80 0,1-4 0 16,1 1-16-16,0 0-256 0,1-1-48 0,0 1-16 0,-1 3 0 15,1 1 400-15,-1-1 96 0,0 3 16 0,-2 3 0 0,2-1 272 0,-3 4 0 16,0 2 0-16,-2-1 0 0,0 4 144 0,-1 1-16 15,-3-2 0-15,0 0 0 0,0 0 48 0,0 0 0 16,0 0 0-16,0 0 0 0,7 38-16 0,-8-31 0 16,0 2 0-16,0 3 0 0,0-2-160 0,-1-1 192 15,1 0-192-15,-1 1 192 0,2-10-192 0,-3 22 128 0,1-8-128 16,0 0 128-16,1 0-128 0,-2-1 0 0,1 0 0 0,0-1 128 16,0-3-128-16,1-1 0 0,1-1 0 0,0-1 0 15,2-3 0-15,0-2 0 0,0-1-160 0,1-1-11008 16,0-2-2208-16</inkml:trace>
  <inkml:trace contextRef="#ctx0" brushRef="#br0" timeOffset="24224.56">11314 9995 20271 0,'0'0'896'0,"0"-2"192"0,0 2-880 0,0 0-208 0,1 0 0 0,0 0 0 0,0 0 1856 16,1 2 336-16,-2-2 64 0,0 0 16 15,0 0-96-15,0 0 0 0,0 0-16 0,36 12 0 0,-36-12-1168 0,0 0-224 16,0 0-64-16,34 5 0 0,-34-5-544 0,0 0-160 16,0 0 0-16,0 0-11440 15,0 0-2336-15</inkml:trace>
  <inkml:trace contextRef="#ctx0" brushRef="#br0" timeOffset="24407.34">11345 10083 14735 0,'-1'2'1312'0,"1"1"-1056"0,0-3-256 0,-1 2 0 0,1 0 1840 0,-1-1 304 16,-1 6 64-16,1 2 16 0,-3 3 688 0,0 4 144 15,0 3 16-15,-1 1 16 0,1 0-1824 0,0 0-368 16,1-2-80-16,3-18-16 0,-4 27-608 0,4-27-192 0,0 0 128 0,0 0-128 16,0 0-208-16,0 0-112 15,37 3 0-15,-24-16-15760 16</inkml:trace>
  <inkml:trace contextRef="#ctx0" brushRef="#br0" timeOffset="24751.27">11539 9976 20495 0,'-1'2'448'16,"0"1"80"-16,1 0 32 0,-1 1 32 0,1-4-464 0,-1 3-128 16,-1 1 0-16,0 3 0 0,-3 5 1824 0,-3 4 352 0,-1 6 64 0,-2 2 0 15,1-3-576-15,1-2-128 0,1 0-32 0,2 0 0 16,0-5-592-16,1 0-112 0,3-3-32 0,0-2 0 0,0-5-512 0,2 1-96 15,0-5-32-15,1 0 0 16,0-3-128-16,2 0 0 0,-1-3 0 0,2-1 0 16,0-3 0-16,0 1 0 0,1-3 0 0,0 1 0 15,-1 1-208-15,1-2 16 0,2-2 16 0,0-2 0 16,-1 1-48-16,1 0-16 0,-1 2 0 0,1 1 0 16,-1 2 240-16,1 3 0 0,-1 2 0 0,-1 0 0 15,1 3 0-15,-2 0 0 0,1 0 0 0,-1 1 160 16,-4 1 608-16,0 0 128 0,0 0 32 0,0 0 0 0,0 0-352 15,0 0-80-15,0 0-16 0,27 30 0 0,-27-30-240 0,0 0-48 16,4 30-16-16,-4-30 0 0,-2 25-176 0,2-25 160 16,-4 29-160-16,0-12 160 0,-1-1-160 0,2-2 0 15,-1 1 0-15,1-4 128 0,0 1-128 0,1-4 0 16,1-1 0-16,-1-2-12432 16,0-2-2480-16</inkml:trace>
  <inkml:trace contextRef="#ctx0" brushRef="#br0" timeOffset="25200.51">11978 9957 23039 0,'-1'-2'2048'0,"1"0"-1648"0,0 1-400 0,0 1 0 16,-1 0 1808-16,0 0 288 0,0-2 48 0,-1 1 16 0,-1-2-176 0,-1 2-16 0,1 1-16 0,-1 0 0 16,0 3-1152-16,0-1-224 15,0 3-64-15,-1 2 0 0,0 3-336 0,0 1-176 16,0 1 160-16,-2 5-160 0,0 2 144 0,0 1-144 16,2 0 128-16,-1 1-128 0,1 1 0 0,0 0 0 0,2 0 128 0,1-1-128 15,2-21 0-15,3 34 0 16,-3-34 0-16,0 0 0 0,17 36 0 0,-17-36 0 15,0 0 0-15,0 0 0 16,43 9-576-16,-30-11-32 0,0-7-16 0,2 1-16592 0</inkml:trace>
  <inkml:trace contextRef="#ctx0" brushRef="#br0" timeOffset="25591.99">12189 9988 13823 0,'1'0'1216'0,"0"-2"-960"0,0-1-256 0,-1 1 0 0,0 2 2176 0,0-2 400 16,0-1 80-16,1 1 16 16,-1-3-112-16,0 2-32 0,-1 1 0 0,-1 2 0 0,0 2-864 0,-1 1-192 15,0 0-16-15,-2 3-16 16,-1 2-672-16,0-1-144 0,-1 4-32 0,0 1 0 16,1 0-336-16,0 2-64 0,-1 1 0 0,1 4-16 15,0-3-176-15,3-1 0 0,0-1 0 0,3-14 128 16,-1 24-128-16,1-24 0 0,0 0 0 0,0 0 128 15,10 35-128-15,-10-35 0 0,0 0 0 0,0 0 0 16,0 0 0-16,36 5 0 0,-25-12 0 0,0-1 0 0,-1-1 0 16,0-3 0-16,1 0 0 0,0-2 0 0,1-2 0 15,-1 1 0-15,-2 1 0 0,-2 1 0 0,2-1 0 0,-3-1 0 16,1 1 0-16,-3 1 0 0,-1-1 0 0,-1 0 0 16,-3-1 0-16,-1 1 0 0,-2 0 0 0,-1 0 0 15,-2 0 0-15,0 2 0 0,-1 2 0 0,-1 4 0 16,0 5 0-16,-2 1 0 0,0 5 0 0,-1 5 0 15,-1 4 0-15,1 0 0 0,1 0 0 0,3 0 0 16,2 0 0-16,3-2 0 16,3-12-352-16,0 0-48 0,0 0-16 0,6 32-17248 15</inkml:trace>
  <inkml:trace contextRef="#ctx0" brushRef="#br0" timeOffset="25782.84">12332 10057 19343 0,'1'0'1728'0,"0"2"-1392"0,1-2-336 0,-2 0 0 0,1 1 2192 16,-1 1 368-16,1-2 80 0,1 2 16 0,-2-2-128 0,0 0-32 15,0 0 0-15,0 0 0 0,0 0-1872 0,34 30-384 16,-34-30-80-16,0 0-16 0,0 0-144 16,0 0 0-16,0 0 0 0,33 29-11392 15,-33-29-2240-15</inkml:trace>
  <inkml:trace contextRef="#ctx0" brushRef="#br0" timeOffset="26290.1">12662 9821 19343 0,'-4'1'1728'0,"1"-1"-1392"15,2 2-336-15,-1-2 0 0,1 1 2176 0,-1 1 384 0,1 0 64 0,-3 1 0 16,-1 3-1104-16,-3 2-240 0,0-1-32 0,-1 2-16 15,0 1-928-15,2 0-304 0,2-1 160 0,5-9-160 16,-6 19 832-16,6-19 64 0,0 0 32 0,0 0 0 16,4 35-160-16,-4-35-16 0,0 0-16 0,0 0 0 15,0 0-560-15,33 29-176 16,-33-29 0-16,0 0 0 0,0 0 0 0,35 26 0 16,-35-26 0-16,0 0 0 0,30 28 0 0,-30-28 0 0,0 0 0 0,21 36 0 15,-21-36 0-15,0 0 0 0,10 36 0 0,-10-36 0 16,0 0 0-16,-1 30 0 0,-3-19 0 0,-1-3 0 15,1-1 128-15,0-1-128 0,-4 0 0 0,1-3 0 0,0 1 128 16,-3-1-128-16,1-1 0 16,0-2 0-16,-1 0 0 0,0 0 0 0,0-2 0 0,1-3 0 0,1 2 224 15,0-3-16-15,2-1 0 0,1-1 0 16,1 1-80-16,1-2-128 0,0-1 176 0,1-4-176 0,2 2 128 16,1 0-128-16,1 3 0 0,1-1 0 15,3 3 0-15,-1-1 0 0,3 0 0 0,0 1 0 0,2-1 0 0,-1 2 0 16,1-2 0-16,1 1 0 0,0 0 0 0,1-3 0 15,-1 3 0-15,1-2 0 0,0-1 0 0,0 1 0 0,0-3 0 0,-2 0 0 32,0 0 0-32,-1-1 0 0,0 1 0 0,-4 2 0 15,0-1 176-15,-3 1-176 0,-2 2 160 0,-2-1-160 0,-3 1 128 16,-2 2-128-16,-2 3 0 0,-4 1 0 0,-1 4 0 0,-3 1 0 16,-2 1 0-16,-1 4 0 0,1-1 0 0,0 2 0 15,4-2-128-15,2-1 128 16,5-2-720-16,1 1-48 0</inkml:trace>
  <inkml:trace contextRef="#ctx0" brushRef="#br0" timeOffset="26881.92">13046 10123 5519 0,'0'-2'496'0,"-1"0"-496"16,1 1 0-16,-1-1 0 0,1 2 3264 0,1 0 544 0,-1 0 112 15,1 0 32-15,0 0-816 0,0 0-176 16,1 0-16-16,-1 2-16 0,1 1-1056 0,-2-3-208 0,0 0-32 0,0 0-16 15,0 0-800-15,0 0-176 0,10 43-16 0,-10-43-16 16,0 0-448-16,-3 28-160 0,-1-18 0 0,-1 1 144 16,-2 1-144-16,-1-2 0 0,-1 2 0 0,1-1-17104 15</inkml:trace>
  <inkml:trace contextRef="#ctx0" brushRef="#br0" timeOffset="27249.9">13229 9943 17503 0,'6'-6'768'0,"-2"1"176"0,0 2-752 0,-2 0-192 0,-1 1 0 0,0 2 0 16,0-2 2448-16,0 0 464 0,2-1 96 0,-1 1 0 0,-1 1-672 15,-1 1-144-15,-2 3-16 0,-2 2-16 0,-1 2-1248 0,0 2-240 16,-2 2-48-16,0 2-16 0,0 1-368 15,0 0-80-15,1 1-16 0,0 1 0 0,2-1-144 16,4-15 160-16,-3 26-160 0,3-26 160 0,0 0-160 0,0 0 0 0,11 35 0 16,-11-35 0-16,0 0 0 0,0 0 0 0,0 0 0 15,40 7 0-15,-28-9 0 0,-1-5 0 16,0 2 0-16,-1-5 0 0,-1 1 0 0,1 0 0 0,-1-2 0 16,-1-1 128-16,1 1 64 0,-3-1 16 0,0 0 0 15,-3-1 0-15,0 1-208 0,-2-1 128 16,-2 2-128-16,-2 1 0 0,1-1 0 0,-4 1 128 15,-1-2-128-15,-3 0 0 0,1 1 0 0,-1 1 0 16,-1 1 128-16,0 4-128 0,1 2 0 0,-1 1 0 0,1 4 0 16,2 3 0-16,0 0 0 0,1 2-240 0,2 0 48 0,1 0 16 31,4-7-288-31,0 0-64 0,0 0-16 0,0 29-16576 0</inkml:trace>
  <inkml:trace contextRef="#ctx0" brushRef="#br0" timeOffset="27434.5">13405 10012 24879 0,'0'-2'1088'0,"0"1"256"15,1 1-1088-15,0 0-256 0,0-2 0 0,-1 2 0 0,1 2 2192 0,-1-2 384 16,0 0 80-16,0 0 16 0,0 0-1056 0,0 0-208 16,0 0-32-16,0 0-16 0,16 36-1024 0,-16-36-208 15,0 0-128-15,0 0 160 0,9 35-160 0,-9-35 0 16,0 0 0-16,0 0-17664 15</inkml:trace>
  <inkml:trace contextRef="#ctx0" brushRef="#br0" timeOffset="27919.26">13614 9812 18431 0,'-1'0'1632'0,"1"0"-1312"16,0 1-320-16,-1 1 0 0,2 0 2352 0,-3-1 400 15,0 3 64-15,-2 3 32 0,-1 0 32 0,-2 5 0 0,1 0 0 0,-2 0 0 16,3-2-1792-16,5-10-336 0,-6 20-80 0,6-20-16 16,0 0-448-16,0 0-80 15,3 32-128-15,-3-32 176 0,0 0-176 0,0 0 0 0,0 0 0 0,36 23 0 16,-36-23 0-16,0 0 0 0,36 5 128 0,-36-5-128 0,0 0 0 0,34 7 0 16,-34-7 0-16,0 0 0 0,0 0 0 0,38 15 0 15,-38-15 0-15,0 0 0 0,0 0 0 0,0 0 0 16,0 0 0-16,15 40 0 15,-15-40 0-15,-5 16 0 0,-1-8 0 0,0-1 0 0,-2 2 0 16,1-2 0-16,-1 0 0 0,0-2 0 16,0 2 0-16,-1-3 0 0,-2 2 0 0,0-3 0 0,0 0 0 15,1-2 0-15,2-1 0 0,-1-1 0 16,2-1 0-16,1 0 0 0,2-3 0 0,0 1 0 16,1 1 0-16,1-4 0 0,2 2 0 0,2-2 0 0,2 0 0 15,0-2 0-15,5 1 0 0,0-1 0 0,1-1 0 0,3-1 0 16,1 1 0-16,0-2 0 0,2-2 0 0,-3 2 0 0,-1 1 0 15,2-2 0-15,1-3 0 0,-1 1 0 16,1-1 0-16,-2 2 0 0,-2-2 0 0,-1 1 0 16,-3 0 0-16,-2-1 0 0,-3 3 0 0,-2 0 0 0,-4-1 128 15,-3 2-128-15,-2 2 0 0,-2 3 0 0,-3 0 144 0,-2 6-144 16,1 1 144-16,-1 3-144 0,-2 2 192 16,0 2-192-16,1 1 0 0,2-1 0 15,3 2 0-15,3-2 0 0,2-2-368 0,2 0-16 0,2 0-16 0,2-2-18032 16</inkml:trace>
  <inkml:trace contextRef="#ctx0" brushRef="#br0" timeOffset="28136.82">13844 9720 26719 0,'0'0'576'0,"0"0"128"0,0 0 32 0,0 0 32 0,0 0-624 0,0 0-144 0,0 0 0 0,0 0 0 16,36 26 2016-16,-36-26 368 0,0 0 80 0,34 36 16 15,-34-36-1840-15,28 28-352 0,-28-28-80 0,27 29-16 0,-27-29 208 0,27 29 48 16,-27-29 0-16,24 30 0 16,-24-30 240-16,0 0 48 0,24 47 16 0,-24-47 0 15,0 0-528-15,3 45-96 0,-3-45-128 0,-13 31 176 0,1-16-176 16,-1-1 0-16,-2 0 0 0,-4-2 0 0,-3 2-160 16,-3-2-64-16</inkml:trace>
  <inkml:trace contextRef="#ctx0" brushRef="#br0" timeOffset="28969.35">10696 10533 1839 0,'-8'0'160'0,"4"-2"-160"0,-1 2 0 0,1 0 0 0,3 0 1920 15,-1 0 336-15,0 0 80 0,-3 0 16 0,1 0-528 0,-4 2-96 16,2-1-32-16,0-1 0 0,2 2 32 0,2-4 0 0,1 2 0 0,2 0 0 15,1 0-32-15,2-1 0 0,2 1 0 0,0-2 0 16,-6 2-480-16,0 0-112 0,30-3-16 0,-30 3 0 16,26-3-432-16,-26 3-80 0,33-5-32 0,-11 2 0 15,0-2 176-15,4 3 48 16,3-3 0-16,2 0 0 0,2 1-192 0,0-2-16 0,3 2-16 16,-2-1 0-16,-6 0-272 0,2-1-48 15,1 0-16-15,0 2 0 0,-2-1 0 0,0 0 0 0,2 3 0 0,2 0 0 16,1 0-16-16,1 2 0 0,-1 2 0 15,1-2 0-15,-1 2-16 0,-1-4-16 0,3 0 0 16,-3 1 0-16,2-1-16 0,3 0 0 0,3 1 0 16,3-1 0-16,2 2 0 0,0-2 0 0,-5-3 0 15,1 0 0-15,2 1 0 0,1-1 0 0,3-1 0 0,1 0 0 16,2 1-144-16,0-2 192 0,-1-2-192 0,1-1 192 16,1 0 704-16,0 1 128 0,0-3 48 0,0 3 0 15,-2-1-1648 1,-1-1-320-16,-3 1-64 0,-2-1 0 0,1 3 784 0,-1-4 176 0,3 3 0 0,-1 0 0 0,-1 1 0 0,-2 1 0 15,0 2 128-15,-4 3-128 0,-3-3 0 0,6 3 0 16,8-1 128-16,1-1-128 16,0 2 0-16,-1 1 0 0,-2 1 0 0,0 0 0 0,1-2 0 0,-1 2 0 15,2 2 0-15,-2-1 0 0,1 1 0 16,-2 0 0-16,-2 0 0 0,-1 1 0 0,-1-1 0 16,2-1 0-16,1 1 0 0,-1 0 0 0,-1-2 0 0,-3 0 0 15,-2-2 0-15,-3 2 0 0,-2-3 0 16,-4 3 0-16,0-2 0 0,-5-1 0 15,-2 1 0-15,-23 2 0 0,38-7 0 0,-38 7-19904 0</inkml:trace>
  <inkml:trace contextRef="#ctx0" brushRef="#br0" timeOffset="30532.94">11853 10540 17503 0,'2'0'1552'0,"-1"0"-1232"0,0 1-320 0,0 1 0 15,0-2 1424-15,1 2 240 0,1 1 32 0,-3-3 16 16,0 0 64-16,0 0 16 0,37 18 0 0,-37-18 0 16,0 0-512-16,44 10-80 0,-44-10-32 0,32 5 0 15,-32-5-448-15,32 3-80 0,-32-3-32 0,0 0 0 16,37 6-384-16,-37-6-80 0,0 0-16 0,0 0 0 16,0 0-128-16,0 0 0 0,0 0 0 0,0 0 0 15,23 34 0-15,-27-28 0 0,-4 2 0 0,1-3 0 0,-2 4 0 16,-1-2 0-16,0 0 0 0,-2-2 0 0,0 2 0 0,0-3 0 15,0 0 0-15,-1 1 0 16,-1-1 0-16,1 0 0 0,2-1 0 0,1-1 0 0,2 0 0 0,1 1 0 16,2 0 0-16,2 1 0 15,0-2 0-15,2 0 0 0,2-2 0 0,1 0 0 0,0 1-128 0,2 1 128 0,2-2 0 0,-6 0 0 16,0 0 0-16,0 0 0 0,31 0 0 0,-31 0 0 16,0 0 0-1,33 3 0-15,-33-3 0 0,0 0 0 0,37 4 0 0,-37-4 0 0,0 0 0 0,38 5 0 16,-38-5 192-16,0 0 0 15,0 0 0-15,0 0 0 16,35 15-192-16,-34-13 160 0,-1 1-160 0,-2 0 160 0,-2 0-160 0,-1 0 0 0,-3 1 0 0,0-2 128 16,-3 3-128-16,0 0 128 0,-3-3-128 0,-2 4 128 15,-1 0-128-15,0 1 0 0,0-2 0 0,1 2 0 16,3-2 0-16,3-3 0 0,4 0-192 0,2 1 192 16,2-1-944-16,3-2-64 0,1 0-16 0,2 0-14768 15</inkml:trace>
  <inkml:trace contextRef="#ctx0" brushRef="#br0" timeOffset="30791.95">12308 10614 10127 0,'-3'-2'896'0,"1"-1"-704"0,0 1-192 0,1 2 0 0,1-2 2368 0,0 1 448 16,0 1 96-16,0-2 16 15,0 1 256-15,1 0 48 0,1-2 16 0,1 3 0 16,1 0-1456-16,-1 0-304 0,-3 0-48 0,0 0-16 0,0 0-464 0,0 0-80 16,36 30-32-16,-36-30 0 0,0 0-480 0,30 34-112 15,-30-34 0-15,0 0-16 16,33 34-112-16,-33-34-128 0,0 0 176 0,32 29-176 16,-32-29 128-16,0 0-128 0,0 0 0 0,38 30 0 15,-38-30 0-15,0 0 0 0,0 0 0 0,0 0 0 16,0 0 0-16,0 0 0 0,34 14 0 0,-32-16-12432 15,0-1-2400-15</inkml:trace>
  <inkml:trace contextRef="#ctx0" brushRef="#br0" timeOffset="30984.22">12521 10590 21183 0,'-5'-1'944'0,"2"1"192"0,-1 1-912 0,1-1-224 15,1 2 0-15,0-1 0 0,-2 3 2080 0,-3 1 368 16,-4 5 80-16,-5 4 16 0,-3 2-752 0,-2 2-160 15,-1 2-32-15,1-1 0 0,1-1-608 0,2-2-128 16,1 0-32-16,2-2 0 0,2-1-320 0,1-2-80 16,4-4-16-16,2 0 0 0,2-2-416 0,1-3 0 0,1 1 0 0,3-3-11968 15,1 0-2448 1</inkml:trace>
  <inkml:trace contextRef="#ctx0" brushRef="#br0" timeOffset="31413.66">12795 10581 2751 0,'4'-3'256'0,"0"1"-256"0,-1 2 0 0,-1-2 0 0,-1 2 2400 0,-1 0 432 16,1 0 96-16,1-2 16 15,1 2 592-15,1-1 128 0,-1 1 32 0,1 0 0 0,0 1-1168 0,-4-1-224 16,0 0-64-16,0 0 0 15,0 0-880-15,0 0-176 0,36 9-32 0,-36-9-16 0,0 0-752 0,29 2-128 16,-29-2-48-16,0 0 0 0,29 3-208 16,-29-3 0-16,0 0 0 0,29 2 0 0,-29-2 0 0,0 0 0 15,0 0 0-15,0 0 0 0,33 16 0 0,-33-16 0 16,0 0 0-16,0 0 0 0,-4 27 0 0,-2-18 0 0,-1-1 0 0,-3 1 0 16,0 2 0-16,-3 0 0 15,-2 0 0-15,-2 1 0 0,-1 0 0 0,1-3 0 0,0 0 0 0,2-1 0 16,1-3-176-16,3 2 176 0,3-3-160 0,1 1 160 15,4-2 0-15,0 0 0 0,2 0 0 16,2-3 0-16,2 1 0 0,-3-1 0 0,0 0 0 16,21-3 0-16,-21 3 256 0,24-2-16 0,-24 2 0 15,33-7 0-15,-17 4 160 0,-16 3 48 0,34-6 0 0,-34 6 0 16,35-6-160-16,-35 6-32 0,33-4 0 16,-33 4 0-16,31-5-112 0,-31 5-16 15,30-3-128-15,-30 3 192 0,33-4-192 0,-33 4 0 0,32-8 0 0,-16 5-19136 0</inkml:trace>
  <inkml:trace contextRef="#ctx0" brushRef="#br0" timeOffset="31896.72">14637 10358 11055 0,'0'-5'976'0,"0"3"-784"0,1-1-192 16,0 1 0-16,0 1 3776 0,0 1 720 0,0-1 144 0,0 1 32 15,2 0-1360-15,-1 0-272 0,1 0-48 0,-3 0-16 16,0 0-1760-16,0 0-336 0,0 0-80 0,0 0-16 16,24 33-400-16,-24-33-96 0,0 0-16 0,7 33 0 15,-7-33-128-15,-2 26-16 0,2-26-128 0,-6 25 192 16,0-14-192-16,-1 1 0 0,-1 2 0 0,-2-2 0 0,-1 0 0 0,-1-1 0 16,-1-1 0-16,0-1-19056 15</inkml:trace>
  <inkml:trace contextRef="#ctx0" brushRef="#br0" timeOffset="32831.25">15362 9763 17503 0,'2'-6'1552'0,"1"2"-1232"0,0 0-320 0,-2 3 0 15,0 1 2112-15,-1 0 352 0,2-2 80 0,1-2 16 0,-1 1-96 16,1 3-16-16,-2 1 0 0,-2 5 0 0,1-6-1536 16,-4 24-304-16,1-8-64 0,-3 6-16 15,1-1-304-15,-2 3-64 0,0 0-16 0,0 1 0 0,2 0-144 0,-3-2 128 0,3-1-128 0,-2-4 128 16,3-4-128-16,0-4 0 15,1 0 0-15,1-4 0 0,1-2 0 0,1-2 0 16,0 0 0-16,0-4 0 0,1 0 0 0,0-2 0 16,2 0 128-16,-1-3-128 0,1-2 0 0,2-1 0 15,0-2 0-15,-1 2 0 0,1 1 0 0,0-5 0 16,1 0 0-16,1-3 0 0,0-2 0 0,-1-1 0 16,3 0 0-16,-2 1 0 0,2 0 0 0,1 2 0 0,-1 3 0 15,2 0 128-15,0 2 256 0,0 2 64 16,1 3 0-16,-3 2 0 0,0 3-112 0,-9 2-16 0,0 0 0 15,0 0 0-15,0 0-144 0,23 41-48 0,-23-41 0 16,2 34 0-16,-2-34-128 0,-4 39 0 0,-1-17 0 0,-1-2 0 16,0 2 0-16,-1-3 0 0,1-2 128 0,0-5-128 15,1 0 0-15,0-3 0 0,0-2 0 0,2-3 0 16,0-1 0-16,1-1 0 0,1-4 0 0,1-1 0 16,2-1 0-16,1-3 0 0,1-3 0 0,0 1 0 15,2-3 0-15,-1-2 0 0,3-3 0 0,0-2 0 16,1 0 0-16,0 0 0 0,-1 1 0 0,1-2 0 0,1 1-208 15,2 0-32-15,-1 4 0 0,0 2 0 0,0-1 240 0,0 4-176 16,-1 1 176-16,0 4-160 0,-3 1 160 0,0 3 0 16,-2 1 0-16,-5 0 0 0,0 0 0 0,0 0 176 15,0 0-176-15,0 0 192 0,12 43-16 0,-12-43 0 16,-3 30 0-16,3-30 0 0,-7 36-176 0,1-16 0 16,0 0 0-16,-1-2 128 0,2 2-128 0,5-20 0 15,-8 31 0-15,8-31 0 0,0 0 0 0,-2 30 0 0,2-30 0 16,0 0 0-16,0 0 0 0,0 0 0 0,0 0 0 0,0 0 0 15,0 0 0-15,0 0-192 0,28-9 32 0,-21 0 16 32,0 0-1648-32,2-3-336 0</inkml:trace>
  <inkml:trace contextRef="#ctx0" brushRef="#br0" timeOffset="33038.31">15806 9732 22111 0,'0'-2'976'0,"0"2"208"15,1 0-944-15,-1-2-240 0,1 2 0 0,-1 0 0 16,1 0 2112-16,0 0 368 0,0 0 80 0,2 2 0 0,1-2-528 16,0 2-112-16,-4-2-32 0,0 0 0 0,0 0-1056 0,0 0-224 15,0 0-32-15,0 0-16 0,0 0-560 0,30 28 0 16,-30-28 0-16,0 0 0 31,0 0-224-31,0 0-160 0,0 0-16 0,0 0-17056 0</inkml:trace>
  <inkml:trace contextRef="#ctx0" brushRef="#br0" timeOffset="33203.5">15818 9834 11967 0,'1'0'1072'0,"-1"1"-864"0,1-1-208 0,-1 1 0 0,0-1 2224 0,0 2 400 16,0-1 64-16,0-1 32 0,0 0 928 0,0 0 176 0,0 0 32 16,-4 33 16-16,4-33-2112 15,-6 21-416-15,6-21-96 0,-9 24-16 16,5-12-912-16,-2 0-176 0,1-1-144 0,5-11 192 0,-4 18-192 0,4-18 0 15,0 0 0-15,0 0-11984 0,0 0-2400 0</inkml:trace>
  <inkml:trace contextRef="#ctx0" brushRef="#br0" timeOffset="33565.99">15990 9754 19343 0,'0'0'848'0,"0"0"192"0,0 2-832 0,0-2-208 15,0 1 0 1,-1 0 0-16,1-1 2064 0,0 0 368 0,0 0 80 0,-7 25 16 0,7-25-480 15,-11 29-80-15,4-11-32 16,-2 0 0-16,2 1-768 0,-1-1-144 16,2-1-48-16,6-17 0 0,-9 29-384 0,9-29-80 0,0 0 0 0,-5 24-16 15,5-24-352-15,0 0-144 0,0 0 128 0,0 0-128 16,0 0 0-16,3-2 0 0,-2-3 0 0,1-3 0 16,-2-1 0-16,3-2 0 0,0 1 0 0,1-2 0 15,-1 2 0-15,2-2 0 0,-1 1 0 0,0 1 0 16,1-4 0-16,1 0 0 0,0 0 0 0,1 0 0 15,0 1 0-15,0 1 0 0,-1 3 0 0,0 2 0 16,1 0 0-16,0 1 0 0,0 1 0 0,-2 4 0 16,2-2 128-16,-2 3-128 0,-2 1 192 0,0 1-64 0,-3-2 80 15,0 0 16-15,0 0 0 0,0 0 0 0,18 43-224 0,-18-43 176 16,0 0-176-16,5 39 160 0,-5-39-160 0,-1 32 0 16,1-32 0-16,-3 32 0 0,3-32 0 15,-7 32 0-15,7-32 128 0,0 0-128 0,-6 31 0 16,6-31 0-16,0 0 0 0,0 0 0 0,0 0 0 0,0 0 0 15,0 0 0-15,0 0-18928 0</inkml:trace>
  <inkml:trace contextRef="#ctx0" brushRef="#br0" timeOffset="33912.5">16507 9718 1839 0,'2'0'160'0,"-3"-2"-160"0,0 2 0 0,-1 0 0 16,0 0 0-16,0 0 160 16,-1 2-160-16,-2-2 160 0,-2 2-160 0,-3-2 0 0,-1 2 0 0,0 1 0 15,2-3 0-15,1 0 0 0,1 0 0 0,1 0 0 0,3-3 192 0,0 1 0 16,0 1 0-16,0-2 0 0,2 0 1664 0,-2 0 320 16,1-1 80-16,0 2 16 0,-1-1 640 0,1 1 128 15,-2 0 32-15,0 2 0 0,-1 0 16 0,1 2 16 16,-3 3 0-16,1-1 0 0,-1 1-1120 0,-1 2-208 15,1 3-48-15,-3-1-16 0,2 5-912 0,-1 1-176 16,-1 3-48-16,0 2 0 0,1 4-272 0,-1 4-64 16,2-1-16-16,1 2 0 15,2 0-48-15,5-29-16 0,-2 45 0 0,2-45 0 0,9 36 16 0,-9-36 0 16,0 0 0-16,29 33 0 0,-29-33-176 16,0 0 0-16,41 14 0 0,-41-14 0 0,32 0-256 0,-16-5-48 0,3-1 0 0,1-2-18704 15</inkml:trace>
  <inkml:trace contextRef="#ctx0" brushRef="#br0" timeOffset="34530.39">16658 9848 3679 0,'-3'-1'320'0,"1"0"-320"0,0-1 0 0,0 1 0 16,1 0 1072-16,0 0 144 0,1-2 16 0,-2 1 16 16,0-2 800-16,0-3 176 0,0 2 16 0,-1-3 16 15,1 0 208-15,0 2 32 0,-1 2 16 0,2-1 0 0,0 2-528 0,-1 1-96 16,0 2-32-16,0 0 0 0,-1 0-544 0,1 3-112 15,-2 1-32-15,-1 1 0 0,1 3-416 0,-3 3-96 16,1-1-16-16,0 4 0 0,0 2-256 0,0 1-48 16,-1 0-16-16,2 2 0 0,-1-3-192 0,6-16-128 15,-5 26 128-15,5-26-128 0,0 0 0 0,0 0 0 16,7 34 0-16,-7-34 128 0,0 0-128 0,25 2 0 16,-14-7 0-16,1 0 0 0,1-2 0 0,1-4 0 15,0-1 160-15,0-2-160 0,-1 1 208 0,-1-3-48 16,-2 4-16-16,0-3 0 0,-4 1-144 0,0 0 0 0,-2 2 0 0,-1-2 0 15,-2 2 0-15,-2 0 0 0,-3 0 0 0,-1 0 0 16,-3 1 0-16,-2 1 0 0,-2 1 128 0,-1 0-128 16,0 4 0-16,0 2 0 0,1-1 0 0,2 4 0 15,0 2 0-15,2 0 0 0,1 3 128 0,1-3-128 16,3 1 0-16,0 0 0 0,1 1 0 0,1-2 0 16,1 1-256-16,1-1-48 0,1 0 0 0,2-2-17568 15</inkml:trace>
  <inkml:trace contextRef="#ctx0" brushRef="#br0" timeOffset="34720.08">16761 9850 18431 0,'0'0'816'0,"0"0"160"0,0 0-784 0,0 0-192 16,0 0 0-16,0 0 0 0,-3 27 2176 0,3-27 384 15,0 0 64-15,0 0 32 0,0 0-384 0,11 43-80 16,-11-43-16-16,0 0 0 15,0 0-1472-15,17 37-320 0,-17-37-48 0,0 0-16 16,0 0-320-16,0 0 0 0,17 36 0 0,-17-36-16432 0</inkml:trace>
  <inkml:trace contextRef="#ctx0" brushRef="#br0" timeOffset="35216.91">17035 9661 22111 0,'0'-2'976'0,"0"1"208"0,0 2-944 0,-1 1-240 16,0-2 0-16,0 2 0 0,-1 1 1632 0,0-1 288 0,-1 3 48 15,0 3 16-15,-2 3-720 0,0-2-144 0,0 3-32 16,0-3 0-16,1 2-528 0,4-11-112 0,-8 21-32 0,8-21 0 16,-6 20 352-16,6-20 64 0,0 0 0 0,0 0 16 0,-2 34-448 0,2-34-80 15,0 0-32-15,0 0 0 0,0 0-288 0,0 0 128 16,25 31-128-16,-25-31 0 0,0 0 240 0,0 0-64 15,31 23-16-15,-31-23 0 0,0 0 96 0,0 0 0 16,26 29 16-16,-26-29 0 0,0 0-272 0,0 0 128 16,12 35-128-16,-12-35 0 0,0 0 0 0,-4 29 0 15,4-29 0-15,-8 17 0 0,8-17 160 0,-11 16-160 16,4-11 128-16,-1 0-128 0,1-1 128 16,-2 1-128-16,0-2 0 0,0-1 128 0,0-1-128 0,-1 0 0 15,0-1 0-15,1-1 0 0,0 0 128 0,0-2-128 16,2-1 0-16,1-1 128 0,1 0-128 0,2-2 0 15,1-3 0-15,2-2 128 0,1 1-128 0,2-3 0 0,1 2 0 0,1-3 0 16,4-1 0-16,1 2 0 16,2 0 0-16,1 2 0 0,0 1 144 0,0 0-144 0,0 2 160 0,1-1-160 15,0 2 160-15,-1-1-160 16,0 1 160-16,-1-1-160 0,-1 1 160 0,-2 1-160 0,1-3 160 0,-1 1-160 16,-2 0 0-16,0 1 128 0,-3-2-128 0,0 1 0 15,-2 0 0-15,-2-1 0 0,-2 0 0 0,-3 1 0 16,-1 2 0-16,-4 0 0 0,-3 2 0 15,-1 3 0-15,-4 0 0 0,0 4 0 16,0 0 0-16,0 3 0 0,2 0 0 0,3 1-128 0,2-2 128 0,2 2-12592 16,4 1-2384-1</inkml:trace>
  <inkml:trace contextRef="#ctx0" brushRef="#br0" timeOffset="35580.37">17287 9936 27647 0,'-2'0'1216'0,"1"0"256"0,1 1-1168 0,0-1-304 16,0-1 0-16,1 1 0 0,0 0 1728 0,0 0 304 16,1 0 48-16,0 0 16 0,-2 0-528 0,0 0-96 15,0 0-32-15,0 0 0 0,0 0-992 0,0 0-208 16,0 0-48-16,14 33 0 0,-14-33-192 0,-7 19 0 0,2-9 128 0,0-1-128 15,-2 0 0-15,1 1 0 0,0-2 0 0,1-2-12208 32,2 1-2400-32</inkml:trace>
  <inkml:trace contextRef="#ctx0" brushRef="#br0" timeOffset="35865.73">17514 9687 11967 0,'3'-7'528'0,"-1"2"112"0,0 2-512 0,0 0-128 0,-2 2 0 0,0-1 0 0,1 2 2848 0,0-3 544 16,1 1 96-16,1-1 32 0,-1 1-624 0,0 0-112 15,0 3-32-15,-2 0 0 0,0-1-1344 0,0 0-288 16,0 0-48-16,-1 33-16 0,1-33-512 0,-4 30-96 15,4-30-32-15,-5 37 0 16,5-37-224-16,-4 42-64 0,4-42 0 0,-6 48 0 0,6-48 0 0,-4 43-128 16,4-43 192-16,-1 40-64 0,1-40-128 15,0 0 0-15,7 43 0 0,-7-43 128 16,0 0-480-16,0 0-96 0</inkml:trace>
  <inkml:trace contextRef="#ctx0" brushRef="#br0" timeOffset="36118.01">17761 9632 25791 0,'2'-2'1152'0,"0"2"224"0,-2 0-1104 0,0 0-272 0,0 0 0 16,0 0 0-16,0 0 2256 0,0 0 400 0,15-4 80 0,-15 4 16 0,0 0-1088 0,0 0-224 15,34 6-32-15,-34-6-16 0,0 0-832 0,0 0-176 16,32 29-16-16,-32-29-16 0,0 0-112 0,20 49-32 15,-20-49 0-15,9 41 0 16,-9-41-64-16,6 52-16 0,-6-52 0 0,0 57 0 16,-1-28-128-16,-3 1 0 0,-3 0 0 0,0-3 0 0,-3-3 0 0,-1-3 0 15,0-4 0-15,-2-3-12800 0,-1 0-2544 16</inkml:trace>
  <inkml:trace contextRef="#ctx0" brushRef="#br0" timeOffset="36926">15389 10257 12895 0,'-1'-1'1152'0,"-1"-1"-928"0,0 2-224 0,1 0 0 16,0 0 1040-16,-1-2 176 0,0 2 16 0,-1-1 16 16,-2-1-224-16,-1 2-32 0,1 0-16 0,0-2 0 15,2 4-384-15,-1-2-80 0,1 0 0 0,1 2-16 0,0-2 144 0,1 1 16 16,0 1 16-16,1 0 0 15,1-2 16-15,1 1 0 0,0 0 0 0,0 1 0 0,2-2 1008 16,0 0 208-16,-4 0 32 0,0 0 16 0,0 0-1632 0,34 3-320 16,-34-3 0-16,27-2-176 0,-27 2 816 0,36-1 176 15,-36 1 16-15,42-4 16 0,-17 0-128 16,-1 1-16-16,0 1-16 0,-1 1 0 0,-23 1-352 0,42-2-64 16,-42 2-16-16,45-2 0 0,-45 2-128 0,47-2-128 0,-47 2 192 0,49-1-192 15,-49 1 144-15,53 1-144 0,-27-1 0 0,-26 0 144 16,56 2-144-16,-56-2 128 0,53 4-128 0,-53-4 128 15,56 5 0-15,-27-4 0 0,-29-1 0 0,57 4 0 16,-27-4-128-16,4 0 128 0,3 0-128 0,0 0 128 16,1 0-128-16,-2 0 0 0,0 1 0 0,1-1 128 15,1 0-128-15,1-1 0 0,-1 1 0 0,0-2 128 16,-1-1-128-16,0 1 160 0,-2-1-160 0,-1 1 160 16,-2 0-32-16,0 0 0 0,2 1 0 0,-3-1 0 15,-3-1 16-15,2 1 0 0,3 0 0 0,1-3 0 16,1 0-144-16,-1 1 160 0,-1-1-160 0,1 0 160 0,-5 1-160 0,1 1 0 15,2-2 0-15,0-1 0 0,1 1 0 0,-1 1 0 16,1 0 0-16,1-1 0 16,-1 1 0-16,-1 2 0 0,-1-1 0 0,-2-1 0 15,-2 1 0-15,0 1 0 0,1-1 0 0,-4 1 0 0,-3-1 0 0,1 1 0 16,4 0 0-16,0 0 0 0,0 1 0 16,-2 0 0-16,1 1 0 0,-25 0 0 0,43 2 0 0,-43-2 0 15,39 2 0-15,-39-2 0 0,33 0 0 0,-33 0 0 16,27 0 0-16,-27 0-13088 0,0 0-2496 0</inkml:trace>
  <inkml:trace contextRef="#ctx0" brushRef="#br0" timeOffset="38415.58">16174 10462 8287 0,'-3'-4'736'15,"1"1"-592"-15,1 0-144 0,1 3 0 16,0 0 1136-16,-1 0 192 0,-1-2 32 0,-2 0 16 15,0 0 528-15,0 2 96 0,-1-2 32 0,0 4 0 0,2 0-96 0,1-2-16 16,1 3 0-16,0 1 0 0,3-1-256 0,1-1-48 16,0-2-16-16,4 1 0 0,1-1-432 0,2-1-80 0,3-1-32 0,1-3 0 31,2 2-400-31,0 1-80 0,1-3 0 0,0 1-16 0,1 1-288 0,-1 1-48 16,-1-1-16-16,-16 3 0 0,27-2-32 0,-27 2-16 15,0 0 0-15,0 0 0 0,0 0-160 16,0 0 0-16,0 0 0 0,0 0 0 0,0 0 0 0,0 0 0 0,15 35 0 15,-24-27 0-15,-2-1 0 0,0 0 0 16,1 0 0-16,-4 0 0 0,-2 0 0 0,-1 0-176 16,-2-1 176-16,2 2-192 0,0-2-16 0,2 0-16 15,1 0 0-15,3-1 0 0,2 1 80 0,1-1 16 16,3-1 0-16,1 1 0 0,1-2 128 0,3 1 0 16,1-1 0-16,2-1 0 0,-3-2 0 0,0 0 0 0,0 0 0 15,31 3 0-15,-31-3 0 0,25 0 0 0,-25 0 0 16,30 0 0-16,-30 0 0 0,33 2 0 15,-33-2 0-15,32 4 0 0,-32-4 0 0,0 0 0 0,38 12 0 0,-38-12 0 16,0 0 0-16,0 0-128 0,0 0 128 0,0 0 0 16,0 0 0-16,16 36 0 0,-22-29 0 15,-3 0 0-15,1 3 0 0,-3-3 0 0,0 1 0 0,-1-1 0 0,-1-1 0 0,0-1 0 0,-1 0 0 0,1-3 0 32,1 0 0-32,0-2 0 0,0 0 0 0,3 0 0 15,2-2-896-15,0 0-80 0,4 2-32 0,0-2-9808 0,2 1-1952 0</inkml:trace>
  <inkml:trace contextRef="#ctx0" brushRef="#br0" timeOffset="38669.93">16543 10443 23951 0,'0'-2'1056'0,"0"2"224"0,1 0-1024 0,0 0-256 16,-1 0 0-16,1 2 0 0,0-1 1792 0,-1-1 320 15,0 0 48-15,0 0 16 0,0 0-912 0,0 0-176 16,28 42-48-16,-28-42 0 0,0 0-528 0,28 34-96 16,-28-34-32-16,0 0 0 0,33 37 96 0,-33-37 16 15,0 0 0-15,31 32 0 0,-31-32-240 0,0 0-32 16,0 0-16-16,32 32 0 0,-32-32-208 0,0 0 0 16,0 0 0-16,0 0 0 0,0 0 0 0,0 0 0 15,0 0-192-15,32 6-17264 0</inkml:trace>
  <inkml:trace contextRef="#ctx0" brushRef="#br0" timeOffset="38830.15">16721 10467 5519 0,'-4'0'496'0,"0"-2"-496"0,1 2 0 0,1 2 0 16,1-2 3520-16,-1 2 592 0,1-1 128 0,-3 3 32 16,-2 1-976-16,-1 3-192 0,-2 1-32 0,-3 3-16 15,-2 2-864-15,-1 1-160 0,0 2-48 0,-3 1 0 0,2 0-1088 0,-1 1-208 16,0-1-48-16,2 0-16 0,2-2-416 0,1-1-80 15,3-3 0-15,2-3-128 16,2-2 0-16,2 0-256 0</inkml:trace>
  <inkml:trace contextRef="#ctx0" brushRef="#br0" timeOffset="39464.55">16977 10429 23039 0,'-2'0'1024'0,"1"0"192"0,0 0-960 0,0 0-256 16,0 0 0-16,0 0 0 15,1 0 1632-15,-1 1 288 0,0 0 48 0,-1 0 16 0,2 1-208 0,0-2-48 16,2 0 0-16,1 0 0 0,0-2-704 0,3 1-160 16,1 0-32-16,-1 0 0 15,-6 1-432-15,0 0-80 0,32 0-32 0,-32 0 0 0,25 0-160 0,-25 0-128 16,0 0 192-16,35 3-192 0,-35-3 0 0,0 0 0 0,0 0 0 0,0 0 0 15,34 18 0-15,-34-18 0 0,0 0 0 0,0 0 0 16,0 0 0-16,-3 32 0 0,-2-24 0 0,-2 0 0 16,-1-1 0-16,0 0 0 0,-2 0 0 0,1 0 0 15,1-2 0-15,-2 0 0 0,-1-1 0 16,-1 1 0-16,1 0 0 16,1-3 0-16,1 0 0 0,0 1 0 0,3-3 0 0,0 1 0 0,3 1 0 0,1-2 0 15,1 0 0-15,1 0 0 0,1 0 0 0,1 0 0 16,-2 0 0-16,0 0 0 0,0 0 0 0,23-3 0 15,-23 3 0-15,0 0 0 0,28 0 0 0,-28 0 0 0,0 0 0 16,34 1 0 0,-34-1 0-16,0 0 0 0,35 4 0 0,-35-4 0 0,0 0 0 0,33 10 0 15,-33-10 0-15,0 0 0 0,0 0 0 0,34 21 0 0,-34-21 0 0,0 0 128 32,0 0-128-32,0 0 160 0,0 0-32 0,7 35 0 15,-12-28 0-15,-4-2 0 0,-1 3 48 0,-2 0 0 16,-2 0 0-16,-2 1 0 0,-2 0-176 0,0-1 128 15,-1-1-128-15,-1-2 128 0,3-1-128 0,1-1 0 16,0-1 0-16,2 1 0 0,1-1 0 0,1-2 0 0,3 1-224 0,1-1-18480 16</inkml:trace>
  <inkml:trace contextRef="#ctx0" brushRef="#br0" timeOffset="40121.26">18150 10218 11055 0,'1'0'976'16,"-1"-2"-784"-16,0 2-192 0,1-2 0 16,-1 2 1344-16,1 0 208 0,0-1 48 0,1 1 16 0,1-2 544 0,0-1 96 15,0 1 32-15,1 2 0 0,-2 0-80 0,-2 0-16 0,0 0 0 0,0 0 0 16,0 0-624-16,0 0-128 15,4 31-32-15,-8-24 0 0,0 3-800 0,-1 2-160 0,0 2-48 0,-2 0 0 16,-1 0-240 0,-1 0-160-16,0 0 192 0,-1-4-192 0,0 2 0 0,0-2 0 15</inkml:trace>
  <inkml:trace contextRef="#ctx0" brushRef="#br0" timeOffset="42332.23">18681 9716 17503 0,'1'-1'1552'0,"0"-1"-1232"16,0 2-320-16,0-2 0 0,-1 1 1744 16,1 1 304-16,0-2 48 0,2 0 16 0,0-2 208 0,1 1 48 15,-1 0 16-15,1 1 0 0,-2 2-1136 0,0 2-224 0,0 1-64 0,-2 0 0 32,0 5-656-32,-1 0-144 0,1-8-32 0,0 0 0 15,-5 42-128-15,1-24 160 0,1 3-160 0,-2 1 160 0,0 0-160 0,0 2 0 0,-2-3 0 0,1 2 0 31,0-3 0-31,0-3 0 0,1-2 0 0,1-3 0 16,-1-1 0-16,2-6 0 0,0 2 0 0,2-5 0 0,0-2 0 0,1 0 0 16,2-2 0-16,0-3 0 0,1 0 0 0,1-4 0 15,1-1-144-15,1-2 144 0,1-2-128 16,1-3 128-16,0 1-192 0,0-3 192 16,1 2-784-16,-1-2-48 0,0 2-16 0,-1-1 0 15,-1 1 256-15,1 0 48 0,1-1 16 0,1-4 0 0,-1 3 528 0,-1 0 0 16,2 3 0-16,-1-1 0 0,0 5 496 0,1 3 48 15,-2 4 16-15,-1 2 0 0,-2 3 144 0,-4 0 16 16,0 0 16-16,0 0 0 0,7 36-272 0,-7-36-48 16,-4 38-16-16,-1-14 0 0,1 2-272 0,-2-2-128 15,-1 3 128-15,0-2-128 0,2-4 0 0,-1 0 0 0,6-21 128 16,-6 32-128-16,6-32 0 0,-5 20 0 0,5-20 0 16,0 0 0-16,0 0 0 0,0 0 0 0,0 0 0 0,0 0 0 15,6 0 0-15,-3-9 0 0,2-2 0 16,1-1 0-16,-1-2-144 0,2-1 144 0,0-1-192 0,0 1 192 31,1-3-512-31,-1 0 16 0,2 0 0 0,-2-2 0 0,0 0 304 0,1 0 48 0,-1-1 16 0,1 2 0 16,0 0 128-16,1 2 0 0,0 3 0 0,-1 5 128 15,-1 4 64-15,0 5 32 0,-7 0 0 0,0 0 0 0,0 0 352 16,0 0 80-16,16 36 16 0,-16-36 0 0,-2 33-352 0,2-33-64 16,-6 35 0-16,2-16-16 0,-2 2-240 0,1-1 0 15,-2 1 0-15,1-1 0 0,0-2 0 0,1-1 0 16,5-17 0-16,-7 24 0 0,7-24 0 0,0 0 0 15,0 0 0-15,0 0 0 0,0 0-192 0,0 0-64 16,0 0-32-16,11-6-17424 0</inkml:trace>
  <inkml:trace contextRef="#ctx0" brushRef="#br0" timeOffset="42617.25">19124 9640 6447 0,'6'-12'272'0,"-3"4"80"0,1 4-352 0,-1-1 0 0,-1 2 0 0,-1 1 0 16,-1 2 2112-16,2-1 336 0,-1-2 80 0,1 0 16 0,0 1 464 0,-1 2 80 15,-3 2 32-15,-1 1 0 16,0 0-1440-16,-3 3-272 0,0 0-64 0,-2 2-16 16,1 0-304-16,-1 3-64 0,-2 0-16 0,2 2 0 15,0-1-96-15,-1 2-16 0,2 2 0 0,0 1 0 16,2 1-352-16,-2 2-80 0,7-20-16 15,-7 36 0-15,7-36-208 0,-3 37-48 16,3-37-128-16,2 35 192 0,-2-35-192 0,0 0 0 0,12 41 0 0,-12-41 0 0,0 0 0 0,0 0 0 16,0 0 0-16,35 27 0 15,-35-27-1312 1,0 0-160-16</inkml:trace>
  <inkml:trace contextRef="#ctx0" brushRef="#br0" timeOffset="43669.33">19116 9429 11967 0,'0'-3'1072'0,"0"2"-864"16,2 0-208-16,-1 1 0 0,-1 1 2080 0,1-1 368 16,0 0 80-16,2 1 16 0,1-1 224 0,-4 0 48 15,0 0 16-15,0 0 0 0,0 0-976 0,34 31-192 16,-34-31-32-16,0 0-16 0,0 0-976 0,34 38-192 16,-34-38-32-16,0 0-16 0,0 0-400 0,22 35 0 15,-22-35 0-15,0 0-17136 0</inkml:trace>
  <inkml:trace contextRef="#ctx0" brushRef="#br0" timeOffset="44178.41">19270 9687 9839 0,'1'-3'208'0,"0"1"48"0,0 1 16 0,-1 0 16 0,1 1-288 0,-1-2 0 0,0 2 0 0,0-3 0 0,1 1 3536 0,-1-1 656 16,1 1 128-16,0 0 32 0,0 0-1168 15,-1 1-240-15,1-1-32 0,-1 0-16 16,1 2-1360-16,-1 0-288 0,-1 2-48 0,1 0-16 0,0-2-784 16,0 0-144-16,0 0-48 0,0 0 0 0,-6 36-208 0,6-36 144 15,-6 23-144-15,6-23 128 0,-7 29-128 0,7-29 0 16,-9 28 0-16,9-28 0 0,-9 29 0 15,9-29 0-15,-9 26 0 0,9-26 0 0,-7 19 0 0,4-12 0 0,3-7 0 16,0 0 0-16,0 0 0 0,0 0 0 16,0 0 0-16,0 0 0 15,2-5-368-15,1-2-48 0,0 0-16 0,0-2 0 0,0-2-688 16,1 0-144-16,0 0-16 0,0-1-16 0,0 0 528 0,0-2 96 0,-1-1 32 0,-1 1 0 16,3-2 640-16,-1 1 192 0,-1-1 16 0,2 3 0 0,0-1 496 15,0 2 80-15,1 3 32 0,0 0 0 0,2 2 16 0,-1 2 0 16,1 0 0-16,-2 0 0 0,1 3-320 0,-7 2-48 15,12-2-16-15,-12 2 0 16,0 0-192-16,0 0-64 0,0 0 0 0,0 0 0 0,0 0-16 0,28 28-16 16,-28-28 0-16,0 0 0 0,0 0-160 0,0 0 0 15,9 45 0-15,-9-45 128 0,0 0-128 0,-3 38 0 16,3-38 0-16,-4 27 0 0,4-27 0 16,-5 25 0-16,5-25 0 0,-7 22 0 0,7-22 0 0,0 0 0 15,-8 23 0-15,8-23 0 16,0 0 0-16,0 0 0 0,-7 12-160 0,6-12 160 15,2 0-912-15,0-1-96 0</inkml:trace>
  <inkml:trace contextRef="#ctx0" brushRef="#br0" timeOffset="44768.23">19686 9602 12895 0,'1'-3'1152'0,"0"-1"-928"16,0 3-224-16,0-1 0 15,-1 2 2016-15,1-2 352 0,1-1 80 0,0-2 16 0,1-1 496 0,0-2 112 16,1 2 0-16,-2 1 16 16,-1 2-1104-16,-1 2-208 0,0 1-48 0,-1 1-16 0,-2 4-944 15,-1 0-192-15,-1 2-48 0,-1 4 0 16,-2 1-320-16,-1 2-64 0,1 1-16 0,0 2 0 0,-1 1-128 0,1 0 0 15,-1 2 144-15,0-1-144 0,2-2 0 0,-1 2 0 16,2 2 0-16,-1 1 128 0,7-22-128 0,-8 36 0 16,8-36 0-16,-1 32 0 0,1-32 0 0,0 0 0 0,0 0 0 15,20 38 0-15,-20-38 0 0,0 0 0 0,0 0 0 16,42 8 0-16,-42-8 0 0,28-8-208 16,-13 2 80-16,-1-2-12144 0,-1 3-2416 15</inkml:trace>
  <inkml:trace contextRef="#ctx0" brushRef="#br0" timeOffset="46648.72">19861 9680 10127 0,'3'-5'896'0,"-1"2"-704"0,0 0-192 0,-1 2 0 16,0-1 1440-16,0 0 256 0,1-1 48 0,1-4 16 15,2-1 864-15,0-1 192 0,-1 2 16 0,-1 0 16 16,0 2-480-16,-2 1-112 0,-1 2-16 0,-1 1 0 15,-2 2-1008-15,-1 3-208 0,0 0-32 0,-4 4-16 16,0 2-512-16,-2 3-96 0,0 2-32 0,-2 1 0 16,2 3-192-16,1 0-144 0,1 1 192 0,2-2-192 15,6-18 128-15,-6 34-128 0,6-34 0 0,0 0 0 0,6 35 0 16,-6-35 0-16,0 0 0 0,0 0 0 0,0 0 0 0,37 9 0 16,-26-15 0-16,-1 0 0 0,1-1 0 15,-1-2 0-15,1-3-128 16,1 0 128-16,-1 0-160 0,-1-2 16 0,1 2 0 0,-3-1 0 15,-1 0-240-15,-1 1-64 0,-1 0 0 0,-4 0 0 16,1 1 272-16,-2 1 176 0,-1-2-208 0,-2 1 80 0,-1 1 128 0,-2-2 0 16,1 3 0-16,-2 0 0 0,0 1 0 0,-2-1 0 15,1 4 128-15,1 0-128 0,-1 3 128 0,2 0-128 0,-1 6 160 0,0-1-160 16,0 3 0-16,1 2 0 0,0 1 0 16,3 0 0-1,-1 1-576-15,1 0-96 0</inkml:trace>
  <inkml:trace contextRef="#ctx0" brushRef="#br0" timeOffset="46866.04">20040 9739 20271 0,'3'-2'1792'16,"0"1"-1424"-16,0 1-368 0,-1 0 0 15,0 1 2272-15,-2 1 384 0,0-1 80 0,2 1 16 0,-2-2-576 0,0 0-96 16,0 0-32-16,0 0 0 16,21 35-1456-16,-21-35-288 0,0 0-64 0,0 0-16 15,0 0-224-15,0 0 0 0,13 35-192 0,-13-35-16768 16</inkml:trace>
  <inkml:trace contextRef="#ctx0" brushRef="#br0" timeOffset="47373.54">20234 9574 20271 0,'1'-3'896'0,"-1"1"192"0,1 1-880 0,-1 1-208 0,-1 0 0 0,1 1 0 0,0 1 2240 0,-1 0 416 16,1-2 80-16,0 0 16 0,0 0-464 0,0 0-96 0,-6 27-16 16,6-27 0-16,0 0-1328 0,0 0-272 0,-8 26-48 15,8-26-16-15,0 0-208 0,0 0-48 0,0 0-16 16,0 0 0-16,0 0-112 0,0 0 0 0,19 40-128 0,-19-40 192 15,0 0-192-15,0 0 144 16,0 0-144-16,0 0 128 0,37 28-128 0,-37-28 0 16,0 0 0-16,0 0 0 0,29 36 0 0,-29-36 0 0,0 0 0 15,0 0 0-15,22 40 0 0,-22-40 0 16,0 0 0-16,0 0 0 0,11 39 0 0,-11-39 0 16,0 0 0-16,0 0 0 0,-1 32 0 0,1-32 0 0,0 0 0 15,-8 19 0-15,4-16 0 0,-1 2 0 16,-1 0 0-16,-1-1 0 0,0 0 0 0,-1 0 0 15,-1-1 0-15,-3 0 0 0,0 2 0 0,-1-3 0 0,-1-1 0 16,1 0 0-16,3-2 0 0,2 0 0 0,1-3 0 0,0-1 0 16,1 0 0-16,2-2 0 0,-1 0 128 0,2-3-128 15,2 0 0-15,2 1 0 0,3-3 0 0,0 1 0 16,2 1 0-16,2-4 0 0,0 2 0 0,2-2 0 16,3-1 0-16,0 1 0 0,-1 2 0 0,1 0 0 15,-1-1 0-15,2 1 0 0,0-2 144 0,0 1-144 0,0-1 0 16,-3 0 128-16,-1 2-128 0,-1 1 0 0,-3-1 0 0,-1 0 0 15,-2 0 0-15,-1 2 0 0,-2-2 0 16,-2 5 0-16,-1 0 0 0,-4 0 128 0,-1 2-128 0,-2 3 0 16,-1-1 0-16,-1 3 0 0,-2 3 0 0,-2-1 0 15,-1 3 0-15,0 0 0 0,0 1 0 0,2 2 0 16,1 1-160-16,1-2-18368 0</inkml:trace>
  <inkml:trace contextRef="#ctx0" brushRef="#br0" timeOffset="48437.94">20573 9803 5519 0,'2'-5'496'0,"-1"3"-496"0,0 0 0 0,-1 0 0 16,2 1 3488-16,-1 1 608 0,0 0 112 0,0-2 16 16,2 0-832-16,1 1-192 0,-1-1-16 0,1 2-16 15,-1 0-1344-15,-3 0-272 0,0 0-48 0,0 0-16 16,0 0-848-16,0 0-192 0,0 0-16 0,9 43-16 16,-9-43-224-16,0 0-64 0,-9 33 0 0,9-33 0 0,-10 19-128 0,3-10 0 15,1-1 0-15,-2-1 0 16,2 0 0-16,-1-3 0 0,2 1 0 0,-1-4-17584 15</inkml:trace>
  <inkml:trace contextRef="#ctx0" brushRef="#br0" timeOffset="48763.29">20831 9557 10127 0,'1'-1'896'0,"-1"1"-704"31,1-2-192-31,-1 2 0 0,0 0 2960 0,1 0 560 16,0 0 128-16,1 0 0 0,-2 0-32 0,0 0-16 15,0 0 0-15,0 0 0 0,0 0-2144 0,0 0-432 0,0 0-96 0,20 40-16 16,-20-40-464-16,0 0-80 0,1 34-32 0,-1-34 0 0,0 0-208 0,-5 42-128 16,5-42 160-16,-6 31-160 0,6-31 128 0,-6 31-128 15,6-31 0-15,-6 26 0 0,6-26 0 0,0 0 0 16,-3 33 0-16,3-33 0 16,0 0-560-16,0 0-208 0</inkml:trace>
  <inkml:trace contextRef="#ctx0" brushRef="#br0" timeOffset="49073.95">21041 9545 9215 0,'3'-5'816'0,"-1"1"-656"0,0 1-160 0,-1 0 0 0,0 1 1984 0,-1 2 352 31,1-1 80-31,2 0 16 0,1-2 1008 0,0 1 208 16,3-3 32-16,-1 4 16 0,2 0-1568 0,-8 1-304 15,0 0-64-15,0 0-16 0,0 0-720 0,36 16-160 16,-36-16-32-16,0 0 0 0,22 36-448 0,-22-36-112 16,0 0-16-16,19 48 0 0,-19-48-16 0,7 35-16 15,-7-35 0-15,3 36 0 0,-3-36-80 0,-1 38-16 16,1-38 0-16,-6 37 0 0,6-37-128 0,-14 38 0 0,4-19 0 15,-1 0 0-15,-1 0 0 0,-2 0 0 0,0-2 0 0,0 2 0 32,-1-3-864-32,0 1-48 0</inkml:trace>
  <inkml:trace contextRef="#ctx0" brushRef="#br0" timeOffset="61563.63">20929 9438 5519 0,'1'0'496'0,"-1"-2"-496"0,0 2 0 0,0-2 0 0,0 2 1072 15,0 0 112-15,-1-1 32 0,1 1 0 0,0-2 192 0,-1-1 64 16,1 1 0-16,0 0 0 0,-1 0-448 0,1-1-64 16,0 0-32-16,0 1 0 15,0 0-64-15,0 0-16 0,1 2 0 0,-1-2 0 0,0 1-80 0,0 1 0 16,0 0-16-16,0 1 0 0,-1 1-224 16,0 0-32-16,0 0-16 0,0 0 0 0,0 2-48 0,0 0-16 15,-1 0 0-15,0 2 0 0,0 0-64 0,-1 2-16 16,1-2 0-16,0 3 0 0,2-9-80 0,-5 17 0 15,5-17-16-15,0 0 0 0,-6 30-240 0,6-30 176 0,-4 23-176 0,4-23 160 16,-5 24-160-16,5-24 0 0,-4 25 144 0,4-25-144 16,-4 20 0-16,4-20 0 0,-5 19 0 0,5-19 0 15,-4 17 128-15,3-9-128 0,-1 1 128 16,0-1-128-16,2-8 368 0,0 0 0 0,-5 24 0 0,3-17 0 16,2-7 16-16,0 0 0 0,-3 24 0 0,3-24 0 15,0 0-144-15,0 0-32 0,1 33 0 0,-1-33 0 16,0 0-208-16,0 0 0 15,0 0 128-15,6 41-128 0,-6-41 0 0,0 0 0 0,0 0 0 0,0 0 0 16,12 40 0-16,-12-40 0 0,0 0 0 0,0 0 0 16,0 0 128-16,0 0-128 0,0 0 0 0,15 38 144 15,-15-38 96-15,0 0 16 0,0 0 0 0,0 0 0 0,0 0 64 0,0 0 32 16,0 0 0-16,0 0 0 16,0 0-32-16,0 0 0 0,0 0 0 0,0 0 0 15,0 0-64-15,0 0-32 0,0 0 0 0,0 0 0 16,0 0-48-16,31 0-16 0,-28-5 0 0,2 2 0 0,0-1-16 0,-1 1 0 15,0-2 0-15,0 1 0 0,-1-1-144 16,0 2 160-16,0-1-160 0,-2 2 160 0,0-3-160 0,-1 0 0 16,0 1 0-16,0-2 0 0,0 2 0 0,-2-1 0 15,0-2 0-15,-1 2 0 0,-1 0 0 0,1-2 0 16,-1 2 0-16,-1-1 0 0,1-2 0 0,-1 1 0 16,0-2 0-16,-1-1 0 0,0 1 0 0,1-1 0 15,-1 3 128-15,2 0-128 0,-1 2 128 0,0 1 0 16,1 2 0-16,-2 1 0 0,2 2-128 0,-3 3 0 15,1 3 0-15,-1 0 0 0,0 3 0 0,-1 0 0 16</inkml:trace>
  <inkml:trace contextRef="#ctx0" brushRef="#br0" timeOffset="64660.89">18448 10370 5519 0,'0'0'496'0,"-1"0"-496"16,1 0 0-16,0 0 0 0,0 0 1072 0,0 0 112 0,1 0 32 0,-1-2 0 15,1 1 208-15,1-1 48 16,-1 0 16-16,1 1 0 0,1-1-256 0,0 1-48 0,0 0-16 0,0-1 0 0,0-1-192 0,0 1-32 0,1 0-16 0,0-1 0 15,-1 3-144-15,2-2-16 16,-1 2-16-16,-1 0 0 16,2 0-176-16,0 0-16 0,-1 1-16 0,1 0 0 15,-5-1-96-15,0 0 0 0,0 0-16 0,0 0 0 16,0 0-112-16,37 14-32 0,-37-14 0 0,0 0 0 16,0 0 64-16,32 5 16 0,-24-7 0 0,0 1 0 15,-8 1 48-15,19-2 16 0,-9 1 0 0,0 0 0 16,1-1-32-16,0-1 0 0,0 1 0 0,0 0 0 15,-1 1-128-15,2 1-16 0,-1-2-16 0,0 1 0 0,0 0-16 0,2 1 0 16,-1-2 0-16,1 1 0 0,2-1 80 0,0 2 16 16,-15 0 0-16,33-2 0 0,-33 2-192 0,35-1-128 15,-35 1 192-15,35 0-192 0,-35 0 128 0,34-2-128 16,-34 2 0-16,34-2 0 0,-34 2 0 0,29-2 128 16,-12-1-128-16,-1 0 0 0,1 1 288 0,-2 0-48 15,1 0-16-15,-2-1 0 0,-1 1-48 0,0-1-16 16,2 1 0-16,1 0 0 0,-2-1-16 0,2-2 0 0,0 3 0 15,0 0 0-15,-1-2-144 0,-15 4 0 0,30-1 144 0,-30 1-144 16,32-2 128-16,-32 2-128 0,30 0 128 0,-30 0-128 16,31 2 0-16,-31-2 128 0,32 0-128 0,-32 0 0 15,32 0 0-15,-32 0 128 0,37-4-128 0,-18 1 0 16,-3 3 0-16,3-4 0 0,1 1 0 0,3-2 128 16,0 1-128-16,-1-1 0 0,2 0 0 0,-1 0 128 15,1 0-128-15,0 1 0 0,-2 1 128 0,0-1-128 16,0 3 0-16,1-2 144 0,0 2-144 15,-2-1 0-15,-1-1 144 0,2 3-144 0,3-2 0 0,1 2 144 16,1-2-144-16,1 1 0 0,-1 1 0 0,1-2 128 0,-1 2-128 16,0-2 0-16,-2 0 0 0,-1 1 128 0,-1-3-128 0,1 1 0 15,1 1 0-15,0-3 0 0,-3 2 160 0,0-1-160 16,2 0 192-16,2-1-192 16,0 2 208-16,1-2-64 0,0 1-16 0,0 1 0 0,-1 1 32 0,1 0 0 15,0-1 0-15,1 3 0 0,2 0-160 0,1 0 0 16,-4 0 0-16,2 0 0 0,3 1 0 0,1 1 0 15,0-2 0-15,-1 0 0 16,1-2 0-16,-3 1 0 0,-2-3 0 0,1 1 0 0,-1-2 0 0,-1 0 0 16,-2 1 0-16,0-3 0 0,0 3 0 15,-1-2 0-15,0-1 0 0,-2 2 0 0,-1 0 0 0,-2 1 0 16,-1-1 0-16,-3 0 0 0,-2 3-128 0,-1-3-64 16,-1 3-16-16,-11 2 0 15,12-2-560-15,-9 2-128 0,-3 0 0 0,0 0-16832 0</inkml:trace>
  <inkml:trace contextRef="#ctx0" brushRef="#br0" timeOffset="65386.97">19279 10462 19343 0,'-5'-2'848'0,"1"-2"192"0,2 3-832 0,0-1-208 16,1 1 0-16,1 1 0 0,0-1 1136 0,0 0 176 16,0 1 32-16,-1-2 16 0,2 0 16 0,1-1 0 15,0 1 0-15,2-1 0 0,0 1-304 0,3 0-64 16,0 0-16-16,1-1 0 0,3 1-80 0,-1 1-16 15,1 1 0-15,0-2 0 0,-11 2-336 0,23 0-80 16,-23 0-16-16,24 2 0 0,-24-2-176 0,0 0-32 16,32 10-16-16,-32-10 0 0,0 0-240 0,0 0 176 0,0 0-176 0,24 34 160 15,-24-34-160-15,0 0 0 16,0 0 0-16,-6 32 0 0,6-32 0 0,-12 18 0 16,4-10 0-16,-2 2 0 0,0 0 0 0,-2-4 0 15,0 3 0-15,-1-1 0 0,0-3-144 0,-1 2 144 16,0-2 0-16,1-1 0 0,1 1 0 0,0-2-128 15,2-1 128-15,1-2 0 0,4 2 0 0,0-2 0 0,2 0 0 16,1 0 0-16,2-2 0 0,2 2 0 0,3-1 0 0,0 0 0 16,2-2 0-16,2 1 0 0,1-1 0 0,1 1 0 15,2 0 0-15,0 0 0 0,-13 2 144 0,25-2-144 0,-25 2 240 0,26 2-48 16,-26-2 0-16,0 0 0 0,36 6 96 0,-36-6 16 16,0 0 0-16,30 17 0 0,-30-17-304 0,0 0 0 15,0 0 0-15,0 0 0 0,28 36 0 0,-28-36 0 16,0 0 0-16,0 0 0 0,-8 29 0 0,1-22 0 15,0 2 0-15,-2-4 0 0,-2 3 0 0,-1 0 0 16,-1-1 0-16,-1-1 0 0,0 2 0 0,0-3 0 16,-1 0 0-16,1 0 0 0,1 0 0 0,2-2 0 15,1-2 0-15,0 1 0 16,4 1 0-16,-1-3 0 0,4 0 0 0,1-2 0 16,1-1-928-16,2 1-144 0</inkml:trace>
  <inkml:trace contextRef="#ctx0" brushRef="#br0" timeOffset="65911.31">19733 10512 11055 0,'0'0'976'0,"0"-2"-784"16,1 2-192-16,-1 0 0 16,0-2 1424-16,0 2 240 0,0-1 64 0,2-1 0 0,0-1 720 0,0 1 160 15,1 0 16-15,0 0 16 0,0-1-720 0,1 0-160 16,0 1-32-16,-1 2 0 0,1-1-624 0,-4 1-128 15,0 0-16-15,0 0-16 0,0 0-480 0,0 0-80 16,0 0-32-16,34 33 0 0,-34-33-48 0,0 0-16 16,22 34 0-16,-22-34 0 0,0 0-128 0,24 41-32 15,-24-41 0-15,0 0 0 0,22 38-128 0,-22-38 0 0,0 0 0 0,0 0 0 16,25 35 0-16,-25-35 0 16,0 0 0-16,0 0 0 15,0 0-512-15,0 0-16 0,0 0-16 0,0 0-16272 0</inkml:trace>
  <inkml:trace contextRef="#ctx0" brushRef="#br0" timeOffset="66120.25">19938 10503 10127 0,'-1'2'896'0,"-1"-2"-704"0,0 2-192 0,0 1 0 16,1-1 1840-16,-1-2 336 0,0 3 64 0,-1 1 0 0,-2 1 384 0,-2 2 80 15,-4 3 16-15,0 1 0 16,-2 1-912-16,0 0-176 0,0 1-32 0,0-1-16 15,1-1-816-15,0 1-176 0,0-1-16 0,0 1-16 0,1 0-432 0,1-3-128 16,1 1 0-16,2-2 0 16,7-8-224-16,-10 13-96 0,10-13-32 0,-9 12-15216 0</inkml:trace>
  <inkml:trace contextRef="#ctx0" brushRef="#br0" timeOffset="66750.28">20366 10384 13823 0,'3'-4'1216'0,"-1"1"-960"15,-1 1-256-15,-1 1 0 0,1 1 1648 0,0-2 272 0,1 1 64 16,1-3 16-16,2-1 160 0,-2 2 16 15,0 0 16-15,-1 1 0 0,-2 4-752 0,0 0-160 16,-2 0-16-16,0 4-16 0,-1 0-608 16,3-6-128-16,-7 19-32 0,1-10 0 0,2 3-144 0,-3-1-16 15,1 2-16-15,-2-1 0 0,1 2-160 0,1-3-16 16,0 2-128-16,0-3 192 0,6-10-192 0,-7 19 0 16,7-19 0-16,0 0 0 0,-4 28 0 0,4-28 0 15,0 0 0-15,0 0 0 0,0 0 0 0,0 0 0 16,20 33 0-16,-20-33 0 0,0 0 0 0,0 0 0 0,34 7 0 15,-34-7 0-15,24-2 320 0,-24 2 64 16,28-5 0-16,-28 5 16 0,31-4-64 0,-31 4-16 0,27-3 0 0,-27 3 0 16,25-5-160-16,-25 5-32 15,25-2-128-15,-25 2 192 0,19-2-192 0,-19 2-128 0,17-3 128 0,-17 3-11760 16,0 0-2224 0</inkml:trace>
  <inkml:trace contextRef="#ctx0" brushRef="#br0" timeOffset="66953.12">20472 10448 21183 0,'0'-4'1888'0,"1"1"-1504"0,0 3-384 0,-1 0 0 0,1 2 1136 0,-1-2 144 15,0 0 48-15,1 1 0 0,0 1 1072 0,-1-2 224 16,0 0 32-16,-3 27 16 16,3-27-1424-16,-11 32-288 0,4-11-48 0,-2 1-16 0,-2 4-464 15,0 0-112-15,-1 0 0 0,0 1-16 0,1-2-144 0,1-1-32 16,2-5 0-16,0 0 0 0,8-19-128 0,-9 28 0 15,9-28 0-15,0 0-17920 16</inkml:trace>
  <inkml:trace contextRef="#ctx0" brushRef="#br0" timeOffset="67516.82">21586 9753 11967 0,'0'-4'1072'0,"0"3"-864"0,1-1-208 0,-1 1 0 0,0 0 1248 0,1 1 208 32,0-4 32-32,0-1 16 0,2 0 512 0,0-2 96 15,0 0 32-15,0 1 0 0,1 0-368 0,0 1-80 16,0 2-16-16,0-1 0 0,1 2-512 0,-1 1-96 16,1-1-32-16,0 4 0 0,-5-2-112 0,0 0-32 15,0 0 0-15,0 0 0 0,38 27-400 0,-38-27-96 16,0 0-16-16,36 44 0 0,-36-44-128 0,27 44-48 15,-27-44 0-15,23 49 0 0,-23-49-16 0,19 59 0 16,-19-59 0-16,14 64 0 0,-14-64 0 0,6 66-16 0,-6-66 0 0,-3 64 0 16,-1-30-32-16,-2-3 0 0,-3 3 0 15,-3-2 0-15,-1 1-144 0,-1-5 0 0,1-1 144 0,-3-3-144 16,0 1 0-16,-2-3 0 0,1-1 0 0,-3 0 0 16,-1 1-144-16</inkml:trace>
  <inkml:trace contextRef="#ctx0" brushRef="#br0" timeOffset="80468.69">5246 11491 5519 0,'0'0'496'0,"1"0"-496"0,-1 1 0 0,0-1 0 32,1 0 960-32,-1 0 112 0,1 2 16 0,1-2 0 0,-1 0 896 0,1 2 176 15,-1-2 32-15,1 0 16 16,1 0-144-16,-1-2-16 0,2 2-16 0,0 0 0 0,2 0-528 0,2 0-96 16,3 0-32-16,0 0 0 0,-11 0-224 0,28-3-32 15,-28 3-16-15,36-7 0 0,-17 5-512 0,0-3-96 16,1 2-32-16,0-1 0 0,-2-1-272 0,-1 0-48 15,-17 5-16-15,30-2 0 0,-30 2-128 0,0 0 0 16,31 0 0-16,-31 0 0 16,0 0-800-16,0 0-32 0,0 0-16 0,0 0-14128 0</inkml:trace>
  <inkml:trace contextRef="#ctx0" brushRef="#br0" timeOffset="80710.71">5358 11678 22111 0,'-5'-2'976'0,"3"1"208"0,0 0-944 0,1 1-240 0,0-2 0 0,1 1 0 15,1 0 2176-15,1 0 400 0,1-2 80 0,1 0 16 16,1-2-624-16,2 2-112 0,0-2-16 0,2 3-16 0,-1-3-1008 16,1 0-192-16,2 3-32 0,1-2-16 0,1 1-320 0,0 1-64 15,-13 2-16-15,0 0 0 16,39-1-256-16,-39 1 160 0,0 0-160 0,0 0 128 15,46 6-128-15,-46-6 0 0,0 0 0 0,33 2 0 0,-33-2 0 0,0 0 0 16,34-6-176-16,-22 2-18464 16</inkml:trace>
  <inkml:trace contextRef="#ctx1" brushRef="#br0">10434 13805 0</inkml:trace>
  <inkml:trace contextRef="#ctx0" brushRef="#br0" timeOffset="82752.74">6191 11236 3679 0,'1'-3'320'0,"-1"0"-320"0,1 1 0 0,-1 2 0 16,0-2 1232-16,0 2 176 0,0-2 48 0,-1 1 0 0,1-3 1232 0,-1 1 256 0,0-1 64 0,1-1 0 31,-2 2-384-31,0-1-80 0,-1 2-16 0,1-1 0 0,-1 1-736 0,1 1-160 16,-1 1-32-16,0 0 0 0,-1 0-672 15,1 3-144-15,-2-1-16 0,-1 3-16 0,0-3-320 0,-2 4-64 16,-2 0-16-16,0 2 0 0,0-1-112 0,-2 3-32 16,-2 1 0-16,0 1 0 0,1 0-208 0,1 0 128 15,2 0-128-15,1 0 0 0,3-1 144 0,1-2-144 16,3 1 128-16,2-1-128 0,0-2 160 0,2-1-160 16,1 0 192-16,0-1-192 0,-3-5 0 0,0 0 0 15,0 0 0-15,0 0 0 0,0 0 160 0,42 31-160 0,-42-31 128 16,0 0-128-16,0 0 128 0,37 31-128 0,-37-31 128 0,0 0-128 15,0 0 0-15,30 37 0 0,-30-37 128 0,0 0-128 16,0 0 0-16,14 35 0 0,-14-35 0 16,0 23 0-16,-3-11 0 0,-1 0 0 0,-1-1 0 0,-2 1 0 15,-1-3 0-15,1-1 0 0,0-1 0 0,-1 0 0 16,-1 0 0-16,0-2 0 0,-1-1 0 0,1-2 0 16,1 1 0-16,0-3 0 0,2 0 0 0,-1 0 0 15,2 0 0-15,0 0 0 0,-1 0 0 0,2-2 0 16,2 2 0-16,0 0 0 0,1 0 0 0,2 0 0 15,0 0 0-15,1 0 0 0,1-1 0 0,0 1 0 0,2-1 0 16,-1 0 0-16,0 1 0 0,1-2 0 16,0 2 0-16,-2 0 0 0,3-2 0 0,-2 2 128 0,0 2-128 0,0-2 160 15,0 2-160-15,-2 3 160 0,-1 0-160 16,0-1 0-16,0 4 0 0,-1-1 0 0,-1 4 0 16,0 1 0-16,-1 6 0 0,0 0 0 0,0 4 0 15,0 2 0-15,1 4 0 0,1 2 0 0,0-1 0 0,1 3 0 16,1 2 0-16,1-3 0 0,0-3 128 0,2 1-128 15,2 2 0-15,-7-31 128 0,14 56 0 0,-14-56-128 16,17 50 192-16,-17-50-64 0,15 38-128 0,-15-38 0 0,0 0 0 0,0 0 0 16,29 32 0-16,-29-32 0 0,0 0 0 0,17-6 0 31,-11 0-880-31,0-4-48 0</inkml:trace>
  <inkml:trace contextRef="#ctx0" brushRef="#br0" timeOffset="83386.5">6526 11244 5519 0,'-3'-8'496'0,"2"2"-496"16,-1 2 0-16,1-1 0 0,0 5 2688 0,0-2 448 0,0 1 96 15,-1-1 16-15,-2 0-368 0,0-2-64 0,-1 1 0 0,1 2-16 16,-1 1-944-16,-1 3-192 0,2 0-48 0,-1 3 0 15,0 2-720-15,1 1-160 16,-2 3-32-16,2 3 0 0,-1 2-240 0,0 3-48 16,1 1-16-16,0 3 0 0,0 4-144 0,1-1-48 15,1 2 0-15,0-4 0 0,3-4-48 0,-1-21-16 0,5 36 0 16,-5-36 0-16,0 0-144 0,14 33 0 0,-14-33 0 16,0 0 0-16,0 0 0 0,0 0 0 0,36 3 0 0,-25-13 0 15,0-2 0-15,-1-2 0 0,2-2 0 0,0-6-176 16,-1 1-112-16,0-3-32 0,0-2 0 0,-2 3 0 15,-1 0 16-15,-2 0 0 0,-4-1 0 0,-2 3 0 16,-1 0 304-16,-4-1 0 0,-2 1-128 0,-3 2 128 16,1 4 0-16,-1 4 0 0,-1 7 0 0,-1 2 0 15,-1 8 144-15,0 1-144 0,0 5 128 0,1-2-128 16,2 1 0-16,3 1-256 0,2 0 48 0,2 0-10384 16,3 0-2080-16</inkml:trace>
  <inkml:trace contextRef="#ctx0" brushRef="#br0" timeOffset="83606.56">6681 11440 21183 0,'-5'-3'944'0,"4"2"192"0,0-1-912 0,0 2-224 16,1-1 0-16,0 1 0 0,0 0 1408 0,1 1 224 0,0 2 48 0,0 2 16 15,-1-5 64-15,0 0 16 0,0 0 0 0,14 32 0 16,-14-32-960-16,0 0-192 0,0 0-48 0,20 38 0 16,-20-38-576-16,0 0-128 0,0 0-32 0,0 0-15584 15</inkml:trace>
  <inkml:trace contextRef="#ctx0" brushRef="#br0" timeOffset="83987.42">6908 11197 16575 0,'0'-7'736'0,"0"3"160"0,1 1-720 16,-1 0-176-16,0 1 0 0,0 1 0 0,0 0 1760 0,1-3 320 16,0 1 64-16,0-2 16 0,0 3-208 0,-2 2-32 15,0 2-16-15,-1 3 0 0,0 2-608 0,-1 2-112 16,-1 4-32-16,-2 1 0 0,0 2-512 15,-1 3-128-15,-1 0 0 0,0 3-16 0,0 3-240 0,2-1-32 16,0 2-16-16,3-2 0 0,1-1-32 0,0-3-16 16,2-20 0-16,0 36 0 0,0-36-160 0,0 0 0 0,7 37 0 15,-7-37 128-15,0 0-128 0,0 0 0 0,0 0 0 0,0 0 0 16,37 24 0-16,-27-27 0 0,-1-1 0 0,0-4 0 16,0 2 0-16,2-2 0 0,-1-1 0 0,-1-1 0 15,-1-1 0-15,1-1 0 0,-2 0 0 0,-1 0 0 16,-1-1 0-16,-2 1 0 0,-1 1 0 0,-4 0 0 15,-1 2 0-15,-2 3 0 16,-2 2 0-16,-2 1 128 0,-2 4 16 0,-4 3 0 0,-1 0 0 0,-2 4 0 16,-3 2-144-16,-2 2 128 0,1 4-128 0,0-1-17424 15</inkml:trace>
  <inkml:trace contextRef="#ctx0" brushRef="#br0" timeOffset="84395.55">6313 11771 4607 0,'-7'0'192'0,"5"0"64"0,-1-2-256 0,0 1 0 0,1 1 0 0,1 0 0 16,-1 0 1968-16,1-2 336 15,-1 0 80-15,-1-2 16 0,1 1 784 0,2-2 144 16,2 5 48-16,0-4 0 0,2 3-496 0,0-1-80 0,3 2-32 0,1-2 0 16,-8 2-1232-16,0 0-240 15,38-4-48-15,-38 4-16 0,38-3-720 0,-38 3-128 0,52-6-48 0,-22 4 0 16,0-2-192-16,2 1-144 0,-1-1 192 0,2 1-192 15,-1-2 0-15,3 0 0 16,2 1 0-16,1-1 0 0,1-2 0 0,0 3 0 0,4-1 0 16,-3 1 0-16,-6 0 0 0,1 0 0 0,-2 1 0 0,-3-1 0 0,-30 4 0 15,53-2 0-15,-53 2 0 0,43 0 0 16,-43 0-176-16,34 0-80 16,-34 0-32-16,0 0-11776 0,0 0-2352 0</inkml:trace>
  <inkml:trace contextRef="#ctx0" brushRef="#br0" timeOffset="85595.13">6623 11985 14735 0,'0'0'1312'15,"-1"0"-1056"-15,1-1-256 0,0 1 0 0,0 0 1696 0,0 0 288 16,1-2 48-16,-1 2 16 0,0-4 160 16,2 1 32-16,-1-2 16 0,2 3 0 0,1-3-848 0,0 2-160 15,1-1-32-15,1-1-16 0,1 1-240 0,1 1-32 16,0 1-16-16,1 0 0 0,1 1-352 0,-10 1-80 16,0 0-16-16,35 3 0 0,-35-3-112 0,0 0-32 15,0 0 0-15,40 18 0 0,-40-18-192 0,0 0-128 16,0 0 160-16,0 0-160 0,37 35 0 0,-37-35 128 15,0 0-128-15,0 0 0 0,0 0 0 0,0 0 0 16,15 35 0-16,-17-29 0 0,-1-1 0 0,-2 2 0 0,-2 1 0 16,-2-2 0-16,1 2 0 0,-3-1 0 15,-2 2 0-15,-2 1 0 0,0-1-304 0,0 1 0 0,-2-1 0 0,1 1 0 32,4-1-240-32,3-2-48 0,1 1-16 0,3-2 0 0,1-1 448 0,2 0 160 15,3-2 0-15,2 1-144 0,-3-4 272 0,0 0 48 0,0 0 16 0,0 0 0 0,44 0 448 16,-44 0 112-16,32-8 16 0,-13 4 0 15,0-3-304-15,1 1-48 0,2 0-16 0,-1-1 0 0,0 2-224 0,-1 1-48 16,-1-1-128-16,-1 2 192 0,-18 3-368 0,32-6-80 16</inkml:trace>
  <inkml:trace contextRef="#ctx0" brushRef="#br0" timeOffset="85901.32">7436 11792 33167 0,'0'6'1472'0,"0"-2"304"0,0 0-1424 0,0 1-352 16,-1-2 0-16,0 1 0 0,0 1 1600 0,-2 4 256 0,1 8 64 0,-3 1 0 15,-1 2-1104-15,1-2-224 0,0-3-32 0,0-1-16 16,0-4-416-16,2 0-128 0,1-1 0 16,1-6-18672-16</inkml:trace>
  <inkml:trace contextRef="#ctx0" brushRef="#br0" timeOffset="86715.24">7975 11230 4607 0,'-2'-2'400'0,"0"2"-400"0,2-2 0 0,0-1 0 16,1 1 1888-1,0 2 288-15,0-3 64 0,0 1 16 16,2-4 544-16,0 0 96 0,1-3 32 0,-1 2 0 16,1 0-448-16,-3 2-96 0,-1 0-16 0,0 1 0 15,0 3-1040-15,-1-1-224 0,-2 4-32 0,-1-2-16 16,0 5-656-16,-2 0-128 0,-2 4-16 0,0 1-16 0,-1 1-240 0,0 2 144 16,0 1-144-16,2 2 128 0,-2 3-128 0,3 1 0 15,-1 1 0-15,2 2 0 0,0 0 0 0,2-2 0 16,1 2 128-16,1-4-128 0,1-19 0 0,3 33 0 15,-3-33 0-15,0 0 0 0,0 0 0 0,16 33 0 16,-16-33 128-16,0 0-128 0,0 0 0 0,0 0 0 16,36 3 0-16,-25-7 0 0,0-2 0 0,1-3 0 15,0-1 0-15,0-3 0 0,0-2 0 0,0 0 0 16,-1-3 0-16,-3 3 0 0,1 1 0 0,-2-2 128 16,2-4-128-16,-2 1 0 0,-1 0 144 0,-3 1-144 15,-1 1 160-15,-3 0-160 0,-2-1 176 0,-2 3-176 0,-3 1 192 0,-1 4-192 16,-2 1 224-16,-2 2-64 0,-1 4-16 0,0 3 0 15,0 3 48-15,-1 2 16 0,0 4 0 0,1 0 0 16,1 1-208-16,3-3-240 0,2 2 48 0,3-1 16 31,2-1-1312-31,1 0-272 0</inkml:trace>
  <inkml:trace contextRef="#ctx0" brushRef="#br0" timeOffset="87554.22">8191 11454 16575 0,'-3'-3'1472'0,"1"0"-1168"0,1 1-304 0,0 0 0 0,1 2 1728 0,0-2 272 16,0 2 64-16,1-2 16 15,-1 1 976-15,2-1 192 0,0 1 32 0,0 2 16 0,0 1-1680 0,0 3-336 16,-2-5-64-16,0 0 0 0,0 0-896 0,0 0-160 16,12 38-32-16,-12-38-128 0,0 0 0 0,0 0 0 15,0 0 0-15,0 0-17984 16</inkml:trace>
  <inkml:trace contextRef="#ctx0" brushRef="#br0" timeOffset="87885.92">8500 11171 8287 0,'-1'-2'736'0,"1"0"-592"0,0 2-144 0,-1 0 0 0,1 0 3712 0,-1 0 720 16,1 2 144-16,-1 0 32 0,-1 1-800 0,-1 3-160 15,1-1-16-15,-3 2-16 0,0 3-2304 0,0-2-464 0,-1 3-80 0,0-1-32 16,-2 4-512-16,0 2-96 0,-1 2-128 0,-1 3 176 16,1 2-176-16,0 0 0 0,1 3 0 0,0 1 0 15,2-1 0-15,2-5 0 0,1 1 0 0,3-22 0 16,3 30 0-16,-3-30 0 0,0 0 0 0,0 0 0 0,0 0 0 16,42 17 0-1,-30-24-144-15,0-3 144 0,2 1-176 0,-1-3 32 16,0-2 0-16,0-1 0 0,0 1 144 0,-2 0 0 15,-2 0 0-15,-1 2 0 0,0-1 0 0,-3 0 0 0,0 3 0 0,-2-1 0 16,-1 2 0-16,-1 1 0 16,-2-1 0-16,-2 2 0 0,-1 1 160 0,-2 2-32 15,-3 2-128-15,-1 0 192 0,-2 6-64 0,-3 0 0 0,-2 4-128 0,0-1 192 16,-2 3-192-16,1 1 0 0,0 0 0 0,3 0-12128 16,3-2-2464-16</inkml:trace>
  <inkml:trace contextRef="#ctx0" brushRef="#br0" timeOffset="88361.08">7784 11684 4607 0,'-7'-1'192'0,"4"-1"64"0,-1 2-256 0,0-2 0 15,2 1 0-15,0 1 0 0,1 0 1136 0,-3-2 176 0,-2 1 32 0,0 0 16 16,-1-3 688-16,2 3 144 0,-1 1 32 0,2-2 0 15,2 4 0-15,0-2 0 0,1 1 0 0,0 0 0 16,1 2-272-16,0-1-48 0,2 0-16 0,0 1 0 16,0-1-656-16,1-1-128 0,1 1-16 0,1-2-16 15,0 2-320-15,3-2-64 0,0 0-16 0,-8 0 0 16,0 0-224-16,37-4-64 0,-37 4 0 0,38-3 0 16,-38 3-160-16,54-5-32 0,-20 3-16 0,4-2 0 15,3 0-176-15,1 1 160 0,1-2-160 0,-6 2 160 16,-5 0-160-16,8-1 0 0,9-1 0 0,7 0 0 0,0 3 0 0,-2-3 0 15,-4 1 0-15,-4 1-176 0,-2 1 176 16,-2-1-192-16,-3 1 192 0,-3-1-192 16,-4 1-208-1,-3 0-48-15,-29 2-16 0,49-4 0 0,-49 4-1264 0,36-6-256 0</inkml:trace>
  <inkml:trace contextRef="#ctx0" brushRef="#br0" timeOffset="89553.35">8201 11861 19343 0,'0'-2'1728'16,"0"1"-1392"-16,1 0-336 0,-1 1 0 0,0 0 2000 0,0-1 336 16,1 1 64-16,0-1 16 0,1 0-144 0,1-1-32 15,0 2 0-15,2 0 0 0,0 0-1024 0,-5 0-224 16,0 0-32-16,0 0-16 0,0 0-464 0,39 5-96 0,-39-5 0 0,0 0-16 16,0 0-240-16,42 13-128 0,-42-13 160 0,0 0-160 15,0 0 0-15,36 23 128 0,-36-23-128 0,0 0 0 16,0 0 0-16,0 0 0 0,0 0 0 0,19 32 0 15,-22-25 0-15,-2-2 0 0,-1 1 0 0,-1 0 0 16,-2-1 0-16,-1 1-192 0,0-1 192 0,-1 0-208 16,0 0 16-16,0 0 16 15,-3 2 0-15,0-2 0 0,1 1 48 0,1-1 0 16,0-1 0-16,4-1 0 0,1 2 128 0,1-2 0 0,2 0 0 0,2-2 0 16,2 2 0-16,0-1 0 0,2-2 0 0,2 0 0 15,2 0 0-15,0-2 144 0,4 1-144 0,1-2 0 16,-11 3 320-16,31-6-64 0,-13 1 0 0,-18 5 0 0,35-4-112 0,-35 4-16 15,34 0-128-15,-34 0 192 0,0 0-192 0,38 7 0 16,-38-7 128-16,0 0-128 0,0 0 0 0,0 0 0 16,0 0 0-16,15 35 0 0,-24-23 0 15,-2 0 0-15,-4 2 0 0,-3 0 0 0,2-2 0 0,-5 2 0 16,0-2 0-16,-1 0 0 0,0 0 0 0,2-2 0 16,2-5 0-16,3 0 0 0,3-3 0 0,3-2-128 15,2 0 128-15,1-2-208 16,4-1-896-16,2-2-176 0</inkml:trace>
  <inkml:trace contextRef="#ctx0" brushRef="#br0" timeOffset="89951.52">9095 11849 28559 0,'-1'0'2544'0,"1"1"-2032"0,1 1-512 0,-1-2 0 16,1 2 1760-16,-1-1 256 0,1 2 48 0,-1 5 16 15,0-8-432-15,0 0-96 0,1 30-16 0,-3-20 0 16,1 2-992-16,-2 1-208 0,0 0-32 0,-2-1-16 0,0 0-288 0,-1 0 0 15,0 0 0-15,-1-1 0 16,-1 1 0-16,0-3 0 0</inkml:trace>
  <inkml:trace contextRef="#ctx0" brushRef="#br0" timeOffset="90935.73">9830 11283 5519 0,'-4'-3'496'0,"2"2"-496"0,0 0 0 0,0-1 0 0,1-1 672 0,1 3 32 16,-1-3 16-16,0 0 0 0,-1-2 1008 15,-1-3 192-15,-1-1 32 0,2 2 16 16,-2-3 208-16,0 1 32 0,1 4 16 0,0 0 0 15,-1 2-384-15,0 1-80 0,1 2-16 0,-2 0 0 0,0 2-432 0,0 1-96 16,0 3 0-16,-1 0-16 16,1 1-240-16,-1 1-32 0,0 5-16 0,-1 4 0 15,0 2-336-15,0 2-64 0,1 3 0 0,-1 0-16 16,3 2-192-16,-1 1-48 0,1 0 0 0,0-1 0 0,0 0-112 0,0-3-16 16,2-2-128-16,1-3 192 0,0-2-192 0,1-3 0 15,0-13 0-15,0 0 0 0,0 0 0 0,0 0 0 16,0 0 0-16,0 0 0 0,0 0 0 0,42 8 0 15,-30-21 0-15,1-3 0 0,0-1-192 0,2-2 32 16,0-3 0-16,1-2 0 0,0-2-192 0,-2-2-32 16,-2 0-16-16,-2-1 0 15,-3 3-112-15,-1 1 0 0,-2 0-16 0,-3 2 0 0,0 0 384 0,-3 3 144 0,-3 2 0 16,-1 5-144-16,-1 3 144 0,-1 6 0 0,-2 2 0 16,0 2 0-16,-1 2 192 0,1 2-16 0,0 1-16 15,0 0 0-15,2 5-32 0,1-1 0 0,1 0 0 16,2 1 0-16,2 0-384 0,1-1-96 0,1-9-16 0,0 0-15776 15</inkml:trace>
  <inkml:trace contextRef="#ctx0" brushRef="#br0" timeOffset="91118.52">9983 11420 14735 0,'-1'-1'1312'0,"1"0"-1056"0,0 1-256 0,0 0 0 0,0 0 2752 0,1 0 480 16,0 1 96-16,0 0 32 0,-1-1-1376 0,0 0-256 16,0 0-64-16,0 0-16 15,9 40-1264-15,-9-28-256 0,0-1-128 0,0-11-14576 0</inkml:trace>
  <inkml:trace contextRef="#ctx0" brushRef="#br0" timeOffset="91532.29">10160 11216 14735 0,'1'-4'640'0,"0"-1"160"0,1 2-640 0,0 1-160 32,-1 0 0-32,0 2 0 0,0-2 1024 0,1 1 160 15,2-1 32-15,-1-3 16 0,2 3 336 0,-3 0 64 16,0 1 16-16,-1 1 0 0,-2 1-288 0,0 1-48 0,-1-1-16 0,0 2 0 15,-1 0-208-15,-1 2-32 0,0-1-16 0,-2 2 0 0,3 2-144 0,-2 0-16 16,0-1-16-16,1 4 0 0,-2 1-176 0,2 2-48 16,-1 3 0-16,-1 0 0 0,1 4-256 0,-2 1-48 15,2 3-16-15,-2 2 0 0,2-4-192 0,0 3-128 16,1 0 128-16,2-4-128 0,0-1 0 16,2-21 0-16,2 33 0 0,-2-33 0 0,0 0 0 0,0 0 0 15,12 38 0-15,-12-38 0 0,0 0 0 16,0 0 0-16,0 0 0 0,39 1 0 0,-28-6 0 15,0-3 0-15,2 0 0 0,-1 0 0 0,0-2 0 0,1-2 0 16,1 1 0-16,-1-3 0 0,0 1 0 16,-1 0 0-16,-2 1 0 0,-3 2 0 0,-1 1 0 0,-4-1 0 15,-1 0 0-15,-4 4 0 0,-1-2 0 0,-4 4 0 16,-3 1 0-16,-5 6 0 0,-2 1 0 0,-5 4 0 0,1 1 0 0,-1 3 0 16,1-3-1360-1,2 3-192-15</inkml:trace>
  <inkml:trace contextRef="#ctx0" brushRef="#br0" timeOffset="92019.38">9447 11769 8287 0,'0'-1'736'0,"0"1"-592"16,0-2-144-16,0 2 0 0,0 0 1280 0,0 0 240 16,0 0 32-16,0 0 16 0,1 0 1376 0,-1 2 256 15,0-1 64-15,0 1 16 0,0 1-560 16,2 0-112-16,1 0-32 0,1 0 0 0,-4-3-1088 0,0 0-208 16,0 0-64-16,0 0 0 0,38 2-688 0,-38-2-144 15,28-4-16-15,-28 4-16 0,38-4-192 0,-38 4-32 16,44-4-128-16,-44 4 192 0,57 0-192 0,-26-2 176 0,2 0-176 15,4-1 160-15,5 1-160 0,3 0 0 0,2-1 144 0,2-1-144 16,0 1 0-16,0-2 0 0,2-3 0 16,2-1 0-16,1 0 0 0,0 0 0 0,-3 1 0 15,-6 2 0-15,-3-1 0 0,-5 2 0 0,-5 2 0 16,-4 1 0-16,-28 2-384 16,41 2-112-16,-41-2-16 0,0 0-17408 0</inkml:trace>
  <inkml:trace contextRef="#ctx0" brushRef="#br0" timeOffset="98587.8">9936 11861 15663 0,'2'-2'1392'0,"-1"1"-1120"0,0 0-272 0,0 0 0 15,0 1 1744-15,1-1 304 0,1 0 48 0,0-4 16 16,3 0 128-16,-1 1 16 0,1-1 16 0,-2 2 0 0,-2 1-672 0,0 1-128 16,-1 2-16-16,-2 1-16 15,-1 3-656-15,-1 0-128 0,-1 5-16 0,-2-1-16 16,-1 3-368-16,-2 3-64 0,-1 1 0 0,0 0-16 0,1 1-176 0,0 0 128 15,-2 1-128-15,-1 2 128 0,1-2-128 0,-1-1 0 16,3 2 0-16,0-5 128 0,2 0-128 16,2 0 0-16,2-4 144 0,2 0-144 0,0-3 0 15,1-7 128-15,0 0-128 0,0 0 0 0,0 0 0 0,0 0 0 16,0 0 0-16,40 11 0 0,-27-13 192 0,1 0-48 16,2-3 0-16,1 1 0 0,4 1 16 0,-1-1 0 15,2 1 0-15,-22 3 0 0,40-3-160 0,-40 3 128 16,41-2-128-16,-41 2 128 0,40 0-128 0,-40 0 0 0,33 5 0 15,-33-5 0-15,28 0 0 0,-28 0 0 0,24-6-160 0,-14 1 160 16,-1 1-736 0,-4-2-48-16,0 1-16 0,-2 0-16704 0</inkml:trace>
  <inkml:trace contextRef="#ctx0" brushRef="#br0" timeOffset="98787.96">10087 11918 23039 0,'-2'-4'1024'0,"0"3"192"0,1-1-960 0,0 2-256 0,0 0 0 0,0 2 0 0,0 1 1856 0,-1 2 320 0,-1 5 64 16,-3 3 0-16,0 6-480 0,-3 2-96 15,0 3-32-15,-1 2 0 16,-1 3-784-16,0 2-144 0,-1 2-48 0,2 0 0 16,0-3-272-16,3-3-48 0,0-3-16 0,4-3 0 0,2-7-192 0,1-14-128 15,0 0 160-15,0 0-18256 0</inkml:trace>
  <inkml:trace contextRef="#ctx0" brushRef="#br0" timeOffset="99969.4">10881 11750 15663 0,'1'-2'1392'0,"0"1"-1120"0,0 1-272 0,0 0 0 16,-1 0 1536-16,1 0 240 0,2-2 48 0,0 2 16 15,2-2 864-15,-5 2 176 0,0 0 48 0,0 0 0 0,0 0-1088 16,0 0-224-16,19 40-32 0,-19-40-16 15,-3 26-992-15,-1-12-192 0,-1-2-32 0,-1 2-16 0,0-2-336 0,-1-3-160 16,1 1 16-16,-1-3-17360 0</inkml:trace>
  <inkml:trace contextRef="#ctx0" brushRef="#br0" timeOffset="100819.06">11358 11219 6447 0,'0'-1'576'0,"0"-1"-576"16,0 1 0-16,0 0 0 0,0 1 1152 0,0-2 112 16,0-1 16-16,0-2 16 0,-1 1 1040 0,0-1 208 15,-1 2 32-15,0 1 16 0,1 0-304 0,-2 2-64 16,1 0-16-16,-1 0 0 0,0 2-832 0,1 0-160 15,-2 1-48-15,0 2 0 16,-1-1-544-16,0 2-112 0,-1 2-32 0,1 0 0 16,-1-1-32-16,1 1 0 0,-1 3 0 0,1-1 0 15,-1 1-128-15,1 1-16 0,2 0-16 0,-1 0 0 0,0 2-112 0,2-2-32 16,0 2 0-16,2-14 0 16,-1 26-144-16,1-26 128 0,0 0-128 0,3 38 128 15,-3-38-128-15,0 0 0 0,0 0 0 0,14 41 128 0,-14-41-128 16,0 0 0-16,0 0 0 0,0 0 0 0,0 0 0 0,27 32 0 15,-21-32 0-15,0-3 0 0,1-1 0 16,-1-3 0-16,2 0 0 0,0-4 128 0,1-1 16 16,2-3 0-16,-2-2 0 0,1 1 0 0,0-3-144 15,-1-1 0-15,0 2 144 0,-2-1-144 0,0 3 0 0,-3-1 144 16,-1 2-144-16,-2 1 0 0,-2 2 128 0,-2 1-128 16,-2 2 0-16,-4 1 0 0,-2 1 0 0,-1 2 0 15,-3 3 0-15,0 2 0 0,-2 2 0 0,1 3 0 16,1 2 0-16,1 1 0 0,4-2 0 0,1 4-176 0,0-3 0 0,3 2 0 15,1 1-960 1,2-3-192-16</inkml:trace>
  <inkml:trace contextRef="#ctx0" brushRef="#br0" timeOffset="101052.53">11513 11427 27647 0,'0'0'2448'0,"0"0"-1952"0,1 0-496 0,0 1 0 16,0 1 1680-16,0 0 240 0,0 0 64 0,-1-2 0 16,0 0-560-16,0 0-96 0,5 34-32 0,-5-34 0 15,0 0-912-15,3 29-192 0,-3-29-48 0,0 0 0 0,0 0-384 0,0 0-80 16,0 0 0-16,0 0-17120 15</inkml:trace>
  <inkml:trace contextRef="#ctx0" brushRef="#br0" timeOffset="101552.97">11715 11216 23951 0,'-2'0'1056'0,"0"0"224"0,1 0-1024 0,1 0-256 16,0 0 0-16,-1 2 0 0,1-2 2288 0,-1 1 400 0,-1 3 64 15,0-1 32-15,-1 1-896 0,2 1-176 0,-1 0-48 0,1-1 0 16,1-1-1152-16,0 2-256 0,0-1-32 0,1 1-16 16,-1-5-208-16,0 0 176 15,0 0-176-15,0 0 160 0,0 0-160 0,35 21 0 16,-35-21 0-16,0 0 0 0,0 0 0 0,41 17 0 0,-41-17 0 0,0 0 0 16,33 26 0-16,-33-26 0 15,0 0 0-15,28 38 0 0,-28-38 0 0,0 0 0 0,18 39 0 16,-18-39 0-16,0 0 0 0,7 37 0 0,-7-37 0 15,-5 22 0-15,0-11 0 0,-3 0 0 0,1 0 0 0,-3-1 0 16,0 1 0-16,-1-1 0 0,-2 0 0 0,-3-2 0 16,0 0 0-16,-2-1 0 0,2-2 0 0,1-1-176 0,3-4-144 0,2-3-48 15,2 0 0-15,-1-3 0 0,3-1 368 16,0 0 0-16,2-2 0 0,1-1 0 0,2-3 0 16,2 0 0-16,3-1 0 0,2 0 128 0,3-1-128 15,2 1 192-15,2-3-192 0,1 1 192 0,1 0-192 0,1-2 0 16,1 2 0-16,-1 3 128 15,-2 0-128-15,1-1 0 0,-1 3 0 0,-1-2 128 0,-1 1-128 16,1 1 128-16,-2 1-128 0,0-2 128 0,-1 0-128 0,-2-2 192 16,-1 2-192-16,-4 0 192 0,0 1-192 0,-4-1 192 15,-1 2-192-15,-3 3 192 0,-4 0-192 0,-2 5 160 0,-4 0-160 0,-4 4 160 16,-3 1-160-16,-4 3 0 0,-3 1 0 0,3 0 0 16,3 0 0-16,0 1-192 0,-1 1 32 0,5-1 16 15,3 1-768 1,4-3-160-16,3 2-16 0,1-3-16016 0</inkml:trace>
  <inkml:trace contextRef="#ctx0" brushRef="#br0" timeOffset="101983.35">11186 11701 3679 0,'-1'-1'320'0,"-1"1"-320"0,0 0 0 0,1 0 0 16,0-2 1840-16,-1 2 288 0,-1-2 64 0,-2 1 16 15,-1 1 688-15,1-2 144 0,0 0 32 0,2 2 0 32,1 0-208-32,1 2-48 0,2-2 0 0,-1 2 0 15,4-2-912-15,1 0-192 0,-5 0-48 0,0 0 0 0,0 0-912 0,35 0-192 16,-35 0-48-16,30-2 0 0,-30 2-272 0,41-5-64 16,-15 3-16-16,3-1 0 0,4 1-16 0,1-3 0 15,3 3 0-15,-2-1 0 0,1 1-144 0,2-1 0 16,2-1 144-16,2 0-144 0,-2 1 0 0,-1 0 0 15,2 1 0-15,-1 2 0 0,-1-2-144 0,-2 0-48 16,-6 1-16-16,0-1 0 0,-1-1-128 0,-3-1-32 16,-3 0 0-16,-3 0 0 15,-5 0-912-15,-16 4-192 0,23-5-48 0,-18 5-14656 0</inkml:trace>
  <inkml:trace contextRef="#ctx0" brushRef="#br0" timeOffset="102468.96">11616 11783 3679 0,'0'-3'160'0,"0"1"32"16,0 1-192-16,0 0 0 0,0-1 0 0,0 1 0 15,0 1 2560-15,0-2 448 0,1-1 112 0,-1 1 16 16,1-2 896-16,-1 1 192 0,1 1 48 0,0-1 0 0,-1 1-1696 0,0 2-336 0,0 0-64 0,-1 2 0 16,-1 1-1248-16,0 0-240 15,-1 1-48-15,0 1-16 0,1 2-416 0,-3 0-80 0,0 2 0 0,0 1-128 16,0 0 160-16,-2 1-160 15,-1 3 128-15,0-2-128 0,0 1 0 0,-1 0 0 16,-1 2 0-16,1-3 0 0,-1 2 0 0,2 0 0 16,0-2 0-16,1-2 0 0,2 1 0 0,0-2 0 15,1-1 0-15,2-1 0 0,1 0 0 0,1-2 0 0,0-5 0 0,0 0 0 16,0 0 0-16,0 0 0 16,0 0 0-16,0 0 0 0,37 25 128 0,-37-25-128 15,0 0 0-15,32 0 128 0,-32 0-128 0,28-4 160 16,-28 4-160-16,33-5 160 0,-15 0-160 0,0 2 0 15,0-1 0-15,1-3 0 0,-1 3 0 0,0-3 0 0,0 2 0 0,-4-2 0 16,-2 2 0-16,-1-2 0 0,-3 2 0 0,-2-2 0 31,-1 2-768-31,-3 3-96 0</inkml:trace>
  <inkml:trace contextRef="#ctx0" brushRef="#br0" timeOffset="102686.59">11631 11870 23951 0,'-1'0'1056'0,"0"0"224"0,1 0-1024 0,0 0-256 0,0 1 0 0,0 1 0 0,0 1 2112 0,-1 3 352 16,-2 4 80-16,-1 4 16 0,-1 3-576 0,-3 3-128 15,-1 1 0-15,-1 2-16 0,-1 3-1088 16,-1 0-224-16,0 2-32 0,0 1-16 16,1-2-224-16,0 0-32 0,3-1-16 0,1-2 0 0,3-4-208 0,4-20 128 0,-5 32-128 0,5-32 0 31,0 0-384-31,6 32-160 0,-6-32-32 0,0 0-11648 15,0 0-2336-15</inkml:trace>
  <inkml:trace contextRef="#ctx0" brushRef="#br0" timeOffset="103636.39">12358 11875 20271 0,'1'0'1792'0,"0"0"-1424"0,0 0-368 0,-1 1 0 0,0 1 2000 0,1-2 336 16,1 2 64-16,-2-2 16 15,0 0-16-15,0 0 0 16,0 0 0-16,6 31 0 0,-7-22-1376 0,-2 1-256 0,0-1-64 16,-1 1-16-16,-1 1-512 0,-1-1-176 15,-1 2 0-15,-1-2 144 16,-1 2-560-16,0-1-112 0,0 1-32 0,0 0-16784 0</inkml:trace>
  <inkml:trace contextRef="#ctx0" brushRef="#br0" timeOffset="104251.51">13112 11171 1839 0,'-1'-2'160'0,"0"-1"-160"0,0 1 0 0,1 2 0 16,0-2 1872-16,0 2 352 0,0-2 64 0,0-1 16 0,1 0 368 0,-1-1 80 0,1-3 0 0,0 3 16 16,0-1-288-16,-1 2-64 15,1 0-16-15,-1 1 0 0,1 2-528 0,-2 0-96 16,0 2-32-16,0 1 0 0,0 4-752 0,-1 0-160 0,2-7-16 0,-4 24-16 15,2-8-400-15,0 1-80 16,-1 2 0-16,0 2-16 0,1 5-128 0,-1 1-32 0,-2 4 0 0,0-1 0 16,2 4-144-1,-1-4 128-15,1-2-128 0,1-5 128 0,2-23-128 0,-1 32 0 16,1-32 0-16,0 0-17696 16</inkml:trace>
  <inkml:trace contextRef="#ctx0" brushRef="#br0" timeOffset="104663.98">12777 11631 12895 0,'-4'3'576'0,"1"-3"112"0,2 2-560 0,-1-2-128 0,1 1 0 0,0-1 0 16,0 1 1968-16,-1-1 352 0,-1 0 80 0,0 2 16 16,0-2 144-16,0 1 16 0,2-1 16 0,1-1 0 0,1 1-800 0,2-2-176 15,1 1-16-15,0 0-16 0,2-1-624 0,-6 2-112 16,0 0-16-16,27-3-16 0,-27 3-384 0,0 0-80 15,40 0-16-15,-40 0 0 0,42-4-208 0,-18 1-128 16,1 1 160-16,0-1-160 0,1-2 0 0,2 1 128 16,3-3-128-16,-1 2 0 0,-1-2 0 15,-1 0 0-15,0 0 0 0,-1 2 0 0,-1-2 0 0,-3 2 0 0,-1 0 0 0,-1-2 0 16,-2 2 0-16,-3 0 0 16,-16 5 0-16,26-4 0 0,-26 4-128 0,0 0 128 0,25-2-192 0,-25 2 192 31,0 0-1104-31,0 0-112 0</inkml:trace>
  <inkml:trace contextRef="#ctx0" brushRef="#br0" timeOffset="105367.71">13099 11743 15663 0,'2'-1'1392'0,"-1"-2"-1120"0,1 2-272 16,0-1 0-16,-1 0 1520 0,2-1 240 0,2-2 48 0,1-4 16 15,2-1 624-15,0 1 128 0,-1-1 32 0,-2 3 0 16,-1 2-1232-16,-3 3-240 0,0 2-48 0,-2 1-16 16,-1 3-288-16,-3 3-48 0,0 0-16 0,-1 4 0 15,-2-1-336-15,0 3-64 0,-3 3 0 0,-1 3-16 0,-1 0-112 16,0 2 0-16,-1 0-16 0,0 1 0 15,0 1-176-15,1 1 192 0,2 0-192 0,0-1 192 16,1-1-192-16,1 1 128 0,3-1-128 0,0-3 128 16,3 2 0-16,3-21-128 0,-4 39 192 0,4-39-64 15,2 33-128-15,-2-33 0 0,0 0 0 0,14 33 0 16,-14-33 0-16,0 0 0 0,0 0 0 0,37 4 0 0,-24-11 0 16,0-5 0-16,1 0 0 0,1-4 0 0,-2-3 128 0,0 2-128 15,-1-1 0-15,-3 1 128 0,-1 2-128 0,-2 0 0 16,-3 0 0-16,-2 3 0 0,-2 1 0 0,-4 2 0 15,-3 5 0-15,-3 2 0 0,-2 4 0 0,-2 2 0 16,-2 4 0-16,-4 4 0 0,-3 2 0 0,-1 2 0 16,1-1 0-16,2-1 0 0,3 1-128 0,2-4-16 15,3 1 0-15,3-4 0 16,3-1-1136-16,5-3-240 0</inkml:trace>
  <inkml:trace contextRef="#ctx0" brushRef="#br0" timeOffset="105721.03">13467 11866 26719 0,'1'-4'1184'0,"-1"3"240"0,1-2-1136 0,0 2-288 0,0 0 0 0,-1 1 0 0,1 0 1904 0,-1 0 320 15,0 0 64-15,0 0 16 0,0 0-528 0,0 0-112 16,6 38 0-16,-9-24-16 0,0 1-1024 0,-2 2-208 0,-2 1-32 0,1 1-16 15,-1-1-224 1,0-2-144-16,0 0 192 0,0-4-12768 16,2-3-2544-16</inkml:trace>
  <inkml:trace contextRef="#ctx0" brushRef="#br0" timeOffset="107048.03">14077 11266 7359 0,'1'-2'656'0,"0"-1"-528"0,0 1-128 0,-1 0 0 0,0 2 1504 15,0-1 272-15,1-1 48 0,0 0 16 16,-1-1 432-16,0 1 96 0,-2 2 0 0,0 0 16 0,1 2-464 0,-3 1-80 0,0 1-32 0,-1 1 0 15,0 0-720-15,-1 2-160 0,-1 0-32 16,-1 1 0 0,1 1-160-16,-2 0-32 0,1 3-16 0,0 0 0 15,-1 4-128-15,1 1-32 0,1 2 0 0,1 3 0 0,1 1-128 0,1-4-16 16,4-19-16-16,-3 37 0 0,3-37-112 0,2 30-32 16,-2-30 0-16,0 0 0 0,11 35-224 0,-11-35 0 15,0 0 0-15,0 0 0 0,0 0 0 0,0 0 0 16,39 20 0-16,-32-23-160 0,2-1-16 0,-1-2 0 15,1-3 0-15,0-1 0 0,-1-2 32 0,1-2 0 16,2-2 0-16,0-4 0 0,0 2-48 0,-2-4 0 16,-1 3 0-16,0-2 0 0,-4 0 16 0,0 4 0 0,-3 1 0 0,-2 1 0 15,-1 2 176-15,-2 1-160 0,-3 2 160 0,-2 2-160 16,-1 2 160-16,-2 1 0 0,-1 3-144 0,0 2 144 31,1 2-464-31,1 0-32 0,0 3 0 0,2-3 0 16,2 3 0-16,0-3 0 0,2 2 0 0,1-1-9232 0,3 2-1856 0</inkml:trace>
  <inkml:trace contextRef="#ctx0" brushRef="#br0" timeOffset="107253.17">14182 11460 25791 0,'0'1'1152'0,"0"1"224"0,1-2-1104 0,0 2-272 0,0-2 0 0,0 3 0 0,0-1 1648 15,-1-2 272-15,0 0 48 0,0 0 16 0,12 33-608 0,-12-33-112 16,0 0-32-16,12 33 0 0,-12-33-736 0,0 0-160 16,0 0-16-16,0 0-16 0,20 36-304 0,-20-36-304 15,0 0 64-15,0 0-16640 0</inkml:trace>
  <inkml:trace contextRef="#ctx0" brushRef="#br0" timeOffset="107601.02">14477 11188 25791 0,'-1'-3'1152'0,"0"1"224"15,1 0-1104-15,0 1-272 0,1 1 0 0,-1 0 0 16,0-2 1472-16,1 2 224 0,0-1 48 16,-1 0 16-16,1 1-784 0,-2 0-144 0,0 1-48 0,-1 2 0 15,-1 2-176-15,1 0-32 0,-3 5-16 0,-1 2 0 16,0 2-144-16,-3 2-32 0,0 3 0 0,-1 0 0 15,-1 5-384-15,0 0 0 0,1-1 0 0,1 1 0 16,3 2 0-16,-1-2 0 0,3-3 0 0,4-21 0 0,-6 33 0 16,6-33 0-16,0 0 0 0,0 0 0 15,7 33-144-15,-7-33 144 0,0 0 0 0,0 0 0 0,26 0 0 0,-16-6-128 16,0-2 128-16,1 1 0 0,-1-2 0 16,0-1-160-16,1-1 160 0,-1 1-128 0,0-1 128 0,0 1 0 15,-1-2 0-15,-1 2 0 16,0 1 0-16,0 0 0 0,-3 1 0 0,-1 2 0 0,-1 2 0 0,-2 1 0 15,-1 0 0-15,-2 1 0 0,-2 2 0 0,-1 0 0 16,-2 2 0-16,-2 2 0 0,-2-1 0 16,-3 4 0-16,-1-3 0 0,-1 1-11200 0,-2-2-2240 15</inkml:trace>
  <inkml:trace contextRef="#ctx0" brushRef="#br0" timeOffset="108040.6">13811 11760 16575 0,'-2'0'1472'0,"1"-1"-1168"0,1 1-304 0,0 0 0 16,1 0 1424-16,-1 0 240 0,-1 0 32 0,1-2 16 15,0 4 944-15,1-4 192 0,1 2 32 0,1 0 16 16,-3 0-1168-16,0 0-224 0,0 0-48 0,0 0-16 15,34 0-768-15,-34 0-160 0,31-2-16 0,-31 2-16 0,45-5-224 16,-16 0-64-16,4 0 0 0,4 1 0 0,2-4-192 0,2 4 144 16,0-3-144-16,1 2 128 0,0-2-128 15,5 0 0-15,2-1 144 0,0 1-144 0,1 0 0 0,-2-2 128 16,2 2-128-16,-4-3 0 0,-1 0 0 16,-1 1 0-16,0 2 0 0,-6-2 0 0,-3 4-176 0,-6-3-96 15,-3 4-32-15,-26 4 0 16,36-7-2192-16,-36 7-448 0</inkml:trace>
  <inkml:trace contextRef="#ctx0" brushRef="#br0" timeOffset="108715.15">14331 11861 29487 0,'-1'-2'1296'0,"0"1"288"0,1 1-1264 0,0-1-320 0,0 1 0 0,0 0 0 16,0 0 1440-16,-1 2 224 0,0 0 64 0,-2 1 0 0,-1-1-816 0,0 2-144 16,-1 2-48-16,-3 1 0 0,2 2-560 0,-2-2-160 15,-1 2 0-15,0 1 0 16,0-3 144-16,0 2-144 0,1-1 192 0,1-1-192 0,-2 0 128 0,3 0-128 16,-1-2 0-16,1-1 0 0,2-1 288 0,0 0-48 0,2 1-16 15,0-2 0-15,2-1 16 0,0 1 0 16,0 0 0-16,2-2 0 0,-1 3-240 0,3-3 128 0,-4 0-128 15,0 0 0-15,0 0 192 0,0 0-48 16,41 11-16-16,-41-11 0 0,0 0-128 0,44 7 160 0,-44-7-160 0,35 8 160 16,-35-8-160-16,33 12 0 15,-33-12 144-15,0 0-144 0,39 24 0 0,-39-24 0 0,0 0 0 16,0 0 0-16,29 35 0 0,-29-35 0 0,0 0 0 0,0 0 0 16,0 38 0-16,-6-27 0 0,-1 0 0 0,-1 0 0 15,-3-2 0-15,-1 1 0 0,0-2 0 16,-2-1 128-16,0-1-128 0,-3-1 0 0,-1-2 0 15,0 1 0-15,0-4 0 0,2 0 0 0,4-2 0 0,1-3 0 16,2-1 0-16,0 0 0 0,2-3 0 0,1-1 0 16,2-4 0-16,2-2 0 0,3-1 0 15,2 0 0-15,2-1 0 0,3 1 128 16,1 2-128-16,2-1 128 0,2 0-128 0,2 1 0 0,1 0 0 0,1 1 128 16,1 0-128-16,0 1 0 0,0 0 128 0,-1 1-128 0,-2 2 144 0,-3 1-144 15,-1 1 192-15,-3 0-192 0,-2 3 0 16,-4 0 0-16,-2 0 0 0,-2 1 0 15,-2-1 0-15,-2 0 0 0,-3 1 0 0,-2-2 0 0,-1 2 0 0,-2-1 0 16,-1-2 0-16,0 2 0 0,0 0 0 0,-1 1-304 16</inkml:trace>
  <inkml:trace contextRef="#ctx0" brushRef="#br0" timeOffset="109570.17">15091 11690 14735 0,'1'0'1312'16,"0"0"-1056"-16,0 0-256 0,-1 0 0 15,1 0 1856-15,0 0 320 0,1 0 64 0,2 0 16 0,-4 0 496 0,0 0 112 16,0 0 16-16,0 0 0 0,0 0-1232 0,25 34-240 16,-25-34-64-16,0 0 0 15,-1 42-832-15,-3-25-160 0,0 2-32 0,-2-3-16 0,-1-2-304 0,-1 1 0 0,1-1 0 0,0-4-11520 16,1 1-2416-1</inkml:trace>
  <inkml:trace contextRef="#ctx0" brushRef="#br0" timeOffset="110786.83">15614 11271 14735 0,'3'-3'1312'0,"-1"1"-1056"0,0-2-256 0,-1 3 0 16,0-1 1968-16,1 0 336 0,1-1 64 0,1-4 0 0,1 0 128 0,1 0 32 15,-3 0 0-15,-1 2 0 0,-1 2-1024 0,-1 3-208 16,-2 0-32-16,-1 3-16 0,-1 2-624 0,-1-1-128 0,-1 6-32 15,-3-1 0 1,1 3-288-16,-1 1-176 0,0 3 192 0,-2 2-192 0,2 2 192 16,0 1-64-16,0 0 0 0,3 3-128 15,0-3 144-15,2 0-144 0,4-21 0 0,-6 35 144 0,6-35-144 16,0 0 192-16,3 35-192 0,-3-35 192 16,0 0-192-16,0 0 128 0,0 0-128 0,0 0 128 0,38 21-128 0,-29-26 0 15,1 0 0-15,1-4 128 16,0-1 0-16,0-2 0 0,0 0 0 0,1-2 0 15,-1-2-128-15,0-1 0 0,0-2 0 0,-1 0 128 16,-1-1-128-16,-2 2 0 0,-2-1 0 0,-1 1 0 0,-2 3 0 0,-2-2 0 16,-2 2 0-16,-2 1 0 0,-1-1 0 0,-3 5 0 15,-1 0 0-15,-2 6 0 0,0 2 0 0,-1 2 0 16,-1 4 0-16,2 1 0 0,0 2 0 0,2 0 0 16,1 0-160-16,1 3 160 0,2-3-192 0,1 2 192 15,2-1-208-15,2-8 80 16,0 0-1008-16,0 0-192 0</inkml:trace>
  <inkml:trace contextRef="#ctx0" brushRef="#br0" timeOffset="110940.81">15773 11368 21183 0,'0'0'1888'0,"0"0"-1504"0,0 0-384 0,0 0 0 15,0 0 2096-15,0 0 336 0,0 0 80 0,0 0 16 0,17 45-352 0,-17-45-80 16,0 0-16-16,15 40 0 15,-15-40-1568-15,0 0-320 0,0 0-64 0,0 0-17040 16</inkml:trace>
  <inkml:trace contextRef="#ctx0" brushRef="#br0" timeOffset="111415.61">16043 11197 13823 0,'-4'3'1216'0,"1"-1"-960"0,0 0-256 0,1 0 0 15,1-2 3120-15,0 1 576 16,0 1 112-16,1 1 32 0,-2 1-512 0,-1 3-80 16,1-2-32-16,0 0 0 0,2-5-2192 0,0 0-432 0,0 0-80 0,0 0-32 15,0 0-256-15,0 0-48 16,0 0-16-16,0 0 0 0,19 37-160 0,-19-37 128 0,0 0-128 0,0 0 128 16,0 0-128-16,34 29 0 15,-34-29 0-15,0 0 128 0,0 0-128 0,33 33 0 16,-33-33 144-16,0 0-144 0,23 34 0 0,-23-34 0 15,0 0 0-15,16 41 128 0,-16-41-128 0,0 0 0 0,10 39 0 16,-10-39 0-16,0 0 0 0,-4 37 0 16,4-37 0-16,-9 21 0 0,2-10 0 0,0-4 0 15,-1 3 0-15,-2-4 0 0,0 2 0 0,-1-4 0 0,0-1 0 0,0-1 0 16,0-4 0-16,3-1 0 0,0-1 0 0,1-4 0 16,2 2 0-16,-1-4 0 0,3-2 0 0,0 0 0 15,0 0 0-15,2-3 0 0,1 0 0 0,1-1 0 0,2 1 0 16,0-2 0-16,2 1 0 0,2-1 0 15,1 0 0-15,0 2 0 0,3 0 0 0,0 0 0 16,2 1 0-16,0 0 0 0,2 0 0 0,0 2 0 0,1 0 0 0,-1 0 0 16,-1 0 0-16,-1 1 0 0,-1 2 0 15,-4 1 0-15,-2 1 0 0,-2 0 128 0,-2 3-128 0,-4 1 0 16,-1 0 0-16,-3 3 0 0,-1 0 0 16,-2 0 0-16,-4 1 0 0,-1 1 0 0,-2 2 0 15,-2-1 0-15,-3 1 0 0,0 1-128 0,0-3-432 16,0 3-80-16</inkml:trace>
  <inkml:trace contextRef="#ctx0" brushRef="#br0" timeOffset="111801.4">15505 11714 7359 0,'-10'3'320'0,"5"-1"80"0,0 0-400 0,1-1 0 0,2 1 0 0,0-2 0 16,0 0 1728-16,-1 2 272 0,-2 0 48 0,0 0 16 15,1 1 640-15,0-2 128 0,3 1 32 0,2 0 0 16,-1-2-384-16,0 0-80 0,0 0-16 0,0 0 0 15,0 0-848-15,41 9-192 0,-41-9-16 0,35 3-16 16,-35-3-608-16,44-2-128 0,-18 1-32 0,5-1 0 16,2-3-272-16,1 1-48 0,-1 1-16 0,6-2 0 15,5 1-208-15,4-1 144 0,5 5-144 0,-1-2 128 16,0 1-128-16,-3 1 0 0,-3-2 0 0,0 0 0 16,1-1 0-16,-3 1 0 0,-1-1 0 0,-8 1 0 0,-6 0 0 0,-5 0 0 15,-24 2 0-15,33-3 0 16,-33 3-352-16,0 0-96 0,0 0-32 0,0 0-17424 0</inkml:trace>
  <inkml:trace contextRef="#ctx0" brushRef="#br0" timeOffset="113151.42">15970 11856 6447 0,'0'0'576'0,"2"-1"-576"0,-2 1 0 0,2-1 0 16,-2 1 1264-16,0 0 144 0,0 0 16 0,4-5 16 0,-1 3 960 0,-1-1 192 16,-2 3 32-16,1-2 16 0,-2 2-272 0,0 2-64 15,1-2-16-15,-4 1 0 0,3 1-400 0,-2 0-80 16,0-1-16-16,-1 1 0 16,1 0-640-16,-1 0-144 0,0 0-32 0,0 1 0 15,0 2-496-15,-1-1-96 0,1 1-32 0,-3 0 0 0,1 2-192 0,-1 0-32 16,0 0-128-16,-2 3 192 0,0-1-192 0,0 2 0 15,-1 1 0-15,0 2 0 16,1-1 0-16,0 4 128 0,-1-1-128 0,1 3 0 0,0 0 0 16,-1 0 128-16,1 0-128 0,2-1 0 0,0 0 192 15,2-2-64-15,5-16-128 0,-8 27 192 0,8-27-192 0,-3 23 144 0,3-23-144 0,0 0 128 16,1 31-128 0,-1-31 0-16,0 0 0 0,0 0 0 0,0 0 0 0,13 33 0 15,-13-33 0-15,0 0 0 0,0 0 0 0,0 0 0 0,0 0 0 0,0 0 0 16,37 6 0-16,-30-12 0 0,2-1 0 0,-1 0 0 15,1-2 0-15,0-1 0 16,0-2 0-16,0 0 0 0,-2 1-128 0,-1 1 128 16,-1-1 0-16,-3 3 0 0,-1-2 0 0,-2 1 0 0,-4 3 0 0,-3 3 0 15,-4 1 0-15,-5 2 0 0,-2 4 0 0,-2-2 0 16,-3 5-320-16,0-2 64 0,2 5 16 16,-1-1 0-1,0 0-400-15,1 3-64 0,3-2-32 0,2-1-16656 0</inkml:trace>
  <inkml:trace contextRef="#ctx0" brushRef="#br0" timeOffset="114578.37">16868 11809 16575 0,'1'-2'1472'0,"1"1"-1168"16,-1 1-304-16,0 0 0 0,0 0 1632 0,0 0 272 15,-1 0 48-15,0 0 16 0,0 0 528 0,0 0 96 16,0 0 32-16,13 36 0 0,-13-36-1344 0,-4 28-272 15,0-11-48-15,-2-2-16 0,0 1-592 0,-2-3-112 16,0 2-32-16,1-3-11152 16,-2-2-2224-16</inkml:trace>
  <inkml:trace contextRef="#ctx0" brushRef="#br0" timeOffset="116613.35">17515 11282 8287 0,'1'-2'736'0,"-1"1"-592"0,0 0-144 0,0 1 0 15,0 0 960-15,0-2 144 0,0 0 48 0,-1-2 0 16,1 1 544-16,0-2 112 0,-1 0 32 0,1 2 0 16,-1-1-368-16,0 2-64 0,-1-1 0 0,2 2-16 0,-1-1-176 0,-1 2-48 15,1 0 0-15,-1 0 0 0,-1 2-32 0,1-1-16 16,0 2 0-16,-2 1 0 0,-1 0-176 0,1 4-48 16,-2-2 0-16,0 3 0 0,0 2-240 0,0-1-48 15,0 3-16-15,-1 2 0 0,7-15-272 0,-10 30-48 16,10-30-16-16,-8 34 0 0,8-34-256 15,-6 30 0-15,6-30 128 0,-2 26-128 16,2-26 0-16,0 0 128 0,0 0-128 0,7 34 0 0,-7-34 160 16,0 0-160-16,0 0 128 0,0 0-128 0,0 0 224 0,31 4-32 15,-23-8-16-15,0-4 0 0,2 2-48 0,0-4 0 16,-1-2 0-16,1 0 0 0,0-2-128 0,1 0 0 16,-1-3 0-16,-1 0 0 0,0-1 0 0,-1 1 0 0,-1-2 0 15,-1 0 0-15,-2 2-288 0,-1-1 16 16,-3 1 0-16,-1-2 0 15,-2 3-176-15,-3 1-48 0,-1 1 0 0,0 2 0 0,-2 3 320 0,0 1 176 16,1 6-192-16,0 1 192 0,-2 4-256 0,2 2 64 16,1 2 16-16,-1 1 0 0,2 1 32 0,1 0 0 0,5-9 0 15,-6 20 0-15,6-20-288 0,0 0-48 0</inkml:trace>
  <inkml:trace contextRef="#ctx0" brushRef="#br0" timeOffset="116818.54">17657 11355 27647 0,'0'0'1216'0,"0"0"256"0,0 0-1168 0,0 0-304 0,0 0 0 0,0 0 0 16,0 0 1472-16,0 0 224 0,0 0 48 0,0 0 16 0,24 44-912 0,-24-44-176 15,0 0-32-15,13 34-16 16,-13-34-352-16,0 0-64 0,0 0-16 0,9 35 0 0,-9-35-448 15,0 0-80-15</inkml:trace>
  <inkml:trace contextRef="#ctx0" brushRef="#br0" timeOffset="117317.25">17900 11162 21183 0,'1'-5'944'0,"0"2"192"0,1 1-912 0,-1 0-224 16,0 2 0-1,-1 0 0-15,0-2 2048 0,2 2 352 0,0 0 80 0,1-2 16 16,-3 2-144-16,0 0-32 0,0 0 0 0,0 0 0 0,0 0-1376 0,0 0-288 16,0 0-48-16,0 0-16 15,5 42-368-15,-5-42-80 0,0 0-16 16,0 0 0-16,0 0-128 0,0 0 128 0,13 35-128 0,-13-35 128 16,0 0-128-16,0 0 0 0,0 0 0 0,38 21 0 0,-38-21 0 0,0 0 0 15,31 20 0-15,-31-20 0 16,0 0 0-16,29 27 0 0,-29-27 0 0,0 0 0 15,20 34 0-15,-20-34 0 0,0 0 0 0,11 34 0 16,-11-34 0-16,0 0 0 0,-4 33 0 0,4-33 0 16,-9 16 0-16,4-9 0 0,-3 0 128 0,-2 1-128 15,1-4 0-15,-3 2 0 0,-1-1 0 0,-2-1 0 16,-1 0 0-16,2-1 0 0,-1-1 0 0,1-4 0 16,2 0 0-16,2-1 0 0,0-3 0 0,3 0 0 15,1-3 0-15,2-1 0 0,0 0 128 0,3-1-128 0,1 1 0 16,2 1 128-16,2-3-128 0,3 0 0 0,1 2 0 0,3-1 0 15,1-1 128-15,1 0-128 0,1 0 0 0,1 0 0 16,2-2 0-16,-2 0 128 0,0 0-128 0,-1-1 0 16,2 0 0-16,0-2 0 0,0 2 0 0,-3-2 128 15,0 1-128-15,-4 0 0 0,-2 1 0 0,-3-1 0 16,-1 1 128-16,-3 2-128 0,-4 0 0 0,-1 1 0 16,-4 3 0-16,-2 4 0 0,-3 0 0 0,-1 5 0 15,1 1 0-15,-2 3 0 0,-2 4 0 0,-1 3 0 16,1-2 128-16,1 2-128 0,3 0 0 0,1-2-144 0,4 1 144 0,0-2-12560 15,2 0-2400-15</inkml:trace>
  <inkml:trace contextRef="#ctx0" brushRef="#br0" timeOffset="117769.8">17337 11721 3679 0,'-7'0'320'0,"2"1"-320"0,1 1 0 0,2-2 0 15,0 0 1584-15,0 0 240 0,0 0 48 0,-1 0 16 0,-1-2 592 0,-1 1 112 0,0 1 32 16,2-2 0-16,-1-1-176 0,2 1-16 16,0 0-16-16,1-3 0 0,1 2-496 0,0 1-112 0,0 0-16 0,1 0 0 15,1-1-640-15,0 3-144 0,2 0-32 0,-1 0 0 16,-3 0-272-16,0 0-48 0,0 0-16 0,33-2 0 16,-33 2-224-16,33-3-48 15,-10 1-16-15,4-3 0 0,1 0-208 0,4-1-144 0,3 0 192 16,2 2-192-16,-3-1 0 0,4 0 0 0,2 3 0 15,2 0 0-15,2 2 0 0,0 0 0 0,0 0 0 0,-1-2 0 16,1 2 0-16,-3-1 0 0,1-3 0 16,-1 1 0-16,-3 1 0 0,-2-2 0 0,-2 0 0 0,-1 0 0 15,-4-1 176-15,-4 0-176 0,-1 1 160 16,-5-4-160-16,-2 4 0 0,-3-3 0 0,-4 2 0 16,-3 1-12592-1,-5 3-2608-15</inkml:trace>
  <inkml:trace contextRef="#ctx0" brushRef="#br0" timeOffset="119252.29">17745 11867 5519 0,'0'1'496'0,"0"-1"-496"15,0 0 0-15,0 0 0 0,1 0 1168 0,-1 0 144 16,0 0 32-16,0 0 0 0,0 0 704 0,0 0 160 16,0 0 32-16,0 0 0 0,0 0 464 0,0 0 112 15,0 0 0-15,0 0 16 0,0 0-576 0,0 0-112 16,0 0-32-16,30 28 0 0,-30-28-768 0,0 0-144 16,0 0-48-16,0 0 0 0,0 0-720 0,0 0-160 15,33-2-16-15,-26-2-16 0,0-4-240 0,0 1 0 16,2-1 128-16,-2-3-128 0,2 2 0 0,-3-3 0 15,0 0 0-15,-3 0 0 0,-1 1-224 0,-2-1-32 0,-2 2-16 16,-3 1 0 0,-2 2-304-16,-3 0-64 0,-2 4-16 0,-3-2 0 0,-1 5-272 0,-2 0-48 0,-1 3-16 15,2-1 0-15,0 5 464 16,2-1 80-16,1 2 32 0,1 2 0 0,1 1 592 0,2 1 112 0,1 0 32 0,0 0 0 16,4 0 208-16,0 2 48 0,1-2 16 0,4-12 0 0,-1 25-96 0,1-25-32 15,0 0 0-15,0 0 0 0,14 39-16 0,-14-39 0 16,0 0 0-16,0 0 0 0,40 19-208 0,-40-19-48 15,0 0-16-15,38 1 0 0,-38-1-176 0,26-6 0 16,-14 0 0-16,0 0 0 16,-3 0 0-16,0 0-144 0,-2 2 144 0,0-3 0 15,-1 2 0-15,-3 1-128 0,0 1 128 0,-2 0 0 0,-1 3 0 0,0 0 0 16,-1 3 0-16,-1-2 0 0,2-1 0 0,0 0 0 16,-5 14 0-16,5-14 0 0,-5 16 0 0,5-16 0 0,-4 22 0 0,4-22 0 15,-3 25 128-15,3-25 0 0,-3 29-128 0,3-29 192 16,-5 35-16-16,5-35-16 15,-8 41 0-15,3-20 0 0,0 0 16 0,-1 3 0 16,-1-3 0-16,-1-2 0 0,2 0-176 0,-2-4 0 0,2 0 144 0,-3-2-144 16,2-1 0-16,0-3 0 0,1-1 0 0,1-1 0 15,2-4-928-15,0-2-160 0</inkml:trace>
  <inkml:trace contextRef="#ctx0" brushRef="#br0" timeOffset="119716.38">18470 11832 10127 0,'1'0'896'0,"0"-2"-704"16,0 2-192-16,0 0 0 0,0 0 1872 0,0 0 352 16,-1 0 64-16,0 0 16 0,0 0 768 0,0 0 144 15,0 0 48-15,0 0 0 0,0 0-1200 0,18 41-224 16,-18-41-48-16,-5 23-16 0,0-11-864 0,0 0-160 0,-2-2-48 15,1 1 0-15,-2-3-384 0,1 1-64 16,-1-2-32-16,1-1 0 16,0 0-1040-16,0-1-208 0</inkml:trace>
  <inkml:trace contextRef="#ctx0" brushRef="#br0" timeOffset="121904.75">19105 11292 6447 0,'1'-2'576'0,"-1"-1"-576"0,1 1 0 0,-1 0 0 16,1 1 1680-16,-1-1 240 0,0 0 32 0,1-6 16 15,1 2 864-15,-1-4 176 0,1 3 48 0,-1 0 0 16,1 2-688-16,-2 0-128 0,1 1-16 0,-1 1-16 15,-1 1-800-15,0 2-176 0,0 0-16 0,-1 2-16 0,-1 1-624 0,0 1-112 16,-3 4-16-16,0-1-16 0,-1 4-240 0,0 1-32 16,-2 5-16-16,1 0 0 0,0 2-144 0,-3 2 128 15,2 0-128-15,2 1 128 0,-1 1-128 0,2-1 0 16,6-22 0-16,-7 35 0 0,7-35 0 0,0 0 128 16,3 33-128-16,-3-33 0 0,0 0 0 0,0 0 0 15,0 0 0-15,32 8 0 0,-21-13 0 0,0-2 0 16,1-3 0-16,0-2 0 0,-1 1 0 15,1-1 0-15,2-3 0 0,-1 0 0 0,-1 0 0 0,-2 0 0 16,0-2 0-16,-1 1 0 0,-2 0-144 16,-1 1 144-16,-2-2-192 0,-3 1 192 0,-1 2-272 0,-2 0 48 0,-3-1 16 0,-2 2 0 15,-1 3 208-15,-2 0-192 0,-1 6 192 0,-2 1-192 16,-2 3 16-16,0 5 16 0,-1 0 0 0,2 4 0 31,1 3-528-31,0-2-96 0,2 2-32 0,4 0-14864 0</inkml:trace>
  <inkml:trace contextRef="#ctx0" brushRef="#br0" timeOffset="123352.93">19334 11466 22111 0,'0'0'1968'0,"0"0"-1584"0,0 0-384 0,0 0 0 0,1 0 1808 15,-1 0 288-15,1 0 48 0,0 0 16 16,-1 0 144-16,0 0 48 0,0 0 0 0,0 0 0 15,0 0-1408-15,0 0-288 0,0 0-48 0,27 28-16 0,-27-28-448 0,0 0-144 16,0 0 0-16,0 0 0 0,12 40 0 16,-12-40 0-16,0 0 0 0,0 0-12080 15,0 0-2288-15</inkml:trace>
  <inkml:trace contextRef="#ctx0" brushRef="#br0" timeOffset="123704.36">19653 11134 24879 0,'-1'-1'1088'0,"0"-1"256"0,2 2-1088 0,-1 0-256 0,-1 2 0 16,0-2 0-16,1 3 1488 0,-2-1 240 0,0 2 64 16,0 4 0-16,-3 1-560 0,-1 1-96 0,0 4-32 0,-2 0 0 15,1 3-640-15,0-1-128 0,-2 3-16 0,1 0-16 16,0 3-176-16,1-1-128 0,7-21 192 0,-11 41-192 15,11-41 176-15,-5 40-176 0,5-40 160 0,0 0-160 16,5 42 192-16,-5-42-64 0,0 0-128 0,0 0 192 16,25 31-192-16,-25-31 0 0,0 0 0 0,28-2 0 15,-16-3 128-15,0-2 0 0,1-2-128 0,-1-1 192 0,0-2-192 16,-2 2 176-16,1-3-176 0,-3 1 160 0,-3 2-160 0,-1-1 0 16,-2 1 144-16,-2 0-144 15,-3 3 192-15,-2 0-48 0,-5 0 0 0,-2 4 0 0,-2 1 160 0,-1 2 16 16,-4 3 16-16,0 2 0 0,2 1-336 15,-2 4 0-15,2 0 0 0,1 2 128 16,2 0-1344-16,4 1-256 0</inkml:trace>
  <inkml:trace contextRef="#ctx0" brushRef="#br0" timeOffset="124150.16">18936 11798 11055 0,'-3'-1'480'0,"0"-1"112"16,2 1-464-16,0 1-128 0,1-2 0 0,0 2 0 0,0 0 1536 0,-1-1 304 16,0 0 48-16,0-1 16 0,1-1 656 0,0 1 128 15,0 2 16-15,0-3 16 0,1 3-464 16,1 0-80-16,-1-2-32 0,-1 2 0 16,0 0-768-16,17-4-160 0,-17 4-16 0,21-5-16 0,-21 5-672 0,32-5-128 15,-13 1-16-15,5 1-16 0,3-2-160 0,0 1-48 16,1 1 0-16,4-2 0 15,1 1-144-15,4-2 192 0,5 2-192 0,0 2 192 0,2 0-192 16,0 4 0-16,-1-2 0 0,-1 0 0 0,-5 0 0 16,3 0 0-16,4-3 0 0,-1 1 0 0,0-1 0 15,-1 0 0-15,-4-1 0 0,-4 0 0 0,-2 0 0 0,-4-1 0 16,-3-1 0-16,-3 0 0 0,-5 0-192 16,-2 2-80-16,-4-1-16 0,-4 2-11936 15,-4 1-2368-15</inkml:trace>
  <inkml:trace contextRef="#ctx0" brushRef="#br0" timeOffset="124869.09">19246 11918 2751 0,'0'0'256'0,"0"0"-256"0,1 0 0 0,-1 0 0 0,0 0 1216 0,0 0 192 16,0-2 32-16,1 0 16 0,-1 1 1056 16,0-3 224-16,0 3 32 0,0-1 16 0,0 0-256 0,0 2-48 15,-1-2-16-15,0 1 0 0,-1 2-656 0,0-1-128 16,1 2-16-16,-1-2-16 0,0 2-512 16,0 0-112-16,0 1 0 0,-1 0-16 15,0 1-304-15,0 1-64 0,1 2-16 0,0-3 0 16,-1 4-176-16,-1-1-16 0,4-7-16 0,-7 21 0 0,7-21-160 0,-9 28-48 15,3-13 0-15,0 0 0 16,1 1-208-16,-1-1 176 0,6-15-176 0,-9 32 160 16,9-32-160-16,-6 24 0 0,6-24 0 0,0 0 0 0,0 0-256 0,0 0-64 15,0 0-32-15,0 0-17632 16</inkml:trace>
  <inkml:trace contextRef="#ctx0" brushRef="#br0" timeOffset="125277.6">19444 11880 26719 0,'-2'0'1184'0,"0"2"240"0,2-2-1136 0,0 0-288 0,0 0 0 0,0 0 0 0,0 0 1600 0,0 0 272 16,0 0 48-16,0 0 16 0,0 0-656 0,0 0-144 0,28-2-32 0,-19 0 0 15,0-1-704-15,2-2-144 0,0 2-16 0,1-2-16 16,1-1-224-16,1 2 176 15,0 1-176-15,1-2 160 0,-2 3-160 0,-13 2 128 16,25-2-128-16,-25 2 128 0,0 0-128 0,0 0 0 0,30 12 0 0,-30-12 128 0,0 0-128 0,0 0 0 16,0 0 144-16,8 40-144 15,-8-40 192-15,-8 21-16 0,0-9-16 0,0-2 0 16,-1 2-160-16,-1 1 0 0,0-3 0 16,0 0 0-16,0 0 0 0,-2-1 0 15,0 2 0-15,-2 0 0 0,1 0 0 0,-1-2-176 0,-1 1 176 0,2-2-128 16,2-2-16-16,3-1 0 0,4-1 0 0,4-4 0 0,-3 1 272 0,3-1 48 0,0 0 16 0,0 0 0 15,16-4 0 1,-16 4 0-16,15-6 0 0,-5 3 0 16,2-1 64-16,1 0 32 0,3 1 0 0,0-2 0 15,3 3-16-15,-1-3 0 0,2 2 0 0,-2-1 0 16,-18 4-32-16,33-2-16 0,-33 2 0 0,26-2 0 0,-26 2-224 0,0 0 0 16,29 2 128-16,-29-2-128 0,0 0-224 0,23-3-96 15</inkml:trace>
  <inkml:trace contextRef="#ctx0" brushRef="#br0" timeOffset="126153.29">20308 11216 16575 0,'-1'0'1472'15,"0"-1"-1168"-15,1 1-304 0,-1 0 0 0,1 0 1472 0,0 0 256 16,0 0 32-16,-1 0 16 0,1 0 240 0,0 1 48 0,1-1 16 0,1 0 0 15,0 0-304-15,1 0-64 0,2 2-16 0,-1-2 0 16,3 0-672-16,-7 0-144 0,0 0-32 0,27 3 0 16,-27-3-416-16,0 0-96 0,31 7-16 0,-31-7 0 15,0 0-192-15,36 7-128 0,-36-7 160 0,0 0-160 16,29 9 128-16,-29-9-128 0,0 0 0 0,0 0 144 16,0 0-144-16,0 0 0 0,0 0 0 0,0 0 0 15,24 36 0-15,-24-36 0 0,0 0 0 0,-9 17 0 16,4-10 0-16,-2 0 0 15,-1 0 0-15,-1 3 0 0,1-1 0 0,-2 1 128 0,1 1-128 16,0 1 0-16,1 0 128 0,0 0-128 0,1 2 0 16,7-14 128-16,-12 26-128 0,12-26 0 0,-8 27 0 0,8-27 0 15,0 0 0-15,-4 36 0 0,4-36 0 0,0 0 0 0,0 0 0 16,8 37 0-16,-8-37 0 0,0 0 0 16,0 0 0-16,0 0 0 0,32 24 0 0,-32-24 0 0,0 0 0 0,27 0 0 15,-27 0 0-15,20-5 0 16,-10 2 0-16,0 0 0 0,-1-1 0 0,-1 0 0 0,0 1 0 15,-2 1 0-15,0-2 0 0,-2 3 0 0,0-1 0 0,-1 0 0 16,-1 1 0-16,-2 1 0 0,0 0 0 0,0 0 0 16,0 0 0-16,0 0 0 0,0 0 0 0,-9 22 0 15,9-22 0-15,-8 14 0 0,8-14 0 0,0 0 0 0,-9 19 0 0,9-19 0 16,0 0 0-16,0 0 0 16,-4 33 0-16,4-33 0 0,0 0 0 0,0 0 0 15,5 36 128-15,-5-36-128 0,0 0 0 16,0 0 0-16,12 42 144 0,-12-42-144 0,0 0 176 0,10 37-48 15,-10-37 0-15,5 33 0 0,-5-33 0 0,3 37 0 16,-3-37 0-16,0 36 0 0,0-36-128 0,-3 40 192 16,3-40-192-16,-7 43 192 0,7-43-192 0,-11 44 128 15,3-22-128-15,-1 2 128 0,-2 0-128 0,-2 0 192 16,0 1-192-16,-2-1 192 0,0 0-192 0,1-1 0 16,0-1 144-16,0-4-144 0,0 0 0 0,-1-1 128 15,-2-1-128-15,1 0-19504 0</inkml:trace>
  <inkml:trace contextRef="#ctx0" brushRef="#br1" timeOffset="137417.6">9448 11894 13823 0,'-3'-6'1216'0,"1"3"-960"0,0-2-256 0,1 3 0 16,0-1 0-16,0-1 0 0,0 1 0 0,0-4 0 16,-3-5 0-16,-1-4 224 0,-1-1-32 0,0-1-16 15,0 1 144-15,0 2 16 0,0 1 16 0,0-2 0 0,0 2 128 0,2-1 32 16,-1-1 0-16,1-1 0 15,1-2 128-15,1-2 48 0,0-2 0 0,1-2 0 0,2-3-96 16,1-3-16-16,2 0 0 0,1-2 0 0,3 0-48 16,1 2-16-16,1 0 0 0,1 3 0 0,1 1-512 0,1 2 0 15,1 1 0-15,2 0 0 0,2 0 416 0,3-2 32 16,0 3 0-16,0 1 0 0,0-2 656 0,-1 3 144 16,3-3 32-16,-2 3 0 0,1 0-928 0,-1 1-176 15,2-1-48-15,1 1 0 0,2-2 1136 0,1 3 208 16,2-3 64-16,-2 4 0 0,-1 3-1152 0,3-1-240 15,3 1-144-15,-1-1 192 0,1 2-192 0,-3-1 0 0,3 2 0 16,-2 1 0-16,2 2 0 0,-2-1 0 16,-3 3 0-16,0 3 0 0,-27 5 0 0,50-4 208 15,-50 4-48-15,41 4-16 0,-41-4 176 0,0 0 16 0,54 28 16 0,-54-28 0 16,36 36-144-16,-36-36-16 0,37 43-16 0,-37-43 0 16,44 60-176-16,-19-23 0 0,2 1 144 0,0 0-144 15,1 1 0-15,-2-5 0 0,1-4 0 0,-27-30 0 16,48 49 0-16,-48-49 0 0,38 38 0 0,-38-38 0 0,29 30 0 15,-29-30 0-15,25 32 0 0,-25-32 128 0,22 39-128 16,-22-39 128-16,15 53-128 0,-10-23 128 16,-2 2 112-16,-3 3 16 0,-2 3 16 0,-3 2 0 0,-1 3-128 0,-3 4-16 15,-3 8-128-15,0 1 192 16,-1 2-192-16,0-2 128 0,2-1-128 0,1-3 0 0,3 0 0 0,0-4 0 16,2 1 0-16,-1-3 0 0,1-2 0 0,0-3 0 15,-3-6 0-15,-1-1 0 0,-1-4 0 0,-2-1 0 16,-1-3 0-16,-2 0 0 0,-1 0 0 0,-1 1 0 15,-3 1 0-15,2-1 0 0,-1-1 0 0,2-3 128 16,1-2-128-16,-1-1 0 0,-1 0 0 0,2-1 0 0,0-2 0 16,-2-1 0-16,-1 1 0 0,-1-4 0 15,0-2 0-15,-1-4 0 0,0 0 0 0,-3-7 0 0,-2 0 0 16,-3-5 0-16,3 0 0 0,-7-1 0 0,-4-4 0 0,-2-1 0 16,-1-2-384-16,1-3 0 0,0-1-16 15,1-2 0-15,2 0 400 0,0 0 304 0,0 0-48 16,1 3-16-16,2 3-64 0,2 1-16 0,4 1 0 0,1 1 0 15,0-1-160-15,2-1 192 0,0 0-192 0,4-2 192 16,1-3-64-16,0 0-128 0,1 1 192 0,1-6-64 16,-2 1-128-16,1-5 160 0,0-5-160 15,0-2 160-15,1-8-160 0,-1-5 0 0,1-4 0 0,2 0 0 16,3 5 0-16,0 0-224 0,3-1 80 0,0 5 16 0,2 4-176 0,0 7-16 16,3 3-16-16,1 2 0 15,1 4-304 1,1 1-64-16,1 3-16 0,1-1-16336 0</inkml:trace>
  <inkml:trace contextRef="#ctx0" brushRef="#br1" timeOffset="139165.47">11152 11768 13823 0,'-8'0'1216'0,"3"-2"-960"0,1 2-256 0,2-2 0 16,0 2 160-16,0-2-16 0,0 0 0 0,-1-1 0 15,-1-4 352-15,-3-1 64 0,2-3 16 0,-1-1 0 16,1 0 128-16,1 0 48 0,1 0 0 0,0-1 0 0,1 1 80 0,1-1 0 16,0-5 16-16,1-1 0 0,-1-1 64 0,2-1 16 15,0-2 0-15,0-1 0 0,2 1-304 0,-1-2-64 16,1 2-16-16,1-1 0 0,-1 0-144 0,1 1-16 15,1 1-16-15,0 4 0 0,0 0 16 16,0 2 0-16,2 0 0 0,-1 1 0 0,2 1 224 0,0-1 48 16,2-1 16-16,2-2 0 0,1 3-320 15,1-2-64-15,0-1-16 0,1 0 0 0,0 2-272 0,0 0 0 0,-1 1 128 0,2-4-128 16,-1 3 0-16,0-3 128 0,0 0-128 0,1 2 0 16,0 0 352-16,0 1-32 0,1 3-16 0,-2 1 0 0,-2 2 272 0,1 2 64 31,1 0 16-31,1 0 0 0,-1 3-144 15,0-2-16-15,-1 1-16 0,2 0 0 0,-16 6-208 0,35-7-32 16,-35 7-16-16,36-7 0 0,-36 7-224 0,37-5 0 0,-37 5 128 0,39-5-128 16,-39 5 0-16,41-7 0 15,-41 7 0-15,37-10 0 0,-21 6 0 0,0-1 0 0,0 0 128 0,-2 1-128 16,0-1 160-16,0 0-16 0,-14 5 0 0,26-4 0 16,-26 4-16-16,0 0 0 0,0 0 0 0,48 11 0 15,-48-11-128-15,0 0 192 0,0 0-192 0,38 41 192 16,-38-41-192-16,18 35 128 0,-18-35-128 0,21 43 128 15,-21-43-128-15,20 45 0 0,-20-45 0 0,22 45 0 16,-22-45 0-16,20 39 0 0,-20-39 0 0,0 0 0 16,31 39 0-16,-31-39 0 0,0 0 0 0,0 0 0 15,32 38 0-15,-32-38 0 0,0 0 0 0,0 0 0 0,21 43 0 16,-21-43 0-16,0 0 0 0,9 36 0 16,-9-36 0-16,3 37 0 0,-1-15 0 0,-1 0 0 0,1 3 0 15,0-1 0-15,0 2 0 0,1-2 0 0,-1 1 0 16,-2-25 0-16,9 47 0 0,-9-47 0 0,8 44 0 0,-8-44 0 15,7 40 0-15,-7-40 0 0,6 38 0 0,-6-38 0 16,6 35 0-16,-6-35 0 0,4 38 0 0,-4-18 0 16,0 1 0-16,-2 0 0 0,-1 3 0 0,-3 2 0 15,0 0 0-15,-1 0 0 0,1-1 0 0,-3 0 0 16,-1 1 0-16,1-2 0 0,1-3 0 0,-1 1 128 0,0 3-128 16,-1-1 0-16,0 0 0 0,0-2 128 0,2 1-128 15,-2 0 0-15,1 1 0 0,0-2 0 0,2-1 0 16,-2 0 0-16,2-2 0 0,-2-2 0 15,1-1 0-15,0-1 0 0,-1-1 0 0,1 0 0 0,-1 1 0 16,-1-1 0-16,2 0 0 0,0-1 0 0,-1 1 0 0,-1-1 0 16,1-1 0-16,0 1 0 0,-1-2 0 15,0 1 0-15,0 0 0 0,-1-1 0 0,0 1 0 16,-2-3 0-16,1 1 0 0,-1 2 0 0,0-2 0 16,-1 1 0-16,0 1-144 0,-1 1 144 0,-1 0-192 0,1-1 192 15,-3 0-192-15,0-2 64 0,3 1 128 0,-1-1-208 0,0-1 208 0,1-2 0 16,0 1 0-16,0-2 0 15,2 0 0-15,0-2 0 0,1-1-128 0,1-1 128 0,0-2 0 16,0-3 0-16,0-1 0 0,1-1 0 0,0-1 0 16,1-2 0-16,0 3 0 0,1-4 0 15,-1 4 0-15,2-3 0 0,-2 2 0 0,2-2 0 0,1 1 144 0,-2 0-144 16,2 3 0-16,0-4 144 0,0 4-144 0,-1-4 0 16,1 2 0-16,0-2 0 15,0 2 0-15,0-3 0 0,-1-3 128 0,1-1-128 0,-1 1 0 0,-2-4 0 16,1-1 0-16,-1-1 0 0,-1-2 0 0,-2-4 0 15,-2-7 0-15,0-4 0 0,-1 0 0 16,0-4 0-16,-1-4 128 0,0 3-128 0,3 3 0 16,0 3 0-16,2 0 0 0,1 4 0 0,1 5 0 15,-1 3 0-15,1 0 0 0,0 2 0 0,0 2 0 0,-1 0 0 0,1-1 0 16,1 0 0-16,-1 0 0 0,0-3 0 16,1-1 0-16,0-8-18432 0</inkml:trace>
  <inkml:trace contextRef="#ctx0" brushRef="#br2" timeOffset="146836.03">12736 11800 9215 0,'-1'-2'816'0,"0"1"-656"16,0 1-160-16,1-3 0 16,0 3 592-16,-1-3 96 0,1 0 16 0,-2-4 0 0,0-1-336 0,-1-1-64 15,1-1-16-15,0 3 0 0,1-2 208 16,0 1 32-16,0-1 16 0,1 2 0 0,-1 0 448 16,1 0 96-16,-1 0 0 0,1-2 16 0,0 1 32 0,0 1 0 15,0 0 0-15,0-3 0 0,0 1-288 0,0-3-48 16,0 0-16-16,0-2 0 0,1 0-400 0,1-3-64 15,-1-2-32-15,1-1 0 16,1-3 272-16,-1-2 48 0,1-2 16 0,-1-1 0 0,2-2-64 0,0-4-16 0,1-2 0 16,2-1 0-16,0-2 32 0,2 1 16 15,0 5 0-15,1 0 0 0,0 6 32 0,2 2 0 16,-1 3 0-16,0 1 0 0,0 0-176 0,-1 2-16 16,0 2-16-16,1 2 0 0,1 2-176 0,-2-1-48 0,1 2 0 0,0 0 0 15,0 2 48-15,0-2 0 16,1 3 0-16,-1-2 0 0,1 2-48 0,1-2-16 0,2-1 0 15,2 0 0-15,2-2-32 0,-1 2 0 16,2 1 0-16,-1-1 0 0,1 1-144 0,1 3 160 0,-1 1-160 0,0 2 160 16,-1 1-160-16,-1 1 0 0,-18 3 0 15,34 2 0-15,-34-2 0 0,0 0 0 0,42 15 0 0,-42-15 0 16,0 0 0-16,0 0 0 16,39 36 128-16,-39-36-128 0,0 0 0 0,0 0 160 0,31 42-160 0,-31-42 160 15,0 0-160-15,0 0 0 0,36 42 0 0,-36-42 128 16,0 0-128-16,30 35 0 0,-30-35 0 0,0 0 0 15,30 34 0-15,-30-34 0 0,0 0 0 0,29 36 0 0,-29-36 0 16,0 0 0-16,24 47 0 0,-24-47 0 16,11 36 0-16,-11-36 0 0,8 39 0 0,-8-39 0 0,5 44 0 0,-4-23 0 15,-1 1 0-15,0 4 0 16,-1 0 0-16,-1 2 0 0,1 3 0 0,1 0 0 16,0 0 0-16,1-3 0 0,1-2 0 0,0 0 0 0,0-2 0 15,-2-24 0-15,6 45 0 0,-6-45 0 16,5 39 0-16,-5-39 0 0,4 37 0 0,-3-19 0 0,-1-18 0 0,1 36 0 15,-1-16 0-15,-1 0 0 16,0 2 0-16,0-1 0 0,-1 0 0 0,0-1 0 16,0-2 0-16,0 2 0 0,0-2 0 0,0 0 0 15,1 0 0-15,1 1 0 0,-1-2 0 0,1-2 0 16,-1 0 0-16,0-1 0 0,0-2 0 0,0 3 0 0,0-1 0 0,0 0 0 0,-1 1 0 0,0-1 0 16,0 0 0-16,1 0 0 15,-2 0 0-15,0 1 0 0,0-1 0 0,0 0 0 0,0 0 128 0,-1-1-128 16,0 1 0-16,1 0 128 0,0-3-128 0,-1 1 128 15,0-2 0-15,1 2-128 16,-2 0 192-16,0 1-64 0,1-1-128 0,-2 0 0 0,1 0 0 0,0 0 0 16,-1 1 0-16,1 0 0 0,-2 1 0 15,1-2 0-15,0 0 0 0,-1 0 0 16,0 0 0-16,0-3 0 0,1-1 0 0,-1-1 0 16,0-1 0-16,0-3 0 0,0 0 0 0,-1-1 0 0,1-2 0 15,-1 0 0-15,-1-2 0 0,0 1 0 0,0-4 0 0,-2 3 0 16,1-2 0-16,-3-1 0 0,0 0 0 15,-2-2 0-15,0 2 0 0,-1-2 0 0,-1 2 128 0,0 1-128 16,0 1 0-16,-2-2 0 0,1 3 0 0,-1 2 0 16,3 0 0-16,0 0 0 0,0 0 0 0,0 2 0 15,1-2 0-15,1 1 0 0,1 1 0 0,0-2 0 16,0 0 0-16,1-2 0 0,0 1 0 0,-1-1 0 16,3 0 0-16,-1-3 0 0,-1 0 0 0,-1-1 0 15,-2-2 0-15,-1-4 0 0,1 0 0 0,-3-2 0 16,2 0 0-16,0-2 0 0,1 1 0 0,0-1 0 0,3 3 0 15,0 1 0-15,1 1 0 0,1 1 0 0,3 2 0 16,1 0 0-16,-1-1 0 0,1 1 0 0,3-2 0 0,-3 1 0 16,3 0 0-16,-1-3 0 0,1-2 0 15,1 0 0-15,1-1 144 0,0 1-144 0,1-3 128 16,0-1-128-16,1-4 128 0,1-2-128 0,0-4 0 16,-1-6 128-16,-1-1-128 0,-1-5 0 0,-2-1 0 0,-2-3 0 15,-3-2 0-15,2 5 128 0,0 2-128 0,3 5 0 16,1 6 0-16,2 7 0 0,0 4 0 0,1 3 0 0,-1 4 0 15,0 1 0-15,-1 2-320 0,1-2 0 16,-2 2 16-16,4-3-17872 0</inkml:trace>
  <inkml:trace contextRef="#ctx0" brushRef="#br2" timeOffset="149319.72">15427 11509 9215 0,'-3'-9'816'0,"1"3"-656"0,1-1-160 0,0 4 0 15,0 1 448-15,0-5 64 0,-2-2 16 0,0-6 0 16,-2-4 288-16,0-3 48 15,2 1 16-15,-1 2 0 0,2 4 464 0,1 2 80 16,1-1 32-16,1 2 0 0,2 0-160 0,1 0-16 0,1-1-16 0,2-2 0 16,1 0-560-16,1-1-96 0,3-3-32 15,0-2 0-15,2 2 0 0,2-4 0 0,2 0 0 0,0-2 0 16,2-2 48-16,0 0 0 0,2-2 0 0,-2 2 0 16,-2 2 80-16,1 3 32 0,-1 0 0 0,-2 4 0 15,-1 1-320-15,0 0-64 0,1 2-16 0,-1 0 0 16,-1 3-32-16,-1 2-16 0,2-1 0 0,0 1 0 0,1 3 144 15,0-1 16-15,-1 0 16 0,2 2 0 16,1 0-224-16,-1 1-48 0,1 2-16 0,0-1 0 16,-2 2-176-16,0 1 0 0,-16 1 0 0,34-2 128 0,-34 2-128 15,33 2 0-15,-33-2 144 0,0 0-144 0,52 7 128 0,-52-7-128 16,0 0 128-16,50 15-128 16,-50-15 144-16,0 0-144 0,55 28 192 0,-55-28-192 15,36 26 192-15,-36-26-64 0,34 29 0 0,-34-29-128 16,37 30 192-16,-37-30-192 0,35 31 192 0,-35-31-192 0,32 31 128 0,-32-31-128 15,30 31 0-15,-30-31 0 0,27 33 0 0,-27-33 0 16,0 0 0-16,33 50 0 0,-33-50 0 0,0 0 0 0,24 45 0 0,-24-45 0 16,15 35 192-16,-15-35-192 0,11 38 192 0,-11-38-192 15,8 41 208-15,-8-41-64 0,6 45-16 16,-6-45 0-16,5 47-128 0,-5-47 192 0,4 45-192 16,-4-45 192-16,5 46-192 0,-5-46 128 0,5 42-128 15,-5-42 128-15,6 40-128 0,-6-40 0 0,4 45 0 0,-3-23 0 16,-1 1 0-16,0 1 0 15,0-3 0-15,0 0 0 0,-3 3 0 0,0 2 0 0,-1 0 0 0,-1 3 0 16,-1-3 0-16,0 0 0 0,-1-2 0 0,-1-1 0 16,1 3 0-16,-2-2 0 0,-1 2 0 0,0 3 0 15,-1-3 0-15,0 2 0 0,2-1 128 16,1-1-128-16,-1-2 0 0,2-1 0 0,0-2 0 0,-1-1 0 0,1 0 0 0,0 0 0 16,1-4 0-16,-2 3 0 15,2-2 0-15,-2-2 0 0,2 1 0 0,-2 1 0 0,-2 0 0 0,1 0 0 16,0 0 0-16,-1-2 0 15,-1 0 0-15,0-1 0 0,1-1 0 0,-1-1 0 0,1 0 0 16,-1-2 0-16,1 1 0 0,-1-1 0 0,0 1 0 0,-1-2 0 0,0 0 0 0,0-1 0 16,1 0 0-16,-3-1 0 0,0 0 0 0,-2-2 0 15,-1 2 0-15,0-5 0 0,-1 1 0 16,1-1 0-16,-2 0 0 0,1-1 0 16,1 1 0-16,1 0 0 0,0-2 0 0,0 2 0 15,1 1 0-15,-1-3 0 16,2 2 0-16,0-2 0 0,1 1 0 0,1-1 0 0,2 0 0 0,0-1 0 0,0 1 0 0,1-2 0 15,0 0 0-15,0-1 0 0,-1 1 0 0,0-3 0 0,2 0 0 16,-2 1 0-16,-1-4 0 0,-1-1 0 16,1 0 0-1,-1-1 0-15,-2-2 0 0,0-2 0 0,0 2 0 0,0-2 0 16,1 2 128-16,0 0-128 0,1 0 0 0,1 2 0 16,2 1 0-16,0 0 0 0,1 1 0 0,1 0 0 15,1 0 0-15,0 1 0 0,0-2 0 0,1 1 0 16,0-1 128-16,0-1-128 0,0-1 0 0,-1-4 128 15,1-1-128-15,-1-1 128 0,1-1 0 0,-2-4-128 0,0-3 192 0,-2-4-64 16,0-3-128-16,0-1 0 0,-2-4 0 0,0-2 0 16,-1-1 0-16,-1 0 0 0,1 5 128 0,2 5-128 15,2 7 0-15,1 2 0 0,1 1 0 0,0 2 0 16,2 1 0-16,-2 1 0 0,2 0 0 0,2-2 0 16,-1-1 0-16,2-2 0 0,1-3 0 0,2-6 128 15,1 0-128-15,4-5 0 0,1-6 144 0,2-5-144 16,2-4 0-16,0-8 0 0,0-7 0 0,2-4 0 15,0-2-640-15,4 0-128 0</inkml:trace>
  <inkml:trace contextRef="#ctx0" brushRef="#br1" timeOffset="155570.65">6859 13179 12895 0,'-1'0'1152'0,"0"0"-928"16,1 0-224-16,0 0 0 15,0 0 1328-15,0 0 208 0,0 0 64 0,-1 1 0 16,2-1 528-16,0 0 112 0,0-1 32 0,1 1 0 0,1 0-544 0,0-2-96 15,0 2-32-15,2-2 0 0,0 2-528 16,1-1-112-16,1 1-32 0,2 0 0 16,0-2-240-16,-9 2-48 0,0 0-16 0,37-4 0 0,-37 4-208 0,28-5-32 15,-28 5-16-15,31-2 0 16,-31 2-160-16,0 0-16 0,40-1-16 0,-40 1 0 0,0 0-176 16,38 0 0-16,-38 0 0 0,0 0 0 15,35 1 0-15,-35-1 0 0,0 0 0 0,0 0 0 0,33 2 0 16,-33-2 0-16,0 0 0 0,0 0 0 15,0 0-944-15,0 0-160 0,0 0-48 0,0 0-15504 16</inkml:trace>
  <inkml:trace contextRef="#ctx0" brushRef="#br1" timeOffset="155919.06">6960 13317 2751 0,'-2'2'256'0,"1"-2"-256"31,0 0 0-31,0 0 0 0,0 0 1472 0,-1 1 256 16,-2 1 64-16,-1 0 0 0,-3 0 512 0,1 0 128 15,-1 2 0-15,2-2 16 0,1 2-784 0,1-2-144 16,0 3-48-16,0-2 0 0,1-1-384 0,1 1-64 0,0 1-32 0,0-1 0 16,1-1-288-16,0-1-48 15,1 0-16-15,0-1 0 0,1 2 128 0,-1-2 32 0,1 0 0 0,1-2 0 16,0 2 240-16,0-2 48 0,1 0 16 0,0-1 0 15,1-1-144-15,-1 1-16 0,2 1-16 0,1-3 0 16,-2 2-384-16,2 0-80 0,-1 0-16 0,1 0 0 16,0 1-128-16,2 1-16 0,-1-1-16 0,-7 2 0 15,0 0-64-15,0 0-16 0,35 0 0 0,-35 0 0 16,0 0-48-16,0 0-16 0,0 0 0 0,46 15 0 16,-46-15-144-16,0 0 0 0,0 0 0 0,0 0 0 15,45 21 0-15,-45-21 0 0,0 0 0 0,0 0-19216 16</inkml:trace>
  <inkml:trace contextRef="#ctx0" brushRef="#br1" timeOffset="160770.15">7700 12933 5519 0,'3'-5'496'0,"0"3"-496"16,0-1 0-16,-2 1 0 0,0 0 608 0,1-1 32 0,4-4 0 16,2-5 0-16,1-2 720 0,2 0 160 0,-3 2 16 0,-1 0 16 15,-2 1 720-15,0 3 144 0,-2 1 16 0,-3 0 16 16,0 3-752-16,0 3-160 15,-3-1-16-15,-2 4-16 0,-1 1-640 0,-5 3-128 16,-1 4-32-16,-3 2 0 0,-2 2-448 0,-3 0-80 0,0 5-32 0,-2-1 0 16,0 0-144-16,0 1-256 15,0-3 64-15,1-2 16 0,3-1 176 0,2-1-192 16,3 1 192-16,2-3-192 0,3-2 48 0,1 0 0 0,3 2 0 16,0-3 0-16,2 1 144 0,2 1-160 0,1-2 160 15,2-2-160-15,-3-5 160 0,0 0 0 0,0 0-144 0,0 0 144 16,33 28 0-16,-33-28 0 0,0 0 0 0,0 0 0 15,52 26 192-15,-52-26-64 0,0 0 0 0,40 26 0 16,-40-26 48-16,0 0 0 0,0 0 0 0,38 31 0 16,-38-31-48-16,0 0-128 0,0 0 192 0,0 0-64 15,0 0 0-15,11 31-128 0,-15-24 192 0,-2 0-64 16,-1 0-128-16,-2-2 0 0,-1 2 144 0,-2 0-144 16,0-2 0-16,-1 1 0 0,0-3 0 0,0 0 0 0,2 0 0 0,1-3 0 15,1 0 0-15,3 0 0 0,0 0 0 0,2 0 0 16,2-1 0-16,0 1 0 0,1-2 0 0,1 2 0 15,2-3 0-15,0 1 0 0,1 2 0 0,2-2 0 16,0 2 0-16,-1 0 0 0,-4 0 336 16,0 0 48-16,0 0 16 0,0 0 0 0,0 0 32 0,0 0 0 15,34 33 0-15,-34-33 0 0,0 0-240 0,9 29-64 0,-8-20 0 16,-1 1 0-16,0 1-128 0,-1 0 128 0,0 2-128 0,0-1 128 16,-1 0 0-16,1-2 0 0,-1 3 0 15,0-1 0-15,1 0 64 0,-1 0 0 0,1 0 0 16,0 2 0-16,1-2-192 0,-1 2 192 15,1 0-192-15,0 3 192 0,1-1-32 0,0 4 0 0,1-2 0 0,0 0 0 16,-2-18 96-16,9 39 32 0,-9-39 0 0,10 38 0 16,-10-38 0-16,10 33 0 0,-10-33 0 0,0 0 0 15,22 38-160-15,-22-38-128 0,0 0 144 16,0 0-144-16,39 26 0 0,-39-26 0 0,0 0 0 0,0 0 0 16,39 8-640-1,-39-8-240-15</inkml:trace>
  <inkml:trace contextRef="#ctx0" brushRef="#br1" timeOffset="161768.53">8240 13023 1839 0,'-3'-2'160'0,"2"1"-160"16,0-1 0-16,1 2 0 0,-1-1 1808 0,1 0 336 15,-1 1 64-15,0-2 16 0,-1-1-48 0,-1 0 0 0,0 0 0 0,0 0 0 16,0 0-64-16,0 1 0 0,0-1-16 16,0 1 0-16,0 2-464 0,0-2-96 15,1 2 0-15,-1 0-16 0,1 2-496 0,0-2-112 0,0 3-16 0,-1 1 0 16,0 1-384-16,0-1-64 0,0 4-32 0,-2 1 0 15,1 0-208-15,-1 4-32 0,-1 1-16 0,2 1 0 16,0 3 32-16,-1 1 0 0,1 2 0 0,0 5 0 16,0-2-48-16,2 2 0 0,1-2 0 0,2-5 0 15,-1-19-16-15,5 33 0 0,-5-33 0 0,0 0 0 16,0 0-128-16,0 0 0 0,0 0 0 0,0 0 128 16,40 3-128-16,-33-13 0 0,1-2 0 0,-1-4 0 15,2 0 0-15,-1-2 0 0,-1 1 0 0,0-1 0 0,-2 1-304 0,0 0 64 16,-1-1 16-16,-2-1 0 15,-1 3 48-15,-2-2 16 0,-2 2 0 0,-2-1 0 16,0 1 160-16,-1 1 0 0,0 4 0 0,0 1 0 0,0 3 0 0,0 1 0 0,0 3 0 0,1 3 0 16,1 2 0-16,-1 0 0 0,3 5 0 0,-1 0 0 15,0 3 0-15,2-3 0 0,1 2 0 0,1-1 0 32,-1-8-672-32,0 0-160 0</inkml:trace>
  <inkml:trace contextRef="#ctx0" brushRef="#br1" timeOffset="161937.85">8346 13151 21183 0,'2'2'1888'0,"-1"-2"-1504"0,0 1-384 16,1 1 0-16,-1-2 1920 0,0 2 304 16,0 0 64-16,2 1 16 0,-3-3 64 0,0 0 0 0,0 0 16 0,19 38 0 15,-19-38-1744-15,0 0-336 0,15 33-80 0,-15-33-16 16,0 0-416-16,0 0-96 0,0 0-16 0,0 0-16608 15</inkml:trace>
  <inkml:trace contextRef="#ctx0" brushRef="#br1" timeOffset="162306.85">8584 12928 28559 0,'-2'0'1264'0,"0"0"272"15,2 0-1232-15,0 0-304 0,0 0 0 0,0 0 0 0,0 2 1824 0,0-2 304 16,1 3 64-16,-2 0 16 0,1 1-1280 0,0 0-256 16,-1 1-48-16,-1 2-16 0,-1 1-464 0,1 1-144 15,-2 1 0-15,2 2 0 0,-2 4 144 16,-1-2-144-16,1 3 0 0,-2 0 144 0,1 2-144 0,1-1 0 16,-1-1 0-16,1 2 0 0,3-3 0 0,-1 1 0 0,1 0 0 15,1-3 0-15,0-14 0 0,0 0 0 0,7 26 0 16,-7-26 0-16,0 0 0 0,0 0-176 15,0 0 176-15,0 0-128 0,39 0 128 0,-31-5-192 16,-1 1 192-16,0 0-192 0,1 1 192 0,-2-3 0 16,2 3 0-16,-3-2 0 0,2-1 0 0,-2 2 0 15,2-3 0-15,-2 2 128 0,1-4-128 0,-1 2 0 0,-2-1 0 0,1 1 0 0,0-2 0 16,-2-1 0-16,-1 0 0 0,-1 1 0 0,0 2-128 16,-3-2 128-16,-2 4-128 0,-1 2 128 15,-3 2-160-15,-1 3 160 0,-3 2-192 0,0 3 192 31,1-2-960-31,-1 3-96 0,-1 1-16 0,2 2 0 16,1-1-1168-16,1-2-224 0</inkml:trace>
  <inkml:trace contextRef="#ctx0" brushRef="#br1" timeOffset="162753.01">8064 13466 11055 0,'-2'0'976'0,"0"-1"-784"16,2 0-192-16,0 1 0 0,-1 0 1328 0,0 0 208 15,0 0 64-15,-1 0 0 0,0 0 896 0,-1-2 176 16,1 4 32-16,2-2 16 0,0 0-352 0,1 1-80 0,0 0-16 0,2-1 0 16,0 0-992-16,1 2-192 0,1-2-32 0,-5 0-16 15,0 0-496-15,0 0-96 0,0 0-32 0,44-2 0 16,-44 2-160-16,0 0-16 16,44-4-16-16,-44 4 0 0,43-6-224 0,-43 6 176 0,53-8-176 0,-19 2 160 15,2 2-160-15,1-4 0 0,0 2 0 16,-1-4 128-16,-1 1-128 0,-2 2 0 0,-1 1 0 15,2 3 0-15,-2 2 0 0,3-1-144 16,-1 4 144-16,0-2-160 0,-34 0-32 0,62 1-16 0,-62-1 0 0,49 2 0 16,-49-2-16-16,36 5 0 0,-36-5 0 0,0 0 0 15,0 0-368 1,42 11-80-16,-42-11-16 0,0 0-16112 0</inkml:trace>
  <inkml:trace contextRef="#ctx0" brushRef="#br1" timeOffset="163233.65">8421 13682 13823 0,'-8'0'608'0,"4"0"128"0,0 0-592 0,1-2-144 31,2 2 0-31,-1 0 0 0,0-2 1264 0,-1 1 208 0,-1-1 64 0,-1 0 0 16,0 1 496-16,2-1 96 16,2 2 32-16,1-1 0 0,2 0-32 0,0 1 0 0,3 0 0 0,-1 0 0 0,-4 0-576 0,0 0-112 15,0 0-32-15,0 0 0 16,37-7-800-16,-37 7-160 0,0 0-48 0,0 0 0 15,39-1-176-15,-39 1-32 16,0 0-16-16,0 0 0 0,43 5-176 0,-43-5 0 0,0 0 144 16,0 0-144-16,0 0 0 0,37 19 0 0,-37-19 0 0,0 0 0 0,0 0 0 0,3 22 0 15,-7-15 0-15,-3 1 0 16,-2 1 0-16,-1 2-208 0,-2-2 48 0,-2 3 16 16,-1 1-128-16,-1 0-32 0,0-1 0 0,1 0 0 15,4-1-208-15,2 0-64 0,2-4 0 0,2 2 0 0,2-1 576 16,2-2 0-16,2-1 0 0,-1-5 0 0,0 0 256 0,0 0 16 15,0 0 0-15,0 0 0 0,40 10 256 0,-40-10 48 0,0 0 16 0,38-7 0 16,-38 7-272-16,31-10-48 0,-31 10-16 16,37-13 0-16,-37 13-256 0,41-18 0 15,-18 7 0-15,3-1-18848 16</inkml:trace>
  <inkml:trace contextRef="#ctx0" brushRef="#br1" timeOffset="163649.39">9278 13630 29487 0,'1'0'2624'0,"0"0"-2112"0,0 1-512 0,-1 0 0 0,1-1 1552 0,-1 3 208 16,1 1 32-16,-1-4 16 15,0 0-592-15,9 36-112 0,-9-36-16 0,3 32-16 0,-3-12-768 16,-1-1-160-16,-2 2-16 0,0-2-128 0,0-2 0 0,1-2 0 16,0-1 0-16,0-3-17888 0</inkml:trace>
  <inkml:trace contextRef="#ctx0" brushRef="#br1" timeOffset="164867.07">9798 13075 5519 0,'1'0'496'0,"-1"-2"-496"16,0 1 0-16,0 1 0 0,1 0 1024 0,0-2 128 15,0 1 0-15,1 0 16 0,0-4 752 0,-1 3 128 0,0-1 48 0,0 3 0 16,-1-2-688-16,0 2-144 15,-1 0-32-15,0 0 0 0,1 0-432 0,-1 2-96 16,1-2 0-16,-1 0-16 0,1 1-176 0,-1-1-16 16,0 0-16-16,0 0 0 0,0 0 272 0,1 0 48 15,-1 0 16-15,0 0 0 0,0 0 64 0,-1 0 16 0,0 2 0 0,1 0 0 16,-2-1-128-16,0 3 0 0,-1-2-16 0,1 4 0 16,-1 0-192-16,0 1-48 0,0 0 0 0,0 4 0 15,-1 1-256-15,1 1-48 0,0 3-16 0,0-2 0 16,2 3-32-16,0 0-16 15,1-1 0-15,1 1 0 0,0 0 48 0,0-2 0 0,0-15 0 0,4 25 0 0,-4-25-192 16,0 0 192-16,0 0-192 0,0 0 192 0,0 0-192 0,0 0 128 16,0 0-128-16,0 0 128 0,0 0-128 0,43 8 0 15,-36-18 0-15,2-4 128 0,-2-1-128 16,1 1 128-16,2 0-128 0,-2-3 128 0,1 3-128 0,-1 0 0 16,-2-2 0-16,-1 1 0 0,-1 1 0 0,-2-1 0 15,0 1 0-15,-2 0 0 0,-2 1 0 0,0 0 0 16,-3 1 0-16,-1 2 0 0,1 4 0 0,-3-2 0 15,1 4 0-15,-1-1 0 0,0 2 0 0,1 3 0 0,0 0 0 16,1 1 0-16,1 1 0 0,0 1 0 16,2 2 0-16,0-1 0 0,1 1 0 0,1-1-176 0,1 1 176 0,1 0-192 31,2-3-1408-31,-3-2-304 0</inkml:trace>
  <inkml:trace contextRef="#ctx0" brushRef="#br1" timeOffset="165053.6">9952 13217 32255 0,'4'3'1424'0,"-2"-1"304"0,-1-2-1392 0,1 0-336 0,-1 2 0 0,0-2 0 16,1 3 1312-16,1-1 192 0,-3-2 32 0,0 0 16 16,0 0-992-16,0 0-208 0,27 36-32 0,-27-36-16 15,0 0-304-15,0 0-272 0,15 37 48 0,-15-37 16 0</inkml:trace>
  <inkml:trace contextRef="#ctx0" brushRef="#br1" timeOffset="165425.07">10314 13009 28559 0,'4'-5'1264'0,"-1"1"272"0,0 1-1232 0,-1 0-304 15,-1 3 0-15,-1-2 0 0,1 2 1712 0,0-2 272 0,0-1 64 16,0 1 16-16,0-1-848 0,-1 3-160 16,-1 1-32-16,0 3-16 0,-2-1-496 0,-1 1-112 15,-1 6-16-15,0-1 0 0,-3 1-256 0,-1 1-128 16,-1 4 0-16,-1-1 128 0,2-1-128 0,-2 3 0 0,-1 5 0 0,1 2 0 16,1-1 0-16,3 3 0 0,3 0 0 15,2-4 0-15,2-21 0 0,4 36 0 0,-4-36 128 16,0 0-128-16,22 38 0 0,-22-38 0 15,0 0 0-15,0 0 0 0,42 12 0 0,-42-12 0 16,20-8 0-16,-10 1 0 0,0 1 0 0,-2-2 0 0,1-2 0 16,0 1 0-16,-1 0 0 0,-1-2 0 0,1 0 0 15,-2 2 0-15,-1 0 128 0,-1-1-128 0,-1 0 128 16,-1 1-128-16,0 2 0 0,-3-1 128 0,-1 4-128 0,-2-1 0 16,-2 2 0-16,-2 2 0 0,-3 2 0 0,-1 2 0 15,-2 3 0-15,-1 0 0 0,-2 1 0 0,0 3 0 16,1-1-752-1,-2 1-128-15</inkml:trace>
  <inkml:trace contextRef="#ctx0" brushRef="#br1" timeOffset="165847.29">9677 13502 10127 0,'-5'0'896'0,"2"0"-704"0,1 0-192 16,1 0 0-16,0 0 608 0,0 0 96 15,0-2 0-15,0 2 16 0,0-3 1472 0,0-2 304 0,-1 1 48 16,1 1 16-16,2-1 96 0,0 1 32 0,2 1 0 0,1-1 0 16,0 3-768-16,2-2-160 0,-6 2-32 0,0 0 0 15,0 0-832-15,39 0-160 0,-39 0-32 0,32-3-16 16,-32 3-304-16,50-3-64 16,-19-2-16-16,2-1 0 0,2-3-112 0,2 2 0 0,0-3-16 0,0 1 0 15,-1 3-176-15,1 0 0 0,2 1 0 16,2 4 0-16,1 2 0 0,-3 1 0 0,2-2 0 0,-5 0 0 0,-2-2 0 15,-3 0 0-15,-31 2 0 0,53-2 0 0,-53 2 0 0,43-2 0 16,-43 2-192-16,33-1 192 16,-33 1-704-16,0 0 0 0,0 0-16 0,0 0-17104 0</inkml:trace>
  <inkml:trace contextRef="#ctx0" brushRef="#br1" timeOffset="166484.06">10022 13673 21183 0,'-1'0'1888'0,"0"-1"-1504"0,0 1-384 0,1 0 0 15,0 0 1824-15,0-2 288 0,0 1 64 0,0-2 16 0,2 0-48 16,1-2-16-16,2 1 0 0,2-1 0 16,-7 5-976-16,16-7-192 0,-16 7-32 0,0 0-16 15,34-8-496-15,-34 8-96 0,0 0-32 0,40-2 0 16,-40 2-112-16,0 0-32 0,0 0 0 0,44 20 0 16,-44-20-144-16,0 0 0 0,0 0 0 0,25 37 0 15,-25-37 0-15,-3 17 0 0,-1-8 0 0,-4-2 0 16,0 0 0-16,-2 0 0 0,-2 3 0 0,-1-3 0 15,-2-1 0-15,-1 0-144 0,1-1 144 0,1-3 0 0,0 0-128 16,2 1 128-16,2-3 0 0,2 0 0 0,0 0 0 0,2-2 0 16,2 1 0-16,2-1 0 0,1 2 0 15,3 0 0-15,-2 0 144 0,0 0-144 0,0 0 208 0,0 0-32 16,0 0-16-16,44 5 0 0,-44-5 48 0,0 0 16 16,42 14 0-16,-42-14 0 0,0 0-96 0,47 21 0 15,-47-21-128-15,0 0 192 0,43 27-192 0,-43-27 176 16,0 0-176-16,27 30 160 0,-27-30-160 0,0 0 0 15,0 26 0-15,-8-18 0 0,-3 1 0 0,-3-1 0 0,-4 0 0 16,-2-2 0-16,-1 0 0 0,-3-1 0 0,0 0 0 16,0-3 0-1,0 0-528-15,2-2-48 0,3-2 0 0,5-2-18176 0</inkml:trace>
  <inkml:trace contextRef="#ctx0" brushRef="#br1" timeOffset="166850.29">10766 13733 32255 0,'0'-3'1424'0,"0"2"304"0,0 0-1392 0,0 0-336 15,1 1 0-15,0 0 0 0,0 0 1712 0,1 0 272 0,0 3 48 0,-2-3 16 16,0 0-1104-16,0 0-224 0,7 30-32 0,-9-16-16 15,0 0-416-15,-2 1-64 0,-2 2-32 0,0 1 0 16,-2 2-160-16,-2-2 0 16,2 1 0-16,-1-2-18976 0</inkml:trace>
  <inkml:trace contextRef="#ctx0" brushRef="#br1" timeOffset="168275.31">11484 12973 3679 0,'1'-2'320'0,"-1"1"-320"16,0 1 0-16,0 0 0 0,2-2 1280 0,-2 2 192 15,0-2 48-15,1 0 0 0,-1-3 656 0,0 2 144 16,0 1 32-16,0 0 0 0,-1 0-448 0,-1 1-96 0,1 1-16 0,0-2 0 16,0 2-592-16,-1-3-128 0,1 3-32 0,-1-2 0 15,0 1 816-15,-1 0 144 0,-1 2 48 0,1 0 0 31,-2 1-2048-31,1 3-320 0,0 0-96 0,-1 0-32 0,0 3 448 0,0 1 192 0,0 0 0 0,0 3-16 16,0-1 48-16,-1 2 16 0,1 4 0 0,-1 1 0 16,2 2 80-16,-2 0 32 0,1 0 0 0,0 0 0 15,0 0 16-15,2 1 0 0,0-2 0 0,2-2 0 16,2-1-48-16,-1-16 0 0,0 0 0 0,10 33 0 16,-10-33-320-16,0 0 144 0,0 0-144 0,0 0 0 0,0 0 0 0,45 12 0 15,-36-18 0-15,0-1 0 0,1-4 160 16,1 0-160-16,1-1 128 0,0-3-128 0,0-1 176 15,0-1-48-15,0 0-128 0,-1-1 192 0,0-1-64 16,-1 0-128-16,-1-3 176 0,-1 2-176 0,-3 2 0 0,-3 0 0 16,-1-2 0-16,-2 4 0 0,-1-3 0 0,-4 3 0 15,-2 4 0-15,-4 2 0 0,-3 3 0 16,-3 0-272-16,-1 5 48 0,0 4 16 16,1 5-768-16,2 0-160 0,1 5-16 0,3 0-16 15,3 2-896-15,2-2-176 0</inkml:trace>
  <inkml:trace contextRef="#ctx0" brushRef="#br1" timeOffset="168636.28">11664 13174 20271 0,'-2'-6'896'0,"1"3"192"0,0 0-880 0,1 1-208 0,0 0 0 0,0 2 0 15,0-2 1888-15,1-1 336 0,0 1 64 0,1-1 16 0,0 1 192 0,1 1 32 0,-1 2 16 0,1 4 0 32,-1 0-1312-32,0 0-256 0,-2-5-48 0,0 0-16 0,5 31-560 15,-5-31-112-15,0 0-32 0,0 0 0 16,6 35-208-16,-6-35 0 0,0 0 0 0,0 0-12336 16,0 0-2512-16</inkml:trace>
  <inkml:trace contextRef="#ctx0" brushRef="#br1" timeOffset="169183.23">12016 12945 16575 0,'0'0'1472'0,"-1"0"-1168"15,0 2-304-15,0-2 0 0,1 0 880 0,-2 0 112 0,-1 0 32 0,-1 0 0 16,-1 2 736-16,-2-1 160 0,2 1 16 0,-1 0 16 15,1 3-400-15,-1 0-80 0,1 1 0 16,0 0-16-16,-1 0-624 0,1 2-112 0,-1 1-16 0,2-2-16 16,0 3-176-16,1-1-16 0,1-2-16 0,1 1 0 15,2-2 288-15,-1-6 64 0,0 0 16 0,0 0 0 16,0 0-480-16,0 0-112 0,0 0 0 0,39 27-16 16,-39-27-96-16,0 0-16 0,0 0 0 0,44 16 0 15,-44-16-128-15,0 0 160 0,0 0-160 0,45 24 160 0,-45-24-160 16,0 0 0-16,33 29 0 0,-33-29 128 15,0 0-128-15,24 30 0 0,-24-30 0 0,0 0 0 0,0 0 0 0,9 37 0 16,-12-29 0-16,-1 0 0 0,-3 1 0 16,0-2 0-16,-2 0 0 0,-1 0 0 0,0-2 0 0,-2-1 0 15,-1-1 0-15,-2 0 0 0,0-1 0 0,0-1 0 16,1-1 0-16,-1-1 0 0,2-3 0 0,2 0 0 16,0-2 0-16,1-1 0 0,3 0 0 0,0-2 0 15,3-2 0-15,1 0 0 0,4 1 0 0,1-2 0 0,1-2 0 16,2 2 0-16,1 0 0 0,1 0 0 0,1-1 0 0,3 0 0 15,1-3 0 1,1 2 0-16,0 1 0 0,1-1 0 0,-1 2 0 0,1 0 0 0,0 1 0 0,0 1 128 16,-1-1-128-16,-2 1 0 0,0-2 144 15,-2 2-144-15,-2 1 0 0,-2 0 0 0,-2-2 0 0,-3-2 128 16,0 3-128-16,-4-2 0 0,-1 3 0 16,-3 1 0-16,-1 2 0 0,-4 1 0 0,-2 1 0 0,-2 4 0 15,1 0 0-15,0 2 0 0,-2 2 0 16,1 4 0-16,2-1 0 0,0 0-256 0,3 1 64 15,0 0-18256-15</inkml:trace>
  <inkml:trace contextRef="#ctx0" brushRef="#br1" timeOffset="169768.37">11311 13440 911 0,'0'-2'0'0,"0"0"0"0,1 0 0 16,0 1 0-16,0-1 2752 0,-1 1 480 0,0 1 96 0,2-2 0 15,1 0-32-15,1-3-16 0,0 3 0 0,0-1 0 16,1 1-576-16,-5 2-112 0,0 0-32 0,0 0 0 16,0 0-880-16,0 0-176 0,40-1-32 0,-40 1-16 15,0 0-816-15,40 1-176 0,-40-1-16 0,38 2-16 16,-38-2-224-16,46 1-32 0,-46-1-16 0,57 2 0 15,-57-2-160-15,67 2 0 0,-31-2 0 0,3 0 128 16,4 0-128-16,0-2 0 0,-1-4 0 0,-2 0 0 16,-2-1 0-16,2-4 0 0,4-2 0 0,-2 1 0 0,2-2 0 0,-2 1 0 15,-1-2 0-15,-4 1 0 0,-3 2-256 0,-6 2 32 16,-4 0 0-16,-24 10 0 16,35-9-1456-16,-35 9-304 0,0 0-48 0,0 0-13936 15</inkml:trace>
  <inkml:trace contextRef="#ctx0" brushRef="#br1" timeOffset="170270.12">11791 13554 14735 0,'-1'0'1312'0,"0"0"-1056"0,1 0-256 0,0 0 0 16,0 0 880-16,0-2 112 0,-1 2 32 0,0 0 0 0,1-3 1648 0,-1 1 336 15,1 0 64-15,0 1 0 16,0-1-704-16,0 2-128 0,-1 0-48 0,-1 2 0 16,1 1-1136-16,-2 2-224 0,-1 1-64 0,-1 3 0 0,-2 2-496 15,-2 3-96-15,1 2-32 0,-3 4 0 16,-2 1-144-16,0 2 128 0,-1 1-128 0,1 1 128 0,0-2-128 16,2-2 0-16,0-1 0 0,4-2 0 15,2-4 0-15,3-2 0 0,2-12 128 0,0 0-128 0,0 0 0 16,0 0 0-16,0 0 0 0,35 27 128 15,-35-27-128-15,39-4 0 0,-39 4 0 0,51-8 0 0,-24 3 0 16,0 0 0-16,-2-2 0 0,0 2 0 0,2-2 0 0,-2 0 0 16,-25 7 0-16,44-8 0 0,-44 8 0 0,38-3 0 15,-38 3 144-15,33-1-144 0,-33 1 0 0,0 0 0 0,36 0 0 0,-36 0 0 32,0 0-1024-32,0 0-208 0</inkml:trace>
  <inkml:trace contextRef="#ctx0" brushRef="#br1" timeOffset="170466.42">11911 13622 25791 0,'-6'0'2304'0,"3"0"-1856"0,1 0-448 0,0 0 0 0,1 1 1888 16,0 1 288-16,-1-1 48 0,-1 3 16 16,0 0-560-16,-3 4-96 0,0 2-32 0,1 2 0 15,0 2-864-15,-1 3-176 0,0 1-48 0,1 3 0 0,-1 3-144 0,1 0-48 16,-1 0 0-16,1 1 0 15,3-1-144-15,-1 0-128 0,0-1 144 0,2-1-144 0,1-5 0 0,0-17 0 0</inkml:trace>
  <inkml:trace contextRef="#ctx0" brushRef="#br1" timeOffset="171101.02">12617 13567 17503 0,'0'-1'1552'0,"0"1"-1232"0,0 0-320 0,0 0 0 0,0 0 1920 0,0 0 336 15,1-2 64-15,0 2 16 0,1 2 656 0,0-1 128 0,-2-1 16 0,0 0 16 16,0 0-1680-16,0 0-352 0,16 32-64 0,-16-32-16 15,0 0-656-15,5 31-144 0,-5-31-32 0,-2 26 0 16,-1-12-208-16,-2 0 0 0,-1 0 0 0,-3-1-12304 31,0 3-2544-31</inkml:trace>
  <inkml:trace contextRef="#ctx0" brushRef="#br1" timeOffset="175318.95">13347 12892 2751 0,'6'-7'256'0,"-3"0"-256"0,-1 3 0 0,1-1 0 0,-1 2 656 0,0 1 96 16,1 0 16-16,1-6 0 0,4 0 1552 0,0-2 320 0,1 0 64 0,-2 1 16 15,-2 5 160-15,-1 1 48 0,-1 0 0 16,-1 1 0-16,-1 4-1056 0,-2 1-208 0,1 0-32 0,-2 1-16 16,1 3-496-16,-1-3-96 15,0 4-32-15,0-2 0 0,2 3-304 0,-1 0-64 16,0 3-16-16,0 1 0 0,0 0-224 0,0 3-64 0,0 1 0 0,-1 2 0 16,1 1-96-16,-1 2-32 15,1-3 0-15,0 2 0 0,0-2-192 0,1-2 128 16,0-1-128-16,-1-2-11616 15,2 1-2384-15</inkml:trace>
  <inkml:trace contextRef="#ctx0" brushRef="#br1" timeOffset="175686.49">13121 13322 5519 0,'-3'-2'0'0,"1"1"224"16,1 1-64-16,1 0 32 0,-1 0-192 0,0 0 0 0,0 0 0 0,0-2 0 16,-1 2 1872-16,-1 0 352 0,0 0 64 0,2-2 16 15,-2 4 768-15,2-2 176 0,-1 0 16 0,2 0 16 0,-1 0-704 0,1 0-144 16,0 0-16-16,1 0-16 0,1 0-864 0,1 0-160 15,0 0-32-15,2 0-16 0,1 0-656 0,-6 0-128 16,0 0-32-16,0 0 0 0,38 0-192 0,-38 0-64 16,34-2 0-16,-34 2 0 0,46-3-48 0,-46 3-16 15,55-5 0-15,-26 3 0 0,-29 2-192 16,56-5 144-16,-27 3-144 0,0 0 128 0,-29 2-128 0,57-5 0 16,-27 2 0-16,1 1 0 0,1 0 0 0,0-1 0 15,-1-2 0-15,-1 1 0 0,-1-4 0 0,-4 2 0 0,-3-1 0 0,-5 2 0 16,-17 5-192-16,26-8-32 0,-26 8 0 0,0 0-18528 15</inkml:trace>
  <inkml:trace contextRef="#ctx0" brushRef="#br1" timeOffset="176198.41">13529 13514 911 0,'0'-3'0'0,"0"1"0"0,1-1 0 0,-1 1 0 0,0 0 2128 0,0 2 352 15,1-2 64-15,-1-1 16 0,1-2 512 0,-1 1 128 0,-1 1 0 0,0-1 16 16,-1 3-1488-16,0 1-320 0,0 1-48 0,-1 3-16 16,-1 2-512-16,-1 1-128 0,0 1 0 0,-3 4-16 15,1 0 576-15,-1 2 112 16,0 1 32-16,-1 4 0 16,-1-1-1408-16,-2 4-496 0,0 0 16 0,-1 2 0 0,1 1 912 0,0-4 176 15,2 1 32-15,1-4 16 0,3 2-208 0,0-4-32 16,2 1-16-16,1-3 0 0,3-14 176 0,-1 21 16 15,1-21 16-15,0 0 0 0,0 0-320 0,0 0-64 16,17 31-16-16,-17-31 0 0,0 0 16 0,0 0 0 0,35-5 0 16,-35 5 0-16,20-9 0 0,-20 9 0 0,20-12 0 0,-9 5 0 15,-2 0-96-15,-1 1-128 0,-1-2 176 16,-2 3-176-16,-1 0 160 0,-2-2-160 0,-1 3 128 0,-3-1-128 16,-1 2 0-16,-2 1 0 0,-2 0 128 0,0 0-128 15,-3 2 0-15,-1 2 0 0,-2 0 0 16,-2-1 0-16,2 2 0 0,1 1 0 0,2 1 0 0,1-1 0 0,1 0-176 15,3 1 176-15,1-3-128 0,1 1 128 32,2-3-752-32,2 0-64 0</inkml:trace>
  <inkml:trace contextRef="#ctx0" brushRef="#br1" timeOffset="177486.75">13572 13471 5519 0,'-1'0'496'0,"0"0"-496"16,0-2 0-16,1 2 0 0,-1 0 1360 0,-1 0 176 0,-1 0 48 0,0 0 0 0,-3 0 352 0,0 0 80 16,0 2 16-16,1-2 0 15,0 0 96-15,0 0 32 0,2 0 0 0,-2 0 0 0,1 0 240 0,0 0 48 16,1 0 16-16,-1-2 0 0,0 2-2144 15,1 0-320-15,0 0-304 0,-1 2 64 16,1 0 768-16,0-1 160 0,-2 3 16 0,1 1 16 0,0 0-288 0,-2 4-64 16,1-2-16-16,-3 5 0 15,1-2-160-15,-1 4-16 0,0 0-16 0,0 0 0 16,0 0 16-16,2 0 0 0,0 1 0 0,0-1 0 0,0 0 16 0,1 1 16 16,1-1 0-16,-1 0 0 0,1-2-80 0,0 0 0 15,1 0-128-15,-1-1 192 0,2 1-192 0,0-2 176 16,-1 1-176-16,1 1 160 0,0-2-160 0,0 0 160 15,0-1-160-15,2 0 160 0,-1-1-160 0,0-1 128 16,0 1-128-16,0-2 128 0,1-6-128 16,-1 9 192-16,1-9-192 0,0 0 192 0,0 0-192 0,0 0 160 15,0 0-160-15,0 0 160 0,0 0-160 0,0 0 0 16,0 0 0-16,11 29 128 0,-11-29-128 0,0 0 128 0,0 0-128 16,0 0 128-16,0 0-128 0,0 0 192 0,0 0-192 0,0 0 192 15,34 19-192-15,-34-19 160 0,0 0-160 0,0 0 160 16,0 0-160-16,0 0 0 0,39 16 144 0,-39-16-144 15,0 0 0-15,0 0 128 16,0 0-128-16,0 0 0 0,0 0 0 0,39 5 128 0,-39-5-128 0,0 0 0 16,0 0 128-16,0 0-128 0,0 0 128 0,32-9-128 15,-32 9 128-15,0 0-128 16,16-10 160-16,-16 10-160 0,13-10 128 0,-8 4-128 0,2-2 0 0,-2 2 144 16,-5 6-144-16,11-12 128 0,-11 12-128 0,11-10 128 15,-11 10-128-15,11-10 0 0,-7 4 0 0,0 1 0 16,0 1 0-16,-2 1 0 0,-1-2 128 0,0 2-128 15,0-1 0-15,0-1 0 0,-1 0 0 0,-1 1 0 16,0-1 0-16,-1 0 0 0,0 0 0 0,-1-2 0 16,-1 2 0-16,0-2 0 0,-1 1 0 0,0 0 0 15,2 2 0-15,-2-3 0 0,0 3 0 0,1 0 0 16,-1 0 0-16,0 1 0 0,2-1 0 0,-2 1 0 0,1 1 0 0,-1 2 0 16,-1 0 0-16,0 0 0 0,-1 0 0 15,1 2 0-15,-2 3 0 0,1-3 0 0,-1 1 0 16,-1 1 0-16,-1 1 0 0,0 0 0 0,-1 0 0 0,0-1 0 15,2-2 0-15,1-1 0 0,0 1 0 16,2-4 0-16,0 1 0 0,1-1 0 0,1 0 0 0,1-2 0 16,1-1 0-16,1 1 0 0,1-1 0 0,1 2 0 15,1 0-144-15,-2 3-13008 16,0 0-2592-16</inkml:trace>
  <inkml:trace contextRef="#ctx0" brushRef="#br1" timeOffset="178120.72">14206 13619 11055 0,'0'-1'976'0,"0"-1"-784"15,0 2-192-15,0-2 0 0,0 2 1200 0,0 0 192 0,0-1 32 0,1-1 16 0,0 2 1504 0,1 0 288 16,1 0 64-16,-2 2 16 0,-1-2-736 0,0 0-144 15,0 0-16-15,0 0-16 0,0 0-1136 0,16 33-240 16,-16-33-32-16,2 24-16 0,-2-24-640 0,-4 28-128 16,1-11-16-16,-3 1-16 15,-1 0-176-15,-2 1 0 0,0-1 0 0,1-1-18208 16</inkml:trace>
  <inkml:trace contextRef="#ctx0" brushRef="#br1" timeOffset="180300.09">14815 13030 1839 0,'1'-2'160'0,"0"-1"-160"0,0 3 0 0,0-2 0 15,0 2 704-15,-1-2 96 0,0 1 32 0,1-1 0 16,0 1 880-16,0-3 176 0,-1 0 32 0,1 1 16 16,-1 1-48-16,-1 0-16 0,0 0 0 0,0 1 0 15,0 1-928-15,1 0-192 0,-1 0-48 0,1 0 0 16,0 0-256-16,0 0-48 16,0 0-16-16,0 0 0 0,0-2-64 0,1 2-32 15,-1 0 0-15,1 0 0 0,0 0 192 0,-1 0 32 16,0 0 16-16,0-2 0 0,0 2-16 0,0-1 0 15,0 1 0-15,0 1 0 0,-1-1-32 0,1 0-16 16,-1 0 0-16,1 0 0 0,0 0-240 0,0 0-48 0,-1 0-16 16,1 0 0-16,0 0-16 0,0 0 0 0,0 0 0 0,0 0 0 15,0 0-144-15,0 0 160 0,0-1-160 0,0 1 160 0,0 0-160 0,0 0 0 0,0 0 144 0,0 0-144 32,0 0 0-32,0 1 128 0,0-1-128 0,1 0 0 0,-1 0 128 0,0 0-128 0,-1 0 160 0,1 0-160 15,0 0 224 1,0 2-48-16,0-2-16 0,0 0 0 0,0 0-160 0,1 0 192 15,-1-2-192-15,0 2 192 0,0 0-192 0,0 2 0 16,-1-2 0-16,1 0 128 16,0 0-128-16,-1 0 0 0,1 0 0 0,0 0 128 15,-1 0-128-15,1 0 0 0,0 0 0 0,1 0 0 16,-1 0 0-16,0 0 0 0,1 0 128 0,-1 0-128 0,0-2 0 0,1 2 0 16,0-1 0-16,-1 1 0 0,1 0 0 0,0 0 0 15,-1-2 0-15,1 2 0 0,-1 0 0 0,0 0 0 16,0 0 0-16,0 0 0 0,0 0 0 0,-1 0 0 15,1 0 0-15,-1 0 0 0,1 0 0 0,0 0 0 16,0 0 0-16,-1 0 0 0,1 0 0 0,0 0 0 16,0 0 128-16,1 0-128 0,-1 0 0 0,0-2 0 15,1 2 0-15,0-3 0 0,1 3 0 0,-1-2-144 16,0-1 144-16,0 1 0 0,1 2-256 0,0-2 64 0,0 0 16 0,-1-1 0 31,1 1-272-31,-1 1-64 0,0-1-16 0,-1 0 0 0,0 2 304 0,0-2 64 0,0 0 16 0,0 1 0 16,0-1 144-16,0 2 0 0,0-2 0 0,-1 1 0 15,2 1 240-15,-1 0-32 0,0-2 0 0,0 2 0 16,0-1 240-16,0 0 32 0,0 1 16 0,0-3 0 16,1 1-192-16,0 0-48 0,0-1 0 0,-1 1 0 15,2 0-64-15,-2-3-32 0,1 2 0 0,0-1 0 16,-1 1 96-16,0 1 0 0,0 0 16 0,-1 1 0 16,1 1 160-16,-2 0 16 0,1 1 16 0,-1 3 0 0,1-1-128 0,-2 1-16 15,0 4-16-15,-1 1 0 0,1 0-48 0,-2 1 0 16,1 2 0-16,0 0 0 0,0 2-64 0,-1 0 0 15,2 0-16-15,-1 0 0 16,1-1-48-16,0 0 0 0,0 0 0 0,2 0 0 0,0-1-128 0,0 0 192 16,1-1-192-16,0 0 192 15,0-2-192-15,0-9 128 0,0 0-128 0,7 29 128 0,-7-29-128 0,0 0 0 16,0 0 0-16,0 0 128 0,22 36-128 0,-22-36 0 16,0 0 144-16,0 0-144 0,0 0 192 0,0 0-16 0,41-1-16 0,-31-6 0 15,0-2 32-15,1-1 0 0,0-4 0 0,0-2 0 16,0 1-192-16,1-1 0 0,1-6 144 15,0 1-144-15,-1 0 0 0,-1-2 0 0,-2 1 0 16,-3 1 0-16,-1 0 0 0,-4-1 0 0,-2 3 0 0,-3 2 0 16,-2 0-304-16,-4 1 32 0,-3 0 0 0,-4 3 0 31,0 1-336-31,0 7-64 0,-1 2-16 0,2 4 0 0,0 7 80 0,3 3 16 16,1 2 0-16,1 3 0 0,1 2 160 0,3-1 48 0,2 2 0 0,3-2 0 15,2-17-256-15,7 28-32 0,-7-28-16 0,0 0-13728 16</inkml:trace>
  <inkml:trace contextRef="#ctx0" brushRef="#br1" timeOffset="180555.5">15107 13092 7359 0,'0'2'320'0,"0"-1"80"0,0 0-400 0,0 0 0 0,0 1 0 0,-1 0 0 15,0-1 2816-15,0 3 496 0,-1 3 80 0,0 0 32 0,-1 3 672 0,2-3 144 16,0 1 32-16,0 0 0 0,1-3-2256 0,0-5-448 0,0 0-96 0,0 0 0 16,0 0-1120-16,0 0-224 15,0 0-128-15,0 0 160 0,0 0-160 0,0 0-256 16,38 14 64-16,-33-16-11728 0,0 0-2352 0</inkml:trace>
  <inkml:trace contextRef="#ctx0" brushRef="#br1" timeOffset="181585.14">15407 12892 11967 0,'0'-2'1072'0,"0"2"-864"16,1-1-208-16,-1 0 0 0,0 1 1408 0,0 0 224 15,1-3 48-15,-1 1 16 0,0-1 1184 0,0-1 256 0,0 2 32 0,-1-1 16 16,0 1-1152-16,-1 1-240 16,1 1-32-16,-1 1-16 0,0 1-880 0,-1 1-176 15,-1 1-48-15,0 1 0 0,1 2-352 0,-3 1-80 16,1 3-16-16,-2 1 0 0,1 0 0 0,-2 4-16 0,2-3 0 16,-2 4 0-16,-1 3 80 0,0 1 32 15,-1 3 0-15,0 0 0 0,1-2-128 0,1 1-32 16,0-2 0-16,2 1 0 0,1-6 32 0,2 1 0 15,2-3 0-15,1-14 0 0,0 0-160 0,2 29 0 16,-2-29 0-16,0 0 128 0,0 0-128 0,0 0 0 0,0 0 0 0,0 0 0 16,33 29 0-16,-33-29 0 0,0 0 0 0,0 0 0 15,0 0 0-15,0 0 0 0,30-3 0 0,-25 0 0 16,1-1 0-16,-2-1 0 0,3-3 128 0,-2-1-128 16,2-2 0-16,-2-1 0 0,2 0 0 0,-3-3 0 15,0 2 0-15,-2 0 0 0,-1 1 0 0,-3 1 0 16,-1 1 0-16,-2 3 0 0,-3 4 0 0,-3 3 0 15,-2 3-320-15,-3 2 64 0,0 4 16 0,-2 1 0 16,0 4-848-16,1 3-160 0,-1-1-32 16,2 0-15536-16</inkml:trace>
  <inkml:trace contextRef="#ctx0" brushRef="#br1" timeOffset="182066.65">14626 13456 12895 0,'-3'1'576'0,"2"-1"112"0,0 0-560 0,0 0-128 0,0 0 0 0,0 0 0 16,1 2 1792-16,-2-2 336 0,1 1 64 0,-1-1 16 15,0 2 736-15,1-2 160 0,1 0 32 0,0 0 0 0,0 0-1024 0,2 0-208 16,-1 0-48-16,1-2 0 15,2 2-1024-15,1-1-224 0,-5 1-32 0,0 0-16 0,47-4-336 0,-47 4-64 16,54-1-16-16,-22-1 0 0,3 0-144 0,2-3 192 16,2 2-192-16,3-1 192 0,2-1-192 15,-1 0 0-15,3 3 144 0,0 0-144 16,3-3 0-16,0-1 0 0,0-2 0 0,-4-2 0 0,-5 1 0 0,2-2 0 16,1-1 0-16,-1-1 0 15,-2 3 0-15,-5-1 0 0,-3 4 0 0,-8-3 0 16,-24 10 0-16,32-10-208 0,-32 10 48 0,0 0 16 15,0 0-432-15,0 0-64 0,0 0-32 0,0 0-17008 16</inkml:trace>
  <inkml:trace contextRef="#ctx0" brushRef="#br1" timeOffset="182687.6">15190 13576 7359 0,'-1'-1'320'0,"0"1"80"0,0-2-400 0,1 0 0 0,-1 1 0 0,1 1 0 0,0-2 2736 0,0 1 464 31,1-2 80-31,-1-2 32 0,2 2 464 0,-1-1 112 0,0 1 16 0,-1 1 0 16,0 2-1840-16,-1-2-352 0,0 4-80 0,-1 0-16 15,0 1-928-15,-2 0-192 0,-1 3-48 0,-1 1 0 0,-1 1-208 0,-2 3-48 16,1-1-16-16,-3 2 0 15,1 2-176-15,0 2 128 0,0-1-128 0,1-1 128 0,3 0-128 0,0-4 0 32,3 1 0-32,3-11 0 0,-4 17 0 0,4-17 0 0,0 0 0 0,0 0 0 15,0 0 0-15,0 0 0 0,0 0 0 0,19 30 0 16,-19-30 0-16,0 0 0 0,0 0 0 0,40 15 0 16,-40-15 0-16,0 0 128 0,39 15-128 0,-39-15 0 15,0 0 128-15,35 23-128 0,-35-23 0 0,0 0 128 16,26 26-128-16,-26-26 0 0,0 0 0 0,0 0 0 0,25 38 0 0,-25-38 0 15,0 0 0-15,3 26 0 0,-5-17 0 0,-1-3 0 16,-2 2 128-16,-1-2-128 0,-2 0 0 0,0-1 0 16,-2 0 0-16,-2 0 0 0,-1 0 0 0,-3-1 0 15,0 1 0-15,-1-3 0 0,1 2 0 0,1-3 0 16,1-1 0-16,3-2 0 0,1-1 0 0,1-2 0 16,2-1 0-16,1-2 0 0,2 1 0 0,2-2 0 15,3-3 0-15,1-2 0 0,3 0 0 0,2-3 0 16,1 2 0-16,2-1 0 0,2 0 0 0,1-1 0 0,2 0 0 0,-1-1 0 15,1 0 0-15,0 2 0 0,-1 2 0 0,0-3 0 16,-1 1 0-16,-1 2 0 0,0 1 0 0,-5 0 0 16,0 3 0-16,0 1 128 0,-2 0-128 0,-3 3 0 15,0-1 0-15,-1 2 0 0,-2 0 0 16,-1 1 0-16,0-1 0 0,-2 0 0 0,-1 3 0 16,-1 2 0-16,-1 0 0 0,-1 0 0 0,-1 0 0 0,1 2 0 15,1 1 0-15,-1-1 0 0,3-1 0 0,-2 1 0 16,3 1 0-16,-1-2 0 0,1 2 0 0,1-1-18752 15</inkml:trace>
  <inkml:trace contextRef="#ctx0" brushRef="#br1" timeOffset="183149.81">15856 13549 12895 0,'-1'0'1152'0,"0"1"-928"0,1 1-224 0,0-2 0 16,0 0 1840-16,1 0 320 0,-1 2 64 0,0 0 16 0,0-2 1168 0,0 0 240 16,0 0 64-16,0 0 0 0,0 0-1696 0,0 0-336 15,0 0-64-15,24 36-16 16,-24-36-1104-16,0 0-240 0,5 27-32 0,-5-27-16 0,-5 23-208 0,0-11 0 16,-2 0 0-16,0 2-12080 0,-2-2-2416 0</inkml:trace>
  <inkml:trace contextRef="#ctx0" brushRef="#br1" timeOffset="184754.41">16433 12979 13823 0,'-1'-3'1216'0,"0"0"-960"0,1 0-256 0,0 1 0 15,0 0 1536-15,0-2 272 0,0-2 48 0,-1-5 16 16,0-1 560-16,-1 0 128 0,1 3 0 16,0 1 16-16,0 4-960 0,-1 1-192 15,-1 1-32-15,0 2-16 0,-1 2-800 0,1 3-144 0,-1 0-48 0,-1 4 0 16,2 1-128-16,-2 4-48 0,0 2 0 0,0 1 0 15,0 2-16-15,0 3 0 0,0 2 0 0,1-1 0 16,1 1-32-16,1-1-16 16,1-1 0-16,1-22 0 0,3 35-144 0,-3-35 192 0,0 0-192 0,10 32 192 15,-10-32-192-15,0 0 0 0,0 0 0 0,0 0 0 16,32 1 0-16,-24-7 0 0,0-2 144 0,0-1-144 0,2-1 144 0,-1 1-144 16,-1-3 192-16,0 1-192 0,-2-2 128 15,1 1-128-15,-1-1 0 0,0-2 0 16,-2 1 0-16,0-1 0 0,0-2 0 0,-2 1 0 15,-1 0 128-15,-1-6-128 0,-1 1 0 0,-1-2 0 16,0 1 0-16,-1 0 0 0,-1 4 0 0,0 3 0 16,-2 3 0-16,-1 5 0 0,-2 5 0 0,0 6 0 15,0 4-160-15,-1 4-32 0,-1 3-16 0,1 5 0 16,0 2-528-16,3 1-96 0,1 2-32 0,2-2-15328 16</inkml:trace>
  <inkml:trace contextRef="#ctx0" brushRef="#br1" timeOffset="184954.24">16597 13063 31327 0,'1'3'1392'0,"0"-1"272"0,0 0-1328 0,-1 0-336 16,1 1 0-16,-1-3 0 0,1 2 1536 0,0 2 256 0,-1-4 32 15,0 0 16-15,0 0-944 0,8 39-192 0,-8-39-48 0,0 0 0 16,8 38-496-16,-8-38-160 0,0 0 0 0,0 0 0 15,15 38 0-15,-15-38 0 0,0 0-160 0,0 0-11760 16,0 0-2352-16</inkml:trace>
  <inkml:trace contextRef="#ctx0" brushRef="#br1" timeOffset="185501.87">16790 12910 16415 0,'1'-4'352'0,"0"1"80"0,0 0 16 0,0 0 16 0,0 1-464 0,1-1 0 0,0 1 0 0,0 0 0 16,3-3 3264-16,0-2 576 0,1-1 96 0,0 2 32 15,0 1-1984-15,-2 0-384 0,1 3-64 0,-1-2-32 16,-2 3-384-16,0 1-80 0,-2 0-16 0,1 2 0 0,-1 1-576 0,0 1-112 16,-1 4-16-16,1-8-16 0,0 0-144 15,0 28-32-15,0-28 0 0,-3 26 0 0,3-26-128 16,-1 28 160-16,1-28-160 0,0 0 160 0,6 35-160 0,-6-35 0 15,0 0 0-15,0 0 128 0,20 34-128 0,-20-34 0 16,0 0 0-16,0 0 0 0,31 29 0 0,-31-29 0 16,0 0 128-16,0 0-128 0,34 28 0 0,-34-28 0 15,0 0 0-15,0 0 0 0,23 40 0 0,-23-40 0 0,0 0 0 0,7 30 0 16,-7-30 0-16,0 0 0 0,-1 26 128 0,-1-18-128 16,-2 0 0-16,-2-1 0 0,1 0 0 0,-3 0 0 15,2-2 0-15,-2 0 0 0,-1 0 0 16,-1-1 0-16,-1 1 0 0,-2-2 0 0,1 1 0 0,-1-4 0 15,1 0 0-15,1-4 0 0,0-1 0 0,3 0 0 16,1-2 0-16,1 0 128 0,2-2-128 0,2 1 128 16,2-1-128-16,1 1 0 0,1-1 0 0,2 0 0 15,2 1 0-15,1 1 0 0,1 0 0 0,2-3 0 16,-1 3 128-16,2-2-128 0,1-1 0 0,1-2 128 0,2 0-128 0,-1-2 160 16,2 0-160-16,-1 1 160 0,0-2-160 0,-1 1 0 15,0-1 0-15,-1-2 0 16,-2 1 0-16,-2 0 0 0,-2-1 0 0,-2 0 0 0,-3 1 0 15,-2 0 0-15,-2 3 0 0,-3 0 0 0,-3 3 0 0,-4 3 0 16,-3 4 0-16,-4 3 0 0,0 5 0 0,-5 0 0 16,-2 4 0-16,0 1 0 0,1 1 0 0,5-1-224 15,2-3 48-15,5 0 16 0,1 1-80 0,3-2-16 16,3 0 0-16,1-1-18224 0</inkml:trace>
  <inkml:trace contextRef="#ctx0" brushRef="#br1" timeOffset="185969.35">16327 13410 7359 0,'-10'2'656'0,"4"-2"-528"0,1 0-128 0,0 1 0 0,1 0 1280 0,2-1 208 15,-1 2 48-15,-3 1 16 0,-2-1 1136 0,-1 3 240 16,0 0 32-16,2 0 16 0,3-2-272 15,1 0-48-15,3-2-16 0,1 1 0 16,-1-2-992-16,0 0-208 0,0 0-32 0,0 0-16 0,36 0-704 0,-36 0-144 16,27-3-32-16,-27 3 0 0,36-4-256 0,-36 4-48 15,47-7-16-15,-20 4 0 0,-27 3-32 0,57-7-16 16,-22 3 0-16,3 0 0 0,2 0-144 16,2-1 160-16,2 1-160 0,-2-4 160 0,3 0-160 15,0 0 0-15,-2-1 0 0,-1 2 0 0,-3 0 0 0,0 0 0 16,-1 1 0-16,-3-2 0 0,-3 1 0 0,-5-1 0 15,-3 1 0-15,-24 7 0 0,37-10-144 0,-37 10-16 0,0 0 0 0,28-4 0 16,-28 4-592 0,0 0-112-16</inkml:trace>
  <inkml:trace contextRef="#ctx0" brushRef="#br1" timeOffset="186518.35">16825 13637 21183 0,'0'3'944'0,"0"-1"192"0,1-2-912 0,-1 2-224 0,0-2 0 0,0 0 0 16,0 2 2704-16,1 1 496 0,-1 0 112 0,0-3 16 15,0 0-960-15,0 0-192 0,0 0-48 0,0 0 0 16,0 0-1440-16,0 0-304 0,0 0-48 0,0 0-16 16,0 0-192-16,0 0-128 0,0 0 160 0,32-6-160 0,-29-1 0 0,0-2 0 15,-1-1 0-15,0 1 0 0,-2-3 0 0,-1 0 0 16,-2 0 0-16,-2 3 0 0,-1-1 0 0,-3 3 0 16,-3 0 0-16,-1 5 0 0,0-1 0 0,-2 6 0 15,-1-1 0-15,1 5 0 16,-1 0-240-16,2 1 64 0,0 1 16 0,2 1 0 0,0 1 160 0,2 1 0 15,3 0 0-15,1-2-128 0,1 1 128 0,1 1 0 16,1-2 0-16,3-10 0 0,0 0 0 0,3 29 0 16,-3-29 0-16,0 0 0 0,0 0 0 0,0 0 0 0,30 32 0 0,-30-32 0 15,0 0 0-15,0 0 144 0,44 10-144 0,-44-10 0 16,33-4 128-16,-33 4-128 0,37-10 0 0,-20 2 0 16,-17 8 0-16,30-12 0 0,-15 4 0 0,-1 0 0 15,-2 1 0-15,-1 0 0 0,-11 7 0 0,14-10 0 16,-14 10 0-16,0 0 0 0,0 0 0 15,0 0 0-15,-4 22 0 0,-2-10 0 0,-4 4 0 0,-1 3 0 16,-2 4 0-16,-2 4 0 0,-1 4 0 0,0 2 0 16,1-2 0-16,1 0 0 0,1 2 128 0,2-3-128 15,3-1 192-15,1-3 0 0,5-5-16 0,0-2 0 0,2-19-176 16,2 26 0-16,-2-26 0 0,0 0-18800 16</inkml:trace>
  <inkml:trace contextRef="#ctx0" brushRef="#br1" timeOffset="186869.55">17425 13625 27647 0,'0'0'1216'0,"0"0"256"0,0 0-1168 0,0 0-304 0,0 0 0 16,0 0 0-16,0 0 2080 0,0 0 352 15,0 0 80-15,0 0 16 0,15 31-880 0,-15-31-176 16,-3 28-48-16,-1-11 0 0,-2 2-816 0,-1 0-160 16,-2 0-48-16,0-2 0 0,-1 2-400 0,0-3 128 15,0 0-128-15,-1-1-19232 0</inkml:trace>
  <inkml:trace contextRef="#ctx0" brushRef="#br1" timeOffset="188933.22">18025 12930 17503 0,'3'-2'1552'0,"-2"-3"-1232"0,0 3-320 16,-1 0 0-16,0 2 1600 0,1-1 272 15,0-2 48-15,1-2 16 0,-1-1-208 0,2-1-64 0,0-1 0 0,-1 2 0 16,0 0-656-16,-1 1-144 15,0 2-32-15,-2 2 0 0,0 1-256 0,-2 3-48 0,-2 3-16 16,0 3 0-16,-1 3-112 0,-2 5-16 0,-1 4-16 0,-1 5 0 16,0 4-80-16,-2 3-16 0,1 0 0 0,2 1 0 15,0-3-112-15,4-3-32 16,1-2 0-16,2-5 0 0,2-21 64 0,3 32 0 16,-3-32 0-16,0 0 0 0,0 0-192 0,0 0 0 0,0 0 0 15,0 0 0-15,39 11 176 0,-33-18-48 0,3-3-128 16,-2-2 192-16,3-2-48 0,0 0-16 0,-1-2 0 15,-1-1 0-15,0 2-128 0,-2-1 0 0,-1 2 0 16,-2-2 0-16,-2 1 0 0,0-2 0 0,-1 1 0 0,-1-1 0 16,0-2 0-16,-2 0 0 0,0 0 0 0,2-2 0 15,-2 2 0-15,2 0 0 0,0 2 0 0,0 5 0 0,1 3 0 0,-1 2 0 16,-1 5 128-16,0 2-128 0,-2 2 0 0,0 1 192 16,1 4-192-16,-4-1 192 0,-1 6-192 0,-1 0 160 15,-2 2-160-15,1 1 160 0,-1 1-160 16,0-1-224-16,2 0 48 0,1-2-17632 0</inkml:trace>
  <inkml:trace contextRef="#ctx0" brushRef="#br1" timeOffset="189235.25">18257 13139 26719 0,'-1'-6'2368'0,"1"3"-1888"0,0 1-480 0,0 1 0 16,-1-1 1312-16,1 2 160 0,-1 0 48 0,1 0 0 15,-1 0-736-15,0 0-144 16,0 2-16-16,1 1-16 0,0 1-304 0,0-4-64 0,0 0-16 0,0 0 0 15,6 32 192-15,-6-32 32 0,0 0 16 0,0 0 0 16,15 37-272-16,-15-37-48 0,0 0-16 0,0 0 0 0,0 0-128 16,0 0 0-16,0 0-160 0,35 21-16368 15</inkml:trace>
  <inkml:trace contextRef="#ctx0" brushRef="#br1" timeOffset="189571.16">18649 12781 35935 0,'1'0'1600'0,"0"0"320"0,0 0-1536 15,-1 0-384-15,0 0 0 0,-1 1 0 0,0 3 528 0,-1-2 48 0,0 1 0 0,-3 4 0 16,-1 2-224-16,-1 3-32 0,0 2-16 0,-4 1 0 16,0 4-96-16,-2 4-16 0,-1 2 0 0,0 2 0 15,-2 1-192-15,2 1 0 16,0 0 128-16,3-1-128 0,1-2 0 0,0 0 176 0,4 0-176 0,2-4 160 15,4-22 32-15,-2 35 0 16,2-35 0-16,0 0 0 0,0 0-192 0,0 0 0 0,0 0 0 0,37 15 0 16,-25-23 0-16,1-4 128 0,2-2-128 15,1 0 0-15,-1-2 0 0,-1 1 128 16,-1-1-128-16,-3 1 0 0,0 1 0 0,-3 2 0 16,-2 0 128-16,-2 3-128 0,-2 2 0 0,-3 0 0 0,-2 4 0 0,-3 1 0 0,-3 2 0 15,-3 2 0 1,-3 1 0-16,-3 2 0 0,1 2 0 0,-2 1-176 0,-1 0 176 0,1-1-192 31,2 1-496-31,2-1-96 0,2 0-32 0,1-3-16528 0</inkml:trace>
  <inkml:trace contextRef="#ctx0" brushRef="#br1" timeOffset="189968.73">17900 13476 19343 0,'-8'2'848'0,"4"-2"192"0,0 0-832 0,1 0-208 16,2 0 0-16,0 0 0 0,0 0 1856 0,-1 2 320 15,0-2 64-15,0 0 0 0,1 0 624 0,1 0 112 16,2 0 32-16,2-2 0 0,1 2-1728 0,1 0-352 16,-6 0-64-16,0 0-16 0,29-2-400 0,-29 2-96 15,27-3-16-15,-27 3 0 0,36-2-128 0,-36 2-16 16,49-5-16-16,-20 3 0 0,3 0-176 0,5-3 160 16,1 0-160-16,3 0 160 0,1-3-160 0,0 0 0 0,-1 1 0 15,2-1 0-15,1 1 0 0,-1 2 0 0,0 1 0 0,-2-1 0 16,-3-1 0-16,-2 0 0 0,-3-1 0 0,-3 2 0 15,-3 0 160-15,-27 5-160 0,41-6 192 0,-41 6-192 16,0 0 0-16,35 0 0 0,-35 0 0 0,0 0 0 16,0 0-464-16,0 0-160 0</inkml:trace>
  <inkml:trace contextRef="#ctx0" brushRef="#br1" timeOffset="190289.36">18214 13630 13823 0,'-1'-4'1216'0,"0"3"-960"0,1-2-256 0,0 3 0 16,0-2 2736-16,-1 2 496 0,1 0 96 15,0 0 32-15,0 0 304 0,-1 2 64 0,-1 1 16 0,2-3 0 16,-6 12-2400-16,3-2-496 16,-2 3-80-16,-1 2-32 0,0 2-528 0,-1 1-208 0,-1 2 176 15,0 0-176-15,-2 4 0 0,2-1 128 0,0 2-128 0,0-4 0 16,2-2 0-16,0 0 0 0,3-2 0 0,3-17 0 16,-3 22 0-16,3-22 0 15,0 0 0-15,0 0 0 16,0 0-640-16,0 0-80 0</inkml:trace>
  <inkml:trace contextRef="#ctx0" brushRef="#br1" timeOffset="190653.05">18349 13637 12895 0,'0'0'1152'0,"0"0"-928"0,0 0-224 0,1 0 0 0,0 0 2784 0,-1 0 512 16,1 0 96-16,0 0 32 0,-1 0 208 15,0 0 32-15,0 0 16 0,0 0 0 0,0 0-2112 0,33-3-416 16,-33 3-96-16,20-6-16 15,-20 6-672-15,26-8-144 0,-26 8-32 0,30-9 0 0,-30 9-192 0,32-7 0 0,-32 7 128 0,28-5-128 16,-28 5 0-16,0 0 0 16,0 0 0-16,35 12 0 0,-35-12 0 0,0 0 0 15,1 28 0-15,-7-16 0 0,-1 1 0 0,-3 3 0 16,-1-2 0-16,-2-1-160 0,1 0-16 0,-3-3 0 16,0 2 0-16,-2-1 0 0,-1 1-32 0,2-3-16 0,-1 1 0 15,3-3 0-15,2-1 64 0,2 0 16 16,1-3 0-16,3 1 0 0,1-2 272 0,3 1 48 0,3-3 16 0,-1 0 0 15,0 0 64-15,0 0 32 0,0 0 0 0,0 0 0 16,36-5 32-16,-36 5 16 0,33-7 0 0,-33 7 0 16,40-9-64-16,-40 9-16 0,46-12 0 0,-46 12 0 15,47-12-16-15,-47 12-16 0,43-11 0 0,-43 11 0 16,36-11-224-16,-36 11 176 16,31-11-176-16,-31 11 160 0,26-8-160 0,-26 8 0 15,23-8 0-15,-23 8-20384 0</inkml:trace>
  <inkml:trace contextRef="#ctx0" brushRef="#br1" timeOffset="191433.24">19150 12880 21183 0,'-5'5'1888'0,"1"-2"-1504"16,1 1-384-16,0-1 0 0,2 0 1552 0,0-1 240 16,1 0 64-16,-2 2 0 0,2-4 736 0,-5 12 160 15,1-4 16-15,2-3 16 0,2-5-1552 0,0 0-304 0,0 0-64 0,0 0-16 16,0 0-432-16,0 0-96 0,0 0 0 0,36 11-16 16,-36-11-304-16,0 0 128 0,34-2-128 15,-34 2 0-15,0 0 128 0,34 2-128 0,-34-2 0 0,0 0 0 16,0 0 0-16,0 0 0 0,36 19 0 0,-36-19 0 15,0 0 0-15,0 0 0 0,0 0 0 0,0 0 0 16,-4 24 0-16,1-21 0 0,-1 1 0 0,1-2 0 16,-2 1 0-16,-1 2 0 0,0-1 0 0,-1 1 0 15,0 1 0-15,0 0 0 0,-1 3 0 16,0-1 0-16,0 1 128 0,1 1-128 0,0 3 0 0,0-3 0 0,3 2 144 0,-1 0-144 16,0 0 0-16,5-12 144 0,-4 26-144 0,4-26 0 15,-1 27 0-15,1-27 128 0,0 0-128 0,6 33 128 16,-6-33-128-16,0 0 128 0,0 0-128 0,0 0 0 15,34 32 0-15,-34-32 0 0,0 0 0 0,31 2 0 16,-31-2 128-16,20-3-128 0,-20 3 0 0,21-8 0 16,-21 8 0-16,18-9 0 0,-18 9 0 0,13-8 128 15,-8 4-128-15,-1 1 0 0,-1 0 0 0,-2 1 0 16,0 0 128-16,-2 2-128 0,1 0 0 0,-1 1 0 16,-3 2 0-16,0 0 0 0,-1 3 0 0,-1 0 0 15,0 1 0-15,-1 3 0 0,1-1 0 0,0 3 0 16,0-1 128-16,1 4-128 0,5-15 0 0,-7 28 0 0,7-28 0 0,-2 30 128 15,2-30-128-15,0 27 128 16,0-27-128-16,0 0 128 0,6 43-128 0,-6-43 0 16,7 33 0-16,-7-33 128 0,9 37-128 0,-9-37 0 0,8 46 144 0,-8-46-144 15,9 50 128-15,-8-19-128 0,1 0 160 0,-1 4-160 16,-2-2 208-16,-1 0-48 0,-1 1-16 0,-2-4 0 16,-1-1-144-16,-2-2 0 0,-1-2 144 15,-1-3-144-15,-2 1 192 0,0-1-16 0,-1-3-16 16,0-2 0-16,0-1-160 0,-1-4 0 0,-1-5 144 0,-2 0-20448 15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10-23T16:30:02.142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1162 6756 9215 0,'-2'3'816'0,"1"-1"-656"0,1 1-160 0,0-1 0 0,0-2 256 0,-1 2 32 16,1 0 0-16,0-1 0 0,0 3 1392 0,0 0 288 15,0 2 48-15,1-1 16 0,0-1-448 0,0 1-96 0,0-2-16 0,1-1 0 16,-1-2-512-16,1 0-96 0,0-2-32 0,0-3 0 16,1 0 112-16,0-2 16 15,0-2 0-15,-1-3 0 0,2-3-432 0,0-1-80 16,0-1 0-16,0-2-16 0,0-4-288 0,0-1-144 16,-2 0 160-16,2 0-160 0,-1 1 128 0,0 2-128 0,-1 3 0 0,0-2 144 15,-1 1-144-15,0 0 0 0,0 4 144 0,-1-1-144 0,1 1 384 16,-1 0 0-16,-1-3 0 0,0 1 0 0,0 2 112 0,0 0 16 31,0 3 16-31,0 0 0 0,0 0-352 0,-1 2-176 0,1 2 160 0,0 0-160 16,0 3 160-16,0 0-160 0,1 3 160 0,0 1-160 15,0 1 128-15,0 0-128 0,0 3 0 0,0 0 144 16,0 2-16-16,0-3 0 0,0 3 0 0,0 0 0 16,0 1-128-16,1-2 160 0,-1 1-160 15,1-2 160-15,-1 2-160 0,1-2 0 0,0-1 0 0,-1 1 0 16,1 1 0-16,0-1 0 0,0 1 0 15,-1 1 0-15,1 0 0 0,1 2 0 0,0 2 0 0,-1-3 0 16,0-1 0-16,1 1 0 0,0 1 0 0,0 5 0 0,2 2 0 0,0 2 0 0,0-1 0 16,0 0 0-16,0 1 0 0,1 0 0 0,-1-2 0 15,1-4 0 1,-1-2 0-16,-1-3 0 0,1-2 0 0,0-2 0 16,-4-1 0-16,0 0 0 0,0 0 0 0,0 0 0 15,15-17 0-15,-13 10 0 0,0-4 0 0,1-1 0 16,-1 0 0-16,1-3 0 0,-2-1 0 0,0 0 0 15,0 1-240-15,0-2 80 0,-1 1 16 0,0 0 0 0,-1-1 144 16,-1 0-160-16,1 2 160 0,-1 0-160 0,-1 1 32 16,0 1 0-16,-1 1 0 0,2-1 0 0,-1 2-48 15,1 2 0-15,0 2 0 0,1-1 0 0,1 6 176 16,-1 1 0-16,2 1-144 0,-1 1 144 0,1 1 0 0,-1 3 0 16,1-1 0-16,-1 2 0 0,1-1 0 0,0 1 128 15,0 2-128-15,0-3 128 0,0 4-128 0,1-4 128 16,-1 2-128-16,1-2 128 0,2 4-128 0,0-1 0 15,-4-8 0-15,0 0 0 0,15 32 128 0,-15-32-128 16,10 24 128-16,-10-24-128 0,13 31 256 0,-13-31-48 16,15 32 0-16,-15-32 0 0,14 30 96 0,-14-30 16 15,16 25 0-15,-16-25 0 0,0 0-320 0,0 0 160 16,29 24-160-16,-29-24 128 0,0 0-128 0,0 0 0 0,24-18 0 16,-19 8 0-1,0-2-992-15,-2 0-128 0</inkml:trace>
  <inkml:trace contextRef="#ctx0" brushRef="#br0" timeOffset="298.77">1486 6311 3615 0,'-2'0'0'0,"1"0"144"0,1 0-144 0,-1 0 208 0,1 0-208 0,0 0 0 0,0 2 0 0,-1-2 0 16,1 1 1024-16,0 1 144 0,0 1 48 0,-1 0 0 16,3 2 576-16,-2 0 112 0,1 0 16 0,0 2 16 0,1 0-128 0,0 3-16 0,1 1-16 0,0 1 0 15,0 0-592-15,1 1-112 0,-1 3-32 0,1 3 0 16,0-3-400-16,-1 0-96 16,1 1-16-16,-1-4 0 0,0 0-400 0,-1-1-128 15,1-3 0-15,0-1 0 0,-1-4 0 0,0 1-272 0,0-5 16 0,-1-2 16 31,-1-3-1248-31,0-2-256 0,1 0-48 0,-1-5-8080 0</inkml:trace>
  <inkml:trace contextRef="#ctx0" brushRef="#br0" timeOffset="493.22">1514 6346 5055 0,'-7'-24'0'0,"4"15"224"0,1 4-64 0,2 3-16 0,0 2-144 0,-1-2 0 0,1 0 0 0,0-3 0 16,-1 2 1920-16,1 1 368 0,0 2 64 0,1 0 16 15,-1 4-192-15,3 1-16 0,0 1-16 0,0 1 0 0,1 1-528 0,-1 0-96 16,-3-8-32-16,0 0 0 0,0 0-672 0,17 26-144 15,-17-26-32-15,0 0 0 0,0 0-240 0,22 27-48 16,-22-27-16-16,0 0 0 0,20 27-32 0,-20-27-16 16,0 0 0-16,22 37 0 0,-22-37-160 0,0 0-128 15,17 33 144-15,-17-33-144 16,11 25 0-16,-11-25 0 0,0 0 0 0,11 22 0 16,-8-18-1632-1,-1-4-224-15</inkml:trace>
  <inkml:trace contextRef="#ctx0" brushRef="#br0" timeOffset="683.97">1516 6468 5519 0,'-4'4'496'0,"2"-3"-496"0,0-1 0 0,1 0 0 0,0 0 736 0,1 0 48 0,0-1 16 15,0 1 0-15,0-2 1392 0,1 2 288 16,1-3 48-16,1 1 16 0,1-1-80 0,2 1-16 15,-1 0 0-15,2-1 0 0,-7 3-928 0,0 0-192 0,20-11-48 0,-13 5 0 16,-1 2-976-16,0-1-304 0,-1-2 128 0,0 2-9312 16,0 0-1872-16</inkml:trace>
  <inkml:trace contextRef="#ctx0" brushRef="#br0" timeOffset="1045.9">1618 6076 14271 0,'-2'-2'320'0,"1"0"64"0,0 1 0 0,0 1 16 0,0-2-400 0,1 2 0 0,-1 0 0 0,0 0 0 0,-1 0 2288 15,0 0 368-15,-1 2 80 0,1-1 16 0,0 3-1536 0,0-2-320 16,0 0-48-16,-1 2-16 0,2 1-256 0,0 1-48 0,1 1-16 0,-1 3 0 0,2 0 384 31,1 4 80-31,1 3 16 0,1 4 0 0,1 2-128 0,1 3-32 16,1-2 0-16,0-1 0 0,-7-23-368 0,13 37-80 16,-13-37 0-16,17 32-16 15,-17-32-240-15,0 0-128 0,28 31 160 0,-28-31-160 0,0 0 0 16,0 0 0-16,0 0 0 0,48-7 0 15,-39 0-736-15,0-5-32 0,0 0-16 0,0-2 0 16,-2 2-1872-16,2-7-368 0</inkml:trace>
  <inkml:trace contextRef="#ctx0" brushRef="#br0" timeOffset="1472.81">1768 6043 1839 0,'-2'-2'160'0,"1"1"-160"0,0 1 0 0,0 0 0 16,0 0 1488-16,1 1 272 0,-1 1 48 0,0-2 16 16,0 3 1168-16,-1 1 224 0,1 1 48 0,0 0 16 15,-1-1-1040-15,1 1-224 0,1 2-32 0,0-3-16 16,1 2-832-16,0 0-176 0,1 2-16 0,0-1-16 16,1 2 32-16,-3-9 16 0,8 24 0 0,-8-24 0 0,11 25-368 0,-11-25-80 15,11 26-16-15,-11-26 0 0,0 0-288 0,17 32-64 16,-17-32-16-16,0 0 0 15,0 0-144-15,0 0 0 0,0 0 0 0,0 0 0 0,0 0 0 0,36-5 0 16,-33-5 0-16,0-1 0 0,-1-1-224 0,0-2-32 16,0 0 0-16,-1 1 0 15,-1 0-640-15,0 3-128 0,0-2-16 0,-2 1-16 16,0-1 384-16,-1-2 80 0,-1 1 16 0,1 2 0 0,0 1 368 0,-1 0 80 16,1 2 128-16,2 1-208 0,-1 2 208 0,2 4 0 15,-1-1 0-15,1 4 0 0,1 1 288 0,1 3 0 0,-1 0 0 16,2 5 0-16,-3-11 272 0,10 24 48 0,-10-24 16 0,11 31 0 15,-11-31 16-15,14 30 0 0,-14-30 0 0,16 26 0 16,-16-26-192-16,0 0-48 0,0 0 0 0,36 32 0 16,-36-32-224-16,0 0-48 0,0 0-128 0,0 0 192 15,0 0-192-15,0 0 0 0,39-5 0 0,-36-2 0 16,0-3-864 0,-1 1-112-16,-1-1-32 0,0 1-14288 0</inkml:trace>
  <inkml:trace contextRef="#ctx0" brushRef="#br0" timeOffset="1734.87">1958 5820 11967 0,'-1'1'1072'0,"1"0"-864"0,1 1-208 0,-1 1 0 0,0-1 1136 0,1 1 176 16,1-1 32-16,-1 6 16 0,-1-8 1280 15,11 26 256-15,-11-26 48 0,14 29 16 0,-14-29-1344 0,0 0-272 16,25 37-48-16,-25-37-16 0,0 0-304 0,27 33-64 15,-27-33-16-15,0 0 0 0,29 36 64 0,-29-36 16 16,19 28 0-16,-19-28 0 16,15 28-320-16,-15-28-64 0,9 29-16 0,-9-29 0 15,5 30-336-15,-5-13-80 0,-2 0-16 0,-2-1 0 0,-3 1-144 16,-2 2 0-16,-2-2 144 0,-3 4-12432 0,-1-2-2496 0</inkml:trace>
  <inkml:trace contextRef="#ctx0" brushRef="#br0" timeOffset="3197.22">11967 11586 6447 0,'-1'-1'576'0,"0"1"-576"0,1 0 0 0,0 0 0 15,0 0 832-15,-1 0 64 0,1 0 16 0,-1 0 0 0,0 1 800 16,0 1 144-16,-1-1 48 0,0 1 0 15,0 1-336-15,0 1-64 0,1-3-16 0,-1 2 0 16,0 0-96-16,0-1-32 0,1 2 0 0,-1 0 0 0,0 3-208 0,1-1-32 16,0 3-16-16,0 2 0 15,0 1-240-15,0 0-48 0,1 4-16 0,-1-2 0 0,1 3-224 16,0 0-32-16,0-1-16 0,0-16 0 16,2 29-288-16,-2-29-64 0,0 0-16 0,6 28 0 0,-6-28-160 15,0 0 0-15,0 0 0 0,0 0 128 0,0 0-128 0,0 0 0 16,31-15 0-16,-25 2 0 0,2 1-320 15,0-2-32-15,0-1-16 0,2 1 0 16,0-3-656-16,0 1-144 0,1-1-32 0,0 3 0 16,0 0-144-16,-1 0-48 0,0 2 0 0,-1 0 0 15,0 2 624-15,-3 1 128 0,1 2 32 0,-4-1 0 16,-1 4 480-16,0-1 128 0,-2 2 0 0,0 0 0 0,-1 2 304 0,-1-3 128 0,-1 3 16 16,1-1 16-16,-2 0 336 0,1 1 64 0,-1-1 16 0,0 0 0 15,0-1-144-15,0 1-32 0,3-1 0 0,-1 0 0 16,1 0-224-16,1 0-48 15,0 1-16-15,1 0 0 0,1 1-80 0,-2 1-16 16,2 0 0-16,-1 0 0 0,-1 0 16 0,0 0 0 0,0 0 0 0,0 0 0 16,8 34 80-16,-8-22 16 0,0-12 0 0,1 26 0 15,-1-26-32-15,1 30 0 0,-1-30 0 0,0 29 0 16,0-13-80-16,0-1 0 0,0 0-16 0,0-15 0 0,2 26-32 0,-2-26 0 16,0 0 0-16,7 27 0 15,-7-27 0-15,0 0 0 0,0 0 0 0,0 0 0 0,0 0-112 0,0 0-32 16,0 0 0-16,41 10 0 15,-34-15-128-15,1 0 0 0,0 1 144 0,-1-1-144 16,0 0 0-16,-1 3 0 0,0 0 0 0,-6 2 0 16,0 0-400-16,0 0-112 0</inkml:trace>
  <inkml:trace contextRef="#ctx0" brushRef="#br0" timeOffset="9447.15">5915 7252 3839 0,'0'0'336'0,"0"-2"-336"0,0 2 0 0,0 0 0 16,0 0 352-16,0 0 0 0,0 0 0 0,0-2 0 0,0 1 192 0,0-1 32 16,0 2 16-16,0-3 48 0,0 3-96 0,0-2-16 15,0 2 0-15,0-1 48 0,0 0-16 0,1 1 0 16,-1 0 0-16,0-2 0 0,0 2-144 0,1 0-32 16,-1 2 0-16,0-4 48 15,1 2-48-15,-1 0-16 0,1 2 0 0,-1-2 0 0,0 0 128 0,1 0 16 16,-1 0 16-16,0 0 48 0,0 1-32 0,1 0 0 0,-1-1 0 15,0 0 32-15,0 2-96 0,0-2-32 0,0 3 0 0,1-3 0 0,-1 2-240 0,0-2-48 16,0 3-16-16,0-3 48 0,1 2-192 0,-1-2 0 16,1 2 0-1,-1-2 0-15,-1 2 0 0,1-2 0 0,1 3 0 0,-1-3 128 16,0 1 0-16,0 1 16 0,0-2 0 0,0 2 0 16,0-2 16-16,0 1 0 0,0 0 0 0,0 1 0 15,-1-2 32-15,1 1 0 0,-1 1 0 0,1-2 0 16,0 2 16-16,-1-2 16 0,0 3 0 0,1-3 0 15,0 2-64-15,0-2-16 0,-1 0 0 0,1 2 0 16,0-2-144-16,0 1 192 0,0-1-192 0,0 2 192 16,0-2-192-16,1 0 160 0,-1 2-160 0,0-2 160 15,1 0-160-15,0 1 0 0,-1-1 0 0,0 2 128 16,1-2 0-16,-1 0-128 0,1 2 192 0,0-2-64 16,0 0-128-16,-1 1 192 0,1 0-192 0,-1-1 192 15,0 2-16-15,0-1 0 0,0 1 0 0,-1 0 0 16,1-1 16-16,0 1 0 0,0 0 0 0,0 0 0 0,0 1-192 0,0-1 160 15,-1 1-160-15,1-1 160 0,0 0-160 0,0 0 128 16,0 1-128-16,1 0 128 0,-1-1-128 0,0 0 0 16,0 3 0-16,1-3 0 0,-1 2 0 0,1-1 0 15,-1 0 0-15,0-1 0 0,0 1 0 16,0 0 128-16,0 0-128 0,0 0 128 0,-1-1-128 0,1 1 0 16,0-1 0-16,0 0 0 0,0 1 0 0,0 0 0 15,0 1 0-15,1-2 0 0,-1 0 0 0,0 1 0 16,0 2 144-16,0-3-144 0,0 3 208 0,0-2-16 0,0 1-16 15,1 1 0-15,-1-2-48 0,0 1 0 0,0 0 0 16,0 1 0-16,-1 0-128 0,1 0 160 0,1 0-160 0,-2-1 160 16,1 1-160-1,0 1 128-15,0 0-128 0,1-1 128 0,-1-1-128 0,0 2 0 0,1 0 0 0,-1-1 0 16,0 1 128-16,0 0-128 0,0 1 0 0,0-2 128 16,0 2 64-16,0 0 16 0,0-1 0 15,0 2 0-15,0-2 48 0,0-6 0 16,0 0 0-16,1 23 0 0,-1-23-48 0,0 0 0 0,1 23 0 0,-1-23 0 15,0 0-16-15,2 21-16 0,-2-13 0 0,0-8 0 16,0 0-48-16,1 24-128 0,-1-24 192 0,0 0-64 16,2 23-128-16,-2-23 128 0,0 0-128 0,3 24 128 0,-3-24-128 15,0 0 128-15,1 26-128 0,-1-26 128 0,0 0-128 0,1 23 0 16,-1-23 144-16,0 0-144 0,0 22 0 0,0-22 128 16,0 0-128-16,0 0 0 15,4 28 208-15,-4-28-16 0,0 0-16 0,0 0 0 16,2 29 16-16,-2-29 16 0,0 0 0 0,2 21 0 0,-2-21 0 15,0 0 0-15,1 24 0 0,-1-17 0 0,0-1-48 0,0 0-16 16,0 1 0-16,0 0 0 0,0 1-144 16,0 1 192-16,-1-2-192 0,1 2 192 15,0 1-192-15,0-2 0 0,-1 0 144 0,1 2-144 0,0-10 128 16,0 0-128-16,1 24 128 0,-1-15-128 0,0-9 128 0,0 0-128 16,2 26 128-16,-2-26-128 0,0 0 128 0,2 29-128 0,-2-29 128 15,0 0-128-15,2 27 128 0,-2-27-128 16,0 18 160-16,0-18-160 0,0 0 144 0,0 26-144 15,0-26 128-15,0 17-128 0,0-17 144 0,0 0-144 16,0 26 160-16,0-26-160 0,-1 16 160 0,1-16-160 16,-1 17 160-16,1-17-160 0,0 19 128 0,0-19-128 15,-1 18 0-15,0-10 0 0,1-1 0 0,0 0 0 0,0-7 0 16,0 0 0-16,0 24 128 0,0-17-128 16,0 1 0-16,0 0 0 0,0-8 0 0,0 0 128 0,-1 25-128 0,0-16 0 15,1 0 0-15,-1 3 176 0,1-12-176 0,-1 19 160 16,1-19-32-16,0 19 0 0,0-10 0 0,0 1 0 15,-1 1-128-15,1-11 160 0,0 22-160 0,0-22 160 0,0 19-160 0,0-19 160 16,0 20-160-16,0-20 160 16,0 18-160-16,0-18 0 0,-1 21 0 0,1-21 128 0,-1 19-128 0,1-19 0 15,0 21 144-15,0-21-144 0,-1 18 0 0,1-18 128 16,0 20-128-16,0-20 0 16,0 0 0-16,0 22 128 0,0-22-128 0,0 17 0 0,0-6 128 0,0 1-128 15,0-12 160-15,0 22-160 0,0-11 144 16,0 1-144-16,0-12 128 0,0 24-128 15,0-24 128-15,0 26-128 0,0-26 0 0,0 23 128 0,0-23-128 16,1 24 0-16,-1-24 0 0,0 23 0 0,0-23 0 0,0 23 0 0,0-23 128 16,0 23-128-1,0-23 0-15,0 21 0 0,0-21 0 0,1 23 0 0,-1-23 0 16,1 20 0-16,-1-20 0 0,1 21 0 0,-1-21 0 0,0 22 0 16,0-22 0-16,0 16 0 0,0-16 0 0,2 22 0 15,-2-22 0-15,1 24 0 0,-1-24 0 0,2 24 0 16,-2-24 0-16,2 25 0 0,-2-25 0 0,2 21 0 15,-2-21 0-15,2 23 0 0,-2-23 0 0,1 21 0 16,-1-21 0-16,-1 18 0 0,1-18 0 0,-1 17 0 16,1-17 0-16,-1 17 0 0,1-17 0 15,0 0 0-15,-2 19 0 0,2-19 0 0,-1 14 0 0,1-14 0 0,-1 16 0 0,1-16 0 16,-1 17 0-16,1-17 0 0,-1 16 0 0,1-16 0 16,-1 17 0-16,1-17 0 0,-1 15 0 0,1-15 0 15,-1 17 0-15,1-17 0 16,0 18 0-16,0-18 0 0,-1 15 0 0,1-15 0 15,-1 14 0-15,1-14 0 0,0 0 0 0,0 24 0 16,0-24 0-16,0 0 0 0,1 25 0 0,-1-25 0 0,1 18 0 0,-1-18 0 16,1 17 0-16,-1-17 0 0,1 17 0 0,-1-17 0 15,0 18 0-15,0-18 0 0,1 18 0 0,-1-18 0 16,0 17 0-16,0-17 0 0,0 19 0 0,0-19 0 0,0 22 0 0,0-22 0 16,1 23 0-16,-1-23 0 0,1 21 0 0,-1-21 0 15,1 23 0-15,-1-23 0 0,1 20 0 16,-1-20 0-16,1 21 0 0,-1-21 0 0,2 23 0 0,-2-23 0 15,1 20 0-15,-1-20 0 0,1 19 0 0,-1-19 0 16,0 23 0-16,0-23 0 0,0 22 0 0,0-22 0 16,0 23 0-16,0-11 0 0,0-12 0 0,-1 22 0 15,0-11 0-15,1-11 0 0,-1 22 0 0,1-22 0 16,-2 18 0-16,1-8 0 0,1-10 0 16,-3 19 0-16,2-10 0 0,0-1 0 0,1-8 0 15,-1 16 0-15,0-8 0 0,0-2 0 0,0 2 0 16,0-2 0-16,0 2 0 0,0-1 0 0,1-7 0 0,-1 17 0 0,0-10 0 15,1-7 0-15,-1 16 0 0,1-16 0 0,-1 17 0 0,1-17 0 16,-1 17 0-16,0-8 0 0,1 1 0 16,-1-1 0-16,1 0 0 0,0 2 0 15,-1-2 0-15,0 2 0 0,0-2 0 0,1 1 0 16,-1 0 0-16,1-10 0 0,0 19 0 0,-1-8 0 0,1-1 0 16,0 0 0-16,-2 1 0 0,2-1 0 0,-1 1 0 15,1-1 0-15,-1 2 0 0,0-3 0 0,0 3 0 0,0-2 0 16,0 2 0-16,0-1 0 0,0 0 0 15,-1 0 0-15,1 1 0 0,0-3 0 0,0 3 0 0,1-3 0 16,-1 1 0-16,0 2 0 0,1-3 0 0,-1 1 0 16,1 1 0-16,0-2 0 0,-1-1 0 0,1 1 0 15,0 1 0-15,0 2 0 0,1 0 0 0,-1-3 0 16,0 1 0-16,0-10 0 0,1 20 0 0,-1-20 0 16,1 18 0-16,-1-18 0 0,2 21 0 0,-2-9 0 0,1-2 0 0,0-1 0 15,-1 3 0-15,0-1 0 0,0-1 0 0,0 2 0 16,0 0 0-16,0-3 0 0,0-2 0 15,-1 4 0-15,1 0 0 0,-1 1 0 16,1-3 0-16,-1 0 0 0,1 0 0 0,0 2 0 0,0-2 0 0,0 3 0 0,0-3 0 16,0 1 0-16,1 0-144 15,-1-1 144-15,0-9 0 0,1 17 0 0,-1-17-128 16,1 16 128-16,-1-16 0 0,1 16 0 0,-1-7 0 16,0-9-128-16,1 15 128 0,-1-15 0 0,1 17 0 0,-1-8 0 15,0-1 0-15,0-8 0 0,1 16 0 0,-1-8 0 0,0 1 0 16,0-9 0-16,0 17 0 0,0-8 0 0,0-9 0 0,1 15 0 15,-1-15 0-15,2 14-128 0,-2-14 128 16,1 12 0-16,-1-12 0 0,1 11 0 0,-1-6-128 16,0-5 128-16,1 10 0 0,-1-10-128 0,1 9 128 15,-1-9 0-15,0 11 0 0,0-11 0 0,1 10 0 0,-1-10 0 16,0 10 0-16,0-10-128 16,1 11 128-16,-1-11 0 0,1 10 0 0,-1-10 0 15,0 9 0-15,0-9 0 0,0 10-128 0,-1-6 128 16,1-4 0-16,0 10 0 0,-1-7-176 0,1-3 176 15,-1 9-160-15,1-9 160 0,0 0 0 0,-1 10-144 16,1-10 144-16,-1 9 0 0,1-9 0 0,0 9 0 0,-1-4 0 16,1-5-128-16,0 9 128 0,0-9 0 0,0 10 0 0,0-10 0 15,-1 12 0-15,1-12 0 0,-1 12 0 0,1-5 0 16,0 0 0-16,0-7 0 0,0 10 0 0,0-10 0 16,-1 9 0-16,1-9 0 0,-1 10 0 0,1-10 0 15,0 9 0-15,0-9 0 0,-1 8 0 0,1-8 0 16,0 8 0-16,0-8 0 0,0 8 0 0,0-8 0 15,0 6 0-15,0-6-128 0,0 9 128 0,0-9 0 0,1 8 0 0,-1-8 0 16,0 8 0-16,0-8 0 0,0 11 0 0,0-3 0 16,0-4 0-16,0-4 0 0,-1 10 0 0,1-10 0 15,0 9 0-15,0-9 0 0,0 9 0 0,0-9 0 16,-1 8 0-16,1-8 0 0,0 12 0 16,0-12 0-16,-1 9 0 0,1-9 0 0,-1 7 0 0,1-7 0 15,-1 8 0-15,1-8 0 16,-1 6 0-16,1-6 0 0,-1 8 0 0,1-8 0 0,0 9 0 0,0-9 0 15,0 6 0-15,0-6 0 0,-1 6 0 0,1-6 0 0,0 8 0 16,0-8 0-16,-1 6 0 0,1-6 0 0,0 0 0 16,0 7 0-16,-1-2 0 0,1-5 0 0,-1 5 0 15,1-5 0-15,0 0 0 0,0 7 0 16,-1-5 0-16,1-2 0 0,0 0 0 0,0 9 0 0,0-9 0 16,0 8 0-16,0-8 0 0,0 7 0 0,0-7 0 15,0 9 0-15,0-9 0 0,0 8 0 0,0-8 0 16,0 0 0-16,-1 6 0 0,1-6 0 0,0 0 0 15,0 0 0-15,0 8 0 0,0-8 0 0,0 0 0 0,-1 2 0 16,1-2 0-16,0 0 0 0,0 0 0 0,-1 5 0 16,1-5 0-16,0 0 0 0,0 0 0 0,0 0 0 15,0 8 0-15,0-8 0 0,0 0 0 0,0 0 0 0,0 0 0 0,1 9 0 16,-1-9 0-16,0 0 0 16,0 0 0-16,0 6 0 0,0-6 0 0,0 0 0 15,0 0 0-15,0 0 0 0,0 6 0 0,0-6 0 0,0 0 0 0,-1 4 0 16,1-4 0-16,0 0 0 0,0 0 0 0,-1 5 0 15,1-5 0-15,0 0 0 16,-1 3 0-16,1-3 0 0,-1 2 0 0,1-2 0 0,0 0 0 16,0 0 0-16,0 0 0 0,0 0 0 0,0 0 0 0,0 0 0 15,0 0 0-15,0 0 0 0,0 6 0 0,0-6 0 16,0 0 0-16,0 8 0 0,0-8 0 16,0 7 0-16,0-7 0 0,0 8 0 0,0-8 0 15,0 7 0-15,0-7 0 0,0 8 0 0,0-8 128 16,0 5-128-16,0-5 128 0,0 0-128 0,0 0 128 0,0 0-128 0,-1-2 160 15,1 2-160-15,0 0 0 0,-1-5 128 0,1 5-128 16,0 0 0-16,0-10 0 0,0 10-208 0,0 0 32 0,0 0-11600 16,0 0-2304-1</inkml:trace>
  <inkml:trace contextRef="#ctx0" brushRef="#br0" timeOffset="10831.39">5943 7274 1839 0,'0'0'160'0,"0"0"-160"0,-1 0 0 0,1 0 0 16,0 0 752-16,-1 0 112 0,1 0 32 0,-1 0 0 15,0-1 208-15,0 1 48 0,0-2 16 0,0 0 0 16,1 1-144-16,0-2-48 0,0 0 0 0,0-3 0 0,1 2 48 0,0-3 16 0,1 4 0 16,-1-1 0-16,0-1 48 0,1 0 0 15,-1 3 0-15,0 0 0 16,0 0-144-16,-1 1-32 0,0 1 0 0,0 0 0 0,-1 1-192 16,1 1-32-16,-1 0-16 0,-1 2 0 15,1-1-48-15,-1 2-16 0,1-1 0 0,0 2 0 16,0 0 0-16,1 2 0 0,0-2 0 0,0 4 0 0,0 2-224 0,0 0-32 15,1 2-16-15,-1-14 0 0,3 28-144 0,-3-14-16 16,0-14-16-16,2 24 0 0,-2-12-160 0,0-2 0 16,0 2 0-16,-1-3 0 0,1 1 0 0,-2-1 0 0,1 1 128 15,-1-3-128-15,0 1 0 0,1-2 0 16,0 1 144-16,-1-5-144 0,1 3 0 0,0-4 128 16,0 1-128-16,0-4 0 0,0 1 0 0,1-2 0 0,0 0 0 0,0-2 0 15,1-1 0-15,-1 0 0 0,1-2 0 0,-1 1 0 16,0 0-192-16,0-3 64 0,0 1 0 0,0-3 0 15,0 0 128-15,0 1-208 0,-1-1 80 16,1 1 128-16,0 0-176 0,-1 2 176 16,1 2-128-16,0-1 128 0,-1 2 0 0,1 1 0 0,-1 2 0 0,0-1-128 15,0 1 128-15,1-2 0 0,-1 3 160 0,1 0-160 0,-1-1 256 0,0 1-64 16,1 2 0-16,0-2 0 16,0 1 144-16,0 1 32 0,0 0 0 15,0 0 0-15,0 0-160 0,1 0-16 0,-1 0-16 16,1 0 0-16,0 0-176 0,-1 1 128 0,0 1-128 0,1-2 128 15,-1 3-128-15,1 1 0 0,-1 1 144 0,1 0-144 16,-1 2 160-16,0 2-32 0,0 2-128 0,0 2 192 16,0-1-16-16,0 2-16 0,0 0 0 0,0-14 0 15,1 29-160-15,-1-15-224 0</inkml:trace>
  <inkml:trace contextRef="#ctx0" brushRef="#br0" timeOffset="13797.93">5861 11944 6447 0,'0'-2'576'0,"0"2"-576"16,1-2 0-16,-1 2 0 0,0 0 752 0,0-1 32 0,0 1 16 0,0-4 0 15,0 1 752-15,0 1 160 16,0-2 16-16,-1 1 16 0,1 1-32 0,-1-1-16 0,1 1 0 0,-2 0 0 16,2-1-416-16,-1 0-96 15,0 1-16-15,-1 0 0 0,0-1-176 0,1 1-32 0,0 0-16 0,0 1 0 16,0 1-96-16,0 0-16 15,1-2 0-15,-1 4 0 0,1-2-128 0,-1 3-16 0,1-2-16 0,0 3 0 16,-1 1-208-16,0 2-32 0,0 0-16 0,0 2 0 16,0 3-144-16,0 2-16 0,0 0-16 0,0 3 0 15,1 0-96-15,0-2-16 0,0 3 0 16,0-3 0-16,0-1-128 0,0 0 0 0,0 0 144 16,1-2-144-16,0-2 160 0,-1-1-32 0,1 0-128 15,0-1 192-15,1-2-192 0,-1 0 0 0,0-1 128 0,0-2-128 16,1 0 0-16,0-1 0 0,1-4 0 0,0-1 0 15,0 1 0-15,1-2 0 0,1-2 0 0,-1 0 0 16,0-1-256-16,1 2 16 0,-1-3 0 0,2-1 0 16,-1 2-304-16,1-3-64 0,0 1-16 15,-1-2 0-15,0 1-256 0,-1 0-48 0,2-2-16 0,-1 0 0 16,-1 1 224-16,0 1 32 0,1-2 16 0,-3 1 0 0,1 1 320 16,-1-2 64-16,0 0 16 0,0 0 0 0,-1 1 96 0,-1 1 32 15,1 1 0-15,-1-1 0 0,-1 3 144 0,1 2 0 16,0 3 0-16,0 0 0 0,0 2 0 0,0 0 0 0,-1 3 0 15,1 3 128-15,0 1 400 0,0 5 96 0,0-2 16 16,0 5 0-16,0 2 288 0,0 0 64 0,0 2 16 16,1 0 0-16,0-2-256 0,0-1-48 15,-1 1-16-15,1-2 0 0,1 1-352 0,-1-2-64 16,1-2-16-16,0 0 0 0,-2-12-64 0,5 21-32 16,-5-21 0-16,0 0 0 0,0 0 32 0,13 29 16 15,-13-29 0-15,0 0 0 0,0 0-208 0,0 0 176 16,0 0-176-16,0 0 160 0,28-11-160 0,-22 2 0 15,-2 1 0-15,2-2 0 16,1-2-272-16,-2-2-144 0,2 0-32 0,0 0-16384 0</inkml:trace>
  <inkml:trace contextRef="#ctx0" brushRef="#br0" timeOffset="14344.61">6116 12110 11967 0,'-2'5'528'0,"2"-3"112"0,-1 1-512 0,1-1-128 0,-1-2 0 0,1 2 0 16,0 0 1552-16,0 1 288 0,1 2 48 0,0-3 16 16,1 3 672-16,2-5 144 15,1-2 32-15,-1-1 0 0,2-1-1200 0,0-2-224 16,1 0-48-16,-2-2-16 0,3 1-608 0,-3-1-112 15,2-1-32-15,-2 3 0 0,1-2-272 0,0 4-64 0,-2-1-16 16,0 2 0-16,0 1-32 0,-3 2 0 0,1 0 0 0,0 0 0 16,-2 2 0-16,0-1-128 0,0 3 192 0,-1 0-64 15,0 2 32-15,0-1 0 0,-1 1 0 0,0 2 0 0,0-1-16 0,0 0 0 16,-1 3 0-16,1-4 0 16,1 3-144-16,0-1 160 0,1-1-160 15,0 1 160-15,0-2-160 0,1 2 0 0,0-3 0 0,1 4 128 16,-2-9-128-16,0 0 0 0,0 0 144 0,0 0-144 15,0 0 256-15,20 28-32 0,-20-28 0 0,0 0 0 16,0 0-32-16,0 0-16 0,0 0 0 0,0 0 0 16,0 0-176-16,0 0 0 0,0 0 144 0,39 1-144 15,-37-4 0-15,1-2 0 0,1-2 0 0,-1 0 0 16,0-2-1648-16,-2-1-240 0</inkml:trace>
  <inkml:trace contextRef="#ctx0" brushRef="#br0" timeOffset="14529.92">6176 11954 11055 0,'0'0'976'0,"0"0"-784"15,0 0-192-15,1 0 0 0,0 0 2064 0,-1-2 368 0,2 2 80 16,2-1 16-16,1 1 1280 0,-5 0 256 16,0 0 48-16,0 0 16 0,0 0-2048 0,0 0-416 15,0 0-64-15,43 12-32 0,-43-12-1120 0,0 0-208 0,0 0-48 16,0 0-16-16,0 0-176 0,0 0-224 15</inkml:trace>
  <inkml:trace contextRef="#ctx0" brushRef="#br0" timeOffset="16854.96">1991 11768 911 0,'-2'-4'0'0,"1"2"0"0,0-1 0 0,1-1 0 16,0 3 1168-16,0-1 160 0,0 2 16 0,-1-5 16 0,0 0 160 0,-1 1 16 15,0-1 16-15,-1 2 0 0,2 1-16 0,-2 2-16 16,0 2 0-16,-1 2 0 15,-1 2-208-15,0 1-32 0,-1 3-16 0,0 1 0 0,0-1-48 0,1 2-16 16,-1 0 0-16,1 0 0 0,2-2-192 0,-1 1-48 16,2-2 0-16,0 2 0 0,1 0-208 0,1-2-48 15,2 3-16-15,1 0 0 0,0 0-256 0,-3-12-48 0,0 0-16 0,17 33 0 32,-17-33 80-32,0 0 0 0,0 0 16 0,0 0 0 0,42 26-192 0,-33-26-32 15,1-2-16-15,-1-3 0 0,-1 0-48 0,1-2-16 16,-2-2 0-16,1-1 0 0,-2-1-160 0,1-2 160 15,0-1-160-15,-2 0 160 0,-1-2-160 0,-1 1 0 16,-2-1 0-16,-1 2 0 0,-2 1-128 0,-1-1-16 0,-1 0 0 16,-4 2 0-16,0 1 144 0,-3 3-208 0,-1 1 80 0,-1 1 128 15,0 3-544 1,1 2 16-16,-1 1 0 0,1 4 0 0,0 2-528 16,3 4-96-16</inkml:trace>
  <inkml:trace contextRef="#ctx0" brushRef="#br0" timeOffset="19812.46">2260 7250 911 0,'2'-3'0'0,"-1"-1"0"16,1 1 0-16,-1 2 0 0,0 0 512 0,0 1 32 0,-1-2 0 0,2 1 0 15,0-1 128-15,1-1 32 0,1 0 0 0,-2 2 0 16,1-1-160-16,-1 2-32 0,0 0 0 0,0 2 0 0,0 0-96 0,-1 0-32 16,0 1 0-16,1-1 0 15,0 1-80-15,0-1-32 0,0 0 0 0,1-2 0 0,0 0-272 0,0 0 0 16,1 0 0-16,0-2 0 16,-1 2 128-16,1-2-128 0,0 2 144 0,0-2-144 0,1 1 368 0,0 1-32 15,-1 0 0-15,1 0 0 16,0 0-32-16,0 1-16 0,1-1 0 0,-1 2 0 15,1-2-288-15,-1 1 0 0,1 0 128 0,0-1-128 16,1 0 0-16,-1 0 0 0,1 0 0 0,-1 0 0 16,1 0-192-16,-2-1-32 0,2 1-16 0,-1-1 0 15,0-1 48-15,0 1 16 0,0-1 0 0,0-1 0 0,1 1 304 0,-2 1 64 16,0 0 16-16,0-1 0 0,-1 2 240 16,0-2 32-16,0 1 16 0,0 1 0 0,-2 0 0 0,1 1 0 15,1 1 0-15,-1 0 0 16,0-1-320-16,1 2-176 0,0-2 192 0,-1 3-192 0,3-1 0 0,-1-1 0 15,0 1-192-15,1-1 48 0,0 0-112 0,0-1 0 0,1 1-16 16,0-2 0 0,-1 0-464-16,2 0-96 0</inkml:trace>
  <inkml:trace contextRef="#ctx0" brushRef="#br0" timeOffset="20479.36">2855 7226 911 0,'0'0'0'0,"0"0"0"0,0 0 0 0,0 0 0 16,0 0 448-16,0 0 16 0,0 0 0 0,0 0 0 16,1 0 256-16,-1-2 48 15,2 2 16-15,0-2 0 0,1 1 496 0,0 1 112 0,0 0 16 0,0-2 0 16,1 2-224-16,0 0-32 0,0 0-16 0,0 0 0 16,1 0-352-16,-1 0-64 0,1-2-16 0,0 2 0 15,1-1-128-15,0 1-48 0,2-2 0 0,-2 2 0 16,2 0-160-16,-1-2-48 0,0 2 0 0,0-2 0 15,0 2-112-15,0-1-16 0,0 1-16 0,0 0 0 0,0 0-176 0,0 0 0 16,-1 0 0-16,2 0 0 0,-3 1 0 16,2 1 0-16,-1-2 0 0,2 0 0 15,-2 2-480 1,1-2-32-16,-1 0 0 0,0 0 0 0,0 2-656 16,1-2-144-16,-2 0-32 0,1 1-5680 0</inkml:trace>
  <inkml:trace contextRef="#ctx0" brushRef="#br0" timeOffset="21029.59">3435 7230 6447 0,'0'0'576'0,"0"-2"-576"0,0 2 0 0,0 0 0 0,0 0 896 0,0 0 80 0,1 0 16 0,-1-1 0 16,2 0 256-16,-1 1 48 15,0 0 16-15,1-2 0 16,0 2 32-16,1 0 0 0,0 0 0 0,0 0 0 0,0 0-448 0,0 0-64 0,1 0-32 15,1 0 0-15,0-2-320 0,1 2-64 0,-1 0-16 0,1 2 0 16,0-2-160-16,1 0-48 0,-1 0 0 16,1 0 0-16,0 0-192 0,0 0 176 15,0 0-176-15,0 0 160 0,-1 0-160 0,1 0 0 16,0 0 0-16,0 0 0 0,0 2 0 0,1-2 0 16,1 0 0-16,-1 1-176 15,0 0-608-15,1-1-128 0,-9 0-32 0,0 0 0 16,0 0-160-16,39 5-48 0,-39-5 0 0,0 0 0 15,33 2-160-15,-33-2-32 0</inkml:trace>
  <inkml:trace contextRef="#ctx0" brushRef="#br0" timeOffset="21593.67">4148 7242 911 0,'-1'0'0'0,"0"0"0"16,1 0 0-16,0 0 0 0,0 0 320 0,0 0-32 0,0 0 0 0,0 0 0 15,0 0 368-15,0-2 80 0,0 1 16 0,0 0 0 16,1-1 256-16,0 1 48 0,1-1 16 0,0-1 0 16,1 1 96-16,-1 2 32 0,1-1 0 0,0 0 0 15,0 1-208-15,0 0-32 0,0 0-16 16,1 0 0-16,0 1-304 0,0-1-64 0,2 0-16 0,0 1 0 15,0-1-96-15,1 0-16 0,0-1 0 0,0 1 0 0,1 0-256 0,-1-1-48 16,1 1-16-16,-2 0 0 0,1-2-128 0,0 2 0 16,1 0 0-16,-1 2 0 15,1-2-352-15,0 1-96 16,0 0-32-16,1 1-5264 0,1-2-1040 0</inkml:trace>
  <inkml:trace contextRef="#ctx0" brushRef="#br0" timeOffset="22210.72">4683 7214 3679 0,'0'0'320'0,"0"0"-320"0,0 0 0 0,0 0 0 0,0 0 816 0,0 0 80 16,0 0 32-16,0 0 0 0,2 2 560 0,-1-2 112 16,1 0 32-16,1 3 0 0,1-3 48 0,-2 2 16 0,3-2 0 0,0 0 0 15,-1 1-656-15,1-2-128 0,1 1-16 16,1-2-16-16,0-1-368 0,0 1-64 16,0 0 0-16,2-1-16 0,-2 1-160 0,0-3-16 0,1 3-16 0,-1-2 0 15,2 1-64-15,-2 2-16 16,0-1 0-16,0 0 0 0,-1 2-160 0,0-2 0 0,0 2 0 0,0 0 0 15,1-2 0-15,-1 4 0 16,1-2 0-16,1 2 0 16,0-1-448-16,1 0-32 0,0 1 0 0,0 1 0 15,-9-3-1216-15,0 0-240 0,0 0-48 0,44 12-6400 0</inkml:trace>
  <inkml:trace contextRef="#ctx0" brushRef="#br0" timeOffset="22815.48">5235 7201 2751 0,'-1'1'256'0,"0"-1"-256"0,1 2 0 0,0-2 0 0,0 0 784 15,-1 0 112-15,1 0 32 0,0 1 0 0,-1 1 336 0,0 0 64 16,1-2 16-16,0 0 0 0,0 0-16 0,1 0 0 16,0 0 0-16,1 0 0 15,1-2-176-15,0 2-48 0,1-3 0 0,-1 1 0 16,2 2 64-16,0-2 16 0,-1 2 0 0,2-2 0 0,-1 0-288 16,1 1-48-16,0 1-16 0,1 0 0 15,-1 0-304-15,1 0-64 0,-2 0-16 0,2 0 0 0,0 0-208 0,1 0-48 16,-1 1-16-16,1-1 0 15,-1 2-176-15,0-2-256 0,-1 0 64 0,1 0 16 16,0 0-1104 0,-1 0-240-16,2 0-32 0,-1-2-9584 0</inkml:trace>
  <inkml:trace contextRef="#ctx0" brushRef="#br0" timeOffset="23462.92">5647 7202 1839 0,'-2'0'160'0,"0"0"-160"15,1 0 0-15,0 0 0 0,1 0 640 0,0 0 80 16,0 0 32-16,0 0 0 0,-1 0 432 0,0 0 96 15,1 0 0-15,0-1 16 0,-1 1-240 0,1-1-48 16,0 2-16-16,0-1 0 0,1 0-224 0,0 0-64 16,0 0 0-16,-1 0 0 0,2 1-32 0,0-1-16 15,0 0 0-15,0 0 0 0,1 2 192 0,0-2 48 0,1 0 0 0,0 0 0 16,0 0-64-16,1 0-16 0,1-2 0 0,0 2 0 16,1-1-144-16,0 0-32 0,0-1 0 0,2 2 0 15,-2-2-352-15,1 1-80 0,1-1-16 0,-2 1 0 16,2 1-192-16,-3-2 0 0,2 1 0 15,-2 0 0-15,1-1 0 0,-3 2 0 0,1-2 0 0,-1 2 0 0,0 0 0 16,1-1 0-16,-1 1 0 0,0 0 0 0,0 0-160 0,-1 1 160 16,-1 1-128-16,1 0 128 31,-1-1-720-31,0 0-64 0,0 1-16 0,0 1-10144 0</inkml:trace>
  <inkml:trace contextRef="#ctx0" brushRef="#br0" timeOffset="24356.93">5756 7184 911 0,'-2'-1'0'0,"0"1"0"16,1 0 0-16,0 0 0 0,1 0 1152 0,0-2 128 0,1 2 48 15,-1 0 0-15,1-2 336 0,0 1 64 0,1-1 0 0,-1 2 16 16,2-1-240-16,-1 0-48 0,1-1-16 0,0 1 0 16,-1 1-288-16,1 0-48 0,0 0-16 0,0 0 0 15,0 0-112-15,-1 0-16 0,2 1-16 0,0 1 0 16,-1-2-176-16,1 1-16 0,1 0-16 0,-1 1 0 0,0-2-128 0,0 1-32 16,0 1 0-16,-1-2 0 0,1 0-208 0,1 0-48 15,0 0-16-15,0-2 0 0,0 1 16 16,1-1 16-16,0 0 0 0,0-1 0 0,1-1-48 15,0 1-16-15,-1 1 0 0,0 0 0 0,-1 0-112 0,0 1-32 16,0-1 0-16,-2 0 0 16,-1 1-128-16,0 1 0 0,1 0 0 0,-2 1 0 0,0 1 0 0,0 0 0 0,0-1 0 0,-1 1 0 31,0 1-624-31,0-2-48 0,0 2-16 0,0 1-8624 16,0-3-1728-16</inkml:trace>
  <inkml:trace contextRef="#ctx0" brushRef="#br0" timeOffset="24929.93">5880 7174 2751 0,'-1'-2'256'16,"0"1"-256"-16,0 1 0 0,0 0 0 0,1 0 1088 0,-1-2 160 16,0 2 32-16,-1-2 16 0,0 1 560 0,-1-1 128 15,1 1 0-15,0 0 16 16,0 1 48-16,1 1 0 0,1 0 0 0,-1-1 0 0,1 2-448 0,0 1-96 15,1-1-16-15,0 2 0 0,0-1-560 0,2 0-112 16,0 0-32-16,0-1 0 0,0 0-192 0,2-1-32 16,0 0-16-16,-1-1 0 0,2 0-96 0,0-2-32 15,0 2 0-15,-1-2 0 0,2-1-160 0,-2 1-48 16,2-1 0-16,-2-1 0 0,2 1-80 0,-2 1-128 16,-1-1 176-16,1 3-176 0,-1-2 128 0,-2 2-128 15,1 0 0-15,-2 0 0 0,1 2 0 0,-2 1 0 0,1-1 0 16,-1-1 0-16,0 2 0 0,0-2 0 15,0 1 0-15,0-1-144 16,1 1-240-16,0-2-32 0,1 2-16 0,-2-2 0 16,2-2-1600-16,1 0-320 0</inkml:trace>
  <inkml:trace contextRef="#ctx0" brushRef="#br0" timeOffset="25993.47">5922 7183 5519 0,'-1'-2'240'0,"0"0"64"0,-1 1-304 0,1 1 0 16,0-2 0-16,1 2 0 0,-1 0 976 0,1-1 144 0,-1 0 32 0,-1-2 0 15,0 1 192-15,1-1 32 16,1 1 16-16,0 1 0 0,0 0-528 0,0 1-96 16,0-2-32-16,1 2 0 0,1 0-544 0,-1-2-192 0,1 2 144 0,0 2-144 15,0-2 0-15,0 2 0 0,-1 0 0 0,0 0 0 16,0 3 0-16,0 2 0 0,0 1 0 0,0-1 0 16,-1 2 0-16,0 1 0 0,0-1 0 0,-2 0 0 0,1 1-320 0,-1 0 64 15,0-4 16-15,-1 2 0 0,0-4 240 16,0-1-144-16,1 0 144 0,-1-1-128 0,1-2 128 15,0-2 128-15,1-1-128 0,0 0 176 16,0-1 272-16,1-3 48 0,0 0 16 0,0-1 0 16,0-1-128-16,0 2-32 0,0-3 0 0,0 1 0 15,1 0-64-15,-1-1-16 0,2 0 0 0,-1 1 0 0,0 2-272 16,1-2 0-16,-1 4 0 0,1-5 0 16,1 3 176-16,0 2-176 0,0 1 160 0,0 1-160 15,-1 1 320-15,1 2-48 0,-1 0 0 0,0 2 0 16,1-1 64-16,-2 3 16 0,0-2 0 0,0 3 0 0,0 0 16 0,0-1 0 15,-1 4 0-15,1-1 0 0,-1 0-240 16,0 0-128-16,-1 0 160 0,0 0-160 0,0-1 0 16,0 0 0-16,-1-1 0 0,-2-1 0 0,2 1 0 15,-1-2 0-15,1-1 0 0,-2 0 0 0,1 1 0 0,-1-3-160 0,2 0 160 16,-1 0-192-16,1 0 192 0,0-3-128 16,0 1 128-16,1 0-128 0,0-3 128 0,1 0 0 15,0 3 0-15,0-3-128 0,1 0 128 0,0-1 0 16,0 1 0-16,0 1-128 0,1 0 128 0,0-1-208 15,0 1 80-15,-1 0 128 0,2 1-208 0,0-2 80 16,0 3 128-16,0 2-208 0,0-3 208 0,0 3 0 16,0-2-160-16,0 2 160 0,0 2 0 0,0-1 0 0,0 1 128 0,0 2-128 15,0-1 224-15,-2 2-32 0,2 1-16 0,-1 0 0 16,0 0-48-16,-1 2-128 0,0-1 192 0,-1 2-64 16,0-1-128-16,-2 1 0 0,-1-1 0 15,0 0 0-15,1-1 0 0,-3-1 0 0,1 0 0 0,0-1 0 16,-1 0 0-16,0-3 0 0,2 0 0 0,-1 1-176 15,1-3 176-15,1 0 0 0,0-3 0 0,1 1 0 0,1-2 0 16,0-1 0-16,2 0 0 0,0-4 0 16,0 1 0-16,1-1-160 0,0-1 160 0,1-2-160 15,0 3-224-15,1-3-32 0,0 0-16 0,0-1 0 16,0 5 32-16,0-2 0 0,0 2 0 0,-2 2 0 0,2 2 272 0,-1 1 128 16,-2 1-128-16,1 2 128 0,-1 2 0 15,-1 3 272-15,-1 0-32 0,0 4-16 0,-1 1 592 0,0 2 112 16,-1 2 32-16,-1 0 0 0,1 0-512 0,-1 0-112 15,-1 3-16-15,0-3 0 0,1-2-320 0,-2-2 144 16,1-1-144-16,1-2 0 0,0 0 128 0,0-4-128 0,-1-1 0 16,2-1 0-16,0-1 128 0,1-1-128 0,0-4 0 0,0 1 0 15,2-3 0-15,0 0 0 0,0-1 0 16,0-1 0 0,0 2-624-16,1-4-16 0,-1 0-16 0,2 0-10320 0</inkml:trace>
  <inkml:trace contextRef="#ctx0" brushRef="#br0" timeOffset="28630.54">2201 7266 3631 0,'-1'-1'0'0,"1"0"144"0,0-1-144 0,-1 2 208 0,1 0-208 0,0-2 0 16,0 1 0-16,0 1 0 0,0-3 320 0,-1 1 0 15,1 0 16-15,0-2 48 0,0 1-176 0,-1 1-16 0,1 1-16 16,-1-1 32-16,1 2-16 0,-1-1-16 0,1 0 0 0,0 1 32 16,-1 0-208-16,1-2 0 15,-1 1 0-15,1 1 0 0,0-2 0 0,-1 2 0 16,0-3-144-16,1 1 144 0,0 2 192 0,-1-2 64 0,0 0 16 0,0 0 0 15,1-1 368-15,-1 1 64 0,0 1 0 0,0-1 64 0,1 0 48 16,-1 2 16-16,0-2 0 0,1 1 32 16,-1 1 32-16,1 0 16 0,-1 0 0 0,1 0 48 0,0 0-48 15,0 0 0-15,-1 1 0 0,1-1 48 16,0 2-288-16,1-2-48 0,0 0-16 0,0 0 32 0,0 2-128 16,1-2-16-16,0 0-16 0,0 0 32 15,0 0 64-15,2 0 16 0,0-2 0 0,0 0 32 16,2 1 112-16,-1-1 32 0,1-1 0 0,0 0 0 0,1 0-192 0,1 0-16 15,-1 0-16-15,1 1 0 16,-1 0-16-16,0 0 0 0,2 2 0 0,-1 0 0 16,-1 0-192-16,1 0-32 0,-3 2-16 0,2-2 0 0,-2 2-160 0,0 1-128 15,0 0 144-15,-1 1-144 0,1 0 0 16,-1-1 0-16,-1-1 0 0,1 1 0 0,0-1 0 0,-1 0 0 16,-1-2 0-16,2 1 0 15,-1-1-624-15,0 0-64 0,0 0-16 0,0-1-13376 0</inkml:trace>
  <inkml:trace contextRef="#ctx0" brushRef="#br0" timeOffset="29745.75">2207 7219 5519 0,'0'0'496'0,"0"0"-496"0,-1 0 0 0,1 0 0 0,0 0 992 0,-1 0 96 15,1 2 32-15,-1-2 0 0,0 0 240 0,0 1 48 16,0 1 16-16,-1-2 0 0,1 0-320 0,1 0-64 16,-1 0-16-16,0 0 0 15,1 0-256-15,-1 0-48 0,1 0-16 0,0 0 0 16,0 2-64-16,0-2 0 0,0 0-16 0,0 0 0 0,1 0-272 15,-1-2-48-15,1 2-16 0,0 0 0 0,1 0 192 0,0-2 32 16,0 1 16-16,-1 1 0 0,2-2 128 0,-1 2 32 16,1 0 0-16,-1 0 0 0,0 0-80 0,1 0-16 15,1 2 0-15,0 1 0 0,-1-1-272 0,1-1-48 16,1 0-16-16,-1-1 0 0,2 2-128 0,-1-2-128 16,1 0 192-16,1 0-192 0,-1-2 192 0,1 1-64 15,-1 0 0-15,0-1-128 0,0 0 144 0,0 1-144 16,-2-1 0-16,0 2 144 0,0 0-144 0,-2 0 0 0,1 2 0 15,-1-2 0-15,0 1 0 0,0 1 0 0,0 0 0 0,-1-1 0 16,0 0 0-16,0 1 0 0,1-1 0 0,-1 1 0 16,0-2-192-16,0 2 192 0,-1-2-192 0,0 0 192 15,0 0-448-15,0-2 48 16,0 2 0-16,-1-2 0 0,0 1 64 0,0-1 16 16,0 2 0-16,-1-1 0 0,0 1 48 0,0-1 16 0,0 1 0 15,-2 0 0-15,1-2-48 0,0 2 0 0,-2 0 0 0,0-2 0 16,0 4 304-16,-2-4-192 15,2 2 192-15,-2-1-160 0,1 1 160 0,0 0 0 0,1-2 0 0,-1 2 0 0,1 0 0 0,-1-2 0 16,0 1 0-16,1 1 0 0,0-2 144 0,1 2 16 16,-1-2 0-16,1 0 0 0,2 1 352 15,-1-1 80-15,0 2 16 16,1 0 0 0,1 0 720-16,0 0 144 0,0 0 16 0,1 0 16 15,0 0-1888-15,0 0-368 0,1 0-80 0,0 0 0 0,0 2 688 0,1-2 144 0,0 0 0 0,1 0 0 0,-2 1 0 0,2 1 128 16,1-2-128-1,0 2 0-15,-1-2 208 0,1 0-48 0,1 2-16 0,-1-2 0 0,2 0 16 0,-1 1 0 16,0-1 0-16,1 0 0 16,-1 0-160-1,2 0 0-15,-1 2 144 0,1-2-144 0,0 0-256 0,0 0-128 16,-2 0-32-16,1 0-14224 0</inkml:trace>
  <inkml:trace contextRef="#ctx0" brushRef="#br0" timeOffset="31080.58">1974 7188 1839 0,'0'-2'160'0,"0"-1"-160"0,0 3 0 0,0-2 0 15,0 2 800-15,0-3 128 0,0 1 32 0,0-3 0 16,0 0 464-16,0 1 112 0,0-3 0 0,0 2 16 15,-1 1 112-15,0-1 32 0,0 2 0 0,0 2 0 16,0 0-112-16,0-1-32 0,1 4 0 0,-1-2 0 0,0 2-288 0,0 0-64 16,0 3-16-16,0-2 0 0,0 1-640 15,0 1-128-15,1 2-32 0,-1 3 0 16,0 0-128-16,-1 2-48 0,1 2 0 0,-1 0 0 0,0 1-48 0,0-1-16 16,0-1 0-16,1 1 0 15,0-2 16-15,-1 0 0 0,2-2 0 0,-1-1 0 0,0-3-32 16,1-2-128-16,-1 0 192 0,1-4-64 0,0 1 0 0,0-2-128 15,0-1 192-15,1-1-64 0,0-1 128 0,1-1 32 16,0 0 0-16,-1-2 0 0,2 0-160 0,0-2-128 16,-1 2 192-16,0-3-192 0,0 0 0 0,-1 1 0 15,2 0 0-15,-1-1 0 0,-1 1 0 0,1 2 0 16,-1-3 0-16,0 0 0 0,-1 1 0 0,0 0 0 0,0-1 0 16,-1 3 0-16,0-2 0 0,0-1 0 0,0 1 0 0,0 0 0 15,0 2 0-15,-1-1 0 0,1 3 0 0,0 0 160 16,1 3 96-16,0-1 32 0,-1 3 0 0,1 0 0 0,-1 0 64 0,0 3 16 15,1-1 0-15,-1 2 0 0,0 0-112 0,0 3-32 16,1-3 0-16,-1 2 0 0,1 0-224 0,0 4 144 16,1-3-144-16,0 1 128 0,-1 0-128 0,1 0 0 15,-1 3 0-15,0-1 128 0,-1-1-128 0,1-1 0 16,-1 3 0-16,0-1 0 0,0-1 0 0,0 0 0 16,0-1 0-16,-1-1 0 0,1 0 0 0,0-2 128 0,0 0-128 0,0-2 0 15,1 0 0-15,-1 0 0 16,1-3 128-16,0 1-128 15,0-1 0-15,0-1 0 0,0-1 0 0,0 1 0 0,1-1 0 0,-1-2 0 0,1 1 0 0,0-2 0 16,0 1 0-16,1-1 0 0,0 0 0 0,0-1 0 16,1 0 0-1,-1-1 0-15,0-2 0 0,0-1 0 0,1 3 0 16,-1-2 0-16,1-1 0 0,-1 0 0 0,-1 2 0 16,1-1 0-16,0 0-144 0,0 1 144 0,-1 2 0 0,0 0 0 15,-1 0-128-15,0 3 128 0,0 2 0 0,-1-2 0 16,0 3 0-16,1 0 0 0,-1 1 0 0,0 1 0 15,-1 0 0-15,1 3 0 0,0 0 0 0,0 0 0 16,-1 2 0-16,1 2 0 0,0-2 0 0,-1 3 0 16,2 0 0-16,-1 1 0 0,1-2 0 0,0 2 0 15,0-2 0-15,0 2 0 0,0-2 0 0,-1 0 0 16,1 0 0-16,0 0 0 0,-1-1 0 0,1-1 0 0,0-1 0 16,0-1 0-16,-1-2 0 0,0 1 0 0,0-4 0 0,1 1 0 15,0-1 0-15,1-1 0 0,-1-1 0 0,1-1 0 16,0 1 0-16,1-3 0 15,-1 3 0-15,0-3 0 0,0 0 0 0,0 1 0 16,0-1 0-16,1 0-10592 0,-1 3-2128 16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10-23T16:33:25.435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7788 11925 3791 0,'-1'0'336'0,"1"0"-336"31,0 0 0-31,0 0 0 0,0-2 0 0,0 2 0 0,-1-1 0 0,-1 0 0 0,0 0 0 0,1-1 0 32,-1 2 0-32,0-2 0 0,1 2 0 0,0 0 0 0,1 0 0 0,0 0 0 0,0 2 0 0,0-2 0 15,0 0 272-15,0 2 32 0,0-1 0 0,0-1 16 0,0 1 192 16,0 0 64-16,0-1 0 0,0 0 0 15,1 0 32-15,0 0 0 0,1-1 0 0,-1 0 16 0,0 0-96 0,1-1-16 16,-1 0 0-16,0-1 16 0,1 1-128 0,-2-1-16 16,2 1-16-16,-1 0 16 0,1 0-64 0,-1 0-16 15,1 1 0-15,1-4 16 0,-1 3-128 0,-1-3-48 16,2 1 0-16,-1 1 16 0,0-2-160 16,1 1 0-16,-1 1 0 0,1-1 144 15,0-2-144-15,1 2 0 0,0-1 0 0,0 0 0 0,1 1 0 0,0-3 0 16,0 2 128-16,0 0-128 0,0-2 208 0,-1 0-64 0,0 0-16 0,2-1 16 31,-1 0-144-31,-1 0 0 0,1 1 0 0,0 0 144 0,-1-2-16 16,0 4-128-16,1-3 192 0,-2 2-32 0,1-2-160 0,1 1 160 0,-2 0-160 0,2 2 160 15,1-4-160-15,-2 2 0 16,1 0 0-16,-1 0 0 0,1 2 0 0,1-3 0 0,-2 2-160 0,2-2 160 16,0 2-128-16,-1-2 128 15,1 4 0-15,-2-4-144 0,2 2 144 0,-1 0 0 0,1-1-144 0,-1 0 144 0,1 0 0 0,-1 0 0 16,0 0 0-16,1 0 0 0,-1 0-128 15,1 0 128-15,-1-1 0 0,-1 0 0 0,2 0 0 0,-2-1 0 16,2 1 0-16,-1 0 0 0,0-1 0 0,0 0 0 16,0 1-144-16,0-1 144 0,0 1 0 0,-1 0 0 15,0-2 0-15,1 2 0 0,-1 0 0 0,0-2 0 16,1 3-128 0,-1-2 128-16,1-1 0 0,-1 1-192 0,1 2 192 0,1-3-160 0,-2 1-128 0,1 0-32 15,1 0 0 1,-1-1 0-1,1 2-64-15,-2-1-32 0,2-1 0 0,-2 1 0 0,1 0 144 0,-1 1 16 0,1-2 16 0,1 1 0 16,-1 0 48-16,-1-2 16 0,2 0 0 0,-2 0 0 16,1 1 176-16,0-1 0 0,-1 1 0 0,1 0 0 15,0-2 0-15,-1 1 0 0,1 1 0 0,0-1 0 16,0 1 0-16,1 0 0 0,-1-1 128 0,0 1-128 16,0-2 192-16,1 1-48 0,0 1 0 0,0-2 0 15,1 0-144-15,-2 0 0 0,2 0 0 16,-2 3 128-16,1-1-128 0,-2 1 0 0,1 0 0 0,0 1 0 15,-1-1-128-15,1-1 128 0,0 1 0 0,-2 0 0 16,2 0 0-16,0 0 0 0,-1 0 0 0,1 0 128 0,-1-1-128 0,2-1 128 16,0 1-128-16,-1 1 128 0,1-1-128 15,-1-2 0-15,1 2 0 0,0-1 128 0,1-1-128 0,-2 3 0 16,1-1 0-16,0 0 0 0,0-1 0 0,0 1 0 16,-1 1 0-16,1-1 0 0,-2 0 0 15,2 1 192-15,-1 0-64 0,-1-1 0 0,1-1 16 0,-1 1 0 16,2-2 0-16,0 1 0 0,0-1 112 0,0 0 32 15,1 0 0-15,0-3 0 0,0 4 0 0,-1-3 0 16,2 2 0-16,-2-3 0 0,3 3-96 0,-2-2-32 16,1 2 0-16,0-2 0 0,-1 2-160 0,2-2 0 15,-1-1 0-15,1 1 0 0,1 0 0 0,-1-1 0 16,0 0 0-16,0 0 0 0,2 1 0 0,-1-2 0 16,0 0 0-16,0-2 0 0,0 1 192 0,1-1-32 15,-2 1-16-15,1 0 0 0,0 1-144 0,0-1 0 0,-1 0 0 0,-1 3 0 16,1 0 0-16,-2 0 0 0,0 2 0 0,2-2 0 15,-1 1 0-15,-1 0 0 0,1 1 0 0,-1-2 0 16,1 2 0-16,-2-1 0 0,2 0 0 0,-2 1 0 16,2-2 0-16,-2 0 0 0,1 2 0 0,-1-2 0 0,1-1 0 15,0-1 0-15,0 1 0 0,1-1 0 16,-2 0 0-16,2 1 0 0,-1-2 0 0,1 3 0 0,1 0 0 16,-2-3 0-16,2 1 0 0,-2 2 0 15,-1 1 0-15,2-1 0 0,-2 0 0 0,1 0 0 16,-1 0 0-16,0 0 0 0,0 0 0 0,0 0 0 0,0 1 0 0,0-4 0 15,1 3 0-15,1 0 0 16,0 0 128-16,1-3-128 0,0-1 192 0,-1 1-64 0,1 0 80 16,0-2 16-16,0 0 0 0,-1 2 0 0,0 3-80 0,0-2-16 15,1-1 0-15,2-2 0 0,-4 5-128 16,1 0 192-16,2-5-192 0,-1 2 192 0,0-1-48 0,-1 0 0 16,0 2 0-16,0-2 0 0,0 1-144 0,-2 0 160 15,3 3-160-15,-3-3 160 0,1 3-160 0,-1-1 0 16,1-1 0-16,0 2 0 0,0-3 0 0,-1 1 0 15,1 2 0-15,-2 1 0 0,2 1-144 0,-1-1 144 0,1 3 0 0,-1-2 0 16,1 1 0-16,-2-1 0 0,2 2 0 0,0-2 0 16,0 0-128-16,0 0 128 0,0 1 0 15,0 1 0-15,0-2 0 0,0 0 0 16,-1 1 0-16,2-1 0 0,-2 1 0 0,1-1 0 0,-1 1 0 0,1-1 0 16,-1 1 0-16,1-1 0 15,-2 0 0-15,2 0 0 0,-1-2 128 0,0 2-128 0,-1 0 0 16,1 0 0-16,-1 3 0 0,0-1 0 0,1-1 0 15,-1 2 0-15,0 1 0 0,-1-1 0 0,1 1 0 0,1-1 0 16,-1-3 0-16,1 2 0 0,-1 1 0 0,0 0 0 16,1-2 0-16,1-2 0 0,0-1 0 0,2-3 0 15,-1 1 128-15,-1 1 48 0,2 1 0 0,-3 0 0 0,1 2 128 16,-1-1 16-16,1 1 16 0,-2 1 0 0,1 0-64 0,-1 1-16 16,0-2 0-16,0 3 0 0,-1-2-128 15,0 0-128-15,1 0 192 0,-1 1-192 0,0-1 0 16,1 3 0-16,-1-2 0 0,0 1 0 0,0 2 0 15,-1-2 0-15,0 1 0 0,1 0 0 16,0 2 0-16,-1-1 0 0,1-2 0 0,0 2 0 16,0-1 0-16,-2-1 192 0,2 3-64 0,0 0-128 15,-1-1 192-15,1-2-192 0,1 2 192 0,-1-1-192 0,-1 1 192 0,0 0-192 16,1 0 192-16,-1 0-192 0,1-1 160 0,0-1-160 16,-1 2 128-16,0-2-128 0,1 1 0 15,-1-1 0-15,1 2 128 0,-2 0-128 0,2-1 0 16,-1 2 0-16,-1 1 0 0,0 1 0 0,-1 1 0 0,0 0 0 15,1-1 0-15,-1 3-6736 16,0-1-1280-16</inkml:trace>
  <inkml:trace contextRef="#ctx0" brushRef="#br0" timeOffset="1538.09">9841 8129 2751 0,'1'0'256'0,"0"0"-256"16,0 0 0-16,-1 0 0 0,0 0 592 0,2 0 80 16,0-2 16-16,1 2 0 0,1 0 304 15,1-3 64-15,0 1 16 0,0 1 0 0,1 0-32 0,0-2 0 0,-2 3 0 0,1-2 0 16,-1 2-48-16,-1 0-16 15,2-2 0-15,-1 2 0 0,-2 2-176 0,1-2-32 0,1 0-16 0,-1 0 0 16,0 2-192-16,1-2-48 16,0 1 0-16,0-1 0 0,-1 0-128 0,1 0-48 15,1 0 0-15,-1-1 0 0,1 1 16 0,-1-2 0 0,2 2 0 0,-1 0 0 16,0-2 48-16,1 2 16 0,-1-1 0 0,1 1 0 16,0-2-144-16,-2 1-16 0,2 0-16 0,-1 1 0 15,1-2-64-15,-1 2-16 16,2 0 0-16,-2 0 0 0,0 0-160 0,1 0 192 0,-1 0-192 15,1 0 192-15,-1 0-64 0,2 2-128 0,-1-2 192 0,1 0-64 16,0 0 32-16,1 1 0 0,-1-1 0 16,1 0 0-16,-1 1 32 0,0-1 0 0,2 0 0 0,-1 0 0 15,-1 0 64-15,2 0 32 0,-2-1 0 0,1 1 0 16,-1 0 16-16,1 0 0 0,1 0 0 16,-2 0 0-16,2 0-80 0,1 0-16 0,-2 0 0 0,1 0 0 0,1 0-208 0,-2 1 144 0,1-1-144 0,0 0 128 31,0 0-128-31,0 0 0 0,0 0 144 0,2 0-144 0,-2 0 0 15,1-1 0-15,-1 0 0 0,1 1 128 0,0-2-128 16,-1 0 128-16,-1 1-128 0,3-1 128 16,-1-1-128-16,0 1 176 0,1 0-176 0,-1 0 192 15,0 1-64-15,-1 1-128 0,0-2 192 0,0 2-64 16,1 0-128-16,0 0 160 0,0 0-160 0,0 0 160 0,1 2-160 0,0-2 0 16,0 1 144-16,-1 1-144 0,-10-2 0 0,0 0 0 15,32 7 0-15,-32-7 0 0,0 0 0 0,34 7 0 16,-34-7 0-16,0 0 0 0,33 2 0 0,-22-2 0 15,1 2 0-15,1-2 0 0,-1-2 0 0,-1 2 0 16,1-1 0-16,0 0 0 0,0-1 0 0,0 2 0 16,0-3 0-16,-1 1 0 0,0-1 0 0,-1 3 0 15,-2-2 0-15,1 2 0 0,2-2 0 0,1 0 0 0,0 1 0 0,0-1 0 16,1 2 0-16,-1 0 0 0,-1 0 0 0,0 0 0 16,0 0 0-16,-11 0 0 0,0 0 0 0,33 5 0 15,-33-5 0-15,0 0 0 0,35 5 0 16,-24-3 0-16,0-2 0 0,0 2 0 15,1-2 0-15,0 1 0 0,0-1 0 0,-1 0 0 16,0 0 0-16,0 0-128 0,0 0 128 0,0 0 0 0,0 0 0 0,0 0 0 16,1 2 0-16,-1-2 0 0,0 0 0 0,1 0 0 15,0 0 0-15,0 0 0 0,0-2 0 0,0 1 0 16,1 1 0-16,0 0 0 0,2 0 0 0,-1 0 0 16,0 0 0-16,1-2 0 0,0 2 0 0,1 0 0 15,0 0 0-15,-1 0 0 0,1-2 0 0,0 2 0 0,0-1 0 0,-1 1 0 16,-1 0 0-16,1 0 0 0,-1-2 0 0,1 2 0 15,0 0 0-15,0 0 0 0,-2 0 0 0,0 0 0 16,1 0 0-16,1 0 0 0,0-2 0 0,0 2 0 16,1 0 0-16,-1 0 0 0,0 0 0 0,1 2 0 15,1-2 0-15,-1 0 128 0,2 0-128 0,-1 2 128 16,-1-2-128-16,2 0 128 0,-2 1-128 16,0-1 176-16,0 0-176 0,0 0 192 0,0 2-192 0,0-2 0 0,-2 0 0 0,0 0 128 31,1 0-128-31,-1 0 0 0,0 0 0 0,0 0 0 15,1 2 0-15,-1-2 0 0,1 0 0 0,0 0 0 0,0 0 0 0,1 0 0 0,0 0 128 0,0 0-128 16,1 0 0-16,0 0 0 0,-1-2 0 16,1 2 0-16,-1-2-208 0,-1 1-32 0,0-1 0 0,-1 2-14544 15</inkml:trace>
  <inkml:trace contextRef="#ctx0" brushRef="#br0" timeOffset="3853.06">12208 8120 3679 0,'0'-2'320'0,"-1"1"-320"0,1 1 0 0,-1-2 0 0,1 2 672 0,0 0 64 16,-1-2 16-16,0 1 0 0,0-1 144 0,0 1 16 15,0 0 16-15,0-1 0 0,0 2-16 0,1 0 0 0,0 0 0 0,0 0 0 16,1 2-176-16,0 0-32 16,1 0-16-16,-1 1 0 0,1 0-64 0,-1 1-16 15,0-1 0-15,2 1 0 0,-1 1-112 0,0-3-32 16,0 0 0-16,1 2 0 0,0 0-80 0,0-2-32 16,1 0 0-16,-1 1 0 0,0 0-16 0,1 1 0 15,0-2 0-15,-1-1 0 0,1 3 0 0,0-3 0 16,0 3 0-16,0-2 0 0,0 0 48 0,-1 1 0 15,0 2 0-15,1-3 0 0,0 3-224 0,0-2-32 16,-2 2-128-16,2-2 192 0,-1 3-192 0,0-2 144 0,-1 1-144 0,1 0 128 16,1 2-128-16,-2-2 0 15,0 1 0-15,0-2 128 0,0 2-128 0,1 1 0 0,0-2 0 0,0 2 0 16,-1-1 0-16,1 0 0 0,-3-6 0 0,0 0 0 16,0 0 0-16,0 0 0 0,0 0 0 15,0 0 0-15,22 43 0 0,-19-38 0 0,1 2 0 0,0-3 0 16,-1 3 0-16,1-2 0 0,0 0 0 0,-4-5 0 15,0 0 0-15,0 0 0 0,0 0 0 0,0 0 0 0,22 40 0 0,-19-34 0 0,0 0 0 16,-3-6 0 0,0 0 0-16,0 0 0 0,0 0 0 0,0 0 0 15,20 45 0-15,-17-38 0 0,-1 0 0 0,-2-7 0 0,0 0 0 16,0 0 0-16,0 0 0 0,0 0 0 0,23 46 0 16,-23-46 0-16,0 0 0 0,0 0 0 0,0 0 0 0,23 38 0 15,-23-38 0-15,0 0 0 0,0 0 0 16,0 0 0-16,29 35 0 0,-29-35 0 0,0 0 0 0,0 0 0 15,0 0 0-15,30 36 0 0,-30-36 0 0,0 0 0 16,0 0 0-16,0 0 0 0,30 42 0 0,-30-42 0 16,0 0 0-16,0 0 0 0,27 38 0 0,-27-38 0 15,0 0 0-15,0 0 0 0,28 40 0 0,-28-40 0 0,0 0 0 0,0 0 128 16,27 44-128-16,-27-44 0 16,0 0 0-16,0 0 0 0,28 44 0 0,-28-44 0 15,0 0 0-15,0 0 0 0,27 40 0 0,-27-40 0 16,0 0 0-16,0 0 0 0,0 0 0 0,34 45 0 0,-34-45 0 15,0 0 0-15,0 0 0 0,27 40 0 0,-27-40 0 0,0 0 0 0,0 0 0 16,25 38 0-16,-25-38 0 16,0 0 0-16,0 0 0 0,30 46 0 0,-30-46 0 15,0 0 0-15,0 0 0 16,34 44 0-16,-34-44 0 16,0 0 0-16,26 35 0 15,-26-35 0-15,0 0 0 16,27 38 128-16,-27-38-128 15,0 0 0-15,28 39 0 16,-28-39 128 15,0 0-128-31,0 0 0 0,34 45 0 16,-34-45 128 0,0 0-128-16,0 0 160 0,31 43-160 0,-31-43 160 15,0 0-160-15,0 0 160 0,28 39-160 0,-28-39 160 0,0 0-160 0,0 0 0 0,29 46 0 0,-29-46 0 0,0 0 0 0,0 0 0 0,30 45 0 0,-30-45 0 0,0 0 0 0,26 38 0 0,-26-38 128 16,0 0-128-16,28 36 128 0,-28-36-128 0,0 0 192 0,30 36-64 0,-30-36 64 0,0 0 16 0,29 42 0 0,-29-42 0 0,0 0 32 0,28 38 0 0,-28-38 0 0,0 0 0 0,27 38-112 0,-27-38 0 0,0 0-128 0,25 36 192 0,-25-36-32 15,0 0-16-15,24 40 0 0,-24-40 0 0,0 0-16 16,0 0-128-16,29 47 192 0,-29-47-64 0,0 0-128 0,23 36 160 16,-23-36-160-16,0 0 160 0,26 38-160 0,-26-38 192 15,0 0-192-15,25 37 192 0,-25-37-16 0,0 0 0 16,26 41 0-16,-26-41 0 0,0 0 64 0,0 0 16 16,30 46 0-16,-30-46 0 0,0 0-112 0,0 0-16 15,31 49 0-15,-31-49 0 0,0 0-128 0,0 0 192 16,30 47-192-16,-30-47 192 0,0 0-64 0,0 0-128 0,29 47 192 0,-29-47-64 15,0 0 0-15,0 0 0 0,29 48 0 16,-29-48 0-16,0 0-128 0,19 38 160 16,-19-38-160-16,0 0 160 0,22 38-160 0,-22-38 0 0,0 0 144 0,24 38-144 15,-24-38 0-15,0 0 128 0,25 38-128 0,-25-38 0 16,0 0 128-16,25 35-128 0,-25-35 128 0,0 0-128 16,0 0 128-16,29 43-128 0,-29-43 160 0,0 0-160 15,0 0 128-15,28 40-128 0,-28-40 0 0,0 0 144 16,0 0-144-16,26 46 0 0,-26-46 0 0,0 0 128 0,0 0-128 0,27 47 0 15,-27-47 144-15,0 0-144 0,20 37 160 0,-20-37-32 16,0 0-128-16,21 39 192 0,-21-39-192 16,0 0 176-16,20 43-176 0,-20-43 160 15,0 0-160-15,19 44 0 0,-19-44 144 0,0 0-144 0,20 45 128 0,-20-45-128 16,0 0 128-16,19 42-128 0,-19-42 0 16,0 0 0-16,19 41 0 0,-19-41 0 0,0 0 128 0,23 43-128 15,-23-43 128-15,0 0-128 0,25 40 176 16,-25-40-48-16,0 0 0 0,27 36 0 0,-27-36 48 0,0 0 0 15,28 36 0-15,-28-36 0 0,0 0 16 0,27 37 0 0,-27-37 0 16,0 0 0-16,28 36-64 0,-28-36-128 0,0 0 192 0,25 38-64 16,-25-38-128-16,0 0 160 0,0 0-160 0,32 43 160 15,-32-43-160-15,0 0 0 0,0 0 144 0,32 40-144 16,-32-40 0-16,0 0 0 16,0 0 0-16,31 40 0 0,-31-40 0 0,0 0 0 0,0 0 0 0,33 45 128 15,-33-45-128-15,0 0 0 16,27 36 0-16,-27-36 0 0,0 0 0 0,26 34 0 0,-26-34 0 15,0 0 0-15,25 37 0 0,-25-37 0 0,0 0 0 0,27 35 0 0,-27-35 0 16,0 0 0-16,27 34 0 16,-27-34 0-16,0 0 0 0,31 31 0 0,-31-31 0 15,0 0 0-15,0 0 0 0,37 34 144 0,-37-34-144 0,0 0 0 0,0 0 192 0,35 30-192 16,-35-30 192-16,0 0-192 16,0 0 144-16,0 0-144 0,38 35 0 0,-38-35 144 0,0 0-144 0,0 0 0 15,0 0 144-15,34 40-144 0,-34-40 0 0,0 0 0 16,0 0 0-16,0 0 0 0,29 39 0 0,-29-39 0 15,0 0 0-15,0 0 128 0,0 0-128 0,28 43 0 16,-28-43 0-16,0 0 0 16,0 0 0-16,0 0 0 0,31 37 0 0,-31-37 128 15,0 0-128-15,0 0 128 0,0 0-128 0,38 31 128 0,-38-31-128 0,0 0 144 16,0 0-144-16,0 0 160 0,34 26-160 0,-34-26 128 0,0 0-128 0,0 0 128 16,0 0-128-16,0 0 0 15,34 30 0-15,-34-30 128 0,0 0-128 16,0 0 0-16,0 0 0 0,0 0 0 15,0 0 0-15,30 32 0 0,-30-32 0 0,0 0 0 0,0 0 0 16,0 0 0-16,0 0 128 0,0 0-128 0,0 0 0 0,0 0 0 16,0 0 0-16,0 0 128 0,24 36-128 0,-23-32 0 0,-1-2 0 15,1 1 0-15,0 1 0 0,-1-1 0 16,1-1 0-16,-1 0 0 0,0 3 0 0,1-4 0 16,0 1 0-16,-1 1 0 0,1-2 0 0,-1 1 0 15,1 1 0-15,-1-1 0 0,0 1 0 0,1-2 0 0,-1 0-144 0,0 1-12064 31,1 1-2400-31</inkml:trace>
  <inkml:trace contextRef="#ctx0" brushRef="#br0" timeOffset="8868.28">7791 11914 3615 0,'-1'2'320'0,"0"-2"-320"16,1 0 0-16,0 0 0 0,-1 0 0 0,1 0 0 15,0 0 0-15,0 0 0 0,0 0 0 0,0 2 0 0,0-2 0 0,0 0 0 16,0-2 0-16,1 2 0 0,-1 0 384 0,1 0 64 16,0 0 16-16,0-2 16 0,0 1-96 15,-1 1 0-15,1 0-16 0,0 0 16 0,0 0-64 0,0 0-16 16,1 0 0-16,-1 0 16 0,-1-2-128 0,1 2-32 15,0 0 0-15,1 0 16 0,-1-2-176 0,0 1 0 16,1 1 144-16,0-2-144 0,0 1 224 0,0 0-32 16,0-1-16-16,0 1 16 0,0 0-48 0,-1 0 0 15,2 1 0-15,-1-2 0 0,0 1-16 0,2-1 0 16,-1 0 0-16,0 0 16 0,-1 0 80 0,1 1 16 16,0 1 0-16,-1-2 16 0,1 2-256 0,-2-2 128 0,2 2-128 15,0 0 0-15,-1 0 0 0,0 0 0 16,0 0 0-16,0 0 128 0,0 0-128 0,0 0 0 15,0-1 0-15,0 1 0 0,1 0-144 0,-2 0 144 0,2 0 0 0,0-2 0 16,-1 1 0-16,1 0 0 0,-1-1 0 0,1 1 0 16,1 1 0-16,-1-2 0 0,0-1 0 0,1 1 0 15,-1 0 0-15,0-2 0 0,-1 3 0 0,1-3 0 16,0 3 144-16,0 0-144 0,-1 0 0 0,0 1 144 16,2-2-16-16,-1 0 0 0,0 1 0 0,-1 1 0 15,1 0-128-15,0-2 160 0,0 2-160 0,0 0 160 0,-1-2-160 16,1 1 128-16,1-1-128 0,-1 1 128 15,0 0 16-15,0-2 0 0,1-1 0 0,0 1 0 16,-1 2 80-16,1-2 16 0,-1 0 0 0,0 1 0 16,0-1-80-16,0 1-16 0,1 0 0 0,-1 0 0 15,1-1-144-15,0 1 0 0,0-1 0 0,-1 2 0 0,1 0 0 0,0-1 0 16,0-1 0-16,0 0 0 0,0 1 0 16,-1-2 0-16,2 1 144 0,-1 1-144 0,0-1 192 0,-2 0-48 15,2 0 0-15,-1 2 0 0,0-3-144 0,-1 1 192 0,2 1-192 16,-1 0 192-16,1-3-32 0,-1 2 0 0,0 1 0 15,1 0 0-15,-1-1-160 0,-1 1 0 0,1-1 0 0,1 0 128 16,-1 0-128-16,-1 0 0 0,2 1 0 0,0-1 128 16,-1 2-128-16,0-2 0 0,0 1 0 0,0-1 0 15,1 1 0-15,-2 1 0 0,2-1 0 0,0 0 128 16,-1-1-128-16,-1 1 0 0,1-1 144 0,1 1-144 16,0 0 0-16,-1-2 0 0,1 1 0 15,-1-2 0-15,1 3 0 0,0-1 0 0,0-2 0 16,-1 2 0-16,1-1 0 0,1 0 144 15,-1 0-144-15,1-1 0 0,-1 2 256 0,0-2-48 0,1 1-16 16,0-1 0-16,-1 2-48 0,0-1-16 0,1-1 0 0,-2 2 0 16,0 1 16-16,1-3 0 0,-1 1 0 0,0 0 0 0,1 0-144 0,-1 0 128 15,2 1-128-15,-2-1 128 0,1-1-128 16,0 0 0-16,-1 3 0 0,1-3 0 16,1 0 0-16,-2 3 0 0,2-3 0 0,-1 1 0 0,-1 1 0 0,2-2 0 0,-1 1 0 0,0 0 0 31,0 0 0-31,1-1 0 0,-1 1 0 0,0-1 0 0,0 1 0 15,0-1 0-15,-1 0 0 0,1 0 0 0,0 1 0 16,-1-2 128-16,2 3-128 0,-1-2 0 0,-1 0 0 16,1 1 128-16,0 0-128 0,0 0 0 0,-1 0 240 0,1-1-48 15,1 2 0-15,-1-2 0 16,1 0-64-16,-1-2 0 0,0 3-128 0,2-2 192 0,-2 0-32 0,1-1-16 16,0 2 0-16,-1-3 0 0,1 4-144 0,-1-3 160 15,0 2-160-15,1-2 160 0,0 2-160 16,-1-2 0-16,0 2 144 0,1 1-144 0,-2-1 0 15,1 0 144-15,0 0-144 0,-1 0 0 0,0 1 192 0,0-1-192 16,0 1 192-16,0 1-192 0,-1-1 272 0,1 1-48 16,0-2-16-16,-1 3 0 0,1-3-208 0,-2 2 176 15,2 0-176-15,0-2 160 0,0 2-160 0,1-2 0 16,-2 0 0-16,2 0 0 0,-1 2 0 0,0-2 0 16,-1 0 0-16,2 2 0 0,-1-2 0 0,0 0 0 15,0 1 0-15,0 0 0 0,0 0 0 0,0 0 0 16,-1-1 0-16,0 0 0 0,2 3 0 0,-2-3 0 0,1 0 0 0,-1 2 0 15,-1-2 0-15,2 1 0 0,0 0 0 0,0-1 0 16,0 0 0-16,-1 1 0 0,1-1 0 0,0 0 0 16,1 1 0-16,-1-3 0 0,1 4 0 0,-1-4 0 15,0 2 0-15,0 1 0 0,1-1 0 0,-1 1 0 16,0 1 0-16,-1-2 0 0,1 0 0 0,0 1 0 16,0-1 0-16,-1 2 0 0,1-1 0 0,1-1 0 15,-1 2 0-15,-1-1 0 0,2-3 128 0,-1 3-128 16,0-2 0-16,0 1 0 0,1-1 0 0,0 0 128 15,0 0-128-15,-1 0 0 0,1 0 0 0,0-2 0 16,-1 2 0-16,1 0 0 0,0 0 128 0,0 0-128 16,-1 2 0-16,1-3 0 0,0 2 0 0,-1 0 0 15,0-2 0-15,0 3 0 0,0-2 0 0,0 2 0 0,-1-1 0 16,1 0 0-16,0 1 0 0,0-1 0 0,0 0 0 16,-1 1 0-16,0-1 0 0,1 0 0 0,-1 1 0 15,1-2 0-15,-1 2-128 0,1-3 128 0,-1 3 0 0,1-1-176 16,-1 0 176-16,0 2-128 0,1-2 0 0,-1 0 0 15,1 1 0-15,0-1 0 0,0 0 128 0,1-1 0 16,0 0-144-16,-2 2 144 0,2-1 0 0,1-2-176 0,-1 2 176 16,-1-3-128-16,1 2 128 0,0 0-128 0,-1 0 128 15,1-1-128-15,0 2 128 0,-1-2 0 16,0 1 0-16,1 0 0 0,-1 0 0 0,0 0 0 0,-1 2 0 0,1-3 128 16,0 2-128-16,0 0 0 0,-1 0 0 0,0 1 0 15,1-1 0-15,0 0 0 0,0 1 0 0,-1-1 0 16,1 1 0-16,0-2 0 15,0 1 0-15,0 1-128 0,0-3 128 0,0 2 0 0,0-2 0 16,0 2 0-16,-1-2 0 0,2 2-128 0,-1-2 128 16,0 2 0-16,-1-1 0 0,1 0-128 0,-1 2 128 0,1-4 0 15,0 4 0-15,-1-3-128 0,2 2 128 0,0-2 0 16,-1 1 0-16,0 0 0 0,1 0 0 0,0 0 0 16,-1-1 0-16,1 0 0 0,0 0 0 0,0 2-128 0,-1-2 128 15,2 0 0-15,0 0 0 0,-2-1 0 0,2 2 0 16,0-2 0-16,0 1 0 0,0 0 0 0,-2 0 0 15,2 1 0-15,0 0 0 0,-1-2 0 0,0 2 0 16,1-1 0-16,-2 2 0 0,1-2 0 0,0 2-128 16,0-2 128-16,-1 1-128 0,2 0 128 0,-1 0-192 0,-1 0 64 15,1 2 0-15,1-4 0 0,-2 4 128 16,1-4 0-16,1 2 0 0,-1-1 0 0,1 2 0 0,0-3 0 0,-1 2-144 0,0-1 144 16,2 2 0-16,-3-3-144 0,2 0 144 15,0 1 0 1,0-1-128-16,1-1 128 0,-2 1 0 0,1 1 0 0,0 0-128 15,-2-2 128-15,2 2 0 0,-1-1 0 0,0 1-128 0,1 0 128 16,0-2 0-16,-1 2 0 0,0-1-176 0,1 2 176 0,-1 0-160 0,0 0 160 16,1-2-128-16,-1 1 128 0,1-1 0 0,0-1-144 15,0 3 144-15,-1-2-192 0,0 1 192 16,1-1-192-16,0 0 192 0,-1 1 0 0,2-3 0 0,-2 1 0 16,2 0-128-16,-1 1 128 0,-1-2-128 15,1 1 128-15,0 2 0 0,0-3 0 0,0-1 0 16,0 2 0-16,1 1 0 0,-1-2 0 0,-1 1 0 15,1 0 0-15,-1-1 0 0,1 1 0 0,0 2 0 0,-1-2 0 16,0 1 0-16,0-2 0 0,0 2 0 0,-2 0 0 16,2 1 0-16,0-3 0 0,-1 1 0 0,1 2 0 0,-1-3 0 0,1 3 0 15,-2 0 0-15,2-2 0 0,0 2 0 16,0-1 0-16,-1 1 0 0,1 0 0 16,-1 0 0-16,0 1 0 0,2-2 0 0,-1 1 0 15,0-3-144-15,2 3 144 0,0-2-160 0,-2 1 160 16,2 1-192-16,-1-2 48 0,0 1 16 0,1-1 0 0,-1 0 128 0,1 1-208 15,-1 1 80-15,1-2 128 0,-2 2-144 0,0 0 144 16,1-1 0-16,-2 2 0 0,1-2-272 16,0 2 48-16,-1-2 16 0,-1 1 0 0,1 0 208 0,0-3 0 0,0 3 0 0,-1 0 0 31,0 0 0-31,1-2 0 0,0 1 0 0,0-1 0 0,0 2 0 16,0-3 0-16,0-1 0 0,1 2 0 15,-1 2 0-15,0-3 0 0,1 2 0 0,-1 0 0 0,1 2 128 0,-1-1-128 16,2 0 0-16,-1-2 0 0,-1 1 0 0,0 2 0 15,0 0 0-15,0-1 0 0,-1 0 0 0,1 1 0 16,0 0 0-16,0 0 0 0,-1 0 0 0,1 0 128 16,0 0-128-16,0 0 0 0,0 1 160 0,-1-2-160 15,1 0 128-15,0 2-128 0,0 0 0 0,0-1 128 16,1-2-128-16,1 1 0 0,-1-3 128 0,0 1-128 16,0 2 128-16,0-1-128 0,0 0 0 0,-1 1 0 15,1 1 128-15,-1-1-128 0,1 0 0 0,0 2 0 16,-1-1 0-16,-1 0 0 0,2 0 0 0,-1 0 0 15,1 0 0-15,-2 0 0 0,2 0 0 0,-1 1 0 0,0-1 0 0,-1 0 0 16,1 1 0-16,1-2 0 0,0 0 0 16,-1 2 0-16,1-2 0 0,-1 0 0 0,1 1 0 15,-2-2 0-15,2 2 0 0,-1 0 0 0,1-1 0 0,-1-1 0 16,1 2 0-16,-1-1 0 0,0 2 0 0,0-3 0 16,1 4 0-16,0-3 0 0,-1 2 0 0,1-2 0 15,1 1 0-15,-2 0 0 0,2 0 0 0,0-2 0 16,-1 2 0-16,0 0 0 0,0-1 0 0,0 0 0 15,0 2 0-15,1-4 0 0,-1 2 0 0,0 1 0 16,0 0 0-16,-1 1 0 0,2-2 0 0,-1 2 0 0,0-2 0 0,1 0 0 16,-1 2 0-16,0-2 0 0,0 2 0 0,1-1 0 15,-1 0 0-15,0 2 0 0,1-1 0 0,-1 0 0 16,1 0 0-16,0-2 0 0,-1 3 0 0,1-3 0 16,0 0 0-16,-1 1 0 0,1-1 0 0,0 2 0 15,0-1 0-15,-1 1 128 0,0 0-128 0,1 0 0 16,0-2 0-16,0 3 0 0,0-3 0 0,0 2 0 15,-1-2 0-15,1 2 0 0,0-2 0 0,0 2 0 0,0-2 0 0,-2 1 0 16,2 2 0-16,-1-3 0 0,0 3 128 0,1-4-128 16,0 4 0-16,0-4 0 15,0 4 0-15,-1-4 0 0,1 4 0 0,0-3 0 16,0 2 0-16,0-2 0 0,1 0 0 0,-1-1 0 0,1 2-128 0,-2 1 128 16,2-1 0-16,-2 0 0 0,1 0 0 15,0 0 0-15,-1-1 0 0,1 2 0 0,0 0 0 0,-1-1 128 16,1 0-128-16,-1 2 0 0,1-1 144 15,0-2-144-15,-1 2 0 0,2 0 128 0,-1-1-128 0,0-1 0 16,1 2 144-16,-1-2-144 0,1 2 192 0,0-2-192 0,-1 2 272 16,0-2-48-16,0 1-16 0,1 0 0 0,-1 1-16 0,0-2 0 15,1 2 0-15,-2 1 0 0,1-1-192 0,0 0 176 16,-1 0-176-16,0 0 160 0,1 2-160 16,-1-2 128-16,1 2-128 0,-1-2 128 0,2 3 48 15,-1-3 0-15,-1 0 0 0,2 3 0 16,-2-3-48-16,1 2 0 0,-1-1 0 0,0 0 0 0,2-1-128 15,-1 2 192-15,-1-1-192 0,1 1 192 16,0-2-192-16,-1 3 0 0,0-5 144 0,1 4-144 16,-1-1 128-16,0 1-128 0,-1-2 128 0,0 2-128 15,2 0 0-15,0-2 144 0,-2 1-144 0,2-1 0 0,-1 0 176 0,-1 1-176 0,2 0 160 16,-1-1-160-16,-1 1 208 16,1-1-48-16,0 0-16 0,-1 3 0 15,1-3 0-15,1 0 0 0,0 2 0 0,-2 0 0 0,1 0-144 0,0 0 192 16,0 0-192-16,0 0 192 0,0 0-192 0,-1-1 128 15,1 1-128-15,0 1 128 0,0-1 32 0,-1 1 0 0,1-1 0 0,0 0 0 16,-1 0-16-16,1 0 0 0,-1 0 0 16,1 1 0-16,-2 0-144 0,2-3 160 0,0 1-160 0,0 1 160 0,-1 1-160 15,1-2 160-15,0 1-160 0,-2 0 160 0,1 1-160 16,0 0 192-16,-1-1-192 0,1 1 192 16,-1-1-192-16,1 1 160 0,0 0-160 0,-1-1 160 15,1-1-32-15,-1 3 0 16,1-1 0-16,0 0 0 0,0 0 0 0,0-1-128 15,-1 0 192-15,1 1-64 0,0 0-128 0,1 0 128 16,-1-1-128-16,2-1 128 0,-1 1-128 0,-1 1 0 16,2-3 0-16,-1 2 0 0,-1 1 0 0,2 0 0 0,-1-2 0 15,-1 1 0-15,1 0 144 0,1 1-144 0,-1 0 160 0,0-1-160 16,0 1 304-16,-1-1-48 0,0 1 0 0,1 0 0 16,0 0-64-16,0-1 0 0,-1 0-16 0,1 0 0 15,0 0-48-15,0 0-128 0,0-1 192 0,0 1-64 16,0 1 0-16,0-1-128 0,0 1 192 0,-1-1-64 15,1 1-128-15,-1 0 192 0,1 0-192 0,-1-1 192 16,1 1-192-16,-1-1 128 0,2 1-128 0,-3 2 128 16,2-2-128-16,-1-1 0 0,0 1 144 0,0 0-144 15,0 1 0-15,1-2 0 0,-1 2 0 0,0-3 0 16,1 3 0-16,-1-2 0 0,0 1 0 0,0 1 0 0,1 0 0 16,0-1 0-16,-1 0 128 0,1 1-128 0,-1-1 192 15,0 2-16-15,-1-3-16 0,1 1 0 0,1 1-32 16,-1 0-128-16,-1 1 192 0,1-2-64 0,0 1-128 15,0 1 160-15,1-2-160 0,-1 0 160 0,0 1-160 16,1-1 128-16,-1 1-128 0,0 0 128 0,0-1-128 0,1 0 192 16,-1 1-192-16,0-1 192 0,0 0-192 0,1 1 160 15,-2 1-160-15,1-2 160 0,1 2-160 0,-1 0 192 16,0 0-192-16,0-2 192 0,1 2-64 0,-1 0 0 16,0 0 0-16,0-2 0 0,0 1-128 0,1 1 0 15,-1 0 0-15,1 0 0 0,-1-2 0 0,1 2 0 16,-1 0 0-16,1 0 0 15,1 2-608-15,-2-2-48 0,2 1-16 0,1 1-13632 0</inkml:trace>
  <inkml:trace contextRef="#ctx0" brushRef="#br0" timeOffset="9952.37">10801 8120 2751 0,'2'0'256'0,"-2"0"-256"0,1 0 0 0,-1 0 0 16,1 0 688-16,1-2 80 0,0 1 32 0,1 1 0 15,1-2 240-15,1 2 48 0,0-3 16 0,0 1 0 16,0 1-160-16,0 0-48 0,-1-1 0 0,0 2 0 15,1-2 112-15,-2 1 16 0,3 1 0 0,-2-2 0 0,1 0-128 0,-1 1-32 16,1-1 0-16,0 2 0 0,0-2-160 0,-1 2-16 16,1-2-16-16,0 1 0 0,0 1-192 0,0-2-32 15,0 0-16-15,1 1 0 0,-2 1 16 0,2 0 0 16,-1 0 0-16,-1-2 0 0,3 2 0 0,-2 0 16 16,1 0 0-16,0 0 0 0,-1 2-80 0,0-2 0 15,0 0-16-15,0 0 0 0,0 1-128 0,1-1-32 16,0 2 0-16,-1-2 0 0,1 0-64 0,-1 2-16 15,1-2 0-15,-1 0 0 0,2 0 64 0,-2 0 16 0,2 0 0 0,-1-2 0 16,0 2 144-16,0-2 32 0,0 1 0 16,1 1 0-16,-2-2-80 0,1 1-16 0,0 0 0 0,0-1 0 15,0 2-32-15,0-2 0 0,-2 2 0 0,1 0 0 16,1 0-64-16,-3 0 0 0,2 2-16 16,0-2 0-16,-2 0-176 0,2 0 0 0,-1 0 0 0,-1 0 128 15,2 2-128-15,-1-2 0 0,-1 1 0 0,1 0 0 16,-1-1 0-16,1 0 0 15,-1 2 0-15,1-2 0 0,1 0 0 0,-2 0 0 0,2 0 0 0,0 0 0 16,-2 0 0-16,1 0 0 0,1-2 0 0,-2 2 0 16,2 0 0-16,-1 0 0 0,0 0 0 0,-1 2 0 15,2-2 128-15,-1 0-128 0,-1 0 128 0,2 1-128 16,-1-1 128-16,0 2-128 0,0-2 0 0,0 2 128 0,0-2-128 16,0 1 0-16,1 1 0 0,-2-2 0 0,2 0 0 15,0 2 0-15,-1-2 128 0,0 0-128 0,1 0 0 16,-1 0 0-16,1 0 0 0,0 0 128 0,-1 0-128 15,0 2 0-15,1-2 0 0,-2 1 128 0,1 1-128 16,-1-2 0-16,0 2 0 0,0-2 128 0,1 3-128 0,-1-3 0 16,0 2 0-16,0-1 0 0,0 0 0 0,0 1 0 15,1-2 0-15,0 1 0 0,0 1 0 0,0 0 0 16,1-2 0-16,0 1 0 16,1 1-512-16,0-2 32 0,-1 1 0 0,1 0-9616 0,0 2-1920 15</inkml:trace>
  <inkml:trace contextRef="#ctx0" brushRef="#br0" timeOffset="18865.58">11084 8106 911 0,'-1'0'0'0,"0"-3"0"0,1 3 0 0,-1-2 0 0,2 2 672 0,-1 0 48 15,0 0 16-15,0-2 0 0,0 1 608 0,1 1 112 16,-1-2 16-16,1 2 16 0,-1 2 16 0,2-2 0 16,0 0 0-16,0 0 0 0,0 1-624 0,0 1-128 15,1-2-32-15,0 2 0 0,2-2-256 0,-1 0-48 16,0 0-16-16,2-2 0 0,-1 0-16 0,1-1 0 0,0 3 0 0,1-2 0 16,0 0 0-16,1 1 0 0,0-1 0 0,1 2 0 15,-1-2 160-15,-1 1 32 0,1 1 0 16,-2 0 0-16,0 0 48 0,0 0 16 15,1 1 0-15,-2-1 0 0,2 2-240 0,-1-2-32 0,1 2-16 0,-1-2 0 16,1 0-80-16,-2 1-16 0,2 1 0 16,-2-2 0-16,2 2 144 0,-2-2 32 0,1 0 0 15,-1 0 0-15,1 2-112 0,0-2 0 0,0 0-16 0,0 0 0 0,-2 1-176 16,2-1-128-16,0 2 192 0,0-2-192 16,-1 2 0-16,1-1 0 0,-1 1 0 0,-1-2 0 0,1 2 128 15,-1-1-128-15,1 0 0 0,0 1 0 0,-1-2 192 16,0 1-192-16,1 1 192 0,-1-2-192 15,-1 2 208-15,1-2-64 0,1 1-16 0,-2 1 0 0,2-2-128 16,-1 0 160-16,0 0-160 0,0 1 160 0,1 0-160 0,-2-1 128 16,2 0-128-16,-1 2 128 15,-1-1-128-15,1 1 160 0,0 0-160 0,0-2 160 0,-2 1-16 16,2 1 0-16,0 1 0 0,-1-2 0 0,-1 1-144 16,1 1 192-16,-1-2-192 0,1 1 192 15,-1 1-192-15,-1 0 160 0,1 0-160 0,1-1 160 0,-1 1-32 0,1-1-128 16,-1 1 192-16,-1 1-64 15,1-1 16-15,0-1 0 0,-1 0 0 0,1 0 0 0,-1 1-144 0,0-1 192 16,0-1-192-16,1 2 192 0,-2-2-192 16,1 1 160-16,0 1-160 0,0-1 160 0,1 1-160 0,0 0 0 15,-1 0 144-15,1 0-144 0,0 0 0 16,-1 0 128-16,0 0-128 0,0 0 0 0,1-1 0 0,0 1 0 16,0-1 0-16,1 0 128 0,-1-1-128 0,-1 1 0 0,2 1 0 0,-1-1 0 15,-1 0 0-15,1-2 0 0,0 1 0 16,0-1 128-16,0 1-128 0,0-1 0 0,0 0 0 15,0-1-15872-15</inkml:trace>
  <inkml:trace contextRef="#ctx0" brushRef="#br0" timeOffset="44538.85">8228 11693 911 0,'-3'2'0'0,"1"-1"0"0,1 1 0 0,-1-2 0 15,1 2 1952-15,0-2 304 0,0 0 64 0,-2 2 16 0,-1 0-272 0,0 3-48 0,-2 0-16 0,0 0 0 16,-1 2-960-16,1 0-192 0,-1 0-32 0,0 1-16 16,-2-1-112-1,1 2-32-15,-1 0 0 0,0-1 0 0,-2 1-48 0,1 1-16 16,0-1 0-16,-2 0 0 0,0 1-240 0,-2-1-48 15,0-1-16-15,0 2 0 0,0-1 32 0,0-3 0 0,0 2 0 0,0-1 0 16,1-2-192-16,2 1-128 16,1-2 192-16,1 0-192 0,0 0 0 0,0 1 0 15,3-2 0-15,-1-1 0 0,2 1 144 0,0 1-144 0,1-1 0 0,2-1 144 16,0-1-144-16,-1 0 128 16,1 1-128-16,1-2 128 0,2 0 160 0,-1 0 32 0,1-2 0 0,1 2 0 15,0-2 0-15,1 0 0 0,-1-1 0 16,3-2 0-16,0 1-320 0,1-1 160 0,2-2-160 0,2-1 128 15,0-1-320-15,1 0-80 0,2-2-16 0,1 0 0 16,1-3-304 0,0 2-64-16,0-2-16 0,-1 1 0 0,0 0-176 0,-2 3-48 15,0-1 0-15,-2 4 0 0,1-3 480 0,-3 5 96 0,-1 0 0 0,-3 2 16 16,-1 2 304-16,-2-1 0 0,0 2 0 0,-2 0 0 16,-1 3 0-16,-2 0 176 0,0 2-32 0,-3 0 0 0,1 0 112 15,-3 4 32-15,1 1 0 0,-1 0 0 16,-1 1-288-16,0 1 0 0,1-2 0 0,-1 1 0 15,0 1 144-15,-2 0-16 0,1-2-128 0,-1-1 192 0,1 0-192 16,0 1-256-16,1-3 48 0,1 0 16 0,1-2-16 16,1 0 0-16,0 0 0 0,2-1 0 15,-1 1 208-15,1-4 0 0,2 2 0 0,-1-3 160 0,2 1 32 0,-1-1 0 16,2 0 0-16,0-1 0 0,1 1 256 0,0-2 64 16,0 1 16-16,1 0 0 0,-1-1-256 0,1-1-48 15,2 0-16-15,-1 1 0 0,1-2-64 0,1 1-16 16,1-2 0-16,2-2 0 0,-1 2 16 0,2-4 0 15,2 1 0-15,0-1 0 0,0-3 32 0,1 3 0 16,-1 1 0-16,1-1 0 0,-1-2-48 0,-1 2-128 16,-2 0 192-16,0 1-64 0,-1 3-128 0,-3-2 128 0,1 4-128 15,-2 0 128-15,-1 2-128 0,-2-1 0 0,0 4 0 0,-3 0 128 16,0 3 16-16,-4 2 0 0,1 0 0 0,-3 2 0 16,-1 1-144-16,0 0 0 0,-1-1 0 15,-1-2 0-15,0 3 0 0,0-5 0 16,1 4 0-16,-1-2 0 0,0 0 0 0,1 0 0 15,1 0 0-15,2-1 0 0,0 0 0 0,3-1-192 16,0-2 64-16,1 1 128 0,2-2 0 0,-1-1 0 0,2 1 0 0,1 0 0 16,1-2 0-16,0 0 0 0,1 0 0 0,0-2 0 15,1 0 0-15,1-1 0 0,1 1 128 0,-1-1-128 16,1-2-144-16,1 1-64 0,-1-1-16 0,2 0 0 16,-1 1 48-16,1-1 16 0,0-1 0 0,-1 2 0 0,1-3 160 0,-1 3-192 15,1-1 192-15,-2 1-192 16,1 1 192-16,0 0 0 0,-2-1 0 0,1 1 0 15,0 2 0-15,-1 0 0 0,-1-1 0 0,0 1 0 0,0 1 0 0,-1 0 0 16,0 0 0-16,0 0 128 16,-1 1-128-16,-2 1 0 0,0-1 128 0,-1 0-128 0,1 2 176 0,-3 1-48 15,0-1 0-15,0 1 0 0,-2 1 0 0,0 1-128 16,0 0 192-16,-2 0-64 0,2 0-128 0,-2 1 0 16,1 0 0-16,1-2-176 0,0 0 176 0,1 2 0 15,1-5 0-15,1 3-128 16,2-2 128-16,-1 1 192 0,2-2-32 0,0 0-16 0,1-1 48 0,0 1 16 15,0-2 0-15,2 0 0 0,1 0-208 0,-1-3 0 0,4 1 128 0,0-2-128 16,3-2 176-16,0 0-16 0,2-2 0 0,1-1 0 16,1 0-160-16,2-2-176 15,1 0 48-15,2-1-12864 0</inkml:trace>
  <inkml:trace contextRef="#ctx0" brushRef="#br0" timeOffset="56621.49">11429 8127 2751 0,'0'-3'256'0,"1"1"-256"0,0 1 0 0,-1 0 0 15,1 2 832-15,-1-2 112 0,2-2 16 0,0-2 16 0,1 1 304 0,-1 0 48 16,0 1 16-16,-1 1 0 16,0 2-192-16,0 2-48 0,-1 0 0 0,0 1 0 0,0 1-112 0,0 1-32 15,1 1 0-15,0-2 0 16,1 3-64-16,-1-3-32 0,2 1 0 0,-1 0 0 15,2-3-112-15,1 3-32 0,0-2 0 0,1-1 0 0,-2 0-80 0,2-2 0 16,1 0-16-16,-2 0 0 0,2 0-176 0,-2 0-16 16,2 0-16-16,-1 0 0 0,0 2 32 0,-1-2 16 15,1 3 0-15,-2-3 0 0,0 2-144 0,0 1-16 16,0-1-16-16,-1 2 0 0,1-1-160 0,-1 2-128 16,0-1 192-16,0 1-192 0,1 0 144 0,0-1-144 0,-1 0 0 15,2 2 144-15,-1-1-144 0,-1 0 128 0,1-1-128 0,0 1 128 16,0 0-128-16,-1-3 128 0,2 1-128 0,-1 1 128 15,-2-1 0-15,2-1 0 0,0 0 0 0,0-1 0 16,-2 1 16-16,1 0 0 0,1-1 0 0,-1 1 0 16,-1 0 16-16,2 0 0 0,0-1 0 0,0 1 0 15,-1 1-160-15,2-1 128 0,-1 2-128 0,1-2 128 16,-1 1-128-16,0 2 0 0,1-3 0 0,0 3 128 16,-2-2-128-16,2 2 0 0,0-2 0 0,-1 2 128 15,2 0-128-15,0-2 0 0,-2 1 0 0,2 1 0 0,-2-2 0 0,2 1 0 16,-1 1 0-16,-1-3 0 0,1 3 0 0,-1 0 0 15,0-3 0-15,0 3 0 0,0 0 128 0,-2-2-128 16,3 0 0-16,-1 1 128 0,-1 1-128 16,1-2 128-16,0 2-128 0,-1 0 128 0,0-2-128 0,1 2 0 15,-4-5 0-15,0 0 0 0,0 0 0 0,0 0 0 16,0 0 128-16,0 0-128 0,25 37 0 0,-22-32 0 16,0 0 0-16,-1 2 0 0,1-3 0 0,1 2 0 15,-1-1 0-15,-1 1 0 0,-2-6 0 0,0 0 0 16,0 0 128-16,0 0-128 0,0 0 0 0,0 0 0 15,15 35 0-15,-13-30 128 0,0 0-128 0,0 0 0 0,0 0 0 0,0-1 128 16,-1 1-128-16,1 1 0 0,0 0 0 0,1-1 0 16,-1 1 0-16,1 2 0 0,-1-4 0 0,1 4 0 15,1-3 0-15,-1 2 0 0,0-1 0 0,-3-6 0 16,0 0 0-16,0 0 0 16,0 0 0-16,20 35 0 0,-16-29 0 0,-4-6 0 0,0 0 0 0,0 0 0 15,0 0 0-15,24 40 0 0,-21-35 0 0,-3-5 0 16,0 0 0-16,0 0 0 0,0 0 0 0,24 36 0 15,-24-36 0-15,0 0 0 0,0 0 0 16,0 0 0-16,0 0 0 0,0 0 0 16,35 33 0-16,-35-33 0 0,0 0 0 0,0 0 0 0,0 0 0 0,0 0 0 15,0 0 0-15,35 28 0 0,-29-25 0 0,-6-3 0 0,0 0 0 0,0 0 0 16,0 0 0-16,0 0 0 0,0 0 0 0,32 33 0 16,-29-30 0-16,1 2 0 0,-3-1 0 0,1 0 0 15,-1 1-144-15,-1 0 144 16,-1-2-416-16,-1 1-32 0,-1 0 0 0,-3 0-9472 15,1 0-1888-15</inkml:trace>
  <inkml:trace contextRef="#ctx0" brushRef="#br0" timeOffset="60054.4">11852 8492 1839 0,'-2'-2'0'0,"2"0"160"0,-1 1-160 0,0-1 0 0,1 2 0 0,-1-2 0 16,1 1 512-16,0-1 64 16,-1 0 0-16,0-3 16 0,0 2 400 0,1 0 80 0,0 2 16 0,0-1 0 0,0 0 32 0,1 2 16 15,0 0 0-15,0 2 0 16,1 0-64-16,-1 0-16 0,1 1 0 16,1 1 0-16,0 1 144 0,0 2 16 0,0 0 16 0,-3-7 0 15,0 0-432-15,0 0-96 0,0 0 0 16,21 34-16-16,-17-28-160 0,0 2-16 0,-4-8-16 0,0 0 0 0,0 0 160 15,0 0 48-15,0 0 0 0,43 27 0 16,-43-27 144-16,0 0 48 0,0 0 0 0,0 0 0 16,39 16-304-16,-39-16-48 0,0 0-16 0,0 0 0 15,0 0-112-15,0 0-32 0,40 30 0 0,-35-25 0 16,0-2-128-16,-1 4-16 0,-1-3-16 0,0 3 0 16,1-2-80-16,-1 0-16 0,-1 2 0 0,1 0 0 15,0-2-128-15,-1 0 0 0,1 2 144 0,-2-3-144 0,2 1 0 16,0 1 128-16,0 0-128 0,0-1 0 0,-1 0 0 0,0 2 0 15,1-3 0-15,0 2 128 0,-1 0-128 16,0-1 0-16,1 2 0 0,-1-2 0 0,1 0 128 0,0 1-128 16,0-1 128-16,0 0-128 0,-3-5 176 0,0 0-48 15,0 0 0-15,0 0 0 0,0 0-128 0,23 38 0 16,-23-38 0-16,0 0 128 0,0 0-128 0,0 0 0 16,26 36 0-16,-26-36 128 0,0 0-128 0,0 0 0 0,0 0 0 0,0 0 0 15,36 35 0-15,-36-35 160 0,0 0-160 16,0 0 160-16,0 0-32 0,0 0 0 15,37 34 0-15,-37-34 0 0,0 0 0 0,0 0 0 16,0 0 0-16,26 36 0 0,-26-36-128 0,0 0 128 16,0 0-128-16,0 0 128 0,21 39-128 0,-17-32 0 0,-4-7 144 0,0 0-144 15,0 0 0-15,0 0 0 0,17 41 0 0,-14-32 128 16,-3-9-128-16,0 0 0 0,0 0 0 0,11 32 0 16,-8-23 0-16,0-3 0 0,-3-6 0 0,0 0 0 15,0 0 0-15,0 0 0 0,15 38 0 0,-12-32 0 16,-3-6 0-16,0 0 0 0,0 0 0 0,0 0 0 0,17 33 0 0,-14-26 0 15,-3-7 0-15,0 0 0 0,0 0 0 0,0 0 0 16,0 0 0-16,20 40 0 0,-20-40 0 16,0 0 0-16,0 0 0 0,0 0 0 15,20 33 0-15,-18-26 128 0,-2-7-128 0,0 0 0 16,0 0 0-16,0 0 128 0,19 36-128 0,-16-29 0 16,-3-7 0-16,0 0 128 0,0 0-128 0,0 0 0 15,17 33 128-15,-17-33-128 0,0 0 128 0,0 0-128 0,0 0 0 0,0 0 128 16,21 38-128-16,-21-38 0 0,0 0 0 0,0 0 0 15,0 0 0-15,0 0 128 0,20 34-128 0,-20-34 0 16,0 0 0-16,0 0 0 0,0 0 0 0,0 0 0 0,20 37 0 0,-17-32 128 16,0 0-128-16,0 2 0 15,-3-7 0-15,0 0 128 0,0 0-128 0,0 0 0 16,0 0 0-16,18 38 128 0,-18-38-128 0,0 0 0 16,0 0 0-16,0 0 0 0,0 0 0 0,0 0 0 0,18 36 0 0,-15-30 128 15,-3-6-128-15,0 0 0 0,0 0 0 16,0 0 0-16,0 0 0 0,17 32 0 15,-14-26 0-15,0-1 0 0,0 0 0 0,0-1 0 16,-1 2 0-16,1-1 0 0,0-1 0 0,-1 1 0 16,0-1 0-16,0 1 0 0,0 2 0 0,0-4 0 0,0 4 0 15,-1-1 0-15,1-1 0 0,0 0 0 0,-1 0 0 0,1 0 0 16,0-1 0-16,0 1 0 0,0 0 0 0,0-1 0 16,0 1 0-16,-1 0 0 0,1-2 0 0,0 2 0 0,1-1 0 0,-1 0 0 15,0 1 0-15,-1-2 0 16,1 1 0-16,1-1 0 0,-1 2 0 0,0-3 128 15,1 1-128-15,-2 1 0 0,2-1 0 0,-1 1 0 0,1-1 0 16,0 1 0-16,-2 1 0 0,2-2 0 0,-1 1 0 0,1 1 0 16,-1-1 0-16,1 0 0 15,-1 2 0-15,0-1 0 0,1 0 0 0,0-1 0 0,-1 1 0 16,0 0 0-16,1-1 0 0,-1 1 0 0,1 0 0 16,-1 0 0-16,0-2 0 0,-1 1 0 0,1 0 0 0,0 1 0 15,1 0 0-15,-1 0 0 16,0 2 0-16,0-4 0 0,0 2 0 0,2 0 0 0,-2-1 0 15,0 0 0-15,-1 1 0 0,2 0 0 0,-1-2 0 0,0 1 0 16,0 0 0-16,0-1 0 0,-1 2 0 0,0-3 0 16,-1-2 0-16,0 0 0 0,0 0 0 0,0 0 0 15,0 0 0-15,0 0 0 0,0 0 0 0,16 36 0 16,-15-32 0-16,1-1 0 0,0 0 0 0,0 1 0 16,0 0 0-16,-1-1 0 0,1 0 0 0,0 0 0 15,0 0 0-15,-1 0 0 0,1 0 0 0,0 1 0 16,-2-4 0-16,0 0 0 0,0 0 0 0,0 0 0 0,0 0 0 15,0 0 0-15,0 0 0 0,0 0 0 16,0 0 0-16,0 0 0 0,16 31 0 0,-15-29 0 16,0 1 0-16,1-1 0 0,-1 0 0 0,1 3 0 0,-1-2 0 15,0-1 0-15,0 0 0 0,0 1 0 0,-1 1 0 0,2-1 0 16,-1-1 0-16,0 3 0 0,1-3 0 0,0 1 0 16,-1 1 0-16,1-2 0 0,-1 1 0 0,0-1 0 15,-1 1 0-15,2-1 0 0,-1 1 0 0,1 1 0 16,-1-3 0-16,0 3 0 0,0-2 0 0,0 0 0 15,1 1 0-15,-1 2 0 0,0-3 0 0,0 1 0 0,0 1 0 0,0-1 0 16,-1-1 0-16,1 3 0 0,0-2 0 0,0 1 0 16,1 0 0-16,-1 1 0 0,0-1 0 0,1 0 0 15,-2 1 0-15,2-1 0 0,-1 1 0 0,0 0 0 16,1-1 0-16,0 1 0 0,0-2 0 0,0 1 0 16,-1 1 0-16,1-2 0 0,1 1 0 0,-1 0 0 15,0 0 0-15,0 0 0 16,0 0 0-16,-1-1 0 0,1 2 0 0,0-1 0 15,0 1 0-15,0-2 0 0,1 1 0 0,-2 1 0 0,2 0 0 0,0-1 0 0,-1 1 0 0,0 0 0 16,0-1 0-16,0 2 0 16,0-2 0-16,0 1 0 0,0 0 0 0,0-1 0 0,0 1 0 0,0 0 0 15,1-1 0-15,-1 1 0 0,0-1 0 0,1-1 0 16,-1 2 0-16,-2-2 0 0,2 1 0 0,0-1 0 16,0 2 0-16,0-2 0 0,0 0 0 0,-1 0 0 15,1-1 0-15,-1 1 0 0,1-1 0 0,0 3 0 16,0-2 0-16,0 1 0 0,0-2 0 0,0 1 0 15,-1 1 0-15,1-1 0 0,0-1 0 0,-1 1 0 16,-1-3 0-16,0 0 0 0,0 0 0 0,0 0 0 16,0 0 0-16,0 0 0 0,0 0 0 0,0 0 0 0,0 0 0 0,18 31 0 15,-18-31 0-15,0 0 0 0,0 0 0 0,0 0 0 16,0 0 0-16,0 0 0 16,12 30 0-16,-11-25 0 0,0 0 0 0,0-1 0 15,1 1 0-15,-2-5 0 0,0 0 0 0,0 0 0 0,0 0 0 0,0 0 0 16,11 29 0-16,-9-26 0 15,-2-3 0-15,0 0 0 0,0 0 0 0,0 0 0 0,0 0 0 0,0 0 0 16,0 0 0-16,17 32 0 0,-16-27 0 0,1-1 0 16,0 1 0-16,-1 0 0 0,0 0 0 15,1 0 0-15,0 1 0 0,0-2 0 0,0 0 0 0,0 0 0 0,-1 1 0 0,1 0 0 32,-2 0 0-32,2 0 0 0,0 1 0 0,0-1 0 0,0 0 0 0,0 2 0 0,-1-1 0 0,0 0 0 15,1 0 0-15,0 0 0 0,1-1 0 16,-1 0 0-16,1 2 0 0,-2-3 0 15,2 1 0-15,0 0 0 0,0-1 0 16,-1 1 0-16,2 0 0 0,-1-1 0 0,-1 0 0 0,1 1 0 0,-1-2 0 0,1 2 128 0,1 0-128 0,-1 0 0 16,0 0 0-16,0-1 0 0,0 1 0 0,1 0 0 15,-1-1 0-15,0 2 128 16,1 0-128-16,-1-1 0 16,0-2 0-16,1 1 128 0,0 1-128 0,-1 0 0 0,1-1 0 0,0 1 0 15,0 0 0-15,-2-1 0 16,2-1 0-16,0 2 0 0,0 0 0 0,-2 0 0 15,1-1 0-15,-1 1 128 0,1 2-128 0,0-3 0 16,-1 1 0-16,1 0 0 0,0 0 0 0,0 0 0 16,-1-1 0-16,1 2 0 0,1-1 0 0,-1-1 0 15,-1 1 0-15,0-1 0 0,1 1 0 0,1 0 128 0,-1-2-128 0,-1 1 0 16,-2-4 0-16,0 0 128 0,0 0-128 0,0 0 0 16,0 0 0-16,0 0 128 0,0 0-128 0,25 33 0 15,-21-29 0-15,0-1 128 0,0 2-128 0,-1-3 0 16,1 3 0-16,0-2 0 0,-1 2 0 0,0-2 128 15,0 1-128-15,0 1 0 0,0-1 0 0,0 3 0 16,1-3 0-16,0 1 0 0,-1 0 0 0,1-1 0 16,0 1 0-16,0 0 0 0,0 0 0 0,0 0 128 0,0-1-128 15,-1-1 0-15,2 2 0 0,-1-1 0 0,0 1 0 0,0-2 128 16,1 1-128-16,-2 1 0 0,2 0 0 0,-1-2 128 16,-1 0-128-16,1 2 0 15,0 0 0-15,-1-2 0 0,1 1 0 0,0 1 128 16,0-3-128-16,-1 3 0 0,2 0 0 0,-1-3 0 0,-1 1 0 0,1 1 0 15,1 1 0-15,-2 0 128 0,1-2-128 0,0 1 0 16,0 0 0-16,-1 1 0 0,1-2 0 16,0 1 0-16,-2 1 0 0,2-2 128 0,1 3-128 0,-1-3 0 15,0 2 0-15,0-3 0 0,0 3 0 0,-1-3 144 0,1 3-144 0,1-3 0 16,-1 3 0-16,1-2 0 0,0 1 0 0,-2-1 0 16,2 1 128-16,0 0-128 15,-1-1 0-15,1 2 0 0,-1 0 0 0,2-3 0 0,-1 3 0 16,-1-2 0-16,-4-3 0 0,0 0 0 0,0 0 0 0,0 0 0 15,0 0 128-15,0 0-128 0,0 0 0 0,40 28 0 16,-35-26 128-16,0 3-128 0,1-2 0 0,-1 0 0 16,0 0 128-16,1 0-128 0,-2-1 0 0,2 3 0 15,-1-3 0-15,1 1 0 0,0 2 0 0,-1-2 0 0,1 0 0 0,-1 0 0 16,-5-3 0-16,0 0 0 16,0 0 128-16,0 0-128 0,0 0 0 0,0 0 0 15,42 27 0-15,-36-23 0 0,-6-4 0 16,0 0 0-16,0 0 0 0,0 0 0 0,0 0 0 0,0 0 0 15,40 27 0-15,-34-23 0 0,0 0 0 16,1 0 0-16,-7-4 128 0,0 0-128 0,0 0 0 0,0 0 0 0,0 0 128 16,39 25-128-16,-39-25 0 0,0 0 0 0,0 0 0 0,0 0 0 0,0 0 128 15,0 0-128-15,40 26 0 0,-40-26 0 16,0 0 0-16,0 0 0 0,0 0 0 0,0 0 0 0,39 24 0 0,-39-24 0 16,0 0 0-16,0 0 0 15,0 0 0-15,0 0 0 0,0 0 128 0,0 0-128 16,41 23 0-16,-36-20 0 0,1-1 128 0,-1 0-128 0,-5-2 0 0,0 0 0 15,0 0 128-15,0 0-128 0,0 0 0 0,0 0 0 16,39 22 0-16,-33-20 0 0,-6-2 0 16,0 0 0-16,0 0 0 0,0 0 0 0,0 0 0 0,0 0 0 15,40 20 128-15,-36-16-128 16,2-2 0-16,-2 3 0 0,2-3 0 16,0 1 0-16,-2 1 0 0,2-1 0 0,-2 0 0 0,1 1 0 15,1-2 0-15,-3 0 0 0,2 2 128 16,0 0-128-16,-2-2 0 0,3 0 0 0,-1 1 0 0,-1-1 0 15,2 1 0-15,-2-1 0 0,1 0 0 0,0-1 0 16,0 1 0-16,0 0 0 0,-1 1 128 0,0-1-128 16,1-1 0-16,-1 0 0 0,0 1 128 0,1 1-128 15,-1-1 0-15,1-1 0 0,0 1 0 0,-2 0 0 16,2 0 0-16,-1 1 0 0,0-1 0 0,1-1 0 0,0 3 0 0,0-2 0 16,0 0 0-16,0 1 0 0,-1-2 0 0,0 1 0 15,0 0 0-15,1 0 0 0,0 1 0 0,0 1 0 16,0-3 128-16,1 3-128 0,-2-2 0 0,2 0 0 15,-2 1 0-15,1 0 0 0,1 0 0 0,-2 0 0 16,-4-3 0-16,0 0 0 0,0 0 0 0,0 0 0 16,0 0 0-16,0 0 0 0,0 0 0 0,43 23 0 15,-38-20 0-15,0 0 0 0,-5-3 0 0,0 0 0 16,0 0 0-16,0 0 0 0,0 0 0 0,0 0 0 0,39 14 128 0,-39-14-128 16,0 0 0-16,0 0 0 0,0 0 0 15,0 0 0-15,0 0 128 0,43 17-128 16,-43-17 0-16,0 0 0 0,0 0 0 0,0 0 0 15,0 0 0-15,38 19 0 0,-38-19 0 0,0 0 0 16,0 0 0-16,0 0 0 0,0 0 0 0,0 0 0 16,42 15 0-16,-42-15 0 0,0 0 0 0,0 0 0 0,0 0 0 0,0 0 0 15,0 0 0-15,43 13 0 0,-43-13 0 16,0 0 0-16,0 0 0 0,0 0 0 0,0 0 0 0,0 0 0 16,42 17 0-16,-42-17 0 0,0 0 0 0,0 0 0 15,0 0 0-15,0 0 0 0,38 16 0 0,-38-16 0 0,0 0 0 0,0 0 0 16,0 0 0-16,0 0 0 0,0 0 0 0,44 22 0 15,-44-22 0-15,0 0 0 0,0 0 0 0,0 0 0 16,0 0 0-16,0 0 0 0,41 21 0 0,-34-18 0 16,-2 0 128-16,-5-3-128 0,0 0 0 0,0 0 0 15,0 0 0-15,0 0 0 0,0 0 0 16,44 18 0-16,-44-18 0 0,0 0 0 16,0 0 0-16,0 0 0 0,0 0 0 0,38 14 0 0,-38-14 0 0,0 0 0 15,0 0 192-15,0 0-64 0,0 0 0 0,0 0-128 16,38 10 144-16,-34-8-144 0,1-2 0 15,0 0 144-15,-1 2-144 0,0-1 0 0,1 1 0 16,-1-2 0-16,1 0 0 0,0 0 0 0,-1 0 0 0,1 0 0 0,0 1 0 0,-5-1 0 16,0 0 0-16,0 0 0 0,0 0 0 0,0 0 0 15,0 0 0-15,0 0-19504 16</inkml:trace>
  <inkml:trace contextRef="#ctx0" brushRef="#br0" timeOffset="67754.33">11084 8176 3679 0,'0'0'320'16,"-1"0"-320"-16,1 0 0 0,0 0 0 16,1 0 544-16,-1-2 32 0,0 2 16 0,0-1 0 0,0 0 192 15,1-4 48-15,1 3 0 0,-1-3 0 0,0 1-96 0,0 1-16 16,0 0 0-16,-1 1 0 0,1 0 256 0,-1 0 48 0,0 0 16 0,0 1 0 16,0 1-144-16,0 0-16 15,0 0-16-15,0 0 0 0,0 1-48 0,0-1-16 0,-1 0 0 0,0-1 0 16,1 2-176-16,-1-2-48 0,0 1 0 0,1 0 0 15,0 0-256-15,0-2-48 0,0 1-16 0,-1-1 0 16,1 2-128-16,0-1-128 0,-1 0 192 0,1 1-192 16,0 0 384-16,0 0-16 0,-1 0-16 0,1 0 0 15,0 0-32-15,-1 0 0 16,1 1 0-16,-2 0 0 0,0 1-80 0,0 1-32 0,0 0 0 0,-2 1 0 16,2 1 48-16,-3 0 0 15,1-1 0-15,0 1 0 0,-1 1 32 0,-1 0 16 0,2-1 0 0,-1-1 0 16,1 1 32-16,0-2 16 0,0 1 0 0,-1 1 0 15,3 0 704-15,-2-3 144 16,0 3 16-16,0 0 16 16,1-1-1632-16,-1 1-336 0,0 0-64 0,1-1-16 0,0 1 816 0,-1 0 224 0,0 2 16 0,-1 0 0 0,0 3-96 15,0-3-16-15,0 2 0 0,0-1 0 16,-1 1-128-16,0-2 0 0,2 3 0 0,-2-3 0 16,1 2 0-16,-1-1 0 0,1-1 0 15,0 2 0-15,0-2 0 0,0-1 0 0,-1 2 0 0,1-3 0 16,0 2 0-16,-1 0 0 0,1 3 0 0,-1-3 0 15,1 2 0-15,-2 1 0 0,2-1 0 0,-2 1 0 16,1-1 0-16,-1 1 0 0,0 0 0 0,-1 1 0 0,0 1 0 16,1-3 0-16,-2 3 0 0,1-2 0 15,-1 2 0-15,1-2 0 0,-1 3 0 0,-1-1 0 16,1 0 0-16,0 0 0 0,0-2 0 0,-1 1 0 0,1 0 0 0,0 2 0 16,-2-1 0-16,0-2 0 0,0 2 0 0,-1 1 0 15,0-1 0-15,-1 1 0 0,0 0-128 0,0 2 128 16,0-1 0-16,0 0 0 0,0 0 0 15,0 1 0-15,0 1 0 0,1-2 0 0,-1-2 0 0,0 0-144 16,1 0 144-16,-1 2 0 0,1 0 0 0,0 1-128 16,-1-1 128-16,0 0 0 0,-1 2 0 0,0 2-192 15,-1 0 192-15,-1-2-160 0,1 1 160 0,0 0-128 16,0 0 128-16,-1 2-128 0,-1-3 128 0,0 3 0 0,0 1-144 16,-1 0 144-16,1 1 0 0,1-1 0 0,0-2 0 15,0-1 0-15,0 0 0 0,2-1 0 0,1-1 0 16,-1 1 0-16,0 1 0 0,1-1 0 0,1-1 0 15,-1 2 0-15,-1 1 0 0,-1 1 0 0,0 0 0 0,0 0 0 16,1 0 0-16,-2 1 0 0,0 0 0 0,0 0 0 16,1 0 0-16,0 2 0 0,-1-3 0 0,-1 2 0 15,1-2-128-15,1-2 128 0,-1-1 0 0,1 1 0 16,0-2 0-16,0 1 0 0,1 0-144 0,-1-1 144 16,2 1 0-16,-2 1 0 0,1-1 0 0,0-1 0 15,2 1 0-15,-2 1 0 0,0-1 0 0,0 1 0 16,0 0 0-16,0-1 0 0,0 1 0 0,0 2 0 15,0-3-144-15,0 1 144 0,0-2 0 0,-1 1-144 16,1-2 144-16,-1 1-208 0,1 1 80 0,0-2 128 16,-1-1-144-16,0 1 144 0,2 0 0 0,0 0 0 15,1-4 0-15,0 3-128 0,-1 2 128 0,0-1 0 0,-1-1 0 16,1 2 0-16,0-1 0 0,0 1 0 0,1-1 0 16,-1 0 0-16,0-1 0 0,-1 1 0 0,1 2 896 15,-2-2 96-15,2 2 16 0,-2-1 0 16,2 0-1600-16,-2-1-320 0,1 0-64 0,-1 0-16 0,1-1 784 0,-2 1 208 15,1-1 0-15,2-1 0 0,2-4 0 0,-1 3 0 16,-3 3 0-16,1-2 0 0,-2 2 0 0,2-1 0 0,-1 0 0 16,2 2 0-16,0-3 0 0,0 2 0 0,1 1 0 15,0-2 0-15,-1 1 0 0,0 1 0 0,1-1 0 16,0 1 0-16,0 1 0 0,-1-1 0 0,1 0 160 0,-1 0-160 16,1-1 192-16,-1 1-64 0,0 1-128 0,-1 0 192 15,1-2-48-15,0 1-16 0,0 1 0 0,1-3 0 16,0-1-128-16,-1 1 128 0,-1 4-128 15,-1-3 128-15,2 2-128 0,0-1 0 16,1-3 0-16,1 2 0 0,1 0 0 0,-1-1 0 0,0 1 0 16,1 0 128-16,1 0-128 0,-1 0 0 0,0 0 144 0,-1 0-144 15,1 1 0-15,-2 1 128 0,1 1-128 0,0-3 0 0,0 0 0 0,0 3 128 16,-1 0-128-16,0-1 0 16,2-3 0-16,-1 2 0 0,-2 2 0 0,0 0 128 0,0-1-128 15,0 1 0-15,0 0 0 0,-1-2 0 0,1 1 0 16,-1 2 0-16,1-3 0 0,1 3 0 0,0-3 0 15,0 1 0-15,1 1 0 0,0-3 0 0,2-2 0 16,-2 1 0-16,1 0 0 0,1-1 0 0,1-2 0 0,-1 1 0 16,2 1 0-16,-2-3 0 0,2 3 0 0,-1-1 128 15,0 0-128-15,1-1 0 0,-1 1 128 0,2-2-128 16,-1 1 128-16,-1 0-128 0,2 0 0 0,-2-1 144 16,2 2-144-16,-1-1 0 0,1-2 128 0,-1 0-128 15,2 2 0-15,-1-3 0 0,1 2 0 0,-2-1 0 16,2-1 128-16,-1 0-128 0,1 0 0 15,-1 0 0-15,0 1 128 0,1-2-128 0,-1 2 0 16,1-1 0-16,-1 2 128 0,0-2-128 0,0 0 0 0,0 1 128 0,1-1-128 16,-1 0 0-16,0 0 144 0,0 0-144 15,2-3 0-15,-1 1 144 0,0-1-144 0,0-1 0 16,0 2 144-16,0 0-144 0,0-2 0 0,-1 2 128 0,2 0-128 16,-2-1 0-16,1 1 128 0,0-1-128 0,-1 3 128 0,1-2-128 15,0-1 128-15,0 1-128 0,-1 0 128 16,0 0-128-16,1 2 192 0,0-3-48 0,1 2 0 15,-1-2 0-15,0 1-16 0,0 1 0 0,0 0 0 0,0-1 0 16,1 1-128-16,0-2 192 0,0 1-192 16,1-1 192-16,-1 0-48 0,0 1 0 0,2-3 0 0,-2 1 0 15,1 0-16-15,0 1-128 0,0-2 192 0,0 0-64 16,1 1-128-16,-2 0 160 0,1-1-160 0,1 0 160 16,-1 0-160-16,0-2 0 0,0 3 144 15,1-1-144-15,-1-2 0 0,1 1 144 0,1 1-144 0,-1-2 0 16,1 0 0-16,1 2 0 0,-1-2 0 0,1-2 0 31,0 2-560-31,2-3-112 0</inkml:trace>
  <inkml:trace contextRef="#ctx0" brushRef="#br0" timeOffset="70808.88">11142 8122 1839 0,'-1'-2'160'0,"0"0"-160"0,0 4 0 0,1-1 0 0,0 0 272 0,-1 1 32 15,0 1 0-15,-1 0 0 0,1 2 240 0,-1-2 48 16,0 0 16-16,1 0 0 0,1-3-32 0,-1 0 0 16,1-2 0-16,0 1 0 0,0-2 480 0,0-1 96 0,0-1 0 0,0 1 16 15,0 3 208-15,0-1 32 16,0 1 16-16,0 1 0 0,0 0-208 0,0 1-32 0,0 4-16 0,1 0 0 16,0-1-192-16,0 2-32 0,1 0-16 0,0 4 0 15,-1-1-448-15,2 0-96 16,1 1 0-16,0 0-16 0,0 2-368 0,2-1 128 15,0 1-128-15,0 0 0 0,-1 0 0 0,1-3 0 16,0 1 0-16,0-1 0 0,1-1 0 0,0 1 128 16,0-1-128-16,2 0 0 0,-1 0 160 0,0-2-32 15,2 2-128-15,-2-1 192 0,2 0-192 0,-1 1 144 0,2 0-144 0,-2 2 128 16,1-2-128-16,0 3 0 0,0-2 0 0,0 1 0 16,0 2 0-16,0 0 0 0,2 2 0 15,-1-1 0-15,-1-1 0 0,0 1 0 0,-1-1 0 16,0 0 0-16,1-3 0 0,-1 3 0 0,-1-2 0 0,1 1 0 15,-2-1 0-15,1-1 0 0,-1 1 0 0,0-1 0 16,3 3 0-16,-3-2-144 0,0-1 144 0,0 0 0 0,0 1 0 16,1 0 0-16,0 0 0 0,1 3 0 15,-2-3 0-15,0 2 0 0,2-1 0 0,-2 1 0 16,1 0 0-16,-2 0 0 0,1-2 0 0,2 1 0 0,-2-1 0 16,2 1 0-16,-1-1 0 0,0 1 0 0,2 2 0 15,0-1 0-15,0 0 0 0,0 2 0 0,1-2 0 16,-1 0 0-16,2-1 0 0,0 1 0 0,-1 0 0 15,-1-2 0-15,1 1 0 0,0 0 0 0,-1-2 128 0,-1 2-128 16,0-1 0-16,0-1 0 0,0 2 0 0,0-2 128 0,0 2-128 16,1 1 0-16,1-3 0 0,-2 2 0 15,0 0 0-15,0-2 0 0,0 0 0 0,-1 1 0 16,0 0 0-16,1 0 0 0,-1 1 0 16,1-2 0-16,-2 1 0 0,0 0 0 0,1 1 0 0,0 1 0 15,0 0 0-15,-1 0 0 0,1 2 0 0,1 0 0 16,-1 1 0-16,2-1 0 0,-1 2 0 0,1-2 0 15,0-1 0-15,0 1 0 0,-1-2 0 0,1 0 0 0,-1-1 0 0,1 0 0 0,-1-2 0 0,1 2 0 32,0-2 0-32,0 1 0 0,0 0 0 0,0 0-128 15,-1 1 128-15,0-2 0 0,0 2 0 0,1 0-128 0,-2 3 128 16,1-2 0-16,0 2-144 0,-1-1 144 0,0 0 0 0,1-1-144 16,-1 1 144-16,0 0 0 0,0 1 0 15,-1-2-128-15,1 2 128 0,-1-3 0 0,1-2 0 16,-2 0 0-16,1 2 0 0,-1-1 0 0,1 0 0 0,0-1 0 15,-1 0 0-15,2 1 0 0,-1 2 0 0,0-2 128 16,0 2-128-16,0-1 0 0,0-2 0 0,0 3 0 16,3 0 0-16,-1 0 144 0,0 2-144 0,1 1 0 15,-1-1 0-15,1 1 0 0,-1 1 0 0,2-1 0 16,-1 0 0-16,1 2 0 0,0 2 0 0,-1-2 0 16,1 4 0-16,0-4 0 0,-1 2 0 0,-2-3 0 0,1 0 0 15,0-1 0-15,-1 2 0 0,1-2 0 16,0-2 0-16,-1 3 0 0,2-1 0 0,-1 0 0 15,2 1 0-15,-1-1 0 0,-1-2 0 0,1 3 0 0,1-1 0 16,0 0 0-16,0 1 0 0,0-2 0 16,1 0 0-16,-2 0 0 0,0 0 0 0,2-2 0 0,-1 2 0 0,0 1 0 15,1-1 160-15,-1 0-160 0,1 1 160 0,0-1-160 16,1-1 192-16,-2 0-192 0,1-1 160 0,0 0-160 16,0-2 128-16,-1 1-128 0,1 1 0 0,-1-3 0 15,-1 1 0-15,0-1 0 0,1 1 0 0,0 1 0 0,1 1 0 16,-1-1 0-16,-1 0 0 0,0-1 0 0,1 1 0 0,-1 1 0 15,1-3 0-15,-1 2 0 0,0-2 0 0,-1 0 0 16,1-2-128-16,-1 3 128 0,-1-1 0 16,1 0 0-16,0 1 0 0,-1-2-144 0,0 1 144 15,1 2 0-15,-1-1 0 0,1-1 0 0,0 3 0 0,0-3 0 16,-1 1 0-16,2 1 0 0,-1 0 0 0,-1-2 144 16,2 1 48-16,-1 1 0 0,0-1 0 15,0-1 0-15,1 1 0 0,-1-1 16 0,0-1 0 16,1 1 0-16,-2-2-208 0,1 0 128 0,0 2-128 0,2-1 0 15,0 1 0-15,-2-2 0 0,1 3 0 0,0-3 0 16,1 0 0-16,-2 0 0 0,0 0 0 0,0-2 0 16,1 2 0-16,-2-2 0 0,1 2 0 0,1-2 0 15,-2 2 128-15,0-3-128 0,1 1 0 0,-1-1 144 0,1 2-144 0,1-1 0 16,1 1 144-16,-2 2-144 0,1-3 0 16,0 2 0-16,1-2 0 0,-2 2 0 0,2-1 0 15,-2-1 128-15,1 2-128 0,1 1 128 0,0-2-128 16,-1 2 144-16,0-3-144 0,2 4 160 0,-2-4-160 15,1 2 0-15,-1 0 144 0,-1-1-144 0,1 0 0 0,1 1 0 16,-2-2 0-16,0 2 128 0,-1-3-128 16,1 1 0-16,-1 0 0 0,1-2 0 0,0 2 0 0,-2 0 144 15,1 1-16-15,1-1-128 0,-1-1 288 0,1 2-48 16,-1 2-16-16,0-2 0 0,0 0 0 0,-1-1 0 16,2 2 0-16,1 1 0 0,0 1-64 0,0-2-16 15,0 3 0-15,0-1 0 0,1 0-144 0,-1-1 0 0,0 1 0 0,1-2 128 16,-1 1-128-16,1-1 0 15,0 2 144-15,-1-2-144 0,1 0 240 0,-1 0-32 0,1 0 0 0,0 1 0 16,1-2-16-16,-1 3 0 16,0-3 0-16,0 1 0 0,0 1-192 0,0 0 176 0,-1 0-176 15,1-1 160-15,-1 0-160 0,1 1 160 0,0 0-160 16,-1 0 160-16,1 1-32 0,-1-2 0 0,-1 1 0 16,0-1 0-16,0 2-128 0,-1-4 0 0,1 3 144 15,-1-2-144-15,0 1 0 0,-1-2 0 0,2 2 0 0,-1-2 0 16,0 2 0-16,-1-2 0 0,0 2 0 0,0-3 0 15,0 2 0-15,2 0 0 0,-2-1 0 0,0 1 0 0,1 0 0 0,-1-1 0 16,1 1 0-16,-1-2 0 0,0 1 0 16,0-1 0-16,0 1 0 0,0-1 0 0,0 1 0 0,1 0 0 15,-1-1 0-15,1 1 0 16,-1 0 0-16,0-1 0 0,0-1 0 0,-1 2 0 16,1-2 0-16,-1 0 0 0,0 1 0 0,0 0 128 15,1 0-128-15,-1-1 0 0,-1 0 0 0,1 1 0 16,-1-1 0-16,1 1 128 0,-1 1-128 0,1-1 0 0,-1-1 0 15,0 2 144-15,2-1-144 0,-2-1 0 16,1 2 144-16,0-1-144 0,1 2 0 0,-1-1 144 0,1 1-144 0,-2-1 0 16,2 0 0-16,-2 2 128 15,1-3-128-15,-1 1 0 0,0 0 0 0,0-1 0 0,-2 1 0 0,2-2 0 0,-1 1 0 0,-1-1 0 16,-1 0 0-16,0 1 0 16,1-2 0-16,-1 0 0 0,0 1 128 0,-1-1-128 15,1-1 192-15,-1 1-64 0,1 0-128 0,-1-2 192 16,1 0-192-16,0 2 192 0,0-2-192 0,0 1 128 15,0 1-128-15,0 0 128 0,1-1-128 0,-1 1 0 16,1 0 0-16,-1 0 0 0,1 1 0 0,1 1 0 16,-1-1 0-16,-1-2 0 0,0 2 0 0,1-2 0 15,-1 1 0-15,0 1 0 0,1-1 0 0,-1 0 128 0,1 0-128 0,0 1 0 16,0 0 256-16,-1 1-48 0,1-2 0 0,0 3 0 16,1-2 112-16,-1 1 32 0,0 3 0 0,1-2 0 15,0-1-96-15,-1 1-32 0,1 0 0 0,0 0 0 16,0 0-96-16,-2-1-128 15,2 1 176-15,-1 0-176 0,0-1 160 0,-1 1-160 0,0-2 128 0,0-1-128 16,-1 0 0-16,0 1 0 0,0-1 128 0,-1 1-128 16,1-3 0-16,-1 0 0 0,0 2 0 0,-1-4 0 15,1 0 0-15,-1-1 0 0,-1-2 0 0,-1-2 0 16,-1-2-384-16,-3-5-16 0</inkml:trace>
  <inkml:trace contextRef="#ctx0" brushRef="#br0" timeOffset="73398.73">11058 8179 4607 0,'-1'-2'400'0,"1"1"-400"0,0 1 0 16,0-2 0-16,1 2 576 0,-1-1 48 0,0 0 0 0,0-3 0 15,0 1 192-15,0-2 32 16,1 1 16-16,1-1 0 0,-1 2-256 0,0 1-48 0,0-3-16 0,0 3 0 16,0 1 32-16,0-1 0 0,0 2 0 0,-1-1 0 15,0 1-112-15,-1 1-16 0,0 1 0 0,0 1 0 16,-1 2 128-16,0 0 32 0,0 4 0 0,1 1 0 16,-1 1-96-16,0 1 0 0,0 3-16 0,1-1 0 15,0-4-272-15,0 2-48 0,1 2-16 0,0 2 0 16,1-2-288-16,1 0-64 0,-1 1-16 0,1-1 0 15,0 0-768-15,-1 0-160 0,-1-14-16 0,0 0-16 16,7 36 144-16,-5-25 48 0,0 2 0 0,0 1 0 0,-1 0 496 0,0 1 96 16,0-1 32-16,-1 0 0 0,1-2 224 0,-1 0 128 15,0 2-160-15,0-2 160 0,0 2 0 0,0-2 0 16,-1-1 0-16,1-1 0 0,0 1 0 0,0-1-176 16,-1 2 176-16,0-4-208 15,1 1-736-15,-1 0-144 0,1-2-16 0,0-1-16 0,1 0 1120 0,0-3 0 16,0 1 0-16,-1-1 224 0,1 1-224 0,0-1 0 15,0 1 0-15,-1-1 0 0,2 2 0 0,-2-3 0 16,1 2 0-16,-1 1 0 0,0-1 0 0,0 0 0 0,0 1-128 0,0 1 128 16,0-1 416-16,0 2 128 0,-1-2 32 0,0 2 32 15,0 0 496-15,1-1 112 16,-1 2 0-16,1 0 48 0,-1 1 16 0,1 1 16 16,-1-1 0-16,1 1 48 0,0 1-176 0,0 0-16 0,0 2-16 0,1-3 16 15,-1 4-368-15,0-2-80 0,0-1 0 0,0 2 16 16,-1-1-256-16,1 1-48 0,-1 0-16 0,1 1 48 15,-1 0 0-15,1-2 16 0,-1-1 0 0,1-1 32 16,1 2-176-16,-1-1-48 0,2-1 0 0,0 0-8464 16,1-1-1744-16</inkml:trace>
  <inkml:trace contextRef="#ctx0" brushRef="#br0" timeOffset="73703.71">11160 9483 2751 0,'-3'7'256'0,"2"-5"-256"0,0 3 0 0,0-2 0 16,0-1 1312-16,1-2 224 0,0 3 32 0,-1 1 16 15,0 3 368-15,1 3 80 0,-1 2 16 0,1-2 0 0,0 1-752 0,0 1-144 16,1-3-16-16,-1 2-16 0,0 0-208 0,1-2-32 15,-1 3-16-15,1 2 0 0,-1-2-96 0,0 2 0 16,0-2-16-16,0 0 0 0,0 3-416 0,-1 1-80 16,1-1 0-16,-1-2-16 0,1 2-240 0,0 2 0 15,0 1 128-15,0 3-128 0,1-2 0 0,0 0 0 16,1-1 0-16,0 0-160 16,-2-18-352-16,5 33-64 0,-5-33 0 15,7 31-10592-15</inkml:trace>
  <inkml:trace contextRef="#ctx0" brushRef="#br0" timeOffset="74551.28">11195 10318 12895 0,'-2'9'576'0,"1"-6"112"0,-1 1-560 0,1-1-128 0,0 1 0 0,1-1 0 16,-1 1 976-16,0 2 176 0,1 5 16 0,-1 1 16 15,-1 2 0-15,1 1 0 0,1-1 0 0,-1 0 0 16,2 0-48-16,-1-2-16 0,0 0 0 0,1 2 0 0,-1-1-96 0,1 0-32 16,-1 3 0-16,1-1 0 15,-1 2-352-15,1-1-80 0,-1 0-16 0,0 2 0 16,0 0-400-16,1 1-144 0,0-1 0 0,0 0 144 16,-1 1-144-16,1-3 0 0,0 3 0 0,0-2 0 15,-1-3 0-15,1 2-224 0,0-3 48 0,0 1 16 16,1 0-576-16,0-2-112 0,-2 2-32 15,1-2 0-15,1-2-448 0,0 1-80 16,0 1-32-16,0 0 0 0,0-2-32 0,0-1-16 0,-1 3 0 16,1-1 0-16,0-1 128 0,-1 2 16 0,0-2 16 0,0 1 0 15,0-1 48-15,-1-1 0 0,1 3 0 16,-1 0 0-16,1 0 256 0,-1 0 48 0,0 0 16 0,0-3 0 16,1 0 32-16,-1-1 16 0,0 1 0 0,0-2 0 0,0 3 912 15,0-3 0-15,-1 2 0 0,1-1 176 0,-1 1 720 0,1-2 128 16,-1 1 48-16,1-2 0 0,0 1 272 0,0 0 64 0,-1 1 16 15,0-1 0-15,0 2 208 0,0 1 32 0,1-1 16 16,-1 3 0-16,0 0-240 0,0 2-48 0,0-2-16 16,1 3 0-16,-1 1-544 0,2-2-96 0,-2 2-32 15,1-1 0-15,0-1-448 0,0 0-112 0,0 1-16 16,0-4 0-16,0 1-128 0,0-2 0 0,0 1 0 0,1-3 0 16,-1-1 0-16,1 0 0 0,-1-2 0 0,2 2 0 15,-2-2 0-15,1 2 0 0,-1-3 0 0,1 1 0 16,-1 0-416-16,1-1 32 0,-1 4 16 0,0-3 0 31,0 4-320-31,0-4-64 0,0 3-16 0,0-2 0 16,-1 1-464-16,1 0-112 0,-1 0 0 0,0 0-16 0,1-2-240 0,-1 3-64 15,0-2 0-15,0 1 0 0,0-2 176 16,1 0 16-16,0 0 16 0,0 1 0 0,0 2 880 0,0-1 160 0,0 0 32 0,-1 0 16 16,1 2 592-16,0-1 112 0,-1 1 32 0,1-1 0 15,0 2 752-15,0 1 160 0,-1-2 16 0,0 0 16 16,0 1 160-16,1 0 16 0,-1-3 16 0,1 2 0 0,-1-2-112 15,1 0-32-15,-1-1 0 0,1-1 0 0,0-2-144 16,-1-2-16-16,1 1-16 0,0-2 0 0,0-2-224 0,0 2-32 16,0-3-16-16,0 2 0 0,0 0-384 0,1-1-80 15,-1-1 0-15,1 3-16 0,0-2-432 0,0 4-272 16,0-1 32-16,-1 1 16 16,1 1-1184-16,0 0-224 0,0 5-48 0,-1-1-16 15,1 0-32-15,-1 1-16 16,0 0 0-16,1 0 0 0,-1-3 336 0,1 2 64 0,-1-1 0 15,0 0 16-15,-1 0 816 0,0-1 144 0,1-2 48 0,-1-2 0 0,0 0 512 0,1-1 128 0,-1 2 0 16,1-4 16-16,-1 0 112 0,0-1 32 0,2-2 0 0,-1 1 0 16,-2-1-480-16,2-2 0 0</inkml:trace>
  <inkml:trace contextRef="#ctx0" brushRef="#br0" timeOffset="75775.05">11210 11935 6447 0,'-1'2'576'16,"0"-2"-576"-16,1 2 0 0,0-4 0 0,0 2 1008 0,-1 2 80 16,1-2 32-16,-2 3 0 0,0-2 144 0,0-1 16 15,1 1 16-15,0-1 0 0,1 0-256 0,-1-2-48 16,1 0-16-16,1-1 0 0,-1 0-128 0,2 1-16 16,0-2-16-16,-1-1 0 0,1 2-112 0,0 1 0 15,0-2-16-15,-1 1 0 0,0 1 144 0,1 1 48 0,-1 1 0 0,1 0 0 16,-1 3-176-16,0-1-16 15,1 1-16-15,-2-1 0 0,1 3-352 0,0 0-64 0,-1-1 0 16,-1 1-16-16,1 1-240 0,0-3 0 16,-1 2 0-16,0-2-160 0,0-1 16 0,-1 0 0 0,1 0 0 15,-1-2 0-15,1 1-32 0,0-1 0 16,0 0 0-16,-1-1 0 0,0-1 176 0,0 0 0 0,0 0 0 16,0-1 0-16,0-2 0 0,1 2 0 0,0-1 0 0,-1-1 0 15,0 1 192-15,1-1-16 0,0 1-16 0,1 1 0 16,0-1 32-16,0-1 0 0,0 2 0 0,0-1 0 15,0 1-192-15,1 1 160 0,1 1-160 0,0-1 160 0,0 1-160 0,-1 0 0 16,2-1 0-16,-1 2 0 0,2 0 0 0,0-2 128 16,0 1-128-16,0 1 128 0,0-2 128 0,1 2 0 15,-1 0 16-15,0 2 0 0,0-1-48 0,0 1-16 16,0 0 0-16,-3-1 0 16,1 2-208-16,0 0 128 0,-1-1-128 0,-2 2 0 15,0 0 0-15,-2 1 0 0,0 1 0 0,-1-1 0 0,-1 0 512 0,1-3 96 0,-2 3 32 0,1-2 0 31,-1 0-1840-31,1-2-352 0,1 1-80 0,-1-2-16 0,0 0 1184 0,-1 0 224 16,0-2 48-16,1 0 16 16,0 0 176-16,2-1 0 0,2-2 0 0,-1 1 0 0,2-1 0 0,0 2 0 15,0-1 192-15,1-1-64 0,1 2 0 0,0-1 16 16,2-1 0-16,0 2 0 0,-1-1 848 0,1 2 160 16,1-1 48-16,-1-1 0 0,0 3-848 0,0-1-160 0,0 2-48 0,-1 0 0 15,2 0-144-15,-1 0 128 0,-2 2-128 0,1-1 128 16,0 1-128-16,-1 0 0 15,0 1 0-15,-2-1 0 0,0 2 0 0,0 0 0 0,-2 1 0 0,-1-1 0 16,0 3 0-16,0-3 0 0,-1-1 0 16,1 0-176-16,-1 1 176 0,0-2-208 0,-1 1 80 0,0-1 128 15,1 0-944 1,-2-2-64-16,3 0-16 0,-2-2 0 0,1-1 832 0,1 1 192 0,2 0 0 0,-1-2 0 0,0 0 0 16,1 0 0-1,0 2 0-15,0-3 0 0,2 2 176 0,-1 0-32 0,1 0 0 16,0 2 0-16,0 0 736 0,0 0 144 15,1-1 16-15,-1 1 16 0,2 1-1664 0,-1 0-336 0,1 0-64 0,-1 0-16 16,0 0 768-16,1-2 256 0,0 2-144 0,-1 0 144 31,1 0-656-31,-1 0-48 0</inkml:trace>
  <inkml:trace contextRef="#ctx0" brushRef="#br0" timeOffset="81552.52">11189 12271 3855 0,'0'0'336'0,"0"0"-336"0,0 0 0 0,0 0 0 0,0 0 0 0,0 0 0 16,0 0 0-16,0 0 0 0,0 0 0 0,0 0 0 16,6 29 0-16,-7-28 0 0,1 0 0 0,-1 1 0 0,1-1 0 0,-1 1 0 15,1 0-144-15,0-6 144 16,-1-3 0-16</inkml:trace>
  <inkml:trace contextRef="#ctx0" brushRef="#br0" timeOffset="82118.87">11226 12186 6447 0,'-1'-7'576'0,"0"4"-576"0,1-1 0 0,0 1 0 0,0 1 1264 0,0-1 144 0,0 1 16 16,0-2 16-1,0-3 640-15,0-1 128 0,0-1 32 0,-1-1 0 0,2 1-528 16,-1 2-112-16,0-3 0 0,0 1-16 0,0 2-272 16,1-3-48-16,0 1-16 0,1 2 0 0,-1-1-48 15,0 4-16-15,1-3 0 0,-1 4 0 0,0 1-256 0,-1 0-48 16,0 2-16-16,-1 0 0 0,1 2-320 0,-1 0-64 15,-1 3-16-15,-1 0 0 0,1 2-320 0,0 2-144 0,-1 1 128 16,1 4-128-16,0-1 0 0,0 2 0 16,1 2 128-16,0 2-128 0,1 2 0 0,0 0 0 0,0-1 0 0,0-20 0 0,2 35 0 0,-2-35 0 15,3 31 0-15,-2-17 0 0,0 0 0 0,-1-14 0 16,0 0 0-16,5 32 0 0,-5-32-128 0,0 0 128 16,0 0 0-1,0 0 0-15,0 0 0 0,0 0 0 16,0 0 0-16,0 0 0 0,0 0-160 0,0 0 160 0,40 18 0 0,-33-22-144 15,-2-3-160-15,2 2-16 0,-1-3-16 0,1 2 0 16,0-3 32-16,2-1 16 0,-2 0 0 0,1-1 0 16,1-1-48-16,-2-1-16 0,2-1 0 0,-2 0 0 15,0-1 112-15,0 1 32 0,-1-2 0 0,0 0 0 16,-2 2 208-16,-2-1 0 0,0 1 0 0,0 0-144 16,0 2 144-16,-2 3 0 0,1 1-144 0,-1 3 144 15,1 0 0-15,-2 2 0 0,0 2 0 0,0-1 0 16,1 2 0-16,-2 2 0 0,1-2 0 0,-1 2 0 15,1 3 160-15,-1-2 48 0,0 3 16 0,0 2 0 16,0-2 96-16,0 4 32 0,0 0 0 0,2-1 0 16,0 3-48-16,-1 0-16 0,1 2 0 0,0-2 0 0,0-12-96 0,0 0 0 15,5 36-16-15,-5-36 0 0,0 0-176 0,8 35 0 16,-8-35 144-16,0 0-144 0,13 34 160 0,-13-34-32 16,0 0-128-16,13 38 192 0,-13-38-32 0,0 0-16 15,0 0 0-15,20 37 0 0,-20-37-144 0,0 0 0 16,0 0 144-16,0 0-144 0,0 0 0 0,36 2 0 15,-28-11-160-15,2-3-17216 0</inkml:trace>
  <inkml:trace contextRef="#ctx0" brushRef="#br0" timeOffset="82613.72">11552 12314 13823 0,'-1'-2'608'0,"0"2"128"0,1-2-592 0,0 1-144 0,0 1 0 0,1-2 0 0,0 2 1328 0,1-3 224 15,0-1 48-15,2-1 16 0,2-2-112 0,-1-2-32 0,2 2 0 0,-1-1 0 16,1 2-464-16,0 0-112 16,1 2 0-16,-3 1-16 0,2-1-272 0,-3 3-48 0,1-1-16 0,-1 2 0 15,-2 0-320-15,0 2-64 0,0-1-16 0,-1 3 0 16,0-1 48-16,-1 1 0 15,-1 1 0-15,0 0 0 0,-1 0 48 0,0 2 16 0,1 0 0 0,0 2 0 16,0-2-80-16,0 1-16 0,0 1 0 0,1-1 0 16,0 0 128-16,0 2 32 0,0-3 0 0,2 0 0 15,-2-7 128-15,0 0 16 0,0 0 16 16,0 0 0-16,0 0-96 0,0 0 0 0,29 31-16 16,-24-31 0-16,1 0-224 0,-1-2-144 15,2-1 192-15,-1 1-192 0,0-3 0 0,-1 0 0 0,1-1 0 0,-1 0-192 16,-2-2-1168-1,2 0-240-15,-1-1-32 0,-2 0-13152 0</inkml:trace>
  <inkml:trace contextRef="#ctx0" brushRef="#br0" timeOffset="82784.42">11617 12046 11055 0,'-2'0'480'0,"1"0"112"16,2 2-464-16,-1-2-128 0,1 1 0 0,0 1 0 15,0 1 1888-15,1 2 352 0,-2-5 80 0,0 0 16 16,0 0 80-16,24 41 16 0,-24-41 0 0,0 0 0 16,0 0-1664-16,39 32-336 0,-39-32-64 0,0 0-16 15</inkml:trace>
  <inkml:trace contextRef="#ctx0" brushRef="#br0" timeOffset="89833.88">17512 11785 5519 0,'-1'-2'496'0,"0"-1"-496"0,1 1 0 0,0 0 0 0,0 2 896 0,0-2 96 0,-1 2 16 16,1-1 0-16,-1-1 1104 0,0-1 240 16,1 1 32-16,-1 0 16 0,0-2-176 0,1 1-48 0,-1 0 0 0,1 1 0 15,-1 0-384-15,1-1-64 16,0 1-32-16,0-1 0 0,1 1-384 0,0 0-80 15,0 0-16-15,0 0 0 0,0 1-448 0,0 1-80 16,0 0-32-16,-1 0 0 0,0 3-320 0,0-1-64 16,-1 2-16-16,0 1 0 0,0 0-96 0,-1 2-32 15,-1 2 0-15,1 4 0 0,-1 3-128 0,0-1 0 0,0 2 144 16,0-1-144-16,0 1 0 0,1 1 128 16,0-1-128-16,-1 2 0 0,1-4 0 0,0 0 0 15,2-1 0-15,0-1 0 0,0-13 0 0,0 0 0 0,0 0 0 16,0 0 128-16,14 34-128 0,-9-33 0 15,0-1 0-15,1-1 0 0,1-3 0 0,1-3 0 0,-1 0 0 16,3 0 0-16,-2-2 0 0,1 0 0 0,0 2 0 16,-1-1 0-16,0 2 0 0,0 0-128 0,0 1 128 0,-1-1-128 15,0 0 128-15,-1 0 0 0,2 0 0 0,-2 2 0 16,0-4-128-16,-1 2 128 0,1-2-128 0,-1 1 128 16,0-2-144-16,0-1 144 0,0 1-160 0,0-1 160 0,-1 1-240 0,-1-3 48 15,1 2 16-15,-1-2 0 16,0 3-48-16,-1 0-16 0,-1 1 0 0,0 0 0 0,0 5 240 0,0-2 0 15,-1 3-160-15,0 0 160 0,0 1 0 16,-1 1 0-16,0 0 128 0,0 0-128 0,0 1 384 0,0 1 0 16,-1-2 0-16,0 2 0 15,0-2-64-15,-1 2-32 0,1-1 0 0,1 1 0 0,-1 1-128 0,0-1-32 16,0 0 0-16,1 0 0 0,-1 0-128 0,1 1 0 16,1-1 0-16,0 2 128 0,1-1-128 15,-1 2 128-15,0 0-128 0,0-5 128 16,0 0-128-16,0 0 192 0,0 0-192 0,5 31 192 15,-5-31-192-15,0 0 128 0,4 31-128 0,-4-31 128 0,2 26-128 0,-2-26 160 16,0 0-160-16,4 35 160 0,-4-35-160 0,0 0 0 16,0 0 0-16,7 34 128 0,-7-34-128 0,0 0 0 15,0 0 0-15,0 0 0 0,0 0 0 0,0 0 0 0,0 0 0 0,0 0 0 32,39 5-544-32,-32-8-32 0</inkml:trace>
  <inkml:trace contextRef="#ctx0" brushRef="#br0" timeOffset="93687.71">7811 8082 911 0,'0'1'0'0,"0"0"0"0,1-1 0 0,-1 2 0 15,0-2 464-15,1 0 16 0,-1 3 0 0,1-1 0 0,1 1-96 0,-1-1 0 16,1 0-16-16,0 1 0 0,0-1 48 0,-1-2 16 16,0 1 0-16,-1-1 0 0,1 0 32 0,0 0 16 15,0 2 0-15,0-2 0 16,0 0-304-16,1 0-176 0,-1 2 192 0,0-2-192 15,1 1 0-15,0 0 0 0,-1-1 0 0,0 2 0 16,1-2 0-16,0 1 0 0,1 1 0 0,-1-2 0 0,0 2 256 0,0-2-16 16,1 0 0-16,-1 1 0 0,1 1 272 15,0-1 64-15,-1 0 16 0,1-1 0 16,-1 0-176-16,0 0-32 0,1 0-16 0,-2 0 0 16,2 2 16-16,-1-2 16 0,1 1 0 0,-1-1 0 0,1 0-16 0,-1 0-16 15,1 0 0-15,0 0 0 0,1-1 80 0,-2 1 0 16,2 0 16-16,0 0 0 0,-1 0-208 0,0 0-64 15,1 0 0-15,0 0 0 0,-1 0-48 0,1 0-16 16,1 0 0-16,-2 0 0 0,2 0-128 16,-1 1 0-16,0-1 0 0,1 0 0 0,-1 0 0 0,0 0 0 15,2 2 0-15,0-4 0 0,-2 2-128 0,2 0 128 16,-1 0 0-16,2-1 0 0,-1-1-256 0,1 2 32 0</inkml:trace>
  <inkml:trace contextRef="#ctx0" brushRef="#br0" timeOffset="94017.92">8293 8110 3615 0,'2'0'0'0,"0"0"144"0,-1 0-144 0,-1 0 208 0,0 0-208 0,1 0 0 0,2 2 0 0,0-2 0 0,2 0 832 16,0 0 128-16,0 0 32 0,-1 1 0 0,1 1-80 0,0-2-16 15,-1 0 0-15,1-2 0 16,1 2 0-16,0-1 0 0,0 1 0 0,-1-2 0 0,1 2-352 0,0-2-80 0,0 2-16 0,0-2 0 16,1 0-176-16,-1 1-32 0,1-1-16 0,-2 2 0 15,3-2-224-15,-2 1 0 16,1 1 0-16,-1 0 0 15,1 0 0-15,-2 0 0 0,2 1 0 0,-2 1 0 0,1-2 0 0,-1 2 0 16,1-1 0-16,-1 1 0 0,0 0-224 0,2-2 64 16,0 0 16-16,1 1-6784 15</inkml:trace>
  <inkml:trace contextRef="#ctx0" brushRef="#br0" timeOffset="94846.75">8740 8142 3455 0,'6'-1'144'0,"-1"-1"48"0,0 1-192 0,-3 1 0 0,0-2 0 0,0 2 0 15,0 0 544-15,2-1 64 0,2 0 16 0,2-1 32 16,1-1 112-16,-1 1 0 0,2 2 16 0,-3-2 48 16,1 1-192-16,0 1-48 0,-1 0 0 0,0-2 32 15,-1 2-240-15,2-1-32 0,-3 0-16 0,1 1 48 16,0 0-384-16,1-2 0 0,0 1 0 0,0 1-144 15,-1 0 144-15,2 0-128 0,-2 0 128 0,0 0 0 0,2 0-176 0,-2-2 176 16,3 2-192-16,-2 0 192 0,1 0-144 16,0 0 144-16,-1 2-160 0,1-2 160 15,0 1 0-15,0-1-160 0,0 0 160 0,-2 0 0 0,2 2-208 16,-2-2 48-16,2 1 16 0,-1-1 144 16,1 0-864-16,0 0-48 0,-1-1-16 0,0 1 32 0,0 0 720 0,2 1 176 15,-2 0 0-15,0-1 0 0,3 0 0 0,-3 2 0 16,1-2 0-16,-2 0 0 0,1 0 0 0,-1 0-128 15,0 1 128-15,-1 1 0 0,2-2 0 0,-2 2 0 0,2-2-144 0,-2 0 144 16,1-2 0-16,0 2 0 0,0-2 0 0,0 1-128 16,1 1 128-16,-1-2-128 0,1 2 128 0,-1-1 0 15,0 0 400-15,-1-1 176 0,2 1 48 0,-1 1 0 16,0 0 16-16,0 0 0 0,1 0 0 0,-1 0 0 16,-1 0-144-16,0 0-32 0,0 1 0 0,1 1 0 15,-1-1-464-15,0 0 0 0,1 2-128 0,0-1 128 16,0 0-640-16,0-1-48 0,1 1 0 0,0 0 0 15,1-1 464-15,1 0 96 16,-1-1 128-16,0 0-176 0,1 0 176 0,-1 2-192 0,1-2 192 16,0 1-144-16,-1 1 144 0,1-2-160 0,-2 1 160 0,0 1-160 15,2 2 160-15,-3-2-208 0,2 1 80 0,-2 0 128 0,1 1 240 0,-1-2 144 16,0-1 48-16,0 1 0 0,2 0 144 0,-1 1 48 16,1-3 0-16,0 0 16 0,-1 0-416 0,2 0-80 15,0 0-16-15,-1-3 0 0,0 1-304 0,0 0-64 16,0 1-16-16,0-1 16 31,-1 0-512-31,0 0-96 0,1 1-32 0,-1 1 0 0,0-2 608 0,-1 2 112 16,2 0 32-16,-2-2 128 0,2 2-208 0,-3 0 64 0,2-1 16 0,-2 1 128 15,0 0-224-15,0 0 80 0,0 0 16 0,0 0 0 16,-1-2 704-16,1 2 128 0,0 0 48 0,0 0 32 0,1-1 176 0,-2 1 48 16,2-1 0-16,0 1 32 15,-1 0-432-15,0 0-96 0,0 0 0 0,1 0 16 16,-1 0-192-16,0 0-32 0,1 0-16 0,-1 0 32 0,0 0-320 0,0 0-160 0,0 1 16 15,0-1 144-15,-1 1-256 0,1-1 64 16,0 0 16-16,-1 0 48 0,1 2-128 0,-1-2-32 16,-1 0 0-16,1 1 32 0,0 1 96 0,0-2 32 0,0 2 0 0,1-2 128 0,0 0-208 0,0 0 64 15,0 0 16 1,-1-2 128-16,2 4-224 0,-3-2 80 0,2 0 16 0,-1 0 128 16,0 0-208-16,0 0 64 0,0 1 16 0,0 1 128 0,-1-2-208 0,0 0 64 15</inkml:trace>
  <inkml:trace contextRef="#ctx0" brushRef="#br0" timeOffset="95901.77">7769 8142 2751 0,'1'-1'256'0,"-1"1"-256"0,0 0 0 0,0-2 0 0,0 2 832 15,0-1 112-15,0 1 16 0,0-2 16 0,1 0 480 0,-2 0 80 32,1-1 32-32,-1 1 0 0,0 0-128 0,0 1-32 15,-1-1 0-15,0 2 0 0,1 0-96 0,1 0-32 16,-1 0 0-16,0 0 0 0,1 0-576 0,0 0-128 0,0 0-32 16,1 0 0-16,0 0-320 0,0 0-64 0,1-1-16 15,0 1 0-15,0-1 16 0,0 1 0 0,0-2 0 0,0 1 0 16,2 1 208-16,-1-2 32 0,1 0 16 0,-2 1 0 15,2-1 160-15,0 2 48 0,-1-1 0 0,0 0 0 16,1 1 80-16,-1 0 0 0,1 0 16 0,-1 0 0 16,1 0-336-16,0 0-80 0,0 1-16 0,0 0 0 15,1-1-112-15,-1 2-32 0,1-2 0 0,0 0 0 16,-1 1 0-16,2-1 0 0,0-1 0 0,1-1 0 16,-1 1-144-16,1-2 160 0,-1 0-160 0,1 1 160 0,-1-1-32 15,1-1-128-15,-1 1 192 0,-1-2-64 16,0 3-128-16,-1 0 0 0,-1 0 0 0,0-1 0 0,-1 3 0 0,-1-2 0 15,-1 4 0-15,0-2 0 0,-1 3 0 0,0-1 0 16,-2 0-176-16,-1 1 176 16,0 2-512-16,0-1-32 0,-2 1 0 0,0 0-9056 15,-1-1-1792-15</inkml:trace>
  <inkml:trace contextRef="#ctx0" brushRef="#br0" timeOffset="96087.56">7847 8125 2751 0,'-10'-3'128'0,"6"1"16"0,2 2-144 0,2 0 0 15,0 0 0-15,-2 0 0 0,-1-2 1072 0,-2-1 176 0,-3 1 32 0,-1 1 16 16,0-2 432-16,0 2 96 0,1 1 16 0,2-2 0 15,0 2-336-15,2 0-64 0,-1 2-16 0,1-2 0 16,2 1-512-16,0 0-96 0,1-1-32 0,0 2 0 16,2-1-400-16,0 1-96 0,0-2-16 0,2 0 0 15,0 2 160-15,2-2 16 0,-1 0 16 0,3-2 0 16,-1 2 176-16,1 0 16 0,1 0 16 0,0-2 0 16,1 4-384-16,0-2-80 0,0 0-16 0,0 0 0 15,0 2-192-15</inkml:trace>
  <inkml:trace contextRef="#ctx0" brushRef="#br0" timeOffset="98102.79">7336 8147 4607 0,'2'-3'400'0,"-1"-2"-400"16,0 2 0-16,-1 2 0 0,1 0 816 0,-1-1 80 16,2-3 0-16,0-2 16 0,1-3 400 0,0 1 80 0,-1 0 16 0,0 1 0 15,0 2-144-15,-1 2-32 16,-1 0 0-16,0 2 0 0,0 2-128 0,-1 0-16 0,1 0-16 0,-2 2 0 15,1 0-144-15,0 1-32 16,0 2 0-16,-1-1 0 0,0 3-144 0,1-2-48 16,-1 2 0-16,1 0 0 0,-1 3-272 0,0-1-64 15,1 3-16-15,-2-2 0 0,1 4-128 0,0-3-32 16,-1 1 0-16,1 0 0 0,-1 0 96 0,0-1 16 16,0 0 0-16,0 0 0 0,1-1 16 0,-2 0 0 15,1 1 0-15,-1-1 0 0,3-5-80 0,-1 2-16 16,1-3 0-16,0-1 0 0,0 0-48 0,1-2-16 0,-1-1 0 15,1-1 0-15,1 0-32 0,0-2-128 0,0 0 192 0,1 0-64 16,0-2 0-16,-1-2 0 0,2 0 0 0,-1 0 0 16,2-1-128-16,-1-1 0 0,1-2 0 0,1-1 0 0,-1 2 0 15,0-4 0-15,0 2 0 0,0 0 0 0,-1 0 0 16,1 0 0-16,-1-2 0 0,0 3 0 16,-1-2 0-16,0 3 0 0,0 1 0 0,0-2 0 15,0 1 0-15,-2 0 0 0,1 1 0 0,-1 2 0 0,0-1 0 16,0 4 0-16,1-1 0 0,-1 0 0 0,0 3 0 15,1-3 0-15,-1 3 0 0,0 0 0 0,0 1 0 0,1-1 0 16,-1 2 0-16,0-2 0 0,0 2 128 0,1-2-128 16,-1 0 0-16,1 2 128 15,-1-1 160-15,1 1 32 0,-1 1 0 0,0 0 0 0,0 2-128 0,0 1-32 16,0 1 0-16,0 0 0 0,-1 5 16 0,0-1 0 16,-1 3 0-16,2-1 0 0,-2 2-176 0,-1 1 192 15,1-2-192-15,-1 2 192 0,1 1-192 0,0 1 0 16,-1-1 0-16,0-2 128 0,0 1-128 0,1 0 0 15,0 1 144-15,-1-3-144 0,1-3 0 0,1 1 0 16,-1-1 0-16,1-2 128 0,0 0-128 0,0-2 0 16,0 0 0-16,1-2 0 0,-1-1 0 15,1 0 0-15,0-4 0 0,0 2 0 0,1-3 0 0,-1 1 0 0,0-3 0 16,1 1 128-16,1-1-128 0,-1 0 0 0,2-5 0 16,-1-1 0-16,1 1 0 0,0-4 0 0,1 2 0 15,-1-3 0-15,1-1 0 0,-2 2 0 16,1-3 0-16,-1 0 0 0,0 1 0 0,0 0 0 15,-1 1 0-15,0 1 0 0,0 2 0 0,0 3 0 16,0 1 0-16,0 4 0 0,-1 0 0 0,-1 3 0 0,1 2 0 0,-2 3 0 16,1 0 0-16,-2 4 0 0,0 1 0 0,-2 3 0 15,2 2 0-15,-2 3 0 0,0-1 0 16,0 6 0-16,-1-1 0 0,0 1 0 0,0 0 0 16,1-2 0-16,1-2 0 0,-1-1 0 0,2 1 0 0,0-1 0 15,2-1 0-15,0-2 0 0,2-2 0 0,1-1-128 16,0-1 128-16,0-3-160 0</inkml:trace>
  <inkml:trace contextRef="#ctx0" brushRef="#br0" timeOffset="100288.4">6698 6984 7359 0,'-1'0'656'0,"1"0"-528"0,0 0-128 0,0 0 0 16,0 0 608-16,0 0 96 0,0 0 0 0,1 0 16 0,0 0 432 16,0 0 64-16,0 0 32 0,1-2 0 0,0 2 64 0,-1-3 16 15,1 1 0-15,0-1 0 16,0 1-112-16,0 0-32 0,-1-2 0 0,1 0 0 16,2 0-320-16,-1-3-64 0,0 1-16 0,0-3 0 0,2 0-208 0,0-3-32 15,1 1-16-15,0-3 0 16,1 1-304-16,0-3-64 0,2-2-16 0,-1 0 0 15,0 1-144-15,0 1 0 0,1-3 144 0,-1 0-144 0,2 0 0 16,-3 0 128-16,0 3-128 0,-2-1 0 0,-2 0 0 16,0 2 144-16,-1 0-144 0,-2 0 0 0,0-2 128 0,-1 1-128 15,-1 2 0-15,0-3 0 0,0 3 0 16,1 2 0-16,0 3 0 0,0-1 0 0,1 3 128 0,0 0-128 0,0 2 0 16,1 0 0-16,-1 1 160 0,0 1-32 0,1 1 0 0,-1 0 0 15,1 1 0-15,0-1 0 0,0 2 0 0,0 0 0 16,0-1-128-16,0 1 0 0,-1 0 0 15,1 0 0-15,0 1 0 0,-1-1 0 0,1 0 128 16,-1 0-128-16,1 2 0 0,-1-2 0 0,0 0 0 0,0 3 0 16,1-2 0-16,0 3 0 0,-1 0 0 0,1 2 0 15,-1 2 0-15,1 2 128 0,-1 1-128 0,1 3 0 0,-1 2 160 16,1 3-160-16,0-1 192 0,1 2-192 16,-1 1 160-16,1-2-160 0,-2-3 128 0,2-1-128 15,0 1 0-15,-1-2 0 0,1 1 0 0,0-3 0 16,1-3 0-16,-2 0 0 0,1-3 0 0,-1-1 0 15,1-2 0-15,0 0 0 0,0-2 0 0,0-1 0 0,0 0 0 0,0-1 0 16,2-2 0-16,0-1 0 0,-1-3 0 16,2 0 0-16,0-1 128 0,0-1-128 0,1 0 0 0,-1-2 0 15,1 0 0-15,0-1 0 0,-1 0 0 16,1 0 0-16,-1-2 0 0,0 0 0 16,0 0 704-16,-1 0 272 0,1 0 48 0,-3-1 16 0,-1-1-1664 0,0 1-336 15,-1 1-64-15,0 0 0 0,0 2 1648 16,-1 1 336-16,1 1 64 0,-1-2 0 15,0 3-1616-15,-1 1-336 0,1 2-64 0,-1 1-16 0,1 2 1632 0,-1-1 320 0,1 1 64 16,0 0 16-16,1 1-832 0,0 1-192 0,-1 0 0 0,1 1 0 16,0 0-768-16,0 0-208 0,0 1-48 0,0 0 0 15,1 4 816-15,-1 0 208 0,1 2 0 0,0 3 0 16,1 1 0 0,0 3 0-16,0-1 0 0,1 3 0 0,-1 1 0 0,1-1 0 0,1 3 0 15,0-2 0-15,-1-1 0 0,1 1 0 0,0-3 0 16,-4-14-128-16,0 0 128 0,14 33 0 0,-10-23 128 15,2-5-128-15,-1 0 128 0,1-1-128 16,0-4 128-16,2 0-128 0,-2-4 0 0,2-1 0 0,-1 0 0 0,1-3 128 16,0-1-128-16,-1-2 0 0,3 1 0 15,-2-2-9344-15,-1 0-1872 0</inkml:trace>
  <inkml:trace contextRef="#ctx0" brushRef="#br0" timeOffset="100968.57">7193 6555 7359 0,'-2'-5'320'0,"0"3"80"0,1 0-400 0,0 0 0 0,0 1 0 0,1 1 0 15,-1 1 912-15,-1-1 112 0,0 2 0 0,-2-2 16 16,1 3 48-16,-1 1 0 15,0 5 0-15,0-1 0 0,1 5-336 0,-1-1-64 0,1 3-16 0,0 1 0 16,2 0-160-16,-1 1-48 0,0 0 0 0,0 2 0 16,0 0-112-16,1-3-32 0,-1 1 0 0,1-2 0 15,1-2-64-15,0-1-32 0,0-2 0 0,1-2 0 16,0-2-224-16,1-3 0 0,-1-1 0 0,0-2 0 16,2-2-128-16,-1-1 128 15,0-2 0-15,1-1 0 0,0-2-352 0,1-1 32 0,-1-1 16 16,2 1 0-1,-1-3-1360-15,-1-2-256 0,-1 4-64 0,0-2-16 0,-1 0 1152 0,0 0 224 0,0 1 48 16,-1-2 16-16,0 2 560 0,-1-4 0 0,1 1 0 0,-1-1 0 0,0 0 240 16,1 0-48-16,-1 2-16 0,1 1 0 0,0 3 416 15,0 1 96-15,1 3 16 0,0 0 0 0,1 1 512 16,0 3 128-16,-1-1 0 0,1 2 16 0,-1 0-224 0,0 2-48 16,2 1-16-16,0-1 0 0,0 1-272 0,0 1-48 15,0 1-16-15,1 1 0 0,1 0-336 16,1 1-64-16,0-2-16 0,-1 2 0 0,-5-7 0 15,0 0-16-15,0 0 0 0,0 0 0 0,36 39-32 0,-36-39 0 0,0 0 0 0,0 0 0 16,0 0-144-16,25 41-128 0,-21-31 144 16,1 2-144-16,-5-12 0 0,0 0 0 15,0 0 0-15,16 36 0 0,-12-29 0 0,-1 0 0 0,0-3 0 16,-1-1 0-16,0 0 0 0,0-1 0 0,-1-2-160 0,0-3 160 16,0 0-1216-16,-1-1-176 0,0-1-16 15,-1-2-9824-15</inkml:trace>
  <inkml:trace contextRef="#ctx0" brushRef="#br0" timeOffset="101285.6">7244 6664 4607 0,'-6'2'192'0,"2"0"64"0,0 1-256 0,1-2 0 0,1 1 0 0,2-2 0 0,-1 2 848 0,-2-2 128 16,-1 2 32-16,-1 1 0 0,-1 1 384 0,0-1 80 16,3-1 0-16,-1-2 16 0,0 2-240 0,2-1-48 15,0 1-16-15,0 0 0 16,1-1-352-16,0 1-80 0,0 0-16 0,0-1 0 15,0 0-64-15,0 1-16 0,0-1 0 0,1 1 0 16,0-1-400-16,0-1-64 0,0 0-32 0,1 0 0 16,-1 1-160-16,-1-2 0 0,1 1 0 0,0-1 0 15,-1-2 0-15,0 1 0 0,1 0 0 0,-1-2 0 0,-1 1 0 0,1 0 128 16,-1 1-128-16,0-3 0 16,1 3 128-16,-1-1-128 0,2 1 128 0,-1 0-128 0,1 2 304 15,0-2-32-15,1 0 0 0,1 1 0 16,0-2 240-16,1 1 64 0,1 2 0 0,0-1 0 0,0 0-256 0,1 1-32 15,1-2-16-15,0-1 0 16,1 1-272-16,-1-1 0 0,1 1 0 0,0 0 0 0,0-1 0 0,0-1 0 16,1 1-192-16,-1 1-12112 15</inkml:trace>
  <inkml:trace contextRef="#ctx0" brushRef="#br0" timeOffset="101780.48">7362 6244 1839 0,'-1'-1'160'0,"1"0"-160"15,0 1 0-15,-1 0 0 16,1 0 896-16,-1 0 128 0,1 0 48 0,-2 0 0 0,1-2 160 0,-2 2 48 15,2 0 0-15,-1-2 0 0,0 1 0 0,0 1 0 0,0 0 0 0,0-2 0 16,1 4-128-16,0-2 0 0,-1 1-16 0,0 1 0 16,0 1-480-16,-1 0-80 0,1 3-32 0,0 0 0 15,0 2-192-15,-1 1-32 0,1 3-16 0,-1 2 0 16,1 3 128-16,0 2 16 0,0 1 16 0,1-2 0 16,0-4-208-16,1 1-64 0,2 2 0 0,0-2 0 15,-2-15-64-15,0 0 0 0,12 36-128 0,-12-36 192 16,0 0-192-16,0 0 0 15,0 0 0-15,0 0 0 0,41 16 0 0,-33-19 0 0,1-2 0 0,0-1 0 0,0 0 0 0,-1 0 0 16,0-1-160-16,1-1 160 31,-1 2-896-31,0-1-80 0</inkml:trace>
  <inkml:trace contextRef="#ctx0" brushRef="#br0" timeOffset="102401.67">7487 6178 6447 0,'-1'-2'272'0,"0"-1"80"0,0 3-352 0,0-2 0 16,1 2 0-16,-1 2 0 0,0-2 912 0,1 1 112 16,-2 3 32-16,-1-2 0 0,0 3 48 0,0 2 16 15,1 1 0-15,-1 1 0 0,2 2-160 0,0-1-48 16,0 4 0-16,1-2 0 0,1 0-208 0,0 1-32 16,0 0-16-16,1 0 0 0,-1 0-176 0,0-1-32 15,1 0-16-15,-1-2 0 0,1-1-48 0,-1 0 0 16,1 1 0-16,-1-5 0 0,0 2-80 0,0-3-32 15,0 1 0-15,-1-2 0 0,1-1-112 0,0-1-32 16,0 0 0-16,-1-1 0 0,1 0-128 0,1 0 192 16,-1 0-192-16,1-2 192 0,0 0-192 0,0 0 0 0,0-1 0 0,1-2 128 15,1 1-128-15,-1-2 0 0,2-3 0 0,0 2 0 16,0-3 0-16,0-1 0 16,1 1 0-16,-2-2 0 0,2-1 0 0,-1 0 0 0,1-1 0 0,-1-2 0 15,0 1 0-15,-1 1 0 16,-1-3-144-16,0 3 144 0,0 0 0 0,-1 2 0 0,-1 3 0 0,0-1 0 15,0 5 0-15,-1 0 0 0,0 1 0 0,-1 2 0 16,1 2 0-16,-1 0 0 0,0 2 0 0,0 2 0 16,0 1 0-16,-1 0 0 0,0 2 0 0,1 0 0 15,0 1 0-15,1 1 0 0,-1 0 0 0,0 1 0 16,0-1 0-16,1-2 128 0,0 4-128 0,0-2 0 0,0 0 0 16,1 0 0-16,0 1 128 0,-1 0-128 0,1-1 384 0,-1 0 16 15,2 1 16-15,-1-3 0 0,2 0 96 0,-1-2 0 16,2 2 16-16,-1-5 0 0,1 0-240 0,0-2-48 15,0 0-16-15,1-2 0 0,1 0-224 0,-2-2 176 16,3-1-176-16,-1 0 160 0,2 0-160 0,-1-1-144 16,0 0 144-16,1 1-13056 0</inkml:trace>
  <inkml:trace contextRef="#ctx0" brushRef="#br0" timeOffset="103452.61">7743 6116 911 0,'-1'-2'0'0,"0"0"0"16,1-1 0-16,-1 1 0 0,1 2 672 0,0-2 48 0,0 1 16 15,0 1 0-15,1-3 368 0,-1 0 80 16,0-2 16-16,1 2 0 0,0-1-64 0,1 1-16 0,0-2 0 0,0 3 0 16,0-3-144-16,1 3-16 0,0-1-16 15,1 3 0-15,-2 0 160 0,2 0 48 16,1 0 0-16,-1 3 0 0,2 2-272 0,-1-1-48 0,1 4-16 0,-6-8 0 15,0 0-256-15,0 0-48 0,22 38-16 0,-22-38 0 16,0 0-96-16,15 40-16 0,-15-40 0 0,0 0 0 0,9 40-64 16,-8-28-32-16,-3 0 0 0,0 0 0 0,-1-3 64 15,-2 0 16-15,0 3 0 0,-1-2 0 0,0 0-176 16,-2-1-16-16,2 0-16 0,-2 1 0 16,1-1-304-16,-1 1-64 0</inkml:trace>
  <inkml:trace contextRef="#ctx0" brushRef="#br0" timeOffset="106184.82">7391 6896 911 0,'0'0'0'0,"0"0"0"15,1 0 0-15,-1-1 0 0,0 1 816 0,0-1 80 16,1 1 0-16,0-2 16 0,1-1 256 0,1-2 48 16,0 2 16-16,0-3 0 0,0 1-96 0,0-1-32 0,0 0 0 0,-1 2 0 15,-1-4-144-15,1 2-48 0,0 0 0 16,-1 2 0-16,-1-1-96 0,1-2-32 16,-1 2 0-16,-1-2 0 0,0 3-160 0,0-4-48 15,1 4 0-15,-2-3 0 0,1 2-272 0,0-2-64 0,0 0-16 0,-1-1 0 16,1-1-16-16,-1 0 0 0,1-1 0 0,-1 0 0 15,0 1 48-15,1 0 16 16,1 1 0-16,0 1 0 0,0 0 48 0,-1 1 0 16,0 2 0-16,1 0 0 0,0 2-64 0,0-1 0 0,0 1 0 0,0 2 0 0,0-2-64 15,1 1 0-15,0 1-16 0,-1 0 0 16,1 0-48-16,-1 3-128 0,0-1 192 0,0-1-64 16,0 3-128-16,0-3 128 0,0 2-128 0,0 0 128 15,1 0-128-15,-1-1 0 0,0 0 0 0,-1 0 0 16,1 1 0-16,-1-1 0 0,1-1 0 0,0 1 0 15,0 0 0-15,0 0 0 0,1 1 0 0,-1-1 0 16,-1 3 0-16,1-3 0 0,0 3 0 0,1 0 0 16,-1-1 0-16,0 2 0 0,1 0 0 0,0 2 0 15,0-1 0-15,0 2 0 0,-1-1 0 0,0-2 0 16,1 2 0-16,1-1 0 0,-1 2-128 0,1-2 128 16,-1 0 0-16,0 0 0 0,0 0 0 0,0-2 0 0,0 0 0 15,0-1 0-15,1-1 0 0,-1 0 0 0,0-1-128 16,1-1 128-16,-1 0 0 0,0-1 0 0,0-1 0 0,0 0 0 15,1-1 0-15,0-1 0 0,0 0 0 0,0 1 0 16,0-2 0-16,-1 1 0 0,1-2-128 0,-1 1 128 16,1-3 0-16,0 2 0 0,0 0 0 0,-1-2 0 15,0 0 0-15,1 0 0 0,-1-3 0 0,1 3 0 16,0-2 0-16,-1-2 0 0,1 1 0 0,-1 2 0 16,0-1 0-16,0-1 0 0,1 1 0 0,-2 2 0 0,0-1 0 0,0 2 0 15,0-2 0-15,0 1 0 0,1 2 0 0,-1-2 0 16,0 2 0-16,0 1 0 0,0 0 0 15,0 1 0-15,0-2 0 0,-1 3 0 16,1 0 0-16,-1-1 0 0,1 1 0 0,-1 1 0 16,0-1 0-16,1 1 0 0,-1 0 0 0,1 1 0 0,0-2 0 0,0 2 0 15,1 0 144-15,-1 0-144 0,0 0 160 0,0 2-160 16,-1-1 192-16,1 0-48 0,0 2-16 0,0 2 0 16,0 1 112-16,1 4 16 0,-1-1 0 0,1 3 0 15,1 0 0-15,-1 0 16 0,1 0 0 0,0 2 0 16,0-2-112-16,1-2-32 0,-1 1 0 0,0-1 0 0,1-1-128 15,1 0 0-15,0-1 0 0,0-1 128 0,0-2-128 0,0-1 0 16,-2-2 0-16,1 1 0 16,1-3 0-16,-2 0 0 0,1 0 0 0,-2-3 0 0,2 1 0 15,0 0 0-15,0 0 0 0,0-3 0 16,0 0-352-16,0 3-96 0,1-3-32 0,-1 2-12192 16</inkml:trace>
  <inkml:trace contextRef="#ctx0" brushRef="#br0" timeOffset="106581.85">7554 6749 4255 0,'-1'0'0'0,"0"0"176"0,0 1-48 0,0 1 0 0,1-2-128 0,0 0 0 16,0 1 0-16,-1 0 0 0,0 1 1408 0,1 1 240 0,-1 0 48 15,1 1 16-15,0-2-320 0,-1 0-64 16,1 1-16-16,1-2 0 0,0 0-16 0,0-2 0 15,1 0 0-15,0 1 0 0,1-3-160 0,0 0-48 0,1-2 0 16,2 0 0-16,-2 0-448 0,1-2-80 0,0 2-32 0,0-3 0 16,0 2-320-16,-1-1-64 15,0 2-16-15,-1 0 0 0,0-1 16 0,-2 0 0 0,1 2 0 0,0 1 0 16,-2 1-144-16,1 2 160 0,-1-2-160 0,0 4 160 0,-1-2-160 16,1 2 0-16,-1 0 0 0,-1 1 0 15,1 0 0-15,0 1 0 0,0 0 0 0,0 2 0 16,-1 0 0-16,0 4 0 0,0-3 0 0,1 0 0 0,0 0 160 0,1-2-160 15,0 3 192-15,0 0-192 16,1-2 192-16,1 1-64 0,0 0 0 0,1-3-128 16,0 1 0-16,-1-2 0 0,2-1 0 0,-1 0 0 15,1-2 0-15,-2 0 0 0,2-1 0 0,-1 0 0 0,0-3 0 0,-1 1 0 0,2 0 0 16,-1-1 0-16,1-1 0 0,-2 2 0 16,1-1-192-16,0-1-7952 0,1-1-1600 0</inkml:trace>
  <inkml:trace contextRef="#ctx0" brushRef="#br0" timeOffset="106770.89">7560 6617 7359 0,'-1'-3'656'0,"2"1"-528"16,1 0-128-16,-1 2 0 0,1-2 1888 0,0 1 352 15,1-2 64-15,2 0 0 0,2 0 368 0,1-2 64 16,1 3 16-16,0 2 0 0,-1 2-1472 0,0 1-304 15,0 1-48-15,-1 0-16 0,1 2-784 0,-8-6-128 16,0 0 0-16,0 0-12864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10-23T16:35:55.150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6649 4852 8287 0,'-1'1'736'0,"1"1"-592"0,0-2-144 0,0 0 0 16,0 0 384-16,0 0 64 0,0 2 0 0,0 1 0 0,-1-1 1248 16,1-2 256-16,1 3 48 0,-1-1 16 0,2 0-608 0,-1-1-128 15,1 1-32-15,0-2 0 0,1 0-496 0,0 0-112 16,-1 0 0-16,0 0-16 0,1 0-32 0,0 0 0 15,0-2 0-15,0 1 0 0,0-1 48 0,2-1 0 16,-1 1 0-16,0-5 0 0,2 2-32 0,0-4 0 16,3-1 0-16,0-2 0 0,0-4-160 0,2-1-16 15,0-2-16-15,2-2 0 16,0-1-224-16,-1-1-64 0,0 0 0 0,-1 2 0 0,-2 1-128 0,0 1 0 16,0-2 144-16,-3 4-144 0,0 1 0 15,-1 1 128-15,0-1-128 0,-1 1 0 0,0 1 144 16,-1 2-144-16,0 0 192 0,-1 3-192 15,0-1 176-15,-1 1-176 0,0 0 160 0,-1 1-160 0,0 1 144 16,0 0-144-16,0 0 128 0,0 0-128 0,0 0 0 0,0-1 128 16,0 2-128-16,0-1 0 0,1 2 128 0,-1 0-128 0,0 0 0 0,0 1 128 15,0 1-128-15,0 0 128 16,0 1-128-16,0 2 128 0,-1-1 48 0,0 1 0 0,0 1 0 0,0 2 0 16,1 1 48-16,-1 1 16 0,0 0 0 0,-1 2 0 15,1 1-80-15,0 3-16 0,0-2 0 16,0 3 0-16,0 0-144 0,1 2 192 0,0 3-192 15,-1 2 192-15,1-2-192 0,0 2 128 0,-1-4-128 16,1 2 128-16,0 1-128 0,0 0 0 0,0 1 0 0,1 0 0 16,0 0 0-16,1-2 0 0,1-3 128 0,0-2-128 15,0-2 0-15,1-3 0 0,1 0 0 0,-1-5 0 0,0-2 0 16,1-2 0-16,-1-1 0 0,1-4 0 0,-1 2 0 0,0-3 0 16,1-2 0-1,-1 2 0-15,0-1-128 0,0-2 128 0,1-2 0 16,-2 1 0-16,1 0-256 0,0 1 32 0,-2-1 0 0,2-2 0 15,0-1-80-15,0-1-16 0,-1 2 0 0,0 2 0 0,0 0 160 0,1-2 32 16,-1-1 0-16,0 1 0 16,1 2-64-16,-1 0-16 0,-2 1 0 0,1 2 0 0,-1 1 208 15,0 1-192-15,0 0 192 0,-1 2-192 16,0 3 192-16,-1-3 0 0,1 3 0 0,-1 1 0 16,1-1 0-16,-1 2 0 0,0 0 128 0,0-2-128 0,0 2 0 15,1-2 160-15,-1 1-160 0,0 1 128 0,0 0 48 0,0 0 0 16,1 1 0-16,-1 1 0 0,1 0 80 0,0 0 32 15,1 1 0-15,-1 4 0 0,1 2-32 0,0 1 0 16,0 1 0-16,0 1 0 0,0 1-16 0,2 3-16 16,-1 3 0-16,1-3 0 0,-1-4-224 0,0 0 176 15,1 2-176-15,1-2 160 0,-4-12-160 0,0 0 0 16,0 0 0-16,23 31 0 0,-23-31-272 0,0 0-96 16,0 0-16-16,0 0 0 15,0 0-1856-15,35-5-368 0,-29-1-80 0,0-2-10560 0</inkml:trace>
  <inkml:trace contextRef="#ctx0" brushRef="#br0" timeOffset="262.69">7152 4452 911 0,'-1'0'0'0,"1"0"0"0,0-2 0 0,0 2 0 16,-1 0 1552-16,1 0 240 0,0 0 32 0,-1 2 16 16,1-2 768-16,-1 2 144 0,0 3 48 0,-2 0 0 15,1 0-1056-15,-1 4-208 0,0-2-32 0,1 2-16 16,-1 4-592-16,1 0-128 0,-1-1-32 0,1 2 0 15,1 3-160-15,0 0-16 0,0 2-16 0,1 0 0 0,1 0-128 0,0 0-32 16,1-3 0-16,-2-16 0 16,9 29-176-16,-9-29-32 0,0 0-16 0,0 0 0 0,27 29-160 15,-27-29 0-15,0 0-192 0,0 0 192 16,0 0-512-16,39-1 32 0,-32-4 0 0,-1 1 0 16,1-1-1024-1,-2-1-208-15,1 0-32 0,-1 1-5344 16,-1-2-1056-16</inkml:trace>
  <inkml:trace contextRef="#ctx0" brushRef="#br0" timeOffset="1150.95">7178 4516 3679 0,'0'-2'320'0,"-1"0"-320"0,1 1 0 0,0 1 0 15,-1 0 1568-15,1-2 240 0,-1 0 48 0,0-1 16 16,1 1 96-16,-1-3 16 0,0 0 0 0,0 3 0 0,1 0-768 0,-1 2-160 15,1-2-32-15,0 2 0 16,1 0-128-16,-1 0-16 0,1 0-16 0,0-1 0 0,0 1-208 16,-1 0-32-16,1 0-16 0,0 0 0 0,0 0-224 0,-1 0-64 15,1 0 0-15,-1 0 0 16,0 0-64-16,0 0 0 0,0 0-16 0,-1 0 0 0,0-2-112 0,0 2-128 16,0 0 176-16,1-1-176 0,-1 1 144 0,0 1-144 0,0-1 0 0,0 0 144 15,1 0-144 1,-1 0 0-16,0 2 0 0,1-1 0 0,0 1 0 0,0 0 0 15,-1-2 0-15,0 2 0 0,0-2-160 0,1 2 160 0,-1-2 0 0,1 0-144 16,-1 1 144-16,1-1 0 16,-1 0 0-16,1 0-128 0,0 0 128 0,0-1 0 0,-1 1 0 0,1 0 0 15,0 0 0-15,0-2 0 0,0 2 0 0,0 0 0 16,0-1 0-16,0 0 0 0,0 1 0 0,0 0 0 16,0 0 0-16,0-2 0 15,0 2 0-15,0 0 128 0,0 0-128 0,0-2 0 16,0 2 0-16,0 0 0 0,0-1 0 0,0 1 0 0,0 0 0 0,0 0 0 15,-1 0 0-15,1 0 0 16,0 0 0-16,-1 0 0 0,1 0 0 0,-1 0 0 16,1 0 0-16,-1 0 0 0,1 0 0 0,-1 0 0 15,1-2 0-15,0 2 128 0,0 0-128 0,0-1 0 16,0 1 0-16,1 0 128 0,-1 0-128 0,0 0 144 0,0 0-144 0,0 0 160 16,0 0-160-16,0 0 192 0,1 0-192 0,-1 0 192 15,1 0-64-15,-1 0 0 0,0 0 0 0,1 0 0 16,-1 0-128-16,1 0 0 0,-1 0 144 0,0 0-144 15,1 0 0-15,-1 0 0 0,0-2 0 0,0 2 128 16,0 0-128-16,0 0 0 0,0-1 128 0,0 0-128 16,0 1 128-16,0 0-128 0,0-2 128 0,0 2-128 15,0 0 208-15,0 0-16 0,0 0-16 0,-1 0 0 16,1 0 144-16,0 0 16 0,0 0 16 0,-1 2 0 16,0-2-32-16,1 0 0 0,-1 1 0 0,0 0 0 0,0-1-128 15,0 2-16-15,0-1-16 0,0 1 0 0,1 1 0 0,-1-1 0 16,0 0 0-16,0 0 0 15,1 1 16-15,-1 2 0 0,1-1 0 0,0 1 0 16,0 2-32-16,0 1 0 0,0-1 0 0,0 3 0 0,0 2-144 0,0 3 160 16,0 2-160-16,0 2 160 0,0 2-160 0,0 0 128 15,0 1-128-15,0 2 128 0,-2-2-128 0,0 1 0 16,0-3 0-16,-1-2 0 0,1 1 0 0,0-5 0 16,2-2 0-16,0-3 0 0,0-2 0 0,0-2 0 0,1 0 0 15,0-5 0-15,1 0 0 0,1-4 0 16,1-2 0-16,0-1 0 15,1-2-1040-15,0-5-144 0,1-1-32 16,1-2-13792-16</inkml:trace>
  <inkml:trace contextRef="#ctx0" brushRef="#br0" timeOffset="1483.38">7164 4558 2751 0,'-4'-2'128'0,"1"1"16"0,1 0-144 0,1 1 0 0,0 0 0 0,0-2 0 16,1 2 1296-16,-1 0 240 0,0-2 32 0,0 1 16 15,0-1 80-15,0 1 32 0,-1-1 0 0,2 1 0 16,0 0-176-16,0-3-48 0,0 3 0 0,1-1 0 16,0-1-448-16,0 1-80 0,0 0-32 0,-1-1 0 15,0-1-80-15,1 1 0 0,1 1-16 0,-1-2 0 16,0 1 0-16,0 0 0 0,1 1 0 0,1 2 0 0,-2-2-96 0,2 0-16 16,-1 4 0-16,1-2 0 0,0 2-128 15,-1 1-16-15,2 1-16 0,0 1 0 16,-4-5-160-16,0 0-48 0,0 0 0 0,0 0 0 15,28 38-128-15,-28-38-16 0,0 0-16 0,21 36 0 16,-21-36-32-16,15 29 0 0,-15-29 0 0,15 27 0 0,-15-27-144 0,0 0 160 16,21 38-160-16,-21-38 160 0,0 0-160 15,0 0 0-15,26 34 0 0,-26-34 0 0,0 0 0 0,0 0 0 0,0 0-128 16,0 0 128 0,0 0-512-16,0 0-16 0,0 0-16 0,0 0-14880 0</inkml:trace>
  <inkml:trace contextRef="#ctx0" brushRef="#br0" timeOffset="1769.96">7174 4748 6447 0,'0'0'272'0,"-1"0"80"0,2 0-352 0,-2 0 0 0,1 0 0 0,0 0 0 16,0 0 1344-16,0 0 208 0,-1 0 48 0,1 0 0 0,0-1-176 0,-1 0-16 16,2-1-16-16,-1-1 0 15,0 1 96-15,1-1 32 0,0 1 0 0,1 0 0 16,0-1-240-16,1-2-32 0,0 2-16 0,0-1 0 16,1 0-400-16,1 1-96 0,-1-1-16 0,1-1 0 0,1 2-464 0,-1-1-80 15,0 1-32-15,-1-1 0 31,0 3-592-31,0-2-128 0,0 0-32 0,-1 0-12224 0</inkml:trace>
  <inkml:trace contextRef="#ctx0" brushRef="#br0" timeOffset="2327.96">7293 4369 6447 0,'0'-2'576'0,"-1"1"-576"16,1-1 0-16,0 1 0 0,0 0 1024 15,0 1 80-15,-1-3 32 0,1-1 0 0,-1 0 1104 0,0-1 240 16,0 2 32-16,0 0 16 0,-1 1-944 0,1 2-192 16,-1 0-48-16,0 0 0 0,0 0-512 15,0 2-128-15,0 1 0 0,-2-1-16 0,1 1-48 16,0 0 0-16,0 1 0 0,-1 0 0 0,1 1-64 0,0 2 0 16,0-2-16-16,0 0 0 0,1 2-48 0,0 2 0 15,1-2 0-15,0 4 0 0,1-2-128 0,1 2-16 0,0 1-16 0,2 0 0 31,0 2-64-31,-3-14-16 0,10 29 0 0,-10-29 0 0,0 0-112 0,22 31-32 16,-22-31 0-16,0 0 0 0,0 0-128 0,38 21 0 0,-38-21 0 0,0 0 0 16,0 0-208-16,46-8 16 15,-35 2 16-15,-2-1 0 16,1-1-1728-16,-2-1-336 0</inkml:trace>
  <inkml:trace contextRef="#ctx0" brushRef="#br0" timeOffset="2819.56">7416 4319 7359 0,'-1'0'320'0,"0"0"80"0,1 0-400 0,0 0 0 0,-1 0 0 0,1 0 0 0,0 0 1536 0,-1 0 208 16,1 1 48-16,0 1 16 15,-1 0-144-15,1 0-48 0,0 1 0 0,-1 1 0 0,1 1-144 0,0 0-48 16,0 2 0-16,1 0 0 15,-1 2-176-15,0 1-32 0,2-2-16 0,-1 3 0 0,1-2-560 0,-1 2-128 0,0 2 0 16,1-1-16-16,-2-12-240 0,0 0-32 16,0 0-16-16,14 28 0 0,-14-28-208 0,0 0 0 15,0 0 0-15,0 0 0 0,0 0 0 0,0 0 0 0,40-4 0 16,-34-3 0-16,-1 0 0 0,0-3 0 16,0 3 0-16,-1-2-160 0,1-1 160 0,-2 0 0 0,1-1 0 0,-2 1-128 31,1-2-320-16,-2 1-64-15,0 1-16 0,-1 0 0 0,0 1 224 0,-1 0 48 16,-1 0 16-16,1 1 0 0,-1 1 240 0,0 2 0 0,0-1 0 0,1 3-144 0,0 0 144 0,-1 1-128 0,0-1 128 16,1 3-128-16,0-2 128 0,0 2 224 15,0 0-48-15,1 2-16 0,0-1 208 0,0 3 32 16,0-1 16-16,0 3 0 0,2-1 96 0,-1 2 0 0,1 3 16 16,1 0 0-16,-1 1 48 0,-2-11 16 15,7 25 0-15,-7-25 0 0,6 25-224 0,-6-25-48 16,0 0-16-16,12 31 0 0,-12-31-112 0,0 0 0 0,0 0-16 0,0 0 0 15,0 0-176-15,32 26 0 0,-27-26 0 16,1 0 0-16,0-2 0 0,-2-3-144 0,0 2 144 0,0-3 0 31,-1-2-1264-31,0 1-144 0</inkml:trace>
  <inkml:trace contextRef="#ctx0" brushRef="#br0" timeOffset="3057.73">7576 4184 11055 0,'2'0'480'0,"-1"-2"112"15,1 2-464-15,-1-3-128 0,0 3 0 0,-1 0 0 0,1-2 1168 0,1 2 224 16,2-3 32-16,2 1 16 0,0 2 512 0,1 0 96 16,-7 0 32-16,0 0 0 0,0 0-240 0,36 26-48 15,-36-26-16-15,0 0 0 0,30 46-672 0,-30-46-128 16,17 44-16-16,-11-20-16 0,0 0-368 0,-2 0-64 0,-3-3 0 0,-1 0-16 15,-3 1-144-15,-2-4-32 0,-1 1 0 16,-3-2 0-16,1-1-320 0,-1-1 0 0,1-3 0 16,-2 0-16128-1</inkml:trace>
  <inkml:trace contextRef="#ctx0" brushRef="#br0" timeOffset="5173.25">17779 9635 11055 0,'1'-3'976'0,"0"1"-784"0,-1-2-192 0,0 3 0 15,0 1 1328-15,0-4 208 0,1 1 64 0,0-3 0 16,0 0 448-16,0-1 80 0,-1 2 32 0,-1 1 0 16,1-1-176-16,-2 2-16 0,0 1-16 0,-1 2 0 15,0 0-560-15,-1 0-112 0,0 2-32 0,1-2 0 16,-1 3-576-16,0-1-112 0,1-1-32 0,-1 2 0 15,1 0-272-15,-1 0-64 0,2 4-16 0,-1-3 0 0,0 4-48 0,3-8-128 16,-5 19 192-16,3-8-64 0,2-11 0 16,-5 29-128-16,2-14 192 0,0 2-64 0,3-17-128 15,-4 33 0-15,1-15 0 0,0 1 128 0,0 0-128 16,3-19 0-16,-3 31 0 0,3-31 0 16,-2 23 0-16,2-23 0 0,0 0 0 0,0 0 0 0,0 0 0 15,0 0 0-15,0 0 0 0,0 0 0 0,0 0 0 0,32 8 0 16,-23-16-176-16,0-1 176 15,1-2-832-15,-1-1-96 0,3 0-16 0,-2-2 0 16,1 1-144-16,-1 2-48 16,-1-1 0-16,0 0 0 0,-1 1 272 0,0 0 48 0,0 2 16 0,-2 0 0 0,0-1 512 0,-2 3 96 15,0 0 32-15,-1-1 0 0,-1 2 160 0,0 1 0 0,-1 0-144 16,-1 0 144-16,1 0 0 0,-1 1 0 16,0-1 0-16,0 0 0 0,0 1 320 0,0-1 16 15,0 2 16-15,0-1 0 0,1-1 80 0,-1-1 16 16,1 1 0-16,0 0 0 0,0 1-144 0,-1 0-32 15,1 2 0-15,0-1 0 0,-1 1 0 0,1 2 0 0,0 0 0 0,-1 0 0 0,-1 2 336 0,1 1 64 16,-1-1 16-16,0 3 0 16,-1 0-112-16,0 3-32 0,2-8 0 0,-4 18 0 0,4-18-160 0,-5 21-48 15,2-7 0-15,1 1 0 16,-2 2-128-16,1 0-16 0,0 1-16 0,1-1 0 0,-1-1 16 0,3-16 0 16,-2 31 0-16,2-31 0 15,1 26 0-15,-1-26 0 0,0 0 0 0,0 0 0 0,0 0-192 0,0 0 0 16,29 31 0-16,-29-31 0 0,18-7 0 15,-6 0 0-15,0-1 0 0,1-3-18176 0</inkml:trace>
  <inkml:trace contextRef="#ctx0" brushRef="#br0" timeOffset="10086.69">7523 9749 4095 0</inkml:trace>
  <inkml:trace contextRef="#ctx0" brushRef="#br0" timeOffset="10504.59">7547 9744 3615 0,'1'-4'320'0,"-1"3"-320"16,0-1 128-16,0 0-128 0,0 1 160 0,0 1-32 15,0-2 1088-15,0 0 192 0,-1-1 64 0,0-2 0 0,0-1 512 16,0 1 112-16,-1 2 16 0,0 1 0 16,0-2-400-16,-1 3-80 0,0 1-16 0,1 0 0 0,-1 0-336 0,-1 0-80 15,1 3-16-15,0-1 0 0,0 0-272 16,0 1-48-16,0 2-16 0,1 1 0 15,0-1-352-15,0 1-80 0,0 0-16 0,0 1 0 0,1 1-144 0,0 1-48 16,0 2 0-16,0 1 0 0,1 1 64 0,-1 3 16 16,-1-2 0-16,2 3 0 0,0 2-80 0,1-3-16 15,0 1 0-15,0-3 0 0,2 0 0 0,0-3 0 16,2 0 0-16,-5-11 0 0,0 0-32 0,0 0-16 16,0 0 0-16,0 0 0 0,41 24-16 0,-31-27 0 0,0-2 0 0,0-2 0 15,1-1 256-15,-1-3 64 0,1-1 0 16,-2-2 0-16,0 1-224 0,0-2-32 0,0-1-16 15,-3 1 0-15,2 0-176 0,-3-1 128 16,1 2-128-16,-2-3 128 0,1 0-128 0,-2 3 0 0,-1 0 0 0,-2 0 0 16,-1 0 0-16,-2 2 0 0,-1 0 0 0,-2 5 0 15,-3 0 0-15,-1 2 0 0,-1 3 0 16,-1 1 0-16,0 1 0 0,0 3-144 0,0 0 144 0,1 3-160 16,1 0-112-16,0 1-32 0,2 2 0 0,1-2 0 31,3 2-592-31,0 1-112 0,3-3-16 0,0 2-14224 0</inkml:trace>
  <inkml:trace contextRef="#ctx0" brushRef="#br0" timeOffset="15135.18">8504 9746 3679 0,'1'0'320'0,"-1"0"-320"0,1 0 0 0,-1 0 0 16,1-1 496-16,-1 1 16 0,1-1 16 0,0-1 0 16,1 0 496-16,0 1 80 0,-1-3 32 0,1 3 0 0,-2-1-240 0,2 0-64 15,-1 0 0-15,0 1 0 16,0-1-256-16,0-1-64 0,0 1-16 0,-1 2 0 16,2-2-16-16,0 2 0 0,-1-2 0 0,0 1 0 0,1-1-224 0,0-1-64 0,0 1 0 0,0 0 0 15,1 0-192-15,-1-1 0 0,0-2 0 16,1 1 0-16,0-1 0 0,1 0 176 0,-1 1-176 0,1-2 160 31,0 0 80-31,-1 1 16 0,1 0 0 0,0-2 0 0,0 0-64 0,2 0 0 16,-1 0 0-16,-1 0 0 0,1 3-64 0,0-2 0 0,-1-1-128 0,1-2 192 15,0 4-192-15,1-5 176 0,0 3-176 0,0 0 160 16,0-3-160-16,1 1 0 0,-1-2 144 0,2 1-144 16,-2-1 0-16,2 0 0 0,0-3 0 0,1 2 0 15,0 0 0-15,0 0 0 0,1-2-160 0,0-2 160 16,2 2-176-16,-1-3 176 0,0 0-160 0,-1 1 160 0,1-3 0 0,1 0 0 15,-1-2 0-15,1 2 0 0,1-4 0 0,-1 1 0 16,1 1 208-16,-1-1-64 0,0 1-16 0,-1 2 0 16,0-3 0-16,0 1 0 0,1-2-128 0,-1 1 192 15,0 1-192-15,2-3 192 0,2 0-64 0,1-4-128 16,0 2 192-16,0 0-64 0,2 1 0 0,-1-1 0 16,0-2 0-16,1 2 0 0,-1-2-128 0,-2 0 0 15,-1 6 144-15,-1-2-144 16,0 3 0-16,2-5 0 0,3-3 0 15,-1-2 0-15,1 0 0 0,-1 3 0 0,-1 0 0 0,0 0-128 16,-1 1 128-16,0 1 0 0,-1 0 0 0,0 0 128 16,0-2 32-16,-1 4 16 0,-1 1 0 0,1-2 0 15,1-1 0-15,1-2 0 0,-1 2 0 0,0-1 0 16,0 1-176-16,0-2 0 0,0 2 0 0,-1-2 128 16,-1 0-128-16,1 1 192 0,-1-1-192 15,-2 4 192-15,1 1 256 0,0-1 48 0,3-5 16 0,1 0 0 16,0-1-144-16,1 1-32 0,-1-1 0 0,0 1 0 15,0 3-96-15,0-2-32 0,-1 1 0 0,0 1 0 16,0-2-208-16,1 2 0 0,-2 2 0 0,2-2 0 16,1-3 0-16,0 1 0 0,0 2 0 0,-1-2 0 15,1-1 144-15,-1 0-144 0,0-1 128 0,-1 1-128 0,-1 3 128 16,-1 0-128-16,0 0 0 0,0 0 128 0,1 0-128 0,1 0 128 16,0-3-128-16,1 1 128 0,0 0-128 0,0-1 0 15,0 3 144-15,-1 0-144 0,0 0 144 0,-1 0-144 16,0 2 192-16,-1 3-192 0,-1-1 160 0,0 1-160 15,0 0 128-15,1-3-128 0,0 0 240 16,0-2-48-16,0 2 0 0,0-2 0 0,1 2-64 0,-1-4 0 16,0 2-128-16,-1-2 192 0,-1 0-192 0,-1 4 0 15,1 2 0-15,0-2 0 0,0-1 128 0,1 0-128 0,0 2 0 16,0-1 0-16,0 1 128 0,0-1-128 0,0 2 0 0,0 1 144 16,-2 0 32-16,0 4 0 0,-1 0 0 0,-1 3 0 15,0 2-176-15,-2-2 0 0,1 2 0 0,-1 0 0 16,1 1 0-16,1 1 0 0,-1-3 0 0,0 3 0 15,0 0 0-15,0 0 0 0,0 1 128 0,0 0-128 16,0-1 144-16,1 0 0 0,-2 2 0 0,0 0 0 16,0 3 48-16,0-3 0 0,0 2 0 0,-2-1 0 15,1 2-192-15,0-2 192 0,-1 3-192 0,-1-2 192 16,1 2-192-16,0-1 0 0,-1 1-192 0,0 1 192 16,0-1-688-16,-1 1-16 0,0 0 0 0,1 1 0 15,0 0-432-15,0 0-80 0,-1 2-32 0,1 2-10432 16</inkml:trace>
  <inkml:trace contextRef="#ctx0" brushRef="#br0" timeOffset="16792.3">10501 6092 1839 0,'0'0'160'0,"-1"0"-160"0,1 0 0 0,0-2 0 0,0 2 560 16,0 0 80-16,-1 0 0 0,1-1 16 0,-1 0 160 15,1 1 16-15,0-2 16 0,0-1 0 0,1 3 48 0,0-3 16 16,0 0 0-16,0 0 0 0,1 0-208 0,0-1-64 15,0 1 0-15,0-1 0 16,1-1-64-16,-1 1 0 0,1-1-16 0,-1-1 0 0,0 2-48 0,0-1-16 16,1 0 0-16,-1-2 0 0,1 1 16 0,-1-2 0 0,-1 3 0 0,0 0 0 0,0-2-224 0,0 3-32 31,0-3-16-31,0 2 0 0,0-2-48 0,1 2 0 16,0-3 0-16,0 0 0 0,1 0 80 0,1-2 16 15,0 2 0-15,-1-2 0 0,2 0-160 0,-1 0-128 16,0 1 192-16,1 0-192 0,0-1 0 0,-1 0 0 15,1 1 0-15,-1 0 0 0,0-1 208 0,0 3-64 16,0-2-16-16,-1-1 0 0,0 3 160 0,1 0 32 16,0-2 0-16,-2 2 0 0,1-1 16 0,1 1 16 0,-1 0 0 15,0-2 0-15,0 4-32 0,1-3 0 0,0-1 0 0,1-3 0 16,0 1-320-16,0-4 144 0,2 2-144 0,-1 0 0 16,1-3 0-16,-1 1 0 0,2 1 0 0,-3 2 0 15,3-2 176-15,-3 2-176 0,2 1 160 0,-2 1-160 16,1 1 384-16,-1 1-32 0,-1-1 0 0,0 2 0 15,-1-1-128-15,0 2-32 0,0-2 0 0,-1 2 0 16,1-2-192-16,-1 1 0 0,0 1 128 0,1-2-128 16,-1 3 0-16,1-2 0 0,0 1 0 0,-1 0 0 15,0 1 0-15,1-1 0 0,0 1 0 0,0 0 0 0,-2 2 0 0,1-2 0 16,1 1 0-16,-1-1 0 0,0 3 0 0,0-1 0 16,0 1 0-16,-1 0 0 0,0 2 0 15,0-2 0-15,0 2 0 0,-1 0 0 0,0 0 0 0,-1 0 0 16,2 2 0-16,-1-2 0 0,0 2 0 0,-1-2 0 15,1 0 0-15,-1 2 0 16,1-2-176-16,0 3-16 0,-1-3-16 0,0 2-12016 0</inkml:trace>
  <inkml:trace contextRef="#ctx0" brushRef="#br0" timeOffset="17431.31">10748 5562 1839 0,'-1'0'160'0,"-1"2"-160"16,1-2 0-16,1 0 0 0,-1 1 496 0,0 0 64 0,-1-1 16 0,0 2 0 15,-2 3 256-15,-1-1 64 16,2 0 16-16,-2 1 0 0,1 0-80 0,0 1 0 0,0-1-16 16,0 2 0-16,0 0-160 0,1 0-16 15,-1 0-16-15,0 0 0 0,2 1-224 0,-3 2-32 16,1 1-16-16,-1-1 0 0,0 1 32 0,-1 1 16 15,1 0 0-15,-1-1 0 0,0 1-160 0,0 0-48 16,0 2 0-16,-1-1 0 0,1 3 160 0,-2-2 32 16,1 3 0-16,-1-3 0 0,1 1-96 0,0 1-16 0,-1-2 0 15,2-1 0-15,-1 0-112 0,1-1-32 16,-2 2 0-16,1-2 0 0,1 0 16 0,1-2 0 16,-1 2 0-16,0-1 0 0,1 0-144 0,0-2 160 0,1 2-160 15,-1-4 160-15,1 3-160 0,-1-1 0 0,0 0 0 0,0 1 0 16,0 0 0-16,-1 0 0 0,1 1 0 0,-1-2 0 15,2 2 0-15,-2-2 0 0,1 2 0 16,0-2 0-16,1 1 0 0,1-2-192 0,0-1 64 0,0 0-8384 16</inkml:trace>
  <inkml:trace contextRef="#ctx0" brushRef="#br0" timeOffset="19368.66">10821 5426 2975 0,'1'-2'256'15,"-1"0"-256"1,0 0 0-1,0 1 0-15,0 1 0 0,0 0 0 16,1-2 0-16,-1-1 0 0,0-1 0 0,0-1 0 0,0 0 0 0,-1 1 0 0,1-1 0 0,-1 0 0 0,1 3 704 0,-1-1 96 31,1 1 32-31,-1 0 16 0,1 1 64 0,-1-1 16 0,1 2 0 0,0-1 16 16,0 1-304-16,0 0-64 0,1 0-16 0,-1 0 16 0,0 1-176 0,0-1-32 16,1 0-16-16,-1 0 32 15,0 0 80-15,0 2 32 0,0-2 0 0,0 1 16 0,1 1-128 0,-1 0-32 16,1-1 0-16,-1 1 32 0,0 0-144 0,0 0-32 0,0-1 0 0,0 3 32 15,0-3-48-15,-1 3-16 0,1-3 0 16,0 2 16 0,0 0 0-16,-1-1 0 0,1-1 0 0,0 1 16 15,0-1 48-15,0 0 0 0,-1 1 0 0,1-2 16 16,1 1-64-16,-1 1-16 0,1-2 0 0,0 2 16 16,0-1-208-16,-1 1 0 0,1 0 0 0,-1-1 128 15,1 0-128-15,0 1 0 0,-1-1 0 0,0 1 0 0,0-1 128 16,1 1-128-16,-1 0 0 0,0-1 0 15,0 0 208-15,0 1-64 0,1-2-16 0,-1 1 0 16,0-1 0-16,0 2 0 0,1-2 0 0,-1 0 0 16,1 0-128-16,0 2 0 0,0-2 0 0,-1 0 128 0,1 0-128 0,0 1 128 15,-1-1-128-15,1 2 128 0,-1-2-128 0,1 0 0 16,-1 2 144-16,1-2-144 0,-1 2 176 0,1-1-48 16,-1 3 0-16,1-3 0 0,-1 1-128 0,1 0 160 15,-1-1-160-15,1 0 160 0,-1 1-160 0,0-1 192 16,0 1-192-16,0 0 192 0,0-1-64 0,1 1 0 0,-1 0 0 0,1 0 0 15,-1 1 32-15,1 0 0 0,0 1 0 0,0-2 0 16,0 3-16-16,1-2 0 0,-1 1 0 0,0-1 0 16,0 2-16-16,0-1-128 0,0-1 192 0,-1 2-64 15,1-1-128-15,1 0 0 0,-1 1 0 0,1 0 128 16,0-2-128-16,-1 2 0 0,0-1 0 16,1 0 0-16,-1 0 0 0,0 1 0 0,1-1 0 0,0 1 0 15,0 1 0-15,0 0 0 16,0 0 0-16,-1-1 0 0,1 2 0 0,0-2 0 0,1 2 0 0,-1 0 0 0,-1 0 0 0,1 1 0 15,-1-2 0 1,0 2 128-16,1-2-128 0,0 3 0 0,0-1 0 0,-1 2 0 16,1-2 0-16,0 1 0 0,-1 0 0 0,0 0 0 0,1 1 0 15,0-1 0-15,0 1 0 0,0-1 0 0,0 1 256 16,0-3-48-16,-1 2 0 0,1-1 0 0,0 1 112 16,0-2 32-16,1 3 0 0,-1-3 0 0,-1 2-208 0,1 1-144 15,0-3 192-15,0 2-192 0,0-2 224 0,0 0-64 0,0 1-16 16,-1-1 0-16,1 2 0 0,0-2 0 0,0 0 0 15,0 1 0-15,0 1-144 0,0-2 0 16,-1 0 144-16,1 0-144 0,0 1 128 0,0-1-128 0,1 2 128 16,0-2-128-16,-1 2 128 0,1 0-128 0,-1-1 160 0,1-1-160 15,-1 3 160-15,-1-3-160 0,1 0 160 0,1 1-160 16,-1 0 176-16,0 2-176 0,1 0 192 0,-2 0-192 16,1 1 160-1,0-2-160-15,1 1 128 0,-1-2-128 0,1 1 128 0,-2 0-128 16,2-1 0-16,0 0 128 0,0 0-128 0,0-1 0 15,0 2 0-15,1-3 128 0,0 2-128 0,-2 0 0 16,1-1 0-16,0 1 128 0,0 0-128 0,0-1 160 16,-1 1-160-16,1-1 160 0,0 1-32 0,-1 0 0 0,-1-3 0 15,1 3 0-15,-1 0 16 0,1 2 0 0,0-3 0 16,0 2 0-16,0-1 768 0,0 1 160 16,0-2 16-16,0 3 16 15,1-1-1680-15,-1-2-320 0,1 4-80 0,0-4-16 0,-2 1 816 0,2 0 176 0,0-1 0 16,0 1 0-16,0-1 0 0,1 1 0 0,0 2 128 0,0-2-128 0,-1 3 128 15,-3-11 0-15,0 0-128 0,11 28 192 16,-7-18-192-16,0 1 176 0,0 2-176 16,-1-1 160-16,0 1-160 0,0-1 128 0,0 0-128 15,-1 0 128-15,1 0-128 0,-3-12 192 0,0 0-192 0,9 33 192 16,-6-23-192-16,0-1 128 0,0 1-128 0,-1-1 128 16,-1 0 16-16,2 1 0 0,0 0 0 0,0-1 0 15,-3-9-144-15,0 0 192 0,8 31-192 0,-6-21 192 16,1 1-16-16,0-1 0 0,-2-1 0 0,1 2 0 15,0 0-48-15,1 1 0 0,-1-1 0 0,1 1 0 0,-1 0 0 0,0-3 0 16,1 1 0-16,-1 2 0 16,-2-12-128-16,0 0 128 0,9 33-128 0,-9-33 128 15,0 0-128-15,10 29 0 0,-10-29 144 0,0 0-144 0,11 28 128 0,-11-28-128 16,0 0 160-16,12 28-160 0,-10-17 192 0,-2-11-48 16,0 0-16-16,11 32 0 0,-7-22 0 0,-1 1-128 15,1 0 192-15,-2 0-64 0,1-2-128 0,1 3 192 16,-1 0-192-16,0-2 192 0,-1 3-192 0,0-3 0 15,1 0 0-15,-1-1 128 0,0-2-128 0,0 3 0 0,-1-1 0 16,0 0 0-16,1 0 0 0,0 0 0 0,1-2 128 0,-1 2-128 16,0-2 0-16,-1-1 0 15,1 0 0-15,0 1 0 0,0 0 0 0,-1 0 0 16,2 3 0-16,-1-3 0 0,1 2 0 0,0 1 0 0,-1-3 0 16,0 2 0-16,0 1 0 0,1 0 0 0,1 1 0 0,-1-1 0 15,-1-1 0-15,0-1 0 16,1 3 0-16,-1-2 0 0,1-1 0 0,-1-1 0 0,0 2 0 15,1 1 0-15,0 2 0 0,0-3 0 0,0 0 128 0,-2 0-128 16,2 0 0-16,-1-1 0 0,0 2 0 0,0-3 0 0,-1 0 304 0,1 3-32 16,-1 0 0-16,1 1 0 0,0-2-64 15,0 1-16-15,-1 0 0 0,0-1 0 16,0 1-64-16,-1-1-128 0,1-1 176 0,0-1-176 0,-1 0 0 16,1-3 0-16,-1 1 0 0,0-3-17760 15</inkml:trace>
  <inkml:trace contextRef="#ctx0" brushRef="#br0" timeOffset="21335.5">11453 7631 1839 0,'-1'0'160'0,"1"-2"-160"15,0 2 0-15,0 0 0 0,0 0 592 0,-1 0 96 0,1 0 16 0,-1-2 0 16,0 1-192-16,0 1-16 0,1 0-16 0,-1-2 0 15,1 2-288-15,-1 0-48 16,0 0-16-16,1 0 0 0,-1 0 128 0,0 0 0 16,1 0 16-16,-1 0 0 0,1 0 160 0,-1 0 16 0,1 0 16 0,-1 0 0 15,1 0 80-15,0 0 16 0,0 0 0 0,0 0 0 16,1 0 16-16,0-2 0 0,-1 2 0 0,1-2 0 16,1 2-16-16,-1-2 0 0,1 1 0 0,0-1 0 15,-1 0-48-15,1 1-16 0,0-1 0 0,0 0 0 16,1-1-144-16,0 1-32 0,1-3 0 0,-1 3 0 15,2-1 16-15,0-2 0 0,-1 1 0 0,2-1 0 0,-2 1 16 0,2-1 0 16,0-2 0-16,2 2 0 0,-2-2-160 0,2 2-48 16,-1-4 0-16,1 4 0 15,0-5-144-15,1 1 0 0,0 0 144 0,2-1-144 0,-1 0 208 16,-1-1-16-16,1 3-16 0,0-1 0 0,-1-1 64 16,1 1 16-16,-2 2 0 0,2-1 0 0,-1 2-48 0,0-2 0 15,1 1 0-15,-1-1 0 0,1 2 0 0,-1-1 0 16,2-2 0-16,-1 1 0 0,0-1-48 0,0-1-16 15,0 1 0-15,1-2 0 0,-1 1-16 0,-1-1-128 16,2-1 192-16,-1 1-64 0,1 0 16 0,-1 1 0 0,1-2 0 0,-1 1 0 16,0 1-144-16,0-2 0 15,1 2 0-15,-2-1 128 0,0 2-128 0,0 0 0 16,3-2 0-16,-2 0 128 0,1 1-128 0,1-2 0 0,-1 1 0 16,0 1 0-16,-1 0 144 0,1 1 0 0,0 0 0 0,0 0 0 15,0 0 0-15,0-2 0 0,1 1 0 16,0 1 0-16,0-2 0 0,1 0 0 0,0-1 0 0,0 1 0 15,0-1-144-15,0-2 192 0,-1 0-192 16,1 1 192-16,-1-1-192 0,0 0 192 0,0 4-192 0,-1-3 192 16,1 1-192-16,0 0 0 0,2-2 0 0,-1 1 128 0,-1 0-128 15,1 0 160-15,1-1-160 0,0-1 160 0,0 0-32 16,0 1 0-16,0 0 0 0,0 1 0 16,-1 0-128-16,0 1 0 0,1 0 144 0,-1 0-144 15,1 0 0-15,-1 0 0 0,2 1 0 0,-1-2 128 16,0 1-128-16,0 0 0 0,1-2 0 0,-1 1 128 15,-1 0-128-15,0 0 144 0,-1 2-144 0,-1-1 160 16,0 3-32-16,0 0-128 0,-3 1 192 0,0 1-64 16,0 0-128-16,-1 1 128 0,0 0-128 0,-2 2 128 0,0 1-128 15,-1-1 0-15,0 1 0 0,-1 3 128 16,0-2-128-16,-2 3 0 0</inkml:trace>
  <inkml:trace contextRef="#ctx0" brushRef="#br0" timeOffset="27267.02">12764 6506 3679 0,'-6'-4'320'0,"4"2"-320"0,-1 0 0 0,1 0 0 0,1 2 0 0,0-2 0 16,0 1 0-16,0 1 0 0,-1-2 0 0,0-1 0 0,-1 0 0 0,0 0 0 16,-1 0 0-16,3 1 0 0,-2 1 384 0,1-2 64 15,0 0 16-15,0 0 0 16,1-1 496-16,-1 1 80 0,1 1 32 0,1 0 16 0,-2 1 128 15,1-1 16-15,0-1 16 0,-1 1 16 0,0 1-112 0,0 0 0 16,0-1-16-16,0 0 0 16,0 1-304-16,-1 1-64 0,0-2-16 0,0 1 16 0,2 1-272 15,-1 1-48-15,1 1-16 0,-1-2 16 0,1 1-80 0,0 1-16 0,1 0 0 0,-1-1 0 16,1 0-96-16,0 1-32 16,1 1 0-16,-1-1 16 0,2 1-64 0,-1-2-16 15,0 0 0-15,1 1 0 0,0-2-32 0,-1 0-128 16,4 1 192-16,-2-2-48 0,-1 1 240 0,1-2 32 15,0 2 16-15,1-2 16 0,0 0 128 0,-2 1 48 0,2-1 0 0,0 2 0 16,-1 0-208-16,-1 0-32 0,2 0-16 0,-1 0 16 16,-1 2-192-16,0 1-48 0,0-1 0 0,1 0 0 15,0 3-144-15,-1-2 0 0,1 1 0 0,0 1 0 16,0-3 0-16,1 1 0 0,-2-1 0 0,2 0 0 16,1-2 0-16,-1 0 0 0,-1 0 0 0,2 0 0 15,-1-2 0-15,0 2 0 16,1-2 0-16,-1 0 0 0,-1 1 128 0,1 0-128 0,1 0 192 15,-2 1-64-15,2-2 48 0,-1 1 0 16,0 1 0-16,0 1 0 0,0 1-176 0,-1-2 192 16,2 2-192-16,0-1 192 0,-1 2-192 0,1-2 0 0,0 1 0 0,-1 1 0 15,2-3 0-15,-1 0 128 0,1 2-128 0,0-2 128 0,0 0 0 16,0-2-128-16,-1 2 192 0,1-2-64 16,-1 1 0-16,2-1 0 0,-2 0 0 0,1 2 0 15,-1-3 128-15,1 1 0 0,0 0 16 0,-1 1 0 0,0 1-48 16,-1 0-16-16,2-2 0 0,-1 2 0 0,0 0-208 15,1 0 128-15,-1 0-128 0,1 0 0 0,-1 2 0 0,1-2 0 16,1 0 0-16,-1 1 0 16,1 1 0-16,1-2 0 0,0 0 0 0,0-2 0 0,0 1 0 0,0-1 0 15,2 1 0-15,-1 0 0 0,-1-1 0 16,1 0 0-16,-1 1 0 0,1-1 0 0,0-1 0 16,1 1 0-16,-1 1 0 0,-1 0 0 0,1 1 128 15,-1 0-128-15,0-2 0 0,1 2 144 16,-1 0-144-16,1-1 0 0,1 1 0 0,-2 0 128 15,1 0-128-15,0 0 0 0,-1-2 0 0,1 2 0 0,0-2 0 16,0 1 0-16,1-1 0 0,0 0 0 0,0 0 0 0,-1 0 0 16,0 1 0-16,1-3 0 0,0 1 0 0,1 1 128 15,-2-3-128-15,0 2 0 0,0 0 192 0,0 0-64 16,0 0 0-16,-1 0 0 0,1 1-128 0,0 1 0 16,-1 0 144-16,1 1-144 0,-1 0 0 0,0 0 0 15,-1 1 0-15,1 0 0 0,1 1 0 0,-1 1 0 16,0-1 0-16,0 1 0 0,0-1 0 0,0 1 0 15,-8-3 0-15,0 0 0 0,0 0 0 0,38 11 0 0,-38-11 0 0,0 0 128 16,32 5-128-16,-22-5 0 0,1 1 0 16,0-1 0-16,0 0 0 0,-1 0 0 0,1 2 0 0,-1-2 128 15,-1 0-128-15,1 0 0 0,0 0 128 0,0 0-128 16,0 0 144-16,1 0-144 0,-1 0 192 0,0 0-192 16,1 0 208-16,1-2-64 0,-1 2-16 0,1-1 0 15,0 1-128-15,0 0 0 0,-1 0 144 0,0 0-144 16,0 0 0-16,-1 0 0 0,1 1 0 0,-1-1 128 15,0 2-128-15,0-2 0 0,-1 2 0 0,0-2 128 0,0 1-128 16,0 0 0-16,-1-1 128 0,2 2-128 16,-3-2 0-16,1 0 144 0,2 0-144 0,-2 0 0 15,0 0 192-15,1 0-192 0,-2-2 192 0,1 2-192 0,-1-1 192 16,0 0-192-16,1 1 192 0,-2 0-192 0,2-2 192 16,-1 2-192-16,0 0 192 0,-1 0-192 0,2-2 160 0,-2 2-160 15,2 0 128-15,-2 0-128 0,1 0 0 0,-1 0 128 16,1 0-128-16,0 0 0 0,-1 0 0 0,0 0 128 15,0 0-128-15,1 0 0 0,-1 2 0 0,0-2 0 16,0 0 128-16,0 0-128 0,0 0 0 0,-1 0 0 0,2 2 0 0,-2-2 0 16,2 1 0-16,-2 0 0 0,1-1 0 0,-1 2 0 15,0-1 0-15,0 1 0 0,-1 0 128 0,1-2-128 16,1 1 0-16,-2 1 0 0,1-2 0 0,-1 1 0 16,0 0 0-16,0-1 0 0,0 0 0 0,-1 2 0 15,1-2 0-15,-2 0 0 0,1 0 0 0,-2 1-11792 31,0-1-2352-31</inkml:trace>
  <inkml:trace contextRef="#ctx0" brushRef="#br0" timeOffset="29920.43">14342 6446 1839 0,'0'-2'160'0,"0"2"-160"0,0 0 0 16,0 0 0-16,0 0 640 0,-1 0 80 0,1-2 32 0,-1 1 0 16,0 1 128-16,-1 0 16 15,1 0 16-15,-1 1 0 0,1 1-224 0,0 1-48 0,0-2-16 0,1 2 0 16,-1-1-432-16,1 0-192 15,-1 1 160-15,1-1-160 0,0 0 0 0,0 1 128 16,0-3-128-16,0 2 0 0,1-1 0 0,0 1 0 0,0-2 0 16,0 0 0-16,1 2 0 0,-1-2 0 15,1 1 0-15,0 0 0 0,0 1 400 0,-2-1-16 0,2 2 0 0,0 1 0 16,0 0 32-16,0 1 0 0,0 0 0 0,0 2 0 16,-1-2-192-16,1-1-32 0,0 4-16 0,-1-1 0 0,2-2 48 0,-1 2 16 15,0 2 0-15,0-1 0 16,0-2-112-16,0 0 0 0,1 2-128 15,-1 0 192-15,0-1-192 0,1 0 0 0,0-2 0 16,0 2 0-16,1 2 0 0,-2-2 0 0,2-1 0 0,0 0 0 16,-1 1 0-16,1 0 128 0,0 1-128 0,0-2 0 15,0 3 128-15,0 0 0 0,1-2-128 0,-2 2 192 16,0-2 192-16,1 2 48 0,-1 1 0 0,0 2 0 16,1-2-144-16,-1 1-32 0,0-1 0 0,0 1 0 15,0 1-48-15,1 0-16 0,-1 0 0 0,0 1 0 16,1-1-64-16,-1 1 0 0,0-1-128 0,1 1 192 0,0 0-64 0,-1-1 0 15,0 0-128-15,2-3 192 16,-1 1 0-16,0 1-16 0,0 0 0 0,0 0 0 0,0 1-16 0,1-2 0 16,0 1 0-16,-1-2 0 0,0 3-160 0,1 0 0 15,-2 0 0-15,2 2 0 0,-1-2 0 0,-1 2 128 16,1-2-128-16,-1 0 0 0,0 1 0 0,-1 0 0 16,2 1 0-16,0 0 0 0,0-2 0 0,-1 2 0 15,1-1 0-15,1 1 0 0,-2-3 0 0,1 1 0 16,0 0 0-16,-1-2 0 0,2 2 0 0,-1-2 128 15,0 1-128-15,-1-1 0 0,1 1 128 0,0 1-128 16,0 0 128-16,0 1-128 0,0-2 160 0,-1 1-160 0,0-2 192 16,1 1-192-16,0 1 144 0,0-1-144 15,0-1 0-15,0 2 144 0,-1 0-144 0,1 0 0 0,1 0 0 0,-2 0 0 16,2-1 0-16,-1-1 0 0,0 1 0 16,0-1 0-16,1 3 0 0,-1-2 128 0,1 1-128 0,-1-2 0 15,0 1 176-15,0-2-48 16,0 2-128-16,-1 0 192 0,0-2-192 0,0 1 144 0,1-1-144 0,-1-1 128 15,0 1-128-15,0-2 0 0,0 1 0 0,-1 0 0 16,1 0 0-16,0-3 0 0,0 4 0 0,1-2 0 0,-2 0 0 16,0 1 0-16,1 0 0 0,-1 1 0 15,1-1 0-15,-1-1 0 0,0 3 0 0,0-3 0 0,1 2 0 0,0-1 0 16,0 1 0-16,-1 1 0 16,1-1 0-16,-1 1 0 0,1-1 0 0,0-2 0 0,-2 1 0 0,1-1 0 15,1 2 0-15,-1-2 0 16,0 0 0-16,0-2 0 0,-1 2 128 0,0-2-128 15,1 2 0-15,0-3 0 0,0 4 0 0,1-4 0 16,-1 4 0-16,0-2 0 0,1 2 0 0,-1-3 0 0,1 2 320 16,0 0 0-16,-2 2-16 0,2-2 0 0,0 0 48 15,0 1 16-15,0-1 0 0,-1 1 0 0,1 0-224 0,0-1-144 16,-1-1 192-16,0 0-192 0,-1-1 0 0,1 1 0 16,0-2 0-16,0 3 0 0,0-3 0 0,-1 1 0 0,1 1 0 0,-1 0 0 15,0-1 0-15,1 0 0 16,-1 2 0-16,1-1 0 0,-1 2 0 0,1-3 0 0,-1 2 0 0,1-1 0 15,-1 0 0-15,0-2 0 0,0 1 0 0,0-3-7552 16,0 1-1584 0</inkml:trace>
  <inkml:trace contextRef="#ctx0" brushRef="#br0" timeOffset="32420.28">14937 8144 3903 0,'-1'2'0'0,"0"-2"0"15,1 0 0 1,0 1 0-16,0-1 0 0,0 0 0 0,0 1 0 0,-1-1 0 0,1 2 0 0,-1-2 0 31,1 1 0-31,-1-1 0 0,1 2 0 0,0-2 0 0,0 0 0 0,0 0 0 0,-1 0 0 0,0-2 0 16,1 4 464-16,0-2 80 0,-1 0 16 0,0 0 0 15,0 2 96-15,0-1 32 0,0 1 0 0,0-2 32 16,0 2-128-16,1-2-16 0,0 0-16 0,0 0 0 16,0 0 64-16,0-2 16 0,0 2 0 0,1 0 32 15,-1-2 32-15,0 2 16 0,0 0 0 0,0-1 0 0,0 1-80 0,1 0 0 16,-1 0-16-16,0 1 0 0,1 1-32 0,0 0 0 15,1-2 0-15,-1 2 48 0,-1 1-112 0,2-3-16 16,0 2 0-16,1 1 0 0,-1-1-48 0,1-2-16 16,-1 1 0-16,1 0 48 0,0-1-112 0,0 0 0 15,0-1-16-15,1 1 0 0,-1-1 48 0,1 1 16 16,-1 0 0-16,1 0 32 0,0 0-128 16,0 0-16-16,1-2-16 0,0 2 0 0,-1 0-144 15,1 2-32-15,0-2 0 0,0 0 48 0,1 0-48 16,-2 0-128-16,3 1 192 0,-2-1-64 0,1 0 64 15,0 0 0-15,-1 0 0 0,1 1 0 0,-2-1 112 0,1 2 16 16,1-2 16-16,0 1 0 0,0 1-32 0,-2-2-16 0,2 0 0 0,-2 0 0 16,2 0-48-16,0 0-16 15,1 0 0-15,-1-2 0 0,3 1 32 0,-2-1 0 16,2 1 0-16,-2-2 0 0,0 0 32 0,2 1 16 0,-1-1 0 16,-1 1 0-16,3 2-48 0,-3-2-16 0,1 0 0 15,-1 1 0-15,0 1-48 0,1-2-16 0,0 2 0 16,1 0 0-16,-3 0-176 0,1 0 192 0,1 0-192 15,0 0 192-15,0 0-192 0,0 0 0 0,-1 0 0 16,2 0 0-16,-1 0 0 0,0 0 0 0,-1 0 128 0,0 0-128 16,1-2 0-16,-1 2 0 0,1-1 0 0,0 1 0 0,-1-2 0 15,2 2 0-15,-1-2 0 0,0 2 0 16,1 0 0-16,-1-2 0 0,1 2 0 0,0 0 128 16,-1 0-128-16,0 0 0 0,1 2 0 0,-2-1 128 15,2 0-128-15,-1 1 160 0,-1-1-160 0,2 1 160 16,-1 0-160-16,0 1 192 0,1-1-192 0,-1-2 192 0,0 2-192 0,0-2 0 15,0 1 0-15,0 1 0 0,1-2 0 16,-2 0 0-16,2 0 128 0,-2 0-128 16,0-2 0-16,1 1 0 0,1 1 0 0,0-2 0 0,0 2 128 0,0-2-128 15,0-1 128-15,1 1-128 0,0-1 240 0,-1 1-48 16,-1 1 0-16,2 0 0 16,-1-1-64-16,1 0 0 0,0 1-128 0,1 1 192 0,0-3-192 0,-1 3 0 15,0 0 128-15,0-2-128 0,0 2 0 0,0 0 0 16,0 0 0-16,-1 0 0 0,1 2 0 0,-1-2 0 15,0 0 0-15,0 0 0 0,0 1 0 0,0-1 0 16,0 0 0-16,0-1 0 0,0 1 0 0,-1-2 0 16,0 2 0-16,0 0 0 0,-1-1 0 0,1 0 0 15,0-1 0-15,0 2 0 0,0-3 0 0,0 3 128 16,1 0-128-16,-1-2 0 0,0 2 0 0,1 0 0 16,-1 0 0-16,0 0 0 0,0 0 0 0,0 0 0 15,0 0 0-15,1 0 0 0,-1 0 0 0,0 0 0 16,-2 0 0-16,1 0 0 0,0 0 0 0,1 0 0 0,1 0 0 15,-2 0 0-15,1 0 0 0,1 0 0 0,-1 0 0 16,0 0 0-16,1 0 0 0,-2 0 0 0,3 0 0 16,-2 0 0-16,0 0 0 0,1-2 0 0,-1 2 0 0,0 0 0 15,0 2 0-15,-2-2 0 0,2 0 0 0,-1 2 0 16,-1-2 0-16,3 3 0 0,-3-3 0 0,1 2 0 16,-1-1 0-16,0-1 0 0,-1 1 0 0,1-1 0 15,0 0 0-15,0 0 0 0,0 0 0 0,-1 2 0 16,0-2 0-16,-1 0 0 0,1 1 0 0,-2 1 0 0,0 1 0 15,-1-1 0-15,0-1 0 0,-1 2-16992 16</inkml:trace>
  <inkml:trace contextRef="#ctx0" brushRef="#br0" timeOffset="35454.44">16350 8176 1839 0,'1'-21'160'0,"-2"19"-160"15,1 14 0-15,0-4 0 0,0-5 320 0,0-2 48 16,-1 1 0-16,0-2 0 0,1-2 64 0,-1 1 16 0,1-1 0 0,-1 1 0 16,1 0 64-16,0-1 32 0,0-1 0 0,0 1 0 15,0 0 32-15,0 1 0 16,0-1 0-16,0 0 0 0,0 2-64 0,0 0-16 15,0 0 0-15,0 2 0 0,0-2 240 0,0 0 48 16,0 2 16-16,0 1 0 0,0-1-64 0,1 3-16 0,-1-3 0 0,1 3 0 0,0 0-80 0,0-1-32 31,1 2 0-31,0-1 0 0,1 1-32 0,-1-1 0 16,0-1 0-16,1 2 0 0,1 0-224 0,-1-1-48 0,0 2-16 0,0-1 0 16,0 0-80-16,1-1-16 0,-2 2 0 0,2 1 0 15,0 1 0-15,0 2 0 0,0-1 0 0,0 2 0 16,-1 0-48-16,0 0-16 0,0-1 0 0,2 1 0 0,-2-2 0 15,-1 1-128-15,0 1 192 16,1-2-64-16,0-1-128 0,0 1 0 0,-1-1 0 0,1 2 128 16,0 0-128-16,1 1 0 0,-1-1 0 0,0-3 128 0,0 1 0 15,1-2 0-15,-2 2 0 0,1-1 0 16,2-1-128-16,-2 2 192 0,1 1-192 0,0-1 192 16,1-1-192-16,-2 2 0 0,0-1 0 0,1 2 128 15,0-2-128-15,-3 3 0 0,3 0 0 0,0 0 0 16,0-1 0-16,-2 0 0 0,2 1 0 0,-1-1 0 0,1 1 0 15,-1-2 0-15,1-1 0 0,0 1 0 16,-1-3 0-16,2 2 192 0,-1-2-192 0,-1 0 192 0,2 1-48 0,-1-2 0 16,-1 2 0-16,1-3 0 0,2 4-144 0,-2-4 160 15,0 3-160-15,1 0 160 0,-2-1-160 0,1 1 0 16,0 1 0-16,0 0 0 0,0 1 0 0,-1 0 128 16,2 1-128-16,-2 1 0 0,1 0 0 0,-1 0 0 0,1-3 128 15,-2 3-128-15,2-2 0 0,1 0 0 16,-2 1 0-16,0-2 0 0,1 1 0 0,0 0 0 15,-2-1 0-15,2 1 0 0,-1 0 0 0,1-1 0 16,-2-2 176-16,2 2-176 0,-1-2 320 0,0 0-48 16,-1 3 0-16,1-3 0 0,1 0-128 0,-1 0-16 15,0-2-128-15,0 0 192 0,0 2-192 0,0-2 176 0,-1 2-176 16,0-1 160-16,1 0-160 0,-1 0 0 0,0 2 0 16,0-4 0-16,0 4 0 0,0-2 0 0,0 0 0 0,0 0 0 15,-1 2 0-15,1-4 0 0,0 3 0 16,0 0 0-16,-1 1 0 0,1-2 0 15,0 2 0-15,0-1 0 0,-1 0 0 0,0 0 0 0,1 2 0 0,-1-1 128 16,0-1-128-16,1 0 128 0,0 0-128 0,0-1 128 16,0 0-128-16,0 1 0 0,1 0 0 0,-1 0 128 15,1 3-128-15,0-3 128 0,0 2-128 0,-2-1 128 16,2-1-128-16,0 2 192 0,-1-1-192 0,0 0 192 16,0 2-192-16,-1-3 160 0,1 0-160 0,0 1 160 15,0-2-160-15,0 2 0 0,0-4 144 0,-1 1-144 0,1 1 176 0,0 0-48 16,0-1 0-16,1-1 0 0,-1 2 0 15,1-2 0-15,-2 3 0 0,1-4 0 0,0 1-128 16,0 1 128-16,0 1-128 0,-1-2 128 0,1 3-128 0,-1-3 0 16,-1 2 0-16,2 0 0 0,0 1 0 0,-1-2 128 15,1 0-128-15,0 0 0 0,0-2 0 0,-1 0 0 16,0 0 128-16,0-1-128 0,0 1 848 0,1-1 144 16,0 0 32-16,0 1 0 0,0 0-832 0,0 1-192 15,-1-2 0-15,1 3 0 0,0-2 0 0,0 1 0 16,0-1 0-16,0 1 0 0,-1 0 0 0,1-1 0 15,-1 2 0-15,0 0 0 0,1-3 0 0,-1 3 128 16,0-2-128-16,0 0 0 0,0 0 0 0,1 0 0 16,-1-1 0-16,0 1 0 0,0-1 0 0,-1 0 0 15,1 1 0-15,0 0 0 0,0 1 0 0,0 0 128 16,1-1-128-16,-2-1 0 16,1 1-688-16,-1-1-224 0,1 0-48 0,0 1-16 0,1 2 784 0,-1 1 192 0,1 2 0 0,1-1 0 15,-1 2 0-15,0 1 208 0,0-3-32 0,0 0-16 16,-2 0 64-16,2 0 16 0,-1-1 0 0,1-1 0 15,-1-1-48-15,0 0-16 0,1-1 0 0,-2-1 0 16,1 0-176-16,0-1 0 0,-1 1 0 0,0-4 128 0,0 1-128 0,-1-1 0 16,1-3 0-16,-2 0 0 0,1 1-336 0,-1-1-48 15,0 0-16-15,-1-1-14112 16</inkml:trace>
  <inkml:trace contextRef="#ctx0" brushRef="#br0" timeOffset="38263.01">10780 5458 3567 0,'0'-3'320'0,"0"0"-320"0,0 1 0 0,0 2 0 16,0-2 0-16,0 2 0 0,0-2 320 0,0 1 80 16,1-1 32-16,0-3 32 0,0 3 304 0,0 0 64 0,-1-1 16 15,0 1 48-15,0 1 256 0,0 1 64 0,-1 0 16 16,0 1 32-16,0 1-288 0,0-2-48 0,-1 3-16 0,1-1 48 16,1-1-480-16,0 0-96 15,0 1 0-15,0-2 16 0,0 1-400 0,0 1 0 0,2-2 0 16,-1 0 0-16,0 0 0 0,1 0 0 15,0 0-192-15,0-2 192 0,0 2-176 0,-1-1 176 16,-1 1-160-16,1-2 160 0,1 2-256 0,-1 0 0 0,0 0 0 0,0 0 32 16,0 0 48-16,0 2 16 15,-1-2 0-15,0 3 32 0,0-1 128 0,0 1 0 0,0-1 0 0,-1 5 160 16,0-1 208-16,-1 2 32 0,1 0 16 0,1 1 32 16,0-1 704-16,-1 1 144 0,2 2 32 0,-1-1 16 15,0-2-1024-15,0 0-320 0,1 2 128 16,0 0-128-16,-1-3 0 0,1 2 0 0,0-1 0 0,-1 0 0 15,1 2 0-15,0 0 0 0,-1-1 0 0,1 0 0 32,-1-1-896-32,1 1-128 0,0 0-48 0,-1 1 0 0,0 2 832 0,-1-2 240 15,1 2 0-15,0-1 0 0,1 1 704 0,-1-3 272 0,0 3 48 0,0-2 16 16,1 2-848-16,-1-2-192 0,1 1 0 0,0-1 0 16,0 1-1152-1,0 1-192-15,0 2-48 0,0-2 0 0,-1 2-208 16,1-2-64-16,-1 0 0 0,1 2 0 0,-1-2 0 0,0 2 0 0</inkml:trace>
  <inkml:trace contextRef="#ctx0" brushRef="#br0" timeOffset="38517.03">10805 6126 1839 0,'1'2'160'0,"-1"0"-160"16,-1 1 0-16,1-3 0 0,0 2 320 0,0-1 48 15,0 1 0-15,0 0 0 0,0 0 400 0,0 1 64 0,1 2 32 16,-1-1 0-16,0-2 160 0,1 1 16 0,-1 0 16 0,0 0 0 15,-1-2 176-15,1 1 48 0,0-1 0 0,-1 1 0 16,1 0 704-16,-1-1 128 16,0 3 48-16,1-3 0 0,0 0-1840 0,-1 2-320 0,0 0-176 15,0 1 32-15,0 0 576 0,0 1 112 0,0 0 32 0,0 2 0 16,0 0-288-16,0 0-48 0,1 1-16 0,-1 2 0 16,1 1-224-16,0 1 0 0,1 0 0 15,-2-1 0-15,1 1 0 0,0-3 0 0,0 1 0 16,0 0 0-16,0 0-480 15,0 1 16-15</inkml:trace>
  <inkml:trace contextRef="#ctx0" brushRef="#br0" timeOffset="39170.69">10804 6647 4607 0,'-1'1'400'0,"1"1"-400"0,0-1 0 0,0 0 0 16,0 1 1408-16,0-1 208 0,-1 3 48 16,-1 1 0-16,1 3-384 0,-1 1-80 0,0 2-16 0,1 0 0 15,-1 1-480-15,1 1-80 0,1 0-32 0,0 0 0 16,0 0-160-16,0 0-48 16,0-1 0-16,0 0 0 0,0-2-240 0,0 1-144 15,0 1 160-15,1 0-160 0,-1 0 0 0,0-1 128 16,1 2-128-16,0 1 0 0,1-2 0 0,-1 2 0 15,1 0-144-15,-1 0 144 0,-1 1-192 0,-1 1 192 0,2-2-208 16,-1 1 80 0,-1-1-544-16,0 0-96 0,1 0-32 0,-2-2 0 15,1 2-96-15,0 1-32 0,0-3 0 0,0 0 0 0,0-1 160 16,1-2 48-16,-1 1 0 0,1 2 0 0,1-3 496 0,-1 1 224 0,0-1-192 16,0 2 192-16,0-2-144 0,1 2 144 15,-1-1 0-15,1 1 0 0,-1-1-176 0,0 0 176 0,-1-1-160 0,1 1 160 16,0 1-144-16,-1-1 144 0,1 0-128 0,0 1 128 15,0-1-384-15,0-1 0 0,0 1 0 0,0-3 0 16,0 2-704 0,0 1-144-16,0-1-32 0,1 0 0 0,-1 0 1008 0,0 0 256 0,0 0 0 0,0 2 0 15,0-1 0-15,0 2 0 0,-1-2 0 0,1 1 0 16,-1 1 0-16,1-2 0 0,0-1 0 0,-1 3 0 0,0-3 256 0,0 1 128 16,1 1 16-16,-1-1 16 0,1 0-144 15,0-1-16-15,-1 0-16 0,1 0 16 0,0-1 64 0,0-2 0 16,0 0 16-16,0 0 16 0,1 0-208 15,-1-1-144-15,1-1 192 0,-1-1-192 0,0 2 672 16,1-1 32-16,-1 1 0 0,1 1 0 0,-1 0 224 16,1-1 32-16,-1 2 16 0,0 2 16 0,1 1 144 0,-1 0 16 15,1 2 16-15,0-1 0 0,-1-2-256 0,0 1-48 0,0-3-16 16,0 2 16-16,0 1-96 0,-1-2-32 0,1 0 0 16,0 0 0-16,0 1-224 0,0-2-64 0,0-2 0 15,0 2 16-15,1-2-464 0,-1 2 0 0,-1-3 0 0,0 4 0 16,1-3-176-16,-1 2-80 0,1 0-32 0,0 1 0 15,0 0-688 1,0 2-144-16,1-1-32 0,-1 1-7808 0</inkml:trace>
  <inkml:trace contextRef="#ctx0" brushRef="#br0" timeOffset="39433.07">10793 8134 10127 0,'-1'4'448'0,"0"-1"96"0,1 0-544 0,-1-1 0 0,1-2 0 0,0 2 0 0,0 0 1360 0,0 1 176 16,-1 2 16-16,0 0 16 0,0 4-288 15,0 0-48-15,0-1-16 0,0 2 0 0,1-1-640 0,-1 2-128 16,1-1-16-16,0 1-16 0,0-1-32 0,0 0-16 0,0 2 0 0,0 0 0 16,0 0 64-16,0 1 16 15,-1 0 0-15,1-1 0 0,0 1-208 0,0 0-48 0,0-1 0 0,0 1 0 31,0-1-496-31,1-2-96 0,-1 1-32 0,1-1 0 16,0 0-912-16,0-1-192 16,0-2-48-16,0 3-4496 0,0-3-896 0</inkml:trace>
  <inkml:trace contextRef="#ctx0" brushRef="#br0" timeOffset="39654.24">10778 8679 1727 0,'-1'5'0'0,"1"-3"0"0,0 1 0 0,0-1 144 0,0-2-144 0,-1 3 0 16,0 3 0-16,1 3 0 0,-1 4 576 0,-1-1 64 0,2 0 32 16,-1-2 0-16,0 1 496 0,1-1 112 0,-1 1 0 0,1-1 16 15,-1-1-16-15,1 1-16 16,-1-1 0-16,1 2 0 0,-1 0 32 0,1-2 16 16,0 0 0-16,0-1 0 0,0 1-544 0,0-2-128 0,0 3 0 0,0-5-16 31,-1 4-1088-31,1-2-224 0,0 0-32 0,0 0-16 15,0 0-928-15,0-1-176 0,0 2-32 0,0-2-4096 0</inkml:trace>
  <inkml:trace contextRef="#ctx0" brushRef="#br0" timeOffset="39904.15">10766 9215 911 0,'0'3'0'0,"0"0"0"0,0-2 0 0,0 1 0 16,0-1 1280-16,0 3 160 0,0 1 32 0,0 5 16 15,0 0 304-15,-1 3 48 0,1-3 16 0,-1 1 0 16,1-2-320-16,0-1-48 0,-1 1-16 0,0-1 0 0,1-1-448 0,-1 0-80 16,1 1-32-16,0 0 0 0,-1 1-560 0,1-1-112 15,1-2-32-15,-1 0 0 0,0 3-208 0,1 1 0 0,-1 0 0 16,1 2 0-16,0-1 0 0,-1 1 0 16,0 0 0-16,1 0 0 0,0-1-224 0,-1-1-144 15,0 0-16-15,1-1-16 16,0 0-1008-1,0-3-192-15,0 1-32 0,0 0-6016 0</inkml:trace>
  <inkml:trace contextRef="#ctx0" brushRef="#br0" timeOffset="40366.31">10764 9620 8287 0,'-1'5'368'0,"0"-4"80"0,1 1-448 0,0 0 0 15,0 0 0-15,0-2 0 0,0 3 768 0,-1-1 80 16,1 1 16-16,0 1 0 0,-1 1 128 0,1 0 32 0,0-3 0 16,1 3 0-16,-1 0-224 0,0-1-32 0,1 1-16 15,0 1 0-15,0-2 64 0,0 3 16 16,0-2 0-16,-1 2 0 0,1-1 0 0,-1 0 16 15,1 0 0-15,-1 2 0 0,0-2-272 0,-1 2-48 16,1-1-16-16,-1-1 0 0,0-2-64 0,1 3-32 16,0-1 0-16,-1 0 0 0,1 0-272 0,0-3-144 15,0 2 160-15,0-3-160 16,0-2-288-16,0 0-160 0,1 0-16 0,0-2-16 16,-1 0-1072-16,1 1-224 0,0-1-32 0,0-1-7808 0</inkml:trace>
  <inkml:trace contextRef="#ctx0" brushRef="#br0" timeOffset="40718.21">10787 9754 1839 0,'-1'0'160'0,"1"0"-160"0,0 0 0 0,0 0 0 16,-1 0 1232-16,1 0 224 0,0 0 32 0,-1 0 16 16,1 2 80-16,-1-2 16 0,1 0 0 0,-1 0 0 15,1 1-640-15,1-1-128 0,-1 1-32 0,0-1 0 0,1 2-288 0,0-2-64 16,0 1-16-16,-1 1 0 15,1-2-112-15,0 0 0 0,-1 0-16 0,0 0 0 0,0 0-304 0,0 0 0 16,0-2 0-16,0 1 0 0,0 1 0 16,-1-2 0-16,1 1-144 0,0-2 144 0,-1 2-256 0,1-3 48 15,0 3 0-15,0-1 0 16,0 1-240-16,0 0-32 0,-1-1-16 0,0 2 0 0,0 0 368 0,1 0 128 16,0 0 0-16,0 2-144 0,0-1 144 0,0 0 0 15,0 1-144-15,1-1 144 0,-2 1 368 0,0-2 144 0,1 2 16 0,-1-1 16 16,1 1 704-16,-1 0 144 15,0 0 16-15,1 1 16 0,0-1 128 0,-1 1 32 16,1 1 0-16,0-1 0 0,0 2-608 0,0 1-112 0,-1-1-32 0,1 0 0 16,0-2-368-16,0 1-80 15,0-1 0-15,0-1-16 0,0-1-368 0,0-1 0 16,1-1 0-16,1-3 0 0,-1-1-800 0,1 0-224 16</inkml:trace>
  <inkml:trace contextRef="#ctx0" brushRef="#br0" timeOffset="43308.9">10752 9986 1839 0,'-1'-5'160'0,"0"2"-160"0,0 0 0 0,0 0 0 16,1 3 1152-16,-1-3 192 0,1 1 32 0,-1-1 16 0,-1-1 192 0,1-1 32 15,-1-2 16-15,1-1 0 0,0 2-480 0,1-1-80 16,0 4-32-16,0-2 0 16,0 0-80-16,0 3-32 0,1 0 0 0,0 2 0 15,0-2-16-15,-1 2 0 0,1 2 0 0,0 0 0 0,-1 1 128 0,0 4 32 16,-1-3 0-16,1 4 0 0,-1 1-304 0,0 0-48 16,-1-1-16-16,1 1 0 0,0 0-320 0,-2 1-80 15,1-3-16-15,-1 2 0 0,1 0-96 0,0-1-32 16,-1 0 0-16,1 2 0 0,-1 1 32 0,1-1 16 15,0 1 0-15,0 3 0 0,-1-1 112 0,1 1 0 16,0 0 16-16,2-3 0 0,0 1-32 0,0 0-16 0,2-3 0 16,0 1 0-16,1-2-288 0,-1 0 160 0,1-2-160 15,1-4 128-15,1 0-128 0,-2-2 0 16,2-1 0-16,0-2 0 0,-1-3 0 0,2 0-144 16,-1-2 144-16,1-1 0 0,0-2-256 0,1 1 48 0,0-1 16 15,1-2 0-15,-1-1 352 0,0 0 80 0,0 0 16 16,0 0 0-1,-2 2-1344-15,0 0-256 0,-1 2-48 0,-1-1-16 0,0 1 1040 0,-1 2 208 16,0-1 160-16,-1 2-208 0,0 2 208 0,-1-2 0 0,0 0 0 16,0 2 0-16,0 0 128 0,0 1 32 0,-1-1 0 0,0 2 0 15,0 1 1184-15,0 0 256 0,1-1 32 0,-1 1 16 16,0 0-1648 0,1 1-512-16,-1 2-16 0,1-1 0 0,-1 2 784 0,1-2 144 0,-1 2 48 0,0-1 0 15,1 1-224-15,-1 0-32 0,0 0-16 0,0 1 0 0,1 0-16 0,-2 1 0 16,1-2 0-16,0 3 0 0,0 0 32 0,0-3 0 15,0 3 0-15,0 2 0 0,0-2-64 16,0 2-128-16,1 0 192 0,0 0-64 16,-1 0-128-16,0 1 0 0,1 1 144 15,-1 0-144-15,1-2 208 0,0 1-16 0,1 1-16 0,-1 1 0 16,0-1 0-16,1 1 0 0,-1-1 0 0,1 1 0 16,0 0-48-16,1-2-128 0,0-1 192 0,0 1-64 0,1-4-128 0,-2 1 0 15,3 0 144-15,-1-3-144 0,1 0 0 0,-2-1 128 16,1 1-128-16,0-4 0 15,0 1 0-15,0-1 0 0,1 0 0 0,-1-3 128 0,1 1-128 0,-2 1 0 16,0-1 0-16,1 1 0 0,-1 0-1088 0,1 0-144 0,-1 2-32 0,-1-1-15008 31</inkml:trace>
  <inkml:trace contextRef="#ctx0" brushRef="#br0" timeOffset="45545.61">11085 10156 10127 0,'1'0'896'0,"-1"0"-704"31,1-2-192-31,-1 2 0 0,1 0 1536 0,-1 0 256 16,1 0 64-16,1-2 16 0,1-1 192 0,-1 1 48 15,-1-1 0-15,0 1 0 0,0 0-688 0,0 0-128 16,0 1-16-16,-1-1-16 0,0 2-336 0,0-3-64 16,0 3-16-16,-1-2 0 0,1 1-400 0,-1 0-64 15,1-1-32-15,-1-1 0 0,0 1-96 0,1 0-32 16,-2 1 0-16,1-2 0 0,-1 2 0 0,0-2 0 0,-1 1 0 0,1-1 0 16,0 3 80-16,-2-2 16 15,0 2 0-15,0 0 0 0,1 0-32 0,-2 2 0 0,1 1 0 0,0 2 0 16,0-3-64-16,-1 3-16 0,1 0 0 0,-1 1 0 15,1 0-32-15,-1 1-16 0,0 2 0 0,1-1 0 16,-1 1-32-16,1 0 0 0,1 1 0 0,1 2 0 16,-1-1 48-16,1-1 0 0,1 1 0 0,0-1 0 15,1 2-176-15,1-5 160 0,0 0-160 0,0 1 160 16,1-2-16-16,1-1 0 0,-1 0 0 0,2-1 0 0,0-1-16 0,0-1 0 16,3-2 0-16,-1 0 0 0,2 0 16 0,-8 0 0 15,0 0 0-15,0 0 0 0,30-9 0 0,-21 5 0 16,-1-1 0-16,0 2 0 0,-1-2-144 15,-1 0 0-15,0 2 0 0,0 0 0 0,-2-2 0 0,1 4 0 16,-1-1 0-16,0 1-18656 0</inkml:trace>
  <inkml:trace contextRef="#ctx0" brushRef="#br0" timeOffset="52002.71">7945 5360 3967 0,'4'-5'0'0,"-2"3"0"15,-1 2 0-15,-1 0 0 16,0 0 0-16,0 0 0 0,1-2 400 0,-1 1 144 16,2-1 32-16,0 0 0 0,0 0 320 0,-1 1 48 15,0 2 16-15,-1-1 0 0,0 2-256 0,0-2-48 16,0 2-16-16,0-2 32 0,0 2-112 0,0-1-32 0,1 1 0 0,0 0 16 16,0-2 32-16,0 0 16 15,1 0 0-15,1 1 16 0,0-1 32 0,1 0 16 0,0 0 0 16,0 0 32-16,1-1-48 0,0 1 0 0,0 0 0 0,-1 1 16 15,-1 1-128-15,1-2-16 0,1 2-16 0,-1 0 16 16,2 0-96-16,-2-1-16 0,3 2 0 0,-1-1 16 16,1-2-224-16,0 2-64 0,3-2 0 0,-1 0 32 15,-3 0 32-15,2 0 0 0,0-2 0 0,2 2 0 16,2-3-192-16,0 0 0 0,-1 3 128 0,-1-2-128 16,2 1 0-16,0 0 0 0,0 1 0 15,0 0 0-15,-1 1-176 0,0 0 176 0,-11-1-208 0,0 0-10640 16</inkml:trace>
  <inkml:trace contextRef="#ctx0" brushRef="#br0" timeOffset="52353.17">8618 5388 3615 0,'10'0'320'0,"-4"0"-320"15,1-2 0-15,-2 2 0 0,-1 0 0 0,-1-2 0 0,0 2 0 16,3 0 0-16,3-3 0 0,4 1 0 0,2 2 0 0,0-3 0 16,-2 3 0-16,0 0 0 0,-3 0 0 0,0 0 0 15,-1 1 928-15,0 1 144 16,-1-2 16-16,0 2 16 0,-1-1 80 0,1 1 16 16,-1 0 0-16,1 0 32 0,0-1-464 0,-2 1-112 15,3 0-16-15,-2 1 48 0,1-3-464 0,2 0-96 0,1 0 0 16,1-3 16-16,0 1-416 0,0-1-96 15,1-1-16-15,0-1 48 16,0 0-1024-16,0 1-208 0,1-1-32 0,1 0-16 0,0 1 784 16,0-1 144-16,1 2 48 0,0 1 32 0,-1-1 256 0,-1-1 48 15,1 3 16-15,-2 1 32 0,0-2-304 16,-1 2-64-16,0 0-16 0,-1 0 48 0,1 2 592 0,0-2 0 0,1 1 0 16,0-2 0-16,-1 1 0 0</inkml:trace>
  <inkml:trace contextRef="#ctx0" brushRef="#br0" timeOffset="52564.6">9489 5370 11055 0,'9'2'480'0,"-3"-2"112"0,1 0-464 0,-3 0-128 16,-1 0 0-16,-1 0 0 0,1 0 1152 0,3 0 224 0,3 0 32 0,3 0 16 16,1 0-288-16,3 0-64 15,-1 0-16-15,0 0 0 0,-1 0-656 0,-1 0-128 16,-1 1-16-16,1-1-16 0,-13 0 16 0,0 0 16 15,34 4 0-15,-23-2 0 0,-11-2-272 0,0 0 0 16,0 0 0-16,41 10 0 16,-41-10-320-16,0 0-112 0,0 0-16 0,41 9-8800 0</inkml:trace>
  <inkml:trace contextRef="#ctx0" brushRef="#br0" timeOffset="53085.25">10016 5405 6623 0,'10'0'128'0,"-3"0"48"0,-1 0 0 0,-1 0 16 0,-1 0-192 0,-3 0 0 0,3 0 0 0,2 0 0 0,3 2 1504 16,4-2 256-16,4 0 48 0,-2-2 16 0,1 2-656 0,0-3-128 16,0 1-16-16,-1 0-16 15,-2 0-624-15,1-1-128 0,-1 1-32 0,0-1 0 0,0 1-224 0,-1 0 0 0,0-1 0 0,0 3 0 16,-2-2 0-16,1 2 0 0,-2 2 0 0,0-1 0 31,-1 1 0-31,-1 0 0 0,1 0 0 0,-1 1 0 16,1 2 0-16,-1-2 0 0,-1 0 0 0,2 0 0 0,0-1 0 15,1 1 0-15,-1-1 0 0,-1 0 0 0,2-1 0 0,0 1 0 16,0-2 0-16,0 2 0 16,-1-2 0-16,1 0 0 0,0 0 0 0,-1 0-160 0,0 0 160 15,1-2 0-15,-1 2 0 0,-1-2 0 16,1 1 0-16,-2 1 0 0,2-2 0 0,-2 2 0 16,0 0 0-16,0 0 144 0,0-1-16 0,-2 1-128 0,2-1 576 15,0 1 16-15,-1 0 0 0,1 0 0 0,-1 0-256 0,1 0-48 0,-1 1-16 0,0-1 0 16,1 1-272-1,-2-1 0-15,1 2 0 0,0-2 0 0,0 0 128 0,0 0-128 0,-1 0 0 0,1 0 0 0,0 0 208 16,-1 0-16 0,1-2 0-16,0 2 0 0,-1 0 80 15,0-1 16-15,1 0 0 0,-1 1 0 0,1 0 48 16,-2 0 16-16,0 0 0 0,0 0 0 0,1 0-176 0,-1 0-48 16,-1 1 0-16,1-1 0 0,-1 1 0 0,1-1 0 15,0 2 0-15,-1-2 0 0,0 0-128 16,1 0 0-16,0 0 0 0,0 0 0 0,0 0 0 0,1-2 0 15,1 2 0-15,-1-1 0 0,1 0 0 0,0-2 192 16,-2 3-192-16,2-2 192 0,-1 0 240 0,0 1 48 0,0 1 16 16,0-2 0-16,-2 2-16 0,0 2 0 0,-1-2 0 0,0 3 0 15,-2-1-480-15,-1-1 128 0,0 3-128 0,-2-1-12800 16</inkml:trace>
  <inkml:trace contextRef="#ctx0" brushRef="#br0" timeOffset="54365.06">7544 5308 8287 0,'0'-2'736'0,"0"0"-592"0,0 1-144 0,0 1 0 16,0 0 1040-16,0 0 176 0,0 0 48 0,0-2 0 16,0 1 256-16,0-1 48 0,0 2 16 0,-1-1 0 15,1 2-400-15,-1 1-80 0,1-1-16 0,0 4 0 16,-1-1 0-16,1 4 0 0,-1 1 0 0,1 2 0 16,-1 4-304-16,-1-1-64 0,0 3-16 0,0 1 0 15,1 2-144-15,-3 1-48 0,1-2 0 0,-1-2 0 16,2-1-208-16,-1-1-48 0,1-1-16 0,0-5 0 15,1 0-240-15,0-4 128 0,1 0-128 0,-1-3 0 0,2 0 128 16,-1-1-128-16,0 1 0 0,1-4 0 0,1 0 128 0,-1-1-128 16,1-2 0-16,0 0 144 0,-1 1-144 15,1-4 0-15,1-1 0 0,-1 0 128 0,-1 1-128 16,1-3 0-16,0 1 0 0,-1 1 0 16,-1-2 0-16,1 0 0 0,0-1 0 0,-1 0 0 0,1 1 0 15,-1 1 0-15,0-4 0 0,1 0 128 16,-1 0-128-16,1 2 128 0,-1 2-128 0,0 1 128 15,1-3 32-15,0 3 0 0,0 2 0 0,-1 1 0 0,1 2 64 16,0 0 16-16,-1 1 0 0,1 3 0 0,-1 0 128 0,0 2 16 0,0-1 16 0,0 3 0 16,0 0-144-16,0 0-48 15,-1 2 0-15,0 2 0 0,1 0-208 0,-1 1 176 16,0-1-176-16,0 2 160 0,0-1-160 0,0 1 0 16,0 2 0-16,-1-2 128 0,2 3-128 0,-1-1 0 15,0 1 144-15,1 0-144 0,-1 0 128 0,1 0-128 0,0-3 128 0,0 1-128 16,0-1 0-16,0-3 0 15,0 0 0-15,0-2 0 0,1-2 0 0,-1-1 0 0,1-1 0 0,-1-1 0 16,0 0 0-16,0 0 0 0,0-1 0 0,0-1 0 16,0 0 0-16,0-1 0 0,1 0 0 0,0-1 128 15,0 1-128-15,0-4 0 0,1 1 0 0,0-1 0 0,1-1 0 16,-1-2 0-16,0-1 0 16,1 1 0-16,-1-2 0 0,1 0 0 0,-1 0 0 0,1-2 0 15,-1 0 0-15,0 2 0 0,-1 0 0 16,1 0 0-16,0 1 0 0,-1 1 0 0,-1-1 0 0,0 2 0 15,1 0 0-15,-1 3 0 0,0 1 0 0,0 2 0 0,0 0 0 16,0 3 0-16,-1 1 0 0,1 1 0 16,-1 4 0-16,0 2 0 0,-1 1 0 0,0 4 0 15,-1 1 0-15,0 1 0 0,1 4 0 0,-1-1 0 16,1 4 0-16,-2-1 0 0,2 0 0 0,1 1 0 16,0-4 0-16,0 0 0 0,2 0 0 0,-1 1-16512 15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10-23T16:37:49.737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6852 3411 1839 0,'-1'1'160'0,"0"0"-160"0,1 0 0 0,0-1 0 0,0 0 432 15,0 2 48-15,-1-2 16 0,0 2 0 0,0 0 528 0,-1 1 128 16,1-1 0-16,0 1 16 0,0-1 48 0,1 0 16 15,0-1 0-15,0 1 0 0,-1 1 48 16,1-1 0-16,1 0 0 0,-1-2 0 0,0 0-384 0,1 0-64 16,-1 0 0-16,1 0-16 15,1-2-208-15,-1-1-32 0,1-2-16 0,1 1 0 16,0-1 16-16,0-2 16 0,2-3 0 0,-1 1 0 16,1-3-208-16,1 0-32 0,0 0-16 0,1-4 0 15,-1 1-48-15,2 0-16 0,1-2 0 0,-1 0 0 16,1 0 128-16,0 1 32 0,-1-1 0 0,-1-1 0 0,0 1-112 15,-1 0 0-15,-2 0-16 0,0 3 0 0,1-3-16 0,-3 0 0 0,2-1 0 16,-1-1 0-16,0 2 0 0,-1-1 0 0,0 3 0 16,0 0 0-16,0 4-48 15,-1-1-16-15,0 3 0 0,0-1 0 0,-1 5 144 0,0-2 16 16,0 1 16-16,-1 2 0 0,0 0-160 0,0 0-48 0,-1 1 0 0,0-2 0 16,1 3-192-16,0-1 176 15,-1-2-176-15,0 2 160 0,1 0-160 0,0-2 0 0,0 0 0 0,0 3 0 16,0-1 0-16,1-2 0 15,-1 2 0-15,0 0 0 0,1 1 128 0,-1 1-128 0,1-1 0 16,0 2 128-16,-1 0 96 0,1 0 16 16,0 2 0-16,0 0 0 0,0 1-48 0,0 1-16 0,0 1 0 0,0 2 0 15,0 3-176-15,0-3 160 0,0 5-160 0,1-1 160 16,0 4-160-16,0 2 0 0,1-1 0 0,0 4 0 0,1 0 0 16,-1-6 0-16,-1-1 0 0,0-2 0 0,0-1 0 15,0-1 0-15,2 4 0 0,1 5 0 16,0 4 0-16,2-1 0 0,0 0 0 0,-1-4 0 0,1-3 0 0,-1-2 0 15,1-4 0-15,-3-2 0 0,2-1 0 16,0-1 0-16,-1-4 0 0,1 1 0 16,0-2 0-16,-1-1 0 0,2 0 0 0,-1-5 0 0,-1 2 0 15,1-4 0-15,0 1 0 0,0 0 0 16,-1-3-240-16,0 2 80 0,0-3 16 0,0 0 0 16,-1 0-880-16,0 1-192 15,0-1-16-15,0-2-16 0,-1 0 32 0,0 1 0 16,-1-1 0-16,0 0 0 0,0 0 144 0,0 2 48 0,0-2 0 0,-1 2 0 15,1 3 64-15,-1 1 32 0,0 1 0 0,0 1 0 0,0 1 544 16,0 2 96-16,0-2 32 0,0 1 0 0,0 1 384 0,0 0 64 16,0 1 32-16,0 0 0 0,-1 0 256 0,1-1 48 15,0 0 16-15,-1 0 0 0,2 2-64 0,-2-3-16 16,1 3 0-16,0-1 0 0,0-1-48 0,-1 1-16 16,1 0 0-16,-1 0 0 0,1 1 80 0,-1-3 16 15,1 3 0-15,-1-1 0 0,1 0 80 0,-1 0 0 16,0 2 16-16,1-3 0 0,-1 3-96 0,1-2-32 0,0 0 0 15,0 2 0-15,0 2 32 0,0 0 0 16,-1-2 0-16,1 1 0 0,-1 1-48 0,1 0 0 16,0 0 0-16,0 0 0 0,-1 1-176 0,1 0-32 0,0 1-16 15,1-1 0-15,-1 1-96 0,1-1 0 0,0 1-128 0,0-1 192 16,0 2-48-16,0-1-16 0,0 3 0 0,0-2 0 16,2 2 96-16,-1 0 16 0,0 3 0 0,1-1 0 15,-1 0 16-15,1 1 0 0,1 2 0 0,-1-2 0 16,0 1-48-16,0-1 0 0,2 2 0 0,-2-1 0 0,0-2-64 15,0-1-16-15,2-1 0 0,-2 0 0 16,2-2-128-16,0 0 0 0,-2-2 0 0,2-1 0 0,0 0 0 16,-1-4 0-16,1-1 0 0,-1 1 0 15,0-3-1040-15,1 1-96 0,-1-2-16 0,0 2-14560 16</inkml:trace>
  <inkml:trace contextRef="#ctx0" brushRef="#br0" timeOffset="285.92">7276 3015 911 0,'0'-3'0'0,"0"1"0"0,0 2 0 0,0-1 0 0,0 1 1152 0,0 0 128 0,0 0 48 0,-1 0 0 16,-1 0 624-16,1 1 128 0,0 1 32 0,0 1 0 15,0 2-704-15,-1-3-128 0,1 5-16 0,-1-2-16 16,2 2 32-16,-1-1 0 15,0 3 0-15,0 2 0 0,0 1-48 0,0 0 0 0,0 0 0 16,0 2 0-16,1 0-464 0,-1 1-80 0,0 1-32 0,0 1 0 16,0 0-352-16,0 0-80 0,1-2-16 0,0-3 0 15,0 0-208-15,0-4 0 0,0-1 0 0,1-2 0 16,0-1 0-16,1-3 0 0,0-1 0 0,0-3 0 31,0 0-880-31,0-4-64 0,1-2-16 0,1-1-11312 0</inkml:trace>
  <inkml:trace contextRef="#ctx0" brushRef="#br0" timeOffset="512.79">7266 3018 7711 0,'-1'-2'160'0,"0"1"32"0,1-1 16 0,0 1 32 0,1 1-240 16,-1 0 0-16,-1-2 0 0,1 1 0 0,0-2 2112 16,0 0 384-16,0 3 80 0,0-2 16 0,1 2-752 0,1 2-160 15,0 1-16-15,0-1-16 0,1 2-560 16,-1 4-128-16,1-3 0 0,1 4-16 0,0-2-352 0,-1 2-64 15,2 1-16-15,1 2 0 0,-2 1-224 16,0 0-48-16,1-1-16 0,-1 0 0 0,1 0-224 0,-1 0 0 0,-1-3 0 0,1 0 0 16,0-1 0-16,-2-2 0 15,2 0-160-15,-1-2 160 16,0-1-1152-16,0-1-128 0,-1-2-48 0,0 0 0 16,1-2-1360-16,-1 1-256 0</inkml:trace>
  <inkml:trace contextRef="#ctx0" brushRef="#br0" timeOffset="734.01">7249 3181 1839 0,'-3'0'160'0,"1"-2"-160"0,0 1 0 0,1 1 0 16,0 0 1488-16,1 0 272 0,0 0 48 0,-1 0 16 16,1 0 736-16,1 0 160 0,1 0 32 0,0 0 0 15,1 0-416-15,1 1-80 0,-1 1-16 0,1-2 0 16,1 0-896-16,0-3-176 0,0 1-32 15,1 0-16-15,0 0-656 0,0-3-128 0,0 2-16 0,-1-1-16 16,0-1-304-16,0 0 0 0,-1-1-176 0,0 1-9104 16,1 0-1840-16</inkml:trace>
  <inkml:trace contextRef="#ctx0" brushRef="#br0" timeOffset="1060.88">7374 2852 911 0,'0'-7'0'0,"0"4"0"15,0 1 0-15,0-1 0 0,0 3 992 0,-1-2 112 16,1 2 32-16,-1-2 0 0,1 1 832 0,-1 1 160 15,-1 0 48-15,0 3 0 0,1 0-736 0,-3 3-144 0,1 0-16 0,-1 2-16 16,2 1-288-16,-2 0-48 16,1 2-16-16,-1-1 0 0,2 2 144 0,0 1 32 0,0 0 0 0,1 1 0 15,1-2-208-15,1 0-48 0,0 1 0 0,1-1 0 16,0 0 0-16,1-1 0 0,1 0 0 16,1-2 0-16,-5-9-256 0,0 0-48 0,0 0-16 0,26 32 0 15,-26-32-368-15,0 0-144 0,0 0 0 0,0 0 144 16,0 0-144-16,43 20-144 0,-43-20 144 15,0 0-14480-15</inkml:trace>
  <inkml:trace contextRef="#ctx0" brushRef="#br0" timeOffset="1481.36">7460 2811 8287 0,'0'1'736'0,"0"1"-592"0,0-2-144 0,-1 2 0 0,1 0 1024 0,-1 0 160 15,1 4 32-15,-2 3 16 0,1 2 496 0,0 6 112 0,0 0 16 0,0-1 0 16,1 1-432-16,0 0-80 0,1-3 0 0,1 0-16 16,-2-2-128-16,3 1-32 15,0-2 0-15,0-2 0 0,1-2-464 0,1-2-80 16,0 0-32-16,-5-5 0 0,0 0-592 0,0 0 0 16,0 0 0-16,0 0 0 0,33-16 0 0,-27 8 0 15,-1-2-128-15,0-1 128 16,0-1-816-16,0 0-80 0,0-2 0 0,-2 0-16 15,0 0-640-15,-1 1-128 0,0-1-32 0,-1 0 0 16,0 2 272-16,-1 0 48 0,1 0 16 0,-2 3 0 16,0 0 672-16,0 1 128 0,0 1 16 0,0 0 16 0,0 3 544 0,-1 1 144 0,1-1 16 15,0 3 0-15,0 1 1072 0,-1 0 224 0,0 2 32 16,1 2 16-16,0 1-160 0,-1-1-16 0,1 3-16 16,0-2 0-16,1 2-576 0,-1 0-112 0,2 2-32 0,0 1 0 15,1 0-16-15,0 1 0 0,2-1 0 16,-1 1 0-16,1 0-192 0,0-2-32 0,-1 3-16 0,2-1 0 15,1-2-32-15,-2 1-16 0,2-3 0 16,-6-7 0-16,0 0-96 0,0 0-32 0,0 0 0 0,27 27 0 0,-23-23-160 16,0-4 0-16,1 0-160 0,-2-2-13808 0</inkml:trace>
  <inkml:trace contextRef="#ctx0" brushRef="#br0" timeOffset="1706.51">7604 2702 5519 0,'0'0'496'0,"0"0"-496"0,1 0 0 0,0 2 0 0,0-2 1696 0,0 1 240 15,1 1 48-15,1 1 16 0,2 1 624 0,-5-4 112 16,0 0 16-16,0 0 16 0,35 28-768 0,-35-28-144 16,0 0-48-16,0 0 0 0,44 34-304 0,-44-34-64 15,0 0-16-15,26 28 0 0,-26-28-432 0,0 0-96 16,14 33 0-16,-13-21-16 0,-2 0-416 0,-3 2-80 15,-3 0 0-15,-2 3-16 0,-1-1-192 0,-4 2-48 16,-1 2 0-16,-3 2-17504 0</inkml:trace>
  <inkml:trace contextRef="#ctx0" brushRef="#br0" timeOffset="3362.15">17543 8130 2751 0,'1'-3'256'0,"0"-2"-256"15,-1 4 0-15,0 0 0 0,1 1 784 0,-1-3 112 0,0 1 32 16,1-3 0-16,0-1 304 0,0 0 64 0,-1 0 16 0,0 1 0 16,0 2 128-16,0 1 32 15,0-2 0-15,0 3 0 0,0-2 336 0,-1 3 80 16,1-2 16-16,-1 2 0 0,1 0-96 0,-1 0-16 0,0 0 0 0,0 2 0 15,1-2-832-15,-1 3-192 0,0-3-16 0,-1 3-16 16,1-1-320-16,0 0-64 0,-1 1-16 0,2 1 0 16,-1 1-64-16,-1 0-16 0,0 2 0 0,0 0 0 15,-1 2 0-15,0 3 0 0,0 0 0 0,-1 2 0 16,-1 3-32-16,2 2-16 0,-1-2 0 0,0 4 0 16,2-5-16-16,-2 4-16 0,1-1 0 15,1 2 0-15,0-5-176 0,2 1 128 0,0-2-128 0,0-1 128 16,2-3-128-16,0-3 0 0,0-1 0 0,3 0 0 15,-2-7 0-15,1-1-144 16,1-1 144-16,-1-4 0 0,3 0 0 0,-1-3-128 0,1 0 128 16,-1-1-464-16,2-2-48 0,-2 0 0 0,1 0 0 15,0 0-320-15,-1 0-64 16,1 3 0-16,-1-2-16 0,0 2 528 0,0-1 128 0,-1 2 0 0,3-1 16 16,-3 1 240-16,0-1 0 0,0 1-160 0,0 0 160 0,0 1-384 15,-2-1 0-15,1 1 0 0,1-2 0 16,-3 1-64-16,2-1 0 0,-1-2-16 0,-1 1 0 0,2-2 272 15,-3 0 48-15,2 2 16 16,-1-1 0-16,-1 4 128 0,0-1 0 0,-1 4 0 0,1-1 0 0,-1 2 416 0,-1 1 16 0,1 1 0 16,-1 1 0-16,1 1 304 0,-2 1 64 15,1-1 16-15,0 4 0 0,-1-2-96 0,1 1-16 0,0 1 0 0,0 1 0 16,-1-1-256-16,1 2-64 0,-1 0-16 16,0 3 0-16,0-1-112 0,0 3-32 0,0 0 0 0,-1 2 0 0,0 3 32 0,1 0 0 15,0-1 0 1,1 1 0-16,-1 2-32 0,1-3 0 15,1 1 0-15,0-2 0 0,1 1-96 0,1-4-128 0,-2-12 176 0,0 0-176 16,10 28 128-16,-10-28-128 0,0 0 0 0,0 0 0 16,0 0 0-16,0 0 0 0,41-2 0 0,-31-6-16960 15</inkml:trace>
  <inkml:trace contextRef="#ctx0" brushRef="#br0" timeOffset="6186.31">7493 8232 3679 0,'1'-8'320'0,"-1"1"-320"0,0 2 0 0,0 1 0 0,0 1 560 0,0 1 32 0,-1 1 16 0,0-2 0 15,-1-2 608-15,-1-3 128 0,-1 3 32 0,0 0 0 16,-2 1-224-16,1 0-32 16,-1 3-16-16,-1 1 0 0,2 3-16 0,-3 0 0 15,2 3 0-15,-1 0 0 0,-1 2-144 0,1 1-48 0,-1 3 0 0,2-2 0 16,1 2-16-16,0 1-16 0,1 4 0 0,1 3 0 0,0 2 176 0,2 1 48 16,0 1 0-1,1-1 0-15,1-3-336 0,1-2-64 0,-2-18-16 0,0 0 0 16,17 40 352-16,-17-40 64 0,0 0 0 0,0 0 16 31,0 0-1744-31,42 17-336 0,-32-22-80 0,1-2-16 0,0-5 848 0,1-4 224 0,0-2 0 0,0-2 0 0,-1 2 0 16,-2-2 0-16,-1-1 0 0,-2-1 0 15,-2 1 0-15,-2 0 0 0,-1-1-144 0,-5-1 144 16,-1 4 0-16,-3 2 0 0,-4 2 0 0,-1 1 0 0,-1 7 0 0,-2 0 0 0,0 5 0 0,1 2 0 16,1 2 0-1,1 3 0-15,1 2 0 0,2 0 0 0,2 2-224 16,1-1 80-16,4 1 16 0,-1 0-13648 15</inkml:trace>
  <inkml:trace contextRef="#ctx0" brushRef="#br0" timeOffset="11454.61">8853 8224 3519 0,'0'0'320'0,"0"-1"-320"15,0 1 0-15,0 0 0 0,0 0 368 0,1 0 16 0,-1 0 0 16,0-1 32-16,0 1 64 0,0-2 16 0,1 1 0 0,-1 1 16 15,-1 0-128-15,1 0-16 16,0 0-16-16,1 0 32 0,-1 0-112 0,-1 0-16 0,1 0 0 0,0 0 48 16,-1 0-96-16,0 0-16 0,1-2 0 0,0 2 32 15,-1 0 32-15,1 0 16 0,0 0 0 0,0 0 48 16,0 0-160-16,0 0-32 0,-1 0 0 16,1 0 32-16,0 0-160 0,-1 0 0 0,1 0 144 0,-1 2-144 15,1-2 0-15,0 0 0 0,-1 3 0 0,0-3 0 0,1 1 0 0,-1 0 0 16,0 1 0-1,0 1 0-15,1-1 0 0,-1-1 0 0,0 1 0 0,-1 0 0 0,1 0 0 0,0 0 0 16,0 1 0-16,0-3 0 0,1 2 0 0,0-1 0 16,-1 1 0-1,0-2 0-15,0 0 0 0,1 1 128 0,-1-1-128 0,1 0 0 16,-1 0 320-16,1 0-16 0,0 0-16 16,0 0 0-16,-1 0 96 0,1 0 0 0,-1 0 16 0,1 1 0 15,-1-1-160-15,1 0-48 0,-1 0 0 0,0 2 0 16,0-2-48-16,1 0-16 0,-1 0 0 0,0 0 0 15,1 0 160-15,0 0 32 0,-1-2 0 0,1 2 0 0,-1-1 160 0,1 0 32 16,-1 1 16-16,1-2 0 0,0 1-176 0,0-1-32 16,1 2-16-16,-1-3 0 0,1 3-144 0,-1-2-32 15,0 1 0-15,1 0 0 0,-1 1 64 0,1-2 0 16,1-1 0-16,-1 3 0 0,0-2-64 0,1-1 0 16,1 1 0-16,-1 0 0 0,0-1 48 0,1 1 0 15,-1-1 0-15,1-1 0 0,-1 2 16 0,0-3 16 16,1 1 0-16,0-1 0 0,1 0-16 0,-1 0-16 0,0 0 0 0,0 0 0 15,1 1 48-15,-1-3 16 0,0 2 0 0,1 0 0 16,-1 0-96-16,-1 1-16 0,2-1 0 0,-1 1 0 16,0 1-128-16,0-2 0 0,0 0 0 0,1 0 128 15,1 0-128-15,-1-1 0 0,1-1 0 0,-1 2 0 16,0-3 0-16,0 2 0 0,0-2 0 16,-1 1 0-16,1 0 0 0,0 0 0 0,-1 0 0 0,1-2 0 15,0 4 0-15,0-3 0 0,-1 0 0 0,1 0 0 16,0 1 0-16,-1-2 0 0,2 1 0 0,-1-1 0 0,0 2 0 15,1-3 0-15,1 0 0 0,-1-1 0 16,1 2 0-16,-1-1 0 0,1 0 0 0,-1-1 0 0,2 1-144 0,-2-1 144 16,1 1 0-16,0-2 0 0,0 1 0 0,0 0 0 15,-1-1 0-15,1 1 0 16,0-1 0-16,1-2 0 0,-1 2 0 0,0 0 0 0,1 0 0 16,0-2 0-16,-2-1 0 0,1 1 0 0,0 0 0 0,2 0 0 15,-2 0 0-15,0 0 0 0,0 2 0 0,0 0-128 16,-1 0 128-16,1-2 0 0,1 0 0 15,-1 0 0-15,0 2 0 0,0-3 0 0,2-1 0 16,0-1 0-16,-1 1 0 0,1 1 0 0,0-2 0 16,-1 1 0-16,1-1 0 0,-1 1 0 0,2 1 0 0,-1-1 0 15,0 0 0-15,0 1 0 0,-1-2 0 0,1 2-128 0,-2 0 128 16,2-2 0-16,-2 1 0 0,0 1 0 0,1 0 0 0,-1 0 0 16,2 0 0-16,-1-2 0 15,2 1 0-15,-2 0 0 0,2-3 0 0,0 2 0 16,-1-2 0-16,1 0 0 0,1 1 0 0,-1 0 192 0,1-2-48 15,0 2-16-15,0 0 0 0,0-2-128 0,1 2 192 16,-1-2-64-16,-1 2-128 0,1 1 0 16,-1 0 0-16,0-1 0 0,0 1 0 0,-1 0 0 0,-1 2 0 15,3-3 0-15,0-1 0 0,1-2 0 0,0 0 0 0,1-3 0 16,0 2 0-16,0-2 0 0,0 3 0 0,-1 0 0 16,-1 2 0-16,1-2 0 0,-2 0 0 0,0 0 0 15,0 3 0-15,0-3 0 0,0 1 0 0,0-2 0 16,0 3 0-16,-1-3 0 0,1 1 0 0,1 0 0 0,-1-1 0 15,0 1 0-15,0 0 0 0,0-1 0 0,0 1 0 0,0 0 0 16,2-1 0-16,-1 0 0 0,-1 1 0 16,0 0 0-16,2-1 0 0,-2 1 0 0,0 2 0 0,0 1 0 15,0-2 0-15,-1 2 0 16,0-5 0-16,2 0 0 0,-1 0 0 0,0 2 0 16,1-2 0-16,0 0 0 0,-2 2 0 0,0 0 0 0,1-1-128 15,-2 1 128-15,0 1 0 0,0 0 0 16,0 1 0-16,-1 0 0 0,1 1 0 0,0-2 0 15,1-1 0-15,1-1 0 0,0-2 0 0,1-1 0 0,0 1 0 0,1 0 0 16,0 0 0-16,-1 3 0 0,0-3 0 0,0 5 0 16,0-2 0-16,-1 2 0 15,-1 0 0-15,1 2 0 0,-2-1 0 0,0 2 0 0,1-1-144 0,-1 2 144 16,2-2 0-16,-1 1 0 0,-1-1 0 16,2 0 0-16,-2 1 0 0,1 0 0 0,-1 1 0 15,1-2 0-15,2 1 0 0,-1-3 0 0,0 2 0 0,0 1 0 16,1-3 0-16,-2 2 0 0,1 1 0 0,0 0 0 15,-1 1 0-15,-1 1 0 0,1 0 0 0,-2 1 0 16,1 1 0-16,-2 1 0 0,0 1 0 0,1-1 0 0,0-1 0 0,0-2 0 16,-2 2 0-16,2-2 0 0,-2 4 0 0,2-2 0 15,-1 0 0-15,-1 2 0 0,1-1 0 0,0 1 0 16,-1 1 0-16,1-2 0 0,0 0 0 0,0 2 0 16,0-2 0-16,-2 1 0 0,3 0 0 0,-1 1 0 15,-1 0 0-15,1 1 0 0,0 1 0 0,-2 0 0 16,1 0 0-16,1 2 0 0,-3 0 0 0,2 0 0 15,-1 3 0-15,0-2 0 0,-1 1-128 0,-1 1 128 16,0 1 0-16,1 1 0 0,-1 1 0 0,-2 2-10896 16</inkml:trace>
  <inkml:trace contextRef="#ctx0" brushRef="#br0" timeOffset="15451.67">11273 6140 5519 0,'-1'-4'496'0,"1"3"-496"15,0-1 0-15,0 2 0 0,0-2 640 0,0 1 48 16,0-1 0-16,-1 0 0 0,1-2 336 0,0 0 64 0,0 0 0 0,-1 0 16 16,2 1 32-16,-1 0 0 0,1 1 0 15,-1 2 0-15,1 0-112 0,0 0-32 16,-1 0 0-16,1 2 0 0,-1 1-432 0,2 2-96 0,-1-1-16 0,1 1 0 15,0 2-192-15,0 0-32 0,1 0-16 16,-2 1 0-16,2 1-80 0,0-2-128 16,0 5 176-16,1-3-176 0,-2 3 208 0,2-2-64 0,-1 1-16 15,1-1 0-15,-1 2 0 0,0-2 0 0,0-1 0 16,0 0 0-16,-1 1 0 0,1-1 0 0,-1-1 0 16,0 3 0-16,0 0-128 0,0 0 128 0,-1-4-128 0,1 2 128 15,-1 1-128-15,1-1 0 0,-1 0 0 16,1 0 128-16,0 2-128 0,0-2 128 0,-1 0-128 0,1 1 128 0,0 0-128 15,1-1 192-15,-1-2-192 0,1 0 192 0,-2-2 0 16,1 0 16-16,1 2 0 0,0-3 0 16,-1 0 176-16,0 0 16 0,0 0 16 0,0-1 0 0,0-1-112 15,-1 1-32-15,1-1 0 0,-1-2 0 0,1 2-144 16,-2-2-128-16,0 2 192 0,1 1-192 0,0 0 128 16,-1 1-128-16,-1-1 0 0,1 1 0 0,1 0 0 15,-1-1 0-15,0 2 0 0,0 0 0 0,-1-1 0 0,1 0 0 16,-1 0 0-16,1 0 0 0,0 1 0 0,0-2 0 15,0-1-160-15,1-2 160 0,1 2-192 0,-1 1 48 16</inkml:trace>
  <inkml:trace contextRef="#ctx0" brushRef="#br0" timeOffset="16899.46">11407 6560 4495 0,'-1'2'400'0,"0"-2"-400"0,1 0 0 0,-1 0 0 16,1 0 672-16,0 2 48 0,-1-2 16 0,1 1 0 16,-2 1 400-16,1 0 80 0,-1-1 0 0,1 1 64 15,0-2-192-15,1 2-48 0,-1-2 0 0,1 0 48 16,-1 0-128-16,0 0 0 0,1 0-16 0,-1 0 32 15,1 0-192-15,0 0-32 0,-1 0-16 0,1 0 0 16,0 0-272-16,0 0-48 0,0 1-16 0,0-1 48 16,0 0-48-16,0-1 0 0,0 1 0 0,1-2 48 0,-1 2-128 15,1 0 0-15,-1-3-16 0,0 1 0 16,1 0 48-16,0-1 16 0,0 3 0 0,0-4 32 16,1 3-160-16,-2-1-48 0,1-1 0 0,0 0 48 15,0 2-32-15,0-1 0 0,0-1 0 0,1 0 48 16,0 1-80-16,0 0-16 0,0 0 0 0,0-1 0 15,0 1-160-15,-2 0 160 0,2 1-160 0,-1-1 192 16,1 2-192-16,0-2 0 0,0-1 0 0,0 1 0 0,0 0 0 0,-1-1 0 16,1 1 0-16,1 0 0 0,-1-1 0 0,0 0 0 0,1 1 0 15,-2-2 0-15,2 1 0 0,-1 1 0 16,1-3 0-16,0 3 0 0,-1-3 160 0,1 2-160 0,1-1 160 0,-1-1-160 16,-1 1 192-16,2 0-64 0,0 0-128 0,-1-1 192 15,0 1-192-15,1-1 0 0,0 0 0 0,0 1 0 16,0-1 0-16,1-1 0 0,-3 1 0 0,2 1 0 15,0-2 912-15,0 1 96 0,1-2 16 0,0 0 0 16,-1 0-1616-16,2-1-320 0,-1 2-64 0,-1-2-16 16,1 3 816-16,0-2 176 0,1 0 0 0,-1 0 0 0,0-2 0 0,0 2 144 15,0 1-144-15,1-2 128 16,-1 0-128-16,0 3 0 0,1-3 144 0,-1 0-144 0,2 1 0 0,-1-1 0 16,1 2 0-1,-2-2 128-15,2 1-128 0,-2 0 0 0,2 0 0 0,-1 0 0 0,-1-2 0 0,1 2 0 16,0-1 0-16,0-1 0 0,-1 2 0 0,1-1 0 15,0-1 0-15,0 2 0 0,-1 2 0 16,1-2 0-16,1 0 0 0,-2 0 0 0,2-1 0 16,-2 2 0-16,0-2 0 0,0 2 0 0,0 0 0 0,0 0 0 0,0 0 0 0,0 0 0 15,-1-1 0-15,1 0 144 0,-1 1-144 0,0 0 160 16,2-2-32-16,-1 1 0 0,0 0 0 0,1-2 0 16,-1 2-128-16,0-1 160 0,1-1-160 15,-1 2 160-15,1 0-160 0,-1 0 0 0,1-1 0 16,-1 2 128-16,1-2-128 0,-1-1 0 0,-1 3 0 0,1-2 0 15,0 3 0-15,1-4 0 16,-1 4 128-16,-1-5-128 0,2 4 0 0,-1-2 0 0,1 1 0 0,-1-2 0 16,0 3 0-16,0 0 0 0,1-3 0 0,1 1 0 15,-1-1 0-15,0 1 128 0,-1 1-128 0,0-1 0 16,1 0 0-16,-2 1 0 0,1-1 128 0,-1 1-128 16,1 0 0-16,0 2 0 0,-1-2 0 0,0 1 0 0,0 0 0 15,0 0 0 1,-1 0 128-16,1 0-128 0,0 0 0 0,-1 0 0 0,1-2 0 15,0 1 0-15,0 0 0 0,1 0 0 0,0 0 0 0,-1-2 0 0,2 2 0 0,-1-3 0 16,1 0 128-16,1-1-128 0,-1 1 0 0,0 1 0 31,-1-2 144-31,1 0-144 0,-1 4 0 0,0-2 0 0,0-1 0 0,1 3 0 16,1 0 0-16,-3-3 0 0,2 4 0 0,-2-2 0 16,1 4 0-16,0-4 0 0,0 4 0 0,1-4 128 0,-1 2-128 0,1-1 176 15,-1 0-176-15,1-1 192 0,0 3-16 0,-1-4 0 0,2 2 0 0,-2 0 0 31,1-1-176-31,-2 2 192 0,3-2-192 0,-2 1 192 16,1 0-192-16,0 0 0 0,-1 1 144 0,1 0-144 16,-2 1 160-16,1-1-32 0,0 1-128 0,-2 1 192 15,1-1-48-15,-1 2-16 0,-1 2 0 0,-1-1 0 16,0 0-128-16,-1 2 0 0,-1 0 144 0,0 1-144 0,-1 0 0 0,0 2 0 16,-1 2 0-16,0-1-15712 15</inkml:trace>
  <inkml:trace contextRef="#ctx0" brushRef="#br0" timeOffset="18212.18">12218 5403 4607 0,'-1'-1'400'0,"0"1"-400"16,1-2 0-16,0 2 0 0,0 0 576 0,-1 0 16 15,1 0 16-15,-1 0 0 0,0-1 256 0,0 0 48 0,0-1 16 0,0 2 0 16,0 0-64-16,1 0-16 16,-1 0 0-16,1 0 0 0,0 2-16 0,0-2 0 15,0 0 0-15,0 0 0 0,0 0-48 0,1 1-16 16,0 0 0-16,0-1 0 0,1 2 0 0,0-2-16 16,0 0 0-16,1 0 0 0,-1 0-48 15,1 0 0-15,1-2 0 0,0 2 0 0,0 0-80 0,0-1-32 0,1 0 0 0,-2 1 0 16,2 0-176-16,-1 0-32 15,0 0-16-15,0-2 0 0,1 2-112 0,-2 0-32 16,1 2 0-16,0-2 0 0,-1 0-224 0,1 0 176 16,1 0-176-16,-1 1 160 0,-1-1-160 0,1 1 128 0,0-1-128 15,-1 0 128-15,2 0-128 0,-1 0 192 16,0 2-192-16,0-2 192 0,0 0 96 0,-1 0 32 16,1 0 0-16,1 1 0 0,-1-1 0 0,-1 2 16 0,1-2 0 0,0 0 0 15,0 2-128-15,1-2-16 0,0 0-16 0,-1 0 0 16,1 0-176-16,-1 0 0 0,1 0 144 0,0-2-144 15,-1 2 0-15,2 0 0 0,0 0 0 0,-2-2 0 16,2 2 0-16,-2-1 0 0,2 1 0 0,-1-2 0 0,1 2 0 0,0 0 0 16,-1-1 0-16,1 1 0 15,-2 0 0-15,2-1 128 0,-1 1-128 0,2 0 0 16,-1 0 192-16,-1-2-16 0,0 2-16 0,0 0 0 16,2-3 32-16,-2 3 16 0,1 0 0 0,-1-2 0 15,0 2-208-15,2-3 144 0,-2 3-144 0,1-2 128 16,-1 2-128-16,1 0 0 0,0-2 0 0,0 2 128 15,0 0-128-15,0 0 0 0,0 0 0 0,-1 0 0 0,2 0 0 16,-1 0 0-16,0 0 0 0,0 0 0 0,0 2 0 16,-1-2 0-16,2-2 0 0,-2 2 0 0,1 0 0 0,-1 0 0 15,2-2 0-15,-1 2 0 0,-1-1 0 0,1 1 0 16,-1 0 0-16,1-2 0 0,0 2 0 0,2-2 0 16,-3 1 0-16,2 1 0 0,-1 0 0 0,0 0 0 15,0 0 0-15,1 0 0 0,-1 0 0 0,1 1 0 16,0-1 0-16,0 2 0 0,0-2 0 0,0 2 0 0,0-2 0 0,0 1 0 15,1-1 0-15,0 2 0 0,0-2 0 0,0 0 0 16,-1 0 0-16,3 0 0 0,-1-2 0 0,-1 2 0 16,2-1 0-16,-2 1 0 0,1 0 0 0,0 0 0 15,-1 0 0-15,0 0 0 0,0 1 0 0,-1-1 0 16,1 2 0-16,1-2 0 0,0 2 0 16,-1-2 0-16,1 0 0 0,0 2 0 0,0-2 0 0,1 0 0 15,-1 0 0-15,0 0 0 16,1 0 0-16,1 0 0 0,-1-2 0 0,0 2 0 0,1 0 0 15,-1-2 0-15,1 2 0 0,0-2 0 0,0 1 0 0,0 1 0 16,1-2 0-16,-1 0 0 0,0 2 0 0,-1-1 0 0,1 1 0 16,-1 0 0-16,1 0 0 0,-1-2 0 15,1 2 0-15,0 0 0 0,1 0 0 0,0 0 0 16,0-1 0-16,-1 0 0 0,-1 1 0 0,0 0 0 16,0-2 0-16,1 2 0 0,0 0 0 0,-1 0 0 0,2-2-128 15,-2 1 128-15,1 1 0 0,0 0 0 0,0 0 0 16,2-2 0-16,-2 2 0 0,0-1 0 0,0 1 0 15,0 0 0-15,1 0 0 0,-1-2 0 0,0 2 0 16,1-1 0-16,-1 1 0 0,0-1 0 0,0 1 0 16,-1-2 0-16,0 0 0 0,0 1 0 0,0 1 0 0,-1 0 0 15,0-2 0-15,1 2 0 0,-1 0 0 0,0 0 0 16,-1 0 0-16,0 0 0 0,-1 0 0 0,1 0 0 16,-1 0 0-16,0 0 0 0,-1 0 0 0,1 2 0 15,-1-2 0-15,1 0 0 0,-1 0 0 0,1 0 0 16,-2 1 0-16,2-1 0 0,-3 2 0 0,2-2 0 0,-1 0 0 15,0 2 0-15,0-2 0 0,-1 1 0 16,1 0-144-16,0-1-14976 0</inkml:trace>
  <inkml:trace contextRef="#ctx0" brushRef="#br0" timeOffset="20548.81">13754 5364 911 0,'-1'-2'0'0,"0"2"0"0,1-1 0 0,-1 0 0 0,1 1 896 0,0 0 80 16,0 0 32-16,-1-2 0 0,1 2 144 0,0-3 48 16,0 3 0-16,1-2 0 0,-1-1-320 0,0 1-64 0,1 2-16 0,-1-1 0 15,1 1 16-15,-1-1 0 16,1 2 0-16,-1-1 0 15,0 1 64-15,1 1 16 0,0 1 0 0,0-1 0 0,0 3-128 0,0-1-32 16,0 2 0-16,1-2 0 0,0 1-288 0,0 2-48 16,0-2-16-16,0 2 0 0,1-3-96 0,0 2-32 15,0 0 0-15,0-1 0 0,0 1-96 0,1-2-32 16,-1 1 0-16,1-1 0 0,0 1 160 0,1 0 32 16,-1-1 0-16,0 1 0 0,0 0-128 0,-1-3 0 15,0 3-16-15,0-2 0 0,1 0-32 0,-2 1 0 16,1 1 0-16,1 0 0 0,-1 1-144 0,-1-1 160 15,2 2-160-15,-1-2 160 0,1-1-160 0,-2 2 128 0,2-1-128 0,0 1 128 16,-1-1-128-16,0 0 160 0,1 2-160 0,0-3 160 16,-1 4-160-16,2-2 0 0,-1 2 0 0,-1-1 128 0,0 0-128 15,0 0 0-15,1 0 0 0,-1 1 0 0,1-1 0 16,-1 2 0-16,0-2 0 0,0 0 0 16,-1 0 0-16,1 2 0 0,0-1 144 0,0-1-144 15,0 2 0-15,1-1 0 0,0 1 0 0,-1-2 0 16,-1 0 0-16,2 0 128 0,-1 1-128 0,1-2 0 15,-2 2 128-15,1-3-128 0,1 4 128 0,-1-2-128 16,-1 2 128-16,1-1-128 0,0-1 160 0,-1 1-160 0,2 1 208 16,-2 0-48-16,1 0-16 0,1 1 0 15,-1-1-144-15,0 0 0 0,-3-9 0 0,0 0 128 0,0 0-128 16,15 41 0-16,-15-41 0 0,0 0 0 0,0 0 0 16,18 44 0-16,-18-44 0 0,0 0 0 0,15 37 0 0,-15-37 0 15,0 0 0-15,0 0 0 0,20 47 0 0,-20-47 0 16,0 0 0-16,21 43 0 0,-21-43 0 0,0 0 128 0,25 45-128 0,-25-45 0 15,0 0 128-15,27 46-128 0,-27-46 0 16,0 0 128-16,29 44 0 0,-29-44-128 16,0 0 192-16,25 43-64 0,-25-43-128 0,0 0 192 0,23 38-192 0,-23-38 192 15,0 0-192-15,22 38 0 0,-22-38 0 16,0 0 128-16,20 40-128 0,-20-40 128 16,0 0-128-16,19 40 128 0,-19-40-128 0,0 0 128 15,18 39-128-15,-18-39 128 0,0 0 0 0,18 37 0 0,-18-37 0 16,0 0 0-16,0 0-128 0,24 45 192 0,-24-45-192 15,0 0 192-15,0 0-192 0,22 41 160 0,-22-41-160 0,0 0 160 16,0 0 16-16,22 44 0 16,-22-44 0-16,0 0 0 0,0 0 0 0,0 0 0 0,27 43 0 0,-22-36 0 15,-1 3-176-15,1-1 192 0,0 0-192 0,-1-1 192 16,0 1-192-16,1 0 160 0,-2-1-160 0,0 1 160 16,1-2-160-16,0 3 0 0,-1-1 144 0,0-1-144 15,0-1 0-15,0-1 144 0,0 2-144 0,-1-1 0 16,2 2 208-16,0-1-64 0,-1 1-16 0,1-2 0 15,0 3 0-15,-4-10 0 0,0 0 0 0,0 0 0 16,0 0 0-16,22 38-128 0,-22-38 192 0,0 0-64 16,0 0-128-16,0 0 160 0,22 35-160 0,-22-35 160 0,0 0-160 0,0 0 160 15,0 0-160-15,22 38 160 0,-19-33-160 0,0 2 0 16,1 0 144-16,-1-3-144 0,-1 4 0 16,-2-8 128-16,0 0-128 0,0 0 0 0,0 0 0 0,0 0 0 15,23 38 0-15,-20-31 128 0,0 0-128 0,1-2 0 16,0 2 0-16,-1 0 128 0,1-2-128 15,0-1 0-15,-1 4 128 0,0-2-128 0,1-1 0 0,-1 0 144 16,0 2-144-16,1-2 0 0,-1 2 160 0,1-2-160 16,-2 0 128-16,1 2-128 0,0-3 144 0,0 1-144 15,0 1 160-15,-2-2-160 0,2 1 192 0,0-1-48 16,-1 1-16-16,0 0 0 0,0-3-128 0,0 0 0 16,0 1 144-16,0-1-144 0,0 1 0 0,0-1 0 0,0-2 0 15,-1 1 128-15,0 0-128 0,1-1 0 0,-1 0 0 0,0 0-16448 16</inkml:trace>
  <inkml:trace contextRef="#ctx0" brushRef="#br0" timeOffset="22129.21">14717 7134 3679 0,'-2'-1'320'0,"1"0"-320"15,0 1 0-15,0-1 0 0,1 1 784 0,0 0 96 16,-1 0 16-16,-2-3 0 0,0 3 160 0,-1-2 32 16,1 0 16-16,-1 2 0 0,0-2-32 0,1 2-16 15,1-2 0-15,-1 2 0 0,0 0-192 0,0 0-32 16,1 2-16-16,-1-2 0 0,1 2-128 0,-1-2-32 16,2 1 0-16,-1 0 0 0,1-1-64 0,0 2-16 15,0-2 0-15,1 1 0 0,-1 1-64 0,1-2-32 16,1 0 0-16,-1 0 0 0,1 0 96 0,-1 0 0 15,2 0 16-15,0 0 0 0,0 0 128 0,1 0 32 16,-1 0 0-16,0 0 0 0,2 0-176 0,-1 1-48 16,1 0 0-16,0-1 0 0,0 3-144 0,1-3-48 15,-1 1 0-15,2 0 0 0,-2-1-48 0,2 2-16 0,0-2 0 0,-1 0 0 16,2 1-16-16,-2-1-16 0,1 2 0 0,0-2 0 16,-1 0-16-16,0 0 0 0,2 2 0 0,-1-2 0 15,0 0 32-15,0 0 16 0,0 0 0 0,0 0 0 16,0 1-64-16,1-1-16 0,-1 2 0 0,1-2 0 15,0 0 0-15,0 0-16 0,2 0 0 0,-1 0 0 16,1-2-32-16,-1 1 0 0,1-1 0 0,0 0 0 16,0 1-144-16,-1-1 192 0,1 2-192 0,1-2 192 15,-1 0-192-15,1 0 128 0,0 1-128 0,1-1 128 0,-2 1-128 16,0-1 0-16,-1 1 0 0,1 0 128 16,0-1-128-16,0-1 0 0,2 1 0 0,-2 2 128 15,0-2-128-15,0 1 0 0,1-1 0 0,-1 2 128 16,-1 0-128-16,1-1 0 0,-1 1 144 0,1 0-144 15,0 0 0-15,-1 1 128 0,0-1-128 0,1 0 0 16,-2 0 0-16,1 0 0 0,0 0 0 0,0 2 0 0,1-2 0 0,1 0 0 16,-2 0 0-16,0 0 0 0,2 0 0 0,-2 0 0 0,0 0 0 0,1 0 0 15,0 0 0-15,0-2 0 0,0 2 0 16,0 0 0-16,1-1 0 0,-1 0 0 16,2 1 0-16,-3 0 0 0,0 0 0 0,1-2 0 15,0 1 0-15,0 1 128 0,-1 0-128 0,1-2 0 0,-1 2 0 16,0 0 0-16,1 0 0 0,0 0 0 0,0 0 0 0,1 0 0 15,-2 2 0-15,1-2 0 0,-1 0 0 16,0 0 0-16,-1 0 0 0,2 1 0 0,0-1 0 16,-1 2 0-16,-3-2 0 0,2 0 0 0,0 0 0 0,2 0 0 15,2 0 0-15,-1 0 0 0,0-2 0 0,-3 2 0 16,0 0 0-16,-1-1 0 0,2 1 0 0,0 0 0 0,1-2 0 0,0 2 0 16,-1 0 0-16,-1 0 0 15,1 0 0-15,-2 0 0 0,2 0 0 0,-1 0 0 16,1 0 0-16,-1 0 0 0,0 0 0 0,0 0 0 0,1-2 0 15,0 2 0-15,-1 0 0 0,1 0 0 0,-2-1 0 16,1 1 0-16,-1 0 0 0,0 0 0 0,2 0 0 16,-2 0 0-16,2-2 0 0,-2 2 0 0,1 0 0 15,-1-1 0-15,1 1 0 0,-1-1 0 16,1 1 0-16,-1 0 0 0,1 0 0 0,-1 0 128 0,1 0-128 16,-2 0 0-16,1 0 0 0,-1 0 0 15,1 0 0-15,0 1 0 0,-2-1 0 0,1 0 0 16,0 0 0-16,0 1 0 0,0-1 0 0,1 0 0 15,-2-1 0-15,1 1 0 0,-1 1 0 0,1-2 0 0,-1 1 0 16,0 0 0-16,1 0 0 0,-1 1 0 0,1-1 0 16,0 0 0-16,-2 0 0 0,1 0 128 0,1 0-128 0,-1 0 0 15,1 0 0-15,-1 0 0 0,0 2 0 0,0-2 0 0,1 0 0 16,-1 0 0-16,1 0 0 0,0 0 0 0,-2 0 0 0,2 0 0 16,0 0 0-16,-2 0 0 0,2 0 0 0,-1 0 0 15,-1 0 0-15,2 0 0 16,-1 0 0-16,-1 0 0 0,0-2 0 0,0 2 0 0,0 0 0 0,-1-1 0 15,-1 0 0-15,1 1 0 0,0 0 0 0,-1 0 0 16,0-2 0-16,0 2 0 16,-1 0 0-16,0 0 128 0,0 0-128 0,-1 0 0 0,1 0 0 15,-1 0 0-15,0 2 0 0,0-1-128 0,0 0 128 0,0 4-17248 16</inkml:trace>
  <inkml:trace contextRef="#ctx0" brushRef="#br0" timeOffset="23633.14">16037 7103 3679 0,'0'-1'320'0,"-1"1"-320"0,1-2 0 0,0 2 0 16,0 0 704-16,-1 0 64 0,0-1 0 0,1 0 16 0,-1-1 48 15,0 0 0-15,0 1 0 0,1-3 0 16,0 3-64-16,0 1-16 0,0-2 0 0,0 2 0 0,1 0 64 0,0 0 16 16,-1 2 0-16,1-2 0 0,0 2 64 15,0 1 0-15,0 0 16 0,1 0 0 0,-1 1-80 0,0 1 0 16,0 1-16-16,1-1 0 0,-1 1-336 0,1-2-64 15,0 3-16-15,1-3 0 0,-1 4-48 0,2-4-16 16,0 4 0-16,0-2 0 0,0 2 32 0,0-3 0 16,0 2 0-16,-1 0 0 15,-3-7-48-15,0 0-16 0,0 0 0 0,0 0 0 0,24 42-112 0,-24-42-32 16,0 0 0-16,0 0 0 0,19 38-160 0,-19-38 192 16,0 0-192-16,0 0 192 0,19 38 64 0,-19-38 32 15,0 0 0-15,0 0 0 0,22 41 48 0,-22-41 16 16,0 0 0-16,0 0 0 0,21 40-64 0,-21-40-16 15,0 0 0-15,0 0 0 0,21 36 0 0,-21-36 0 16,0 0 0-16,0 0 0 0,21 40-64 0,-21-40-16 16,0 0 0-16,0 0 0 0,19 38 64 0,-19-38 16 15,0 0 0-15,0 0 0 0,19 35-48 0,-19-35-16 16,0 0 0-16,0 0 0 0,20 43-208 0,-20-43 176 0,0 0-176 0,0 0 160 16,19 42-160-16,-19-42 0 0,0 0 0 0,0 0 128 15,17 44-128-15,-17-44 0 0,0 0 0 0,0 0 0 16,16 37 0-16,-16-37 128 0,0 0-128 0,0 0 0 15,0 0 0-15,22 38 0 0,-19-32 128 0,1 0-128 16,0 1 0-16,-2 0 0 0,2-2 0 0,-1 0 0 0,0 2 0 16,0 2 128-16,0-1-128 0,-1 1 0 0,1 0 0 0,-1-1 0 15,0 2 128-15,-1-1-128 0,1 0 0 16,0 0 0-16,0 1 0 0,0-1 0 16,0-1 0-16,0 2 0 0,0-1 0 0,1 0 0 15,0-2 0-15,0 1 0 0,-1 0 0 0,1-2 0 0,1 1 0 0,-1 0 0 16,0-1 0-16,0 2 0 15,-3-8 0-15,0 0 128 0,0 0-128 0,0 0 0 16,17 33 144-16,-14-27-144 0,-2 0 160 0,1-1-160 0,-1 0 208 0,1 0-48 16,0 1-16-16,1-1 0 0,-1 1-16 0,0 0-128 15,-1 1 192-15,2-3-64 0,0 4-128 0,-1-4 0 16,1 2 0-16,-2 0 0 0,1-1 0 0,1 0 0 0,-1 0 0 16,0 2 0-16,1-3 144 0,-1 1-144 0,0 0 160 0,1-1-160 15,0 2 208-15,-1-2-48 0,0 1-16 0,0-2 0 16,1 1-144-16,-1-1 192 0,0 1-192 0,0-1 192 15,0-1-192-15,-2 0 0 0,2 0 0 0,-1-1 0 16,0 1 0-16,0 0 0 0,-1-2 0 16,1 1 0-16,-1-1 0 0,1 2 0 15,-1-1 0-15,0 0 0 0,0-1-160 0,-1 2 160 0,0-1 0 16,0 4-16672-16</inkml:trace>
  <inkml:trace contextRef="#ctx0" brushRef="#br0" timeOffset="32904.55">10555 4796 5647 0,'-7'-3'512'0,"3"3"-512"0,1 0 0 0,1 1 0 0,0-1 0 0,1 2 0 16,0-2 0-16,0 2 0 0,-1 0 0 0,-2 3 0 15,0-2 560-15,1 1 144 0,-1 1 48 0,1 0 32 16,0-1-144-16,1 1-16 0,0-2-16 0,0 0 32 16,0 0-384-16,0-2-80 0,0 1-16 0,1-2 32 15,-1 1 64-15,2-1 16 0,-2 0 0 0,1 0 32 16,-1-1 128-16,1 1 16 0,0 0 16 0,0-2 48 15,0 1 64-15,0 1 32 0,0-2 0 0,0 1 32 16,1 0 48-16,0-3 16 0,0 1 0 0,0 0 16 16,1 0-128-16,0-1-16 0,1-3-16 0,2 0 32 0,-1 0-96 15,-1 0-32-15,2 0 0 0,0-3 32 0,0 1-208 0,0 0-32 16,2 0-16-16,-2-1 32 0,1 2-272 16,-1 0 128-16,0 0-128 0,0 3 128 0,0-2-128 0,-1 1 0 15,1 0 0-15,-1 1 0 0,1-1 0 0,-1 0 0 16,1 2 0-16,0-1 128 0,0 0 192 0,1 0 64 15,0 0 0-15,0-1 0 16,0-1-128-16,1 2 0 0,0-3-16 0,0 0 0 0,0 1-240 0,0-1 128 0,0 1-128 16,0-3 0-16,-1 1 192 0,1 2-64 15,0-4-128-15,1 2 192 0,-2-2-64 0,2 1-128 16,-2 1 176-16,1-1-176 0,0 1 208 0,-2 2-64 0,0-1-16 16,0 2 0-16,-1-1 0 0,0 2 0 15,-1 0 0-15,1 0 0 0,-1 3-128 0,-1-3 0 0,0 0 0 0,1 3 0 16,0-3 0-16,0 1 0 0,-1 0 0 0,1 1 0 15,0 0 0-15,-2-2 0 0,2 3 0 0,0 0 0 16,0-1 0-16,-1-2 0 0,1 3 0 0,-1 0 0 16,0-1 0-16,0 1 0 0,0 0 0 0,-1 1 0 15,0-1-128-15,1 2 128 0,-1-1 0 0,0 0 0 0,0 1 0 16,0 0 0-16,0 0 0 0,0 1 0 0,0 0-144 0,-1-1 144 16,1 2-192-16,0 1-7888 15,0 0-1584-15</inkml:trace>
  <inkml:trace contextRef="#ctx0" brushRef="#br0" timeOffset="33667.93">10553 4734 911 0,'-1'0'0'0,"0"0"0"0,0 0 0 0,0 0 0 15,0 0 944-15,0 0 96 0,1 2 32 0,-3-2 0 16,1 0 48-16,-2 0 16 0,1 1 0 0,1 1 0 16,0-2-432-16,0 0-96 0,1 0-16 0,0-2 0 15,1 2 80-15,0-1 16 0,0-1 0 0,0 2 0 16,0-4 32-16,1 1 16 0,0 0 0 0,0-1 0 15,1-1 128-15,0-1 32 0,-1 0 0 0,2-1 0 16,0 0-192-16,1 0-48 0,-1-3 0 0,1 3 0 0,1-2-128 16,-1-2-16-16,1 0-16 0,1 2 0 0,-1-3-144 15,1 1-32-15,-1 1 0 0,0-1 0 0,0 3-80 16,-3 1-32-16,2-1 0 0,0 2 0 0,-1-2 112 0,0 2 32 16,2-2 0-16,-1 1 0 15,-1-2-32-15,1 1-16 0,0-1 0 0,-1 2 0 0,1-1-112 16,0 0 0-16,0 0-16 0,1 1 0 0,0 1 64 0,-1-2 16 15,1 3 0-15,-1-2 0 0,-1 2-16 0,1-1 0 0,-1 2 0 16,1 0 0-16,-2 0-112 0,1 1-128 16,-1 0 176-16,-1 0-176 0,1 2 0 0,0-2 0 0,-1 1 0 0,0 0 0 15,-1 1 0-15,1-1 0 0,-1 2 0 0,1-1 0 16,-1 1 0-16,1 0 0 0,-1 0 0 0,0 0 0 16,1 0-848-16,-1 1-80 15,0 1-16-15,1-1-7456 0,-1 3-1504 0</inkml:trace>
  <inkml:trace contextRef="#ctx0" brushRef="#br0" timeOffset="35084.36">10746 4447 3679 0,'-1'-5'160'0,"0"3"32"0,0-3-192 0,1 3 0 0,0-1 0 0,0 1 0 0,0 0 512 0,-1 0 64 31,0-4 16-31,0 0 0 0,0-4 224 0,1 3 32 0,0 0 16 0,0-2 0 16,0 4-32-16,0 0 0 0,1 0 0 0,-1 3 0 16,1-2 224-16,-1 3 32 0,1-1 16 0,-1 1 0 0,1 1-320 0,-1 0-64 15,1 0-16-15,0 0 0 0,-1 0-256 0,1 1-64 16,-1 1-16-16,1-2 0 15,-1 1-128-15,1 0-32 0,-1 0 0 0,1-1 0 16,0 0-16-16,0 2-16 0,0-2 0 0,-1 0 0 16,2 1 32-16,-1 0 16 0,1 1 0 0,-1 1 0 0,1-1-16 0,0 1 0 15,0-1 0-15,-1 2 0 16,1 2-80-16,0-3 0 0,1 1-128 0,-1 3 192 0,0-3 48 0,0 2 0 0,0 2 0 0,2 0 0 31,-1 1-16-31,-1-1 0 0,-1 3 0 0,2-1 0 16,0 0-48-16,-1 1-16 0,1-1 0 0,-1-1 0 15,0 1-160-15,0-1 0 0,-2-9 0 0,0 0 128 16,0 0-128-16,15 38 0 0,-15-38 0 0,0 0 0 0,0 0 0 16,0 0 0-16,19 43 0 0,-16-37 128 0,1 2-128 0,-1-1 160 15,0-2-160-15,-1 2 160 0,2 0 64 0,-1-2 16 16,0 2 0-16,0 0 0 0,0 0 32 0,0 3 16 0,0-1 0 0,-1-2 0 16,-2-7-128-16,0 0-32 15,0 0 0-15,13 40 0 0,-10-30-128 0,0-1 0 0,0-1 0 16,0 1 0-16,-1 1 0 0,1-1 0 15,0-2 0-15,-1 0 0 0,1-1 0 0,0 2 0 0,0-3 0 16,0 2 0-16,0 0 128 0,-2-1-128 0,2 0 0 16,0 2 128-16,1-1 0 0,-2 0 0 15,1 0 0-15,0 0 0 0,0-2 96 0,-1 2 16 16,0-2 0-16,-1 4 0 0,1-2-240 0,0 2 144 0,1 2-144 16,0 0 128-16,-1-2-128 0,0 3 0 15,-2-12 0-15,0 0 0 0,8 33 0 0,-8-33 0 0,0 0 0 16,8 32 0-16,-8-32 0 0,0 0 0 0,0 0 0 15,13 38 0-15,-10-30 0 0,1 0 0 0,-2-1 0 0,2-2 0 16,-1 1 0-16,0 0 0 0,-1 0 128 0,1-1-128 16,0 1 0-16,0 0 0 0,0 1 0 0,0 0 0 15,1 0 144-15,-1 1-144 0,-1-2 160 0,2 2-160 16,-1 1 208-16,-3-9-48 0,0 0-16 0,0 0 0 16,14 36-144-16,-11-27 128 0,-1 1-128 0,1-3 128 15,-1 0-128-15,1 0 0 0,0 2 0 0,-1-1 128 16,0-1-128-16,1 2 0 0,0-2 144 0,0 0-144 0,-1 3 176 0,0-3-48 15,1 0 0-15,-1 0 0 0,1-2 16 16,-1 5 0-16,-1-4 0 0,2 3 0 16,-1 0-144-16,0 0 0 0,0 0 144 0,-1 1-144 0,1-1 0 15,-1 0 0-15,1 1 0 0,0 0 128 0,-2-10-128 16,0 0 0-16,7 28 0 0,-7-28 0 0,0 0 0 0,0 0 0 16,10 33 0-16,-10-33 128 0,0 0-128 0,0 0 0 15,0 0 0-15,15 38 128 0,-15-38-128 0,0 0 176 16,0 0-176-16,11 30 192 0,-11-30-192 0,0 0 192 15,0 0-192-15,0 0 192 0,14 39-64 0,-14-39-128 16,0 0 192-16,8 28-64 0,-8-28 16 0,0 0 0 16,7 29 0-16,-7-29 0 0,0 0-16 0,7 32-128 15,-7-32 192-15,0 0-64 0,7 34-128 0,-7-34 160 16,0 0-160-16,9 33 160 0,-9-33-160 0,0 0 192 16,6 29-192-16,-6-29 192 0,0 0-16 0,5 26 0 15,-5-26 0-15,0 0 0 0,0 0-48 0,7 31 0 0,-7-31 0 16,0 0 0-16,0 0 64 0,6 30 0 0,-6-30 0 0,0 0 0 15,0 0-192-15,5 27 192 0,-4-19-192 16,1-2 192-16,-1 1-192 0,1-2 192 0,0 2-192 0,-1-2 192 0,1 2-192 16,-1 0 0-16,0 0 0 0,0 1 128 0,1 0-128 15,-1-2 160-15,1 1-160 0,0 0 160 0,0-1-160 0,-1 0 192 16,1-2-192-16,0 1 192 0,0-2-192 0,-1 1 128 16,1 1-128-16,0-2 128 0,-1 1-128 15,0 0 0-15,1 1 0 0,0-1 128 0,0 0-128 16,1 3 0-16,-1-3 0 0,0 2 0 15,0 0 128-15,-2-6-128 0,0 0 0 0,0 0 128 0,10 29-128 0,-9-22 0 16,0 0 0-16,1 0 0 16,-1 0 0-16,1 0 0 0,-1 0 128 0,1-2-128 15,-1 0 0-15,1 2 0 0,-1-3 0 0,-1 0 0 0,1 1 0 0,0-2 0 16,0 2 0-16,1-2 0 0,-1 1 0 0,1 1 0 16,-1 2 0-16,1 0 0 0,-2-7 0 0,0 0 0 15,0 0 128-15,12 36-128 0,-12-36 0 0,0 0 0 16,10 33 0-16,-7-21 0 0,-1-2 0 0,2 4 0 0,1 0 128 15,-1-1-128-15,1 2 0 0,0-3 0 0,-2-1 0 16,1 0-11776-16,-4-11-2336 16</inkml:trace>
  <inkml:trace contextRef="#ctx0" brushRef="#br0" timeOffset="37015.83">11352 6387 911 0,'1'-1'0'0,"0"1"0"0,0-2 0 0,-1 2 0 16,0 0 640-16,0 0 32 15,1-1 16-15,0 0 0 0,0 1 304 0,0-2 64 0,1-1 16 0,0 1 0 16,-1 1-48-16,0-1-16 0,-1 1 0 0,0 0 0 16,1 1 80-16,-1-2 0 0,-1 2 16 0,1 0 0 0,-1 0-80 15,0 2 0-15,0-2-16 0,-1 1 0 16,1 0-272-16,0 1-48 0,1-2-16 0,-1 0 0 0,1 1-336 0,0 1-64 16,1-1-16-16,-1 1 0 0,1-2-256 0,0 2 0 15,0-2 128-15,0 2-128 0,0-2 0 0,-1 2 0 0,1-2 0 0,0 1 0 16,-1-1 0-16,1 0 0 15,0 0 0-15,0 0-144 0,0-1 144 0,0-1 0 16,0 1 0-16,0 0 0 16,-1-3 0-16,0 3 0 0,1-2 0 0,0 1 0 0,-1 1 0 0,1 0 0 0,-1 1 0 15,0 0 0-15,0 0 0 0,0 0 0 0,0 0 0 0,0 1 128 16,0 0 112-16,0 1 16 16,0 1 16-16,1 0 0 0,-1-1 80 0,0 0 16 15,0 0 0-15,1 1 0 0,0-1-208 16,-1 1-32-16,1-1-128 0,0 0 192 0,0 1-192 0,0-1 128 15,1 1-128-15,-1-1 0 0,0 0 128 0,1 1-128 0,-1 1 0 16,0 0 0-16,0 2 0 0,1-1 128 16,-1 1-128-16,0 2 0 0,-1 1 0 0,1-1 0 15,0 3 0-15,-1-1 0 0,1 2 0 0,-1 0 0 16,0-1 0-16,0 1 0 0,1 0-176 0,-1-2 176 16,1 1-160-16,0-3 160 0,1-4-416 0</inkml:trace>
  <inkml:trace contextRef="#ctx0" brushRef="#br0" timeOffset="37502.58">11390 6380 5519 0,'0'-2'496'0,"0"1"-496"16,0-1 0-16,0 1 0 0,0 1 608 0,0 0 32 0,0-2 0 0,0 1 0 16,-1 0 192-16,0-3 32 0,1 3 16 0,-1 1 0 15,0 0-80-15,0 0-16 16,0 1 0-16,0 1 0 0,1 1-144 0,-1 0-16 0,1 3-16 15,-1-2 0-15,1 1-96 0,0 2 0 16,0 1-16-16,1 0 0 0,0 0-320 0,0-1-176 16,1 2 192-16,0 1-192 0,0-1 0 0,0-1 0 0,1 2 0 15,-1-1 0-15,0 0 0 0,0-2 0 0,0 0 0 0,-1 0 0 16,1 0-192-16</inkml:trace>
  <inkml:trace contextRef="#ctx0" brushRef="#br0" timeOffset="46862.03">12285 5500 911 0,'0'-2'0'0,"0"-1"0"16,0 3 0-16,0-2 0 0,0 2 240 0,0-1-48 0,-1-1 0 0,1-2 0 15,-1-1-192-15,1-1 0 0,1 0 0 16,-1-1 0-16,1 2 0 0,-1 0 0 0,0 3 0 0,0-3 0 15,0 1 288-15,1 1-32 16,-1 2-16-16,0 0 0 0,0 1 512 0,0-2 96 0,-1 2 32 0,1 2 0 0,0-1 16 0,-1 0 0 16,0 1 0-1,-1 1 0-15,1-1-48 0,0-1 0 0,0 1 0 0,1 0 0 16,0-2-32-16,0 0-16 16,0 0 0-16,1-2 0 0,-1 0 16 0,0 1 0 15,1-3 0-15,-1 1 0 0,1 1-144 0,-1 0-32 0,-1-1 0 0,1-2 0 16,-1 3-160-16,1 0-32 15,-1-1-16-15,-1 1 0 0,2 0-64 0,-1 1-16 16,0 1 0-16,1 1 0 0,-1 1 96 0,1 0 32 0,-1 1 0 0,1 1 0 16,0 1-96-16,0 1 0 0,0 2-16 0,0-1 0 15,0 3-144-15,0-1-32 0,0 1 0 0,0 1 0 16,0 1-32-16,0-12-16 0,0 0 0 0,2 35 0 16,-2-24-16-16,0-1-128 0,0-10 192 0,0 0-64 15,-1 38-128-15,0-27 0 0,1-1 144 0,-1 3-144 16,0-1 0-16,0 2 0 0,-1-2 0 0,2-12 0 0,-1 29 0 0,1-29-192 15,-1 27 64-15,1-27 0 16,-1 30-448-16,1-30-64 0,0 0-32 0,2 45 0 16,-2-45-160-16,0 0-16 0,6 40-16 0,-6-40 0 15,0 0-624-15,10 38-128 0</inkml:trace>
  <inkml:trace contextRef="#ctx0" brushRef="#br0" timeOffset="47113.61">12272 6136 911 0,'0'5'0'0,"0"-2"0"0,0 0 0 0,0 0 0 16,0-1 1088-16,0 0 128 0,0 3 16 0,0 4 16 15,0-9 672-15,0 0 128 16,-1 36 16-16,1-36 16 0,0 0-80 0,-1 26-16 16,1-18 0-16,-1-2 0 0,0 2-704 0,1-2-160 15,-1 2-32-15,1 1 0 0,0-2-496 0,0 3-96 0,-1-1-32 0,1-2 0 16,-1 4-256-16,1 0-48 15,-1 1-16-15,1 0 0 0,-1 2-144 0,1-14 0 16,0 0 0-16,0 36 0 16,0-36-768-16,0 0-16 0,2 37-16 0,-2-37 0 15,0 0-608-15,2 35-128 0,-2-35-32 0,0 0-4336 0,1 32-880 0</inkml:trace>
  <inkml:trace contextRef="#ctx0" brushRef="#br0" timeOffset="47540.52">12281 6685 3679 0,'-1'7'160'0,"0"-2"32"0,1 0-192 0,0-3 0 16,0 0 0-16,0-1 0 0,0 2 1120 16,-1 1 176-16,1 1 48 0,0 4 0 15,-1-1 128-15,1 0 16 0,0-8 16 0,0 0 0 16,-1 31-576-16,1-31-112 0,0 0-32 0,0 31 0 0,0-31-320 0,0 0-64 0,1 32-16 0,-1-32 0 16,0 0-192-16,2 32-64 0,-2-32 0 0,0 0 0 31,0 34-560-31,0-34-112 0,0 0-32 0,0 35 0 15,0-35-832-15,0 0-160 0,-1 33-32 0,1-33-16 16,0 0 144-16,-1 31 16 0,1-31 16 16,0 0 0-16,1 29 528 0,-1-29 96 0,0 0 32 0,2 30 0 15,-2-22 320-15,0-8 64 0,0 0 16 0,1 29 0 0,-1-29 384 0,0 0 0 16,0 27 0-16,0-27 0 0,0 0 640 0,0 29 144 16,0-29 48-16,0 0 0 0,1 31 112 0,-1-31 16 15,0 0 16-15,1 28 0 0,-1-28-208 0,0 0-32 0,0 0-16 16,2 38 0-16,-2-38-32 0,0 0-16 15,0 26 0-15,0-26 0 0,0 0-128 0,0 31-32 16,0-31 0-16,0 0 0 0,0 31 0 0,0-31-16 0,0 0 0 16,0 27 0-16,0-27 96 0,0 0 32 0,1 27 0 0,-1-27 0 15,0 0-304-15,3 28-64 0,-3-28-16 0,0 0 0 0,2 29-240 16,-2-29 0-16,0 0 128 0,1 31-128 0,-1-31 0 0,0 0-240 16,0 31 48-16,0-31 16 15,0 0-624-15,0 29-128 0,0-29-32 0,0 0-6576 0</inkml:trace>
  <inkml:trace contextRef="#ctx0" brushRef="#br0" timeOffset="47875.59">12316 7771 2751 0,'0'0'128'0,"0"0"16"0,0 0-144 0,-3 18 0 16,3-17 0-16,0 1 0 0,0 1 848 0,-1 2 144 0,1-5 32 0,0 0 0 15,-2 26 256-15,2-26 48 16,0 0 16-16,-1 27 0 0,1-27-288 15,0 0-48-15,0 0-16 0,1 30 0 0,-1-30-144 0,0 0-16 16,0 26-16-16,0-26 0 0,0 0-176 0,1 28-16 0,-1-28-16 16,0 0 0-16,1 27-288 0,-1-27-64 0,0 0-16 0,0 0 0 15,4 35-240-15,-4-35-240 16,0 0 48-16,0 0 16 16,2 29-400-16,-2-29-96 0,0 0-16 0,-1 21 0 15,1-21 160-15,0 0 16 0,0 0 16 0,1 31 0 16,-1-31-96-16,0 0-32 0,-1 23 0 0,1-23 0 15,0 0 48-15,0 0 0 0,1 29 0 0,-1-29 0 0,0 0 336 0,0 0 80 0,-1 28 16 0,1-28 0 16,0 0 272-16,0 0 64 0,0 0 16 0,0 0 0 16,-1 19 160-16,1-19 16 0,1-2 16 0,-1-1 0 15,2 1-816-15,-1-3-160 0,0 0-48 16,0 1 0-16,-1-1 448 0</inkml:trace>
  <inkml:trace contextRef="#ctx0" brushRef="#br0" timeOffset="50252.26">12233 8393 8287 0,'0'0'736'0,"0"-1"-592"0,0 1-144 0,1 0 0 16,-1 0 1296-16,0 0 240 0,0-2 32 0,0 2 16 15,0 0 368-15,0-2 80 0,0-1 16 0,0 1 0 16,1-1-336-16,-1 3-64 0,1-2-16 0,0 0 0 0,0 0-480 0,0-1-112 15,0 1-16-15,0 2 0 0,-1-1-304 0,0 1-64 16,-1 0-16-16,0 0 0 16,0 3-80-16,-1 0-32 0,0 1 0 0,0 1 0 0,-2 2-192 0,-1 3-32 15,2 1-16-15,-2 4 0 0,1 1-80 0,0 1-16 16,4-17 0-16,-7 34 0 16,7-34-192-16,-4 33 176 0,4-33-176 0,0 0 160 0,0 40-160 0,0-40 0 15,0 0 0-15,0 0 128 0,0 0-128 16,0 0 0-16,21 36 0 0,-16-35 128 15,1-1-128-15,0-1 0 0,0 0 0 0,0-4 0 16,0 3 128-16,1-3-128 0,-2 0 128 0,1 1-128 0,-1-1 0 0,0-1 0 0,0 0 128 0,0 1-128 16,1-1 0-16,-3 1 0 0,2 1-192 0,-1-1 192 15,-2 1-288-15,2 0 64 0,-1-3 16 16,1 2 0-16,-2 0-304 0,2-2-64 0,-1 0-16 0,0 0 0 31,0-3-48-31,-1-1-16 0,2 1 0 0,-1-4 0 0,1 2 160 0,0 0 48 16,1-4 0-16,-2 4 0 0,2 0 192 0,-1 3 32 0,0 0 16 0,-2 3 0 15,1 1 208-15,-1 2 0 0,-1 2 0 0,0 2 0 0,-1 2 0 16,-1 2 208-16,0 2-16 0,-1 1 0 0,-1 1 432 16,1 0 80-16,0 3 0 0,-1-1 16 0,3-11 0 15,-4 23 0-15,2-12 0 16,0-1 0-16,1-1-160 0,-1 1-48 0,1-1 0 0,0-2 0 0,0 1-176 0,1-2-32 16,-1 2-16-16,1-3 0 0,1 4-64 0,-1-2-16 15,1 2 0 1,0-1 0-16,-1-8-48 0,0 0-16 0,0 0 0 15,0 0 0-15,11 38-144 0,-11-38 192 0,0 0-192 0,0 0 192 16,0 0-192-16,0 0 0 0,33 26 0 0,-26-28 0 31,0 1-592-31,0-4-160 0,0 2-16 0,0-3-16272 0</inkml:trace>
  <inkml:trace contextRef="#ctx0" brushRef="#br0" timeOffset="50633.43">12572 8528 1839 0,'3'0'0'0,"-1"-2"160"0,0 1-160 0,0 1 0 16,-1 0 0-16,0 0 0 0,0 0 1648 0,1-2 288 15,2 2 64-15,0-3 16 0,1 1 272 0,0-2 48 16,-1 1 16-16,-1 0 0 0,0 1-320 0,0 0-64 15,-3-2-16-15,1 3 0 0,0-2-480 0,-2 1-80 16,1 0-32-16,-1 2 0 0,-1-2-400 0,-1 0-64 16,-1 2-32-16,0 0 0 0,-1 0-96 0,-1 2-32 15,1 0 0-15,-2 0 0 0,1 1-96 0,-1 2-32 0,1-1 0 0,-1 1 0 16,1 0-64-16,0-1-16 16,1 2 0-16,0 0 0 0,0 1-176 0,2 0-32 0,-1 3-16 0,1-3 0 15,1 0-96-15,1 0-16 0,1-7 0 0,0 0 0 16,0 0-16-16,0 0-16 0,0 0 0 0,0 0 0 15,32 33-32-15,-32-33-128 0,0 0 192 0,32 3-64 16,-20-5-128-16,0 1 0 0,-1-1 0 0,2 0 128 16,-1-2-128-16,0 1 0 0,-2 0 0 0,0 1 0 15,1-2-384-15,0 1-96 0,0 3-32 0,-3-2-17728 16</inkml:trace>
  <inkml:trace contextRef="#ctx0" brushRef="#br0" timeOffset="53212.76">10854 4838 5471 0,'2'-1'480'0,"-1"0"-480"0,0-1 0 0,-1 2 0 15,0 0 656-15,0 0 48 0,1-2 0 0,0 1 16 0,0-1 112 0,0-1 32 16,-1 1 0-16,-1 1 32 0,1 0-176 0,-2 1-16 16,0 1-16-16,-1 0 32 0,1-1-320 0,-3 2-64 0,0 1-16 0,0 0 32 15,0 1-96-15,-1 0 0 0,-1 0-16 0,-2 2 16 16,-1 4 80-16,-1-1 16 15,-1 3 0-15,-3 0 32 0,-2 3-224 0,-4 3-32 0,-3 1-128 16,-3 3 224-16,-4 3-224 0,-1 1 0 16,-5 6 0-16,1-2-128 0,3 1 128 0,0-4 0 0,2 1 0 0,1 0 0 15,2-4 0-15,1 0 144 0,3-1 16 0,0-2 32 16,3-1 0-16,0-2 0 0,-1 1 0 0,3-2 32 16,1-1-224-16,1-3-192 0,3 1 48 0,0 0 144 0,2-2-192 0,0-1 192 15,1-1-192-15,2 0 192 0,2-3-144 0,0 1 144 16,2 0-128-16,1-3 128 15,0 0-496-15,1-2-16 0,3 1 0 0,0-2-4352 16,1 3-896-16</inkml:trace>
  <inkml:trace contextRef="#ctx0" brushRef="#br0" timeOffset="53817.27">10989 5329 2751 0,'6'-4'128'0,"-2"3"16"0,1-1-144 0,-2 2 0 0,-2-2 0 0,0 2 0 16,0 0 272-16,1-2 32 0,2 1 0 0,0-1 0 15,0-1 0-15,0 1 0 0,-1 2 0 0,-2-1 0 16,0 0 320-16,-1 1 64 16,-1 1 16-16,-1 0 0 0,-2 1-48 0,-1-1 0 0,0 1 0 0,-2 3 0 15,0-3-160-15,-1 2-48 0,-2 2 0 0,0 0 0 16,0 0 128-16,-1 1 0 0,-1 3 16 0,-1 1 0 16,-2 1-112-16,-2 2-32 0,-1 2 0 0,-2 2 0 15,0 2-128-15,-4 3-16 0,-4 2-16 16,-3 1 0-16,1 0-288 0,-5 2 128 0,-4 3-128 0,-1-1 0 0,-1-1 160 0,-1 5-160 15,0-1 128-15,1 2-128 0,2 1 368 16,-1 0-16-16,3-3 0 0,-1-2 0 0,0-1 480 0,0-1 112 16,3-3 16-16,2 0 0 0,2-2-384 0,0 2-80 15,0 2-16-15,0-2 0 0,2 3-48 0,-1-3-16 16,1 0 0-16,0 0 0 0,0-1-160 0,1-2-16 16,3-4-16-16,3 0 0 0,2-3-224 0,3-2 0 15,2 0 0-15,3-2 0 0,3-2-160 0,2-5 160 16,2 2-128-16,2-3 128 15,2-1-704-15,3-3-48 0,1 0-16 0,4-3-6176 0,2-1-1248 0</inkml:trace>
  <inkml:trace contextRef="#ctx0" brushRef="#br0" timeOffset="54868.45">11134 6064 2751 0,'1'-1'256'0,"1"0"-256"0,-1-1 0 0,-1 2 0 16,1-1 416-16,0 1 32 0,0-2 16 0,2 0 0 15,1-1-320-15,-1 1-144 0,0-2 128 0,1 3-128 16,-2-1 0-16,-1 0 0 0,-1 1-224 0,0 1 80 16,-1 0 144-16,0 1-192 0,-3 1 192 0,0 1-192 15,0 1 192-15,-2-2 144 0,0 3-16 0,-1 0-128 16,1-1 496-16,0-1-16 0,-1 4 0 0,-2-3 0 15,4-1 160-15,-2 2 16 0,-1-1 16 0,-2 2 0 16,-1 0 16-16,0 2 0 0,-1-2 0 0,0 2 0 16,0 1-96-16,0-2-16 0,-1 3 0 0,0-1 0 15,0-1-256-15,-1 2-48 0,0 1-16 0,-1-2 0 0,2 1-80 0,-1 1-32 16,0-1 0-16,1-2 0 0,1 1-144 0,-1 0 160 16,0 3-160-16,-1-2 160 0,0-1-160 0,0 1 0 15,-1 1 0-15,-1 0 0 0,2 0 0 16,-2 1-144-16,0-3 144 0,-3 3 0 0,-1 0-224 0,0 0 64 15,0-1 16-15,2 1 0 0,-3 0 16 0,0 2 0 16,0 0 0-16,-3 3 0 0,2 0 128 0,-1 0 0 0,1 4 0 0,-1-2 0 16,1 2 0-16,0-2 0 0,1 1 128 0,-1-2-128 15,1 1 128-15,-1-2-128 0,-2 2 128 0,0-3-128 16,-1 3 224-16,-1-4-32 16,2 1 0-16,5-3 0 0,1 0 64 0,0-1 0 15,-2 2 0-15,-1 2 0 0,-1 1-80 0,-1 1-16 16,0 0 0-16,-1 1 0 0,1-1-160 0,-1 0 0 15,0 0 0-15,-1 1 128 0,0 0-128 0,0-2 0 16,1-1 0-16,1-1 0 0,2-1 0 0,1 0 0 16,0 0 0-16,0 0 0 0,3-1 0 0,-2 3 0 0,1-2 0 15,-1 1 0-15,1 1 0 0,-1-2 0 0,0 1 0 16,0 1 0-16,0-2 144 0,0-1-144 0,0 3 160 0,1-4-160 16,-1 2 208-16,2 0-48 0,-2 0-16 15,1 1 0-15,1 1-144 0,0-4 0 0,1 2 144 0,1-2-144 16,0-2 0-16,0 2 0 0,1 1 0 0,1-3 0 0,1 2 0 15,0-3 0-15,0 3 0 0,-1-2 0 16,3 1 0-16,-1-2 0 0,0 2 0 0,3-4 128 16,2 1-128-16,-1-2 128 0,2 1-128 0,0-2 128 15,1-2-128-15,3 1 0 0,1-3 0 0,3-1-7824 16</inkml:trace>
  <inkml:trace contextRef="#ctx0" brushRef="#br0" timeOffset="55966.09">11351 6501 2751 0,'1'-1'256'0,"-1"1"-256"15,0-2 0-15,-1 2 0 0,1 2 640 0,0-2 64 0,-1 0 32 0,-1 0 0 16,-1 1 112-16,-2 1 32 0,0 3 0 16,-3-1 0-16,1 1-336 0,0 2-64 0,-3 1-16 15,1 1 0-15,0 0-160 0,-1 1-48 16,0-1 0-16,1 0 0 0,-1 1-64 0,-1 0 0 16,0-1-16-16,0 0 0 0,0 1-32 0,-2 0 0 0,0 1 0 0,-3-1 0 15,0 4-144-15,-3 0 0 0,-2 3 0 0,-1-3 0 16,-1 1 0-16,0 1 0 0,3-4 0 0,-2 2 0 0,-1-2 0 15,0 2 0-15,1 0 0 0,-1 1 0 0,2-1 0 16,1 0 0-16,-1 2 0 16,-1 1 128-16,0 0-128 0,0-1 192 0,0 1-192 0,-2 0 192 15,0 1-64-15,-3 2 0 0,-2-1 0 0,1 0 0 16,3-3 48-16,-1 1 0 0,-2 2 0 0,3-3 0 16,3-1-176-16,-3 2 128 0,0 3-128 0,-1 0 128 15,-2 1-128-15,0 0 160 0,0 0-160 0,-2-2 160 0,3 3-160 16,-2-3 160-16,0 2-160 0,0-2 160 15,2-2-160-15,2-1 0 0,2 0 0 0,1 1 128 0,1-2-128 0,-3 1 192 16,0 3-192-16,0-2 192 0,3-2-48 16,-3 3 0-16,-2 1 0 0,-3-2 0 0,0 4 0 15,0-2 0-15,-1 1 0 0,1 0 0 0,1 1-16 0,1 2-128 16,2 0 192-16,-1-2-64 0,1 0-128 0,0 1 160 0,1-3-160 16,0 2 160-16,2-4-16 0,-1 1 0 15,-3-1 0-15,2-1 0 0,3-4-144 0,-1 2 0 16,-1 1 144-16,-2 0-144 0,0 2 0 0,1 0 128 15,0 0-128-15,-1 0 0 0,1 0 0 0,1 1 0 16,0-1 0-16,1 0 128 0,0-1-128 0,1-1 0 16,1-3 0-16,1 0 0 0,2-3 160 0,1 0 64 15,0 1 16-15,2-4 0 0,3 0-48 0,1 0-16 0,-1-1 0 16,2 0 0-16,1 0-176 0,0 0 160 0,1-1-160 16,0 1 160-16,0 0-160 0,0 0 0 0,0 0 0 15,1 1 0-15,-1-1 0 0,1 1 0 0,-1 0-128 16,2 0 128-16,-2 0-224 0,2 1 32 15,-1-2 0-15,1 2 0 0,3-5 192 0,-2 3-192 0,1-2 192 0,1 1-192 16,0-2 192-16,2-1 0 0,1-1-160 0,2-1-7904 16</inkml:trace>
  <inkml:trace contextRef="#ctx0" brushRef="#br0" timeOffset="57652.62">12260 5948 2751 0,'0'0'256'0,"1"-2"-256"0,-1 2 0 0,1 0 0 16,-1 0 576-16,1-2 64 0,0 1 0 0,0-1 16 0,1 0 240 0,0-1 64 16,0 1 0-16,-1 0 0 0,-1 1 0 0,1-1 16 15,-1 2 0-15,-1 0 0 0,0 2-432 16,-1-1-96-16,-1 1 0 0,-1 0-16 0,0 3-224 16,-2 0-32-16,0-1-16 0,-3 2 0 15,1 0-160-15,-2 1-224 0,-1-2 48 0,1 2 16 0,-2 0-16 0,0-2 0 16,0 2 0-16,2-2 0 0,1 0 176 0,-2-1 0 0,-2 1 0 15,-1 1 0-15,-2 0 0 0,-2 1 0 0,2 3 0 16,-3-3 176-16,-1 4-48 0,-3 1-128 16,0 2 192-16,-2 3-64 0,-1 0-128 0,0-1 0 0,-1 1 0 0,0 2 0 15,1 0 144-15,0-2-144 0,1 1 160 0,2-3-160 16,4-1 224-16,1-2-48 0,2-1-16 0,2-1 0 16,3 0-400-16,3-3-80 0</inkml:trace>
  <inkml:trace contextRef="#ctx0" brushRef="#br0" timeOffset="58967.02">12216 6476 1839 0,'1'0'160'15,"0"-2"-160"-15,-1 2 0 0,0 0 0 0,0 2 448 0,0-2 48 16,0 0 16-16,0 0 0 0,0 0-64 0,0 0 0 16,-1 3 0-16,-1-3 0 0,-1 1-16 0,0 3-16 0,1-2 0 15,-2 0 0-15,0 3-32 0,-1-2-16 16,0 1 0-16,-1 1 0 0,0 0 16 0,-1 0 0 15,0 2 0-15,0 0 0 0,-1 0-16 0,0 3 0 16,-1-1 0-16,-1 0 0 0,0 1-112 0,-1-3 0 0,-1 3-16 0,1 1 0 16,0-1-240-16,-1-3 144 0,0 2-144 15,1 1 128-15,0-3-128 0,0 2 0 0,-1 1 0 0,-1 0 0 16,0 1 0 0,0-1 0-16,0 4 0 0,-2-2 0 0,1-2-224 0,1 1 80 15,0 1 16-15,1 0 0 0,1-3 128 0,-1 1 0 0,-2 1 0 0,-2 1-128 0,1 0 128 16,-1 0 0-16,-1-1 0 0,1 2 0 0,-1-1 0 0,0 1-128 15,0 0 128-15,0 0 0 0,0 0 0 0,0 1 128 16,1 1 0-16,-1-2 0 16,0 0 0-16,0 1 0 0,0 0 0 0,-1 0 0 0,2-2-128 0,-1 0 144 15,2 0-144-15,-3 0 160 0,-4 4-160 0,-1 1 0 16,2-4 144-16,-2 2-144 0,-2 2 0 0,-1-2 128 16,-1 3-128-1,-1 1 0-15,2 0 128 0,1 0-128 0,0 1 160 16,-1 0-160-16,0 1 128 0,0 1-128 0,0-1 0 0,-1 0 144 15,0-1-144-15,-1-1 0 0,2 0 0 0,0-3 0 0,0 1 128 16,0 0-128-16,1-1 128 0,2-2-128 0,1 1 128 0,1 3-128 16,-2-1 0-16,0 0 128 0,-1 0-128 15,0 1 0-15,0-1 0 0,-2 2 0 0,-1-1 0 16,-2 0 0-16,1 0 0 0,0 1 128 16,2-2-128-16,1-3 0 0,1 2 0 0,1-4 0 15,3 2 0-15,0 1 0 0,-2 0 0 0,2-1 0 0,0 0 0 0,3 0 0 16,-1-2 0-16,0 2 0 0,-2-2 0 15,1 0 0-15,-2 2 0 0,0-2 0 0,1 0 0 16,0 0 0-16,-1 2 0 0,1-2 0 0,1 2 0 0,1 0 0 16,0-1 0-16,1 0 0 0,1 1 0 15,0 0 0-15,1-2 0 0,-1 0 0 0,1 0 0 0,1 0 0 16,0-2 0-16,1 1 0 0,1-4 0 0,0 1 0 16,3 1 0-16,-1-2 0 0,3-2 0 0,1 0-144 15,0-1 144-15,0 1-160 16,3-3-640-16,-1 1-128 0,2-1-32 0,0-2 0 15,1 2-400-15,0 1-96 0,1-3-16 0,0 2 0 0,0-1 1152 0,0 1 320 16,1-2 0-16,-1 2 0 0,1-1 0 0,-1 0-144 16</inkml:trace>
  <inkml:trace contextRef="#ctx0" brushRef="#br0" timeOffset="60699.57">12294 6024 3903 0,'-3'-2'0'16,"2"-1"0"-1,0 3 0-15,1 0 0 0,0-2 0 0,0 1 0 16,-1 1 0-16,0-3 0 0,-1 0 0 0,1 0 0 15,-1-1 0-15,1 3 0 0,0-1 0 0,-1 1 0 16,1 0 0-16,-1 1 0 0,1 0 0 0,-1 0 0 0,1 1 0 16,-2-1 0-16,1 1 0 0,-2 1 0 15,1-2 0-15,0 1 0 0,-1 1 0 0,-1 0 0 0,2-2 0 0,-2 3 0 0,1-1 0 0,1-1 0 32,-2 0 0-32,1 1 0 0,2 1 0 0,-2-2 0 0,0 1 0 15,0 0 0-15,2-2 0 0,-2 1 0 16,2-1 0-16,-1-1 0 0,1 1 0 0,1-2 0 15,0 0 0-15,0 1 0 0,2-2 0 0,-1 1 0 0,1 0 0 0,0-3 0 0,1 3 0 16,0-1 0-16,0 0 272 0,1-1 112 0,0 2 32 0,1-3 32 16,0 3 192-16,1-2 32 0,-1 1 16 0,2-2 16 15,-1 1 48-15,3-1 16 0,-1 0 0 0,1 0 16 16,3-2-176-16,-1 0-32 0,2 0-16 0,0-1 16 16,0-1-288-16,1 2-48 0,0-3-16 0,1 1 32 15,0 0-16-15,1-2 0 0,0 0 0 0,1 0 16 16,0 1 64-16,1-2 0 0,0 0 0 0,0 0 0 0,2-2-64 15,-2 2 0-15,1 0-16 0,-1 1 16 0,1-1 16 16,0 0 0-16,-1 0 0 0,0-1 16 0,1 0-288 0,0 1 160 16,1-2-160-16,0 0 160 15,2-1-160-15,-1-1 0 0,0 2 0 0,2 1 0 0,0 0 0 0,-1 0 0 16,2 0 0-16,-1 0-128 16,0 1 128-16,0 1 0 0,0-1-144 0,-2 1 144 0,-3 3 0 0,-2-2 0 15,0 1-128-15,-3 2 128 16,-2 2 0-16,-4 1-160 0,1 1 160 0,-4 3-128 0,1-2-208 15,-2 4-48-15,-1-2 0 0,-1 3-6624 0</inkml:trace>
  <inkml:trace contextRef="#ctx0" brushRef="#br0" timeOffset="61715.94">12221 6552 4239 0,'0'0'384'0,"0"0"-384"0,0-2 0 0,0 2 0 16,0 0 512-16,1-1 48 0,0 0 0 0,0-3 16 15,1 0-16-15,1 1 0 0,1-2 0 0,-1 0 16 0,2 1-240 16,0 0-32-16,0-1-16 0,2 1 16 16,-1-3-112-16,2 2-32 0,1-2 0 0,1 1 16 15,0 0 80-15,0-1 0 0,3-3 16 0,1 1 16 16,2-2 64-16,1 1 16 0,1-1 0 0,3-1 16 16,1-1 112-16,2 0 16 0,1 0 0 0,1-1 0 15,0 0-336-15,-1-3-176 0,1 2 160 0,-2-2-160 16,-1 2 0-16,0-2 0 0,-2 0 0 0,-1 1 0 15,2-3 0-15,-2 2-192 0,1-2 32 0,0 2 16 0,-1 1-48 16,3-3 0-16,2 0 0 0,0 1 16 0,1 1 176 0,-2 2 176 16,-1 1-48-16,2-4 16 0,-1 1-144 15,0 1 160-15,-1 1-160 0,0-2 160 0,-1 1-160 0,-1 1 0 16,0 1 144-16,1 0-144 0,0 2 0 16,1-2 0-16,0 2 0 0,2-2 0 0,0-1 0 0,-2 1 0 0,1 0 0 15,-3 0 0-15,0 2 0 0,-2 0 0 0,0 0 0 16,0 1 0-16,-1-1 0 0,0 2 0 0,1-3 0 15,-1 1 0-15,-3 2 0 0,0 2 0 0,1-1 0 16,-1-1 0-16,-3 3 0 0,0 0 0 0,1-2 0 16,2 2 0-16,-3-1 0 0,-1 4 128 0,0-3-128 0,-2 3 128 15,0-1 192-15,-1 1 64 0,-1 1 0 0,0 0 0 16,-2 0-16-16,0-2 0 0,-1 3 0 16,-1 0 0-16,0 0-112 0,-1 1-32 0,0-1 0 0,-1 2 0 15,0 0-96-15,-1-2 0 0,-1 2-128 16,0 0 192-16,0 2-432 0,-1-2-80 0,-1 0-32 0,1 2 0 31,1-1-624-31,-2 1-128 0,1 0-32 0,1 0 0 16,0-1-192-16,1 1-32 0,0 0-16 0,0-2-2960 0</inkml:trace>
  <inkml:trace contextRef="#ctx0" brushRef="#br0" timeOffset="63177.76">13965 6093 5167 0,'-3'-1'448'0,"0"1"-448"0,2 0 0 0,0 0 0 0,0 0 0 0,1 0 0 15,-1 0 0-15,0 0 0 0,-1 0 448 0,-1 0 64 0,0 1 0 16,-2 1 0-16,0 1-144 0,0 1-32 0,-1-1 0 0,0 2 16 15,-2 1 0-15,2-1 0 16,-2 1 0-16,0 0 16 0,1 1-96 0,-1-3-16 0,1 4 0 0,-1-3 16 16,2 2-128-16,-2 0-16 15,1 0-128-15,-1 0 192 0,1 0-192 0,-1 0 128 0,-1 0-128 0,1-1 0 16,-1 2 224-16,0 0-64 16,-2-1-16-16,0 2 16 0,0 1 0 0,-3 0 0 15,-1 1 0-15,-1 1 0 0,-1 0-160 0,-2 0 0 16,0 2 0-16,-2 0 0 0,-2-2 0 0,1 2 0 15,2-2 0-15,-1 2 0 0,2-2 0 0,-3 5 0 0,-3-1 0 16,0 1 0-16,0 2 0 0,-1 0 0 0,-1 2 0 0,-3 1 0 16,-2 1 0-16,0-1 0 0,-1 1 0 0,2-1 128 15,1-4-128-15,1 0 0 0,2 0 144 0,0 1-144 16,-1 0 128-16,1 1-128 0,2 0 128 0,-3-1-128 16,-1 1 0-16,-1 1 0 0,-1-2 0 15,0 2 128-15,-2 3-128 0,1-2 0 0,0 3 0 0,1 1 128 16,1-2-128-16,0-1 0 0,-1 2 0 0,-4 1 0 0,-3 2 0 15,-1-2 0-15,3-3 0 0,1 1 0 0,-1-2 0 16,1 2 0-16,-1 2 0 0,1 0 0 16,0 0 0-16,-1 1 0 0,0 0 0 0,-2-2 0 0,0 0 0 15,0-1 0-15,0-3 0 0,2 0 0 0,3 1 0 16,0 0 0-16,2 1 0 0,-1 0 0 0,3-1 0 0,-2 2 0 16,-1-1 0-16,-2 1 0 0,-1 0 0 0,2 0 0 15,0 1 0-15,3-2 0 0,3-3 0 0,1-1 0 16,0 0 0-16,1 0 0 0,-1 0 0 0,2 0 0 15,2-3 0-15,-2 1 0 0,-2 2-128 0,-2-2 0 0,1 2 0 16,0-1 0-16,2-1 128 0,1 0 0 0,1-1 0 16,3 2 0-16,0 0 0 0,3-4 0 0,0 0 0 15,0 0 0-15,2-1 0 0,0-1 0 0,0-1 0 16,1 1 128-16,0-2-128 0,2 0 0 16,0-2 0-16,1 2 0 0,1-3 0 0,0-2 0 0,4 0 0 15,-1-1-192 1,4-1-528-16,0-3-112 0,3 1-32 0,2-2 0 0</inkml:trace>
  <inkml:trace contextRef="#ctx0" brushRef="#br0" timeOffset="64235.86">14211 6631 2751 0,'0'0'256'0,"-1"0"-256"16,1 0 0-16,-1 0 0 0,1 2 432 0,-1-2 32 16,0 0 16-16,-2 3 0 0,0-1-144 0,-2 2-16 15,-1 1-16-15,1-1 0 0,-3 0-48 0,2 3 0 16,-2-3 0-16,0 2 0 0,0 0 48 0,-2 2 0 16,-1 1 0-16,-1-1 0 0,-1 0-32 0,-1 2 0 15,0-1 0-15,2 1 0 0,-1-3-144 0,1 0-128 0,-2 5 144 0,-3-2-144 16,0 2 256-16,0 0-32 15,-1 1-16-15,0 0 0 0,1 1-208 0,-1 2 144 16,0-2-144-16,1 0 128 0,-1 3-128 0,0 0 0 16,-2-3 0-16,0 0 0 0,-1 2 0 0,0-1 0 0,-1-1 0 0,0-4 0 15,4 1 0-15,-3 1-176 0,-6 2 176 16,-1 1-128-16,1-1 128 0,1 0-128 0,0-2 128 16,3 0-128-16,5 0 128 0,-2-1 0 0,-2 4 0 0,-3-1 128 15,0 3-128-15,-2-1 0 0,-1-1 0 0,-3 2 0 16,1 1-176-16,-2 1 176 0,-1 2-208 0,0 1 80 15,4-3 128-15,1 1 0 0,1-2 0 0,-1 3 0 0,-1-2 0 16,0 2 144-16,-1 1-144 0,1-3 160 16,5-3-160-16,-3 1 160 0,-5 2-160 0,-2 0 160 15,2 0-160-15,-1 2 0 0,1 1 0 0,0-1 0 16,0 2 0-16,1-1 0 0,0 0 0 0,-2 1 0 0,0-2 0 0,0 1 160 16,-1-4-160-16,1 2 160 0,0-2-160 0,3 1 0 15,1-2 0-15,2-1 128 0,0 2-128 0,0 0 0 16,0 1 0-16,0-2 0 0,-1 1 0 15,-1-1 0-15,0 2-128 0,1-2 128 0,2 2-160 0,1-3 160 16,2 1-208-16,3-2 80 0,0 1-80 0,3-4-16 16,2-3 0-16,-1 3 0 15,0-2-400-15,1 1-80 0,0 1 0 0,1-2-16 0,1 0 720 0</inkml:trace>
  <inkml:trace contextRef="#ctx0" brushRef="#br0" timeOffset="65428.8">14411 6980 1839 0,'0'-1'160'0,"-1"1"-160"16,1 0 0-16,0 0 0 0,0 0 512 0,-1-2 80 16,1 2 16-16,-1-2 0 0,1 1 304 0,-1-1 64 15,0 0 16-15,1 2 0 0,0-2-144 0,0 2-16 16,-1 0-16-16,-1 2 0 0,0-1-400 0,-1 2-80 15,0 0-16-15,-1 2 0 0,-2-1-144 0,0 1-48 0,-2 0 0 16,0 2 0-16,0 0 112 0,-1 1 16 16,-1 0 0-16,-1 2 0 0,0 1 0 0,0 0 0 15,-2 3 0-15,0-2 0 0,0 2-32 0,-1 0 0 16,-1 2 0-16,-1 1 0 0,1-2-32 0,-1 1 0 0,-1 1 0 0,-3 2 0 16,0-1 0-16,-3 4-16 0,-2-1 0 0,-2 0 0 15,0 2-48-15,-1-3-128 0,0-1 192 16,1 1-64-16,1-2-128 0,0-1 0 0,0 2 0 0,1-2 128 15,0 1-128-15,1-1 0 0,2 0 144 0,-3 2-144 0,-2-1 0 16,-1 2 144-16,0-2-144 0,-2 2 0 16,1 0 128-16,1 2-128 0,1 2 0 0,1-3 0 0,3 0 0 15,-2 1 0-15,-1 0 128 0,0 1-128 16,2-2 0-16,-1 1 0 0,-1 1 128 0,1-4-128 16,3 0 128-16,-3-2-128 0,0 0 192 0,-1 1-192 15,2-1 384-15,1-1-48 0,1-2 0 0,1 1 0 0,1 0 16 16,2-2 0-16,0 2 0 0,0-3 0 0,0 0-64 15,1-1-16-15,3-2 0 0,0-1 0 0,2-1-80 0,0 0 0 16,0-2-16-16,3 0 0 0,1-1-32 0,1-1 0 16,2 1 0-16,0-3 0 0,1 1-144 0,2 0 0 15,0-2 0-15,0 2 0 0,0 1-208 0,1-1-80 0,0 1-16 16,0 0 0 0,-1 0-480-16,1 3-112 0,-1-2 0 0,-1 1-16 15,1 0 32-15,-1 0 16 0,0 2 0 0,1-3 0 16,-2 1 224-16,1 0 32 0,1-3 16 0,1 0-5376 0</inkml:trace>
  <inkml:trace contextRef="#ctx0" brushRef="#br0" timeOffset="66549.42">14760 7222 3679 0,'0'-1'320'0,"0"1"-320"16,0 0 0-16,-1 0 0 0,1 0 672 0,-1 0 64 0,0 0 16 15,0 0 0-15,-1 1-160 0,-1 1-16 0,0 0-16 0,-1-1 0 16,0 2-176-16,0-2-16 0,-1 3-16 16,0-1 0-16,0 1-96 0,-1-1-32 0,1 2 0 0,-2-2 0 15,1 3-32-15,-2-1 0 16,1-1 0-16,-1 1 0 0,0 2 96 0,0-1 16 0,-2 2 0 0,1-2 0 15,0 3 16-15,-1-2 16 0,-1 1 0 0,-1 3 0 16,0-2-160-16,-3 2-48 0,0 0 0 0,1-2 0 16,0 1 0-16,-1 2-128 0,0 2 192 15,0-2-64-15,-1 2 256 0,0 0 32 0,0 0 16 16,1-2 0-16,2 0 16 0,-2 2 16 16,-2 1 0-16,0-1 0 0,0 2-160 0,-3 1-48 0,2 2 0 0,-3 0 0 15,1 2-32-15,1-2-16 0,4-2 0 0,-1 0 0 0,-4 4-208 0,-1 0 0 16,1-2 128-1,0-3-128-15,2 2 0 0,-2 0 0 0,1-1 0 0,-2-3 0 16,2 1 128-16,0-1-128 0,2-3 0 0,2-1 144 0,1 1-144 0,-2-1 0 16,0 0 0-16,-1 2 0 0,1-1 0 0,0 1 0 15,-1 0 0 1,2-2 0-16,0 1 0 0,1 1 0 0,0-1 0 0,0 0 0 16,1-2 128-16,-1 0-128 0,1 3 0 0,-1-2 128 0,1-1 0 0,0 1 0 15,0-1 0-15,-1-1 0 0,2 1-128 16,0 0 192-16,-1-1-192 0,1-2 192 0,0 2-192 0,0-3 128 0,2 2-128 15,0-1 128-15,0 0-128 0,0-2 0 0,1 1 144 0,1-2-144 16,0 1 304 0,2-1-16-16,-1 1 0 0,3 1 0 0,-1-3-96 0,0 0 0 0,3-1-16 0,-1 1 0 15,2-2 80-15,-1 0 32 0,2 0 0 16,-1 0 0-16,1 0-48 0,1-2-16 0,-1 1 0 0,2-1 0 16,-1 1-224-16,2 0 144 0,-1-3-144 0,1 3 128 15,2-1-768-15,-2 0-144 0,1 1-48 0,1-1-9344 16</inkml:trace>
  <inkml:trace contextRef="#ctx0" brushRef="#br0" timeOffset="67696.03">13695 8118 2751 0,'0'0'256'0,"-1"-1"-256"0,1 1 0 0,-1 0 0 16,1 0 432-16,-1 0 32 0,1 1 16 0,-2-1 0 16,1 2-48-16,-2-2-16 0,-1 2 0 0,0 0 0 0,1 1 0 0,-2 0 0 15,0-1 0-15,1 2 0 16,-2-1 0-16,1 2 0 0,-2-2 0 0,1 1 0 16,-1 0 16-16,1 1 0 0,-3 0 0 0,2-2 0 15,0 1-32-15,-1 0 0 0,0 1 0 0,0-1 0 16,3-1 48-16,-2 0 16 0,1 2 0 0,0-3 0 15,2 0-64-15,-1 0-16 0,0-1 0 0,1 1 0 0,0 1 48 0,-1-1 0 16,2-1 0-16,-1 0 0 16,0 1-144-16,0 1-32 0,0-1 0 0,0 1 0 0,0-1 32 0,1 0 0 15,-1 3 0-15,0-2 0 0,1 0-80 16,-1 0-16-16,1 0 0 0,0 0 0 0,1 0-64 16,0 0 0-16,0-3-128 0,0 3 192 0,1-3 0 0,0 0-16 15,1 0 0-15,0-2 0 0,2 1 32 0,-1 1 16 16,1-3 0-16,0 2 0 0,-1-3-352 0,2 1-80 15,-1 0-16-15,1 2-5888 0,0 0-1184 16</inkml:trace>
  <inkml:trace contextRef="#ctx0" brushRef="#br0" timeOffset="68472.81">13013 8129 6399 0,'0'-2'576'0,"0"0"-576"16,0 2 0-16,0-1 0 0,0 1 0 0,0 1 0 15,-1-2 0-15,0-1 0 0,-1 0 0 0,0-1 0 16,0 1 0-16,-1 2 0 0,1-2 0 0,1 1 128 0,-2 1 128 0,1 0 48 16,1 0 0-16,-1 0 16 15,1 0 64-15,0 0 0 0,-1 0 16 0,2 0 16 16,-1 0-32-16,1 1-16 0,-1-1 0 0,0 0 16 16,0 0 0-16,0 0 0 0,0 0 0 0,-1 2 0 15,0-2 144-15,0 2 32 0,0-2 0 0,-1 3 16 16,-1-2 192-16,0 0 64 0,-1 2 0 0,-1 1 0 15,1-1-16-15,-1 1-16 0,1-1 0 0,-2 2 16 16,1-2-288-16,-1 1-48 0,1 1-16 0,-1-1 16 16,2-1-208-16,-1 1-32 0,1-1-16 0,1-1 16 15,0-1-240-15,1 0 0 0,1 1 0 0,1-2 0 0,1 1 0 0,-1 1 0 16,0-2 0-16,1 0-192 0,-1 2 16 0,0-1 0 16,0 1 0-16,0-1 16 0,-1 0 160 0,0 1 0 15,0 1-144-15,0-1 144 0,-2 1 0 16,0 0 0-16,0 0-160 0,-1 0 160 0,-1 0 0 15,2-1-144-15,-1-1 144 0,1 0 0 0,1-1 0 0,0 0-128 16,1-2 128-16,2 0 0 0,0-1-128 0,2 0 128 16,0 0-192-16,2-2-8944 0</inkml:trace>
  <inkml:trace contextRef="#ctx0" brushRef="#br0" timeOffset="69149.89">14470 6927 1839 0,'1'-2'160'0,"1"-1"-160"0,-1 1 0 0,-1 2 0 0,1-2 480 0,0 0 64 0,0-1 16 0,2-3 0 16,-1 0 368-16,0 1 80 16,1 1 16-16,-1-1 0 15,-1 2 16-15,-1 1 16 0,0 1 0 0,0 1 0 0,-1 0-112 16,0 1-32-16,-1-1 0 0,0 2 0 15,0 1-416-15,0-1-96 0,0 1-16 0,-1 0 0 0,0 0-112 16,0 0-16-16,0 0-16 0,-1 1 0 16,0-1 32-16,0 1 16 0,-1 1 0 0,-1 2 0 15,-1-1 128-15,0 0 32 0,-3 1 0 0,0 1 0 16,-2 3-48-16,-1 1 0 0,0-2 0 0,-1 1 0 16,1 1-592-16,0 0-128 0,2 0-32 0,0-2-8608 15</inkml:trace>
  <inkml:trace contextRef="#ctx0" brushRef="#br0" timeOffset="69784.34">14372 6628 5487 0,'-5'0'496'0,"3"-2"-496"0,0 2 0 0,0 0 0 0,2-2 0 0,-1 2 0 16,1 0 0-16,-1-3 0 0,0 1 0 0,0 0 0 15,0-1 0-15,0 1 0 0,-1 0 0 0,0-1 0 16,-1 3 0-16,0-2 0 0,0 4 0 0,0-4 0 16,1-1 0-16,1-1 0 0</inkml:trace>
  <inkml:trace contextRef="#ctx0" brushRef="#br0" timeOffset="70017.53">14316 6613 911 0,'2'-1'0'0,"-1"-1"0"0,0 2 0 0,0-3 0 0,-1 3 800 0,0-2 80 0,0 2 16 0,1-1 0 16,0-2 80 0,0 0 32-16,0 0 0 0,-1-1 0 0,1 1-128 15,-1-1-32-15,-1 3 0 0,0-1 0 0,0 0-96 16,-1 1-32-16,-1 2 0 0,1 1 0 0,-2-2-16 15,0 2 0-15,0 1 0 0,1-1 0 0,-2 1-32 16,0 1-16-16,1 1 0 0,-3-1 0 0,2 2-48 0,-2-2-16 16,0 3 0-16,-1 0 0 0,1-1-80 0,-2 2 0 0,-2 2-16 0,-1 0 0 15,-2 2-224 1,0-1-32-16,-1 1-16 0,-1 0 0 0,0 2-224 0,2-2 0 16,3-3 0-16,0 1-10240 15</inkml:trace>
  <inkml:trace contextRef="#ctx0" brushRef="#br0" timeOffset="71192.37">15278 7212 911 0,'2'0'0'0,"-1"-2"0"15,0 1 0-15,0 1 0 0,-1 0 448 0,1-2 16 16,0 2 0-16,1-3 0 0,-1 1 256 0,2 0 48 15,0-2 16-15,-1 1 0 0,0 2 96 0,-1-2 16 16,0 2 0-16,-1-1 0 0,1-1-16 0,-1 1 0 16,0 0 0-16,0 1 0 0,0-1-176 0,-1 2-16 0,1 0-16 0,0-1 0 15,0 0-288-15,0 1-64 0,0-2-16 0,0 1 0 16,0 1-304-16,0-2 0 0,0 2 0 0,0-2 0 16,0 1 0-16,0 1 0 0,0-2 0 0,1 2 0 15,-1 0 0-15,-1 0 0 0,1 0 0 0,-1 2 0 16,0-1 0-16,-2 3 0 0,0-1 0 0,-2 1 0 15,1 1 208-15,-3 2 96 0,0 1 16 0,-1 1 0 16,-3 1 16-16,1 1 16 0,-2 1 0 0,-1 1 0 16,0 0-224-16,-3 2-128 0,1 1 128 0,-2 1-128 15,0-1 0-15,0-2-160 0,-1 3 16 0,1-3 0 16,1 1 0-16,-1-1 0 0,1 0 0 0,-1 2 0 0,0 1 144 16,-2 2 224-16,0 3-48 0,-2-1-16 0,0 0 96 0,0 3 32 15,-1-2 0-15,0 1 0 0,0 3 32 0,-1-2 0 16,-1 4 0-16,-1-2 0 0,2-2-320 0,1-1 128 15,2 0-128-15,1-3 0 0,2-3 144 0,1-1-144 16,0 1 0-16,0-2 144 0,2 1 0 0,-1-2 0 16,-1 3 0-16,0-1 0 0,1 1 112 0,0-3 0 0,0 0 16 0,2 0 0 15,0-2-144-15,1 0-128 0,0-2 144 0,0 0-144 16,2 1 0-16,-1-2 0 0,1 0 0 0,0-1 0 16,0-1-192-16,2 1-16 0,1-2-16 0,0-1 0 31,1 0-160-31,2 0-16 0,0-2-16 0,1 1 0 0,2-2-320 0,0 0-64 15,1-2-16-15,1 0 0 16,0 0-336-16,2-2-80 0,1 1-16 0,0 0-4768 0</inkml:trace>
  <inkml:trace contextRef="#ctx0" brushRef="#br0" timeOffset="72261.39">14419 8063 2751 0,'-1'0'256'0,"1"0"-256"0,-1 0 0 0,0 0 0 15,1 0 544-15,-1 2 64 0,0-2 16 0,-2 1 0 16,-1 1 192-16,0 1 32 0,-1 0 16 0,0 1 0 15,0 0-304-15,-1 0-64 0,0 1-16 0,-2 0 0 16,1 2-240-16,0-1-48 0,-2 0-16 0,1 1 0 16,0 0 48-16,-1 0 16 0,0 3 0 0,1-3 0 15,0 0 144-15,1 0 48 0,-1-1 0 0,1 0 0 16,0-1 80-16,1-1 0 0,1-1 16 0,1 0 0 0,-1 1-32 16,1-2-16-16,2 0 0 0,-2-1 0 15,2 1-32-15,-1 1 0 0,0-1 0 0,1-1 0 0,0 0-304 0,-2 2-144 16,1 1 128-16,0-1-128 0,1-1 128 0,-1 1-128 15,-1 1 128-15,1 1-128 16,1-3 0-16,-1 1 128 0,1 0-128 0,0 1 0 0,0-2 0 16,-1 0 0-16,2-1 128 0,0 1-128 0,0-2 0 0,0 0 128 15,1 0-128-15,1-2 128 0,2-1-128 0,-2 1 192 0,3-3-192 16,0 0 192-16,2-1-1088 0,0 0-224 16</inkml:trace>
  <inkml:trace contextRef="#ctx0" brushRef="#br0" timeOffset="73352.33">15920 7160 3679 0,'5'-3'320'16,"-2"-1"-320"-16,0 3 0 0,-2-1 0 0,-1 2 544 16,2 0 32-16,0 0 16 0,1-2 0 0,2-3-16 0,0 0 0 15,-2 3 0-15,-1-1 0 0,-2 2 32 0,-1 1 0 16,-1 0 0-16,-1 2 0 0,-2 0-64 0,0 0-16 15,-2 1 0-15,0 2 0 16,0-1-16-16,-1-1 0 0,0 2 0 0,-1 1 0 16,2-1 64-16,-2 1 16 0,0 0 0 0,0 1 0 0,0 0-64 0,0 0-16 15,-1 5 0-15,-1-2 0 0,-1 1-112 0,0 1-16 0,-1 0-16 16,-1 2 0-16,1 3-112 16,-1-3 0-16,-1 5-16 0,-2-2 0 0,0 1 64 0,-1 2 16 0,1-2 0 15,-1 2 0-15,-1-1 0 0,0 2 0 0,-2 1 0 16,-2-1 0-16,3 0-32 0,-3-2 0 15,-1 4 0-15,0 1 0 0,-1 0-288 0,-1 1 160 0,2 0-160 16,1-1 128-16,1-1-128 0,0-2 0 16,1-1 0-16,2-1 128 0,0 0-128 0,1-3 0 0,0 0 0 15,0-1 0-15,2-1 0 0,1-2 0 16,1 0 128-16,0-1-128 0,-2 1 0 0,1 0 0 16,-1 0 0-16,-1 2 128 0,1 0-128 0,1 1 0 0,1-3 0 0,-1 2 0 15,1 0 0-15,1 0 0 0,0-1 0 0,1 1 0 16,-1 0 0-16,0 0 0 15,0-2 0-15,0 0 0 0,2-2 0 0,0-1 0 0,0 0 0 0,1-2 0 16,2 0 0-16,0-1 0 0,1-1 0 0,1-1 0 16,0 0 0-16,0-1 0 0,2-1 0 0,0 1 128 15,-1 1-128-15,2-3 0 0,-1 3 144 0,-1-3-144 0,2 2 0 16,-1 0 0-16,0 2 0 0,1-1 0 16,-2-1 0-16,0 2 0 0,1-1-144 0,-2 2 144 15,1-1 0-15,-1 1 0 0,0-1-144 0,1-1 144 0,0-1 0 16,1-1 0-16,-1 1 0 0,1-1 0 0,1-2 0 15,2 0 256-15,-1 0-64 0,0 0 0 0,2 0 224 0,-1-2 32 16,1-1 16-16,0 1 0 0,1 0-464 0,-2 1 0 16,2-1 0-16,1 2-7648 0,1-1-1632 15</inkml:trace>
  <inkml:trace contextRef="#ctx0" brushRef="#br0" timeOffset="74376.31">16154 7494 3679 0,'2'-4'320'0,"-2"3"-320"0,1-1 0 0,-1 1 0 16,0 1 752-16,0 0 80 0,1-2 0 0,0 0 16 15,1-2 176-15,0 1 16 0,-1 0 16 0,0 0 0 16,0 0-96-16,-1 2-32 0,0 1 0 0,-2 0 0 16,1 1-144-16,-2 1-16 0,1 0-16 0,-1 0 0 0,-1 1-128 0,0 2-32 15,0-1 0-15,-1 1 0 16,1-2 16-16,0 3 0 0,-2-1 0 0,0 2 0 16,1-1 48-16,-2 2 16 0,2 1 0 0,-3 0 0 0,1 0-256 15,-1 2-48-15,-1-1-16 0,1 2 0 0,-1-2-160 16,-1 4-16-16,-1-2-16 0,0 3 0 15,-2 2-16-15,0 0 0 0,-2 1 0 0,0 0 0 0,1 1-144 16,-2-2 128-16,-1 1-128 0,1-1 128 16,2-3-128-16,-2 0 0 0,1 0 0 0,1-2 0 0,1 0 0 0,0-1 0 0,1 2 128 15,-1-3-128-15,2 1 0 0,-1-1 0 0,0 2 0 0,1 2 0 16,0-4 0-16,-1 3 128 0,2-1-128 0,-1-2 0 16,1 3 144-16,0-2-144 0,0-1 160 0,0 1-160 15,1-1 176-15,0 1-176 16,-1 0 192-16,1 0-192 0,1-2 160 0,-1 0-160 15,0 1 128-15,0 0-128 0,1-3 0 0,0 1 0 16,1-2 0-16,-1 1 0 0,1 0 0 0,-1-1 0 16,1 0 0-16,0 0 0 0,-1-2 0 0,2 1 0 15,0-1 0-15,1 1 0 0,0-3 0 0,2 1 0 0,0-1 0 0,2-2 0 0,-1 2 0 0,1-2 0 16,1 0-128-16,-1 0 128 0,1 2-224 0,0-2 32 16,0 0 0-16,0 1 0 0,0 1-32 0,0 0 0 15,-1 1 0-15,0-2 0 0,-1 2 64 0,0 0 16 16,-1 0 0-16,0 1 0 0,0-2-48 0,-2 3 0 15,2-2 0-15,-1 0 0 0,1 0 192 0,-1-2 0 16,1 1-144-16,0 0 144 0,0-2 0 0,3 0 0 16,-1 0 0-16,2 0 0 31,2-4-576-31,2 1 0 0,-1 1 0 0,4-3-9456 0</inkml:trace>
  <inkml:trace contextRef="#ctx0" brushRef="#br0" timeOffset="75249.21">16382 7827 7215 0,'-1'0'640'0,"0"0"-512"16,2 0-128-16,-2 0 0 0,1 0 384 0,-1 0 32 15,1 1 16-15,-1-1 32 0,-1 0 128 0,1 0 32 16,-1 0 0-16,2 0 16 0,0-1 112 0,0 1 16 15,0-1 0-15,0 1 32 0,0 0-32 0,0-2 0 16,0 1 0-16,0 1 48 0,0 0-160 0,0 0-16 0,0 0-16 0,0 0 16 16,-1 0-48-16,-1 1-16 0,1 1 0 0,0-1 48 15,-1 0-368-15,0-1-64 16,0 2 0-16,1-2 16 0,1 3-208 0,-1-3 0 16,0 0 128-16,0 0-128 0,1 0 0 0,0 0 0 0,1 0-160 0,-1 0 160 15,1 0-160-15,0-2 160 0,-1 1-208 0,1 1 208 16,-1-2-176-16,1 2 176 0,-1 0-192 0,0 0 192 15,0 0-160-15,0 0 160 0,-2 0-192 0,2 2 192 16,-3-1 0-16,0 1 0 0,0 3 0 0,-1-3 160 16,-2 2 208-16,1-1 32 0,-1 2 16 0,-1 0 0 0,1 0 16 0,0-1 0 15,2 1 0-15,-2-2 0 16,0 2-112-16,-1-1 0 0,0 3-16 0,-1-3 0 16,2 1 0-16,-2 1 0 0,1 0 0 0,0 1 0 15,-2 0-112-15,2 0 0 0,-2 3-16 16,0-2 0-16,0 1-176 0,-2 2 160 0,1 1-160 0,-2-1 160 15,2 2-160-15,-1-1 0 0,-1 0 0 0,1 2 0 16,0-2 0-16,1 0 0 0,0-2 0 0,2 1 128 16,0-4-128-16,1 0-144 0,2-1 144 0,0-3-208 15,2 2-592-15,0-2-112 0,1 1-32 0,0-1-6416 16,0 0-1296-16</inkml:trace>
  <inkml:trace contextRef="#ctx0" brushRef="#br0" timeOffset="75997.86">16174 7992 2751 0,'-1'0'256'0,"1"1"-256"16,0-1 0-16,-1 0 0 0,1 1 640 0,-1-1 64 15,0 0 32-15,0 2 0 0,0 1-160 0,-1-1-16 16,-1 1-16-16,1-1 0 0,-1 0-160 0,1 3-48 16,-1-3 0-16,0 2 0 0,0-1-96 0,0 2-32 0,0-2 0 0,-1 1 0 15,0 1 96-15,1 0 16 0,-2-1 0 0,1 1 0 16,1-2 48-16,-1 1 16 16,-1 1 0-16,1 0 0 0,0-1 48 0,-1 2 16 0,1-2 0 0,-2 1 0 15,1-2-112-15,0 1-16 0,1 1 0 0,-1-2 0 16,1 1-32-16,0-2-16 0,0 0 0 0,1 1 0 15,-1 0-80-15,1 1-32 16,-1-2 0-16,1 1 0 0,0 0 64 0,-1-1 16 0,1 0 0 0,0 0 0 16,0 1 48-16,-1 0 16 0,2 1 0 0,-2-2 0 15,1 0 64-15,-1 1 16 0,2 0 0 0,0-1 0 16,-1 0-128-16,1 0 0 0,-1-2-16 0,1 3 0 0,1-3-240 0,0 2 176 16,-1-1-176-16,0 1 160 15,1-2-160-15,0 0 0 0,-1 2 144 0,1-1-144 0,-1 0 0 0,1-1 0 16,0 2 0-16,-1 1 128 0,0-1-128 0,-1-1 0 15,1 1 0-15,-1-1 0 0,1 0 144 16,-1 1-144-16,0 1 192 0,1-1-192 0,0-1 224 0,2-1-64 16,-1 2-16-16,1-4 0 0,0 2-144 0,1-1 0 15,1-1 144-15,1 0-144 16,2-1-704-16,0 1-192 0</inkml:trace>
  <inkml:trace contextRef="#ctx0" brushRef="#br0" timeOffset="76840.25">16207 7463 911 0,'0'0'0'0,"-1"0"0"0,1 0 0 0,0-2 0 16,0 2 512-16,-1 0 0 0,1-1 16 0,-2 1 0 0,1-2-80 0,-1 2 0 16,0-2-16-16,0 2 0 15,1-2-32-15,0-1 0 0,1 1 0 0,-1 0 0 16,1 1 80-16,-1-1 16 0,1 0 0 0,-1 2 0 15,1-2 16-15,-1 1 0 0,0 1 0 0,0 0 0 0,1-2 80 16,-1 2 32-16,0 0 0 0,-1 0 0 16,1 2 144-16,0-2 48 0,-1 1 0 0,-1 1 0 15,1 0-112-15,-1-2 0 0,1 2-16 0,0-1 0 0,0 1-48 16,-1-2 0-16,1 2 0 0,-1-1 0 16,1 1-48-16,0-2-16 0,0 2 0 0,-1 0 0 15,1 0-16-15,-1-1-16 0,1 3 0 0,-2-1 0 16,0 1-80-16,1 1-16 0,-1 0 0 0,-1-1 0 15,1 4-176-15,-3 1-32 0,1-2-16 0,-1 4 0 16,1 0-592-16,0-2-112 16</inkml:trace>
  <inkml:trace contextRef="#ctx0" brushRef="#br0" timeOffset="77865.44">16074 8065 7327 0,'0'1'640'0,"0"-1"-512"0,0 0-128 16,0 0 0-16,0 0 0 0,0 0 0 0,0 0 0 0,-1 2 0 0,1-2 0 0,0 0 0 16,-1 0 224-16,1 0 96 15,-1 2 32-15,1-2 32 0,0 0 496 0,-1 0 80 0,1 0 32 0,0 0 32 16,-1 1-192-16,1-1-16 16,-1 1-16-16,0 1 32 0,0-1-96 0,0 1-32 0,-1 1 0 0,0-1 48 15,-1 2-224-15,0-1-32 0,1 0-16 0,-1 1 32 16,1-1-192-16,0 1-48 0,-1-1 0 0,0 0 48 15,0 0-112-15,1 0-16 0,-1 2 0 0,0-4 48 16,2 2-112-16,-1 0 0 0,0-1-128 0,0 1 224 16,0-1-224-16,0 0 128 0,0 1-128 0,0-1 128 15,0 1-128-15,-1 0 0 0,1 0 144 0,-1 2-144 0,1-2 128 0,0 1-128 16,-1 1 0-16,-1 0 128 0,1-1-128 0,0 1 192 16,0-1-192-16,0-1 224 0,0 2-16 0,1 0 0 15,-1-3 0-15,0 1 32 0,0 2 16 0,0-2 0 0,1-2 0 0,-1 2 0 16,0-1 0-16,0 0 16 0,2 1 0 15,-2-3 0-15,0 1-64 0,1 0-16 16,1-1 0-16,-1 0 0 0,1 2 32 0,0-2 0 0,1 0 0 16,-1 0 0-16,1 0-32 0,-1 0 0 0,0 0 0 0,1 0 0 15,0 0-192-15,-1 1 144 0,1-1-144 0,-1 0 128 16,1 0-128-16,0 0 0 0,-1 0 0 0,1 0 0 16,0 0 0-16,0 0 128 0,0-1-128 0,0 1 0 15,1 0 0-15,0-2 128 0,1 0-128 0,0 0 0 16,0-1 144-16,1 0-144 15,1 0 160-15,0 0-160 0,-1-3 0 0,3 2 0 0,-2-1 0 16,2-2 0-16,0 2 0 0,-2-2 0 0,2 3 0 16,-1-3 0-16,1 4 0 0,-1-4-128 15,0 1 128-15,-1 0 0 0,0 1-144 0,-1 3 144 0,1-3 0 0,0 1-144 16,-2 1 144-16,1-1 0 0,0-1 0 0,0 2-128 0,-1 1 128 16,0 0-208-16,0 0 80 0,-1 1 128 15,0-1-240-15,0 2 80 0,-1-2 16 0,0 2 0 0,0 2 144 0,-1-2-128 16,1 0 128-16,-2 0-128 0,1 2-64 0,-1-2 0 0,1 3 0 0,-1-1 0 31,-1-1-192-31,1 2-32 0,-1 0-16 0,1 0 0 16,1 0-800-1,-1 0-176-15,1 0-16 0,0 0-7888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10-23T16:37:49.737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6852 3411 1839 0,'-1'1'160'0,"0"0"-160"0,1 0 0 0,0-1 0 0,0 0 432 15,0 2 48-15,-1-2 16 0,0 2 0 0,0 0 528 0,-1 1 128 16,1-1 0-16,0 1 16 0,0-1 48 0,1 0 16 15,0-1 0-15,0 1 0 0,-1 1 48 16,1-1 0-16,1 0 0 0,-1-2 0 0,0 0-384 0,1 0-64 16,-1 0 0-16,1 0-16 15,1-2-208-15,-1-1-32 0,1-2-16 0,1 1 0 16,0-1 16-16,0-2 16 0,2-3 0 0,-1 1 0 16,1-3-208-16,1 0-32 0,0 0-16 0,1-4 0 15,-1 1-48-15,2 0-16 0,1-2 0 0,-1 0 0 16,1 0 128-16,0 1 32 0,-1-1 0 0,-1-1 0 0,0 1-112 15,-1 0 0-15,-2 0-16 0,0 3 0 0,1-3-16 0,-3 0 0 0,2-1 0 16,-1-1 0-16,0 2 0 0,-1-1 0 0,0 3 0 16,0 0 0-16,0 4-48 15,-1-1-16-15,0 3 0 0,0-1 0 0,-1 5 144 0,0-2 16 16,0 1 16-16,-1 2 0 0,0 0-160 0,0 0-48 0,-1 1 0 0,0-2 0 16,1 3-192-16,0-1 176 15,-1-2-176-15,0 2 160 0,1 0-160 0,0-2 0 0,0 0 0 0,0 3 0 16,0-1 0-16,1-2 0 15,-1 2 0-15,0 0 0 0,1 1 128 0,-1 1-128 0,1-1 0 16,0 2 128-16,-1 0 96 0,1 0 16 16,0 2 0-16,0 0 0 0,0 1-48 0,0 1-16 0,0 1 0 0,0 2 0 15,0 3-176-15,0-3 160 0,0 5-160 0,1-1 160 16,0 4-160-16,0 2 0 0,1-1 0 0,0 4 0 0,1 0 0 16,-1-6 0-16,-1-1 0 0,0-2 0 0,0-1 0 15,0-1 0-15,2 4 0 0,1 5 0 16,0 4 0-16,2-1 0 0,0 0 0 0,-1-4 0 0,1-3 0 0,-1-2 0 15,1-4 0-15,-3-2 0 0,2-1 0 16,0-1 0-16,-1-4 0 0,1 1 0 16,0-2 0-16,-1-1 0 0,2 0 0 0,-1-5 0 0,-1 2 0 15,1-4 0-15,0 1 0 0,0 0 0 16,-1-3-240-16,0 2 80 0,0-3 16 0,0 0 0 16,-1 0-880-16,0 1-192 15,0-1-16-15,0-2-16 0,-1 0 32 0,0 1 0 16,-1-1 0-16,0 0 0 0,0 0 144 0,0 2 48 0,0-2 0 0,-1 2 0 15,1 3 64-15,-1 1 32 0,0 1 0 0,0 1 0 0,0 1 544 16,0 2 96-16,0-2 32 0,0 1 0 0,0 1 384 0,0 0 64 16,0 1 32-16,0 0 0 0,-1 0 256 0,1-1 48 15,0 0 16-15,-1 0 0 0,2 2-64 0,-2-3-16 16,1 3 0-16,0-1 0 0,0-1-48 0,-1 1-16 16,1 0 0-16,-1 0 0 0,1 1 80 0,-1-3 16 15,1 3 0-15,-1-1 0 0,1 0 80 0,-1 0 0 16,0 2 16-16,1-3 0 0,-1 3-96 0,1-2-32 0,0 0 0 15,0 2 0-15,0 2 32 0,0 0 0 16,-1-2 0-16,1 1 0 0,-1 1-48 0,1 0 0 16,0 0 0-16,0 0 0 0,-1 1-176 0,1 0-32 0,0 1-16 15,1-1 0-15,-1 1-96 0,1-1 0 0,0 1-128 0,0-1 192 16,0 2-48-16,0-1-16 0,0 3 0 0,0-2 0 16,2 2 96-16,-1 0 16 0,0 3 0 0,1-1 0 15,-1 0 16-15,1 1 0 0,1 2 0 0,-1-2 0 16,0 1-48-16,0-1 0 0,2 2 0 0,-2-1 0 0,0-2-64 15,0-1-16-15,2-1 0 0,-2 0 0 16,2-2-128-16,0 0 0 0,-2-2 0 0,2-1 0 0,0 0 0 16,-1-4 0-16,1-1 0 0,-1 1 0 15,0-3-1040-15,1 1-96 0,-1-2-16 0,0 2-14560 16</inkml:trace>
  <inkml:trace contextRef="#ctx0" brushRef="#br0" timeOffset="285.92">7276 3015 911 0,'0'-3'0'0,"0"1"0"0,0 2 0 0,0-1 0 0,0 1 1152 0,0 0 128 0,0 0 48 0,-1 0 0 16,-1 0 624-16,1 1 128 0,0 1 32 0,0 1 0 15,0 2-704-15,-1-3-128 0,1 5-16 0,-1-2-16 16,2 2 32-16,-1-1 0 15,0 3 0-15,0 2 0 0,0 1-48 0,0 0 0 0,0 0 0 16,0 2 0-16,1 0-464 0,-1 1-80 0,0 1-32 0,0 1 0 16,0 0-352-16,0 0-80 0,1-2-16 0,0-3 0 15,0 0-208-15,0-4 0 0,0-1 0 0,1-2 0 16,0-1 0-16,1-3 0 0,0-1 0 0,0-3 0 31,0 0-880-31,0-4-64 0,1-2-16 0,1-1-11312 0</inkml:trace>
  <inkml:trace contextRef="#ctx0" brushRef="#br0" timeOffset="512.79">7266 3018 7711 0,'-1'-2'160'0,"0"1"32"0,1-1 16 0,0 1 32 0,1 1-240 16,-1 0 0-16,-1-2 0 0,1 1 0 0,0-2 2112 16,0 0 384-16,0 3 80 0,0-2 16 0,1 2-752 0,1 2-160 15,0 1-16-15,0-1-16 0,1 2-560 16,-1 4-128-16,1-3 0 0,1 4-16 0,0-2-352 0,-1 2-64 15,2 1-16-15,1 2 0 0,-2 1-224 16,0 0-48-16,1-1-16 0,-1 0 0 0,1 0-224 0,-1 0 0 0,-1-3 0 0,1 0 0 16,0-1 0-16,-2-2 0 15,2 0-160-15,-1-2 160 16,0-1-1152-16,0-1-128 0,-1-2-48 0,0 0 0 16,1-2-1360-16,-1 1-256 0</inkml:trace>
  <inkml:trace contextRef="#ctx0" brushRef="#br0" timeOffset="734.01">7249 3181 1839 0,'-3'0'160'0,"1"-2"-160"0,0 1 0 0,1 1 0 16,0 0 1488-16,1 0 272 0,0 0 48 0,-1 0 16 16,1 0 736-16,1 0 160 0,1 0 32 0,0 0 0 15,1 0-416-15,1 1-80 0,-1 1-16 0,1-2 0 16,1 0-896-16,0-3-176 0,0 1-32 15,1 0-16-15,0 0-656 0,0-3-128 0,0 2-16 0,-1-1-16 16,0-1-304-16,0 0 0 0,-1-1-176 0,0 1-9104 16,1 0-1840-16</inkml:trace>
  <inkml:trace contextRef="#ctx0" brushRef="#br0" timeOffset="1060.88">7374 2852 911 0,'0'-7'0'0,"0"4"0"15,0 1 0-15,0-1 0 0,0 3 992 0,-1-2 112 16,1 2 32-16,-1-2 0 0,1 1 832 0,-1 1 160 15,-1 0 48-15,0 3 0 0,1 0-736 0,-3 3-144 0,1 0-16 0,-1 2-16 16,2 1-288-16,-2 0-48 16,1 2-16-16,-1-1 0 0,2 2 144 0,0 1 32 0,0 0 0 0,1 1 0 15,1-2-208-15,1 0-48 0,0 1 0 0,1-1 0 16,0 0 0-16,1-1 0 0,1 0 0 16,1-2 0-16,-5-9-256 0,0 0-48 0,0 0-16 0,26 32 0 15,-26-32-368-15,0 0-144 0,0 0 0 0,0 0 144 16,0 0-144-16,43 20-144 0,-43-20 144 15,0 0-14480-15</inkml:trace>
  <inkml:trace contextRef="#ctx0" brushRef="#br0" timeOffset="1481.36">7460 2811 8287 0,'0'1'736'0,"0"1"-592"0,0-2-144 0,-1 2 0 0,1 0 1024 0,-1 0 160 15,1 4 32-15,-2 3 16 0,1 2 496 0,0 6 112 0,0 0 16 0,0-1 0 16,1 1-432-16,0 0-80 0,1-3 0 0,1 0-16 16,-2-2-128-16,3 1-32 15,0-2 0-15,0-2 0 0,1-2-464 0,1-2-80 16,0 0-32-16,-5-5 0 0,0 0-592 0,0 0 0 16,0 0 0-16,0 0 0 0,33-16 0 0,-27 8 0 15,-1-2-128-15,0-1 128 16,0-1-816-16,0 0-80 0,0-2 0 0,-2 0-16 15,0 0-640-15,-1 1-128 0,0-1-32 0,-1 0 0 16,0 2 272-16,-1 0 48 0,1 0 16 0,-2 3 0 16,0 0 672-16,0 1 128 0,0 1 16 0,0 0 16 0,0 3 544 0,-1 1 144 0,1-1 16 15,0 3 0-15,0 1 1072 0,-1 0 224 0,0 2 32 16,1 2 16-16,0 1-160 0,-1-1-16 0,1 3-16 16,0-2 0-16,1 2-576 0,-1 0-112 0,2 2-32 0,0 1 0 15,1 0-16-15,0 1 0 0,2-1 0 16,-1 1 0-16,1 0-192 0,0-2-32 0,-1 3-16 0,2-1 0 15,1-2-32-15,-2 1-16 0,2-3 0 16,-6-7 0-16,0 0-96 0,0 0-32 0,0 0 0 0,27 27 0 0,-23-23-160 16,0-4 0-16,1 0-160 0,-2-2-13808 0</inkml:trace>
  <inkml:trace contextRef="#ctx0" brushRef="#br0" timeOffset="1706.51">7604 2702 5519 0,'0'0'496'0,"0"0"-496"0,1 0 0 0,0 2 0 0,0-2 1696 0,0 1 240 15,1 1 48-15,1 1 16 0,2 1 624 0,-5-4 112 16,0 0 16-16,0 0 16 0,35 28-768 0,-35-28-144 16,0 0-48-16,0 0 0 0,44 34-304 0,-44-34-64 15,0 0-16-15,26 28 0 0,-26-28-432 0,0 0-96 16,14 33 0-16,-13-21-16 0,-2 0-416 0,-3 2-80 15,-3 0 0-15,-2 3-16 0,-1-1-192 0,-4 2-48 16,-1 2 0-16,-3 2-17504 0</inkml:trace>
  <inkml:trace contextRef="#ctx0" brushRef="#br0" timeOffset="3362.15">17543 8130 2751 0,'1'-3'256'0,"0"-2"-256"15,-1 4 0-15,0 0 0 0,1 1 784 0,-1-3 112 0,0 1 32 16,1-3 0-16,0-1 304 0,0 0 64 0,-1 0 16 0,0 1 0 16,0 2 128-16,0 1 32 15,0-2 0-15,0 3 0 0,0-2 336 0,-1 3 80 16,1-2 16-16,-1 2 0 0,1 0-96 0,-1 0-16 0,0 0 0 0,0 2 0 15,1-2-832-15,-1 3-192 0,0-3-16 0,-1 3-16 16,1-1-320-16,0 0-64 0,-1 1-16 0,2 1 0 16,-1 1-64-16,-1 0-16 0,0 2 0 0,0 0 0 15,-1 2 0-15,0 3 0 0,0 0 0 0,-1 2 0 16,-1 3-32-16,2 2-16 0,-1-2 0 0,0 4 0 16,2-5-16-16,-2 4-16 0,1-1 0 15,1 2 0-15,0-5-176 0,2 1 128 0,0-2-128 0,0-1 128 16,2-3-128-16,0-3 0 0,0-1 0 0,3 0 0 15,-2-7 0-15,1-1-144 16,1-1 144-16,-1-4 0 0,3 0 0 0,-1-3-128 0,1 0 128 16,-1-1-464-16,2-2-48 0,-2 0 0 0,1 0 0 15,0 0-320-15,-1 0-64 16,1 3 0-16,-1-2-16 0,0 2 528 0,0-1 128 0,-1 2 0 0,3-1 16 16,-3 1 240-16,0-1 0 0,0 1-160 0,0 0 160 0,0 1-384 15,-2-1 0-15,1 1 0 0,1-2 0 16,-3 1-64-16,2-1 0 0,-1-2-16 0,-1 1 0 0,2-2 272 15,-3 0 48-15,2 2 16 16,-1-1 0-16,-1 4 128 0,0-1 0 0,-1 4 0 0,1-1 0 0,-1 2 416 0,-1 1 16 0,1 1 0 16,-1 1 0-16,1 1 304 0,-2 1 64 15,1-1 16-15,0 4 0 0,-1-2-96 0,1 1-16 0,0 1 0 0,0 1 0 16,-1-1-256-16,1 2-64 0,-1 0-16 16,0 3 0-16,0-1-112 0,0 3-32 0,0 0 0 0,-1 2 0 0,0 3 32 0,1 0 0 15,0-1 0 1,1 1 0-16,-1 2-32 0,1-3 0 15,1 1 0-15,0-2 0 0,1 1-96 0,1-4-128 0,-2-12 176 0,0 0-176 16,10 28 128-16,-10-28-128 0,0 0 0 0,0 0 0 16,0 0 0-16,0 0 0 0,41-2 0 0,-31-6-16960 15</inkml:trace>
  <inkml:trace contextRef="#ctx0" brushRef="#br0" timeOffset="6186.31">7493 8232 3679 0,'1'-8'320'0,"-1"1"-320"0,0 2 0 0,0 1 0 0,0 1 560 0,0 1 32 0,-1 1 16 0,0-2 0 15,-1-2 608-15,-1-3 128 0,-1 3 32 0,0 0 0 16,-2 1-224-16,1 0-32 16,-1 3-16-16,-1 1 0 0,2 3-16 0,-3 0 0 15,2 3 0-15,-1 0 0 0,-1 2-144 0,1 1-48 0,-1 3 0 0,2-2 0 16,1 2-16-16,0 1-16 0,1 4 0 0,1 3 0 0,0 2 176 0,2 1 48 16,0 1 0-1,1-1 0-15,1-3-336 0,1-2-64 0,-2-18-16 0,0 0 0 16,17 40 352-16,-17-40 64 0,0 0 0 0,0 0 16 31,0 0-1744-31,42 17-336 0,-32-22-80 0,1-2-16 0,0-5 848 0,1-4 224 0,0-2 0 0,0-2 0 0,-1 2 0 16,-2-2 0-16,-1-1 0 0,-2-1 0 15,-2 1 0-15,-2 0 0 0,-1-1-144 0,-5-1 144 16,-1 4 0-16,-3 2 0 0,-4 2 0 0,-1 1 0 0,-1 7 0 0,-2 0 0 0,0 5 0 0,1 2 0 16,1 2 0-1,1 3 0-15,1 2 0 0,2 0 0 0,2 2-224 16,1-1 80-16,4 1 16 0,-1 0-13648 15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10-23T16:58:36.315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8044 8246 1839 0,'0'0'160'0,"0"0"-160"15,0 0 0-15,0 0 0 0,1 2 496 0,-1-2 64 16,0 0 16-16,0 0 0 0,0 0 64 0,0 0 0 15,0 0 16-15,0 0 0 0,0 0 112 0,0-2 32 16,0 4 0-16,0-4 0 0,0 2-80 0,0 0-16 16,0 0 0-16,0 0 0 0,-1 0-224 0,1 2-48 15,0-2-16-15,1 0 0 0,-1 0-192 0,0 0-32 16,1 0-16-16,-1 0 0 0,1 1-176 0,-1-1 128 16,1-1-128-16,0 1 128 0,0-2 16 0,0 0 0 15,1 1 0-15,-1-2 0 0,1 1 160 0,-1 0 16 16,1-2 16-16,0 1 0 0,0 1-32 0,0-1-16 0,1 1 0 0,-2-1 0 15,1 1-32-15,-1-1 0 16,1 0 0-16,0 0 0 0,0 0-64 0,0 0-32 0,0-1 0 16,0 0 0-16,0-1-16 0,0 1 0 0,2 0 0 0,-1-1 0 15,0-1 16-15,1 1 0 0,0-2 0 16,-1 0 0-16,1 2-160 0,1-3 128 16,-1 2-128-16,1-1 128 0,0 2-128 0,-1-3 0 0,2 2 0 0,-2-2 0 15,3 1 0-15,-2 0 0 0,1 0 0 0,0-2 0 16,-1 1-160-16,3-1 160 0,-2-2 0 0,1 3-144 0,-1-2 144 15,0 1 0-15,0 0 128 0,1-2-128 16,0 0 128-16,0-1-128 0,1 0 160 0,-2 1-160 0,3 1 0 0,-1-2 128 16,-1 1-128-16,2 1 0 15,-2 0 0-15,2 1 0 0,-1-3 0 0,1 3 0 0,0-2-192 16,-1 0 64-16,1-1 128 0,0 1-208 0,-1 1 208 16,0-2-192-16,1 1 192 0,-1-1-192 0,0 0 192 0,0 0 0 15,0-2 0-15,-1 2 0 0,0-2 0 16,0-1 0-16,1 2 0 0,-2 0 0 0,2 0-192 0,-2 0 48 15,2 1 16-15,-1-2 0 0,0 0 128 0,0 0-128 16,-1 2 128-16,1 0-128 0,0-2 128 0,2-1-128 16,0 0 128-16,1-3-128 15,0-1 128-15,1 1 0 0,-1 1-144 0,0-1 144 0,1 0-256 0,-1 1 0 16,1 1 16-16,1-2 0 0,0 0 240 0,0 0 0 0,-1-1-160 0,1 2 160 16,-1 0 0-16,1 0 0 15,0-1-144-15,-1 1 144 0,-1 0 0 0,2 2 0 0,-1-2 0 16,0 0 0-16,1-2 0 0,0-2 0 15,-1 2 0-15,0-1 0 0,1 0 0 0,0-1 144 0,1 1-144 16,-1-1 128-16,2-1-128 0,-2 3 0 0,1-2 0 16,-1 0 128-16,1 0-128 0,0 1 0 0,-1 1 0 0,-1 0 0 15,2-2 0-15,0 2 0 0,-1-2 0 16,1 2 0-16,-1 0 0 0,1 1 0 0,0 0 0 0,-1-1 0 16,0 1 0-16,1 0 0 0,-1 2 0 0,1-5 0 15,0 3 0-15,-1-2 0 0,0 1 0 0,0 0 0 16,-1 2 0-16,-1-1 0 0,1 0 0 0,0 1 0 15,1-1 0-15,1-2 0 0,0-2-128 0,0 1 128 16,2 0 0-16,-1-1 0 0,0 3 0 16,-1-3 0-16,1 3 0 0,-1-1 0 0,1 0 0 0,0 1 0 15,0-2 0-15,-2 2 0 0,2 0 0 0,-1 2 0 16,-1-2 0-16,1 0 0 0,1-2 0 0,0 2 0 0,-1 0 0 16,1 0 0-16,-1 0 0 0,1-2 0 0,1 1-128 15,-1-1 128-15,-1 2 0 0,0 0 0 16,0-1 0-16,1 2 0 0,-1-2 0 0,0 1 0 0,0 1-144 15,-1 2 144-15,-1-1-192 0,1 0 192 16,-1 1-192-16,1-3 64 0,0 0 128 0,1 0-208 0,0 0 208 16,1-2 0-16,2 0 0 0,-2 1 0 0,-1 4 0 0,-1-3 0 15,1 2 0-15,1-2-144 0,-1 1 144 0,1-1 0 16,-1 0 0-16,0 0 0 0,-1 0 0 0,-1 2 0 16,1-2 0-16,-1 0 0 0,-1 1 0 0,1 0 0 15,-1 4 0-15,0 0 0 0,-1-2 0 0,2 1 0 16,0-4 0-16,2 1 0 0,-1 0 0 0,1 1 0 15,0-1 0-15,-1 1 0 0,1 1 0 0,-1-1 0 16,1 0 0-16,-1 1 0 0,-1 0 0 0,0-1 0 16,0 0 0-16,-1 2 128 0,0 2 64 0,0-4 32 15,1 3 0-15,-2-2 0 0,0 3-48 0,1 1-16 0,-2-2 0 16,1 2 0-16,0 1 0 0,-3 1 0 16,0 2 0-16,0 0 0 0,1 1 0 0,-2-1 0 0,1 1 0 15,-2 2 0-15,1-1-16 0,0 3 0 0,-1-1 0 0,-1 1 0 31,1 1-624-31,-1 0-128 0,0-1-32 0,0 1 0 0,0 1-816 16,-1-1-160-16,0 0-48 0,-1 2-2304 0,1-2-480 0</inkml:trace>
  <inkml:trace contextRef="#ctx0" brushRef="#br0" timeOffset="1849.18">10215 4959 3679 0,'0'0'320'0,"0"-2"-320"0,0 2 0 0,0 0 0 15,0 0 784-15,0 0 96 0,0-2 16 0,0 1 0 16,1 1 64-16,0-2 32 0,0 0 0 0,0 0 0 15,0 0-160-15,0 1-48 0,0-1 0 0,1 1 0 16,-1-1-208-16,0 0-32 0,0 2-16 0,0-2 0 0,-1-1-160 16,2 1-48-16,-1-1 0 0,1 0 0 0,1 0-64 0,-1 0-32 15,1-2 0-15,0 1 0 16,2-2 160-16,-1 0 48 0,2 1 0 0,0-2 0 16,-1-1-176-16,1 2-16 0,0-2-16 0,1 2 0 0,-1 0-224 0,1-2 144 15,-1 1-144-15,0-1 128 0,0 1-128 0,1-1 0 16,-1 0 0-16,1 0 0 0,-2-1 0 0,0 2 0 15,0-1 0-15,-1-1 0 0,1 2 0 0,-1-1 0 16,1 0 0-16,-1 0 0 0,0 1 0 0,1 0 0 16,-1-3 0-16,0 3 0 0,0 0-144 0,0 0 144 15,0 2 0-15,-2 1 0 0,1-2 0 0,0 2 0 0,-1 2 0 0,1-1 0 16,-1 1 0-16,0-1 0 0,0 3 0 0,0-2 0 16,0 2-320-16,-1-1 64 0,1 1 0 0,-2-1 0 31,1 1-832-31,0 0-144 0,-1 0-48 0,1 0 0 15,-1 0-176-15,1 0-32 0</inkml:trace>
  <inkml:trace contextRef="#ctx0" brushRef="#br0" timeOffset="6843.29">10391 4683 2751 0,'1'-1'256'0,"0"-1"-256"0,-1 2 0 0,0 0 0 16,0 0 416-16,1-2 32 0,-1 1 16 0,0-1 0 15,2 0 496-15,-1 1 112 0,1-1 16 0,-1 0 0 16,-1 2 32-16,1 0 16 0,-1 0 0 0,0 2 0 0,0-2 16 0,0 2 0 15,0 1 0-15,0 0 0 0,0 1-432 16,1-2-80-16,0 1 0 0,0 1-16 16,1-1-368-16,0-1-64 0,1 0 0 0,0-1-16 0,0 1-176 15,-1-2 0-15,2 0 0 0,0 0 0 16,0 0 192-16,0 0-64 0,1 0 0 0,-1-3 0 0,0 3 400 0,0-2 80 16,1 0 16-16,-1 0 0 0,0 1 0 0,0-1 0 15,-1 2 0-15,1-3 0 0,0 3-64 0,-1-2-16 16,1 2 0-16,1 0 0 0,-1 0-160 0,0 0-16 15,0 0-16-15,0 2 0 0,-1-2-160 0,1 3-48 16,1-3 0-16,-2 2 0 0,2-1-144 0,0 1 128 0,0-2-128 16,1 0 128-16,-1 1-128 0,1-1 0 0,1 0 0 0,0 0 0 15,0 1 192-15,1-1-64 0,0 0 0 0,-1 0 0 16,1 0 64-16,0 0 0 0,1 0 0 0,-1 0 0 16,0 0-16-16,1 2 0 0,-1-2 0 0,1 1 0 15,0 1 0-15,1-2 0 0,0 0 0 0,-1 0 0 16,0 0 16-16,0 0 16 0,0 0 0 0,0 0 0 15,1 0-80-15,0-3 0 0,0 3-128 0,-2-2 192 16,0 2-64-16,-1-1 0 0,3 0-128 0,0-1 192 0,-1 1-192 0,0-1 144 16,1 4-144-16,-1-2 128 0,0 0-128 0,-1 3 160 15,2-3-160-15,-1 1 160 0,0 0-160 0,0 1 0 16,-9-2 144-16,0 0-144 0,0 0 0 16,39 8 0-16,-29-6 0 0,-1-2 0 0,1 1 0 15,1-1 0-15,0 1 0 0,-1-1 0 16,0-1 0-16,-1 0 0 0,1 1 0 0,0 0 0 0,-1-2 0 15,-1 2 128-15,2-2-128 0,-2 2 0 0,0-1 128 0,1 1-128 16,-1 0 128-16,0-2-128 0,0 2 176 0,-1 0-48 16,1 2 0-16,-1-2 0 0,1 0-128 0,0 0 0 15,-1-2 144-15,1 2-144 0,0-2 0 0,-1 1 0 16,2-1 0-16,-2 2 0 0,2-1 0 0,-2 0 0 0,1-1 0 0,1 1 0 16,-1 1 0-16,0 0 0 0,1-2 0 0,-1 2 0 15,0-2 0-15,1 1 0 0,-1 1 0 0,0-2 0 16,1 2 0-16,-1-1 0 0,0 0 0 0,0 1 0 15,0 0 0-15,0-2 0 16,-1 0 0-16,0 1 128 0,1 1-128 0,-1-2 0 0,0 0 0 0,0 1 0 16,0 1 0-16,-1-2 0 0,1 2 0 15,-1 0 0-15,1 0 0 0,0 0 0 16,0-2 0-16,0 2 0 0,-1 0 0 0,1 0 0 0,-1 0 0 0,1 2 0 0,-1-2 0 0,2 0 0 16,-2 0 0-16,2 0 0 0,-1 0 0 0,0 0 0 15,0 0 0-15,1 0 128 16,0 0-128-16,-1 0 0 0,2 0 0 0,-2-2 0 0,1 2 0 0,1 0 0 15,-1-3 0-15,0 3 0 16,0-2 0-16,0 2 144 0,1-2-144 0,-1 1 0 16,0-1 192-16,1 2-192 0,-1-1 192 0,-1 1-192 0,2-1 160 0,-1 1-160 0,0 0 128 15,1 0-128-15,-2 0 0 0,2 1 0 0,-2 0 128 0,0-1-128 16,1 0 0-16,-2 0 0 0,2 2 0 0,-1-1 0 31,1 1 0-31,-1-2 0 0,0 0 128 0,1 0-128 0,-1 2 0 0,0-2 0 0,1-2 0 16,0 2 128-16,0 0-128 0,0 0 0 0,1 0 0 15,-1 0 128-15,0 0-128 0,1 0 0 0,-1 0 0 0,0 0 128 32,1 0-128-32,-1 0 0 0,1 0 0 0,0-2 0 0,-1 1 0 15,0 1 0-15,2 0 144 0,-1 0-144 0,0-2 128 0,-1 2-128 16,2 0 128-16,-1 0-128 0,0-1 0 16,0 1 144-16,0 0-144 0,0 0 0 0,0 0 144 0,2 0-144 0,-2 1 0 0,0-1 144 0,0 0-144 0,1 0 0 15,-1 0 0 1,0 0 0-16,1-1 0 0,0 1 0 15,-1 0 0-15,0-1 0 0,0 1 0 0,-1-2 0 16,-1 1 0-16,2 0 0 0,-1 0 0 0,0-1 0 16,0 1 128-16,-1-1-128 0,1 2 0 0,-1-1 0 15,0 0 0-15,-2 1 128 0,2-2-128 0,-1 0 192 16,2 1-192-16,-2-1 192 0,1 2-192 0,0-3 160 0,0 1-160 0,0 2 160 16,-1-2-160-16,1 2 0 0,-1-3 144 0,1 3-144 15,-2-2 0-15,1 2 0 0,-1-2 0 0,-1 2 0 16,-1 2 0-16,0-2 0 0,-1 2 0 0,0-1-11072 15,-2 3-2208-15</inkml:trace>
  <inkml:trace contextRef="#ctx0" brushRef="#br0" timeOffset="9468.18">12350 4630 3903 0,'-1'0'352'0,"1"1"-352"16,0 0 0-16,0-1 0 0,0 2 0 0,0-2 128 0,0 3-128 0,0-1 0 15,0 3 0-15,0-3 0 0,0 1 208 0,0-1 80 16,0 1 16-16,0-1 32 0,0-2 112 0,0 0 0 15,0 0 16-15,0 0 48 0,0 0-48 0,0 0 0 16,1 0 0-16,-1 0 48 0,1 0 64 0,0 0 0 16,0 0 16-16,1 0 48 0,-1 1 64 0,1 0 32 15,-1-1 0-15,1 0 32 0,-1 2-144 0,1-1-48 16,1 1 0-16,-1 1 48 0,0 1-256 0,0-2-48 0,-1 1-16 16,2 2 32-16,0-2-96 0,0 0-32 15,0 2 0-15,-1 0 48 0,2 2-64 0,0-2-16 16,0 0 0-16,0 2 32 0,1-3-208 0,-1 4 0 15,0-3 128-15,1 2-128 0,0 2 0 0,1-2 0 16,-1 1 0-16,0 0 128 0,0 0-128 0,-1-1-160 16,1 2 160-16,0 1-176 0,-2-3 176 0,1 2 0 15,1 1 0-15,-1 0 0 0,1-1 0 0,1 0 0 0,-2 1 0 0,1 0-128 16,0 1 128-16,-3-6 0 0,0-2 0 0,0 1 0 16,0 1 0-16,0-1 0 0,0 4-128 0,2-1 128 15,2 7 0-15,0 0 0 0,2-4 0 0,-1-1 0 16,0 3 0-16,-5-9 0 0,1-1 0 0,-1 0 0 15,1 3 0-15,0 0 0 0,0 4 0 0,2 1 0 0,1 4 0 16,1-5 0-16,-1-6 0 0,0 4 0 16,0 14 0-16,0-2 0 0,-1-4 0 0,-1 1 0 0,1-4 0 15,-1 0 0-15,0-3-144 0,0-2 144 16,1-2 0-16,-2 0 0 0,1 2 0 0,-1 3 0 0,0 1 0 0,1 1 0 16,0 4 0-16,0-3 0 15,0 0 0-15,0 0 0 0,0 1 0 0,-2-2 0 0,2 2 0 16,0 0 0-16,1 0 0 0,-2-1 0 0,3 1 0 0,-3-2 0 15,0 0 0-15,0-1 0 0,1-4 0 0,-1 3 0 16,1-4 0-16,0 2 0 0,1-3 0 0,0 2 0 16,1 0 160-16,-3 0-160 0,2-2 256 0,0 2-48 0,-1-3-16 15,2 4 0-15,-2-1-192 0,1 1 0 0,2 0 128 16,-3-1-128-16,1 1 0 0,0-1 0 0,-1 2 0 16,1-2 0-16,-1 1 0 0,0 1 128 0,1-2-128 0,-1 0 0 15,0 0 0-15,0 0 144 16,0 0-144-16,-1 0 128 0,1 1 32 0,0-1 0 0,-2 1 0 0,3-2 0 15,-1 1-160-15,0 0 160 0,-1 0-160 0,2-2 160 16,-1 2-32-16,-1 0 0 0,2 0 0 0,0 1 0 16,-2-2 80-16,1 2 16 15,0-3 0-15,-1 4 0 0,1-4-96 0,-1 3-128 16,2 0 176-16,-2-1-176 0,1 1 128 0,0-1-128 0,-2 1 0 0,1 0 0 16,1-1 0-16,0 3 0 0,0-1 0 0,0 1 0 0,0-1 0 0,-1-1 0 15,0 1 0-15,1 0 0 0,1 1 176 16,-1-3-176-16,0 2 160 0,1-1-160 0,-3-2 352 15,2-1-32-15,-1 0 0 0,0 2 0 16,0-2 0-16,0-1-16 0,1 2 0 0,-1 0 0 0,0-1-112 0,0 0 0 16,1 0-16-16,-1 0 0 0,-1 1-176 0,1 0 192 15,1-2-192-15,0 1 192 0,-1 2-64 0,1 0-128 16,0-1 192-16,-2 0-64 0,2 1-128 0,0 1 0 16,-1 0 144-16,-1 0-144 0,3 1 128 0,-1 1-128 15,0-1 160-15,0 2-160 0,0-3 176 0,0 1-176 16,1 0 192-16,-1-1-192 0,0 0 192 0,-2-1-64 15,2-1 0-15,-1-2-128 0,-1 0 240 0,0-2-64 16,0 1-16-16,-1 1 0 0,1-4-160 16,0 3 160-16,-1-3-160 0,0 2 160 0,-1-2-160 0,1 1 0 15,-1-1 0-15,0 0 128 0,0 1-128 0,0-1 0 16,1 1 0-16,-1 0-176 0,0 0-32 0,0-1-16 16,0 2 0-16,1-1 0 0,-1 1-608 0,0 0-112 15,0-1-16-15,0 0-16 16,0 2-352-16,0-1-64 0,1-2-16 0,-1 2-7472 0</inkml:trace>
  <inkml:trace contextRef="#ctx0" brushRef="#br0" timeOffset="10905.42">13065 6029 911 0,'0'-1'0'0,"0"1"0"15,0-2 0-15,0 2 0 0,0-1 704 0,0 1 48 16,-1 0 16-16,1-1 0 0,1 1 288 0,-1 0 64 16,1 0 16-16,0 0 0 0,0 0-240 0,0 2-32 0,1 0-16 0,-1 1 0 15,0 0-416-15,0 1-96 0,-1-1-16 0,1 1 0 16,-1 1-192-16,1-3-128 0,-1 1 160 0,0 1-160 0,0-1 192 0,1-1-64 15,-1 1-128-15,1 1 192 16,0 1 112-16,2-1 16 0,0 2 0 0,0 0 0 16,0 0 128-16,2 0 48 0,1 4 0 0,-1-2 0 15,2 3-32-15,-1-2 0 0,-6-9 0 0,14 24 0 16,-7-12-128-16,0-2-16 0,0 1-16 0,-1-2 0 16,-1 1-32-16,0 0 0 0,0-3 0 0,-2 0 0 15,-1-2 16-15,1 0 0 0,-1-2 0 0,0-2 0 16,0 2 208-16,-2-1 32 0,1-2 16 0,-1 2 0 0,1-2-336 0,-1 0-64 15,0 0-16-15,0-2 0 0,0 2-128 0,0-3 0 16,0 4 0-16,0-1 0 0,0 0-176 16,0 0 176-16,0 2-128 0,0-2-6560 15,0 2-1312-15</inkml:trace>
  <inkml:trace contextRef="#ctx0" brushRef="#br0" timeOffset="13508.66">13258 6306 5119 0,'-1'-4'0'16,"1"3"0"-1,-1-1 0-15,1 2 0 0,0 0 0 0,0 0 0 16,-1 0 0-16,-2-2 0 0,1 1 0 0,-2-1 0 31,1 2 0-31,1-1 0 0,0 1 0 0,-1 0 0 0,1 0 0 0,-1-1 0 0,2 1 0 0,0-3 0 16,-1 3 0-16,1-2 0 0,0-1 0 0,0 1 0 16,0 1 0-16,1 0 0 0,0-1 0 0,-1-1 0 15,1 1 0-15,-1 0 0 0,1 2 0 0,0-1 0 16,-1 1 304-16,0 0 80 0,1 0 32 0,-1 0 32 15,0 0-48-15,1 1-16 0,-1 1 0 0,0 0 48 0,1-2-176 16,-1 3-16-16,0 0-16 0,-1-2 32 16,2 2-64-16,-1-1-32 0,0-2 0 0,0 0 32 0,1 0 0 0,0 0-16 15,1 0 0-15,-2 0 32 16,1 0 224-16,0 0 32 0,0 0 16 0,1-2 32 0,-1 2-48 0,0 0-16 0,0-1 0 0,0 1 32 16,0 0-32-16,0 0-16 0,0 0 0 0,1 0 32 15,-1 0-64-15,0 0-16 0,0 0 0 0,0-2 48 16,1 2-80-16,-1 0-16 0,1 0 0 0,-1 0 48 15,1 0-112-15,0 2-16 0,1-2 0 0,-1 3 48 16,0-3-48-16,1 2 0 16,0-1 0-16,1 1 48 0,0-2-32 0,-1 0 0 0,0 0 0 0,1 0 48 0,1-2 32 0,0 1 16 31,-1-1 0-31,1 2 0 0,0-3 80 0,-1 1 0 16,1 1 16-16,0 0 0 0,0-1-80 0,-1 2 0 15,1 0-16-15,-1-2 0 0,0 2-128 0,1 0-32 0,0 0 0 0,0 0 0 0,-1 0-32 0,2 2-16 16,-1 0 0-16,-1-2 0 15,2 2-32-15,-1-2 0 0,-1 2 0 16,0-1 0-16,2 1-128 0,-2 0 192 0,0-1-192 0,1 1 192 16,0-1 0-16,-1 0 0 0,1-1 0 0,1 0 0 15,-2 0 112-15,2 0 16 0,0 0 16 0,-1-1 0 16,1 0 48-16,1-2 0 0,-1 1 0 0,1-1 0 16,-1 0-128-16,1 0-32 0,-1 0 0 0,1 1 0 15,0 0-32-15,0 1-16 0,1-1 0 0,-2 2 0 16,2 0-48-16,-2 0-128 0,1 0 192 0,-1 0-64 15,2 0-128-15,-1 2 0 0,1-2 0 0,-2 1 128 0,2 1-128 0,-1-2 0 16,1 2 0-16,0-2 0 0,1 1 0 16,-1-1 0-16,0 0 0 0,1-1 0 15,0 2 0-15,0-1 0 0,-1-1 0 0,0 1 0 0,0 0 0 0,1 0 0 16,0-2 0-16,0 2 0 0,0 0 0 16,-2-2 0-16,1 1 0 0,1 1 0 0,-1 0 0 15,0-2 0-15,0 2 0 0,-1 0 0 0,0 0 0 0,1 0 0 16,-1 2 0-16,1-2 0 0,-1 0 0 0,0 0 0 15,0-2 0-15,0 2 0 0,0 0 0 0,1 0 0 16,-2 0 128-16,2 0-128 0,-2-2 0 0,1 2 0 16,0 0 0-16,-1 0 0 0,1-2 0 0,-2 2 0 0,2-1 0 0,-1 1 0 15,0 1 0-15,0-1 0 0,0 0 0 0,2 2 0 16,-2-2 0-16,1 0 0 0,0 2 0 0,0-2 0 16,0 0 0-16,0 0 0 0,1 2 0 0,-2-2 0 15,2 0 0-15,-1 0 0 0,0 0 0 0,-2-2 0 16,2 2 0-16,-1 0 0 0,0 0 0 0,1 0 0 15,-1 0 0-15,0-2 0 0,-1-1 0 0,0 3 0 16,1-2 0-16,-2-1 0 0,1 1 0 16,0 2 0-16,0-2 0 0,-2 0 128 0,2 0-128 0,0 1 0 0,0-2 0 0,-1 3 0 15,1-2 0-15,0 2 0 16,0 0 0-16,-1 0 0 0,1 0 0 0,-1 0 0 0,0 0 0 0,1 0 0 16,0 0-128-16,-1 2 128 15,1-2 0-15,0 1 0 0,0 1 0 0,-2 1 0 0,1-1 0 0,-1 0 0 16,0 0-144-16,-1 1 144 0,0-1 0 0,-1 1-192 15,-1-1 192-15,-1 5-14192 16</inkml:trace>
  <inkml:trace contextRef="#ctx0" brushRef="#br0" timeOffset="15640.69">13999 6261 5855 0,'0'2'512'16,"0"-2"-512"-16,0 1 0 0,0-1 0 16,0 0 624-16,0 2 16 0,0-2 0 0,0 2 0 0,1-2-80 0,-1 2-32 15,0-2 0-15,0 0 16 0,1 0-112 0,-1-2-32 16,1 0 0-16,0 2 16 15,1-3 192-15,-1-1 32 0,1 1 16 0,-1 1 32 0,0-2-176 0,1 1-16 16,0 0-16-16,0-1 16 0,1 1-48 0,-1-2 0 16,0 2 0-16,0-1 16 0,1-1-32 0,-1 1-16 15,2 0 0-15,-2-1 16 0,1 2-240 0,0-2-32 0,2 0-16 0,-2 1 16 16,1-1-160-16,0-1 0 16,0 0 0-16,1 1 0 0,-1-1-144 0,0 0 144 15,1 0-128-15,0-2 128 0,0 1 0 0,0-1-144 0,-1 0 144 0,1 1 0 16,0-1 0-16,-1 1 0 15,2 0 0-15,-1 0 128 0,-1 0 48 0,2-3 16 0,-1 1 0 16,2-2 32-16,-1 1 64 0,2-2 16 16,-1 0 0-16,0-1 0 0,0 2 192 0,0 0 32 15,1 1 16-15,-2 1 0 0,2-3-320 0,-1 2-64 0,1 0-16 16,-1-1 0-16,1 1-144 0,0-1 0 0,0 1 0 0,1-2 128 16,-1 0-128-16,0 0 0 0,1 0 0 0,-1 0 0 15,1-1 0-15,0 0 0 0,0 1 0 0,-1-2 0 16,1 5 0-16,-1-3 0 0,0 0 0 0,1-1 0 15,0 3 224-15,-2-1 16 0,1 0 0 0,-1 0 0 16,1 1-48-16,-1-4 0 0,0 2 0 0,1-2 0 16,-2 0-192-16,2 1 0 0,-2-1 128 0,1 0-128 15,-1 0 0-15,1 0 0 0,0 0 0 0,0 0 0 16,-1 1 0-16,1 0 0 0,-1 0 0 0,0 1 0 16,0 1 0-16,0-1 0 0,-1 1 128 0,1 0-128 0,-1 2 0 0,1-1 0 15,-1 1 0-15,2-3 0 0,-1 2 0 16,1 1 0-16,-1-2 0 0,1 2 0 15,-1 1 0-15,0-1-128 0,0 1 128 0,1-2 0 16,-1 2 0-16,0 0 0 0,1-2 0 0,0 1 0 0,1 0 0 16,0-1 0-16,0-2 0 0,-1 2 0 0,1 1 0 0,-2 0 0 15,2-1 0-15,-3 3 0 0,0 1 0 0,0 0 0 16,-1-1 0-16,0 2 0 0,0 0 0 0,-2 1 128 16,1 0-128-16,0 1 0 0,-1 1 0 0,0 1 0 15,-1-1 128-15,0 2-128 0,0 0 0 0,0 0 0 16,-1 0 0-16,1 0 0 0,-1 0 0 0,1 2 0 15,0-2-160-15,0-2 160 16,1 2-496-16,0 0-16 0,1 0 0 0,-2 0 0 16,1-2-896-16,1-1-192 0,-1 1-48 0,1-1-4256 0,-1 1-864 0</inkml:trace>
  <inkml:trace contextRef="#ctx0" brushRef="#br0" timeOffset="18033.27">14754 5149 4671 0,'-1'-3'416'0,"0"1"-416"16,1 1 0-16,-1 1 0 0,1 0 0 0,0-1 0 0,0 1 368 0,0 0 64 15,-1 0 16-15,0-2 32 0,-1 2-16 0,1 0 0 16,0 0 0-16,0 0 0 0,1 0-192 0,-1 0-32 16,0 0-16-16,1 0 32 0,0 0-256 0,0 0 160 15,0 0-160-15,0 0 176 0,1 0-176 0,-1 0 160 16,1 0-160-16,-1 0 192 0,1 0-192 0,-1 0 176 15,1 0-176-15,0 0 192 0,1-2-16 0,-1 2-16 16,0 0 0-16,-1 0 32 0,0-1 16 0,0 1 0 0,1 0 0 0,-1 0 48 16,0 0 0-16,0 0 16 0,0 0 0 0,1-2 48 15,-1 2-64-15,0-1 0 0,0 1 0 16,0 0 48-16,1 0-48 0,-1 0 0 16,1 0 0-16,-1 0 0 0,0 1-128 0,1 1-128 0,-1-2 192 0,0 3-48 15,1-3-16-15,-1 2 0 0,1-1 0 0,0 0 48 16,-1 1-48-16,1 1-128 0,-1-3 192 0,1 2-64 15,-1 1 16-15,1-1 0 0,-1 0 0 0,1 1 0 16,-1 0-16-16,0 1-128 0,1-2 192 0,0 3-64 16,0-2 0-16,0 1-128 0,0 1 192 0,0 0-64 15,0-1-128-15,0-1 128 0,0 2-128 0,1-1 128 0,-1 3-128 0,0-2 0 16,0 2 0-16,1-1 0 0,0 0 0 0,0 0 0 16,0 0 0-16,1 1 128 0,-2-2-128 0,1 2 128 15,1-3-128-15,-1 1 128 0,-1-2-128 0,1 1 0 16,1 1 0-16,-2-2 0 0,2 1 0 0,-1 1 0 15,1 0 128-15,-1-1-128 0,0-1 0 16,1 2 0-16,-1-3 0 0,0 3 128 0,1 0-128 0,-1-1 0 16,-1 1 0-16,1 0 0 15,0-1 128-15,0 1-128 0,0 0 128 0,-1 0-128 0,1 2 176 0,-1-2-48 0,1 2-128 0,0-2 192 16,1 2 48-16,-1-1 0 0,1-1 0 0,-2-1 0 16,2 0-48-16,0 1-16 0,0 0 0 0,-1-1 0 15,0 3-176-15,0-3 0 16,1 2 0-16,0 0 128 0,0 0-128 0,-2 0 0 0,1 1 0 0,0 0 0 15,0 1 0-15,0-1 0 16,0 0 128-16,0 0-128 0,0 0 0 0,0 0 0 0,0 2 0 0,1-1 0 16,-1 1 0-16,1-2 0 0,-1 1 0 0,0 1 0 15,0-2 0-15,0 0 0 0,1 0 0 0,-1 1 0 16,-1-1 0-16,2 0 0 0,-1 0 0 0,0 0 0 16,0-3 0-16,0 4 0 0,0-1 0 0,0 2 0 15,1-1 0-15,0 1 0 0,0 0 0 0,-1 3 0 0,1-4 0 0,-1 1 0 16,0 2 0-16,-2-11 0 0,0 0 128 0,10 38-128 15,-10-38 128-15,6 26-128 0,-5-11 128 0,-1-15-128 16,6 26 128-16,-4-14-128 0,-2-12 0 0,0 0 0 16,7 35 128-16,-5-24-128 15,0 0 0-15,-2-11 0 0,0 0 0 0,7 36 0 0,-7-36 0 0,5 28 0 0,-5-28 0 16,0 0 0-16,7 35 0 0,-7-35 0 0,0 0 0 0,7 34 0 31,-7-34 0-31,0 0 0 0,7 33 0 0,-7-33 0 0,0 0 0 0,10 38 192 16,-10-38-64-16,5 26 0 0,-5-26 96 15,0 0 16-15,10 38 0 0,-10-38 0 16,0 0-48-16,11 35-16 0,-11-35 0 0,0 0 0 0,11 38-176 0,-11-38 128 16,0 0-128-16,10 36 128 0,-10-36-128 0,0 0 160 0,10 35-160 0,-10-35 160 15,0 0 32 1,8 36 0-16,-8-36 0 0,0 0 0 0,8 36 48 0,-8-36 16 0,0 0 0 0,9 35 0 0,-6-21-96 0,-3-14-16 16,0 0 0-16,10 38 0 15,-10-38 0-15,0 0 0 0,11 39 0 0,-11-39 0 16,8 31-16-16,-5-16-128 0,-1-2 192 0,1 3-64 0,-3-16-128 15,7 31 128-15,-4-17-128 0,0 0 128 0,0 0-128 0,0 1 160 16,0 1-160 0,0 1 160-16,1-3-160 0,-1 1 128 0,-1 1-128 0,1-4 128 15,0 2-128-15,0 0 0 16,0-1 144-16,1 1-144 0,0 0 0 0,0 0 0 16,-4-14 0-16,8 26 128 0,-8-26-128 0,7 28 0 15,-7-28 0-15,8 31 0 0,-8-31 0 0,8 31 0 0,-8-31 0 0,8 31 0 16,-8-31 0-16,9 28 0 0,-5-16 0 0,-2 0 0 15,-2-12 0-15,0 0 128 0,11 33-128 0,-8-21 128 16,1-2 16-16,-1 2 16 0,0-1 0 0,1 1 0 16,-1-3 16-16,0 1 0 0,-1 3 0 0,-2-13 0 15,0 0-16-15,11 35 0 0,-11-35 0 0,6 28 0 16,-6-28 64-16,7 24 16 0,-7-24 0 0,0 0 0 16,8 28 16-16,-8-28 16 0,0 0 0 0,0 0 0 15,12 36-272-15,-10-27 128 0,1 0-128 0,-1-1 0 0,-2-8 192 0,0 0-192 16,0 0 192-16,11 33-192 0,-9-26 256 0,-1 0-48 15,2-1-16-15,0 0 0 0,-3-6-16 0,0 0-16 16,0 0 0-16,0 0 0 16,11 33-160-16,-10-28 128 0,1 0-128 0,0-3 128 15,0 5 16-15,0-2 0 0,-2-5 0 0,0 0 0 16,0 0 32-16,8 30 0 0,-8-30 0 0,0 0 0 0,6 32-176 0,-6-32 0 16,0 0 0-16,7 35 0 0,-7-35 0 0,3 24 0 15,-3-24 0-15,4 26 0 0,-4-26 0 0,5 26 0 16,-5-26 128-16,4 23-128 0,-4-23 0 0,4 20 0 15,-4-20 0-15,0 0 0 0,5 23 0 0,-5-23 0 16,3 13 0-16,-2-5 0 0,1-2 128 0,-1 0-128 0,1 2 0 0,0-1 128 16,0 0 32-16,-1 0 0 0,1 0 0 15,-1 0 0-15,1-2-160 0,-2-5 192 0,0 0-192 0,0 0 192 16,9 24-192-16,-9-24 160 0,0 0-160 0,4 19 160 16,-4-19-160-16,5 16 0 0,-5-16 0 15,0 0 128-15,6 22-128 0,-4-15 0 0,0-2 0 0,0 2 0 16,-1-3 0-16,0 3 0 0,1-3 0 0,-1-1 0 15,0 2 0-15,-1 0 0 0,1-2 0 0,0 2 128 16,0 0 128-16,1-2 32 0,-1 2 0 0,0 0 0 16,1 0-144-16,-1 0-16 0,1-1-128 0,-2 1 192 0,1-2-192 0,1 0 0 15,-1 0 0-15,0 0 0 16,0 0 0-16,0 1 0 0,0-2 0 0,0 3 0 16,0 0 0-16,0-3 128 0,0 3-128 0,0 0 0 0,-1-3 0 15,1 3 0-15,-1 0 0 0,1-1 0 0,0-1 0 0,0 2 128 16,0-1-128-16,0-2 0 0,-1 3 0 0,1-2 0 15,-1-1 0-15,1 0 0 0,0-1 128 0,-1 3-128 16,1-3 0-16,-1 1 144 0,1 1 32 0,-1 0 0 16,1 0 0-16,0 0 0 0,0 1 48 15,0 1 16-15,1 2 0 0,0-3 0 0,0 2-112 0,-1 0-128 16,0-1 176-16,0 0-176 0,0 2 144 0,0-4-144 0,-1 1 0 16,1 1 144-16,0 0-16 0,-1-3 0 15,1 1 0-15,-1 1 0 0,1-1-128 0,-1 0 160 0,1 0-160 16,0 0 160-16,0 2-160 0,1-1 128 15,-1 1-128-15,0 0 128 0,0-2-128 0,0 1 0 16,-1 1 144-16,0-1-144 0,1-1 0 0,0 2 128 0,0-3-128 0,0 0 0 16,-1 1 0-16,1-1 144 15,-1-1-144-15,1 1 0 0,0 0 160 0,-1-1-160 16,1 0 128-16,-1 1-128 0,1-2 128 0,-1 1-128 0,0 1 0 16,1-1 128-16,-1 1-128 0,1 0 0 0,-1 0 0 15,1 0 128-15,-1-1-128 0,0 1 0 0,0 0 0 0,1-1 0 16,-1 1 0-16,0-1 0 0,0 0 0 0,0-1 0 15,0 2 0-15,0-2 0 0,0 0 0 0,0 0 0 16,0 0 0-16,0 0 0 0,-1 0 0 0,1 0 0 16,0 0-480-16,0 1-80 0,0 1-16 0,1 3-17296 15</inkml:trace>
  <inkml:trace contextRef="#ctx0" brushRef="#br0" timeOffset="22678.02">11320 4739 3903 0,'-1'-5'352'0,"1"5"-352"16,0-2 0-16,0-1 0 0,0 3 0 0,0-2 0 15,0 2 480-15,0-3 48 0,0 1 16 0,1 0 32 16,-1-2 448-16,0 1 112 0,0 2 16 0,0-2 0 16,-1 2 0-16,0-1 0 0,0 0 0 0,-1 1 32 15,1-1-592-15,0-1-112 0,-1 3-32 0,1-2 16 16,-1 1-144-16,1 0-16 0,0 1-16 0,1 0 32 15,0-2-144-15,0 1-32 0,1 2 0 0,-1-1 32 16,1-1-48-16,0 1 0 0,1 0 0 0,1 1 16 16,0 1-144-16,0-2 0 0,2 0 0 0,-2 2 0 0,0-2-192 0,1 2 192 15,0-1-208-15,-2 1 208 16,0 1-176-16,-1 1 176 0,0 0-128 0,-2 0 128 0,0 1 0 0,-1-1 0 16,0 3 0-16,-1-3 0 0,0-1-128 0,-1 2 128 15,1-2-128-15,0 0 128 0,-1 0 0 0,0-1 0 16,2-1 0-16,-1 1 0 0,0-2 0 0,0 0 0 15,2-3 0-15,0 1 0 0,0 0 0 0,1-1 0 16,0-1 0-16,1 1 0 0,0-2 0 0,0 1 0 0,1-1 0 16,1 2 0-16,-1 0 0 0,1-1 0 15,-1 2 0-15,1-1 0 0,0 0 0 0,-1 2 0 0,0-1 0 0,-1 0-128 16,0 1 128-16,0 1 0 0,0 0 0 0,-1 0 0 16,0 0 0-16,-1 1 0 15,0 1 0-15,0 0 0 0,1-2 0 0,-1 1 0 0,-1 0 0 0,0 1 0 16,0-2 0-16,0 1 0 0,1 1 0 0,-1-2 0 15,1 1 0-15,0 0 0 0,0 0 0 0,0 1 0 0,0-2 0 0,0 1 0 16,0 0 0 0,0-1 0-16,1 0 0 0,0 0 128 0,0 0-128 0,0 0 0 0,0-2 192 0,0 2-16 15,0-3-16-15,1 1 0 16,-1-1 32-16,1 0 16 0,0 0 0 0,1-2-8272 16</inkml:trace>
  <inkml:trace contextRef="#ctx0" brushRef="#br0" timeOffset="23365.36">11352 4727 911 0,'0'-3'0'0,"0"1"0"0,0 1 0 0,-1 0 0 0,1 1 704 0,0-2 64 15,0 1 16-15,-1-1 0 16,1-1 400-16,0-1 80 0,0-1 16 0,1 0 0 16,-1 1 16-16,0-3 16 0,1 3 0 0,-1-1 0 0,0 1-384 0,1 0-80 15,-1 2-16-15,0-1 0 0,0-1-320 0,0 3-64 16,0 1 0-16,0-2-16 0,0 2-144 0,0 2-32 15,0-2 0-15,0 1 0 0,-1 1 48 0,1 3 0 16,0-3 0-16,0 3 0 0,-1 2-112 0,1-3 0 16,0 4-16-16,0-1 0 0,-1 0-16 0,1 0 0 15,-1 0 0-15,0 0 0 0,1-2-160 0,0 0 0 16,-1 2 0-16,0-2 0 0,0 2 0 0,1 0 0 16,0 0 0-16,0 0 0 0,1 2 144 0,0 1-144 15,0 2 160-15,0 0-160 0,1 0 0 0,-1 3 0 16,0 0 0-16,0 2 0 0,1 2-176 0,0-2 32 0,0 4 0 15,0-5 0 1,1 1-1328-16,-2-3-272 0</inkml:trace>
  <inkml:trace contextRef="#ctx0" brushRef="#br0" timeOffset="23852.5">11352 5164 3679 0,'-1'4'160'0,"0"-4"32"16,0 2-192-16,0-2 0 0,1 2 0 0,0-2 0 0,-1 3 688 15,1-1 80-15,-1 1 32 0,0 1 0 0,0 1-208 0,0 0-32 16,0 0-16-16,1 0 0 0,-1-1-32 0,1 3 0 16,-1-3 0-16,1 2 0 0,0 1-128 0,0-3-16 15,-1 4-16-15,1-1 0 0,-1 0-208 0,1 0-144 0,-1 0 192 0,0 0-192 16,0 0 0-16,0 1 0 15,0 1-160-15,1-2 160 16,-1 1-1872-16,1-2-256 0,0 2-48 0,0-2-16 0,1-1 1728 0,0 0 464 0,0 0-144 0,0 0 144 16,0 1 0-16,0-2 0 15,0 1 0-15,-1-1 0 0,0 1 0 0,1-1 0 16,-1 1 0-16,0 0 0 0,0-1-128 0,0 1 128 16,0 0 0-16,-1-3 0 0,1 3 0 0,-1 0 0 0,0-1 0 0,1 1 0 15,-1 0 448-15,1 0 192 0,0 2 64 16,0-3 0-16,0 4 128 0,1-2 48 0,-1 2 0 0,0-3 16 15,1 4-144-15,0-5-32 0,-1 4 0 0,1-1 0 16,-1-1-80-16,1 0 0 16,-1 2-16-16,1-1 16 0,-1 1-80 0,1-2-16 15,-1 2 0-15,1 1 0 0,-1-1-304 0,0 0-64 0,0 2-16 16,0-1 16-16,0 0-16 0,0 0 0 16,-1 1 0-16,1-1 0 0,0 1 80 0,0-2 16 0,0 1 0 0,0-2 0 0,1 2-256 15,0-2 0-15,0 0 0 0,0 0 0 16,0 0-704-16,-1 1-112 0</inkml:trace>
  <inkml:trace contextRef="#ctx0" brushRef="#br0" timeOffset="24274.35">11348 5892 5519 0,'0'5'240'0,"0"-4"64"0,0 2-304 0,0-1 0 16,0 0 0-16,0 1 0 0,0-1 736 0,-1 2 96 0,1 4 0 15,0 1 16-15,-1 3-272 0,1-2-48 0,0 1-16 0,0-1 0 0,0 3-144 0,1-2-48 16,-1 1 0-16,1-2 0 16,0 1-112-16,-1 1-16 0,1-1-16 0,1-1 0 15,-2 2-176-15,2-2 0 0,0-1 144 16,-1 0-144-16,1 1 0 0,0-3 0 16,1 2 0-16,-2-1-128 0,0 1-1024 0,1-2-192 0,0 0-32 15,-1 0-16-15,0 3 1120 0,0-2 272 16,0 3 0-16,-1-2 0 0,1 2 0 0,0-2 0 0,0 2 0 15,0 1-128-15,-1 7 128 0,0-5 0 0,0-7 0 0,0-2 0 16,0 0-144-16,0 2 144 0,0 0 0 0,0 2 0 16,2 1 0-16,-1-3-144 0,0 2 144 15,1-1 0-15,0-1 0 0,-1 2 0 0,0 3-144 16,0-5 144-16,-1-2 704 0,1 0 192 0,-1 2 32 0,0 0 16 16,0 2-144-16,1-1-32 0,-1 1 0 0,0 0 16 15,1 0-320-15,0 0-64 0,-1 2-16 0,1-2 0 16,-1 1 0-16,1 4 0 0,0 6 0 0,-1-4 16 15,1-9 0-15,0 0 0 0,0 3 0 0,0 1 0 16,0 1-240-16,1 0-160 0,-2-3 192 0,2 1-64 16,0 0-128-16,0-1-160 0,-1-2 160 0,0 0-7728 15</inkml:trace>
  <inkml:trace contextRef="#ctx0" brushRef="#br0" timeOffset="24710.56">11416 6895 3567 0,'0'9'0'0,"-1"-7"144"0,0 0-144 0,1 0 192 0,0 1-192 0,0-1 0 16,0-1 0-16,-1 3 0 0,1 4 976 0,0 3 160 0,0 1 16 16,0 2 16-16,0-2-384 0,0 0-80 0,0-1 0 0,0-1-16 15,0 0-128-15,0-1-32 0,0 1 0 0,1-1 0 16,0 3-144-16,-1-3-16 15,1-1-16-15,-1 1 0 0,-1-2-352 0,1-1-192 16,0 0 32-16,-1 1 0 16,2 0-976-16,-1 0-192 0,0-1-32 0,1 0-16 0,-1 4 1072 0,1-5 304 0,0 4 0 0,0 0-128 15,0-2 128-15,1 1 0 0,0-1-144 0,-1 1 144 0,0 0 0 16,-1-1-128-16,0 1 128 16,0-2 0-16,0 2 0 0,-2 1-160 0,0-2 160 0,-1 1 0 15,0-2-128-15,3 2 128 0,-1-1 0 0,0 2 0 16,0-1-176-16,0 1 176 0,1-2-128 0,0 0 128 15,0 0 656-15,0 0 224 0,1 0 32 0,-1 1 48 0,0-2 64 0,1-1 16 16,-1 2 0-16,0-2 48 16,1 2 32-16,0-2 16 0,-1 2 0 0,1 1 32 15,0-1-480-15,0 2-112 0,0-2 0 0,-1 0 16 16,0 3-288-16,0-3-64 0,0 2-16 0,-1-1 32 0,0 1-112 0,0 0-16 16,0 1-128-16,1-1 192 15,-2-2-704-15,1 1-160 0,-1-2-32 0,1 2-8144 0</inkml:trace>
  <inkml:trace contextRef="#ctx0" brushRef="#br0" timeOffset="25251.77">11407 7759 6447 0,'0'5'272'0,"0"-2"80"0,0 1-352 0,0-1 0 15,0-1 0-15,0 0 0 0,0 3 784 0,0 0 96 0,1 4 16 0,-1 3 0 16,-1 2 448-16,1-1 80 0,-1 1 32 0,1 0 0 16,-1-2-496-16,0-1-112 0,0-1-16 0,1-1 0 0,-2 1-320 0,1-1-64 15,0 1 0-15,0-2-16 16,0-1-96-16,1 1-16 0,0 2 0 0,-1-3 0 16,1 0-192-16,0 0-128 0,0 0 160 0,0 1-160 0,0-2 208 0,0 0-48 15,0 1-16-15,0 2 0 0,-1-4 32 0,1 2 0 0,0 0 0 0,0 2 0 31,1-1-176-31,-1 1 0 0,2-2 0 0,-2 1 0 16,0 1 0-16,-1-2 0 0,1 0-144 0,-2-1 144 16,1 0-544-16,-1 1 0 15,1-2 0-15,0 2 0 0,0-3-160 16,-1 1-48-16,1 0 0 0,0-2 0 0,0 2 128 0,0 0 32 0,0-2 0 0,1 2 0 16,0 0 144-16,0 0 48 0,0-2 0 0,0 2 0 15,0-1-176-15,0 1-16 16,0-2-16-16,0 0 0 0,0 2 480 0,0-2 128 0,0 1 0 0,0 1 0 0,-1 0 0 15,1-3 192-15,0 3-32 0,0 0 0 0,-1-3 288 16,0 3 48-16,1 0 16 0,-1-3 0 0,1 0 192 0,0 1 64 16,0 0 0-16,0 1 0 0,-1-2 112 0,1 0 16 15,-1-1 16-15,0 3 0 0,1-3-208 0,0 2-32 16,-1 0-16-16,1-2 0 0,0 3-16 0,0-1-16 16,0 0 0-16,0 0 0 0,0 0 16 0,0 0 16 15,0-1 0-15,0 0 0 0,0 0-128 0,1 1-16 0,-1-1-16 16,1 1 0-16,-1-1-176 0,0-2-48 0,1 2 0 0,-1-2 0 15,0-2-272-15,1 2 160 0,-1 0-160 0,0-5-8704 16,0 0-1840-16</inkml:trace>
  <inkml:trace contextRef="#ctx0" brushRef="#br0" timeOffset="27224.53">11429 8132 4607 0,'0'0'400'0,"0"0"-400"0,0 2 0 0,0-2 0 16,0 0 944-16,-1 0 96 0,1 0 32 0,-1 0 0 15,0 0 416-15,-1-2 96 0,2 2 16 0,-1-2 0 16,1 1-384-16,1 1-80 0,-1-2-16 0,0-1 0 15,1 1-352-15,0 0-64 0,-1 0 0 0,1-1-16 16,-1 0 32-16,0 3 16 0,0-2 0 0,1 2 0 0,-1 0 96 16,1 0 0-16,-1 2 16 0,0-1 0 0,0 3-160 0,0-1-48 15,-1 1 0-15,1 1 0 0,0 1-272 0,0 0-64 16,-1 3-16-16,0-1 0 0,1-1-16 0,0 2 0 16,-1 1 0-16,0-1 0 0,0 0-48 15,1 0-16-15,-1-1 0 0,1 2 0 16,0 1 32-16,0-2 0 0,0 0 0 0,0 0 0 0,0-1 48 0,1 0 16 15,0-1 0-15,1 1 0 0,-1 1-176 0,1-2-128 16,-2 1 144-16,1-2-144 0,1 2 0 0,-1-4 0 16,0 1 0-16,0-3 0 0,-1-1 0 0,1 1 0 0,-1-4 0 0,1-1 0 15,0 0 0-15,-1-1 0 0,0-1 0 0,0-2 0 16,0 0 0-16,0 0 0 0,-1-1 0 0,1 0 0 16,0 0 0-16,-1-1 0 0,1-1 0 0,0 1 0 15,0-2 160-15,0 2-16 0,-1 0 0 0,1 0 0 16,-1 1-144-16,1 2 160 0,0 0-160 0,1 2 160 15,-1-1-160-15,0 3 0 0,1-1 0 0,0 1 0 16,0 0 0-16,0 2 0 0,0 0 128 0,-1 0-128 16,1 0 0-16,0 1 0 0,-1 0 0 0,0 4 0 0,0 0 208 0,0-1 16 31,0 4 0-31,0-1 0 0,0 2-96 0,-1 1 0 16,0-1-128-16,0 1 192 0,0-3-192 0,0-1 0 0,0 2 128 0,-1-1-128 0,0 0 0 0,1-2 0 15,0 0 0-15,0-3 0 0,0 0 0 0,-1-2 0 16,1 0 0-16,-1-1 0 0,1 0 0 0,-1-3 0 15,1 1 0-15,0 0 0 0,0-1 0 16,0-1 0-16,1 0 0 0,-1-1 0 16,0 2-176-16,0 0 32 0,1 0 0 0,0-1 0 15,0 2-272-15,0 1-48 0,0 0-16 0,0 0 0 0,0 1 208 0,0-1 32 0,1 1 16 0,0 1 0 16,0 0 224-16,0 0-176 0,1 0 176 0,-1 0-160 16,1 0 160-16,-1 1 0 15,1 1 0-15,-1 1 0 0,0 0 0 0,-1 0 0 0,1 2 0 0,-2-2 0 31,0 2-176-31,-1 2 0 0,-1-3 0 0,-1 3 0 0,2-2 176 0,-2 2-128 16,0 0 128-16,0-2-128 0,-1 1 128 0,-1-2-128 16,2 1 128-16,-1-3-128 0,1 0 128 0,1-2 0 15,-1 0 0-15,0 0 0 0,1 0 0 0,1-4 0 0,0 1 0 0,0-2 0 0,1 1 0 16,0-1 0-16,2 0 0 0,-1-2 0 0,2 1 0 0,0 2 0 16,0-1 0-16,0 1 0 0,1-1-368 0,0 1 16 31,0 2 0-31,0 1 0 0,0-1 224 0,0 0 128 0,0 2-160 0,0 2 160 15,0 0 0-15,0 0-144 0,0 1 144 0,-1 2 0 0,0-1 0 0,-1 1 0 32,0 2 0-32,0 0 0 0,-1-2 0 0,0 0 0 0,0 2 0 0,-1-3 0 0,0 1 0 0,0 0 0 31,0-3 0-31,-1 0 128 0,0 1-128 0,-1-2 0 0,1 1 0 0,-1 0 0 16,0-2 0-16,-1 0 128 0,0 0-128 0,0-2 0 15,-1 2 0-15,0 0 0 0,2-2 0 0,-1 1 0 16,1-2 0-16,0 1 0 0,0 0 0 0,0-2 0 15,0 1 0-15,2-2 0 0,0-1 0 0,1 0 0 16,2 2 0-16,0-3 0 0,2 2 0 0,-1-2 0 16,2 3 0-16,0-1 0 0,0 1 0 0,1 1 0 15,0 0 0-15,1 1 0 0,-7 2-144 0,0 0 144 16,0 0 0-16,0 0 0 0,0 0 0 0,0 0 0 16,0 0 0-16,42 16 0 0,-40-9 0 0,0-2 0 15,0 2 0-15,-3 0 0 0,0-2 0 0,-2 2 0 0,1 0 0 16,-1-2 0-16,-2 0 128 0,2 0-128 0,-2 0 256 0,0-2-16 15,1-2-16-15,-1 1 0 0,0-4-224 0,1 1 0 16,0-2 0-16,0 0 0 0,2 0 128 0,0-4-128 16,1 2 0-16,0 0 144 0,0 1 96 0,1-3 16 15,1 2 0-15,1-2 0 0,0 2-256 0,0 0 176 16,1 0-176-16,1-1 160 0,-1 3-160 0,1-2 0 0,1 3 0 16,1 0 0-16,0-1 0 0,-1 1 0 0,-5 2-144 0,0 0 144 15,0 0 0-15,0 0 0 0,0 0 0 0,0 0 0 16,0 0 0-16,0 0-128 0,42 12 128 0,-39-7 0 15,-1-1 0-15,-1-1 0 0,0 1 0 0,-1 0 0 16,-2-1 0-16,0 2 0 0,-1 0 0 0,-1 0 0 16,0 0 128-16,-1-1 16 0,0 3 16 0,-1-2 0 15,1-2 96-15,-1 1 32 0,0-1 0 0,0-1 0 0,1 0 96 16,1-2 32-16,0 0 0 0,0-1 0 16,2-2-32-16,0 0 0 0,2-2 0 0,0-2 0 0,1-2-256 15,2-1-128-15,2-2 128 0,1 0-16400 16</inkml:trace>
  <inkml:trace contextRef="#ctx0" brushRef="#br0" timeOffset="29317.13">11382 8499 1839 0,'0'0'160'0,"0"-2"-160"0,0 1 0 0,0 1 0 0,0 0 784 0,0 0 128 15,-1-2 32-15,1 0 0 0,0-3 608 0,-1 0 128 16,2 1 32-16,-1-1 0 0,0 0 176 0,0 1 32 16,0-1 16-16,0 0 0 15,0 1-80-15,-1 1 0 0,1 0-16 0,-1 1 0 0,0 2-304 0,1 0-64 16,-1 0-16-16,0 2 0 16,-1 3-560-16,0 0-128 0,0 3 0 0,0 3-16 0,-1-1-432 0,2 4-64 15,-1 2-32-15,0 2 0 0,0 2-80 0,0-1-16 16,0 0 0-16,1 0 0 0,0-3-128 0,1 1 0 15,-1 0 0-15,1-4 128 0,0 0-128 0,0-3 0 0,1-1 0 16,-1-2 0-16,2 0 0 0,-1-2 128 0,1-1-128 0,0-1 0 16,0 0 0-16,0-3 0 0,0 0 0 15,-1 0 0-15,2-2 0 0,0 1 0 0,1-2 0 0,-1 0 0 16,0 0 0-16,2-2 0 0,-1 0-144 16,1 0 144-16,2-2-208 0,-2 0 16 0,1 0 0 0,-1-2 0 15,3 0-960 1,-3-1-192-16,2 0-48 0,-2-2 0 0,4 0 16 15,-3-4 0-15,1 0 0 0,-1-1 0 0,1 2 560 0,-3-1 112 16,1-1 32-16,-1 1 0 0,-2 3 480 0,1-1 192 0,-1 3-128 16,0 4 128-16,0 2 208 0,-1 0 128 15,0 5 32-15,-2 0 0 0,1 0 944 0,-1 5 192 0,-1-2 32 16,1 3 16-16,-1 2 320 0,0-1 64 0,-1 3 16 0,2-1 0 31,-1-2-2176-31,-1 2-432 0,2 3-96 0,-1-4-16 0,0 3 768 0,0-2 0 0,2 1 0 0,-1-1 0 0,0 1 176 16,1-1-176-16,0-1 160 0,0 1-160 15,1-2 320-15,0 3-16 0,0-1-16 0,1 3 0 0,1-1 96 16,-1 1 32-16,1 0 0 0,-1-1 0 0,-2-11-160 16,8 23-48-16,-8-23 0 0,0 0 0 15,12 30-208-15,-12-30 0 0,0 0 0 0,0 0 0 0,0 0 0 16,0 0 0-16,0 0 0 0,0 0 0 16,0 0-384-16,39-9-32 0,-35 0 0 0,1-3-15088 15</inkml:trace>
  <inkml:trace contextRef="#ctx0" brushRef="#br0" timeOffset="29741.03">11666 8672 2751 0,'3'0'128'0,"-2"-1"16"0,0 0-144 0,1 1 0 0,-1-2 0 0,0 2 0 16,0-2 1568-16,1 1 288 0,1-2 48 0,0-1 16 16,2-1 240-16,0 0 48 0,-2 1 16 0,1-1 0 15,-1 0 80-15,0 3 0 0,-1 0 16 0,-1-1 0 16,0 3-352-16,-1-3-80 0,-1 2-16 0,1 0 0 16,-2 1-640-16,0 0-128 0,-1 0-16 0,-1 0-16 0,0 0-480 0,-1 1-80 15,0 0-32-15,1 2 0 0,-1-2-176 16,-1 3-48-16,0 0 0 0,0 1 0 15,-2 0-48-15,2 2-16 0,-2 0 0 0,2 1 0 16,0-2-192-16,2 2 144 0,-2-1-144 0,2 2 128 16,1 1-128-16,1-1 0 0,0 0 0 0,2 1 0 0,0 0 0 15,0-10 0-15,0 0 0 0,0 0 0 0,0 0 0 0,0 0 160 16,30 28-160-16,-30-28 160 0,0 0-16 16,0 0 0-16,38-2 0 0,-38 2 0 0,20-10-144 15,-20 10 192-15,22-11-192 0,-12 6 192 0,1-3-192 0,-2 2 0 16,-1-2 0-16,0 4 0 0,-2-3-160 0,0 3-64 0,-2 1-16 0,-1 2-17904 15</inkml:trace>
  <inkml:trace contextRef="#ctx0" brushRef="#br0" timeOffset="38782.36">10460 4704 6143 0,'0'2'544'0,"-1"-2"-544"0,1 2 0 0,0-2 0 0,0 0 544 16,-1 1 0-16,1 0 0 0,0 4 16 0,-1 0-64 0,-1-1-16 15,0 4 0-15,1-4 0 0,-1 2-64 0,1 0-16 16,-1 1 0-16,1-2 16 0,0 0-176 0,1 2-48 16,-1-2 0-16,0 3 16 15,1 0-16-15,-1-1 0 0,1 1 0 0,0-1 16 0,-1 2 224 0,1 3 32 16,-2-2 16-16,2 2 16 0,0 2-320 0,1 0-176 16,-1-2 192-16,0 2-192 0,0-2 0 0,1 2-256 15,-1 0 32-15,1 1 16 16,-1 1-1520-16,0-1-320 15,0 2-48-15,1-1 0 0,0 0 1648 0,-1-1 320 0,1-1 128 0,-1-2 0 0,0 0-144 16,-1-1 144-16,1-2 0 0,0 1-128 0,-1-2 128 0,0 1 0 16,-1 0-144-16,1 1 144 0,0-1 0 0,1-2-128 0,-1 3 128 0,1-3 0 15,-1 2-144-15,0 1 144 0,1-1-128 16,-1 0 128-16,0 1 448 0,0 0 144 0,1-4 32 16,0 2 0-16,-1-1 0 0,0 2 0 0,1-1 0 0,0 1 0 15,0-2-48-15,0 3-16 0,-1-1 0 0,1-2 0 16,-1 3-112-16,0-1 0 0,0-2-16 0,1 1 0 15,-1-1 128-15,0 2 16 0,0-4 16 0,0 2 0 16,1 0-400-16,-1-1-64 0,2 0-128 0,-1 1 176 16,1-2-368-16,-1 4-80 0,0-9-16 0,0 0-6592 15</inkml:trace>
  <inkml:trace contextRef="#ctx0" brushRef="#br0" timeOffset="39597.48">10418 5772 5199 0,'0'12'464'0,"-1"-6"-464"0,1 0 0 16,0 1 0-16,0-4 0 0,0-1 0 15,-1 3 0-15,1 6 0 0,0 4 0 0,0 4 0 0,0 0 0 0,-1 1 0 16,1 0 336-16,0-2 128 0,0 0 32 0,0-2 0 16,-2 1 144-16,1-4 48 15,-1 0 0-15,0 0 16 0,1 0 240 0,0-3 48 0,0-3 16 0,-1 1 16 16,1 0-160-16,-2 1-32 0,2 3 0 0,0 0 0 0,0 2-384 0,0 1-96 31,0-1-16-31,1 1 16 0,0 1-224 0,0-2-128 0,0 1 128 16,0 1-128-16,0-1 0 0,0 1 0 0,0-2-192 15,-1 3 192-15,1-1-240 0,-1 1 80 0,-1-1 16 16,1 1 16-16,-1-2-160 0,1 1-32 0,-1 0 0 16,0 1 0-16,1 0-192 15,0-3-32-15,0 0-16 0,0-2 16 0,0 0-256 16,0 0-48-16,0 0-16 0,1-1 16 0,0 1-368 0,0 0-64 0,0 2 0 0,0-2-16 15,0-2 1008-15,0 4 288 0,0-2 0 16,1 2 0-16,-1-2-144 0,0 2 144 0,1 0 0 0,-1 1 0 16,1 1 0-16,-2 0-144 0,1-1 144 15,0-1 0-15,0 0 0 0,-1 1 0 0,0-3-128 0,1 0 128 16,-1 0 992-16,0 1 256 0,0-3 48 0,0 1 16 16,0-1 128-16,0 0 32 0,0-1 0 0,1 0 32 0,-1 1-352 0,1 0-64 15,-1-1 0-15,1 0 16 16,0 1-368-16,0 2-80 0,0 2-16 0,0 2 0 15,0-4-224-15,0 0-48 0,0 0-16 0,1 2 32 16,-1-2-384-16,1 2 0 0,-1 3 128 0,0 0-128 16,0-3 0-16,0 2 0 0,0 1 144 0,1-5-144 0,-1 2 0 15,0-2 0-15,1 0-160 0,0 0 160 0,-1-1-208 0,1 1 32 16,-1 0 16-16,0-2 0 16,1 0-1168-16,-1 1-224 0,-1-2-48 0,1 3 16 15,0-2-272-15,0 2-64 0,1-2-16 0,0 4 32 16,0 1 512-16,0 0 112 0,0-1 0 15,0-1 16-15,-1 3 368 0,1-4 64 0,-1 3 0 0,0-1 48 0,0 0 448 0,0 1 80 16,-1-2 32-16,0 1 0 0,1-2 224 0,-1 0 208 0,1-2-32 16,-1 1-16-16,0-1 432 0,0-1 96 0,0-1 16 15,0 1 0-15,0-2 16 0,0-4 16 0,0 2 0 16,1-1 0-16,-1 0-240 0,1-1-48 0,-1 3-16 16,1 0 0-16,0 1 0 0,0-2 0 0,0 2 0 15,0 0 0-15,0 2-224 0,1 1-32 0,0-1-16 16,-1 1 0-16,1 1-160 0,-1 1-272 0,1 0 64 0,-1 0 16 15,-1-1-128-15,1 0-32 0,0-2 0 0,0 0 0 16,-1-1 176-16,1 1 48 0,0-2 0 0,0-1 0 31,0 0-416-31,0-1-80 0,0 2-16 0,0-2 0 0,0 0 512 0,1 1 128 0,-1-1 0 0,0 0 0 0,1 2 0 16,-1 0 0-16,1-1 0 0,0 0-128 0,0 1 128 0,0 0 0 16,1 1 0-16,-1-2 0 0,0 0-128 15,-2 3 128-15,-5 1 0 0,1 3 0 16,2-3 0-16,1 0-144 0</inkml:trace>
  <inkml:trace contextRef="#ctx0" brushRef="#br0" timeOffset="39918.47">10374 8058 911 0,'0'5'0'0,"-1"-3"0"16,1 1 0-16,0-1 0 0,0-1 1376 0,0 0 192 15,-1 1 32-15,1 1 16 0,0 3 288 0,-1 0 48 0,0 3 16 0,1-1 0 16,-1-1-304-16,0 2-48 15,1 1-16-15,-1-3 0 0,0 1-560 0,0 0-112 0,-1-1-32 16,1-1 0-16,0 0-288 0,0 1-64 0,0-2-16 0,0 2 0 16,0-2-272-16,-1-3-48 15,2 3-16-15,-1-2 0 0,0-1 32 0,0 0 0 0,1 0 0 0,-1 1 0 16,1 0-224-16,0 0 176 16,-1 0-176-16,1 0 160 0,0 2-160 0,0-1 0 0,-1-1 0 0,1 2 0 15,0 1 0-15,0-1-224 16,0 0 80-16,0-1 16 0,0 2-80 0,0-2-16 0,0 3 0 0,0-3 0 15,0 0 224-15,0 0 0 0,0 1-160 0,-1-3 160 16,1 0 0-16,0-1 0 0,0-1 0 0,-1 0 0 16,0 0-288-16,1-1 16 0,0-1 0 0,-1-2-6976 15,2 1-1392-15</inkml:trace>
  <inkml:trace contextRef="#ctx0" brushRef="#br0" timeOffset="40819.75">12361 4654 3935 0,'0'-2'352'0,"-1"1"-352"0,0-2 0 0,1 3 0 0,0-2 656 16,0 2 64-16,-1-2 16 0,0-2 0 15,-1-1 112-15,0 1 32 0,1 0 0 0,-1 0 0 16,1 3 80-16,1-1 0 0,-2 2 16 0,1 0 0 16,-1 0-160-16,0 2-48 0,1 1 0 0,-1 2 0 0,1-1-224 15,0 1-48-15,0 2-16 0,1 0 0 0,-1 3 32 0,1-1 0 16,0 2 0-16,-1 0 0 15,1-1-320-15,0 1-64 0,-1 3-128 0,1-2 192 0,-1 2-192 0,1-1 0 16,-1 3 0-16,0 0 0 16,0 3 0-16,1-7 0 0,-1-3 0 0,1-1-160 0,-1 2 160 15,0 4-128-15,1 4 128 0,-1 9-128 0,0 6 128 16,0 2-160-16,1 1 160 0,-1-1-160 0,0-4-288 16,0-2-64-16</inkml:trace>
  <inkml:trace contextRef="#ctx0" brushRef="#br0" timeOffset="41058.8">12304 5742 7359 0,'-2'14'320'0,"0"-7"80"0,1 0-400 0,0 0 0 15,1-2 0-15,0-1 0 0,0 0 688 0,-1 7 48 16,0 6 16-16,-1 4 0 0,0 5 144 0,1-3 48 15,0 1 0-15,0-1 0 0,0 0-384 0,0-2-80 0,1 2-16 0,0 0 0 16,0 0-288-16,0 0-176 16,1-1 192-16,-1 1-192 0,1 1 128 0,1-3-128 0,-1 0 0 0,0-1 0 15,-1-2 0-15,1-1 0 0,-1-2 0 0,1 1 0 16,-1 0-304-16,1 1 48 0,-1 0 0 0,1-3-6336 16</inkml:trace>
  <inkml:trace contextRef="#ctx0" brushRef="#br0" timeOffset="41235.58">12289 6685 5519 0,'-2'10'240'0,"1"-5"64"16,0 1-304-16,0-2 0 0,1 0 0 0,-1 0 0 0,0 1 928 0,0 2 128 15,-1 5 32-15,-1 2 0 0,1 3 128 0,0 0 16 16,0-1 16-16,1-2 0 0,0 3-736 0,-1-3-128 16,2-2-48-16,-1 2 0 15,1 1-192-15,0 0-144 0,0-2 192 0,0 3-192 16,0-1-464-16,0 2-208 0</inkml:trace>
  <inkml:trace contextRef="#ctx0" brushRef="#br0" timeOffset="42015.06">12263 7278 911 0,'-1'12'0'0,"0"-8"0"16,1 2 0-16,-1-2 0 0,1 1 400 0,0-3 0 15,0 1 0-15,-1 3 0 0,1 4 624 0,-1 2 112 0,-1 2 16 0,1-2 16 16,0 2-224-16,0-2-48 16,1 0-16-16,-1 0 0 0,0 1-496 0,1 0-80 0,1-1-32 0,-1 2 0 0,0 0-272 0,1-2 0 15,-1 0-208-15,0-2 80 16,0 1-128-16,0-1 0 0,0 1-16 0,0-1 0 16,0 0 272-16,0 0 0 0,0-2 0 0,0 1 0 15,0-1 320-15,-2 0 32 0,2 1 0 0,0 0 0 16,0 1-96-16,0-1 0 0,-1 1-16 0,0 0 0 15,1 1-240-15,-1-1 176 0,0 1-176 16,1 0 160-16,-1 0 160 0,1-2 48 0,0 1 0 16,0-1 0-16,0 2 336 0,0-2 64 0,0 2 0 0,0 1 16 15,0-3-80-15,0 1-32 0,0-1 0 0,0-1 0 0,-1 1-240 0,0-4-48 16,1 2-16-16,-1 0 0 0,0 0-176 16,0-2-48-16,2 2 0 0,-2-2 0 0,0 2-144 15,1-3 0-15,0 4 144 0,0-3-144 0,0 2 256 0,0 0 0 0,1 2-16 0,0-1 0 16,0 1 32-16,0 0 16 0,-1 1 0 0,1-1 0 15,-1 0 112-15,0-1 32 0,0 1 0 0,0-2 0 16,0 0 80-16,0-2 0 0,0 2 16 0,0-2 0 16,0-1-224-16,0 0-48 0,0 0-16 0,1 0 0 15,-1-1-112-15,0-1 0 16,0 1-128-16,0-1 192 0,0 1-192 0,0 1 128 0,0-1-128 0,0-1 0 0,0 0 0 0,0 1 128 16,0 2-128-16,0-1 0 15,-1-1 176-15,1 1-16 16,0 1 0-16,0 0 0 0,0 2 128 0,0-2 32 0,0 2 0 0,0-2 0 15,-1 2-128-15,1-3 0 0,-1 2-16 0,1-1 0 0,0-1-176 0,0 0 0 32,0-1 0-32,0 1 128 0,-1-1-128 0,1 0 0 0,0-1 0 15,-1 1 0-15,1-2 0 0,0 1 0 0,0 1 0 0,0-1 0 16,0-1 0-16,0 1 0 0,0-1 0 0,0 0 128 16,0 1 48-16,0 1 0 0,1-1 0 0,-1 1 0 15,1 0-176-15,-1 0 0 0,0 1 144 0,0 0-144 16,1 0 0-16,-1 1 0 0,0-2 0 0,0 1 0 15,0 1 0-15,0 0 0 0,0-3 0 0,0 3 0 16,0 0 0-16,0-3 0 0,0 3 0 0,1-2 0 16,-1 1 0-16,0-2 0 0,1 3 0 0,-1-2 0 15,0-1 0-15,0 0 128 0,0 1-128 0,0 1 0 16,0-1 144-16,0-1-144 0,0 1 192 0,0 1-192 16,0-1 0-16,1-1 0 0,-1 0 0 0,0 0 0 0,-1-2 0 15,1 1 0-15,0-1 0 0,0-1 0 0,-1 1 0 0,0 0 0 16,1-2-144-16,-1 2 144 0,0-2-384 0,0 0 0 15,0 0 0-15,0-1 0 16,1 1-624-16,-1-1-112 0,1 1-32 0,0 0 0 16,0 1-1040-16,0 1-224 0</inkml:trace>
  <inkml:trace contextRef="#ctx0" brushRef="#br0" timeOffset="42158.4">12246 8269 7359 0,'0'0'656'0,"-1"0"-528"15,1 0-128-15,0 0 0 0,0 0 2144 0,-1 0 400 16,1 0 80-16,-1 1 0 0,0 1-192 0,0-2-64 16,1 2 0-16,0-2 0 0,1 0-1600 0,1 0-336 0,-1 0-64 0,0-2-12016 15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10-23T17:03:03.732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4340 4759 8287 0,'-5'-4'736'0,"1"0"-592"16,0 3-144-16,2-1 0 0,2 2 1088 0,-1 0 176 0,1 0 32 0,-2 0 16 16,-1 0 544-16,0 0 96 0,-1 0 32 0,2 2 0 15,0-1-192-15,1 1-16 0,1 1-16 0,1 0 0 16,0-2-480-16,2 2-112 0,0-1-16 0,2-2 0 15,2 2-288-15,2-2-64 0,2-2-16 0,2 0 0 16,-13 2-208-16,29-3-64 0,-12 1 0 0,0-3 0 16,-17 5-256-16,37-7-64 0,-19 2-16 15,-1 0 0-15,1 1-176 0,-3-3 0 0,0 3 0 16,-1-2 0-16,-2 1 0 0,-1 1-256 0,-2 1 64 0,-3-1 16 16,-1 3-672-16,-2-1-144 0,-1 2-32 0,-2 0 0 15,-1 2-1328-15,-2-2-272 0,-1 3-48 0,0 0-16 16,-2 1-384-16,0-2-64 0,0 3-32 0,-1-2 0 15,1 1 1248-15,-1-1 240 0,2 1 48 0,0-1 16 0,2-1 1104 0,0 0 240 0,0 3 32 0,1-2 16 16,0 0 976-16,1 0 192 0,-1 2 32 0,2-1 16 16,-2 0 416-16,1 1 96 0,-1 1 16 15,0 0 0-15,0 0 176 0,1 4 32 0,-1 2 16 16,0 0 0-16,-1 2 32 0,1 1 0 0,-1 0 0 0,1-1 0 16,0 1-528-16,0 2-96 0,-1 2-32 0,0 4 0 15,-1 1-416-15,1 0-96 16,-1 2-16-16,0 0 0 0,2 0-304 0,1-4-64 0,0-2-16 0,0-3 0 15,2-5-208-15,-1-2 0 0,2-1 0 0,-2-4 0 16,1 0-1248-16,0-2-144 0,-1-2-16 0,-1 1-16 16,0-2-1280-16,-1 0-256 0,-1 0-48 0,-2 0-16 15,1-2 208-15,-3 2 32 0</inkml:trace>
  <inkml:trace contextRef="#ctx0" brushRef="#br0" timeOffset="158.29">4400 5189 3791 0,'0'0'336'0,"0"0"-336"0,-1 0 0 0,-1 0 0 15,-1 3 1088-15,-2 0 160 0,-1 1 32 0,-1 3 0 16,-1 0 1552-16,3-1 320 0,2 0 64 0,2-1 16 15,3-1-432-15,1-1-96 0,5-1-16 0,1-4 0 16,2 1-832-16,2-2-192 0,0 0-16 0,3-2-16 0,3-1-688 0,2-2-144 16,2 3-32-16,2-4 0 0,2 1-416 0,-1 0-96 0,-2 0 0 15,-1 1-16 1,0-1-240-16,-1-1 0 0,0 2 0 0,-1-1 0 16,-1-1-704-1,-1 1-144-15,-1-1-32 0,0 0-15648 0</inkml:trace>
  <inkml:trace contextRef="#ctx0" brushRef="#br0" timeOffset="490.78">5043 4729 17503 0,'0'-9'768'0,"-1"2"176"0,1 3-752 0,0 1-192 16,0 0 0-16,0 3 0 0,0 0 1232 0,-1-2 224 15,1 0 32-15,-1 1 16 0,0 4 96 0,-1 2 0 16,-1 1 16-16,-1 6 0 0,0 3-560 0,-1 4-112 16,-1 5-32-16,0 2 0 0,-1 4-272 0,1 1-64 15,-1 0-16-15,0 2 0 0,0 0-144 0,0 3-32 16,2 0 0-16,0-3 0 0,2-2 112 0,2-5 16 16,1-26 0-16,2 38 0 0,-2-38-224 0,5 26-32 15,-5-26-16-15,0 0 0 0,0 0-240 0,0 0 144 0,0 0-144 16,0 0 128-16,0 0-128 0,37 23 0 0,-32-28 0 15,1-1 0-15,0-2-336 0,-1 1-48 0,1-2-16 0,-2-1 0 32,0-1-1168-32,0 3-224 0,-1-3-64 0,-1 2 0 15,-1-1-1152-15,-1 0-224 0,0 1-48 0,-1-1-6832 0</inkml:trace>
  <inkml:trace contextRef="#ctx0" brushRef="#br0" timeOffset="678.83">4823 4993 13823 0,'-10'5'608'0,"4"-1"128"0,1 0-592 0,2-1-144 15,2-2 0-15,1 0 0 16,2 0 2128-16,0 1 400 0,1 0 80 0,3 0 16 0,-6-2 512 0,0 0 128 16,41-4 0-16,-20-4 16 0,1 2-1664 0,2-4-336 15,3-2-64-15,0 0 0 0,-3 0-736 16,1 0-144-16,1-2-16 0,1 0-16 0,1 1 608 0,-1 0 128 16,-3 1 32-16,-1 3 0 15,0 0-1808-15,0 3-352 0,-1 0-80 0,2 3-17360 16</inkml:trace>
  <inkml:trace contextRef="#ctx0" brushRef="#br0" timeOffset="872.62">5665 4732 26719 0,'2'-3'2368'0,"2"3"-1888"0,0 0-480 0,-1 0 0 0,-1 0 576 0,2 0 32 16,3-2 0-16,3 0 0 0,-10 2 272 0,29-3 48 16,-29 3 16-16,28-2 0 0,-28 2-688 0,0 0-256 15,0 0 176-15,36 7-14608 0</inkml:trace>
  <inkml:trace contextRef="#ctx0" brushRef="#br0" timeOffset="1065.35">5712 4878 9215 0,'0'1'816'0,"0"1"-656"0,0 0-160 0,-1 1 0 0,1-2 2208 0,-1 2 416 16,-1 3 64-16,0 3 32 0,-1 7 304 0,-1 1 64 16,1 4 16-16,-1-2 0 0,2 1-1888 15,0-2-368-15,2-18-80 0,1 36 0 0,-1-36-592 0,0 0-176 0,8 35 0 0,-8-35 0 31,0 0-1376-31,0 0-384 0</inkml:trace>
  <inkml:trace contextRef="#ctx0" brushRef="#br0" timeOffset="1415.14">5991 4793 10127 0,'4'-4'896'0,"-2"1"-704"0,-1 2-192 0,-1 1 0 16,0 0 1632-16,0-1 288 0,1-1 64 0,-1 0 16 15,0-1 784-15,-1 2 160 0,-2 4 16 0,-1 0 16 16,-1 1-1056-16,-1 3-192 0,-1 0-64 0,0 3 0 16,-1 0-544-16,-2 2-112 0,2-1-32 15,1-1 0-15,-1 1-496 0,2-1-96 0,0-2-32 0,2 0 0 16,1 0-128-16,1-3-32 0,2-1 0 0,1 1 0 16,2-3-192-16,0 0 144 0,4-2-144 0,-1 1 128 15,2-1-128-15,-8 0 0 0,0 0 144 0,0 0-144 16,43 8 128-16,-43-8-128 0,0 0 128 0,39 15-128 15,-39-15 144-15,0 0-144 0,36 24 192 0,-36-24-192 16,0 0 192-16,0 0-192 0,31 31 192 0,-31-31-192 16,0 0 208-16,0 0-64 0,3 28-16 0,-7-21 0 15,-2 1 0-15,-3-4-128 0,-1 3 192 0,-2 0-64 0,-1 1-128 16,-2-2 160-16,-1 2-160 0,-3-1 160 0,-1 0-160 16,1 3 0-16,0-1 0 0,1-2 0 15,2 0-400-15,3 0-64 0,4-2-16 0,1 0-17680 0</inkml:trace>
  <inkml:trace contextRef="#ctx0" brushRef="#br0" timeOffset="2384.04">6776 4888 15663 0,'-1'0'1392'15,"0"0"-1120"-15,1 0-272 0,0 0 0 0,-1 0 1856 0,1 0 304 16,-1 2 64-16,0-2 16 0,0 0 720 0,0 1 160 16,2-1 16-16,0-1 16 0,1 1-1840 0,1-2-368 15,0 0-80-15,1-3-16 0,1 0-560 0,-1 1-112 16,2-4-32-16,0 1 0 0,-1-2-144 0,0 1 0 0,-1-1 0 0,-2 1 0 15,-1-1 0-15,-1 1 0 16,-2 0 0-16,-1 3 0 0,-3 0-320 0,0 1 16 16,-3-1 0-16,0 2 0 15,-1 3-400-15,-1 0-64 0,-1 1-32 0,1 2 0 16,-1 3 160-16,0 2 48 0,-1 3 0 0,1-1 0 0,1 4 1136 0,0 0 224 16,1 1 64-16,0 2 0 0,3-2-656 0,0 2-176 15,2 0 0-15,0 1 0 0,2 0-496 16,1 0-160-16,1-3-48 0,1-15 0 0,0 0 1248 0,8 35 240 0,-8-35 48 15,0 0 16-15,0 0-336 0,0 0-64 16,38 8 0-16,-27-14-16 0,2-3-208 0,-1 0-32 0,1-1-16 16,-1-2 0-16,0 0-176 0,1 0 160 0,0-2-160 15,-1 0 160-15,-2 2-160 0,-2 0 0 0,0 1 0 16,-3 3 0-16,1-1-224 0,-3 1 80 0,0 2 16 0,-1 1 0 16,0 0 128-16,-1 5 0 0,-1 0 0 0,1 0-128 15,-2 3 128-15,1 2 0 0,0 1 0 0,1 1 0 16,-1 0 208-16,0-7-16 0,0 0-16 0,0 0 0 15,9 38 112-15,-9-38 32 0,0 0 0 0,0 0 0 16,0 0-176-16,35 29-16 0,-25-29-128 0,2-2 192 16,0-1-192-16,1-1 0 0,1-2 0 0,1-2 0 15,-1 0 0-15,1-2 0 0,0-2 0 0,1-1 0 16,-2 1-640-16,0 0-128 0,-1 0-32 0,-2 0 0 16,0 1-800-16,-2 1-144 0,-2 0-48 0,0 1 0 15,-1-1 128-15,-1 1 0 0,-1 1 16 0,-2-1 0 16,1 2 848-16,-2 0 160 0,1 0 48 0,-1-2 0 0,0 4 592 0,-1 0 0 15,1 0 192-15,-1 1-64 0,1 1 656 0,-1 1 128 16,1 1 32-16,-1-1 0 0,1 2 0 0,-1 0 0 16,1 0 0-16,-1 3 0 0,0 2-64 0,0 1-16 0,0 2 0 0,0 4 0 15,0 0 240-15,-1 4 48 16,0 0 16-16,-2 4 0 0,1-1-400 0,-1 3-64 0,0 3-32 0,-1 2 0 16,-1 6-256-16,1 2-48 0,-1 3-16 15,0 2 0-15,1-5-112 0,0-1-32 16,0-4 0-16,1-1 0 0,3-2-208 0,-1-1 176 0,0-3-176 15,1-3 160-15,0-20-160 0,2 29 0 0,-2-29 0 16,0 0 0-16,7 32 0 0,-7-32 0 0,0 0 0 0,0 0-176 16,0 0-464-16,0 0-80 15,15-3-32-15,-12-8 0 0,-2 1-1984 16,2-4-400-16,-1-3-64 0,-1-4-10880 0</inkml:trace>
  <inkml:trace contextRef="#ctx0" brushRef="#br0" timeOffset="2893.5">7069 4855 1839 0,'-1'-3'160'0,"1"1"-160"0,-1 2 0 0,1 0 0 0,0 0 2048 16,1 0 384-16,0-1 80 0,0-2 16 0,1 0-16 0,2 0 0 16,2-1 0-16,1-1 0 0,1 0-944 0,1 1-192 15,1-1-32-15,0 0-16 0,1 1-496 0,1-1-112 16,-1 0-16-16,1 3 0 16,-1-1-352-16,-11 3-80 0,0 0-16 0,0 0 0 15,33 5-112-15,-33-5-16 0,0 0-128 0,0 0 192 0,0 0-192 0,6 33 128 16,-12-21-128-16,0 0 0 0,-3-2 432 0,2 1-16 0,0-1 0 15,-3 2 0-15,-1 0-64 16,0-1-16-16,0 1 0 0,1-2 0 0,1-1-80 16,3-2 0-16,1-2-16 0,2-1 0 0,2-1-240 0,1-3 0 0,2 0 128 0,1-4-128 15,2 1-192-15,1-4-96 0,3-2-16 16,1-1 0 0,4-4-1552-16,1-3-304 15,1 3-64-15,-1-1-16 0,1-1-736 0,1 2-160 16,0-3-16-16,0 1-16 0,-1 4 1408 0,-2 0 288 0,-1 0 48 0,-1 3 16 0,-1 1 1216 0,-2 1 192 15,0 0 128-15,0 3 0 0,-3-1 1472 0,0 0 288 16,-1 3 64-16,-2 0 16 0,0 1 528 0,-1 1 96 0,-1 0 32 0,0 3 0 16,-1-1-624-16,1 0-112 0,-1 3-32 15,-1 0 0-15,1 4-592 0,-1-2-128 0,1 3-32 16,-1 2 0-16,0 2-384 0,0 2-80 0,0-1 0 16,0 0-16-16,0 1-176 0,0 5-16 0,-1 3-16 0,0 5 0 0,1 1-48 15,-1-1-16-15,1 1 0 0,0-3 0 16,0-1-48-16,1-5-16 0,0-21 0 0,0 35 0 0,0-35-288 0,0 0 160 15,3 26-160-15,-2-21 128 0,0-2-128 16,-1-5 0-16,0 1 0 0,1-4 0 0,-1 1-208 0,0-4-32 0,0-1 0 16,-1 0 0-1,0-3-1248-15,-1-2-256 0,-1-1-48 0,-1-2-16 16,1 0-1680-16,0-1-336 0,-1-3-64 0,1-1-3632 16,1 4-736-16</inkml:trace>
  <inkml:trace contextRef="#ctx0" brushRef="#br0" timeOffset="3103.34">7347 4817 3743 0,'5'-38'0'0,"-4"31"144"0,-1 5-144 0,0 2 208 0,0 0-208 0,1-3 0 0,2-2 0 0,2 1 0 0,2-4 2496 0,2-1 464 16,1 2 96-16,0 0 16 0,0 4-496 0,1-1-80 16,1-1-32-16,0 2 0 0,0 1-704 0,-12 2-144 15,26-2-16-15,-26 2-16 0,0 0-688 0,33 4-144 0,-33-4-32 0,0 0 0 16,0 0-352-16,0 0-80 16,0 0-16-16,33 36 0 0,-33-36-96 0,-1 19-32 15,0-10 0-15,-4 1 0 0,-2 2 16 0,0-2 0 16,-1 1 0-16,-2-3 0 0,0 2-160 0,-2-1 0 15,1-2 0-15,0 0 0 0,1-2 0 0,-1 0 0 0,2-1 0 16,2-2 0 0,-1-2-592-16,3 0-112 0,2-2 0 0,1 0-8944 15,2-5-1776-15</inkml:trace>
  <inkml:trace contextRef="#ctx0" brushRef="#br0" timeOffset="3366.18">7844 4249 5519 0,'5'-5'496'0,"-2"2"-496"0,-1 0 0 0,-3 3 0 15,1 1 1536-15,-1 1 192 0,2-2 64 0,-1 2 0 0,0 1 624 0,-1 1 128 16,-2 6 16-16,-2 4 16 0,-2 3-944 0,-2 6-192 16,-1 1-32-16,0 7-16 0,-1 0-240 0,-1 4-64 15,0 3 0-15,0 3 0 0,0-1 144 0,1 2 32 16,1 6 0-16,0-1 0 0,2-2-112 0,1-5 0 15,2-6-16-15,2-6 0 0,3-2-688 16,0-26-144-16,3 37-32 0,-3-37 0 0,0 0-272 0,0 0 0 16,0 0 0-16,0 0 0 15,37 27-336-15,-30-31-80 0,2-1-16 0,1-2-16800 0</inkml:trace>
  <inkml:trace contextRef="#ctx0" brushRef="#br0" timeOffset="3761.89">7970 4652 10127 0,'2'0'896'0,"0"0"-704"0,0-1-192 0,-1 1 0 15,0 0 1392-15,0 0 240 16,3-2 48-16,1-1 16 0,1 1 800 0,2-2 176 16,0 1 16-16,-1-2 16 0,0 0-864 0,-1 1-176 0,0 1-48 0,-1-1 0 15,-2 1-272-15,0-2-48 0,0 3-16 0,-2 0 0 0,-1 0-544 0,0 1-112 16,-1 1-32-16,-2-2 0 0,1 2-176 0,-1 2-32 15,-1-1-16-15,-2 1 0 0,1 2-144 0,-2 1-32 16,0 0 0-16,-1-1 0 0,1 4-192 0,-1-1 176 16,0 1-176-16,0 1 160 0,0 0-160 0,0 2 0 15,0 1 144-15,-1 0-144 0,1 2 128 0,0 1-128 16,-1 2 128-16,1-3-128 0,2 0 128 0,-2-1-128 16,2 3 128-16,-2 2-128 0,3-3 144 0,1 0-144 15,1-2 192-15,2-1-192 0,1-4 176 0,0-8-176 0,0 0 160 0,0 0-160 16,0 0 0-16,0 0 128 0,0 0-128 0,0 0 0 15,0 0 0-15,37 8 0 0,-29-14 0 0,0-2 0 16,2-1 0-16,0-1 0 0,0-1 0 0,0-1 0 16,0 0 0-16,-1 0-192 0,0 0 192 0,-1-1-208 15,0 2-496-15,-2-1-112 16,0 3-16-16,-3 2 0 0,0 0-1696 0,-2 2-352 0</inkml:trace>
  <inkml:trace contextRef="#ctx0" brushRef="#br0" timeOffset="4208.6">8033 4416 23951 0,'0'2'2128'0,"0"1"-1696"15,0-2-432-15,0 1 0 0,0 0 1872 0,1-1 304 16,0 2 48-16,1 3 16 0,-2-6-576 0,0 0-96 15,0 0-32-15,0 0 0 0,21 44-1216 0,-21-44-320 0,0 0 0 0,0 0-16640 16</inkml:trace>
  <inkml:trace contextRef="#ctx0" brushRef="#br0" timeOffset="4590.67">8325 4684 8287 0,'-2'-1'368'0,"0"0"80"0,0-1-448 0,1 0 0 15,1 1 0-15,0-1 0 0,0 0 2064 16,0-1 336-16,1 1 64 0,-1-6 16 0,2 1 144 0,-1-1 48 15,0 0 0-15,0 1 0 0,0-3-1616 0,0 3-320 16,0-2-64-16,-1-1-16 0,-1 3-160 0,0-2-48 16,-1-1 0-16,-2 3 0 0,-2 0-64 0,0 2-32 0,-3 3 0 15,0 2 0-15,-1 3 112 0,-1 1 32 16,-3 5 0-16,-2 1 0 0,-1 5-208 0,-2 5-32 16,0 2-16-16,-1 2 0 0,2 5-240 0,3 0 0 15,0 1 0-15,2 0 0 0,2-4 0 0,1 0 176 16,3 0-176-16,3-7 160 0,2-2-160 0,2-5 0 15,0-12 0-15,0 0 128 0,0 0-128 0,27 33 0 0,-27-33 0 0,28 0 0 16,-12-5-336 0,2 0-112-16,1-6 0 0,3-3-14720 0</inkml:trace>
  <inkml:trace contextRef="#ctx0" brushRef="#br0" timeOffset="5286.86">8590 4660 15663 0,'1'0'688'0,"-1"-2"144"0,0 2-656 0,0-2-176 0,0 2 0 0,-1 0 0 15,0-2 1696-15,0 0 304 0,-1 1 64 0,-1-4 16 16,0 3-256-16,-1-3-48 0,-1 0-16 0,0 1 0 16,-2-1-608-16,1 2-112 0,-1-1-16 0,0 0-16 15,-1 0-544-15,1 1-96 0,-1 0-32 0,0 0 0 16,0 1-336-16,-1 2 144 0,1 0-144 0,0 3 0 15,-1 1 144-15,0 0-144 0,0 4 0 0,-2 2 144 16,0 4-144-16,0 0 160 0,1 3-160 0,0 4 160 16,1 2 112-16,-1 1 32 0,2-2 0 0,2-1 0 0,1-2 64 0,2-3 16 0,2-1 0 0,1-15 0 0,0 0-128 0,0 0 0 31,0 0-16-31,17 36 0 0,-11-34-240 0,1-2 176 16,1-3-176-16,1-1 160 0,1-1-160 0,1-5 160 15,1-2-160-15,2-2 160 0,0 0-160 0,0-3 0 16,0 0 0-16,0-1 0 15,-1 1-544-15,0-2-96 0,-1 1 0 0,0 0-16 16,-3 2-448-16,-1 3-96 0,-1 1-16 0,-2 2 0 16,0 3 288-16,-3 2 48 0,-1 4 16 0,-1 1 0 0,0 3 480 0,-2 2 112 0,-1 4 16 0,-1 1 0 15,1 4 656-15,-2 5 144 0,-1 2 32 0,1-2 0 16,1-4 144-16,0 3 48 16,0 3 0-16,-1 1 0 0,1 2 64 0,1-6 0 15,1 2 16-15,2-6 0 0,0-14-80 0,0 0-32 0,0 0 0 0,0 0 0 16,0 0-416-16,0 0-96 0,39 17-16 0,-28-26 0 15,2-1-32-15,0-5-16 0,2-1 0 0,0-1 0 16,0-1-160-16,2-2-144 0,2-1 144 0,-2 0-208 16,1-3-240-16,-1 0-32 0,-3 0-16 0,0 0 0 15,-3 4-16-15,-1 0-16 0,0-1 0 0,-2 0 0 0,1 1 96 0,-2 2 32 16,0 1 0-16,-1 3 0 0,0 3 400 0,-3 3 0 16,0 3 0-16,-1 1 0 0,-1 3 416 0,-2 4 64 15,0-1 16-15,-2 4 0 0,0 1 0 0,0 1 0 16,-2 2 0-16,0 3 0 0,0 2-208 0,-2 5-32 15,0 3-16-15,-1 3 0 0,-2 3 16 0,-1 4 0 16,0 5 0-16,-1 0 0 0,1-5 64 0,1-2 0 16,1-2 16-16,2-1 0 0,1-6-112 15,3-2-32-15,1-3 0 0,2-17 0 16,0 0-192-16,3 31 0 0,-3-31 0 0,0 0 0 0,0 0-160 0,0 0-32 0,0 0 0 16,27-10 0-1,-21 1-1584-15,0-3-320 0,-1 0-64 0,0-2-13888 16</inkml:trace>
  <inkml:trace contextRef="#ctx0" brushRef="#br0" timeOffset="5485.26">8661 4673 11967 0,'-7'4'528'0,"2"-1"112"0,0-1-512 0,3 0-128 15,1-2 0-15,0 2 0 0,0-1 2336 16,0 1 432-16,-1 1 96 16,0 1 16-16,2-2 128 0,3-1 48 0,2-2 0 0,1-1 0 0,3 0-1248 0,2-5-240 15,2 2-48-15,1-3-16 0,1 2-832 16,2-4-160-16,2 1-48 0,-2 2 0 15,-2-1-336-15,0 2-128 0,1 0 0 0,0 0 0 32,1-2-256-32,0 2-160 0,-2 0-32 0,1 0-17120 0</inkml:trace>
  <inkml:trace contextRef="#ctx0" brushRef="#br0" timeOffset="5673.49">9038 4613 4607 0,'6'-3'400'0,"-1"1"-400"0,0 1 0 0,0 0 0 0,-1-1 1920 16,-2 0 320-16,2 1 48 0,2-3 16 0,4 1 848 0,3-4 176 0,3 1 48 0,-1-2 0 16,-2 3-1648-16,-1-2-336 0,-1 4-64 0,-2-1-16 15,-2 2-896-15,0 0-176 0,-2 2-48 0,-4 2 0 32,1 0-960-32,-3-1-208 0,0 2-48 0,-1 2-11488 0</inkml:trace>
  <inkml:trace contextRef="#ctx0" brushRef="#br0" timeOffset="5833.76">9050 4720 3679 0,'-2'4'320'0,"0"1"-320"0,0 0 0 0,1-5 0 0,-1 2 2560 0,0 3 432 16,-1 1 80-16,-3 5 32 0,-1 3 848 0,-2 2 160 16,0 1 48-16,0-3 0 0,1 1-1744 0,1-3-352 15,1-1-64-15,0 1-16 0,1-2-1264 0,2 1-256 0,1-3-48 16,0-1-16-16,1 1-400 0,1-2 0 0,1-1 0 0,1-3 0 31,-1 0-1680-31,2-2-224 0</inkml:trace>
  <inkml:trace contextRef="#ctx0" brushRef="#br0" timeOffset="6498.99">9190 4746 7359 0,'1'0'656'0,"-1"0"-528"0,1 0-128 0,-1 0 0 0,0 0 1728 16,0 0 320-16,0 1 64 0,-1-1 16 0,1 1 1072 0,-2 1 224 15,0 1 32-15,-1 2 16 16,1-1-1168-16,-1 1-224 0,0 0-48 0,-1 2-16 0,0 0-880 16,1 3-176-16,-1-3-48 0,1 2 0 0,-1 1-368 0,3-3-80 15,-1 1-16-15,2-2 0 0,0 0-224 0,2-2-48 16,0 1-16-16,2-3 0 16,0 0-160-16,1-2 128 0,2 0-128 0,0-5 128 0,2 0-128 0,1 1 0 0,0-6 0 0,0 3 128 15,0-2-128-15,2-1 0 16,-1-1 0-16,-1 1 0 0,0 1 0 0,-1-1 0 15,-2 0 0-15,-2 1 0 0,-1 0-304 0,-1-1 64 0,-2 1 16 0,-1 1 0 16,-2 0-96-16,-1 0 0 0,-1 2-16 0,-2 0 0 16,0 3 16-16,-3 1 0 15,0 1 0-15,0 2 0 0,-2 2 144 0,1 2 48 16,-1 1 0-16,0 4 0 0,0-3 128 0,1 2 0 16,1-1 0-16,2 1 0 0,-1-2 0 15,3 0 144-15,-1 0 0 0,3-2 0 0,1 0 160 0,0-3 16 0,1 0 16 0,2-1 0 16,0-1-144-16,2-1-48 0,1 1 0 0,2-4 0 0,2-1-144 0,1-2 128 15,2 2-128-15,2-4 128 0,1-1-128 0,-1 1 0 16,1-3 0-16,2 3 0 16,-2-2 0-16,1 2 0 0,1 0-224 0,-1 0 80 15,-2 1-48-15,2 1 0 0,0 2 0 0,-1-1 0 0,-1 3 192 0,-13 3 0 16,22-4 0-16,-22 4 0 16,0 0 0-16,0 0 0 0,0 0 0 0,38 14 0 0,-38-14 0 0,0 0 128 15,0 0-128-15,3 33 128 0,-6-21 0 0,0 0 16 0,-3 0 0 16,0 2 0-16,0 0 48 15,-1-2 16-15,0 0 0 0,2-3 0 0,1-2 0 0,-1 0 0 16,2 0 0-16,1-2 0 0,0-2-80 0,1-1 0 0,2-2-128 0,0-2 192 16,0-1-192-16,2-1 176 0,2-1-176 0,0-3 160 15,1 2-160-15,1-3 0 0,4-4 0 16,1-1 0-16,1-2 0 0,1-1 0 0,0 0 0 16,0 1 0-16,0 2 0 0,0 2 0 0,-3 3 0 0,-1 1-176 15,-1 3 176-15,-2 1-160 0,-1 3 160 0,-2 1-160 16,-1 4 160-16,-2 0 0 15,-1-4 0-15,0 0 0 0,-4 28 0 0,0-14 0 0,-2 1 0 0,0 2 0 16,-2 1 0-16,1-3 0 0,0 1 0 16,1-2 0-16,0-1 0 0,2 0 0 0,1 0 0 0,1-2 128 0,2-11-128 0,0 0-208 15</inkml:trace>
  <inkml:trace contextRef="#ctx0" brushRef="#br0" timeOffset="8717.36">10432 4724 7359 0,'0'1'656'0,"0"1"-528"0,0-2-128 0,0 0 0 0,0 0 1248 15,0 0 224-15,-1 0 32 0,1 2 16 0,-1-1 1360 0,0 1 256 16,1-2 64-16,1 2 16 16,0-2-928-16,0 0-192 0,0 0-48 0,1-2 0 0,0-1-800 15,1 1-160-15,1-3-48 0,-2 0 0 0,2 0-624 0,1-3-128 16,-2 0-32-16,1 1 0 0,0 0-256 0,-1-2 0 0,-1-1 0 0,0 1 0 16,-1 1 0-16,0-1 0 15,-2-1 0-15,0 1 0 0,-2 1 0 0,0 0 0 16,-2-1 0-16,-2 0-144 0,-1 1 144 0,1 0 0 15,-2 3-144-15,-1-2 144 0,1 3 0 0,0 1 0 0,-2 1-144 16,1 1 144-16,1 4 0 0,1-2 0 16,-1 4 0-16,1 1 0 0,0 1 0 0,0 1 0 0,1 3 0 15,0-2 0-15,2 3 0 0,-2 2 128 0,3 3-128 16,-2 0 0-16,1 0 0 0,0 2 128 0,0 1-128 16,3 0 0-16,0-4 0 0,1-4 128 0,1-12-128 15,0 0 0-15,0 0 0 0,0 0 128 0,0 0-128 16,0 0 0-16,32 31 0 0,-25-33 0 0,0-1 128 0,1-1-128 15,0-2 0-15,0 2 0 0,1-3 128 0,-1 0-128 16,0-1 0-16,1 0 0 16,0 0 0-16,-1-2 0 0,2 1-128 0,-2-2-80 0,0 1-16 15,0 0 0 1,-1 1-784-16,0-1-144 0,-1-2-48 0,1-1 0 16,0 0-704-16,0-4-144 0,1-1-16 0,0-6-16 15,0 2-384-15,0-4-80 0,2-8-16 0,-1-4 0 0,2-6 256 16,-1-1 32-16,0 5 16 0,0 0 0 0,0 7 816 0,0 2 160 15,-2 10 48-15,-2 2 0 0,1 7 1984 0,-2 5 400 0,-3 4 64 0,0 1 32 16,-1 2 736-16,-2 7 128 0,-2 3 48 0,-2 8 0 16,-2 6 144-16,0 2 16 0,-1 5 16 0,-1 4 0 15,1 1-656-15,1-2-128 0,1-8-16 0,1 2-16 16,0 0-432-16,0 3-96 0,0 0-16 0,2-3 0 16,0-4-144-16,0 0-16 0,3 0-16 0,-1-3 0 0,1-21-304 15,2 43-64-15,-2-43-16 0,6 32 0 0,-6-32-288 0,0 0-128 16,0 0 128-16,0 0-128 0,24 34 0 0,-17-34 0 15,1-4 0-15,-1-1 0 16,1 0-976-16,1-3-128 0</inkml:trace>
  <inkml:trace contextRef="#ctx0" brushRef="#br0" timeOffset="9104.15">10727 4588 11055 0,'-2'2'480'0,"0"0"112"0,1 0-464 0,1 0-128 0,0-1 0 0,1 1 0 16,0 0 2160-16,0-1 400 0,1 4 96 0,-2-5 16 15,0 0 16-15,0 0 16 0,0 0 0 0,43 16 0 16,-30-17-1184-16,1-3-240 0,0-1-64 0,1-2 0 16,0-3-672-16,0 1-144 0,0-2-16 0,-1 1-16 15,-1 0-368-15,-1 0 0 0,-1-1 0 0,-2 1 0 16,0 1 0-16,-5-1-160 0,0 3 160 0,-3 0-160 15,-2 1-192-15,-3 0-32 0,-3 2-16 0,-2-1 0 16,-2 2-288 0,-1 1-48-16,0 0-16 0,-1 3 0 0,-2 0 384 0,-2 4 80 0,3 0 16 0,-1 1 0 15,0 2 1152-15,0-1 224 0,2 2 48 0,1 1 16 16,1 0-1376 0,2 2-288-16,2 2-48 0,1 2-16 15,2 0 1200-15,2-1 256 0,2-15 32 0,2 33 16 0,-2-33-320 0,0 0-64 0,21 42-16 0,-21-42 0 16,0 0-192-16,41 24-32 0,-41-24-16 0,34 6 0 15,-34-6-176-15,37-1-128 0,-17-4 144 0,1 1-144 0,-1-4 0 16,1 0-192-16,1 0 16 0,-1-4 0 16,1 2-1600-16,-2 1-320 15</inkml:trace>
  <inkml:trace contextRef="#ctx0" brushRef="#br0" timeOffset="9333.2">11209 4416 11055 0,'-2'-1'480'0,"0"1"112"0,1 1-464 0,0 1-128 15,0-2 0-15,1 0 0 0,-1 1 1920 0,0 2 384 0,0 2 64 16,0 3 0-16,-1 2 272 0,-1 2 48 0,-1 4 16 0,1 1 0 16,2 0-816-16,-3 4-160 0,0 5-48 15,0 1 0-15,-2 3-640 0,-1 5-128 0,-1 2-16 0,1 1-16 16,-2 0-400-16,1-1-80 0,1-4-16 16,-2 0 0-16,2 0-128 0,-1-2-16 0,3 2-16 0,1-6 0 15,1-2-224-15,3-25 0 0,0 38 128 0,0-38-128 0,0 0 0 16,0 0-192-16,0 0 48 0,0 0 0 15,0 0-1136 1,23-7-208-16,-19-7-48 0,0-2-14864 0</inkml:trace>
  <inkml:trace contextRef="#ctx0" brushRef="#br0" timeOffset="9585.37">11130 4563 10127 0,'0'0'896'16,"1"0"-704"-16,1 0-192 0,0 0 0 0,-2 0 976 15,3 0 176-15,1-2 16 0,2 0 16 0,2-1-128 0,2 1-32 16,3-3 0-16,1 0 0 0,1-1-512 0,1 0-96 0,0 3-32 0,-2 0 0 16,-14 3 80-16,0 0 16 15,0 0 0-15,38 11 0 0,-38-11-320 0,0 0-160 16,0 0 160-16,11 43-160 0,-15-30 288 0,-2 1-32 16,-2 1-16-16,-2-2 0 0,-2 1 304 0,-2 0 64 0,0-2 16 0,-2-1 0 15,1 1 336-15,-1-2 80 16,1-1 16-16,1-1 0 0,0 1-336 0,1-4-64 15,3-2-16-15,0-1 0 0,4-2-640 0,0-2 0 16,3-1-128-16,1-2-8912 16,2 0-1776-16</inkml:trace>
  <inkml:trace contextRef="#ctx0" brushRef="#br0" timeOffset="9964.73">11329 4618 14735 0,'2'-2'640'0,"0"-1"160"0,1 3-640 0,-1 0-160 0,-1 0 0 0,0-2 0 16,0 2 2288-16,2 0 416 0,3-1 96 0,1 0 16 16,3 0-112-16,1 0-16 0,2 0 0 0,-1-1 0 15,2-1-1408-15,-1 1-272 0,1 0-64 0,1 1-16 0,0-1-512 0,1 0-96 16,-2-2-32-16,-1 1 0 0,0 0-288 16,0-1 0-16,-3-1 0 0,-1 0 0 0,-1 0 0 0,-1 0 0 15,-2 1 0-15,-2-3 0 16,0 3 0-16,-3-1 0 0,-2 0 0 0,-1 0 0 0,-1 0 0 0,-4-1-176 15,0 0 176-15,-2 1-160 0,0 3-96 0,-3-2-32 16,-1 3 0-16,-2 2 0 16,1 3-160-16,-1-1-16 0,1 4-16 0,-1-1 0 0,2 3 112 0,1-1 32 15,0 1 0-15,2 3 0 0,2-2 336 0,-1 4 192 16,3 0-32-16,-1 3 0 0,4 0 432 0,1-1 96 16,3-16 16-16,1 29 0 0,-1-29-112 0,0 0-16 0,0 0 0 0,30 38 0 15,-30-38-336-15,0 0-80 0,39 9-16 0,-39-9 0 16,27-2-144-16,-12-3 0 0,0 0 0 15,0-2 0 1,1-1-688-16,0-1-160 0,1 0-48 0,-2 0-16096 0</inkml:trace>
  <inkml:trace contextRef="#ctx0" brushRef="#br0" timeOffset="10386.24">11743 4525 5519 0,'1'-2'240'0,"0"-1"64"0,0 3-304 0,0-2 0 0,-1 2 0 0,0 0 0 15,1-1 2080-15,-1 0 352 0,0 1 80 0,2-2 16 16,-1 0 608-16,0 1 128 0,-1 1 32 0,-1 0 0 16,0 0-704-16,-1 3-144 0,-2 1-16 0,-2 3-16 15,1 0-1152-15,-3 3-240 0,1 0-32 0,-3 2-16 0,-1 2-480 16,-1 2-112-16,0-1 0 0,0 1-16 16,0 1-144-16,1-2-32 0,1 0 0 0,2-3 0 15,1-1-48-15,2-3-16 0,0-1 0 0,2-4 0 0,2-1-128 0,0-2 128 16,1 0-128-16,1-5 128 15,1 3-128-15,1-3 0 0,1-3 144 0,0-1-144 0,3-2 0 16,-1 1 0-16,2-2 0 0,-1 1 0 0,1-1 0 0,2 0 0 16,0-2 0-16,0-2-128 0,1 1 128 0,0 0-160 15,-1 3 160-15,-1 1-160 0,2-1 160 0,-1 1-160 16,-2 3 160-16,2 3-160 0,-2-2 160 16,0 3 0-16,1 1 0 0,-3 1 0 0,2 1 0 0,-3 1 0 15,1 1 0-15,-2 1 0 0,1 1 0 0,-5-3 0 0,0 0 0 0,0 0 0 16,0 0 0-16,0 0 0 15,15 41 0-15,-15-41 0 0,0 0 0 0,-4 37 0 16,1-23 0-16,0 0 128 0,-2 0-128 0,0-2 0 0,1 2 0 0,-1-2 0 0,1 0 0 16,1 0 0-16,1-4 0 0,0 0 0 0,2-8 0 0,0 0 0 15,0 0 0-15,0 0-128 16,0 0-1408-16,0 0-288 0</inkml:trace>
  <inkml:trace contextRef="#ctx0" brushRef="#br0" timeOffset="10978.68">12056 4608 11391 0,'3'0'256'0,"-1"0"48"0,1 0 16 0,-1-1 0 0,0 0-320 0,-2 1 0 0,2 0 0 0,1-2 0 15,3-1 2640-15,2 1 480 0,0-3 80 0,2 0 32 0,-1 0-1440 0,0-1-304 0,-1-1-48 0,1 2-16 31,-2-3-496-31,-1 2-96 0,-2 0-32 0,0 0 0 16,0-1-288-16,-2 0-64 0,-1-1-16 0,-2 1 0 0,-1 0-288 0,-2 2-144 16,-1-2 160-16,-3 3-160 0,0 1 0 0,-1 3 0 15,0-2 0-15,0 4 0 0,0 1 0 0,-2-1 176 0,1 2-176 16,0 4 160-16,2-4-160 16,0 4 0-16,1-1 144 0,-1 2-144 0,1 3 128 0,0 0-128 0,-1 2 160 0,1 0-160 0,0 1 240 15,1-1-48-15,0 2-16 0,3-4 0 16,0 0 320-16,1-3 64 15,2-9 16-15,0 0 0 0,0 0-224 0,0 0-32 16,0 0-16-16,0 0 0 0,0 0-112 0,0 0 0 16,0 0-16-16,0 0 0 0,0 0-48 0,39 20-128 15,-32-27 192-15,1 2-64 0,-1 0-128 0,1-2 0 0,1-1 0 16,1-1 0 0,0 1-432-16,0-1-16 0,2-2 0 0,0-1 0 15,2-3-752-15,1-1-144 0,-2 0-48 0,2-3 0 16,2-3-224-16,-1-7-48 0,0 0-16 0,-1-3 0 15,-1-3-624-15,-2-1-112 0,-2 0-16 0,-1 1-16 0,-3 4 112 16,0 1 32-16,-3 6 0 0,0 2 0 0,-2 3 1456 0,-1 3 288 0,0 6 64 16,0 1 16-16,-1 2 1472 0,0 4 288 0,-1 2 64 0,-1 4 16 15,-1 0 688-15,0 4 144 0,1 3 32 0,-1-1 0 0,0 1-48 16,0 3 0-16,1 4 0 0,-2 2 0 0,0 5-528 0,0 3-112 16,-1 3-32-16,1 3 0 0,-2-2-288 0,1 2-48 15,-1 0-16-15,1-2 0 0,-1-2-272 0,2-1-64 16,2-4-16-16,3-24 0 0,-2 45-432 0,2-45-96 15,6 36-16-15,-6-36 0 0,0 0-256 0,0 0 0 16,21 42 0-16,-21-42 0 0,0 0 0 0,0 0-192 16,0 0 16-16,31 1-11856 15,-26-4-2368-15</inkml:trace>
  <inkml:trace contextRef="#ctx0" brushRef="#br0" timeOffset="11368.55">12362 4544 11967 0,'0'0'528'0,"0"0"112"0,1 2-512 0,-1-2-128 16,0 0 0-16,1 0 0 0,0 1 2256 0,0 1 432 15,2-2 64-15,1 3 32 0,-4-3-144 0,0 0-16 0,0 0-16 0,30 3 0 16,-19-4-1152-16,1-1-240 0,2-1-32 0,2-2-16 16,1 1-528-16,-1-4-128 15,4 1 0-15,-1-2-16 0,-1-1-304 0,-1 1-64 0,-2 0-128 0,-2-1 192 16,0 0-192-16,-2-1 0 0,-2 1 0 0,-2 1 0 15,-1-2 0-15,-2 0 0 0,-3 2 0 0,-2 2 0 16,-3-1 0-16,-2 4-160 0,-1-1 160 16,-3 3-128-16,0 2-48 0,-3 3 0 0,0 2 0 0,-3 3 0 15,-2 0-112-15,0 3-32 0,-1 3 0 0,0-2 0 16,2 2 176-16,2 3 144 0,2-2-208 0,2 1 80 16,2-2 128-16,1 5 128 0,3-1-128 0,1-2 176 0,4-16 368 15,-1 28 80-15,1-28 16 0,0 0 0 16,0 0-192-16,0 0-16 0,34 33-16 0,-34-33 0 0,29 0-240 0,-13-2-48 15,1-1-128-15,-1-4 192 16,2 0-192-16,0 0 0 0,-1-2 0 0,1 1 0 16,-2 0-1536-16,1-2-192 0,0 2-32 0,-1 0-14080 0</inkml:trace>
  <inkml:trace contextRef="#ctx0" brushRef="#br0" timeOffset="11766.56">12808 4421 6447 0,'0'0'576'0,"0"1"-576"0,0 1 0 16,0-2 0-16,0 2 2528 0,-1 0 400 16,0 3 80-16,-2 2 0 0,0 6 704 0,-1 0 128 0,-1 4 16 0,-1 0 16 15,0 1-1760-15,-1-1-368 16,0 2-64-16,0-5-16 0,0 2-624 0,1-1-128 16,-1-4-16-16,2-1-16 0,1 0-560 0,1-6-96 15,0 1-32-15,2-5 0 0,0 1-192 0,1-2 144 16,2-1-144-16,0-3 128 0,0 0-128 0,2-4 0 0,-1 0 0 0,2 2 0 15,-1-1 0-15,0-1-144 0,5-3 144 0,0-5-208 32,2 1-176-32,-1-4-48 0,1 2 0 0,1 2 0 15,-2 1-192-15,-1 1-32 0,0 2-16 0,0 2 0 0,-1 1 288 16,-1 1 48-16,0 5 16 0,-2 0 0 0,0 3 320 0,-1 0 0 16,-1 2 0-16,0 0 0 0,-3-2 320 0,0 0 16 0,0 0 16 0,0 0 0 15,10 40 96-15,-10-40 0 0,0 0 16 0,0 34 0 16,0-34-208-16,-1 26-64 0,1-26 0 0,-4 24 0 15,4-24 80-15,-5 26 16 0,2-12 0 0,-1 0 0 0,-1 0-96 16,1 0-32-16,2-4 0 0,2-10 0 0,0 0-160 16,0 0 0-16,0 0 0 0,0 29 0 0,2-29 0 15,3-1 0-15,1-2 0 0,1-3 0 16,1 1-1184 0,2-2-112-16,0-2-32 0</inkml:trace>
  <inkml:trace contextRef="#ctx0" brushRef="#br0" timeOffset="12086.8">13197 4295 16575 0,'0'3'736'0,"0"-3"160"15,0 2-720-15,-1 0-176 0,0-1 0 0,0 1 0 0,1 1 1728 0,-2 3 320 0,1 2 64 0,-2 4 16 16,-1 4-272-16,-1-2-48 0,1 1-16 0,-1 1 0 16,0 1-384-16,0 1-64 0,-1-1-32 0,1 1 0 15,-2 2-272-15,0 1-48 0,0 1-16 0,-1-1 0 16,1 0-400-16,0 1-64 0,1-1-32 0,1-2 0 15,5-19-224-15,-5 33-32 0,5-33-16 0,0 0 0 16,-2 34-80-16,2-34-128 0,0 0 176 0,0 0-176 16,0 0 144-16,0 0-144 0,0 0 0 0,35-1 144 0,-25-8-144 0,1 2 0 15,-1-3 0-15,2-1 128 0,1-1-128 16,0 0 0-16,0 2 0 0,-1-1 0 0,-2 3 0 0,1-1 0 16,1-3-176-16,1 1 176 0,-1 1-272 0,0-1 16 15,-2 2 16-15,0-2 0 16,0 2-288-16,-2 0-64 0,-1-1-16 0,-1 2 0 15,-2 1-560-15,-2 0-112 0,-2 2-32 0,-3-1 0 16,-1 1-928-16,-2 2-192 0,-3-1-48 0,-1 1-10144 0</inkml:trace>
  <inkml:trace contextRef="#ctx0" brushRef="#br0" timeOffset="12255.58">13037 4452 13823 0,'-12'4'608'0,"3"-1"128"0,2-1-592 0,3 1-144 15,2-3 0-15,1 0 0 0,0 0 2032 0,0 0 368 16,1 1 80-16,-1 0 16 0,2-1 32 0,1-1 16 0,4 0 0 0,0-2 0 15,4-2-1280-15,1 2-256 0,2-2-48 0,3 0-16 16,1 0-432-16,2-2-96 0,2 2-16 0,3-2 0 16,2 2-128-16,5 0-16 0,2-2-16 0,1 2 0 15,2 0-240-15,-1-1 0 16,1-2 0-16,-1 2-16704 0</inkml:trace>
  <inkml:trace contextRef="#ctx0" brushRef="#br0" timeOffset="15634.51">4008 6141 4607 0,'-1'0'400'0,"1"0"-400"31,0 0 0-31,-1 0 0 0,1 0 1008 0,0 0 112 16,-1 0 32-16,1 0 0 0,0 0 400 0,-1-1 96 15,0 1 16-15,1 0 0 0,-1-2-272 0,1 2-48 16,0-3-16-16,0 3 0 0,0 0 16 0,0-2 0 16,-1 2 0-16,1 0 0 0,1 0-304 0,-1-2-48 0,0 2-16 0,1 0 0 15,-1-1-320-15,2 1-64 0,-1 0-16 0,1 1 0 16,1-1-256-16,0 0-64 0,0 0-16 0,1 0 0 15,0-1 16-15,1 1 16 0,0 0 0 0,2-2 0 16,0 1-16-16,1 0 0 0,3-2 0 0,-1 1 0 16,1-1-64-16,0 1-32 0,1 0 0 0,1 0 0 15,-1-1-160-15,0 1 128 0,-1 2-128 0,0-2 128 16,-2 2-128-16,-1-1 0 0,0 1 0 0,-3 0 0 16,0 0 0-16,-2 0 0 0,-2 0 0 0,-1 0 0 0,-1 0 0 0,-2 1 0 15,-2 1-128-15,-2 0 128 0,-1 1-320 0,-2-1 16 16,-1 0 0-16,-1 0 0 15,0-1-208-15,0 2-32 0,0-1-16 0,0 1 0 0,0-2 384 0,-1 2 176 16,0 1-160-16,0-1 160 0,2 0-288 0,-1 0 32 16,0 1 16-16,1 1 0 0,0-2 0 0,1 2 0 15,1-2 0-15,-1-1 0 0,2 0 240 0,1-1 0 16,0 1 0-16,2 0 0 0,0-2 0 0,2 0 0 16,0-2 0-16,2 2 0 0,0-2 288 0,2-1 400 15,0 1-336-15,2 0 112 0,2-1 32 16,1-2 0-16,1 1 0 0,0 1-144 0,2-1-32 15,1 1 0-15,1-2 0 0,2 1-64 0,0 1 0 0,2 1-16 16,-1-2 0-16,-1 1-240 0,0 0 176 0,1 2-176 0,1 0 160 16,0-1-160-16,-1 0 0 0,0 1 0 0,-2-1 0 15,-1 2 0-15,-1-3 128 0,-1 1-128 0,-2 1 0 16,-1 0 0-16,-4-2 0 0,0 3 0 0,-2-2 0 16,-1 2 0-16,-1 0 0 0,-2 0 128 0,-3 0-128 15,0 0 0-15,-3 2 0 0,-2-1 0 0,-1 1 0 16,1 0 0-16,-2 1 0 0,0 1 0 0,-3 1-176 15,0-3 48-15,2 3 0 0,-2-2 0 0,1 1 0 0,2-2-80 16,1 1-16-16,2-1 0 0,0-2 0 0,3 1 224 0,-1-2 0 16,4 1 0-16,0-2 0 0,2-1 0 0,2 0 0 15,0 0 0-15,2 0 0 0,0-2 352 0,3 3 16 16,2-3 0-16,-1 1 0 0,3 1 32 0,0-1 16 16,-1 1 0-16,2 0 0 0,1 1-112 0,1 0-32 15,2 2 0-15,0-2 0 0,-13 2-112 16,28 2-32-16,-28-2 0 0,32 1 0 0,-32-1-128 0,0 0 192 15,49 6-192-15,-49-6 192 0,33 2-64 0,-33-2 0 16,31 3 0-16,-18-3 0 0,-2-2 0 0,-1 1 0 16,-1-1 0-16,-1-1 0 0,-1 0-128 0,-1 0 0 15,-2 0 0-15,1 0-11264 16,-1 1-2224-16</inkml:trace>
  <inkml:trace contextRef="#ctx0" brushRef="#br0" timeOffset="16706.07">4527 5868 2751 0,'-2'2'256'0,"1"-2"-256"0,0 0 0 0,1 0 0 16,-1 0 896-16,0 0 128 0,0 0 16 0,-2 1 16 0,2 0 480 0,-2-1 80 16,1 0 32-16,0 0 0 0,1 0-176 0,1 0-48 0,0-1 0 0,1 0 0 15,1-1-240 1,1 1-48-16,1-1-16 0,2-1 0 0,1 1 48 0,2 0 16 16,2-2 0-16,1 3 0 0,2-3-160 0,1 3-48 0,0-1 0 0,2 0 0 15,-2-1-320-15,0 1-64 16,1 2-16-16,-1-2 0 0,1 1-320 0,-2 1-80 15,0-2-16-15,-2 1 0 0,0 0 688 0,-3-1 144 16,0 0 32-16,-3 1 0 0,0-1-896 0,-3 1-128 16,0-1 0-16,-2 2-160 15,0 0-1440-15,-2 0-304 0,-1 0-48 0,-1 2-16 16,-1-2-16-16,-1 3-16 0,0-2 0 0,-2 0 0 16,0 0 256-16,-2 1 48 0,2-2 16 0,-1 0 0 15,0 0 976-15,2 0 208 0,-1 0 48 0,2 0 0 0,0 0 448 0,1-2 0 0,1 1 0 0,2 0 0 16,-1 0 512-16,0 1 64 0,2 0 0 0,-1 0 0 15,0 0 112-15,0 2 16 0,0 1 16 0,-1 1 0 16,1 2 176-16,-1 1 48 0,-1 2 0 0,0 0 0 16,0 3-96-16,0 1-16 0,-1 5 0 0,-1 1 0 15,2 2-288-15,-1 1-64 0,0-1-16 0,-1 3 0 16,2 2 32-16,-1 0 0 0,1 0 0 0,0 1 0 16,-1 1 80-16,2-2 0 0,0-3 16 0,1-2 0 15,1-3-320-15,0-4-64 0,0-5-16 0,1 0 0 0,0-4-192 0,0 0 0 16,1-4 0-16,-1-1-160 15,1 0-592-15,0-3-112 0,-2 0-32 16,1-2 0-16,0 1-1360 0,-1-1-288 0</inkml:trace>
  <inkml:trace contextRef="#ctx0" brushRef="#br0" timeOffset="16884.23">4577 6142 2751 0,'-1'-1'256'0,"0"1"-256"16,1 0 0-16,1 0 0 0,-1 0 1456 0,0 0 240 15,0 0 48-15,2-1 16 0,0 1 880 0,3 0 176 0,2 0 48 0,0 0 0 16,0-2-592-16,2 2-112 0,0-3-32 0,0 1 0 15,2-1-1120-15,0 1-240 16,0 0-32-16,0-3-16 0,0 2-496 0,-1 0-96 0,0 0-128 0,-1 1 176 31,-2 1-624-31,2-3-128 0,-1 3-32 0,0-1 0 16,0 1-1872-16,-2 0-368 0</inkml:trace>
  <inkml:trace contextRef="#ctx0" brushRef="#br0" timeOffset="17517.57">4890 6045 2751 0,'-2'0'256'0,"1"1"-256"0,1 1 0 0,-1-2 0 15,0 0 1648-15,-1 2 272 0,0 0 64 0,-2 0 16 0,0 3 688 0,-2 0 144 16,0 3 32-16,-1 0 0 16,1 2-784-16,-1 0-160 0,2 2-16 0,1-1-16 0,-1 2 304 0,2 1 64 15,1 0 16-15,1 0 0 16,1-2-1936-16,0-12-336 0,0 0-160 0,0 0 16 0,0 0 528 15,0 0 128-15,30 33 0 0,-21-33 16 16,0-3-192-16,0-1-32 0,1-1-16 0,1-2 0 16,0-3-160-16,-1-1-128 0,0 1 192 0,-1-1-192 0,0 1 0 15,-2 0 0-15,0-1 0 0,-3 2 0 0,0 1 0 16,-2-2 0-16,-2 3 0 0,-1-2-144 0,-3 1 144 16,-1 2-192-16,-2-1 192 0,-1 4-192 0,-2-1 192 0,-2 3-128 15,0 1 128-15,-1 1-128 0,-1 3-48 0,1 1 0 16,0 2 0-16,2 0 0 0,-1 0 176 0,2 3-208 15,1-3 80-15,1 2 128 0,1 1 0 0,2-3 0 0,0 0 0 16,2-3 0-16,1 2 0 0,1-3 0 16,3-2 0-16,0-1 128 0,2 0-128 0,0-1 0 0,3 0 0 15,0-4 0-15,3-1 0 0,-2 0 0 16,0-1 144-16,2 1-144 0,0 0 0 0,3-3 0 16,2 2 0-16,1-1 128 0,0 2-128 15,-1-2 0-15,0 4 0 0,-1 1 0 0,0-1 0 0,-1 1 0 0,1 3 0 0,0-1 128 31,-1 1-128-31,-13 0 0 0,0 0 0 0,37 6 0 16,-37-6 0-16,0 0 0 0,0 0 128 0,43 21-128 0,-43-21 0 16,0 0 0-16,0 0 0 0,32 31 0 0,-32-31 0 0,0 0 0 0,0 0 0 15,0 0 0-15,21 40 0 0,-20-33 0 0,-1-1 0 16,0 0 128-16,-1-1-128 0,-1 0 0 0,0-1 0 0,0-1 0 16,0 0 0-16,1-1 144 0,0-2-144 15,0 0 0-15,0-3 1152 0,0 1 128 0,0-1 32 16,0-1 0-16,1-3-864 0,0 2-160 0,1-2-32 15,1-2-16-15,1-1-928 16,1-1-176-16,0-2-32 0,1 1-16 0,2-2 752 16,1-2 160-16,2-3 0 0,0 2 0 0,1 0 0 0,0 1 0 0,0 4 0 0,0 0 0 15,0 3 0-15,0 1 0 0,-2 4-160 0,1-1 160 16,-1 2-800-16,1 3-80 0,-1 0-16 0,-1 3-15680 16</inkml:trace>
  <inkml:trace contextRef="#ctx0" brushRef="#br0" timeOffset="18586.75">5944 5894 6447 0,'3'-3'576'0,"-2"0"-576"0,0 1 0 16,0 2 0-16,-1-1 1184 0,1 0 128 16,2-4 32-16,0-2 0 0,0-2 432 0,2-1 80 0,-1-1 32 0,-2 1 0 15,-1-1-416-15,-1 1-64 16,-1 2-32-16,-1-1 0 0,0-1-208 0,-2 1-32 0,1 2-16 0,-2-3 0 16,0 4-304-16,0 0-64 0,-1 2-16 0,2-1 0 15,-1 3-48-15,0 2-16 16,1 2 0-16,-1 0 0 0,0 3-240 0,1 0-48 15,0 3-16-15,-1 1 0 0,2 5-224 0,-1 0-144 0,-1 7 192 0,3 0-192 16,1 5 352-16,0 0-32 16,-1 4-16-16,0 0 0 0,0-4 80 0,0 7 0 15,-1 6 16-15,2 4 0 0,1-1 176 0,-1 1 48 0,2-1 0 16,-1-3 0-16,0-1-400 0,-1-3-80 0,0-5-16 0,0-5 0 16,0-5-128-16,0-5 0 0,0-3 0 0,-1-3 0 15,0-2-144-15,0-5 144 0,0 0 0 0,-1-4 0 16,0 0-352-16,0-5 32 0,1 0 16 0,-1-1 0 15,0-1-1008-15,-1-3-208 0,0-2-32 16,-1-3-16-16,-1-1-1056 0,0-1-192 0</inkml:trace>
  <inkml:trace contextRef="#ctx0" brushRef="#br0" timeOffset="18758.59">5670 6095 8287 0,'-1'0'736'0,"1"0"-592"15,2 0-144-15,0 0 0 0,0-2 2352 0,0 2 432 16,1-1 96-16,4 1 0 0,2-2 496 0,3 0 80 15,2 0 32-15,0-1 0 0,2-2-1392 0,0 3-288 16,-1-3-48-16,1 3-16 0,0-3-976 0,0 3-208 16,0-1-48-16,1-2 0 0,-2 2-384 0,0 0-128 15,0 0 0-15,-2-1 0 0,1 1 0 0,0 1-256 0,0-1 32 0,-1 1-11360 32,-2-1-2256-32</inkml:trace>
  <inkml:trace contextRef="#ctx0" brushRef="#br0" timeOffset="19109.87">6009 6045 13823 0,'1'0'608'0,"0"0"128"0,0 0-592 0,0 1-144 0,0-1 0 0,1 0 0 0,0 0 1984 0,1 2 384 15,3-2 64-15,3 0 0 16,2 0-128-16,-11 0-16 0,26 0-16 0,-12-3 0 16,0 1-1072-16,1 0-224 0,0-1-32 0,0-1-16 15,-1-1-544-15,0 0-128 0,0-3 0 0,-1 2-16 16,-2-2-240-16,0-1 0 0,-1 2 0 0,-2-2 0 15,0 2 0-15,-3-1-128 0,-3 2 128 0,-1 0 0 16,-1 2-416-16,-3-1 32 0,-1 0 0 0,-3 1 0 31,0 1-384-31,-1 0-64 0,-1 3 0 0,-1-2-16 0,-1 4 176 0,0 1 32 16,-1-1 16-16,1 1 0 0,0 1 48 0,1 1 0 16,2 1 0-16,0 0 0 0,1 3 576 0,1-1 0 0,0 1 0 0,1 0 0 0,1 1 832 0,0 0 224 15,2 0 48-15,0 1 16 0,1-1 96 16,1-10 0-16,0 0 16 0,0 0 0 0,11 37-288 0,-11-37-64 0,0 0-16 0,0 0 0 15,0 0-496-15,0 0-112 0,43 31 0 0,-34-30-16 16,3-1-240-16,-2 0 0 0,1 0 0 0,0-1 0 16,0-1-768-16,-1-1-208 15,1 1-48-15,1-2-15040 0</inkml:trace>
  <inkml:trace contextRef="#ctx0" brushRef="#br0" timeOffset="19498.55">6320 6012 7359 0,'0'0'656'0,"0"0"-528"32,0 0-128-32,1 0 0 0,0 0 1760 0,0 1 320 0,0-1 64 0,2 1 16 0,1-1 1056 0,1 2 224 31,2-1 32-31,2-1 16 0,0 2-1456 0,1-4-304 0,1 1-48 0,2-1-16 0,3 0-1056 0,0-3-224 16,1 0-32-16,-2 1-16 15,1-4-336-15,-1 2 0 0,-2-2 0 0,-1 2 128 0,-1-2-128 0,-2 2 0 16,-1 0 0-16,-3-1-128 15,-1 2 128-15,-3-1-208 0,-1 3 80 0,-2-2 128 16,0 1-400-16,-1 1 32 0,-3-2 16 0,-1 3 0 16,-2 0-160-16,0 0-48 0,-1 1 0 15,-1 1 0-15,0 0 272 0,-1 1 48 0,3 3 16 0,-1-2 0 16,2 3 64-16,-1 0 16 0,1 2 0 0,0-1 0 16,1 2 144-16,1-2 176 0,0 3-48 0,1-2 0 15,-1 2 512-15,1 3 80 0,1-3 32 0,-1 1 0 0,1 1 144 16,2-1 16-16,0 2 16 0,2-2 0 0,2-3-192 15,-2-7-32-15,0 0-16 0,0 0 0 0,0 0-448 0,0 0-96 16,0 0-16-16,38 29 0 0,-26-30-128 16,0-1 0-16,0 1 0 0,0-3 0 15,1 0-992-15,1-1-176 0,0 1-48 0,1-2-14976 16</inkml:trace>
  <inkml:trace contextRef="#ctx0" brushRef="#br0" timeOffset="20030.09">6734 6007 8287 0,'2'-2'368'0,"-1"2"80"0,0-2-448 0,0 1 0 0,-1 1 0 0,0 0 0 16,0 0 2256-16,0-2 368 0,1 1 80 0,-1 0 16 15,2-2 224-15,0-2 64 0,-1 2 0 0,1 0 0 16,-1-2-1168-16,1 0-240 0,0 0-32 0,0-2-16 16,0 0-736-16,0 0-160 0,0 0-16 0,-1 0-16 15,0-1-464-15,-2 2-160 0,0-2 0 0,-2 2 144 16,-1 1-144-16,0 2 0 0,-3 1 0 0,-1 0 0 0,0 4 0 15,-3 0 0-15,1 3 0 0,0 2 0 16,0 0-192-16,1 2 192 0,-1 1-160 16,1 0 160-16,1 0-128 0,0 3 128 0,1-1 0 0,0 2-144 15,2 1 144-15,0-3 0 0,2-3 0 0,1 0 0 0,2 1 0 16,2-3 0-16,1-2 0 0,2-1 0 16,-1-1 0-16,2-1 128 0,1-2-128 0,2-2 0 15,0-1 0-15,-1-1 128 0,3-1-128 0,-2-1 0 0,1 0 0 0,0-1 0 16,1-2 0-16,0 0 128 0,0 1-128 15,0-4 0-15,0 2 0 0,-1 1 0 0,-1 0-256 0,1-3-32 16,-2 2 0-16,-1-2 0 16,1 0-368-16,-3 0-80 0,1-1-16 0,-2 0 0 15,-1 0-112-15,-1-2-32 0,-1-1 0 0,0-4 0 0,-1 3 144 16,-2-1 32-16,1-1 0 0,-1 1 0 0,1 3 432 0,-1 3 96 0,0 1 0 0,0 5 16 16,0 0 176-16,1 5 0 0,0-1 160 0,0 4-160 15,0 2 752-15,1 2 48 0,-2 3 16 0,1 3 0 16,0 5 160-16,1-17 48 0,0 43 0 0,0-19 0 15,0 4-192-15,0-2-48 0,0 0 0 0,0-26 0 16,1 43 0-16,-1-43 0 0,4 35 0 16,-4-35 0-16,0 0-352 0,14 42-80 0,-14-42-16 0,0 0 0 15,0 0-336-15,0 0 0 0,31 39 0 0,-31-39 128 16,0 0-352-16,0 0-64 0,30 2-16 0,-23-8 0 31,1 0-1632-31,2-1-336 0</inkml:trace>
  <inkml:trace contextRef="#ctx0" brushRef="#br0" timeOffset="20529.91">7112 5696 8287 0,'-1'0'368'0,"0"-2"80"0,1 2-448 0,-1 0 0 0,0 0 0 0,1 0 0 0,-1-1 1600 15,-1 1 224-15,1-1 48 0,-2 1 16 0,0-2 400 0,1 2 80 16,0 2 0-16,-1-1 16 0,1 2-816 0,-1 3-160 15,2 1-48-15,-2 4 0 0,0 4-368 0,0 4-80 0,0 2-16 16,1 5 0-16,-1 2-320 16,-1 1-64-16,1-3 0 0,1-2-16 15,-1-3 144-15,0 0 16 0,1-1 16 0,1-2 0 0,1-18-176 0,-1 26-48 16,1-26 0-16,0 0 0 0,0 0-320 0,0 0-128 16,0 0 0-16,0 0 144 0,0 0 16 0,0 0 0 15,0 0 0-15,0 0 0 0,0 0-32 0,0 0 0 16,16-6 0-16,-13-4 0 0,0 0-128 0,0-1 0 15,0 1 0-15,1-2 0 0,0 3 0 0,1-2 0 16,0 0 0-16,-1 2 0 0,3 2 0 0,-2-1 0 16,2 4 0-16,0-1 0 0,0 5 0 0,0-2 0 15,1 4-128-15,-8-2 128 0,0 0 0 0,0 0 0 0,0 0 0 16,34 27 0-16,-34-27 0 0,0 0 0 0,0 0 0 16,26 37 0-16,-26-37 0 0,0 0 0 0,0 0 0 0,0 0 0 15,17 43 0-15,-17-38 0 0,-1 2 0 0,-2-3 0 16,-1 1 0-16,0 0 0 0,-4-3 0 0,0 3 0 0,0-3 0 15,-1 1 0-15,-1-1 0 16,-1-2 0-16,-1 0 0 0,0 2 0 0,0-2 0 16,1 0 0-16,2 0 0 0,1 0 0 0,0 0 0 0,3-2 0 0,0 2 0 15,2 0 0-15,2-2 0 0,1-1 0 16,2-1 0-16,1 1-176 0,4-1 16 0,1-4 0 16,2 2-1872-16,3 0-368 15</inkml:trace>
  <inkml:trace contextRef="#ctx0" brushRef="#br0" timeOffset="21181.57">7352 5936 10127 0,'4'-2'448'0,"-1"-1"96"0,1 1-544 0,-1-1 0 0,-2 1 0 0,0 1 0 15,1 0 2000-15,1-4 304 0,1 0 48 0,0-2 16 16,1-2-256-16,-1-1-32 16,-1 3-16-16,-2-1 0 0,1 2-752 0,-2-1-160 15,0-1-16-15,-2 2-16 0,-1-1-672 0,0 3-128 16,-1 0-16-16,-1 2-16 0,0 2-288 0,-2 1 0 15,0 3 0-15,0 1 0 0,0 2 0 0,-1 2 0 0,-1 3 0 16,0 0 0-16,2 0 272 0,-1 2 0 0,1 1 0 0,-1 2 0 16,2-2 176-16,1 2 48 15,1-2 0-15,2-1 0 0,0-2-32 0,2-12 0 0,0 0 0 0,0 0 0 16,0 0-128-16,0 0-16 16,21 37-16-16,-13-37 0 0,-1-2-304 0,1-3 160 0,1 0-160 0,-1-2 128 15,2-3-128-15,1-1 0 0,2-3 0 0,-3 0 0 31,-1 1-528-31,0-1-144 0,0 0-32 0,-2 1 0 0,0 0-192 16,-3-1-64-16,0 2 0 0,-2 0 0 0,-1 5 544 0,-1 0 96 0,0 2 32 0,-2 2 0 0,0 2 288 0,-1 3 0 0,-1 3-128 0,0-1 128 16,-1 3 256-16,1 0 96 0,0 3 32 0,0-2 0 15,1 3 432-15,1-1 80 0,-1 1 32 0,1 1 0 16,1 0-304-16,1-2-64 0,1-1-16 0,1-2 0 16,1 0-64-16,0-2-16 0,3-1 0 0,0-3 0 15,3 1-160-15,0-4-48 0,0 1 0 0,2-2 0 16,0 0-128-16,2-2-128 15,0-2 144-15,1-1-144 0,2 2 0 16,0-2 0-16,0 1 0 0,-1 0 0 0,2 0-304 16,-1 0-48-16,0-1-16 0,-2 2 0 15,1-2-160-15,-3 2-48 0,0 0 0 0,-3 2 0 0,-1-3 256 0,0 2 32 16,-2 0 16-16,0-2 0 0,-2 3 272 16,-1-3-192-16,-1 4 192 0,-2-2-160 0,-1 0 160 0,-1 2 0 15,-2-2 0-15,1 1 0 0,-2 2 0 0,0 0 0 16,0 2 0-16,-1 0 0 0,0 2 0 0,0 1 0 15,1 2 0-15,-2 1 0 0,1 4 304 0,0 0-16 16,0 1 0-16,-1 1 0 0,1 2 80 0,-2 1 16 16,3 1 0-16,-1-2 0 0,2-3-16 0,0 1 0 0,0 1 0 0,2 0 0 15,1-2 16-15,1-11 16 0,0 0 0 0,0 0 0 16,0 0-256-16,0 0-144 0,0 0 160 0,31 31-160 16,-22-32 0-16,1-2 0 0,2-2-176 0,2-1 176 15,0-1-1696-15,0-2-224 16,2-1-32-16,1 1-13744 0</inkml:trace>
  <inkml:trace contextRef="#ctx0" brushRef="#br0" timeOffset="21454.28">7915 5604 11055 0,'-1'-5'480'0,"0"3"112"0,0-1-464 0,0 1-128 0,0 1 0 0,0 2 0 16,0-1 2048-16,-1 0 400 0,-1 2 80 0,0 1 16 0,-2 2 304 15,-1 0 64-15,0 4 16 0,0 3 0 0,1 0-1392 16,-1 2-288-16,1 0-48 0,-2 5-16 0,2 0-480 16,-2 3-80-16,1 4-32 0,0 0 0 0,1 4-80 0,-1 1-32 15,1-1 0-15,1-1 0 0,0 2-96 0,-1-2 0 16,3-1-16-16,0 1 0 0,1 0-176 0,1-29-16 16,4 51-16-16,-4-51 0 0,8 43-160 0,-8-43 0 0,0 0 0 15,0 0 0 1,30 38-320-16,-20-38-112 0,-1-5-16 0,0-3 0 15,0-1-1344-15,0-3-288 0,2-4-48 0,-1 0-13136 16</inkml:trace>
  <inkml:trace contextRef="#ctx0" brushRef="#br0" timeOffset="21730.54">8009 5882 7823 0,'4'-5'160'0,"-2"2"32"0,0 1 16 0,-2 2 48 0,1 0-256 0,-1-1 0 0,0 1 0 15,0 0 0-15,1 0 2832 0,-1-1 528 0,-1 1 96 0,-1 0 32 0,-1 1-736 0,-2 0-128 16,1-1-48-16,-2 0 0 0,-1 2-784 0,-2-1-176 15,0 1-16-15,0 0-16 0,-2-1-576 16,0 1-112-16,0 0-32 0,1 0 0 0,0 0-288 0,1-1-64 0,-1 1-16 0,2 1 0 16,0 1-256-16,-1-1-48 0,3 1-16 15,0 1 0-15,1-1-176 0,0 2 0 16,2-2 144-16,0 3-144 0,2-3 128 0,0 0-128 16,1 3 128-16,1-3-128 0,-1 1 144 0,3 0-144 15,1-1 192-15,-4-4-192 0,0 0 176 0,0 0-176 16,0 0 160-16,0 0-160 0,36 26 160 15,-36-26-160-15,0 0 160 0,0 0-160 16,42 15 128-16,-42-15-128 0,0 0 0 0,43 5 144 0,-43-5-144 0,35 0 0 16,-35 0 0-16,32 2-18848 15</inkml:trace>
  <inkml:trace contextRef="#ctx0" brushRef="#br0" timeOffset="24231.81">8735 5849 8287 0,'2'-2'736'0,"-1"1"-592"0,1-1-144 0,-1 0 0 15,0 1 736-15,0 1 112 0,0-2 32 0,1 0 0 0,0-1 1312 16,2-2 272-16,1 0 48 0,-2 1 16 16,0-1-656-16,0-2-128 0,-1 2-16 0,0-2-16 15,-1 3-928-15,-1-2-176 0,0 0-32 0,-1-2-16 0,-1 4-224 0,-2-1-32 16,-1 0-16-16,-1 1 0 0,-1-1 64 0,-2 3 16 16,-2 1 0-16,-1 1 0 0,-1 1-16 0,-1 3 0 15,0 3 0-15,-1 0 0 0,1 3-112 0,1 1-32 16,-1 1 0-16,0 5 0 0,1 0-208 0,0 0 0 15,2 2 0-15,1-1 0 16,2 1 0-16,1 0 0 0,0 3 0 0,1-4 0 0,3 2 0 16,1-4 0-16,1 0 0 0,1-16 0 0,0 27 0 15,0-27 144-15,0 0-144 0,0 0 128 16,0 0-128-16,27 37 160 0,-17-37-160 0,1 0 160 0,1-4 144 16,1-3 16-16,1 0 16 0,1-3 0 0,-1 1-176 15,2-3-32-15,3-2-128 0,2-1 192 0,0 0-192 0,-2 0-256 16,2 1 48-16,-2-1 16 15,-2-1-208-15,-3 2-48 0,-1 1 0 16,-3 1 0-16,-1 3 160 0,-2 1 32 0,-2 2 0 0,-1 1 0 0,-2 3 256 0,-1 0 0 0,-1 4-128 16,-3 0 128-16,0 1 0 0,0 4 0 15,-2-2 0-15,-1 4 0 0,1 0 192 0,-2 3 32 16,1 3 16-16,-1-3 0 0,3 0 80 0,-2 2 32 16,2 0 0-16,1-2 0 0,2 2-96 0,0-2 0 0,1-3-16 0,2-2 0 15,0 1 16-15,-2-8 16 0,0 0 0 16,0 0 0-16,0 0 64 0,35 9 16 0,-25-12 0 15,0-3 0-15,2-2-64 0,1-2-16 0,0 1 0 0,0-3 0 16,0 1-272-16,-1-1 0 0,0 0 128 16,-1 0-128-16,-3-1 0 0,-1 2 0 0,0-1 0 0,-3 1 0 0,-3 2 0 0,-1-1 0 15,-2 0 0 1,-2 3 0-16,-3-2 0 0,0 1-144 0,-2-1 144 0,-2 3 0 0,-1 1 0 0,0 1 0 0,1 2 0 16,-1 1-128-1,0 2 128-15,-1 4 0 0,2 1 0 0,-1 2 0 0,2-1 0 0,1 1-160 0,2 1 160 0,1-2 0 31,3 3 0-31,-1-1 0 0,3 0 0 0,1-1 0 0,1-4 0 16,3 1 0-16,2 0 0 0,2-4 0 0,0 0 0 0,3-2 0 0,1 0 0 0,1-3 0 16,0 0 0-16,2 0 0 15,1-3 0-15,-1 1 0 0,0 0 0 0,1-1 0 0,1 0 0 0,-1 0 0 16,0 2 0-16,0-1 0 16,1 1 0-16,-2-1 0 0,2 2 0 0,-1-1 0 0,1 0-128 15,-3-1 128-15,1 0 0 0,-2 2-128 0,-1-1 128 0,-1-1 0 0,0 2 0 0,-3 2 0 31,-1-1 0-31,-4 3 0 0,1 0 0 0,-2 0 0 16,0 0 0-16,-2 0 0 0,-1 3 0 0,0-1 0 16,-1 1 0-16,-1-1 0 0,1 0 0 0,0 1 0 15,2-1 0-15,-2 1 0 0,1-1 176 0,0 0-176 16,0 0 192-16,0-2-192 0,0 3 208 0,0-1-64 16,0 1-16-16,0-1 0 0,0 0-128 0,0 1 160 15,0 0-160-15,1 1 160 0,-1-1-160 0,-1 1 128 16,1 1-128-16,-1 0 128 0,0 2-128 0,-1-2 128 0,1 4-128 0,-1-2 128 15,-1-1-128-15,0 2 128 0,1-1-128 0,-2 1 128 16,1 1-128-16,0-2 0 0,-1 0 0 0,0-2 0 16,3-1 0-16,-2-1 128 0,0 2-128 0,0-3 0 15,2 0 0-15,-1-2 128 0,1 1-128 0,0 1 0 16,0-2 0-16,0 0 0 0,2 0 0 0,-1 0 0 16,0 0 0-16,1 2 0 0,-1-2 0 0,0 1 0 15,0 1 0-15,1-2 0 0,-1 2 0 0,1-2 0 16,-1 0 0-16,1 2 0 0,0-2 0 0,0 0 0 0,0 0 0 0,1 0 0 15,0 0 0-15,1-2 0 0,0 0 0 0,0-1 0 16,1-2 0-16,1 2 0 0,0-2 0 0,-2 1 0 16,2 0 0-16,-1-3 0 0,0 2 0 0,-1 1 0 15,1-2 0-15,0 2 0 0,0-1 0 0,0 0 0 16,0 1 0-16,0-1 0 0,1 0 0 0,-1 0 0 16,2 0 0-16,0 1 0 0,0-1 0 0,1-2 0 0,1 0 128 15,0-2-128-15,0 1 0 16,0 1 0-16,0-2 0 0,1 1 0 0,-2 2 0 0,1-2 0 15,0 1 0-15,-1 0 0 0,0 3 0 0,1-1 0 0,-3 2 0 16,1 1 0-16,-2 2 0 0,0 0 0 0,1 2 0 0,-2 1 0 16,0 2 0-16,-1 1 0 0,0 2 0 15,0-1 128-15,0 2 0 0,-1 1 0 0,0-1 0 0,-1 0 0 16,2 1 16-16,-1 0 0 0,-1-1 0 0,0-2 0 16,1 1-144-16,-2 1 128 0,0-2-128 0,-1 3 128 15,0-3-128-15,0 2 0 0,0 3 0 0,0-5 128 16,0 0-128-16,0 1 0 0,0-1 0 0,0 2 0 0,0-2 0 15,1-2 0-15,0-1 0 0,2 1 0 0,0-2 0 0,0-1 0 16,1-1 0-16,2-2 0 0,0-1-256 0,2-1-48 16,0-4 0-16,2 2-17728 15</inkml:trace>
  <inkml:trace contextRef="#ctx0" brushRef="#br0" timeOffset="24583.36">9560 5680 12895 0,'1'-2'576'0,"0"2"112"16,0 0-560-16,-1 0-128 0,-1 0 0 0,0 2 0 0,1-2 2080 0,-2 3 384 0,0 2 80 0,-1 1 16 15,0 4-496-15,-2 4-80 16,-2 0-32-16,1 3 0 0,-3 3-816 0,-1 0-176 0,1 4-16 0,0-1-16 15,0-1-80-15,-1-1-16 0,2-2 0 0,1 0 0 16,2-4-32-16,2-1-16 16,1-2 0-16,2-12 0 0,0 0-416 0,0 0-96 0,0 0-16 0,0 0 0 15,26 37-256-15,-17-37 0 16,1 0 0-16,2-2 0 0,0-3 192 0,2 1-192 16,0-3 192-16,-1 0-192 0,-1-1 0 0,-1 1 0 0,-1 0 0 15,0-2-192 1,-1 2-592-16,0-1-112 0,-2-2-32 0,-2 4 0 15,-1-2-1040-15,-3 1-208 0,-1 2-32 0,-3-1-16 16,-1-1-784-16,-2 2-144 0,-3-3-48 0,-1 2-6016 0</inkml:trace>
  <inkml:trace contextRef="#ctx0" brushRef="#br0" timeOffset="24783.1">9416 5825 9215 0,'-19'8'192'0,"9"-5"64"0,6 0 0 0,1-1 0 0,2-2-256 0,0 0 0 0,-2 3 0 0,-1-1 0 15,-3 1 2752-15,2 1 512 0,2-1 112 0,2-1 16 16,3-2-496-16,3 0-80 0,3-2-32 0,1-1 0 15,3-2-992-15,1 1-192 0,1-1-32 0,3-2-16 0,-1 0-736 0,2 0-160 16,0 0-16-16,0 0-16 0,-2 1-384 0,1 0-80 16,0 1-16-16,-1 1 0 15,-1 1-144-15,-1 0 0 0,-1 1 0 0,-1-1 0 16,-2 3 0-16,0-2-256 0,-1 0 64 0,0 0 16 16,-2 1-592-1,1 1-112-15,-1 0-16 0,-1 0-15616 0</inkml:trace>
  <inkml:trace contextRef="#ctx0" brushRef="#br0" timeOffset="25124.11">9712 5815 8287 0,'0'0'368'0,"0"0"80"0,0 0-448 0,0-2 0 0,1 2 0 0,-1-2 0 0,1 1 2192 0,1-1 368 0,-1 0 64 0,2-3 0 16,2 0-16-16,-1-2-16 0,2 2 0 0,0-2 0 16,0 2-1088-16,2-2-224 0,-2 2-32 0,1 1-16 15,2-1-592-15,-2 1-128 16,1 3-32-16,-1-1 0 0,0 4-96 0,-7-2-32 0,0 0 0 0,0 0 0 15,0 0-112-15,0 0-32 16,30 40 0-16,-30-40 0 0,0 0-208 0,2 38 0 0,-2-38 0 0,-4 30 0 16,2-17 0-16,-2 0 0 0,-2-1 0 15,1 1 0-15,0-5 0 0,0 1 0 0,0-2 0 16,-1-1 0-16,2-2 0 0,-1 0 0 0,3-1 128 16,0-3-128-16,1-2 192 0,1 1-16 0,0-1 0 0,1-3 0 15,1 3 320-15,0-3 64 0,2-2 16 0,0-1 0 0,1 2-128 16,1-4 0-16,3 1-16 0,0-1 0 15,1-1-256-15,0-1-48 0,3 0-128 0,0-2 192 0,-1 2-192 0,-1 1 0 16,0 0 0-16,-1 4 0 0,0-2-368 0,0 2-16 16,0 2 0-16,-1-3 0 15,0 4-1440 1,1-1-288-16,-2 3-64 0,-1-1-12800 0</inkml:trace>
  <inkml:trace contextRef="#ctx0" brushRef="#br0" timeOffset="25468.47">10047 5769 1839 0,'3'-1'160'0,"-1"-1"-160"0,1 1 0 0,-1 1 0 0,-1-2 1536 0,-1 2 256 0,1-2 64 0,0 1 16 0,1-1 928 0,-1 1 176 31,2 0 32-31,-2 1 16 0,-1 0-656 0,-1 2-144 0,-1 1-32 0,-1 2 0 16,-2 2-784-16,-2 2-176 16,0 1-16-16,-1 4-16 0,-1 0-224 0,1 2-32 15,2-1-16-15,-1 1 0 0,2-3-352 0,3-1-64 16,1-1 0-16,1-11-16 0,0 0 0 0,0 0 0 15,0 0 0-15,0 0 0 0,27 36-272 0,-18-37-48 16,1-1-16-16,1-3 0 0,0 0 16 0,1-3 0 16,0 0 0-16,0-4 0 0,1 2-176 0,-3 1 0 0,-1-3 0 15,-2 1 128-15,-2-1-128 0,-2 1 0 0,-2 0 0 0,-3 2-176 16,-1-1 176-16,-2 1 0 0,-2 1-144 16,-1 2 144-16,-1-1 0 0,-1 3-144 0,-1 0 144 0,0 2 0 15,2 2-128-15,-1 2 128 0,0-1 0 0,2 2 0 16,0 0 0-16,1 0 0 0,1 2 0 0,2-1 0 15,1-1 0-15,1 2-128 0,1-2 128 0,3-2 0 16,0 1-496-16,3 1-32 16,1-3-16-16,2-2-16320 0</inkml:trace>
  <inkml:trace contextRef="#ctx0" brushRef="#br0" timeOffset="25790.86">10466 5488 8799 0,'2'-10'192'0,"0"4"32"0,-1 0 16 0,0 2 16 0,1 0-256 0,-2 3 0 15,0-3 0-15,1 1 0 0,0-4 3296 0,0 0 608 0,-1 0 112 0,0 2 16 16,-1 3-1312-16,-2 2-272 0,-1 2-48 0,-2 5-16 16,0 0-976-16,-3 7-208 0,1 3-48 0,-3 2 0 15,-1 3-512-15,-1 3-96 0,0 2-32 0,-1 1 0 16,0 0-256-16,-1 4-48 0,0 5-16 0,1-2 0 15,2 1 256-15,4-2 64 0,3-4 0 16,5-30 0-16,2 49-272 0,-2-49-48 16,0 0-16-16,21 46 0 0,-21-46-176 0,0 0 0 0,0 0 0 0,41 18 0 15,-28-19 0-15,1-2 0 0,1-1 0 0,1-1 0 0,-1-2-320 16,0 2 48-16,-1-4 16 16,1 2 0-1,0-1-1744-15,0 1-352 0</inkml:trace>
  <inkml:trace contextRef="#ctx0" brushRef="#br0" timeOffset="26358.82">10841 5763 3679 0,'-4'2'160'0,"1"-2"32"15,0 0-192-15,1 0 0 0,1 0 0 0,1 0 0 0,-1 0 1008 0,0 0 144 16,-1 0 48-16,-1 1 0 0,0-1 352 0,1 2 80 0,1-2 16 0,-1 0 0 16,1 0-80-16,0 0-16 0,1 1 0 0,-1-1 0 15,1 0-128-15,0 1-16 0,0-1-16 0,0 0 0 16,0 0-288-16,0 0-48 0,0 2-16 0,0-2 0 16,0-2 608-16,0 2 112 0,1 0 32 0,1 0 0 31,0-1-1792-31,0 0-416 0,1 1-48 0,0-3-16 0,0 1 608 0,0 0 128 0,1 1 32 0,0-1 0 15,0 1 80-15,1 0 16 0,1-3 0 0,-1 3 0 0,2-1-32 16,0 0 0-16,1 1 0 0,0 1 0 16,0-2-160-16,2 2-16 0,-10 0-16 0,0 0 0 15,34 0-160-15,-20 0 0 0,2 0 0 0,0 0 0 16,3 0 0-16,1 0 0 0,2 2 0 0,2-2 0 16,-1 0 0-16,2 1 0 0,3-1 0 15,1-1 0-15,3-1 0 16,1 2 0-16,3-2-144 0,2-3 144 15,3 2 0-15,0 0-192 0,2 0 192 0,-2 0-160 16,-4 0-288-16,-1-1-48 16,-1 0-16-16,1 1-15296 0</inkml:trace>
  <inkml:trace contextRef="#ctx0" brushRef="#br0" timeOffset="26984.56">11560 5614 7359 0,'-4'-3'656'0,"3"1"-528"0,0 0-128 0,-1 1 0 0,1 1 752 0,0 0 112 16,0 0 32-16,0 0 0 0,-2 0 1152 0,2 0 256 0,-2 0 32 0,0 0 16 15,0 1-240-15,2 1-64 0,0 0 0 0,1-2 0 16,1 3-496-16,1-3-96 15,2 2-32-15,0 0 0 0,3 0-272 0,0 1-48 0,4 0-16 0,0-1 0 0,2-1-192 16,1 0-32-16,1 1-16 16,3 1 0-16,-18-3-304 0,36 5-64 0,-22-3-16 15,1 0 0-15,-15-2-240 0,33 3-48 0,-33-3-16 16,36 7 0-16,-36-7-160 0,34 7 160 0,-34-7-160 16,0 0 160-16,33 12-160 0,-33-12 0 15,0 0 0-15,0 0 128 0,0 0-128 0,0 0 0 0,22 45 0 0,-25-35 0 0,-4 2 0 16,-1-1 0-16,-3 3 0 0,-2 1 128 15,-2-1-128-15,-3-1 0 0,0 1 0 16,-4 1 0-16,1-2 0 0,-2 0 0 0,-1-1 128 0,-1-1-128 16,0 0-192-16,-1-1-80 0</inkml:trace>
  <inkml:trace contextRef="#ctx0" brushRef="#br0" timeOffset="27546.22">11001 5644 11055 0,'3'-4'480'0,"-1"-1"112"0,0 0-464 0,1 3-128 0,-1 0 0 0,-1 2 0 16,0-2 1616-16,1 1 304 0,1-3 64 0,0 1 16 15,1 1 688-15,-2-1 144 0,-1 3 32 0,-2 0 0 16,-1 1-1264-16,-2 1-256 0,1 2-64 0,-3-2 0 16,-1 2-768-16,1 0-144 0,-2 0-48 0,-1-1 0 15,3 0-112-15,-2 0-16 0,-1 0-16 0,-2 0 0 16,-1 2-176-16,-1-3 128 0,-1 2-128 0,-1-1 128 0,1 2-128 16,-1-3 0-16,1 3 0 0,-1 2 0 15,0-2 0-15,1 2 0 0,1-3 0 0,1 4 0 16,1-1 0-16,1 0 0 0,0 0 0 0,3-1 128 15,1 0-128-15,2-1 160 0,0-1-160 0,2 1 160 16,1-2-32-16,0 0 0 0,3 0 0 0,1 0 0 16,1 0 128-16,0-1 32 0,2 0 0 0,0 1 0 0,-6-3 160 0,0 0 16 15,0 0 16-15,36 21 0 0,-36-21-176 0,0 0-48 16,0 0 0-16,43 30 0 0,-43-30-128 16,0 0-128-16,36 29 144 0,-36-29-144 0,0 0 0 0,45 26 0 15,-45-26 0-15,42 17-17728 16</inkml:trace>
  <inkml:trace contextRef="#ctx0" brushRef="#br0" timeOffset="28456.25">12698 5554 4607 0,'4'-2'400'0,"-2"2"-400"0,0-2 0 0,-2 2 0 15,0 0 1280-15,1-2 160 0,1 1 32 0,2-3 16 16,2 1 992-16,-2-2 192 0,1 1 32 0,-1 1 16 0,-2 2-512 0,1-2-96 16,-2 1-32-16,0 1 0 15,0-1 112-15,0 0 32 0,0 1 0 0,-1-1 0 16,1 0-2224-16,-1-1-224 0,1 1-160 0,-1-3-16 16,1 3 400-16,-1-3 272 0,0 0-32 0,-1 1-16 0,0-1-224 0,-2 0 176 15,0 1-176-15,-1 1 160 0,-1-2-160 0,-3 3 0 16,-1 2 0-16,0 0 0 0,-5 2 0 0,-1 1 0 15,-1 4 0-15,-1 2 0 0,-1 1 0 0,0 1 0 16,0 2-160-16,0 3 160 0,3 1-224 16,1 2 48-16,2 2 16 0,1-4 0 0,2 2 160 0,1 0 0 15,1 4 0-15,2-1 128 0,5-22 160 0,-4 42 32 16,4-42 16-16,0 0 0 0,14 48 336 0,-14-48 64 16,0 0 16-16,42 28 0 0,-42-28-304 0,40 5-48 15,-17-5-16-15,-2-3 0 0,0 0-144 0,2-3-48 16,0-1 0-16,0-1 0 0,0-1-192 0,-1 0 0 0,1-2 0 0,0 0 0 31,-1 2-448-31,-1 0-176 0,0-1-32 0,-1 1-10864 0,0 1-2160 0</inkml:trace>
  <inkml:trace contextRef="#ctx0" brushRef="#br0" timeOffset="29240.23">13128 5466 1839 0,'0'-2'160'0,"0"2"-160"0,0-2 0 0,-1 2 0 16,1-2 784-16,0 2 128 0,0 0 32 0,-1-2 0 15,0 1 720-15,1-1 160 0,-1-1 32 0,0 1 0 0,0 0 208 0,0-1 48 16,1 1 16-16,-1-1 0 0,0 1-208 16,0 0-32-16,0 0-16 0,1-1 0 0,-1 1-176 15,0 1-32-15,0-1-16 0,1 0 0 16,-1 2-496-16,1 0-112 0,-1 0-16 0,0-2 0 15,1 2-368-15,-1 0-80 0,0 0 0 0,0 0-16 16,0 2-304-16,0-2-64 0,0 2-16 0,-1 0 0 0,1 1-176 0,-1 0 128 16,-1 1-128-16,0 3 128 15,-1 0-128-15,0 3 192 0,-1-1-192 0,1 3 192 16,-2 0-192-16,0 0 192 0,2 0-192 0,-1-1 192 16,0 2-192-16,-1 1 0 0,0 2 0 0,1 1 128 0,0-1-128 15,0 1 0-15,-1 1 0 0,1-3 128 0,2 2 32 0,3-17 0 16,-5 31 0-16,5-31 0 0,0 0-16 0,3 38 0 15,-3-38 0-15,0 0 0 0,0 0-144 0,0 0 0 16,40 23 144-16,-27-25-144 0,1-3 128 0,0-2-128 0,0-2 128 16,1-1-128-16,1-2 128 0,1-2-128 0,-1 0 128 0,1-3-128 0,1 0 0 15,-3 0 0 1,-1 0 0-16,-2 0 0 0,-1 1 0 0,-3-1 0 16,-3-1 0-16,-3 1 0 0,-2 0 0 0,-4-1 0 15,-2 0 0-15,-3 1 0 0,-2 1 0 0,-2 3 0 0,0 4 0 16,-2 2 0-16,-1 0 0 0,0 2 0 0,-2 5 0 0,2 0 0 15,0 2-192-15,2 3 64 0,0 0 0 0,2 0 0 16,1 3-192-16,3 0-48 0,1-1 0 0,1 1 0 16,1-2-880-1,4 0-176-15,1 0-48 0,2-1-9344 0,3 1-1888 0</inkml:trace>
  <inkml:trace contextRef="#ctx0" brushRef="#br0" timeOffset="29801.75">13615 5510 2751 0,'9'-5'128'0,"-4"2"16"0,1-1-144 0,-2 1 0 15,-3 0 0-15,0 1 0 0,1 0 1920 0,2-5 336 16,2-2 80-16,2-3 16 16,-1-3 16-16,0 1 0 0,-2 0 0 0,0 2 0 0,-1-2-576 0,-2 2-128 15,0 0 0-15,0 0-16 0,0 0-400 0,-1 1-80 16,-1 3-16-16,0 1 0 0,0 0-336 0,-2 0-80 15,0 2-16-15,-1 1 0 0,0-1 16 0,-3 2 0 16,1 1 0-16,-4 2 0 0,2 2-160 0,-2 1-48 16,-2 2 0-16,0 1 0 0,0 2-352 0,-2 1-176 15,-1 3 160-15,0 3-160 0,1 3 0 0,0 1 0 0,1 3 0 16,1 1 0-16,0 3 0 0,2-2 0 16,1 0 0-16,3-3 0 0,2 0 0 0,3-21 0 0,2 39 0 15,-2-39 0-15,0 0 0 0,18 49 0 0,-18-49 0 0,0 0 0 16,0 0 0-16,40 36 0 0,-40-36 0 15,0 0 0-15,44 10 0 0,-28-10 0 16,0-1 0-16,0-3 0 0,0 1 128 0,-2-1-128 0,0-1 0 0,0 0 144 0,0-5-144 16,0 3 0-16,0-2 0 0,-3 0 0 0,0 1 0 0,0-1 0 15,-3 1 0-15,0-1 0 0,0 0 0 0,-2-1 0 16,0 3 0-16,-2-2 0 0,-1 2 0 0,-1 2 0 16,1 0 0-16,-2 2 0 0,0 3 0 0,-1 0 0 15,0 1 0-15,0 2 0 16,0 2 0-16,-1 1 0 0,0 1 0 0,-1 3 0 0,1-3 0 0,0 4 0 15,1-11 0-15,0 0 0 0,-1 43 0 0,1-43 160 16,0 33-160-16,0-33 160 0,0 0 48 0,6 50 16 0,-6-50 0 0,0 0 0 16,13 43-32-1,-13-43-16-15,0 0 0 0,0 0 0 0,20 43-176 0,-20-43 0 0,0 0 0 0,0 0 0 16,0 0 0-16,0 0 0 16,0 0 0-16,0 0 0 15,0 0-1024-15,17 0-64 0,-18-5-32 0,0 0 0 0,-2-5-2624 0,0 1-528 16</inkml:trace>
  <inkml:trace contextRef="#ctx0" brushRef="#br0" timeOffset="30014.08">13600 5569 4607 0,'-14'0'192'0,"4"0"64"16,3 2-256-16,2-2 0 0,3 0 0 0,1 0 0 16,-1 2 2096-16,-1-2 368 0,-2 1 80 15,0 1 16-15,1-2 240 0,1 1 48 16,3-1 16-16,4-1 0 0,2-1-624 0,2-1-112 15,3 0-16-15,2-1-16 0,3-1-880 0,1-2-192 16,4 2-16-16,-1-2-16 0,2 2-368 0,1-2-80 0,0 3-16 0,-1-1 0 16,0 0-304-16,0 3-64 0,-1-1-16 0,0 1 0 15,-2 2-144-15,-1 0 0 16,-3 2 0-16,1-1 0 16,1 1-1584-16,-3 0-192 0</inkml:trace>
  <inkml:trace contextRef="#ctx0" brushRef="#br0" timeOffset="33890">15016 5585 11055 0,'0'0'976'0,"1"0"-784"0,0 0-192 0,0 0 0 15,-1 0 960-15,1 0 160 0,2 0 32 0,1-2 0 16,1 0 768-16,2-1 176 0,1 1 16 0,2-5 16 0,-1 2-624 0,1-3-128 16,-1 0-32-16,1 0 0 15,-1 1-960-15,-2-2-192 0,1-1-32 0,-4 1-16 16,0 0-144-16,-3 1 0 0,-1-1 0 0,-2 1 0 15,-1 1 0-15,-1 3 0 0,-3-3-128 0,0 4 128 0,-2 1 0 16,1 0 0-16,-2 4 0 0,0 0 0 0,-1 0 0 16,0 3 0-16,0 2 192 0,0 3-64 15,1-1-128-15,0 1 192 0,0 4-192 0,1 0 192 16,0 1-32-16,1-1 0 0,1 2 0 0,0-1 0 0,-1 2 128 16,2-1 32-16,1-2 0 0,2-1 0 0,1 0 96 15,2-3 32-15,0-10 0 0,0 0 0 0,0 0-192 0,0 0-48 16,0 0 0-16,0 0 0 0,37 29-16 0,-28-30-16 15,1-4 0-15,2-2 0 0,1 0-176 0,0 0 160 16,1-1-160-16,0-1 160 0,-1 0-160 0,1-2 0 16,-2 1-160-16,0 2 160 0,-3-1-208 0,0-1 48 15,-1 3 16-15,-3-2 0 0,0 1 144 0,-1 0-160 16,-2 2 160-16,-1 0-160 0,0 1 160 0,-2 2 0 16,0 1 0-16,0 0 0 0,-1 4 0 0,-1-1 0 15,1 2 0-15,0 2 0 0,0 2 0 0,-2 3 0 0,1-1 0 16,1-2 128-16,0 1 96 0,1-1 32 0,1 4 0 0,0-11 0 15,0 0 64-15,0 0 32 0,0 0 0 0,0 0 0 16,22 39 0-16,-15-37 0 0,2 0 0 0,1-2 0 16,2-2-208-16,0-1-144 0,1-1 192 0,0-3-192 15,1 0 0-15,0-1 0 0,0 1 0 0,-2-2 0 16,-1 1-1392-16,0 0-176 0,-1 0-32 16,-1-1-12976-16</inkml:trace>
  <inkml:trace contextRef="#ctx0" brushRef="#br0" timeOffset="34252.8">15531 5386 2751 0,'3'-2'128'0,"-2"0"16"0,1 1-144 0,0 1 0 16,-1 0 0-16,0-2 0 0,0 2 1776 0,0 0 320 16,0-2 64-16,2 1 16 0,-1-1 544 0,0 2 112 15,-3 0 32-15,-1 0 0 0,-1 0-768 0,-1 2-160 16,-1-1-16-16,-1 3-16 0,0-1-720 0,-2 1-144 15,-1 1-16-15,0 0-16 0,0-1-368 0,-1 4-64 16,0-4 0-16,1 4-16 0,2-2-112 0,-1 0-32 16,4-2 0-16,0 1 0 0,1 2-16 0,2-2 0 0,1 0 0 0,1-2 0 15,3 1-192-15,-1 0-32 16,5-1-16-16,0-1 0 0,2 0 48 0,2 1 16 16,1-1 0-16,0-1 0 0,3 1 32 0,-1 0 16 15,-1 0 0-15,0 0 0 0,-1 1-128 0,-1 0-16 16,-12-3-128-16,0 0 192 0,32 11-32 0,-32-11-16 15,0 0 0-15,0 0 0 0,0 0-144 0,0 0 192 0,0 0-192 0,20 39 192 16,-28-31-48-16,-3 1 0 0,-3 2 0 0,-3-2 0 16,-3 0-16-16,-1 1 0 0,0 0 0 15,-2-1 0-15,2-2-128 0,-1 0 0 0,0 1 0 0,0 1-12096 16,0-2-2464-16</inkml:trace>
  <inkml:trace contextRef="#ctx0" brushRef="#br0" timeOffset="35482.83">16189 5402 7359 0,'1'0'656'0,"-1"-2"-528"0,1 2-128 0,-1 0 0 0,0 2 1280 0,0-2 240 16,-1 3 32-16,0 0 16 0,-1 3 224 15,-2 2 32-15,1 1 16 0,-3 3 0 16,1 0-944-16,-2-1-176 0,0 2-32 0,-1 0-16 16,0 0-256-16,0 1-48 0,1-2-16 0,0 2 0 15,0-3 96-15,0 1 0 0,0-2 16 0,0 2 0 0,0 0 48 16,0-2 0-16,1 1 0 0,1-2 0 16,1-1-80-16,0-1-16 0,2 1 0 0,0-2 0 15,2-1-176-15,1-3-48 0,0 0 0 0,4-4 0 0,0 1-192 0,0-2 128 16,4-3-128-16,1-2 0 0,3-1 0 0,2-3 0 15,0-1-176-15,3-1 176 16,1-2-704-16,-1 1 0 0,0-2-16 0,-1 3 0 16,0 0 208-16,-2 1 64 15,0 2 0-15,-3 1 0 0,-1 1 448 0,-4 2-144 0,-1 0 144 0,-2 2 0 16,-3 3 0-16,-1 0 0 0,0 0 0 0,0 4 0 0,-2 0 176 16,-1 0-48-16,0 1 0 0,0 2 0 0,0 1 336 0,-1 2 64 0,-1 1 16 15,2 0 0-15,0 1 128 0,-1 0 32 0,2-1 0 16,0 1 0-16,2-10-208 0,0 0-48 0,-1 33 0 15,1-33 0-15,0 0-112 0,0 0-16 0,0 0-16 0,0 0 0 16,0 0 80-16,0 0 32 0,26 36 0 0,-21-36 0 16,2-1 32-16,-1-1 16 0,1-1 0 0,1 0 0 15,-1-2-176-15,1-1-32 0,1 0-16 0,-1 0 0 0,0-1-64 16,-1-2-16-16,2-1 0 0,-3 1 0 0,1-1 16 0,0-1 0 16,-1 1 0-16,-1-2 0 0,0 0 0 15,-3-2 0-15,1 1 0 0,-2-2 0 0,1 3-176 16,-2 0 0-16,0 0 144 0,0 3-144 0,0 0 0 0,0 1 0 15,0 3 0-15,0 0 0 16,0 3-256-16,0 0-80 0,0 0-16 0,0 2 0 16,0 2-2304-16,1 0-464 0</inkml:trace>
  <inkml:trace contextRef="#ctx0" brushRef="#br0" timeOffset="35799.56">16501 5484 10127 0,'5'2'448'0,"-2"0"96"0,1-2-544 0,-1 0 0 15,0 0 0-15,-1 0 0 0,3 0 2048 0,1-2 288 0,6-1 64 16,4-1 16-16,4-1-32 0,1-2 0 0,0 2 0 0,-2-4 0 16,0 4-800-16,-2-3-176 0,-1 0-16 0,-2 1-16 15,-1 1-688-15,-1-1-144 16,-1 0-32-16,-3 1 0 0,-2 0-384 0,0 1-128 16,-3-2 0-16,-1 0 0 0,-2 3 0 0,-3-2 0 0,-2 0 0 0,-2 1 0 15,-2 2 0-15,-3 3 0 0,0 0 0 0,-2 3-144 16,0 2 144-16,-4 1 0 15,-2 2 0-15,2 2 0 0,-1 2 0 0,4 1 0 16,-1 2 0-16,2 1 0 0,1 1 0 0,1 2 0 16,1-2 128-16,2 1-128 0,0 0 352 0,4-2 0 0,5-16 0 15,-4 31 0-15,4-31 368 0,0 0 80 16,0 0 16-16,0 0 0 0,40 37-368 0,-24-37-80 16,3 0-16-16,3-2 0 0,2-1-160 0,1-3-16 0,1 0-16 0,-1 0 0 15,0-4-304-15,1 0-64 0,-4 2-16 0,0 0-17472 16</inkml:trace>
  <inkml:trace contextRef="#ctx0" brushRef="#br0" timeOffset="37064.48">17282 5374 8287 0,'1'2'736'0,"-1"-2"-592"0,0 0-144 0,0 0 0 16,1 0 1344-16,-1 0 224 0,1 1 48 0,-1 1 16 16,1 0 448-16,-1 1 96 0,0 1 0 0,-1 2 16 15,-1 2-448-15,-1 2-80 0,1 2-32 0,-4 0 0 16,2 0-608-16,-3 0-112 0,0 2-16 0,-2 1-16 0,1-2-272 0,-1 1-48 15,-1-2-16-15,2-1 0 0,2-2-112 0,-1-1-32 16,1 1 0-16,1-1 0 0,2-3-128 0,0 2-16 16,1-4-16-16,-1 0 0 15,2-2-240-15,0 1 144 0,0-2-144 0,1 0 128 0,0 0-128 0,1-2 0 16,1 1 144-16,0-2-144 0,1-2 0 0,1 0 0 16,2 0 0-16,0-4 0 0,1-1-384 0,-1 3 16 15,1-2 0-15,1-3 0 16,0 0-160-16,2-2-48 0,0 0 0 0,0-3 0 0,0 3 304 0,-1-1 48 15,3-1 16-15,-2 0 0 0,1 2 208 0,0 1 0 0,0 2 0 16,-1 1 0-16,1 3 0 0,-2 1 0 0,-1 2 0 16,0 0 0-16,-2 3 0 0,0 1 0 0,-2 3 192 15,-1 0-192-15,0 3 560 0,-3-6 0 0,0 0 0 0,0 0 0 16,-2 50-48-16,2-50 0 0,-7 37 0 0,2-17 0 16,0-2-288-16,-1-1-64 0,-1 0-16 0,0-2 0 15,0-1-16-15,1 0 0 0,-1-2 0 0,2-3 0 16,1-1-128-16,0-1 160 0,2-3-160 0,0-1 160 0,2-1-160 0,-1-2 0 15,2 0 0-15,0-3 0 0,2 1 0 0,-1-4-176 16,2 0 48-16,2-1 0 16,-1-1-1056-1,3-2-208-15,-1 0-32 0,2 0-16 0,0-1-992 16,0 1-192-16,1-2-32 0,-1 2-16 0,1 1-64 16,-1-2-16-16,-1 2 0 0,0 1 0 0,-1 1 912 0,-1 2 176 0,-2-1 48 0,0 1 0 15,0 1 864-15,-2 2 176 0,0 0 48 0,0 0 0 16,0 0-64-16,-1 1-16 0,0 2 0 0,-1-1 0 0,1 2 608 15</inkml:trace>
  <inkml:trace contextRef="#ctx0" brushRef="#br0" timeOffset="37566.81">17485 5476 1839 0,'-1'2'160'0,"0"-2"-160"0,0 0 0 0,0 0 0 16,1 0 2128-16,0 1 400 15,0-1 80-15,0 2 16 0,2-2 1136 0,0 0 224 0,3 2 48 0,2-4 16 16,2 2-1488-16,1-3-320 0,2 0-48 0,3-1-16 16,1-3-1232-16,-1 3-256 15,2-4-48-15,-1 2-16 0,0-2-352 0,-1 1-64 0,-1 0-16 0,-2 0 0 16,0 2-192-16,-2-2 0 0,0 1 0 0,-2 0 0 15,0-1 0-15,-2 2 0 0,-1-2 0 0,-1 0-160 0,-1 1 16 0,-2 0 0 16,0 1 0-16,-3-2 0 0,0 2-128 16,-1-1-32-16,-1 0 0 0,-1 2 0 0,1 2 144 0,-3-1 32 15,1 1 0-15,-3 2 0 16,1 0-48-16,0 3 0 0,-2 1 0 0,-2 3 0 0,1 0 176 16,0 1-192-16,-1 3 192 0,-1-1-192 15,0 4 192-15,-2 0 0 0,1 0 0 0,0 1 0 16,1 0 0-16,1-2 128 0,2 1-128 0,1-2 0 0,2 0 368 15,2-5 0-15,2 0 0 0,1-2 0 0,2-2 32 16,3-1 16-16,1-1 0 0,2-2 0 0,2-1-32 16,3-1 0-16,1 0 0 0,3-1 0 0,2-3 0 15,3 2-16-15,0-2 0 0,1 0 0 0,-2 0-368 0,1 2 0 16,0 0 0-16,1-2 128 0,1 2-128 0,0-2-240 16,0 3 64-16,-1-1 16 15,-2 2-912-15,-1 1-176 0,-4-2-32 0,0 3-16 16,-3 1-832-16,-1 0-176 0,-2 0-16 0,-2 0-10416 0</inkml:trace>
  <inkml:trace contextRef="#ctx0" brushRef="#br0" timeOffset="37966.6">17880 5396 6447 0,'-3'2'272'0,"1"-1"80"0,1 0-352 0,0 1 0 0,0-2 0 0,0 1 0 16,0 1 2272-16,0 0 384 0,0 3 80 0,-1 0 16 15,1 0 128-15,2-1 16 0,1-2 16 0,2 1 0 16,3-3-928-16,1 0-192 0,3-3-48 0,1-1 0 16,2-1-768-16,1 0-144 0,3-2-48 0,-1-1 0 15,0 0-480-15,-1 1-112 0,-2-3 0 0,0 3-16 0,0 0-176 16,-2 0 0-16,0-2 0 0,-2 1 0 16,-2 2 0-16,-1 0 0 0,-3 0 0 0,0 1 0 0,-1 1 0 0,-3-1-144 15,-1 1 144-15,-2 1 0 16,-1 0-192-16,-1 0 64 0,-2 3 128 0,-1-2-208 0,0 2-112 0,-2 0 0 15,1 0-16-15,-2 0 0 0,0 2 112 0,-1-1 32 16,-1 3 0-16,0-2 0 0,-1 3-32 0,-1 1 0 16,1 0 0-16,1 1 0 15,0 1 224-15,0 0 0 0,2 2 0 0,0 2 0 0,2 0 288 0,-1 0 96 16,3 2 32-16,0-2 0 0,7-12 304 0,0 0 64 16,-2 36 16-16,2-36 0 0,0 0-288 0,0 0-48 0,33 28-16 0,-18-27 0 15,0 0-160-15,3-2-32 0,3-2-16 16,0-2 0-16,-1 1-240 0,1-2 0 0,-2-1 128 0,1 2-128 31,-2-2-320-31,1 0-96 0,0 0-32 0,-2-2-11168 0,-1 4-2240 16</inkml:trace>
  <inkml:trace contextRef="#ctx0" brushRef="#br0" timeOffset="38513.46">18286 5370 9215 0,'4'0'400'0,"-2"0"96"0,1-2-496 0,-1 1 0 0,0 1 0 0,0 0 0 15,0-2 2048-15,1 1 304 0,4-3 64 0,2-1 16 16,1 0-336-16,-1-2-64 0,-1 0-16 0,-1 3 0 0,1-4-736 0,-2 2-128 16,0-2-48-16,-1 1 0 0,-1 0-416 15,-2 0-96-15,0 0-16 0,-1-1 0 0,-3 2-192 0,-1-2-32 16,-1 4-16-16,-1 1 0 15,-3 1-16-15,0 0 0 0,-1 4 0 0,0 1 0 16,2 1-80-16,0-1-32 0,-2 4 0 0,-1-1 0 0,0 4-208 16,0 2 176-16,0 0-176 0,0 2 160 0,1-1-16 15,1 2 0-15,2-1 0 0,6-14 0 0,-8 29 0 0,8-29 0 16,0 0 0-16,0 0 0 0,7 41-144 16,-7-41 0-16,0 0 144 0,0 0-144 0,28 12 0 0,-19-13 0 15,1-4 0-15,1 1 128 0,1-4-128 0,0 2 0 16,0-4-176-16,0 1 176 15,-2 2-736-15,1-3-48 0,-1-2-16 0,1-1 0 16,1-1-464-16,-1 1-80 0,-1-1-32 0,-1-1 0 16,0 2 48-16,0-2 16 0,-1-2 0 0,0-2 0 0,1 0 736 0,-2-2 128 15,0 0 48-15,0-3 0 0,0 0 256 0,-2 0 144 0,1-1-160 16,-3 1 160-16,0 3 0 0,-1 1 320 0,0 6-64 0,-2 3 0 16,-1 6 720-16,0 2 144 0,-1 1 32 0,0 5 0 15,1 1 224-15,-4 6 48 0,0 2 16 0,-1 6 0 16,-2 6-80-16,-1 2-16 0,-1 2 0 0,0 1 0 15,0 2-352-15,0-1-80 0,2 4-16 0,0-4 0 16,8-30-416-16,-7 53-96 0,7-53 0 16,0 52-16-16,0-52-368 0,6 41 128 0,-6-41-128 0,0 0 0 15,0 0 0-15,29 44-288 0,-20-39 48 0,-2-4-11808 16,0-1-2368-16</inkml:trace>
  <inkml:trace contextRef="#ctx0" brushRef="#br0" timeOffset="39033.53">19336 5310 10127 0,'0'-2'896'0,"0"-1"-704"0,0 1-192 0,0 0 0 16,0 1 640-16,-1-1 80 0,1-2 32 0,-1-4 0 16,0-1 1232-16,-2-2 240 15,0 1 48-15,0 2 16 0,-1 0-672 0,-2 2-128 16,-1 4-16-16,-1 0-16 0,-2 2-320 0,-1 2-64 0,-2 0-16 0,-1 1 0 15,-1 2-176-15,0 1-48 0,-1 2 0 0,0-1 0 0,1 2-304 16,0 1-64-16,2 0-16 0,-1 1 0 16,2-1-48-16,0 1-16 0,4-1 0 0,1-1 0 15,2-2-256-15,1 3-128 0,3-5 128 0,1 2-128 16,2-2 0-16,-2-5 0 0,0 0 0 0,0 0 0 0,0 0 0 16,36 25 0-16,-36-25 0 0,0 0 0 15,32 15 0-15,-32-15 0 0,0 0 0 0,31 19 0 0,-31-19 128 16,0 0-128-16,0 0 0 0,0 0 128 0,0 0-128 15,30 33 128-15,-29-30-128 0,-3 1 128 0,0 1 0 16,-2-2-128-16,-2 1 192 0,-1-2-64 16,-2 1 128-16,-1-1 32 0,-2 1 0 0,-1-1 0 0,0 0-48 15,0-2-16-15,-1 2 0 0,1-2 0 0,2 0-96 16,2 0-128-16,1 0 176 0,4-2-176 16,0 2 0-16,3 0 0 0,3-1 0 0,2 0 0 15,2-1-880-15,4-1-224 0</inkml:trace>
  <inkml:trace contextRef="#ctx0" brushRef="#br0" timeOffset="39654.19">19480 5308 6447 0,'5'-5'576'0,"-2"3"-576"16,0 1 0-16,-3 1 0 0,0 0 1440 0,0 0 176 0,0 0 48 0,0 3 0 15,0 0 992-15,-1 3 208 16,1-6 32-16,0 0 16 0,-13 32-992 0,13-32-208 0,-15 30-48 0,6-13 0 15,0-1-448-15,9-16-112 0,-17 33-16 0,8-18 0 16,2-3-352-16,0 0-80 0,3-2-16 0,0-1 0 16,2-3-352-16,0-3-80 0,1-1-16 0,0-1 0 15,1-1-64-15,1-1-128 0,0-1 176 0,1-1-176 16,1-1 192-16,1-4-192 0,-1 0 192 0,3-1-192 16,0-2 0-16,2-3 0 0,0 2 0 0,0-2 0 15,2-2-160-15,0 1 16 0,0 1 0 0,0-1 0 16,2-1 144-16,0 0-160 0,-1 1 160 0,1 1-160 15,-1 0 160-15,1 4 0 0,-1-1 0 0,0 3-128 16,0 4 128-16,-2 1 0 0,-1 3 0 0,-2 0 0 0,-1 3 160 0,-2 1-32 16,-3-4-128-16,0 0 192 0,0 0 144 0,0 0 32 15,-4 48 0-15,4-48 0 0,-10 27-192 0,10-27-48 16,-14 32 0-16,6-18 0 0,-2 1-128 16,1 0 160-16,0-1-160 0,1-2 160 0,0-1-32 0,2-4-128 15,0 1 192-15,0-4-64 0,3 0-128 0,0-1 160 16,2-2-160-16,0-2 160 0,1 1-160 0,2-3 0 0,1-2 0 0,0 1 0 15,2-3 0-15,2 0 0 0,-1-1 0 16,2-1 0-16,2-2 0 0,1-1 0 16,1 0 0-16,2-2 0 0,0 2-384 0,2-3 32 15,1-1 16-15,2 1 0 16,0 0-272-16,0 0-48 0,0 3-16 0,1-2 0 16,-1 2 160-16,0 0 16 0,-3 2 16 0,-1 3 0 0,-2 2 480 0,-3 1 0 0,0 2 0 15,-3 1 0-15,1 1 0 0,-3 1 160 16,0 1 0-16,-3 2 0 0,-2-4 480 0,0 0 112 0,0 0 16 0,0 0 0 15,-8 43-304-15,8-43-48 0,-13 27-16 0,3-10 0 16,-2-1-208-16,0 2-32 0,-2 0-16 0,0 0 0 0,0-1-144 16,2-1 160-16,1 3-160 0,2-5 160 15,2-1-160-15,7-13 0 0,0 0 0 0,-7 30 0 0,7-30 0 16,0 0 0-16,0 0 0 0,0 0 0 16,0 0-1024-16,0 0-64 0</inkml:trace>
  <inkml:trace contextRef="#ctx0" brushRef="#br0" timeOffset="40183.79">20134 5303 7359 0,'-4'-6'320'0,"3"3"80"0,-1 1-400 0,0-1 0 15,0 1 0-15,1 1 0 0,0 1 1408 0,-2-2 192 16,-2 0 32-16,-2 0 16 0,-1 1 384 0,-1 1 80 0,-1 0 0 0,1 3 16 15,0-1-720-15,-1 3-160 0,0 0-32 0,0 2 0 0,0 2-48 0,-1 3-16 16,0 0 0-16,0 1 0 16,-1 2-288-16,2 0-64 0,2 1-16 0,1-4 0 15,7-12-80-15,0 0-32 0,-5 35 0 0,5-35 0 16,0 0-352-16,0 0-80 0,0 0-16 0,37 24 0 0,-23-25-224 0,2-2 176 16,2-4-176-16,1-1 160 15,1-1-160-15,-1-1 0 0,-1-2 0 0,-1 1 0 16,-1 1-432-16,-4-1-16 0,-1 1 0 15,-2 0 0-15,-1-1 80 0,-3 1 16 0,-1-1 0 0,-3 1 0 16,-2 0 352-16,-3 0-176 0,0 1 176 0,-3 1-128 0,0 2 128 16,-3-1 0-16,-1 2-144 0,-1 1 144 0,-1 3 0 15,0 1 128-15,2 3 0 0,0 0 0 0,0 1 160 0,1 0 32 16,0 1 0-16,1 0 0 0,3 2-128 16,-1-2 0-16,3 2-16 0,2-2 0 0,2-1-176 0,0 1 0 0,1 0 0 15,3-3 0 1,1 0-560-16,1 1-80 0,4-3-32 0,3-2-14048 15</inkml:trace>
  <inkml:trace contextRef="#ctx0" brushRef="#br0" timeOffset="40570.48">20380 5251 5807 0,'3'0'128'0,"-2"-2"16"0,0 1 16 0,-1 1 16 0,0-2-176 0,0 2 0 0,0-1 0 0,-1 0 0 15,-1-2 1840-15,-1 1 336 0,-1 0 64 0,0 2 0 16,-1 0-160-16,-1 2-32 0,-1 1-16 0,1 1 0 16,-2 3-560-16,0 0-128 0,-2 3 0 0,1 0-16 15,0 2-336-15,1 1-64 0,-1 0-16 0,2 1 0 16,0 0-80-16,7-14-32 0,-8 26 0 0,8-26 0 16,0 0-176-16,0 0-48 0,0 0 0 0,9 40 0 15,-2-37-240-15,-1 1-48 0,3-4-16 0,-1-2 0 0,2-1-96 16,2 0-32-16,0-1 0 0,1-3 0 15,0 1-144-15,0-2 0 0,-1 1 0 0,0-2 0 16,-1 1-128-16,0-1-16 0,-3-1 0 0,-2 1 0 16,-1-1 144-16,-2 1-160 0,-2-1 160 0,-2 1-160 15,-1-1 160-15,-2-2-128 0,0 3 128 0,-3-3-128 0,0 3 128 0,-1 1 0 16,-1 2 0-16,0 1 0 16,-1 2 0-16,0 3-128 0,-1 0 128 0,1 3 0 0,1 2 0 15,-1-2-160-15,2 3 160 0,1-1 0 0,0 0-176 0,3 0 176 16,0 1-160-16,3-1 160 15,0 0-832-15,3-3-80 0,2 3-16 0,2-2-13280 16</inkml:trace>
  <inkml:trace contextRef="#ctx0" brushRef="#br0" timeOffset="40868.81">20782 5120 1839 0,'4'-6'160'0,"-2"3"-160"0,0 1 0 0,-1 1 0 0,-1-1 1968 0,-1 2 352 0,0 0 80 16,0 0 16-16,-2 2 720 0,-2 1 128 0,-2 2 48 0,-2-1 0 16,-1 6-1056-16,-1 0-208 0,-2 1-32 0,0 4-16 15,1 1-672-15,-1 1-144 0,-1 2-32 0,0 2 0 16,0 0-384-16,-1 2-96 0,0-2-16 0,3-1 0 0,12-20-32 0,-17 36-16 16,17-36 0-16,0 0 0 0,0 0-288 0,-1 42-48 15,1-42-16-15,0 0 0 0,0 0-256 16,26 12 160-16,-16-14-160 0,0 0 128 15,1-1-128-15,1-4 0 0,0 1 0 0,1-2 0 32,-1 1-384-32,0-2-144 0,0-1-48 0,-2-2 0 0,1 3-1056 0,-2-1-224 15,-2 1-32-15,-2-2-16 0,-1 0-1136 0,-4-1-224 0</inkml:trace>
  <inkml:trace contextRef="#ctx0" brushRef="#br0" timeOffset="41065.73">20482 5232 9215 0,'-12'4'192'0,"6"-3"64"0,3 1 0 0,0 0 0 0,1-1-256 16,2 1 0-16,1-2 0 0,1 2 0 0,2 0 3120 0,5-1 576 0,4 1 112 0,3-2 32 0,4-3-832 0,2 1-144 31,4-3-48-31,1 0 0 0,2-1-1344 0,1 1-256 16,2-2-64-16,1 0-16 0,2 2-736 0,-2 0-144 16,0 0-16-16,-1-2-16 0,-3 0-224 0,-2 2-128 0,-2-2 128 0,-4 1-208 31,-3 0-1680-31,-1-1-336 0,0-1-64 0,-4 0-12144 15</inkml:trace>
  <inkml:trace contextRef="#ctx0" brushRef="#br0" timeOffset="41432.94">21113 4860 911 0,'4'-2'0'0,"-2"1"0"0,1 1 0 0,-2-2 0 16,0 2 2048-16,-2 0 320 0,1 2 64 0,-1 1 0 15,0 1 896-15,1-4 192 0,0 0 16 0,-16 39 16 16,16-39-1056-16,-20 47-192 0,7-19-64 0,-2 3 0 15,-1 2-560-15,0 1-112 0,-2 1-32 0,-2 0 0 16,2 1-464-16,0-3-112 0,2-6 0 0,3 1-16 0,0-2-480 16,2-2-80-16,11-24-32 0,-12 38 0 15,12-38-352-15,0 0 144 0,0 0-144 0,1 42 0 16,3-37 128-16,1-5-128 0,0 0 0 0,2-3 0 0,0-1 192 16,1-3-192-16,2-2 192 0,0-1-192 0,1-1 128 15,0-2-128-15,2 0 0 0,-1 0 0 16,0-1 0-16,0-2 0 0,2-1 0 0,0 2 0 0,0 1 0 0,-1 1 0 15,0 3 0-15,-1 2 0 0,-1 3 0 0,-1 3 0 16,0 1 0-16,-3 2 0 0,0 1 0 0,-7-2 0 16,0 0 0-16,0 0 0 0,0 0 0 0,9 43 0 15,-9-43 0-15,0 0 0 0,-13 43 0 0,13-43 0 16,-11 30 0-16,11-30 0 0,-11 32 0 0,11-32 0 0,0 0 0 0,-8 40 0 16,8-40 0-16,0 0 0 0,0 0 0 0,0 0 0 15,0 0 0-15,34 31 0 0,-22-32 0 16,2-3-18416-16</inkml:trace>
  <inkml:trace contextRef="#ctx0" brushRef="#br0" timeOffset="44331.05">21828 5223 4607 0,'2'-1'400'0,"0"-1"-400"16,-1 1 0-16,1 0 0 0,-1 1 496 0,0-2 16 15,0 1 0-15,2-1 0 0,-1 0 1088 0,2-1 240 0,2 1 32 16,-3-3 16-16,2 1-544 0,-2 1-96 0,0-1-32 0,-1 1 0 16,0 0-192-16,-1 0-32 0,0 0-16 15,0 0 0-15,-1 0-48 0,-1 1-16 16,0 0 0-16,-2 0 0 0,1 2-128 0,-1-2-16 16,0 1-16-16,-1 1 0 0,0 1-224 0,-1 1-32 0,-1 0-16 0,0 0 0 15,-1 3-224-15,-1 2-64 0,0 0 0 0,-2 0 0 16,-1 3 0-16,-1 3 0 0,-2 2 0 0,0 2 0 15,1 0 48-15,1-1 0 0,0 0 0 16,1 1 0-16,2 0 48 0,2-3 16 0,2-2 0 16,5-12 0-16,0 0 32 0,0 0 16 0,0 0 0 0,0 0 0 15,0 0-160-15,31 34-16 0,-18-37-16 0,2-2 0 16,0-2-160-16,3-2 192 0,1-3-192 0,2 0 192 16,-1 0-912-1,-1 0-176-15,1-2-48 0,-3 0 0 0,-3 3-944 0,-2-1-192 0,-3 1-32 0,-2-1-16 16,-1 3 640-16,-3 0 128 0,-4-2 16 0,-2 2 16 15,-3 0 528-15,-1 2 96 0,-1 0 32 0,-2 2 0 0,0 3 1056 16,-2-1 192-16,0 3 64 0,-1 3 0 0,2-1 192 0,-1 3 64 16,0 2 0-16,2-2 0 0,-1 2 48 15,3 0 16-15,0 0 0 0,1 0 0 0,1 0-16 0,0 1 0 16,3-2 0-16,1 2 0 0,0-4-240 0,2-1-32 0,2 0-16 0,1-1 0 16,3 0 112-16,2-2 32 0,2-2 0 15,2-3 0-15,2 2-368 0,3-1-80 0,1-3-16 16,2 2 0-16,1-3-336 0,3 2 0 15,1-4 0-15,0 3 0 0,1-2-192 0,-1-1-48 16,-1 0-16-16,-2-1 0 0,-1 1-432 16,-1 1-80-16,-2-1-32 0,-2 0 0 15,-1 2 224-15,-2 0 32 0,-2 1 16 0,-1 0 0 0,-1 0 352 0,-3 2 176 16,0-2-160-16,-3 4 160 0,-3 1-128 0,0 2 128 0,-1 0 0 16,-1 2-144-16,-1-1 144 0,-2 3 0 15,0 1 0-15,-2 2 128 0,1 0 64 0,-3 4 32 0,-1 2 0 0,-1 0 0 16,1 2 160-16,-2 2 16 0,1 0 16 0,0 1 0 15,0-1 48-15,3 0 16 0,8-17 0 0,-12 30 0 0,12-30-96 16,0 0 0-16,-6 32-16 0,6-32 0 16,0 0-112-16,0 0-32 0,0 0 0 0,0 0 0 15,0 0-96-15,36 20 0 0,-26-24-128 0,1 2 192 16,-1-3-192-16,1-1 0 0,1 0 128 0,1-3-128 16,1 1-320-16,0-1-96 0,0-3-32 15,2 1 0-15,-2 1-224 0,0-1-48 0,-2 0-16 0,0-1 0 16,-2 0 80-16,-2 1 16 0,1-1 0 0,-3 0 0 0,-1 3 384 0,-1 2 96 15,-3 3 16-15,-1 1 0 0,-1 3 144 0,0 0 0 16,-2 2 0-16,0 0 0 0,-1 3 0 0,-1 2 176 16,-2 1-48-16,1 1 0 0,-2 2 160 0,1 1 32 15,0-1 0-15,1 0 0 0,0-2 0 16,2 1 0-16,1-1 0 0,1 1 0 16,2-4-64-16,1 0-16 0,2 0 0 0,0-3 0 0,0-1-80 0,3 1-16 15,0-3 0-15,4-2 0 0,0 1 112 0,1-4 32 16,4 1 0-16,0-3 0 0,0 2-288 0,0-2 0 15,3 0 0-15,0-3 0 0,0 1 0 0,1-1-224 16,-1-1 32-16,-1 1 16 0,0-2-16 0,-3 2-16 16,-1 1 0-16,-1-2 0 15,-1 1-208-15,0-1-32 0,0-3-16 0,-1-1 0 16,0 0-96-16,0-2-16 0,-1-1 0 0,-1-3 0 0,1 2 352 0,1 0 64 0,0 2 16 0,-2 1 0 16,1 3 144-16,-2 2 0 0,0 1-144 15,-1 3 144-15,-1 2 0 0,-1 3 0 0,-1 2 128 0,-2 0-128 16,0 0 352-16,-2 4-16 0,-1 2 0 0,-2 3 0 15,-1 2 528-15,5-11 96 0,-16 34 32 0,6-15 0 16,0 2-384-16,-1 3-80 0,-1 0-16 0,-1 0 0 0,1 1-160 16,-1-3-32-16,1 1-16 15,1-3 0-15,-1 0 96 0,1 1 32 0,1-1 0 0,10-20 0 16,-15 36-64-16,15-36-16 0,0 0 0 0,-7 37 0 0,7-37-352 16,0 0 0-16,0 0 0 0,0 0 0 15,0 0 0-15,0 0 0 0,0 0 0 0,25 10-192 16,-20-15-640-16,2-2-144 0,-2 0-32 0,0 0 0 15,0-2-1872-15,-2-1-384 0,0 1-80 0,-1-3-8752 0</inkml:trace>
  <inkml:trace contextRef="#ctx0" brushRef="#br0" timeOffset="44519.7">22523 5111 911 0,'-13'2'0'0,"8"-2"0"16,1 0 0-16,2 0 0 0,1 1 1904 0,0 1 288 16,-2-1 64-16,-2 2 16 0,-3 2 832 0,1 1 160 0,0 0 48 0,0 0 0 15,2-2-880-15,3 1-192 16,1-1-16-16,2-2-16 0,1-2-672 0,3 0-128 0,3-2-16 0,1 0-16 15,2-1-304-15,2-2-64 16,0 1-16-16,1-1 0 0,2 0-432 0,4-2-96 0,0 0-16 0,2 0 0 16,1 1-288-16,1-2-160 0,1 1 160 15,0 0-160-15,0 2 0 0,-3-3-240 16,1 4 32-16,-3-3 0 16,0 2-2240-16,-1 0-448 0</inkml:trace>
  <inkml:trace contextRef="#ctx0" brushRef="#br0" timeOffset="44836.41">22909 5031 2927 0,'3'-1'0'0,"-1"-1"128"0,0 0-128 0,0 2 160 0,0-2-160 0,-1 1 0 16,1 1 0-16,1-2 0 0,2-1 2016 0,1 0 368 0,1 0 80 0,0 0 16 16,-2 1-368-16,0 1-80 0,-1-1-16 0,-3 2 0 0,1 2-352 0,-1-2-80 15,-1 3-16-15,-2 2 0 0,1-1-112 0,-2 4-32 16,3-8 0-16,0 0 0 0,-18 42-464 0,18-42-80 15,-16 41-32-15,16-41 0 0,-23 55-240 0,9-23-48 16,0-1-16-16,0 2 0 0,-3 3 160 16,0 3 16-16,0 2 16 0,2 2 0 15,1-2-224-15,1-1-32 0,2-6-16 0,11-34 0 16,-13 58-320-16,13-58-144 0,-7 43 128 0,7-43-128 0,0 0 128 0,0 0-128 16,2 43 0-16,0-41 128 0,0 0-128 0,0-1 0 15,0-2 144-15,0-1-144 0,1-3 0 0,0-2-128 16,0 1 0-16,-2-2 0 15,2-4-928-15,0 0-176 0,-1-2-48 0,1-2 0 16,0-1-960-16,1-4-192 0,0-2-32 0,-1-3-10496 0</inkml:trace>
  <inkml:trace contextRef="#ctx0" brushRef="#br0" timeOffset="45996.87">22812 5134 3679 0,'0'-2'320'0,"0"0"-320"0,0 2 0 0,0 0 0 15,1-2 2048-15,-1 2 352 0,3-3 64 0,1-1 16 16,2 0 432-16,5-2 96 0,1 1 0 0,2-2 16 15,2 2-1136-15,1-1-224 0,2 0-64 0,1 2 0 16,1-4-736-16,2 4-160 0,-1-3-16 0,-1 2-16 16,0 3-352-16,-1 2-64 0,-4 2 0 0,-3 5-16 15,-13-7 64-15,0 0 16 0,0 0 0 0,17 45 0 0,-17-45-320 0,0 0 0 16,-20 48 128-16,8-34-128 16,-2-1 144-16,-2 0-16 0,0-3-128 0,0-1 192 0,-3 0-64 15,1-1 0-15,-1-2-128 0,0-1 192 16,1 0-192-16,-1 0 0 0,3 0 128 0,2-3-128 0,3-2 0 0,3 2-160 15,4-4 32-15,2 0 0 16,2-1-496-16,3-2-80 0,1 1-32 0,5-3 0 16,2 2-224-16,1-2-32 0,3 0-16 0,-1-1 0 15,3 2-672-15,2-1-144 0,0 2-32 0,3-3 0 16,1 2 96-16,0 0 16 0,0 2 0 0,-1-3 0 16,-1 2 592-16,-2 0 128 0,1 0 32 0,-3 1 0 0,0-3 992 0,-1 3 0 15,-1-2 224-15,0 1-32 0,-2-1 880 0,0 0 176 0,-2 0 32 0,-1 1 16 16,-3 0 384-16,0 1 80 0,-3-1 16 0,1 2 0 15,-2-1-496-15,-1 1-112 0,-1-2-16 16,0 3 0-16,0 0-480 0,-1 0-96 16,0 1-32-16,0 1 0 0,0 1-128 0,-2 1-32 15,0 2 0-15,-1 2 0 0,-2 2 208 0,5-8 48 0,0 0 0 16,-17 34 0-16,17-34-128 0,0 0-32 0,-18 40 0 0,18-40 0 16,0 0-224-16,-15 38-64 15,15-38 0-15,0 0 0 0,0 0-48 0,0 0-16 16,0 0 0-16,0 0 0 0,6 42-128 0,0-42 0 0,2 0 0 15,1-2 128-15,0 0-128 0,0-2 0 0,2-1 0 0,2 0 0 32,-1 0-320-32,0-2-80 0,1-2-32 0,1 1 0 0,-1 0-304 15,0-1-64-15,0 0-16 0,-1 0 0 0,1-2 192 16,-3 0 48-16,1-1 0 0,-2 0 0 0,0-2 320 0,0 2 64 0,-4 1 0 0,0 4 16 16,-1-1 176-16,-2 4 0 0,-2 1 128 0,1 3-128 0,-1 0 448 0,-1 3 32 15,0 1 0-15,-2 2 0 0,3-6 304 16,0 0 64-16,-16 32 16 0,16-32 0 0,0 0-144 0,-18 44-16 0,18-44-16 15,0 0 0-15,-5 42-368 16,5-42-80-16,0 0-16 0,0 0 0 0,8 40-96 0,-8-40-128 16,0 0 176-16,0 0-176 0,24 19 176 0,-15-19-176 15,-1 0 160-15,1 0-160 16,2-3 160-16,1 0-160 0,1 0 160 0,0-2-160 0,0-1 0 0,1 0 0 16,1-1 0-16,0-3 0 0,0 3-304 0,-2-1-48 15,-1 0-16 1,-1 1 0-16,-1 0-528 0,0-1-96 0,2-1-32 0,0-2 0 0,0-3 48 15,0-1 0-15,1 0 0 0,-1-4 0 0,-1 3 512 0,0-1 96 16,1-2 32-16,-2 3 0 0,0 1 336 0,-3 2 0 16,-1 3 0-16,-2 2 0 0,0 2 320 0,-2 0 128 0,0 3 16 15,-1 0 16-15,-1 0 288 0,1 1 64 0,-1 2 16 0,0 0 0 16,0 0-320-16,0 0-64 0,1 0-16 0,0 0 0 16,0 2-128-16,0-2-16 0,0 0-16 0,0 0 0 15,1 0 64-15,-1 1 16 0,0-1 0 0,0 2 0 16,0-2-16-16,-1 2 0 0,-1 2 0 15,0 0 0-15,-2 2-16 0,3-6 0 0,0 0 0 0,0 0 0 0,-20 43-112 0,20-43-32 16,-14 33 0-16,14-33 0 16,-18 36-48-16,18-36-16 0,-20 40 0 0,20-40 0 15,-18 36 0-15,18-36-128 0,-15 35 192 0,15-35-64 16,0 0-128-16,-13 47 0 0,13-47 0 0,0 0 128 16,0 0-128-16,0 44 0 0,0-44 0 0,0 0 0 15,0 0 0-15,0 0 0 0,0 0 0 0,0 0 0 16,23 26 0-16,-19-27 0 0,-1-1 0 0,-1-1 0 15,-1 0-368-15,0-1-48 16,-2-1-16-16,1 1 0 0,-2-3-1296 0,-1 2-256 16,-1-2-48-16,-1 0-16 0,-1-3-1216 0,1 3-256 0,-1-2-64 15,-1-1 0-15,0 0 80 0,0-1 16 16,-3-1 0-16,0-2 0 0,-1-1 2288 0,-1 0 464 0,0 0 96 0,1 1 0 0,0 0 2144 0,0 4 416 16,1-2 96-16,1 2 16 0,1 3 192 0,1 0 32 15,2 0 16-15,1 2 0 0,1 1 48 0,2 1 16 16,3 1 0-16,2 2 0 0,2 0-240 0,3 0-48 15,2 0-16-15,2 0 0 0,1 0-720 0,-2 0-144 16,-1-2-16-16,4 2-16 0,3-1-624 0,5 1-128 16,6-2-32-16,3 0 0 0,5-1-352 0,2 1 0 15,1 0 0-15,-1 1-18128 0</inkml:trace>
  <inkml:trace contextRef="#ctx0" brushRef="#br0" timeOffset="46133.63">24187 5240 40543 0,'-1'-1'3600'0,"0"2"-2880"0,-1 1-576 0,4-3-144 0</inkml:trace>
  <inkml:trace contextRef="#ctx0" brushRef="#br0" timeOffset="47534.86">4095 7480 9215 0,'-6'2'816'0,"0"-1"-656"0,3 0-160 0,1-1 0 0,0 2 1216 0,-2-2 224 15,-1 3 32-15,-5 2 16 16,-2-3 640-16,-2 5 128 0,2-2 32 0,2-2 0 0,1 1-240 0,2-1-64 16,3-1 0-16,1-1 0 15,1 0-544-15,3-1-112 0,0-1-32 0,3 0 0 0,0-1-432 0,2 0-96 16,1 1 0-16,2-3-16 15,1 1-176-15,2 1-48 0,2 0 0 0,2-1 0 0,0 0-272 0,2 1-64 16,2 1-16-16,2-2 0 0,0 1-176 16,0-1 128-16,0 0-128 0,-1 1 128 0,-2-2-128 0,-1 1 0 0,0 0 0 0,-3-1 0 15,0 1 0-15,0-2 0 16,-1 1-176-16,0-1 176 16,-1 0-1360-16,0 3-192 0,-2-2-48 0,-1 3-14480 15</inkml:trace>
  <inkml:trace contextRef="#ctx0" brushRef="#br0" timeOffset="47998.71">4674 7361 5519 0,'-2'0'496'0,"1"0"-496"0,2 0 0 0,-1 0 0 16,1 0 2032-16,0 0 304 0,1-2 64 0,1 1 16 16,1 1 800-16,1-2 176 0,2 0 16 0,3 0 16 15,0-1-1280-15,1 1-256 0,2-1-48 0,0 1-16 0,1 0-992 16,-1-1-208-16,0 3-48 0,-1-4 0 16,1 3-384-16,-1-1-64 0,1-2-128 0,-2 1 176 15,0-2-176-15,-1 1 0 0,0-1 0 0,-3 0 0 16,0 3-464-16,-4-3 16 0,0 3 16 0,-2 1 0 15,-2-1-1472-15,-1 0-288 0,-1 0-64 0,-2 2-16 16,-1 0-96-16,0-2 0 0,-2 4-16 0,0-2 0 16,0 2 960-16,-1-1 192 0,-1 2 32 0,2 0 16 0,0 2 720 0,1-1 144 15,0 1 16-15,0 1 16 0,1 1 864 0,0 1 192 16,1 1 16-16,0 0 16 0,0 0 288 0,1 2 48 16,0 1 16-16,-1 3 0 0,1 2 224 0,-1 1 48 15,1 4 16-15,1-1 0 0,-1-2-16 0,1 3 0 0,0 3 0 16,1 1 0-16,0 0-192 0,1-2-32 15,1-24-16-15,2 45 0 0,-2-45-704 0,5 34-144 16,-5-34-16-16,0 0-16 0,0 0-304 0,0 0-272 16,0 0 48-16,30 37 16 15,-26-39-1472-15,0-1-304 0,0-1-48 0,0-1-10896 0</inkml:trace>
  <inkml:trace contextRef="#ctx0" brushRef="#br0" timeOffset="48185.49">4689 7620 11967 0,'-2'2'528'0,"1"-2"112"0,1 1-512 0,0-1-128 0,1 0 0 0,0 0 0 0,2 0 2160 0,0-1 400 16,2-1 64-16,4-1 32 16,1-2 384-16,2 1 80 0,2-3 16 0,0 2 0 15,0-3-1648-15,1 0-320 0,1 0-64 0,0-1-16 0,0 2-800 16,-2-1-160-16,1 2-128 0,0 0 144 16,-1 3-320-16,0-1-64 0,0 0-16 0,-1 1 0 15,-1 2-1728-15,-2 0-368 0,-1-1-64 0,1 2-11200 0</inkml:trace>
  <inkml:trace contextRef="#ctx0" brushRef="#br0" timeOffset="48794.39">5055 7508 6447 0,'2'-4'272'15,"-1"1"80"-15,0 1-352 0,-1 1 0 0,0-1 0 0,-1 2 0 0,0-1 1936 0,0 0 320 0,-1-1 64 16,0-1 16-16,-2 3 352 0,-1 0 80 0,0 1 16 0,-1 3 0 16,1 0-864-16,-2 1-160 0,2 2-32 0,-2 3-16 15,1 0-336-15,-1 4-64 16,1 0-16-16,1 0 0 0,1 5-560 0,2-2-112 15,1-3-32-15,1-14 0 0,0 0-272 0,9 35-64 16,-9-35-16-16,0 0 0 0,0 0-240 0,0 0 144 16,38 15-144-16,-29-18 128 0,0-4 0 0,2 0 0 0,-1 0 0 15,-1-5 0-15,1 2-128 0,-1-2 0 16,-2 3 144-16,-1-3-144 0,1 1 832 0,-2-1 112 16,-3 1 16-16,-1 0 0 0,-1 2-816 0,-1 2-144 0,-2-3 0 15,-2 3 0-15,-1 0 0 0,-3 2 0 0,1 0 0 0,-2 2 0 16,-1 2-896-16,-2 1-112 0,0 2-16 0,1 1 0 0,1 2 848 0,-1 1 176 0,2 2 0 15,-1-2 0-15,2 3 0 0,0-1 0 16,3 1 0-16,0-1 0 0,3-3 160 0,1 2-160 16,1-3 160-16,1-1-160 15,2 0 0-15,0-1 128 0,3-2-128 0,2-3 0 16,0-1 0-16,3 1 0 0,0-4 128 0,1 0-128 16,2-1 144-16,-1-1-16 0,-1 1 0 0,2-1 0 0,2-2-128 0,0-1 0 15,1 3 0-15,-1-1 0 0,0 1 0 0,-1 2 0 0,-1 1 0 0,1 3 0 31,-2 0 0-31,1 0 0 0,-1 3 0 0,0 0 0 16,-1 0 0-16,-11 0 0 0,0 0 0 0,34 7 0 0,-34-7 0 16,0 0 0-16,0 0 0 0,38 14 0 0,-38-14 0 0,0 0 0 15,0 0 128-15,0 0-128 0,0 0 0 0,34 34 0 16,-34-34 0-16,0 0 0 0,0 0 0 0,4 40 0 16,-6-28 0-16,0 2 0 0,-1-1 0 0,-2 0 0 15,0 1 0-15,-1-2 0 0,0 2 0 0,-1-2 0 16,1-2 0-16,1-1 0 0,0-2 0 0,1-2 0 15,1-2 128-15,1-3-128 0,1 0 0 0,1-3 0 0,0 0 144 16,2-3-144-16,1-2 144 0,0-1-144 0,3 0 192 0,0-3-192 16,1 0 160-16,2-2-160 0,1-3 128 15,2 0-128-15,-2 3 0 0,1-2 0 0,2-3 128 16,0 2-128-16,0-2 0 0,0 2 0 0,-1 3 0 0,-1 2 0 16,-2 5 0-16,1-1 0 0,-4 3 0 15,1 4 0-15,-2-1-640 16,0 2-16-16</inkml:trace>
  <inkml:trace contextRef="#ctx0" brushRef="#br0" timeOffset="50400.26">6010 7254 7359 0,'-1'0'656'0,"0"2"-528"0,0-1-128 0,0 1 0 15,1 1 944-15,-1 0 144 0,0 3 48 0,-2 3 0 16,1 5 496-16,-1 3 96 0,-1 2 32 0,1 1 0 15,1-2-512-15,0 4-96 0,0-3-32 0,-1 3 0 16,1-2-64-16,-1 1-16 0,0 1 0 0,0-1 0 16,-1-2 80-16,-1 3 16 0,1-1 0 0,-1 2 0 15,2-1-224-15,-1-3-32 0,2 0-16 0,1-2 0 16,1-17-560-16,1 28-112 0,-1-19-32 0,1-2 0 0,0-4-160 0,0-2-192 16,1-4 32-16,-1-2 16 31,2-2-432-31,1-3-64 0,1-2-32 0,-2-2 0 0,2-2-640 0,-1-1-128 0,-2 0-32 0,0 1 0 15,0 1-160-15,-2-1-32 0,0-2-16 0,-2 3 0 16,1-2 912-16,-1-2 176 0,-1 1 32 0,0 0 16 0,0 2 368 0,0 0 176 16,1 3-160-16,0 4 160 0,1-1 336 15,-1 4 176-15,1 1 16 0,1 2 16 0,0 1 608 16,-1-2 128-16,1 1 32 0,0 0 0 0,1 1-160 0,1 0-48 16,0-3 0-16,1 0 0 0,0 1-96 0,1-1-32 15,1 1 0-15,-1-2 0 0,2-1-176 0,-1 0-32 0,1 1-16 16,0 0 0-16,0 0-256 0,1 0-48 15,1-1-16-15,0 2 0 0,1 0 80 0,-1 1 0 16,1 0 16-16,0 1 0 0,0 3-80 0,-1 0-32 16,1 2 0-16,-9-2 0 0,0 0-144 0,0 0-16 0,40 27-16 0,-40-27 0 15,0 0-240-15,28 40 0 0,-28-40 128 16,0 0-128-16,21 52 0 0,-21-52 0 16,7 40 0-16,-7-40 0 0,2 38 0 0,-3-22 0 15,-2 4 0-15,-2-2 0 0,-1 0 0 0,-1-2 0 16,-3-2 0-16,0-2 0 0,-1-3 0 0,-2 0 0 15,1 0 0-15,-2-1 0 0,0-3 128 0,-1 2-128 0,0-2 0 0,1-1 144 16,2-1-144-16,0 2 0 0,2-3 0 0,1 0 0 16,0-2 0-1,2 1 0-15,2-1 0 0,3 2 0 16,1-2-816-16,3-2-80 0,0-1-32 0,5 1-15808 0</inkml:trace>
  <inkml:trace contextRef="#ctx0" brushRef="#br0" timeOffset="50733.69">6321 7558 13823 0,'1'4'608'0,"-1"-3"128"0,1 1-592 0,-1 0-144 0,1-1 0 0,-1 1 0 16,1-2 1984-16,1 0 352 0,2 0 80 0,0 2 16 0,3-2-176 0,1 0-16 0,1-4-16 0,1 1 0 16,1-2-1008-16,1-1-192 15,0 0-32-15,2-1-16 0,0-1-656 0,-1-1-128 16,-1 3-16-16,-1-2-16 0,1 1-160 0,-3-2 0 15,-1-1-192-15,-1 1 192 16,-2 2-448-16,-3-3 16 0,-3 1 16 0,-1 0 0 16,-3 1-464-16,-2 1-80 0,-3 0-32 0,-1-2 0 15,-1 4 224-15,-2 2 64 0,0 1 0 0,0 4 0 0,0 3 384 0,2 2 64 16,0-1 32-16,2 2 0 0,0 2 224 0,2 2 0 16,-2 2 0-16,2 1 0 0,2 1 800 0,0 0 96 15,0 3 32-15,1 0 0 0,1 0-16 0,2-2 0 16,1-1 0-16,1-16 0 0,0 0-144 0,9 35-16 15,-9-35-16-15,0 0 0 0,0 0-256 0,37 15-48 0,-23-16-16 0,1-4 0 16,0-1-192-16,2-1-32 0,0 0-16 16,-1-2 0-1,2 2-592-15,-1-3-112 0,-2 5-32 0,-1-2-15520 0</inkml:trace>
  <inkml:trace contextRef="#ctx0" brushRef="#br0" timeOffset="51168.9">6727 7444 6847 0,'3'-2'144'0,"-2"-1"48"0,1 1 0 0,-1-1 0 0,0 3-192 0,0-2 0 16,0 2 0-16,0-2 0 0,1-1 2752 0,0-1 512 15,0 0 96-15,0-1 32 0,0 2-768 0,-1-2-128 16,0 1-48-16,-1-1 0 0,-1 2-784 0,0 1-144 0,-1-3-48 0,-1 1 0 16,0 3-512-16,-1-1-128 0,-1 2 0 0,-1 2-16 15,-1 0-352-15,1 4-64 16,-3-2-16-16,1 6 0 0,-1-3-208 0,-1 4-48 15,0 2-128-15,0 3 192 0,1 1-192 0,-1-1 144 16,4 1-144-16,0 0 128 0,2-3-128 0,1 1 0 0,2-2 144 0,2-1-144 16,-1-12 0-16,0 0 0 0,0 0 0 0,0 0 128 15,0 0-128-15,37 31 0 0,-27-33 0 0,1-1 0 16,0-1 0-16,1-2 0 0,2 0 0 0,0-2 0 0,-2 1 0 0,1-2-208 16,1-1 16-16,0 1-11072 15,0 2-2240-15</inkml:trace>
  <inkml:trace contextRef="#ctx0" brushRef="#br0" timeOffset="51369.75">6913 7328 16575 0,'1'0'736'0,"0"0"160"0,0 1-720 15,0 0-176-15,0-1 0 0,0 0 0 0,0 2 2464 0,2-2 464 16,3 1 80-16,1 1 32 0,1 0-752 0,3-1-160 15,-2 1-16-15,-1-2-16 0,2 0-1424 0,-1 0-288 0,1 1-48 0,-2 0-16 16,0-1-320-16,-2 2-240 16,0-1 48-16,-2 3-10432 0,-2-1-2096 0</inkml:trace>
  <inkml:trace contextRef="#ctx0" brushRef="#br0" timeOffset="51518.66">6981 7454 8287 0,'0'2'368'0,"0"-2"80"0,1 1-448 0,-1-1 0 15,0 1 0-15,0-1 0 0,0 2 2512 0,1-1 432 0,0 3 64 16,0 1 32-16,0 5 416 0,-1-1 64 0,1 0 32 16,0 1 0-16,-1-10-1568 0,0 0-304 0,0 0-64 0,0 0-16 15,13 40-1152-15,-10-35-224 16,-3-5-48-16,0 0-16 16,0 0-1104-16,0 0-208 0,0 0-64 0,0 0-14608 0</inkml:trace>
  <inkml:trace contextRef="#ctx0" brushRef="#br0" timeOffset="51886.92">7315 7387 1839 0,'2'-3'160'0,"0"1"-160"15,-1 2 0-15,-1 0 0 0,-1 0 1696 0,1-2 304 16,0 2 64-16,0-5 16 0,0 1 800 0,-1 0 144 16,-2 0 48-16,1 0 0 0,-2 1-1024 0,-1 1-208 15,1 0-48-15,-2 2 0 0,1 2-768 16,-3 0-144-16,1 0-48 0,-3 3 0 0,2 2-256 0,-1-1-48 15,-1 0-16-15,0 2 0 0,1 1 0 0,2 0 0 16,-1 1 0-16,1-2 0 0,2 0 240 0,1 2 32 16,2-5 16-16,1 2 0 0,2-2-240 0,1 0-48 0,2-1-16 0,2 1 0 15,-1-2-256-15,3 1-48 0,-8-4-16 0,0 0 0 16,0 0-16-16,38 12 0 16,-38-12 0-16,0 0 0 0,0 0-160 0,40 14 0 0,-40-14 0 15,0 0 128-15,0 0-128 0,0 0 0 0,34 17 0 0,-29-12 0 16,-3-1 0-16,-2 1 0 0,-1 0 0 0,-2 1 0 15,-2 0 0-15,-1-2 0 16,-3 1 0-16,-1 0 0 0,-2-1 0 0,-1 1 0 0,-1 0 0 16,-1-3 0-16,-1 0 0 0,0 1 0 0,1-3 0 0,0 0 0 15,3 0 0-15,3-2 0 0,2 1-160 0,3-3 160 16,3 0-1424 0,2-2-192-16</inkml:trace>
  <inkml:trace contextRef="#ctx0" brushRef="#br0" timeOffset="52079.3">7387 7373 23951 0,'3'-2'1056'0,"-1"1"224"0,1-1-1024 0,-1 0-256 15,0 2 0-15,0 0 0 0,1-2 1680 16,1 0 288-16,4-2 48 0,2 0 16 0,3-1-672 0,0 0-128 16,1 1-16-16,-1 1-16 15,0 1-832-15,-2 0-176 0,1 1-16 0,-2 1-16 0,-2 1-160 0,1 1-144 0,-2 0 144 0,-1 2-208 31,-2-1-1664-31,-1 2-336 0,-1 0-64 0,-1-1-11344 0</inkml:trace>
  <inkml:trace contextRef="#ctx0" brushRef="#br0" timeOffset="52233.12">7504 7447 9327 0,'0'4'192'0,"0"-4"64"0,0 3 0 0,-1-3 0 0,1 2-256 0,0-1 0 15,0 0 0-15,-1 4 0 0,-1 0 3328 0,0 4 624 16,0 1 112-16,-1 2 32 0,-1 0-1280 0,-1 1-256 15,2-1-64-15,-2 0 0 0,2-1-1376 0,0-2-288 0,1 0-48 0,2-2-16 16,0-3-768-16,1-1 0 0,3-3 0 16,2-2-15872-16</inkml:trace>
  <inkml:trace contextRef="#ctx0" brushRef="#br0" timeOffset="52904.14">7696 7418 2751 0,'0'0'256'0,"0"1"-256"0,0 0 0 0,-1 1 0 0,0-2 2160 0,0 3 384 16,0-1 80-16,-2 2 0 0,-1 2 480 0,-2 3 96 0,-1 3 0 0,-1 2 16 16,1 0-480-16,0-2-112 15,2 1 0-15,0-2-16 0,1 0-1040 16,2-2-208-16,2-1-32 0,1-2-16 16,-1-6-816-16,0 0-176 0,0 0-16 0,0 0-16 15,0 0-288-15,37 12 0 0,-27-15 0 0,-1-2 0 0,0-1 0 0,2-1 0 16,-1-3 0-16,0 2 0 0,-1-3-336 0,0-1-32 15,0 1 0-15,-3 0 0 16,0 2-320-16,-3-1-64 0,-1 1-16 16,-2-1 0-16,0 3 112 0,0-2 16 0,-3 1 0 0,-2 2 0 0,0 1 352 0,-3 0 80 15,0 1 16-15,-1 3 0 0,1 1 192 0,-1 0 0 16,0 4 0-16,0-1 0 0,1 2 0 0,0 2 208 16,2-1-32-16,-1 0-16 0,2 1 224 0,-1-2 32 15,3 0 16-15,-1 2 0 0,3-5 144 0,0 1 16 16,3 1 16-16,0-4 0 0,1 1-320 0,1-2-64 15,2 1-16-15,0-5 0 0,3 2-64 0,1-2-16 0,0-1 0 16,2-1 0-16,0 0 0 0,1-2 0 0,1 2 0 0,1-3 0 16,1 5-128-16,-2-2 0 15,0 0 0-15,-1 2 0 0,2 3 0 0,-1 0 0 0,0 4 0 16,-14-2 0-16,0 0 0 0,38 10 0 0,-38-10 0 0,0 0 0 16,0 0 0-16,36 30 0 0,-36-30 0 0,0 0 0 15,0 0 0-15,17 43 0 0,-17-43 0 0,0 0 0 16,-3 33 0-16,-1-21 0 0,0-2 0 0,-2 1 0 15,0-1 0-15,0-1 0 0,0-1 128 0,0-2-128 16,1-1 0-16,2-2 160 0,0-1-160 16,1-2 160-16,1 0-160 0,1-2 128 0,1-1-128 0,0-4 128 15,2 1-128-15,0-1 0 0,2-1 0 0,2-2 128 0,0-1-128 16,0-1 0-16,3 0 0 0,0-2 0 16,1 0 0-16,0 0 0 0,1 1 0 0,-2 0 0 0,1 3 0 15,-2 2 0-15,-1 2 0 0,1 0 0 16,-1 4-128-16,-2 0 128 0,0 2 0 0,-1 0 0 0,-2 2 0 15,1 1 0-15,-1 2 0 0,-1 1 0 0,0 2 0 16,-1-1 0-16,0 2 0 0,-1 3 0 0,1-2 128 16,-1-1-128-16,0 3 128 0,-1-1-128 0,1-11 192 15,0 0-32-15,-1 32-16 0,1-32 0 0,0 0-144 16,0 0 160-16,4 36-160 0,-2-30 160 0,1 1-160 0,0-2-176 0,0-3 48 16,1 1-11520-16,2-1-2288 15</inkml:trace>
  <inkml:trace contextRef="#ctx0" brushRef="#br0" timeOffset="53160.7">8337 7437 2751 0,'-8'2'256'0,"3"-1"-256"0,0 1 0 0,1 0 0 15,1 0 2400-15,2-2 432 0,0 1 96 0,-2 1 16 16,-2 1 832-16,1 1 160 0,-1-2 32 0,2 3 16 0,2-3-1504 0,2-1-304 15,2 1-64-15,2-2-16 0,3 0-1024 0,0-3-208 16,3 1-32-16,2-3-16 16,1 1-432-16,1-1-96 0,2 2-16 0,0-3 0 0,-2 1-272 15,0 1 0-15,-1-1 0 0,-1 1 0 0,0 1 0 16,0 0-224-16,-1 1 32 0,-1-1 16 16,1 3-1264-16,-1-2-256 0,0 2-48 0,-2-1-13616 15</inkml:trace>
  <inkml:trace contextRef="#ctx0" brushRef="#br0" timeOffset="53843.07">8756 7288 8287 0,'-1'-5'736'0,"1"2"-592"15,0 3-144-15,0 0 0 0,0 0 2352 0,-1 0 432 0,-1 0 96 0,0 0 0 16,-1 3-32-16,-1 0-16 0,-1 5 0 0,0 2 0 16,0 5-1232-16,-2 1-256 0,2 3-64 0,-3 0 0 15,2 0-592-15,-1 0-128 16,-1 0-32-16,1-3 0 0,0 1-208 0,1-3-64 0,0-1 0 0,1-2 0 16,1-1 96-16,1-1 16 0,2-5 0 0,0 1 0 15,0-2-96-15,1-3-16 0,1 0 0 0,0-3 0 16,2-1-32-16,0-1-16 0,1 0 0 0,2-4 0 15,1-1-208-15,2-2 144 0,2 0-144 0,0-3 128 16,1 0-128-16,1-1 0 16,-1 1-192-16,0-2 192 0,0 3-288 0,-1 0 64 0,0 2 16 0,0-1 0 15,-2 2 208-15,-1 4 0 0,0 1 0 0,-2 3-144 16,-1 0 144-16,-2 4 0 0,1 1 0 0,0 0 0 16,-1 1 0-16,-1 4 0 0,-1-1 128 0,0 3-128 15,0-1 240-15,0 2-32 0,-1 1 0 0,-1 1 0 16,1-12-32-16,0 0-16 0,-3 38 0 0,1-26 0 0,-1 0-160 15,1-4 192-15,-1 0-192 0,0 1 192 0,1-3-192 16,-1 1 0-16,-1-5 0 0,1 1 128 0,1-1-128 0,-1-1 0 16,0 1 0-16,0-4 128 0,1 2-128 0,0-1 0 15,1-2 0-15,-1 0 128 0,2-2-128 0,1-1 0 16,1 0 0-16,1 0 0 0,1-3 0 0,2 0 0 16,0-1 0-16,2 0 0 0,0-3-320 0,1 0 64 0,2 0 16 15,0 0 0 1,1-1-288-16,-1 0-64 0,-1 2-16 0,0 0 0 0,0 3 240 0,-1 2 48 0,-1 0 16 0,-1 3 0 15,0 1 304-15,-2 0 0 16,1 3 0-16,-1 0 0 0,-2 3 320 0,1 1 64 0,0 2 0 0,-1 2 16 16,-2 0 240-16,0 2 32 15,-1-10 16-15,0 0 0 0,1 34-400 0,-3-24-80 0,0 2-16 16,-2 0 0-16,1-3-64 0,-1-1 0 0,1 2-128 16,-1 1 192-16,1-2-192 0,1-2 176 0,1 1-176 15,0-2 160-15,1-1-160 0,1-1 0 0,-1-1 0 0,2 0 0 16,1-1 0-16,0-1 0 0,1-1-176 0,0 0 176 31,1-1-1152-31,0-1-160 0,2 0-32 0,-1-1-15680 0</inkml:trace>
  <inkml:trace contextRef="#ctx0" brushRef="#br0" timeOffset="54315.43">9168 7361 8463 0,'5'-3'176'0,"-2"0"32"0,1 0 16 0,-3 1 32 0,0 1-256 0,0 1 0 0,0-2 0 0,2-1 0 15,1 1 2496-15,1-3 448 0,1-2 96 0,-2 3 16 0,2-3-1024 0,-1 2-208 16,-1-3-32-16,0 2-16 0,0 0-624 0,-1-2-112 0,-1 0-16 16,0 1-16-16,0 0-624 0,-2-3-112 15,-1 3-16-15,0 0-16 16,-2 0-112-16,0 2-128 0,-1 3 176 0,-2 0-176 0,0 2 256 0,-1 2-64 16,-1 0-16-16,-1 5 0 0,-1 0 80 0,-3 3 0 0,1 0 16 15,-1 4 0-15,0 2-272 16,1 4 0-16,2 0 128 0,0 2-128 0,2-5 0 15,0 2 128-15,2-3-128 0,1 1 0 0,5-17 432 0,-4 29-32 0,4-29 0 0,0 0 0 0,0 0 208 16,0 0 32-16,0 0 16 0,37 31 0 16,-27-32-352-16,0-4-80 15,1 0-16-15,1-2 0 0,1-4 16 0,0 1 0 16,0-2 0-16,0 0 0 0,0 0-224 0,-1-2 0 16,-3 2 0-16,1 0 0 0,-3 1-192 0,-1 1 0 0,-1-1 16 0,0 1 0 15,-2 1 48-15,-2 4 0 0,-1-3 0 16,0 4 0-16,0 1 128 0,-2 1 0 0,0 2 0 0,0 3 0 15,-1 1 0-15,0 1 0 0,0 3 0 0,-1 1 0 16,1 2 128-16,0 1 16 0,2 0 0 0,1-12 0 16,0 0 112-16,-2 40 0 0,2-40 16 15,0 0 0-15,0 0-16 0,12 43-16 0,-12-43 0 0,0 0 0 0,0 0-48 0,0 0-16 16,42 14 0-16,-30-16 0 16,0-3-176-16,1-2 0 0,1-3 0 0,0-1 0 15,1 1-768-15,0-4-192 0,1-1-48 16,-1-1-15680-16</inkml:trace>
  <inkml:trace contextRef="#ctx0" brushRef="#br0" timeOffset="54518.98">9555 7120 7359 0,'1'-18'320'0,"-1"6"80"0,0 1-400 0,0 4 0 15,0 4 0-15,0 1 0 0,0 0 2784 0,0-2 480 0,1-2 80 0,-1-2 32 16,0 0-288-16,0 4-48 16,0 3-16-16,0 1 0 0,-1 2-1280 0,0 1-256 0,0 4-48 0,-1 2-16 15,1 3-496-15,1-12-96 16,-5 33-32-16,5-33 0 0,-7 40-464 0,7-40-80 15,-6 48-32-15,1-22 0 0,1 2-80 0,-2 3-16 16,1 0 0-16,0 2 0 0,-1-4 0 0,2-1 0 16,0-2 0-16,4-26 0 0,-5 41-128 0,5-41 0 15,-1 31 0-15,1-31 0 0,0 0 0 0,0 0 0 16,0 0 0-16,0 0-176 16,0 0-848-16,0 0-192 0,0 0-16 0,0 0-15264 0</inkml:trace>
  <inkml:trace contextRef="#ctx0" brushRef="#br0" timeOffset="54848.5">9690 7201 10591 0,'4'-8'224'0,"-1"4"48"0,0 1 16 0,-2 0 32 0,-1 3-320 0,0 0 0 0,0 1 0 0,0 1 0 15,-1 0 3520-15,0-1 640 0,-1 3 128 0,-2 1 16 0,-1 1-1744 0,-1 2-336 16,0 1-80-16,-1 0-16 0,-1-1-1040 0,0-1-224 16,0 0-32-16,1-2-16 0,0 2-304 0,1-5-64 15,0 1-16-15,0 1 0 16,-1-1-256-16,0-1-48 0,-2-2-128 0,1 2 192 15,0 1-192-15,-2-1 0 0,2 3 0 0,1-3 0 16,0 3 0-16,2 0 0 0,1 0 0 0,0 2 0 16,2-1 0-16,0 2 128 0,1 1-128 0,1-2 192 0,0-7 64 0,0 0 0 15,0 0 0-15,0 0 0 0,0 0-48 0,22 40 0 16,-22-40 0-16,0 0 0 0,0 0-64 0,0 0-16 16,39 20 0-16,-29-18 0 0,0 0-128 0,0-2 0 15,1 1 144-15,0-1-144 0,2 0 0 0,-1 0 0 16,2-1 0-16,-1-1 0 15,1-2-432-15,0 1-96 0,-1 0-32 0,2-1-17216 16</inkml:trace>
  <inkml:trace contextRef="#ctx0" brushRef="#br0" timeOffset="55054.17">9955 7172 4607 0,'-3'2'400'0,"1"-2"-400"0,1 2 0 0,0-2 0 0,1 2 3072 0,0 1 512 15,-1-1 128-15,1 1 0 16,0 1 352-16,0 4 64 0,0-8 16 0,0 0 0 0,0 0-1968 0,0 0-384 16,0 0-64-16,22 37-32 0,-22-37-1120 15,0 0-208-15,0 0-48 0,0 0-16 0,32 12-304 0,-26-12 0 16,-1 0 0-16,0 0 0 16,-1 0-1216-16,-1 0-256 0</inkml:trace>
  <inkml:trace contextRef="#ctx0" brushRef="#br0" timeOffset="55201.53">9962 7347 6447 0,'-2'5'272'0,"1"-1"80"0,1-1-352 0,0 0 0 15,-1 1 0-15,0-3 0 0,0 2 2288 0,0 2 384 0,-2 4 80 0,-1 3 0 16,0 1 256-16,-2 1 64 0,1 0 0 16,-1-2 0-16,2-1-1024 15,1-1-208-15,0 0-48 0,1-3 0 0,1 0-1280 0,2-3-256 16,0-1-48-16,1-1-16 0,1-2-1344 0,3-4-288 15</inkml:trace>
  <inkml:trace contextRef="#ctx0" brushRef="#br0" timeOffset="55598.83">10090 7256 14735 0,'1'1'640'0,"-1"-1"160"0,0 0-640 0,-1 2-160 0,1-1 0 0,0 1 0 16,-1 1 2032-16,0 1 368 0,0 5 80 0,-1 1 16 15,-1 2 48-15,0 2 16 0,-1 2 0 0,1-2 0 0,-1 3-1136 0,0-3-208 16,2-2-64-16,-1 0 0 16,1-2-496-16,0 0-96 0,1-3-32 0,0-1 0 15,1-1-320-15,-1 0-64 0,1-3-16 0,0-2 0 0,0 0-128 0,0 0 0 16,-1-2 0-16,1-1 0 16,1-2 0-16,0-1 0 0,0 0 0 0,1-2 0 15,0-1 0-15,2-2 0 0,-1 1-160 0,2-1 160 16,-1-1-304-16,2-2 48 0,0 0 0 0,1-1 0 0,0 1 128 0,0 0 128 0,1 2-192 15,0-2 192-15,-1 4-128 0,1-1 128 16,-1 3 0-16,1 1 0 16,0 0 0-16,-1 3 0 0,2 1 0 0,-2 3 0 0,-1 0 0 15,1 0 0-15,-1 0 0 0,0 2 0 0,-6-2 192 16,0 0 0-16,0 0 0 0,0 0 0 16,0 0 64-16,31 38 0 0,-31-38 0 0,0 0 0 0,8 38-128 0,-8-38 0 15,0 0-128-15,-1 50 192 0,1-50-64 16,-7 33-128-16,4-16 176 0,-1-3-176 0,1-1 144 0,1-1-144 15,0-1 0-15,2-11 144 0,0 0-144 0,0 0 0 16,0 0 0-16,0 0 0 0,0 0-128 0,0 0-64 16,0 0-16-16,0 0-17584 0</inkml:trace>
  <inkml:trace contextRef="#ctx0" brushRef="#br0" timeOffset="56095.03">10330 7368 14735 0,'0'0'640'0,"0"0"160"0,0 2-640 0,0-2-160 0,0 0 0 0,0 0 0 16,0 0 1888-16,2 1 352 0,1-1 64 0,2 0 0 15,0 0 64-15,3-1 0 0,-1-1 0 0,1-2 0 0,2 1-1136 0,0-2-208 16,0-2-64-16,0 0 0 16,1-2-384-16,-2 2-64 0,0-3-32 0,-2 1 0 15,-1 0-288-15,-1 1-64 0,-1-2-128 0,-1 1 192 16,0 2-192-16,-2-1 128 0,-2 0-128 0,0 2 0 15,-1 2 160-15,-2-1-160 0,-1 0 160 0,-3 3-160 0,1 0 192 16,-1-1-48-16,-2 3-16 0,2 1 0 0,0 1 16 0,0 0 0 16,2 2 0-16,-1 1 0 0,3 0-144 0,0 2 0 15,0-1 0-15,1 1 0 0,2 1 0 0,0 0 0 16,1-8 0-16,0 0 0 0,0 0 0 0,2 42 128 16,-2-42-128-16,0 0 0 0,0 0 160 0,14 50-160 15,-14-50 192-15,0 0-192 0,17 52 240 0,-17-52-64 16,11 40-16-16,-11-40 0 0,9 41 32 0,-9-41 0 0,10 47 0 0,-10-47 0 15,8 53-192-15,-8-53 192 0,2 61-192 0,-2-61 192 16,-6 54-192-16,1-29 0 16,-3-2 144-16,0-1-144 0,-1-4 128 0,-1 1-128 15,-2-2 128-15,1-3-128 0,1 0 240 0,-1-2-32 16,-2 0 0-16,0 0 0 0,0-5-208 0,-1 0 144 0,-1-2-144 16,0-3 128-16,1-1-128 0,0-2 0 0,2-4 0 0,2 1 0 15,3-4 0-15,2-1 0 0,3-3 0 0,2-2 0 0,2-3 0 0,3-1 0 16,4-2 0-16,3-1 0 0,4-2 0 0,4-1-176 15,2-1 176-15,2 0-192 16,2 2-320-16,-1 1-80 0,0 2-16 0,0 2-11408 16,-1 1-2272-16</inkml:trace>
  <inkml:trace contextRef="#ctx0" brushRef="#br0" timeOffset="56822.21">11370 6998 9215 0,'2'-2'816'0,"0"0"-656"0,-1 2-160 0,-1 0 0 16,0-2 576-16,0 1 96 0,2 1 16 0,-1-4 0 0,1 1 16 0,0 1 0 16,-1 0 0-16,0 1 0 15,-1-1 0-15,-1 2 16 0,0 2 0 0,0-2 0 16,-1 0-208-16,1 0-64 0,-1 1 0 0,0 1 0 16,0-2-32-16,0 0-16 0,1 0 0 0,0 0 0 15,1 2 512-15,-1-2 112 0,1 0 0 0,0-4 16 0,0 3 192 0,0-1 48 16,0 2 0-16,1 0 0 0,-1 2 560 0,1-2 112 15,0-2 32-15,0 2 0 16,-1 0-1984-16,1 0-512 0,-1 0-32 0,0 0-16 0,0 2 560 0,0-2 0 0,1 1 192 16,-2-1-48-16,1 0-144 0,0 0 128 15,0 0-128-15,0 0 128 0,-1 0-128 0,1 0 0 0,0 0 144 0,0 0-144 16,0 0 128-16,1-1-128 0,-1 2 160 0,1-2-160 16,0 1 256-16,1-2-64 0,0 0 0 0,-1 1 0 15,2-1-192-15,0 2 128 16,1-2-128-16,0 2 0 0,1-2-352 0,-1 2-160 0,0 0-48 0,-1 0-14608 15</inkml:trace>
  <inkml:trace contextRef="#ctx0" brushRef="#br0" timeOffset="57171.47">11006 7298 11055 0,'-6'0'976'0,"2"0"-784"0,2 1-192 0,0 0 0 0,2-1 1088 16,0 0 160-16,0 2 32 0,-1-2 16 0,2 0 208 0,0 1 32 16,2 0 16-16,2-1 0 0,2-1-48 0,2 0-16 15,2-3 0-15,2 1 0 0,2 2-48 0,0-1-16 0,4 0 0 0,2 0 0 16,3 0-432-16,1 1-96 0,1 1 0 0,2 0-16 15,2 0-304-15,1 0-64 16,5 0-16-16,1 1 0 0,4 1-176 0,-1 0-16 0,-2-2-16 16,0 0 0-16,-4-2-288 15,0 0 0-15,-1-1 128 0,-1 0-128 0,0-1 0 0,-2-1 0 16,0-2 0-16,-2-1 0 0,-3 4-224 0,-3-3 0 16,-2 1 0-16,-6 2 0 15,-2-1-672-15,-2 1-144 0,-4 2-32 0,-3-1 0 0,-2 1-1648 16,-2-1-336-16</inkml:trace>
  <inkml:trace contextRef="#ctx0" brushRef="#br0" timeOffset="57430.64">11764 7086 15663 0,'0'-2'688'0,"0"0"144"0,1 2-656 0,-1 0-176 0,1 0 0 0,-1 2 0 16,1-2 2176-16,1 2 384 0,1 0 96 0,1 1 16 15,-4-3-112-15,0 0-32 0,0 0 0 0,32 23 0 16,-32-23-1152-16,0 0-224 0,33 18-64 0,-33-18 0 15,29 13-560-15,-29-13-112 0,34 10-32 0,-34-10 0 0,34 11-160 0,-34-11-32 0,29 12-16 0,-29-12 0 32,0 0-176-32,37 20 160 0,-37-20-160 0,0 0 160 15,0 0-160-15,0 0 0 0,0 0 0 0,0 0 128 16,24 40-128-16,-30-36 128 0,0 2-128 0,-5 0 128 16,0-1-128-16,-1 1 192 0,-2 0-192 0,-1 1 192 0,-2 0-192 15,-3 0 0-15,-1 0 0 0,-2-2 0 0,-2 3 0 16,-3-3-176-16,-3 1 16 0,-1 0-18064 15</inkml:trace>
  <inkml:trace contextRef="#ctx0" brushRef="#br0" timeOffset="57800.93">11120 7195 6911 0,'7'-12'144'0,"-1"5"48"0,-2 0 0 0,0 4 0 0,-2 0-192 0,-1 2 0 0,0 1 0 0,0-2 0 16,1-1 2688-16,0-1 512 0,0 1 112 0,-2 3 16 0,-2-2-976 15,-1 4-192-15,-3 0-48 0,-1 1 0 0,-4 4-848 0,-1 0-176 16,-1 2-48-16,-2 1 0 15,-1 2-320-15,-2 2-64 0,1 2-16 0,-2 2 0 16,0 5-256-16,2 0-48 0,2 1-16 0,3 0 0 16,2-4-64-16,2 0-32 0,3-1 0 0,5-19 0 15,-3 30 224-15,3-30 64 0,0 0 0 0,0 0 0 16,32 41-48-16,-32-41 0 0,37 8 0 0,-16-6 0 0,1-4-128 16,1-1-16-16,2-2-16 0,1-2 0 0,1-2-304 15,1-1 0-15,0-1-128 0,0 2-17200 0</inkml:trace>
  <inkml:trace contextRef="#ctx0" brushRef="#br0" timeOffset="59117.5">12607 7009 10127 0,'1'-3'896'0,"0"0"-704"0,0 0-192 0,-1 3 0 0,1-2 1440 16,-1 2 256-16,1-2 48 0,1-2 16 0,0-1 608 0,-1 2 112 15,-1 1 16-15,0 2 16 0,0 2-496 0,-2 3-96 16,-2 4-32-16,-1 3 0 0,1 5-800 0,-3 4-176 16,0 1-16-16,-1-1-16 0,2-2-448 0,-1 3-96 15,-2 3-16-15,0 1 0 0,0 0-96 0,-1-2-32 16,-1 2 0-16,0-2 0 0,1-1 0 0,1-3-16 16,-1-4 0-16,3-2 0 0,1-4 16 0,2-1 16 15,1-4 0-15,1-2 0 0,1-2-64 0,1-1-16 0,1-1 0 0,1-2 0 16,0 1-128-16,1-3 0 0,1-1 0 15,1-3 128-15,0 0-128 0,3-5 0 16,-1 0 144-16,2-1-144 0,-2 0 0 0,0 0 0 0,1-2 0 16,-2 1-128-16,2 1 128 0,-2-1-160 0,1-1 160 0,-2 0-160 15,0 2 160-15,1-3 0 0,0-3 0 16,0-3-128-16,1 1 128 0,-2 2 0 16,1 3 0-16,-1 2 0 0,-1 2 0 0,0 2 0 0,1 2 0 0,-2 6 0 15,0 1 0-15,1 1 0 0,-1 2 0 0,-1 0 0 0,0 3 0 16,1 1 0-16,-3-4 0 0,0 0 0 15,0 0 0-15,11 52 144 0,-11-52-144 0,5 40 160 16,-5-40-160-16,2 41 192 0,-2-41-192 0,2 40 192 0,-2-40-64 16,0 44 0-16,0-44 0 0,2 41 0 0,-2-41-128 0,0 0 128 15,4 43-128-15,-4-43 128 0,0 0-128 0,0 0 0 16,0 0 0-16,0 0 0 0,0 0 0 0,0 0 0 16,0 0 0-16,-6 22 0 0,6-25 0 0,0-1 0 15,0-2 0-15,0 0 0 0,0-4 0 0,2 0 0 16,1-1 0-16,1-1 0 15,0 2 0-15,2-6 0 0,1-1 0 0,2-2 0 0,1-1 0 0,-2-2 0 16,3 0 0-16,1-1 0 0,-1 0-208 16,2 0 16-16,2 5 16 0,-2 3 0 0,0 2 48 15,-1 6 0-15,-2 4 0 0,-2 3 0 0,0 2 128 0,-1 0 0 16,-2 3 0-16,-5-5 0 0,0 0 0 0,0 0 0 16,14 45 0-16,-14-45 0 0,2 38 0 0,-2-38 128 0,-2 40-128 0,2-40 128 15,-4 45 16-15,4-45 16 16,-6 45 0-16,6-45 0 0,-4 43 16 0,4-43 0 15,-2 39 0-15,2-39 0 0,0 0-176 0,3 44 0 0,-3-44 0 16,0 0 128-16,0 0-128 0,0 0 0 16,0 0 0-16,0 0 0 15,0 0-464-15,31 5-80 0,-24-12-16 0,1-3-16912 0</inkml:trace>
  <inkml:trace contextRef="#ctx0" brushRef="#br0" timeOffset="59503.44">13100 7107 4607 0,'3'-7'192'0,"-1"5"64"0,1 0-256 0,-1-1 0 0,0 3 0 0,-1-2 0 31,0 1 1984-31,0-1 368 0,3 0 64 0,1-3 16 0,0 0 112 0,-1 2 16 16,0 0 16-16,-1 1 0 16,-2 1-672-16,0 1-144 0,-1 0-32 0,-1 1 0 15,-1 4-544-15,-2 1-112 0,-1 1-32 0,0 1 0 16,-2 3-160-16,0 3-48 0,1-2 0 0,-1 5 0 15,-2-1-352-15,0 6-80 0,2-1-16 0,0-1 0 0,2 1-64 16,5-21-32-16,-3 40 0 0,3-40 0 0,0 0 32 16,11 40 0-16,-11-40 0 0,0 0 0 0,0 0-320 15,41 19 160-15,-27-22-160 0,3-1 128 0,0-4 32 0,4-1 0 16,0-3 0-16,1-2 0 0,0-3-160 0,-1 1 160 16,-3-1-160-16,-2 1 160 0,-2 2-160 0,-4 1 0 15,-3-1 0-15,-3 2 0 0,-3-2 0 0,-3 0 0 16,-4-2 0-16,-5 1 0 0,-4-2-192 0,-3 4 192 0,1 3-192 15,-3 1 192 1,-2 3-560-16,-1 3 16 0,0 4 0 0,1 2 0 0,2 4 160 0,5 0 48 0,3 0 0 0,1 0 0 16,3 3 192-16,0 1 144 0,3 1-192 0,3-1 192 31,2-11-1088-31,0 0-96 0,0 0-32 0,0 0-13664 0</inkml:trace>
  <inkml:trace contextRef="#ctx0" brushRef="#br0" timeOffset="60180.28">13499 7096 4607 0,'-1'-12'192'0,"1"4"64"0,0 4-256 0,0-1 0 0,0 2 0 0,0 1 0 15,1 0 2400-15,-1-3 432 0,2 0 96 0,0 1 16 0,0-1 320 0,-1 2 80 16,0 4 16-16,0 3 0 0,-2 3-1072 0,-1 3-224 15,2-10-32-15,-6 26-16 16,6-26-1152-16,-7 31-224 0,7-31-64 0,-12 45 0 0,5-21-208 16,-1 0-48-16,0 1-16 0,0-3 0 0,2 1 0 0,0-5 0 0,1 0 0 0,1-5 0 31,1-2-144-31,1-4-32 0,1-2 0 0,0-2 0 0,1-2-128 0,0-2 160 16,0 0-160-16,1-4 160 0,1 0 48 0,0 1 16 0,1-6 0 0,1 1 0 15,0-1-224-15,1-2 144 0,-1 1-144 0,1-3 128 16,0 0-128-16,0-1 0 15,2 0 0-15,-1-1 0 0,0 0 0 0,0-1 0 0,1-1 0 0,0 0 0 16,2-7 0-16,-1 3 0 0,1-4 0 16,1 2 0-16,0 1 0 0,0 4 0 0,-1 4 0 0,1 1 0 15,-1 7 0-15,-1-1 0 0,0 6 128 16,-1 1-128-16,0 1 0 0,-2 1 0 0,0 4 0 16,-5-5 128-16,0 0-128 0,0 0 0 0,23 38 0 0,-23-38 128 15,0 0-128-15,16 50 0 0,-16-50 0 0,9 45 128 16,-9-45-128-16,6 40 0 0,-6-40 0 0,9 43 128 15,-9-43-128-15,8 45 192 0,-8-45-192 0,10 38 192 16,-10-38-192-16,0 0 0 0,11 40 0 0,-11-40 0 16,0 0 0-16,0 0 0 0,0 0 128 0,0 0-128 15,0 0 0-15,0 0 160 0,8-1-160 0,-9-7 160 16,1-1-32-16,0-1 0 0,1-1 0 0,0-2 0 16,0-1-128-16,1 0 0 0,1-1 0 0,1-2 0 15,1 1 0-15,1-3 0 0,2-5 0 0,3-1 0 16,0-1 0-16,1-1 0 0,1 1 0 0,1 1 0 0,0 3 0 0,-2 5 0 15,0 3 0-15,-1 5 0 0,-1 3 0 16,-1 4 0-16,0 1 0 0,-1 4 0 0,-8-3-128 16,0 0 128-16,0 0 0 0,22 46 0 0,-22-46 0 15,0 0 0-15,7 57 0 0,-7-57 0 0,0 49 0 0,0-49 0 16,-4 50 0-16,4-50 0 0,-5 52 0 0,5-52 0 0,-3 48 0 16,3-48 0-16,-3 38 0 0,3-38 0 0,0 0 0 0,-2 35 0 15,2-29-288-15,-1-3-32 16,1 0-16-16,-1-3-18096 0</inkml:trace>
  <inkml:trace contextRef="#ctx0" brushRef="#br0" timeOffset="63618.94">15226 7143 1839 0,'1'0'160'16,"-1"0"-160"-16,0 0 0 0,1 0 0 0,-1-2 928 0,0 2 160 15,1-1 16-15,1 1 16 0,-1 0 336 16,1-2 64-16,0 0 16 0,0 0 0 0,1 0 0 0,-1 1 16 15,0-2 0-15,-1 1 0 0,0 2-384 0,0-2-80 16,0 2 0-16,-1-2-16 0,0 0-272 0,0 1-48 16,1-1-16-16,-2 0 0 0,1 1-272 0,0-2-48 15,0 0-16-15,0 0 0 0,0 0-80 0,0 0 0 16,-1 0-16-16,0-2 0 0,0 2-64 0,-2-1-16 0,1 1 0 0,-2-1 0 16,2 1-224-16,-3-1 176 0,0 1-176 0,0 0 160 15,-2 0-160-15,1 0 0 16,-1 0 0-16,0 1 0 0,1 0 0 0,0 2 0 0,-1 2 0 15,2 3 128-15,-2-1-128 0,1 1 128 16,0 0-128-16,1-1 128 0,-2 4-128 0,2-2 0 0,-1 2 0 0,1 1 128 16,1 1-128-16,-2 2 160 0,1 2-160 15,-2 0 160-15,2 0 128 0,-1 1 32 0,6-15 0 0,-7 28 0 16,7-28 64-16,0 0 0 0,-7 38 16 0,7-38 0 16,0 0-112-16,0 0-32 0,0 0 0 0,0 0 0 15,0 0 32-15,0 0 0 0,33 14 0 0,-23-21 0 0,1 0-48 16,1-3-16-16,2-2 0 0,-1 1 0 0,-1 2-480 0,0-1-112 15,-1-1-16-15,0 0 0 16,-1-1-656-16,-2 1-144 0,-1 4-32 16,-1-4 0-16,-2 0 192 0,-1 2 16 0,-1-1 16 0,-1 2 0 0,-1 2 608 15,-1 1 112-15,0 1 16 0,-2 1 16 0,2 3 432 16,-3 3 64-16,1-1 32 0,-1 5 0 16,0 0 416-16,0 3 64 0,0 2 32 0,1-1 0 0,3-11 80 15,0 0 16-15,-7 45 0 0,7-45 0 16,0 0-240-16,7 43-32 0,-7-43-16 0,0 0 0 0,0 0 48 0,36 32 16 15,-24-31 0-15,1-1 0 0,1-2-368 0,0-2-80 16,0-2-16-16,-1-1 0 0,1-1-384 0,0-2-80 16,-1 2 0-16,1-3-10112 15,0 1-2032-15</inkml:trace>
  <inkml:trace contextRef="#ctx0" brushRef="#br0" timeOffset="63928.29">15609 7032 2751 0,'1'-2'256'0,"0"1"-256"15,0 1 0-15,-1 0 0 0,1 0 1632 0,-1 0 288 16,0 1 48-16,1 1 16 0,-1-2 560 0,0 2 112 0,0 0 32 0,-2 1 0 16,-1 1-592-16,0-1-112 0,-3 1-32 0,0-1 0 15,1 2-704-15,-3-2-144 0,1 0-16 0,-1 2-16 16,-1 0-496-16,0 0-80 0,1 0-32 0,-1-3 0 0,3 2-112 0,-1-1-32 16,3 0 0-16,1 0 0 0,2-2 32 0,2 1 0 15,1 1 0-15,2-3 0 16,1 2-144-16,2 1-16 0,1-2-16 0,2 2 0 15,1 0 80-15,2 0 0 0,-13-3 16 0,29 11 0 0,-18-8-48 0,-11-3-16 16,0 0 0-16,40 16 0 0,-40-16 16 16,32 14 0-16,-32-14 0 15,29 14 0-15,-29-14-48 0,0 0-16 0,30 18 0 0,-30-18 0 16,0 0-160-16,0 0 192 0,0 0-192 0,0 0 192 0,0 0-192 16,-14 30 0-16,4-28 0 0,-2 0 0 15,-1-2 0-15,-2 0 0 0,-1 0-224 0,-1 0-11184 16,-1-2-2240-16</inkml:trace>
  <inkml:trace contextRef="#ctx0" brushRef="#br0" timeOffset="64592.28">16292 7111 12895 0,'-3'-4'576'0,"2"2"112"0,0-1-560 0,0 1-128 0,0 0 0 0,1 2 0 16,0-2 1680-16,0-1 304 0,1-2 64 0,-1-1 16 16,1 0 288-16,1 2 48 0,0 0 16 0,0 1 0 15,-1 2-896-15,0 1-176 0,0 3-48 0,-2 2 0 16,0-1-528-16,-1 6-96 0,-1 0-32 0,3-10 0 16,-8 28-256-16,2-14-64 0,1 0-16 0,-2 3 0 15,0 0-144-15,-1-1-32 0,0 1 0 0,1-1 0 16,1-1 0-16,1-5-128 0,3-1 192 0,0 0-64 0,2-4-128 15,1-3 0-15,1-1 0 0,2-2 128 0,3-1-128 16,0-3 0-16,3-4 0 0,1 0 0 0,2 1 0 0,2-4 0 16,2-1 0-16,0 0 0 15,-1-1-736-15,0 0-32 0,-3 2 0 0,0 0 0 16,-1 0-32-16,-1-1-16 0,1 0 0 0,0-1 0 0,-3 2 496 0,0 0 112 16,-1 0 16-16,0 5 0 0,-4 1 192 0,0 1 0 0,-1 2 0 15,0 3 0-15,-2 2 432 0,-1 1-32 16,0 1 0-16,-2 2 0 0,1 2 400 0,-2 2 80 0,-1 0 16 15,1 2 0-15,0-1-464 0,-1-1-96 0,4-10-16 16,-6 26 0-16,6-26-192 0,0 0-128 0,-5 37 160 0,5-37-160 16,0 0 128-16,0 0-128 0,0 0 0 0,0 0 144 15,0 0-144-15,0 0 0 16,33 29 0-16,-25-34 0 0,-1 1 160 0,1-3-160 0,1 0 192 16,1-2-192-16,-1-2 192 0,1 2-64 0,-2-2 0 15,-1 1-128-15,0 0 144 0,-1-2-144 0,1 0 0 0,-3-2 144 0,1 0-144 0,-2 1 0 16,0 0 0-16,-2-1 128 0,-1 2-128 15,0 0 0-15,0 2 0 0,0 3 0 0,-1 2-128 0,1 3-64 16,1 1-16-16,-1 1-11248 16,3 1-2240-16</inkml:trace>
  <inkml:trace contextRef="#ctx0" brushRef="#br0" timeOffset="64938.28">16651 7084 13823 0,'3'2'608'0,"-3"0"128"0,2-1-592 0,0 0-144 0,-1 0 0 0,1 1 0 0,1-1 2112 0,0 1 384 0,5-2 64 16,3 2 32-16,2-1-176 0,2-2-48 16,1-1 0-16,-1-1 0 0,-1 0-1088 0,0-1-240 0,3-1-32 0,0-3-16 15,-1 2-544-15,0-1-96 16,-2 0-32-16,-2 0 0 0,-2-1-320 0,-1 2 0 0,-3-2 0 0,-1 2 0 16,-3 0 0-16,-2 0 0 0,-2 0 0 0,-3 2-128 15,-2 0-64-15,-3 3 0 16,-3-3 0-16,-1 3 0 15,-1 2-320-15,-3 3-64 0,1-1 0 0,-1 3-16 0,0 2 336 16,0 1 80-16,-1 3 16 0,1-2 0 0,-1 2 160 0,3 1-160 0,1-1 160 0,3-2-160 16,3 2 320-16,1-3 64 15,2 1 16-15,2-3 0 0,3 0 592 0,2-1 112 0,-1-6 16 16,0 0 16-16,0 0-336 0,33 15-80 16,-19-15-16-16,1-2 0 0,-1 2-272 0,1-2-48 15,2 2-16-15,0-3 0 0,-1 3-208 0,-1-2 0 0,1 0 0 16,-1 4 0-1,0-2-1408-15,-1 2-192 0</inkml:trace>
  <inkml:trace contextRef="#ctx0" brushRef="#br0" timeOffset="69967.78">17384 7076 18431 0,'6'-3'1632'0,"-1"0"-1312"15,-3 2-320-15,0 0 0 16,-1 1 688-16,1 0 64 0,3-1 16 0,1-1 0 0,2 1 256 0,1 1 48 0,-2 3 16 0,-1 2 0 31,-6-5-448-31,0 0-64 0,0 0-32 0,0 0 0 16,0 0-256-16,13 42-48 0,-13-42-16 0,0 0 0 0,0 0-80 0,-7 38-16 15,7-38 0-15,-8 26 0 0,8-26 240 0,-11 24 32 16,3-10 16-16,1-2 0 0,0 0 32 0,-2-2 0 16,2-1 0-16,-2 0 0 0,2-3-192 0,1-2-48 15,2-2 0-15,0 1 0 0,2-3-208 0,1-3 0 16,2-1 128-16,2-4-128 0,1 2 0 0,0-4 0 16,3-2 0-16,0-1 0 0,3-2 0 0,0-1 0 15,-1 1 0-15,1 0 0 0,1-3 0 0,1 1 0 16,-2-2 0-16,0 3-160 0,0-1 160 0,0 0 0 15,1 3 0-15,-3 4 0 0,0 1 0 0,1 2 0 0,-1 0 0 0,0 4 0 16,1-1 160-16,-3 4-32 0,1-2-128 0,0 4 192 16,-1-2 352-16,2 2 64 0,-2 1 16 0,-6-3 0 15,0 0-400-15,0 0-80 0,0 0-16 0,28 37 0 16,-26-29-128-16,-2-8 0 0,0 0 0 0,0 0 0 16,2 41 0-16,-2-41 0 0,-7 27 0 0,7-27 0 15,-9 27 0-15,4-14 0 0,0-1 0 0,-2-2 0 16,2 0 0-16,-1-4 0 0,2 0 0 0,1-2 0 15,0-1 0-15,1 1 0 0,1-3 0 0,1-1 0 16,0-1-160-16,1 1-16 0,0-2 0 0,1-1-15312 16</inkml:trace>
  <inkml:trace contextRef="#ctx0" brushRef="#br0" timeOffset="70368.17">17673 7124 11055 0,'-3'0'480'0,"1"0"112"0,1 0-464 0,0 0-128 16,0 0 0-16,1 0 0 0,0 0 1520 0,-1 1 272 16,1 0 64-16,1-1 16 0,1 2 16 0,1-1 0 15,3 1 0-15,0-2 0 0,2 0-624 0,4 0-128 0,0-3-32 0,2 1 0 16,-1 0-208-16,2-3-32 0,0 0-16 0,0 1 0 16,0-3-560-16,-3 2-112 0,0 0-32 0,-3-2 0 15,0 0-144-15,-2 1 0 0,-1 0 0 0,-1-1 0 16,-2 2 0-16,-2-2 0 0,-1 2 0 0,-3-2 0 15,-1 0 0-15,0 2 0 0,-3-1 0 0,1 1 0 16,-3 2 0-16,0 1 0 0,0 2 0 0,-1 0 0 16,0 2 0-16,1 0 0 15,1 3 0-15,-2 0 0 0,0 2 0 0,0 2 128 0,0 3-128 0,0 0 0 16,0 2 176-16,2 0-48 0,1 1-128 0,1-1 192 16,0-1-48-16,2 1-16 0,4-14 0 15,0 0 0-15,-2 35 32 0,2-35 0 0,0 0 0 0,0 0 0 16,0 0 16-16,33 26 0 0,-19-26 0 0,1-3 0 15,0 1-176-15,1-2 128 0,-1-1-128 0,-1 1 128 16,1-2-128-16,-2 1 0 0,-1 1-160 0,-2 1 160 16,1-1-1760-16,-2 1-256 0,0 1-48 0,-1 0-11120 15</inkml:trace>
  <inkml:trace contextRef="#ctx0" brushRef="#br0" timeOffset="70733.19">17912 7141 6159 0,'-1'0'128'0,"0"0"16"0,0 0 16 0,1 0 32 0,0 2-192 0,0-2 0 15,-1 2 0-15,0-2 0 0,0 0 1792 0,1 3 320 16,0-3 64-16,0 2 16 0,3-2 0 0,1 0 0 0,1 0 0 0,1 0 0 16,2-2-560-16,2 0-112 0,1-3-32 0,2 1 0 15,2-2-576-15,0 1-112 0,1-2-32 0,0 0 0 16,0 0-512-16,-2 1-96 0,-3 0-32 0,-1 1 0 0,-2 1-128 0,-1-1 0 31,-2 0 0-31,-1 1 0 0,-2 1 0 0,-1-2 0 16,-2 1 0-16,-1-1 0 0,-1-1 0 0,-1 2 0 15,-2-3 0-15,0 3 0 0,-1-1 0 0,0 1 0 0,-2 1 0 16,0 1 0-16,0 2 0 0,0 0 128 0,-1 4-128 0,1-2 0 16,2 3 128-16,-2 1-128 0,2 0 128 0,-2 3-128 15,1 2 288-15,-1 0-32 16,1 3 0-16,0-2 0 0,3-3-16 0,-1 3-16 0,1-2 0 0,2 1 0 16,0-1-96-16,3-10-128 0,0 0 176 0,0 0-176 15,0 0 224-15,0 0-64 0,0 0-16 0,16 39 0 0,-11-38-16 0,2-1-128 16,1 0 192-16,0 0-64 0,2-2 0 0,-1 0 0 15,1-1 0-15,2-1 0 0,1 1-128 0,0-2 0 16,2 0 0 0,0 1 0-16,1 0-320 0,-1-1 0 0,0 2 0 0,1 1-9648 15,0-1-1920-15</inkml:trace>
  <inkml:trace contextRef="#ctx0" brushRef="#br0" timeOffset="71231.12">18258 7112 1839 0,'-1'-1'160'0,"0"0"-160"0,0 1 0 0,1 0 0 0,0 0 1424 0,0-2 256 16,1 1 48-16,1 1 16 0,0-4 608 0,2 1 112 16,0-1 32-16,3-3 0 0,-1 2-640 0,2-3-112 15,-2 2-16-15,1 0-16 0,-2-2-496 0,0 2-80 16,-2-1-32-16,0 2 0 0,-2-1-336 0,-2 1-80 16,0 2-16-16,-2 2 0 0,-2 0-64 0,-1 2-16 15,-2-1 0-15,-1 2 0 0,-1 3-176 0,-2 0-32 16,1-1-16-16,0 3 0 0,0 0-144 0,1 2-32 0,-1 1 0 15,1 0 0-15,1-1-192 0,1 0 144 0,0 2-144 0,1 0 128 16,1-1-128-16,2-1 0 0,0 2 0 16,1-1 0-16,3-10 224 0,0 0-32 0,0 0-16 0,0 0 0 15,0 0 0-15,0 0 0 16,0 0 0-16,29 33 0 0,-21-33-176 0,1-3 0 0,2-1 144 0,0-3-144 16,0 0 0-16,1 0 0 15,-1-2 0-15,2-1 0 0,0-1 0 0,1-2 0 0,-2 0 0 0,0 0 0 16,-1-1 0-16,-1 0-128 0,-1 0 128 0,-2 1-192 31,0 0-352-31,-2-2-80 0,1 0-16 0,-2-5 0 0,-1 2 192 0,1-2 48 0,-1-2 0 0,1-4 0 0,-1 1 400 16,0-1 0-16,2-1 0 0,-1-1 0 15,3 4 0-15,-1 4 176 0,-2 6-176 0,0 5 192 0,0 4 320 0,-3 4 64 16,0 4 0-16,-1 5 16 0,0-8 16 16,0 0 0-16,-7 49 0 0,7-49 0 0,-12 59-224 0,4-23-32 15,0 1-16-15,0 0 0 0,-1-2-208 0,3-2-128 16,1-2 160-16,5-31-160 0,-5 55 128 0,5-55-128 0,2 42 0 0,-2-42 0 15,0 0 0 1,13 50 0-16,-13-50 0 0,0 0 0 0,0 0-160 0,0 0 160 0,27 34-128 16,-20-34-16512-16</inkml:trace>
  <inkml:trace contextRef="#ctx0" brushRef="#br0" timeOffset="72031.58">19214 6989 13823 0,'6'-5'608'0,"-4"3"128"0,0-1-592 0,0 1-144 0,-1-1 0 0,-1 3 0 16,1-2 1328 0,-1-2 224-16,1-1 48 0,-1 0 16 0,-1-2-144 0,0 0-48 0,-2 2 0 15,-1-1 0-15,-1 3-528 0,-1 1-128 0,-2 2 0 0,0 2-16 32,-1 2-176-32,-3 1-16 0,1 0-16 0,-2 2 0 15,-2 2-224-15,0 3-32 0,-2 0-16 0,0 4 0 16,2 4-64-16,1-2-16 0,-3 4 0 0,4-3 0 15,1 1 160-15,1 1 32 0,2-1 0 0,9-20 0 16,-9 36 160-16,9-36 32 0,0 0 16 0,0 0 0 16,17 50-400-16,-17-50-192 0,0 0 160 0,35 10-160 15,-18-10 0-15,0-1 0 0,4-4 0 0,-1-1 0 0,2-4 0 16,0 1 0-16,0-1 0 0,1 1 0 16,0-3-1056-16,0 1-304 15,-3 0-64-15,0 2-16 0,2-3-864 0,-4 3-160 0,-1-3-32 16,-4 2-16-16,-2-1-16 0,-2 3 0 0,-2-1 0 0,-2 1 0 15,-2 2 1184-15,-2-1 224 0,-1 3 48 0,-2 0 16 0,0 0 1232 16,-1 3 240-16,-1-1 48 0,0 2 16 0,1-1 352 0,0 0 64 16,0 1 0-16,0 1 16 0,1-1-80 0,1 1 0 15,-1 1-16-15,0 1 0 0,1 0 272 0,-1 1 48 0,0 1 16 0,0 0 0 16,1 1 272-16,1-6 64 0,0 0 16 16,0 0 0-16,0 0-208 0,0 0-32 15,3 41-16-15,-3-41 0 0,0 0-416 0,0 0-96 0,0 0-16 0,32 14 0 16,-21-16 80-16,0 0 16 0,2-1 0 15,-1-1 0-15,0 1-96 0,2-3-16 0,3 0 0 0,2-3 0 16,2 1-320-16,-2-1-64 0,1-2 0 0,-2 2-16 16,-1-2-304-16,-2 2 128 0,-2 0-128 0,-3 1 0 15,-1-1 0-15,-2 2 0 0,-4-1 0 0,-2-1 0 16,-2 2 0-16,-1-1 0 0,-4 0 0 0,-2 2 0 0,-3 2 0 16,-1-1 0-16,-2 3 0 0,-1 1 0 0,-1 4 0 15,-1 0 0-15,1 1 0 0,-3 4 0 0,0 1 0 16,1 2-144-16,1 1 144 0,1 2-128 0,2 1 128 0,-1-1 0 15,2 3 0-15,3-3-128 0,1 0 128 0,9-14 0 16,-8 24 0-16,8-24 0 0,0 0 0 0,0 0 0 16,0 0 0-16,0 0 0 15,26 35 0-15,-14-32 0 0,1-3 0 0,2-2 0 0,0 0 0 16,2-1 0-16,-1 0 0 0,-1-1 0 16,0 1-208-16,-2-1 32 0,0 1 16 0,-1 2-16800 0</inkml:trace>
  <inkml:trace contextRef="#ctx0" brushRef="#br0" timeOffset="72683.96">19734 7046 17503 0,'-5'2'768'0,"2"0"176"0,1-1-752 0,0 1-192 0,1-2 0 0,1 0 0 16,0 2 1536-16,0-2 256 0,0 3 64 0,0-1 16 0,1-2-240 0,1 1-48 15,2 0-16-15,0-2 0 0,0 0-464 0,2 1-80 16,0-2-32-16,1-1 0 0,-1 1-560 0,1-1-112 0,0 0-32 16,2-1 0-16,-2 0-288 15,2 1 128-15,0-1-128 0,-1-2 0 16,1 3 256-16,1-2-48 0,1 0-16 0,0 1 0 16,-1-2 192-16,1 1 16 0,1-1 16 0,1 0 0 15,0 2-144-15,1-3-16 0,1 2-16 0,-1-2 0 0,1 2-240 0,-2 0 176 16,-1-2-176-16,0 3 160 0,-2-1-160 0,-1 1 0 0,-1 1 0 15,-2 0 128-15,0 1-128 0,-3-1 0 0,1 3 0 0,-1 0 0 16,-1 0 0-16,0 0 0 16,-1 1 0-16,0 1 0 0,0 0 0 0,-1 1 0 15,1 1 0-15,-1-1 0 0,1 1 0 0,-1 1 0 16,0-5 0-16,0 0 0 0,0 0 0 0,-4 40 0 16,4-40 0-16,0 0 0 0,-11 41 160 0,11-41-160 15,-12 33 192-15,12-33-192 0,-14 34 160 0,14-34-160 16,-14 31 128-16,14-31-128 0,-13 28 128 0,13-28-128 15,-13 25 128-15,8-15-128 0,0-3 128 0,1-1-128 0,1-3 0 0,0 0 128 16,0-3 0-16,2 0-128 0,0-3 192 0,1-1-64 0,1-3 64 16,1 0 16-16,2-3 0 0,1-3 0 15,3-2-16-15,1-1 0 0,2-2 0 0,2 0 0 16,2-2-192-16,2-3 128 0,1 0-128 0,2 1 0 16,-1-2 0-16,2 0 0 0,0-4 0 0,1 2 0 15,-1 2-224-15,-1 3-96 0,1 2 0 0,-4 3-16 16,-2 6-1472-16,-3 2-304 0</inkml:trace>
  <inkml:trace contextRef="#ctx0" brushRef="#br0" timeOffset="73114.14">19448 7124 12895 0,'0'-2'576'0,"0"2"112"0,0-2-560 16,0 1-128-16,0 1 0 0,0 0 0 15,0 0 1440-15,0 0 256 0,1 0 48 0,1 0 16 0,-1 0 704 0,1 0 144 16,2 1 16-16,0 1 16 16,0 0-704-16,3-2-144 0,0 0-16 0,3 0-16 15,2 0-544-15,2-2-128 0,1 2 0 0,3-3-16 0,2 1-560 0,2 0-96 16,1-1-32-16,-2 2 0 15,1 0-384-15,-3-1 0 0,0 1 0 0,-1 1-17840 0</inkml:trace>
  <inkml:trace contextRef="#ctx0" brushRef="#br0" timeOffset="73722.92">20536 6796 13823 0,'2'-6'1216'0,"-2"3"-960"0,1-1-256 0,0 1 0 0,-1 3 320 0,0 0 32 16,1-1 0-16,0 0 0 0,1-1 1712 0,0 1 352 15,1-1 64-15,-1 2 16 0,-1-2-512 0,1 4-112 16,-2-1-16-16,-1 4 0 0,-1 1-704 0,-1 3-128 16,3-9-48-16,-12 26 0 0,3-9-576 0,-2 2-112 15,-2 3-32-15,-2 2 0 0,0 2-256 0,-3 0 0 16,0 0 0-16,2-1 0 0,0-1 0 0,3-5 0 16,3 0 0-16,10-19 0 0,-10 26 0 0,10-26 0 15,0 0 0-15,0 0 0 0,0 0 0 0,0 0 0 0,39 26-160 0,-24-28 160 16,4-3 0-16,-1 0 0 0,2-3 192 0,-1-1-64 15,1 0-128-15,-3 0 160 0,1-1-160 0,-3 1 160 16,-2-1-2112 0,-3 2-416-16,-2 0-96 0,-4 1-10880 0</inkml:trace>
  <inkml:trace contextRef="#ctx0" brushRef="#br0" timeOffset="73933.72">20401 6966 1839 0,'-24'-1'0'0,"12"-1"160"0,0 2-160 0,3 0 0 0,3 2 0 0,2-2 0 0,0 0 1856 0,-4 3 352 16,-3-1 64-16,-3 0 16 15,0 3 656-15,2-3 128 0,4 3 16 0,2-3 16 0,3 1-720 0,3-1-144 16,1-1-16-16,2 1-16 0,4-2-624 16,1-2-128-16,3 1-32 0,3-1 0 0,3-1-432 15,3-1-96-15,4-1 0 0,1-1-16 16,2-3-416-16,0 0-80 0,2 1 0 0,-2-1-16 16,-2 0-240-16,0 0-128 0,0-1 160 0,-1 3-160 15,-2 0-272-15,0 0-160 0,-3 0-16 0,-2 2-16 16,-2 2-2352-16,-3 0-448 15</inkml:trace>
  <inkml:trace contextRef="#ctx0" brushRef="#br0" timeOffset="74599.64">20709 6918 5519 0,'1'0'240'0,"-1"0"64"0,1 0-304 0,0 0 0 0,0 0 0 0,0-2 0 16,1 2 1904-16,0-1 320 0,3-1 64 0,2-1 16 16,2-1-64-16,1-1-16 15,0 0 0-15,-1 1 0 0,0-1-880 0,-2 0-160 16,1 0-32-16,-4 0-16 0,1 1-560 0,-2-1-96 15,-1 0-32-15,-1 1 0 0,-2 1 32 0,-1-1 0 0,-1 1 0 0,-1 1 0 16,-1 0 112-16,-1-1 32 16,-1 3 0-16,0 1 0 0,-1 1-240 0,0 2-32 0,-3-1-16 15,2 4 0-15,-1 0-144 0,0 0-48 0,-1 3 0 0,-1 2 0 16,1 0 0-16,0 1 0 0,0-1 0 16,-1 2 0-16,1 1-144 0,0-3 0 0,0 0 144 0,3-1-144 0,2-1 128 15,0-1-128 1,3-2 128-16,2 0-128 0,1-2 208 0,3-2-16 0,1-1-16 0,1-2 0 15,3-2 64-15,1-1 16 0,1 0 0 0,1-1 0 0,1-1 240 16,1 0 48-16,2-2 16 0,1-1 0 16,0 0-432-16,-1-1-128 0,0 1 0 0,-2-1 0 15,-1 0 0-15,-2 1 0 0,-1-1 0 0,-2 2 0 16,0-3 0-16,-2 3 0 0,-2 2 0 0,0 1 0 0,0-1 0 0,-3 2 0 16,0 3 0-16,-1-1 0 15,-1 2 128-15,0-1-128 0,-1 3 0 0,1 2 0 0,-2-2 0 16,1 3 0-16,-1 1 0 0,1 0 0 0,0 0 0 15,-1 3 0-15,4-10 0 0,0 0 0 0,0 0 160 0,-3 38-160 16,3-38 128-16,0 0-128 0,0 0 176 0,0 0-48 16,22 38-128-16,-22-38 192 0,0 0-32 0,29 10-16 15,-17-8 0-15,0-4 0 0,-1 1 96 0,2-2 16 16,0 0 0-16,2-2 0 0,0-1-256 0,2-2 144 16,0 1-144-16,-1-1 128 0,-1-1-128 0,0 1 0 15,-1-2 0-15,-2 1 0 0,-1 0 0 0,-1 1 0 16,-3-1 0-16,0 0 0 0,1-1 0 0,-2 0 0 0,0-1 0 15,-2 2 0-15,0 1 0 0,-2 2 0 0,1 1 0 16,-3 2 0-16,1 1 0 0,-2 2 0 0,0 0 0 16,0 2 0-16,0 0 0 0,-1 1 0 0,-1 4 0 15,1-2 0-15,-2 3 0 0,4-8 0 16,-8 20 0-16,3-8 0 0,5-12 0 0,-9 26 0 16,9-26 0-16,0 0 0 0,-9 36 0 0,9-36 0 0,0 0 0 0,0 0 0 15,-1 42 0-15,1-42 0 0,0 0 0 0,0 0 0 16,0 0 0-16,0 0 0 0,0 0 0 0,0 0 0 15,0 0 0-15,0 0 0 0,29 18 0 0,-24-24 0 16,-2 1-1520-16,1-2-272 16,0 0-64-16,-1 0-14144 0</inkml:trace>
  <inkml:trace contextRef="#ctx0" brushRef="#br0" timeOffset="74764.81">21069 6749 911 0,'1'-14'0'0,"-1"7"0"0,1 0 0 0,0 2 0 0,-1 3 2608 16,1 0 432-16,0 1 96 0,0-1 0 15,1 0 208-15,2 1 48 0,0 1 0 0,0 1 0 0,1 3-768 0,-5-4-128 16,0 0-48-16,0 0 0 0,0 0-1312 0,20 39-272 0,-20-39-48 0,0 0-16 16,0 0-640-16,0 0-160 15,17 47 0-15,-17-47 0 16,0 0-256-16,0 0-64 0</inkml:trace>
  <inkml:trace contextRef="#ctx0" brushRef="#br0" timeOffset="75178.22">21264 6817 5519 0,'2'0'240'0,"-1"0"64"0,-1 1-304 15,1-1 0-15,0 0 0 0,-1 0 0 0,1 2 2160 0,-1-1 368 0,1 3 80 0,-1-4 16 0,0 0-16 0,0 0 0 16,0 0 0 0,4 43 0-16,-4-43-1264 0,0 0-240 0,-6 42-48 15,6-42-16-15,0 0-368 0,-11 46-80 0,11-46-16 16,0 0 0-16,-11 40-160 0,11-40-32 0,0 0-16 0,0 0 0 15,-11 27-240-15,9-24-128 0,1-2 160 0,0-1-160 0,0-1 368 0,1-2-32 16,1 0 0-16,0-4 0 16,2 2 48-16,0-5 0 0,1 1 0 0,1-1 0 0,1-1-384 15,-1-1 0-15,2-2 0 0,0 0 128 16,1-1-128-16,1 0 0 0,-1 1 0 0,1 0 0 0,1 0 144 16,0 0-144-16,0 0 192 0,0-1-192 0,1 2 400 0,-1 3-16 15,-1 2-16-15,-1 4 0 16,2-1 32-16,0 2 16 0,0 3 0 0,-1 0 0 15,0 1-288-15,-9-1-128 0,0 0 0 0,0 0 128 0,31 23-128 16,-31-23 0-16,0 0 0 0,0 0 0 0,14 46 0 0,-14-46 0 16,0 0 0-16,-3 44 0 0,3-44 0 0,0 0 0 15,-11 44 0-15,11-44 0 0,0 0 0 0,-14 34 0 0,10-25 0 16,1-1 0-16,-1-1 0 0,2-2 0 0,-1-2 0 0,2-1 0 16,1-1 0-16,0-1 0 0,0 0 0 15,1-1 0-15,2-1-976 16,0-1-80-16,2 1-16 0,-1-3-14608 0</inkml:trace>
  <inkml:trace contextRef="#ctx0" brushRef="#br0" timeOffset="75446.47">21670 6700 12895 0,'8'-12'576'0,"-3"4"112"0,0 4-560 0,-3-1-128 32,0 2 0-32,-1 1 0 0,0 2 1984 0,1-1 384 15,1 0 64-15,-1-1 0 0,-1 4-384 0,0 2-96 0,-2 2-16 0,1-6 0 0,0 0-736 0,-11 37-160 0,11-37-16 0,-14 36-16 31,14-36-576-31,-15 41-112 0,15-41-32 0,-17 44 0 16,17-44 48-16,-16 41 16 0,16-41 0 0,-11 42 0 16,11-42-208-16,-7 36-144 0,7-36 192 0,0 0-192 15,0 0 0-15,-1 45 0 0,3-41 0 0,0 0 0 16,2 0 0-16,1-3 0 0,1-1 0 0,1-3 0 16,1-2 0-16,0 0 0 0,2-2 0 0,-2 0 0 15,-1-1-608-15,0-1-80 16,-1 0-16-16,0-2 0 0,-2 0-1408 0,-2-1-304 15,-2 1-48-15,0 1-16 0,-2-2-496 0,-3 3-96 16</inkml:trace>
  <inkml:trace contextRef="#ctx0" brushRef="#br0" timeOffset="75649.24">21526 6866 1839 0,'-17'7'0'0,"9"-3"160"0,4-3-160 0,2 1 0 16,2-2 0-16,-1 0 0 0,0 0 1536 0,-1 1 288 16,0 0 48-16,3-1 16 0,2 0 1088 0,2 0 224 15,4-2 32-15,1-1 16 0,3-2 64 0,2 2 16 16,1-3 0-16,0 1 0 0,1 1-1296 0,-1-3-256 15,1 2-48-15,1-2-16 0,0 2-1056 0,0-2-208 16,1 2-32-16,-2-2-16 0,1 2-400 0,-1-2 0 16,-1 2 0-16,-2 1 0 0,0-1 0 0,-2 0-224 15,0 3 32-15,-1-3 0 16,0 2-1696-16,-3 1-336 0,0 0-64 16,-2-3-16-16,-1 3-1632 0,-1-1-336 0</inkml:trace>
  <inkml:trace contextRef="#ctx0" brushRef="#br0" timeOffset="76129.99">21864 6741 2751 0,'-10'0'128'0,"9"0"16"0,1 0-144 0,0 0 0 0,0 0 0 0,-1 0 0 15,0 0 1152-15,0 1 208 0,0-1 48 0,0 0 0 0,1 2 896 0,0-2 176 16,0 3 32-16,1-1 16 0,1 1-80 0,-1 1-16 16,-1-4 0-16,0 0 0 0,0 0-704 0,0 0-128 15,6 49-48-15,-6-49 0 16,0 0-784-16,6 46-176 0,-6-46-16 0,0 0-16 0,14 47 0 0,-14-47 0 16,0 0 0-16,0 0 0 0,30 43-272 15,-30-43-48-15,0 0-16 0,28 13 0 16,-19-11-224-16,1-2 0 0,0-3 0 0,-1-1 0 0,0 1 0 15,1-4 0-15,0 0 0 0,-1-5 0 0,0 2 0 0,-2-2-128 16,0-2-16-16,0 0 0 16,-2 0-688-16,-1 0-128 0,1 0-16 0,-2-1-16 15,-1 1 432-15,1-3 96 0,0 1 16 0,-1 0 0 0,1 2 448 0,-3 2 0 16,2 3 0-16,-1 0 0 0,0 5 336 0,-1-1 64 0,0 5 16 0,-1 0 0 16,-1 3 272-16,1 1 48 0,1-4 16 15,0 0 0-15,0 0-272 0,-14 38-48 0,14-38-16 16,-11 36 0-16,11-36-192 0,-13 47-32 15,13-47-16-15,-17 62 0 0,6-26-16 0,-2 3 0 0,0 4 0 0,-2 2 0 16,0-1 0-16,0 2 0 16,-1 0 0-16,1-2 0 0,1 0-32 0,0-2-128 15,1-6 192-15,1-6-64 0,12-30 0 0,-20 50 0 0,20-50 0 16,-17 38 0-16,17-38 240 0,-16 28 32 0,8-18 16 0,-1 0 0 16,3-6-224-16,-1-2-64 0,1-2 0 15,-1-3 0-15,2-3 64 0,0-3 16 0,1-3 0 0,2-2 0 16,3-1 48-16,3-6 16 0,3-1 0 0,3-4 0 0,2 0-80 0,4-6-32 15,4-4 0-15,3-4 0 16,5-3-160-16,3-1 0 0,2 1 0 0,2 2 0 16,-1 8-416-16,-1 0 32 0,2 6 16 0,-2 4 0 15,-3 8-320 1,-1 3-64-16,-2 5-16 0,-2 0-16992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10-23T17:04:57.712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8094 8641 911 0,'0'0'0'0,"0"0"0"16,0 0 0-16,0 0 0 0,0 0 592 0,0 0 48 15,0 0 0-15,0-2 0 0,0 2 224 0,0 0 48 0,1-2 16 0,-1 1 0 16,1 1-160-16,-1-2-16 16,1 1-16-16,-1 0 0 0,1 1-128 0,-1-2-32 15,1 0 0-15,0 1 0 0,-1-1-128 0,1 1-16 16,0-1-16-16,0 2 0 0,-1-2-144 0,1 2-16 15,0-2-16-15,0 0 0 0,0 1-64 0,-1-1-16 16,1-1 0-16,0 3 0 0,1-2 32 0,-1 0 0 0,0 2 0 16,0-3 0-16,1 1-192 0,-1-1 160 15,0 1-160-15,0 0 160 0,0 0-160 0,1-1 0 16,1 1 0-16,-1-1 0 0,1-1 0 0,-1 1 0 16,2-1 0-16,-1 1 128 0,0-1 16 0,0-1 0 0,0 2 0 0,1-1 0 15,0 1-16-15,0-2-128 0,1 1 192 0,0-3-64 0,-1 4 96 0,2-3 16 16,-2 0 0-16,1 2 0 15,-1-1 48-15,0-1 16 0,0 1 0 0,0 1 0 16,0 0-96-16,0-1-16 0,1 0 0 0,-1 2 0 0,-1-1 0 16,1-1 0-16,1 1 0 0,-2-1 0 15,1 0 48-15,0 1 0 0,0-1 0 0,0-1 0 16,1 1-240-16,-3-1 176 0,2 2-176 0,0-1 160 0,0-2-160 16,-1 2 0-16,2-2 0 0,-1 2 0 15,0-2 0-15,0 2 0 0,0-2 0 0,0 1 0 16,2-1 0-16,-1-1 0 0,-1 3 128 0,1-2-128 15,-1 1 0-15,1 0 0 0,0-1 144 0,-2 3-144 0,0-1 0 16,1 2 0-16,0-2 0 0,-1 0 128 0,1 1-128 0,0-3 0 16,0 2 0-16,0 0 0 0,1 0 0 0,-1 1 0 15,0-1 0-15,0 0 0 0,0-1 0 0,2-2 128 16,0 2-128-16,-1-2 0 0,1 1 0 0,-1 0 128 16,2-1-128-16,-2 0 0 0,1 1 0 0,0-1 128 15,0 1-128-15,0-1 0 0,-2 0 0 0,2 2 0 0,-2 0 0 0,1 0 0 16,-1 0 128-16,0 0-128 15,0 0 128-15,0 1-128 0,-1-1 192 0,1 0-48 16,0 0 0-16,0 0 0 0,0-1 112 0,0 0 0 0,1 0 16 16,-1-1 0-16,0 2 48 0,1-4 16 0,1 3 0 15,0-2 0-15,-1-1-112 0,1 3-32 0,-1-2 0 16,1 0 0-16,-1 1-48 0,0-1-16 0,1 3 0 16,-2-2 0-16,1 2-128 0,-1-1 192 0,0 0-192 0,1 2 192 15,-1 0-48-15,-2 1 0 0,2 0 0 0,-1 1 0 16,0-2-16-16,-1 3-128 0,1-3 192 0,0 0-64 15,-1 3 32-15,1-3 0 0,-1 1 0 0,2 1 0 16,-1-2-160-16,1 0 160 0,0-1-160 0,1 0 160 16,0 0-160-16,0-2 160 0,1 4-160 0,-2-3 160 15,2 2-160-15,-1 0 128 0,0 0-128 0,0 1 128 16,-2 1-128-16,2-2 192 0,-1 2-192 0,-1-1 192 16,0 2 0-16,0-3 16 0,-1 3 0 0,0-3 0 15,1 3 48-15,-2-3 16 0,0 3 0 0,1-1 0 16,0-1-96-16,0 1-32 0,0 1 0 0,0-3 0 15,-1 0-144-15,2 1 160 0,0-1-160 0,0 0 160 0,1 0-160 16,0-2 0-16,0 3 0 0,0-2 0 0,-1 2 128 16,0-1-128-16,1 0 0 0,-1 2 128 0,-1-2-128 0,1 1 0 15,0 1 0-15,0 0 128 0,-1 0-128 0,0-1 0 16,0 1 0-16,-1 1 0 0,1 0 0 0,-1-1 128 16,0 1-128-16,0 1 0 0,0-1 0 0,0 0 0 15,-1 2 0-15,0-2 0 0,1 0 0 0,-1 1 0 16,1 1 0-16,0 0 0 0,0-2 0 0,0 1 0 15,0 0 0-15,0 0 0 0,0 1 0 0,0-2-144 0,1 2 144 16,0-2-160 0,-1 0-688-16,0 1-144 0,1-1-32 0,0 2-11824 0</inkml:trace>
  <inkml:trace contextRef="#ctx0" brushRef="#br0" timeOffset="2817.98">8782 7724 4607 0,'-1'0'400'0,"0"0"-400"0,-1 0 0 0,2 0 0 15,0 0 512-15,0 0 32 0,-1 0 0 0,-1 0 0 16,1 0 304-16,-1 0 64 0,1 0 16 0,0 0 0 15,1 1-176-15,0-1-48 0,0 0 0 0,0 0 0 0,0 1-208 16,1-1-48-16,-1 2-16 0,2-2 0 0,-1 0 0 0,0 0 0 16,1 0 0-16,0 0 0 15,1 0 32-15,-1 0 16 0,0-2 0 0,0 2 0 16,1 0 16-16,0 0 0 0,0-1 0 0,0 1 0 0,1-1-112 16,-1 1-32-16,0 0 0 0,1-3 0 15,0 2 48-15,0 0 16 0,-1-1 0 0,1 1 0 0,-1 1 32 0,0-2 16 16,1 2 0-16,-1-1 0 0,1 0-48 0,-2 1-16 15,1-2 0-15,1 2 0 0,-1-2 0 0,0 2 0 16,0-1 0-16,1 1 0 0,0-2-160 0,-1 2-48 16,2 0 0-16,-1 0 0 0,-1 2-192 0,2-2 144 15,-1 0-144-15,-1 0 128 0,0 0-128 0,1 1 0 16,0-1 0-16,-1 0 0 0,1 0 0 0,0 0 0 0,-1-1 128 16,1 1-128-16,0 0 0 0,0-2 192 0,0 2-192 0,0-2 192 15,0 1 48-15,-1-1 16 0,2 1 0 0,-1 0 0 16,-1 1 0-16,1-2 16 0,1 1 0 0,-1 1 0 15,0-2-80-15,1 2-32 0,-1 0 0 0,0 0 0 16,1 0-160-16,-2 0 128 0,2 0-128 0,-1 0 128 16,0 0-128-16,1 2 0 0,0-1 0 0,-2 1 128 15,2-1-128-15,0 0 0 0,0 1 0 0,0-2 0 16,0 1 0-16,-1 1 0 0,1-2 0 0,-1 0 0 0,1 2 0 0,-1-2 128 16,1-2-128-16,0 2 0 15,1 0 160-15,-2 0-160 0,2 0 192 0,-1-2-192 0,2 1 352 16,-2 1-32-16,1-2-16 0,0 1 0 15,0 0 64-15,0 1 16 0,-2-2 0 0,2 2 0 0,-2 0-144 16,2 0-32-16,0 2 0 0,-1-2 0 0,1 0-208 16,-2 0 176-16,2 0-176 0,-1 1 160 0,1-1-160 0,0 1 0 15,0-1 0-15,1 0 128 0,-2 0-128 16,1 0 0-16,0 0 144 0,0 0-144 0,0-1 0 0,1 0 144 16,-1 1-144-16,1-2 0 0,0 1 160 0,1-1-160 15,-2 0 128-15,0 1-128 0,-1-1 128 0,1 2-128 16,0-2 128-16,1 0-128 0,-2 0 128 0,1 1-128 15,-1 1 128-15,1-2-128 0,0 2 176 0,-1-1-48 0,-1 0-128 0,0 1 192 16,1 0-192-16,0 0 144 0,0 0-144 0,0 1 128 16,0-1-128-16,-1 0 0 15,1 0 144-15,-1 0-144 0,1 0 0 0,0 0 0 16,-1 0 0-16,1 0 128 0,1 0-128 0,-2 0 0 16,1-1 0-16,0 1 0 0,-1 0 0 0,1 0 0 0,0-1 0 15,0 1 128-15,1 0-128 0,-2-2 0 16,1 2 0-16,0 0 0 0,1-2 0 0,0 2 0 0,-1 0 0 15,1-2 128-15,-2 1-128 0,2 1 0 16,-2 0 0-16,2 0 128 0,-1 0-128 0,-1 0 144 0,1 1-144 0,-1 1 160 16,0 0-32-1,1-2-128-15,0 0 192 0,-1 2-64 0,0-2-128 0,1 2 128 16,-1-1-128-16,1 1 128 0,-1-1-128 16,1 1 0-16,0 0 0 0,0-1 128 0,0 0-128 0,0-1 0 0,-1 2 0 0,2-2 0 0,-2 0 0 0,1 0 0 0,1 1 0 0,-2-2 0 31,1 1 0-31,0 0 0 0,0 0 128 0,1 0-128 0,-2 0 0 0,1 0 0 0,0 0 0 0,-1 0 128 15,1 0-128-15,-1 0 0 0,1 0 0 0,0 1 128 32,-1-1-128-32,1 0 128 0,0 0-128 0,-1 0 128 0,0 2-128 0,1-2 0 15,-1 0 144-15,1 0-144 16,0 0 0-16,-1 0 128 0,1 0-128 0,0 0 0 16,0 0 0-16,0 0 0 0,-1-2 0 0,1 2 128 0,-1-1-128 15,0 1 0-15,2 0 0 0,-1-2 128 0,-1 1-128 16,1 0 0-16,-1 1 0 0,0-2 0 0,2 2 0 15,-3 0 0-15,1 0 0 0,0 0 128 0,0 0-128 16,-1 0 0-16,1 0 0 0,0 0 0 16,-1 0 0-16,2 0 0 0,-2 2 0 0,0-2 0 15,2 0 0-15,-1 1 0 0,0-1 0 0,0 1 0 0,1-1 0 0,-1-1 0 16,1 0 0-16,0 1 0 0,-1 0 0 0,2-2 0 16,-1 2 0-16,-1-2 0 0,1 1 0 0,-1 1 0 0,1 0 0 0,0-2 128 15,-1 2 64-15,1 0 32 0,1 2 0 0,-2-2 0 16,1 1-96-16,0 1 0 0,1 0-128 0,-1-1 192 15,0 0-192-15,0 1 0 0,0 1 0 0,0-1 0 16,1-2 0-16,-2 1 128 0,2 1-128 0,-2-2 0 16,2 1 0-16,-1-1 0 0,0 0 0 0,0 0 0 15,-1-1 0-15,1-1 0 16,0 1 0-16,-2 1 0 0,1-2 0 0,-1 2 0 0,2-2 0 0,-2 1 0 16,1 1 0-16,-1 0 0 0,1 0 0 0,-1 0 0 15,1 0 0-15,-1 0 0 0,-1 3 0 0,0-1-18000 16</inkml:trace>
  <inkml:trace contextRef="#ctx0" brushRef="#br0" timeOffset="5536.34">10077 7684 4031 0,'-1'0'352'0,"0"0"-352"0,1 0 0 0,0 0 0 0,0 0 272 0,0 0-16 16,-1 0 0-16,1 0 32 0,0 0 240 0,0 0 48 0,0-3 16 0,0 3 48 15,0-3 64-15,0 1 32 16,0 2 0-16,0-2 32 0,0 2-32 0,0-2 0 0,0 2 0 0,0-3 32 16,0 3-128-16,0 0-32 15,0 0 0-15,0-2 32 0,1 2-256 0,0 0-64 16,1-2-16-16,0 1 16 0,1-1-192 0,-1 0-128 16,0-2 160-16,2 1-32 0,-1 0 48 0,1-1 16 0,-1-1 0 15,1-1 32-15,1 2 48 0,-1-3 16 16,1 1 0-16,0 0 32 0,-2-1-80 0,2 0-16 0,0 2 0 15,-2-2 32-15,2 1 64 0,-1 0 32 16,0-1 0-16,1 0 32 0,-1 3-128 0,-1-2-16 0,1 2-16 16,-1-1 32-16,0 0-64 0,-1 1 0 0,2 1 0 15,-2-2 0-15,1 1-192 0,0 0 0 0,-2-1 128 0,2 0-128 16,1 0 0-16,-1-1 0 0,0 0 0 16,1 1 0-16,0-2 0 0,0 0 0 0,-1 0 0 15,1 1 0-15,1-2 0 0,-1 3 0 0,0-4 0 16,1 4 0-16,-2-2 0 0,1 2 0 0,0-2 0 0,-2 0-160 0,2 2 160 15,-1-2 0-15,0 2 0 0,0-2 0 16,-1 2 0-16,1 0 0 0,0 1 0 0,-1-1 0 0,0 0 0 0,-1 1 0 16,0 1 0-16,1-2 0 0,1 1 0 15,-1-3 0-15,1 2 0 0,-1 0 128 0,0-1-128 0,1 0 0 16,0-1 0-16,0 1 0 16,0 2 0-16,0-2 0 0,1-1 0 0,-1 2 0 0,0-2 0 15,0 3-128-15,0-1 128 0,0-1 0 0,-1 2 0 0,1-1 0 16,0 0 0-16,0 0 0 0,-1 0 0 0,0 1 0 15,1-1 0-15,-1 0 0 0,0 1 256 0,1-1 0 16,-1 0-16-16,0-1 0 0,0 0 32 16,1 2 16-16,0-3 0 0,0 2 0 0,-1-3-144 15,1 4-16-15,0-1-128 0,0 0 192 0,0 1-192 16,0-4 176-16,1 4-176 0,-1-3 160 0,0 2-160 0,1-2 128 16,0 2-128-16,-1 0 128 0,-1-2-128 0,1 3 0 15,-1-1 0-15,0 0 128 0,-1 1 0 0,0-1 0 16,1 1 0-16,-1-1 0 0,1 1 48 0,0 0 0 15,0-1 0-15,0 1 0 0,0 1 0 0,0-2 0 16,0 0 0-16,0 1 0 0,1 0-32 0,0-1 0 16,0 2 0-16,-1-2 0 0,1 0-144 0,0 1 128 0,-1-1-128 0,1 2 128 15,-1-1 0-15,1 0-128 0,0-1 192 0,0 2-64 16,-1-1-128-16,0 1 128 0,-1 0-128 0,1 1 128 16,-1 0-128-16,1 0 0 0,-1-1 144 0,0 0-144 15,1 1 128-15,-2 0-128 0,1 0 160 0,0 0-160 16,1 1 0-16,0-1 128 0,0 0-128 0,0 1 0 15,0-1 0-15,0 0 0 0,0-1 0 0,1 1 0 16,-1-1 0-16,1 0 0 0,-1 2 0 0,-1-3 0 16,0 3 0-16,1-3 128 0,-1 3-128 0,0-1 0 15,-1 2 128-15,0 0-128 0,1 0 0 0,-2 0 0 0,1 0 0 0,-2 0 0 16,1 3 0-16,-1 2-12640 16</inkml:trace>
  <inkml:trace contextRef="#ctx0" brushRef="#br0" timeOffset="9095.95">10559 6932 3503 0,'-1'0'320'0,"0"-2"-320"0,0 2 0 0,0 0 0 0,1 0 0 0,0 0 0 16,0 0 480-16,0-2 64 15,-1 1 16-15,1-1 0 0,-1 0 208 0,1 1 64 16,-1-1 0-16,1 0 0 0,0 2-16 0,0-3 0 16,-1 3 0-16,1 0 0 0,0 0-96 0,0 0-16 15,0 0 0-15,0 0 0 0,0 0-272 0,0 0-64 16,1 0-16-16,-1 0 0 0,2 0-96 0,-1 0 0 15,1 0-16-15,-1 0 0 0,1 0 272 0,-1 0 64 16,1-2 16-16,1 2 48 0,0 0-64 0,1 0 0 16,0 0 0-16,0 0 0 0,0 2-112 0,-1-2-16 0,2 0-16 0,-1 0 0 0,0 1-176 0,1 1-16 15,-1-2-16-15,0 2 0 16,0-2-32-16,0 0 0 0,-1 0 0 0,1 0 0 0,1 0-16 0,-2 0-16 31,1 0 0-31,0 0 0 0,0 0 80 0,-1 2 16 0,0-2 0 0,1 0 32 16,-1 0 0-16,1 0 0 0,0 1 0 0,0 1 0 15,-1-2-32-15,1 0-16 0,1 2 0 0,-2-2 0 16,2 0-112-16,-1 0-128 0,0 1 176 0,1-1-176 16,1 0 176-16,-2-1-176 0,1 2 160 0,0-2-160 15,0 1 144-15,0 0-144 0,-1 1 128 0,0 1-128 0,1-2 128 16,-2 2-128-16,2-2 0 0,-1 0 128 0,0 1 64 16,-1-1 0-16,1 1 0 0,0-1 0 0,0 0 32 15,0 0 16-15,1 2 0 0,-2-2 0 0,1 0 768 0,1 0 144 16,0 1 48-16,0-1 0 0,-1 2-944 0,1 0-256 15,2-2 0-15,-3 0 128 0,1 0-128 0,0-2 0 16,0 4 0-16,1-2 0 0,-1 1 0 0,2-1 0 16,-2 2 128-16,1-2-128 15,-1 0-784-15,2 0-192 0,-2 0-48 0,1 1 0 0,0-1 864 0,-1 0 160 16,1 0 0-16,-1 0 0 0,2 0 128 0,-1 0-128 0,0 0 0 0,0 0 128 16,1-1-128-16,-1 1 160 0,1 0-160 0,-1-2 160 15,1 1 752-15,-1 1 160 0,1 0 16 0,-1 0 16 16,0 0-784-16,-1 0-176 0,1 0-16 0,-1 0-128 31,0 0-624-31,0 1-224 0,0 1-48 0,1-2-16 0,-1 0 768 0,1 0 144 0,0 1 0 16,0-1 0-16,0 0 128 0,-1-1-128 0,2 1 0 0,-1 0 128 15,1-2-128-15,-2 2 0 0,2-1 0 0,-2 1 128 16,2 0-128-16,-2 0 0 0,1 0 0 16,-1 0 128-16,-1 0-128 0,2 0 0 0,0 1 0 0,0-1 0 15,0 2 0-15,0-2 160 0,-2 0-160 0,1 0 160 0,1 0-160 0,-1-2 160 16,2 1-160-16,-2-1 160 0,2 2-160 0,-2-3 192 15,1 3-192-15,-1-2 192 0,1 1-192 0,0 0 128 16,-1-1-128-16,1 2 128 0,-1-2-128 16,1 1 128-16,-1-1-128 0,-1 2 128 0,2-2-128 0,-1 1 0 15,0-1 144-15,0 2-144 0,1-2 176 0,-1 2-48 16,0-2 0-16,0 1 0 0,0 1 96 0,-1 0 16 16,2 0 0-16,-2 0 0 0,2-2-112 0,-1 2-128 15,0 0 176-15,1 0-176 0,-1-2 128 0,1 1-128 0,-1 1 0 0,1-2 0 16,0 2 128-16,-1-1-128 0,1 0 0 0,0 1 0 15,-1 0 128-15,0-2-128 0,2 2 0 0,-2-2 0 16,1 1 128-16,0 1-128 16,0 0 0-16,0 0 0 0,-1 0 0 0,1 0 0 15,-1-2 128-15,1 1-128 0,-1 1 0 0,2 0 0 0,-2 0 128 0,2 0-128 16,-1 0 0-16,-2 0 160 0,2 0-160 0,-1 0 128 0,1 0-128 16,-1-2 0-1,1 2 144-15,0 0-144 0,0 0 0 0,0 0 128 0,-1 0-128 0,1-1 0 16,-1 1 0-16,1-1 128 15,0 1-128-15,0 0 0 0,0 0 0 0,0 0 144 0,0 0-144 0,0 0 0 16,1 0 144-16,-1-2-144 0,0 2 0 0,2 0 144 0,-2 0-144 16,1-2 0-16,0 1 0 0,0-1 128 0,0 2-128 0,0-2 0 31,0 2 0-31,0-1 128 0,-1 1-128 0,2-2 0 0,-1 1 144 0,0 0-144 0,1 1 192 16,-2-2-48-16,2 1 0 0,-1 1 0 0,0 0-16 0,-1 0 0 0,1 0 0 0,-1 0 0 15,1 0-128-15,-1 0 128 16,1 0-128-16,0 0 128 0,-1 0-128 0,1 0 0 0,-1 0 0 0,1-2 0 15,-1 2 0-15,0 0 0 0,0-2 128 16,0 1-128 0,1 1 0-16,-2 0 160 0,2-2-160 0,-2 2 160 0,0 0-32 0,0-1-128 15,1 0 192-15,0 1-64 16,-2 0-128-16,1 0 0 0,-1-2 144 0,2 2-144 16,-1 0 0-16,-1 0 0 0,1-2 0 0,-1 2 128 15,-1 0-128-15,0 0 0 0,1 0 0 0,0 0 0 16,-2 0 0-16,1 0 0 0,0 0 0 0,0 0 0 0,-1 2 0 15,0-2 0-15,0 2 0 0,-1 0-17824 16</inkml:trace>
  <inkml:trace contextRef="#ctx0" brushRef="#br0" timeOffset="12762.66">11958 6870 1839 0,'0'-1'160'0,"0"1"-160"15,-1 0 0-15,1 0 0 0,1 0 576 0,-1 0 64 0,0 0 32 0,0 0 0 16,-1 0-16-16,1 0 0 0,-1 1 0 0,0-1 0 16,0 0-112-16,0 0-32 0,1 2 0 15,0-2 0-15,-1 1-32 0,1-1-16 0,-1 2 0 0,1-4 0 0,-1 2-96 16,1-1-32-16,0 1 0 0,0-2 0 0,1 2-80 0,0-2-32 16,0 0 0-16,0-1 0 0,0-1-64 0,0 1-16 15,1-2 0-15,1 0 0 0,-1 2-16 0,0 0-128 16,0-3 192-16,0 3-64 15,0 0 48-15,0-2 0 0,1 0 0 0,-1 0 0 16,1-2 48-16,0 3 16 0,0-4 0 0,1 1 0 16,0-2 32-16,0-1 16 15,1-1 0-15,1 1 0 0,-1 1-288 0,-1-1 128 0,1-2-128 16,0 2 0 0,-2 1 0-16,1 0 0 15,0-1 0-15,-2 3 0 16,2-2 144-16,-1-1-16 0,1 1-128 0,-2 0 192 0,2 1 176 0,-1-2 16 15,1-1 16-15,-1 1 0 0,2-1-80 0,-1 1-32 0,0-2 0 16,1 2 0-16,-1 1-80 0,-1 0-16 0,1-1 0 0,1 1 0 0,-2-1-64 0,0 1-128 0,1 1 176 16,-1-1-176-16,0 2 176 0,0 0-176 15,1-2 160-15,0 0-160 0,-2 0 224 0,1 3-48 0,-1-2-16 0,1-1 0 0,1 0-160 0,0-2 192 0,0 0-192 0,0 1 192 16,0-1 16 0,0-1 16-16,1 0 0 0,-2 1 0 15,0 1 32-15,1-1 16 31,-1 0 0-15,0-1 0-16,2 1-64 0,-1-1-16 16,0 0 0-16,0 1 0 0,1 1-192 0,-2-2 0 0,1 0 0 0,0-1 0 0,0 2 0 0,0-1 128 0,0 3-128 0,0 0 0 0,-1-1 0 0,1-2 0 0,-1 2 0 0,0-1 0 0,0 1 0 0,1-1 0 0,-1-3 0 0,0 2 0 15,0 3 0-15,0-2 0 0,1-1 0 0,0-2 0 16,0 0 0-16,1 2 0 0,-2 0 0 0,1 0 0 0,0 1 0 16,0 1 0-16,0-2 0 0,1 1 0 15,-2 1 0-15,2 0 0 0,0-4 0 0,0 2 0 0,1-2 0 16,-1 0 0-16,0-2 0 0,0 2 0 0,-1-1 0 0,1 1 0 15,-1 2 0-15,0 0 0 0,2-4 0 16,-1 1 0-16,1 1 0 0,1-3 0 0,-1 3 0 0,1-3 0 16,-1 2 0-16,1 0 0 0,1-1 0 15,-1 1-128-15,1-2 128 0,-2 3 0 0,2 1 0 0,-1 0 0 16,0 0 0-16,0 0 0 16,0-1 0-16,1 0 0 0,-2-1 0 0,3-2 0 0,-2 1 0 15,1 0 0-15,-1 1 0 0,-1 3 0 0,0-2 0 16,0 2 0-16,2-4 0 0,-2 2 0 0,0 2 0 0,-1-1 0 15,3-1 0-15,-2 0 0 0,0 2 0 0,0-2 0 16,1 0 0-16,-1 2 0 0,1-2 0 0,0 0 0 16,0 2 0-16,-2 0 0 0,2-1 0 0,-2 0 0 0,1 1 0 0,0 0 0 15,0 0 0-15,1 1 0 16,-3 1 0-16,2-1 0 0,-1 1 0 0,2-2 0 16,-3 4 0-16,4-3 0 0,-3 1 0 0,2-1 0 0,-2-3 0 0,1 4 0 0,-1 0 0 15,-1-1 0-15,1 3 0 0,0-1 0 16,-2-1 0-16,1 3 0 0,0-2 0 0,-1 1 0 0,-1 4 0 0,1-1 176 15,-1 0-176-15,0 1 160 16,0 1-32-16,-1-1-128 0,0 3 192 0,-1-1-64 16,1 2-128-16,0 0 0 0,-1 0 0 0,1 2-10704 15</inkml:trace>
  <inkml:trace contextRef="#ctx0" brushRef="#br0" timeOffset="15652.99">12657 5135 911 0,'0'-1'0'0,"0"-1"0"16,1 1 0-16,-1 0 0 0,1 1 640 0,-1-2 32 15,1 2 16-15,0-3 0 0,1 1 576 0,1-1 112 0,-1-1 32 0,2-3 0 16,0 2-384-16,-1 0-80 0,0 0-16 0,0 1 0 15,-1-1-336-15,1 0-64 16,0 1-16-16,-1-2 0 0,1 0 112 0,1 1 16 0,-2-2 0 16,1 0 0-16,0 2-144 0,-1-2-32 15,2 2 0-15,-1-2 0 0,-1 0 48 0,1-1 0 0,0 2 0 0,1-1 0 0,-2 2-80 0,1-2-16 32,1 2 0-32,-1 0 0 0,-1-2-32 0,2 2 0 0,-1-2 0 0,1 1 0 15,-1-1-96-15,1 1-32 0,1-2 0 16,-2-1 0-16,2 1-256 0,0 0 0 0,-2-1 128 0,1 1-128 15,1 1 128-15,-2-2-128 0,2 2 192 0,-1-1-192 16,0-1 256-16,0 2-64 0,1-3-16 0,-2 3 0 0,2-1 80 0,-1 0 32 16,0 1 0-16,0-1 0 0,0 0-64 0,1 1-16 15,-2-1 0-15,1-1 0 16,1 1-208-16,-2-1 0 0,1 0 0 0,0 0 0 0,-2 0 128 16,2 0-128-16,1-2 0 0,-1 1 144 0,0 0 48 0,0-1 0 15,1 2 0-15,-2 1 0 16,1-1-192-16,0 1 160 0,0-1-160 0,1-1 160 0,0 1-32 0,-1 0-128 0,1 0 192 15,-1-2-64-15,0 4-128 0,0 0 160 16,0 0-160-16,0-2 160 0,0-1 80 0,0 0 16 16,-1 1 0-16,2-3 0 0,-1 3-16 15,-1-1 0-15,2 1 0 0,-1-1 0 0,-1 1-112 0,1-1-128 16,1 1 176-16,-1 0-176 0,0 0 160 16,1 1-160-16,-1-1 128 0,0 1-128 0,0 1 960 0,1-2 96 15,-2 1 32-15,2-1 0 0,-1 2-800 0,-1-2-160 16,2 2-128-16,-2-1 192 0,0 1-192 0,0 0 128 15,-1 0-128-15,0 1 128 16,1 0-896-16,-1-1-176 0,0 0-32 0,1 0-16 0,-1-1 800 0,0-1 192 16,0 4 0-16,0-2 0 0,0 0 0 0,0 0 0 0,1 2 160 0,-1-2-160 15,0 0 192-15,0 2-64 0,0-2 0 0,1 1 0 16,-1-1-128-16,1 1 0 0,-1-1 0 0,1 2 128 16,0-3-128-16,0 0 0 0,0 3 0 0,-1-2 0 15,1 1 0-15,-1 0 0 0,0 1 0 0,1-1 0 16,-1 0 0-16,-1 2 0 0,0-3 0 0,1 2 128 15,0 0-128-15,-1 0 0 0,1-1 0 0,0 1 0 16,-1 0 0-16,0 0 128 0,1-1-128 0,0-2 0 0,0 1 128 16,1-1-128-16,0 2 0 0,-2 0 128 15,2 2-128-15,1-3 160 0,-1 0-160 0,-1 0 160 0,1 2-160 16,0 0 160-16,0-2-160 0,-1 2 160 16,1 0-160-16,-1 2 0 0,-1 0 0 0,1-3 128 15,-1 3-128-15,0 0 0 0,0 0 144 0,0-2-144 16,0 3 0-16,-1-2 144 0,0 1-144 0,1 0 0 15,-1 1 128-15,1 1-128 0,-1 0 0 0,0-1 0 16,0 2 0-16,0 0 128 0,0 0-128 0,0 0 0 0,0 0 128 16,0 2-128-16,0-2 0 0,-1 1 0 0,1 0 0 0,0 1 0 15,1 1 0-15,-1 0 0 0,0 0-224 0,1 0-48 16</inkml:trace>
  <inkml:trace contextRef="#ctx0" brushRef="#br0" timeOffset="17832.31">13186 3926 3967 0,'-2'0'0'16,"1"0"0"-16,0 0 0 0,0 0 0 16,1 0 256-16,0 2 160 0,-1-2 32 0,0 0 32 15,-1 1 272-15,1-1 48 0,-1 0 16 0,1 0 32 16,0 0-64-16,1-1-16 0,1 1 0 0,0 0 32 0,1 0-32 0,0 0 0 16,-1 0 0-16,2-2 48 0,1 2-128 0,0 0-32 15,0-2 0-15,0 1 48 16,2 1 16-16,-1 0 16 0,0 0 0 0,0 0 32 0,1-2-192 0,-1 2-32 15,0 0-16-15,2-2 32 0,-3 1-176 0,2 1-16 16,-1-2-16-16,1 2 32 16,0-2 128-16,-1 2 0 0,1-2 16 0,-1 1 48 0,2-1-160 15,-2 0-32-15,2 1 0 0,-1 1 32 0,0-2-144 0,-1 2-16 16,2 0-16-16,-2 0 32 0,0 2-96 0,1-2-32 16,-2 0 0-16,2 0 48 0,-1 0-192 0,0 1 192 0,2-1-192 0,-2 0 208 15,1 2-208-15,-2-2 0 0,3 0 128 0,-2 0-128 16,1 0 0-16,-1 0 0 0,2 0 128 15,-1 0-128-15,0 0 0 0,0 2 144 16,-1-2-144-16,0 0 128 0,0 0 0 0,0 0-128 0,1 1 192 0,-1-2-64 16,0 1 0-16,0 0 0 0,1 0 0 0,-1 0 0 15,2 0 64-15,-1-2 16 16,0 2 0-16,1 0 0 0,1 0-64 0,-2 0-16 0,1 0 0 16,-2 2 0-16,2-2-128 0,-1 0 160 0,0 1-160 15,0 1 160-15,0-2-160 0,0 2 0 0,0-2 0 0,0 2 0 16,0-1 0-16,2 1 0 0,-2-2 0 0,1 2 0 0,-1-1 0 0,0 1 0 15,1-2 0-15,0 2 0 16,1-1 0-16,-2 0 0 0,1 1 0 0,0-1 0 16,1 1 0-16,-2 0 0 0,2-2 0 0,-1 1 128 0,1-1-128 15,0 2 0-15,-1-2 0 0,1 0 0 0,-1 0 0 16,0 0 0-16,2 0 0 0,-1 0 128 0,0 0-128 16,0 0 0-16,0 0 0 0,0 0 0 0,-1 0 880 0,0 0 144 15,1 1 16-15,-2 0 16 16,2-1-1648-16,-1 2-336 0,1-2-64 0,-1 0-16 0,1 0 816 15,1 0 192-15,-1 0 0 0,0 0 0 0,2-2 0 0,-1 1 0 16,1-2 0-16,-1 0 0 0,2 0 0 0,-1 0 0 16,0 0 0-16,-1 0 0 0,2 1 0 0,-2-3 0 0,1 3 0 0,-1-1 0 15,2 1 0-15,-3-1 0 16,0 3 0-16,0-2 0 0,0 2 0 0,-1-1 0 0,0 1 0 0,0-1 0 16,1 1 0-16,-1 0 0 15,1-2 0-15,-1 2 0 0,0 0 128 0,1-3-128 16,-1 3 0-16,1-2 0 0,-1 1 144 0,0-1-144 0,2 1 0 0,-1 0 144 15,1-1-144-15,-1 0 128 0,1 1-128 16,-1-1 128-16,1 2-128 0,-2-2 0 16,2 1 144-16,-3 1-144 0,1 0 128 0,0 0-128 15,0 0 160-15,-2 0-160 0,2 0 0 0,-2 0 128 16,1 0-128-16,-1 1 0 0,2-1 0 0,-2 0 0 0,1 2 0 0,-1-2 0 0,1 0 0 16,0 0 0-1,1-2 0-15,-1 2 0 0,1-1 0 0,0 1 0 0,0-2 128 16,0 2-128-16,1 0 0 0,-2 0 0 0,3-1 0 0,-2 1 0 15,-1-1 0-15,2 1 0 0,-2 1 0 0,1 0 0 16,0-1 0-16,0 0 0 0,-2 0 0 16,2 2 0-16,-1-2 0 0,0 1 0 0,0-1 0 0,0 2 0 15,0-2 0-15,-1 0 0 0,1 2 0 0,-1-2 0 16,2 0 0-16,-1 0 0 0,1 0 0 0,-2 0 0 16,2 1 0-16,-2-2 0 0,1 1 0 0,-1 0 0 15,1-2 0-15,0 2 0 0,0-2 0 0,1 1 0 16,-1 1 0-16,1-2 0 0,0 1 0 0,-1 0 0 15,2 1 0-15,-1-3 0 0,1 1 0 0,-2 0 0 16,1 1 928-16,-1-1 96 0,2 2 0 0,-2-2 16 16,1 2-1648-16,-1-2-336 0,1-1-64 15,0 3-16-15,-1-2 832 0,0-1 192 0,1 3 0 0,-1-2 0 0,1 2 0 0,0-2 0 16,-1 2 0-16,1-2 0 0,-1 1 0 0,1 1 0 16,-2-2 0-16,1 2 0 0,0 0 160 0,-1-2-160 15,2 2 128-15,-2-1-128 0,2 1 0 0,-1 0 0 16,1 0 0-16,-2 0 0 0,1 0 128 0,-2 0-128 15,1 0 0-15,0 0 128 0,-1 0-128 0,1 0 0 16,0 0 0-16,-1 0 128 0,2 0-128 16,-1 0 0-16,1 0 0 0,0 0 128 0,-2-2 16 0,1 2 0 0,-1 0 0 15,2 0 0-15,-1-1 48 0,-1 0 16 16,3 1 0-16,-2 0 0 0,2-2-208 0,-1 2 176 16,1 0-176-16,-1-2 160 0,-1 2-160 0,1 0 0 15,0 0 0-15,1 0 128 0,-1 0-128 0,0 0 0 0,-1 2 0 0,0-2 0 16,-1 0 0-16,1 0 0 0,0 2 128 0,-1-2-128 15,1 0 0-15,0 0 0 0,-2 0 0 0,2 0 128 16,-1 0-128-16,-1 0 0 0,1 0 0 0,0 0 0 16,0 0 0-16,0-2 0 0,1 2 0 15,-1 0 0-15,0 0 0 0,0 0 0 0,0-2 0 0,0 2 0 0,0 0 0 0,0 0 0 16,-1 0 0-16,0-1 0 16,0 1 0-16,0 0 0 0,-1 0 0 0,1 0 0 0,-1 0 0 0,1-2 0 15,-1 2 0-15,0-1 0 0,0 1 0 0,0 0 0 16,0 0 0-16,-1 0 0 0,1 0 0 0,0 0 0 15,0 0 0-15,-1 0 0 0,2 0 0 16,-1 0 0-16,0 0 0 0,1 1 0 0,-1-1 0 0,-1 0 0 16,2 0 0-16,-1 0 0 0,1 2 0 15,-1-2 0-15,0 0 0 0,0 0 0 16,1 0 0-16,0 0 0 0,0-2 0 0,-1 2 0 0,1 0 0 0,0-1 0 0,1 1 0 0,-2 0 0 16,1 0 0-16,0-2 0 0,1 2 0 0,-1 0 0 15,0 0 0-15,0 0 0 0,1 0 128 16,-1 0-128-16,0 0 0 0,0 2 0 15,0-2 0-15,0 0 0 0,-1 1 0 0,2 1 0 0,-1-2 0 0,-1 1 0 16,0 1 0-16,1-2 0 0,0 2 128 0,0-2-128 16,0 1 0-16,-2 0 0 0,2-1 0 0,0 2 0 15,0-2 0-15,0 0 0 0,-2 1 0 0,2 1 0 16,-1-2 0-16,0 0 128 0,0 2-128 0,1-2 0 16,-2 0 0-16,2 0 0 0,0 1 0 0,-1-1 0 15,1 2 0-15,-1-2 0 0,1 0 0 0,0 0 0 16,0 0 0-16,0 0 0 0,-2-2 128 0,2 2-128 0,-1 0 160 0,0-1 0 15,1 1 0-15,-2 0 0 16,0 0 32-16,0 0 16 0,1-2 0 0,-1 2 0 0,0 0-208 0,0 0 144 31,0 0-144-31,-1 0 128 0,1 0-128 0,0 0 0 0,0 0 0 0,0 0 128 0,0 0-128 0,0 0 0 16,0 2 0-16,0-2 0 16,0 1 0-16,1 1 0 0,-1-2 0 0,1 0 0 0,-1 2 0 15,0-2 0-15,0 0 0 0,0 2 0 0,-1-2 0 0,1 3 0 0,-1-1 0 0,1-2 0 16,-2 3-320-16,0 0 64 15</inkml:trace>
  <inkml:trace contextRef="#ctx0" brushRef="#br0" timeOffset="21064.47">15326 3883 4607 0,'-1'0'400'0,"1"0"-400"16,0 0 0-16,0 0 0 0,0 0 320 0,-1 0-32 0,0 0 0 0,0 0 0 16,1-2 400-16,-1 1 80 15,1 1 0-15,0-2 16 0,0 1-208 0,0 0-64 16,0-1 0-16,0 1 0 0,1 1 32 0,0-2 0 0,-1 0 0 0,1 1 0 15,-1-1 160-15,-1 1 16 16,1 1 16-16,0-1 0 0,1 1 96 0,-1 1 0 0,0-1 16 16,-1 1 0-16,1 1-336 0,-1-2-64 15,0 3 0-15,0-1-16 0,0-1-160 0,0 1-16 0,0 2-16 0,0-1 0 16,0 0-240-16,0 1 128 0,1-2-128 0,0 3 0 0,1-2 160 16,-1 0-160-16,1 1 160 0,0 3-160 0,0-2 192 15,1 4-48-15,-1 0-16 0,1 3 0 16,1 0 64-16,-1 0 16 0,2 5 0 0,-1-1 0 0,0 3-64 0,1-1-16 0,0 2 0 15,0-1 0-15,-1 2-128 0,0-2 0 0,1 0 144 32,-1 0-144-32,1 0 0 0,0 2 0 0,1 1 0 0,-1-3 128 0,1 2-128 15,0 1 0-15,1-1 0 0,-1 0 0 16,1 1 0-16,-1-1 144 0,0 0-144 0,0 3 0 16,1-2 240-16,-2 1-64 0,2 1-16 0,-1 0 0 0,1-2-160 15,-1 1 0-15,0-2 144 0,1 3-144 0,0 2 0 0,1-1 128 16,-2-1-128-16,2 0 0 0,-1 2 0 0,0-2 0 15,0-3 0-15,0 1 0 0,-1 1 128 0,1-3-128 16,-1-2 160-16,-1 1-160 0,2 0 256 0,-2 0-64 16,2 5 0-16,0 0 0 0,0 1 0 0,0-1-16 0,0 2 0 0,1-2 0 0,-2 0-176 0,1-2 192 31,0-1-192-31,0-2 192 0,0-1-192 0,0-4 192 16,-2 1-192-16,2-3 192 0,0 0-192 0,-2 2 0 15,2 0 0-15,0 3 0 0,1-1 0 0,-1 1 160 16,0-2-160-16,1 3 160 0,2-2-160 0,-2 1 0 0,1 0 0 15,0-3 0-15,0 2 0 0,0-1 0 0,0 0 0 16,-1 3 0-16,1-4 0 0,0 3 0 0,-1-3 0 0,0 1 0 16,-1-1-144-16,1 0 144 0,-1-2 0 15,0 2 0-15,1 0 0 0,-1 2-128 0,-1 1 128 16,0 0 0-16,0 2-192 0,-1 0 0 0,2 0 16 16,-1-3 0-16,-1-1 176 0,2 0 0 0,-2 0 0 0,2 0-128 15,1 1 128-15,-2-1 0 0,2-1 0 0,0 2 0 16,-1 3 0-16,-1 0 0 0,3 1 0 0,-2-2 0 15,1 1 0-15,-2-1 144 0,2 0-144 0,-1 1 0 16,1-1 160-16,-2 0-160 0,2 0 128 0,-2-1-128 16,2 0 0-16,-1 0 0 0,1-2 0 0,-1 0 0 0,1-1 0 0,-2-2 0 15,2 3 0-15,-1 1 0 0,1 0 0 16,-3 1 128-16,2 2-128 0,-1-2 128 16,0 2-128-16,1-1 0 0,-2 1 0 0,1 0 0 0,1 0 0 15,-2-1 0-15,2 2-128 0,-2-1 128 0,2-2-224 16,-1-1 32-16,0 1 0 0,1-1 0 0,0-1 192 0,0 2 0 15,0-1-160-15,0 0 160 0,0 1-176 0,0 0 48 16,-1 0 0-16,1 1 0 0,0 0-64 0,-1 0 0 16,2 1 0-16,-2 0 0 0,1 1-160 0,-1 0-32 15,3-1-16-15,-3 0 0 0,2 2 400 0,-1-3 0 16,1 0 0-16,-1-2 0 0,1 1 0 0,-1 0 0 0,1-3 0 16,-2 5 0-16,2-2 0 0,-1-2 0 0,2 3 0 0,-1-2 0 15,0 2 0-15,-2 0 0 0,2 2-192 16,-2-2 64-16,1 1-128 0,-1-3 0 0,1 2-16 15,-1 0 0-15,-2-4 272 0,2 1 0 16,0 2 0-16,0-1 0 0,1 2-160 0,-1-1 160 0,2 0-128 0,-1-3 128 16,0 2-192-16,0 1 64 0,1-2 0 15,-1 1 0-15,1 3 128 0,-2-2 0 0,2 1 0 0,-2-1 0 16,2 1 0-16,-2-1 192 0,0 0-32 0,1 0-16 0,-2-1-144 16,1-1 0-16,0-1 144 0,-1 0-144 0,0-1 0 0,1 0 0 15,0 2 0-15,1 1 0 0,-1 0 0 16,0 1 0-16,0-2 0 0,1 1 0 0,0-2 0 0,-1 0 0 15,0 1 0-15,0-3 128 0,1 0 16 0,-1 1 16 16,0-1 0-16,0 0 0 0,0 2 96 0,2-2 32 16,-2 2 0-16,0 1 0 0,1-3-288 0,-2 2 0 15,1 0 0-15,-1-1 0 16,2 0 0-16,-2-1 160 0,1 0-160 0,0 0 128 16,0 2-128-16,-1-2 0 0,2 0 0 0,-2 2 0 0,1-2 0 15,1-2 0-15,-1 3 0 0,0-3 0 0,0 2 0 16,0-2 0-16,0 1 0 0,-2-1 128 0,3 1 48 15,-2-1 0-15,0 0 0 0,0 0 0 0,-1-1-48 0,0 0-128 16,0 1 192-16,2-1-64 0,-2 0-128 0,-1 1 192 16,0-2-192-16,1 0 192 0,0 1-192 0,0-1 0 15,-1 1 144-15,0-1-144 0,1 1 128 0,0-2-128 0,0 1 160 0,-2-2-160 16,1 2 0-16,1-1 128 0,0 1-128 16,0 1 0-16,-1 0 0 0,1 0 0 0,0 1 0 15,0-1 0-15,0-2 0 0,-1 1 128 0,1 1-128 0,0-2 0 16,0 1 0-16,0 1 0 0,-1-2 0 0,1 0 0 15,0 0 0-15,-1-2 0 16,1 2 0-16,-2-3 0 0,1 2 192 0,0-2-64 0,0 1-128 0,0 1 192 16,0 0-192-16,-1-1 0 0,2 1 128 15,-1 2-128-15,2-3 0 0,-1 4 0 16,0-2 0-16,0 0 0 0,0 3 0 0,0-3 0 16,-1 1 0-16,1-1 144 0,0-1-144 0,-1 1 192 0,1-2-192 15,-1 0 192-15,-1 0 0 0,0-3 0 0,0 0 0 0,-1-2 0 0,1 2-32 16,1-1 0-16,-2 1 0 0,1 0 0 15,-1-2-160-15,1 1 0 0,-1 1 0 0,1 0 128 16,-1 1-128-16,1 1 0 0,0 1 0 0,0-3 0 16,-1 4-448-1,1-1-64-15,0 1 0 0,0-1-16 0,1 2-688 0,0-2-144 0,0 1-32 0,-1-1 0 16,1 0 544-16,-1 2 96 0,1-1 32 0,-1 0 0 16,1 1 448-16,-1-2 80 0,1 2 32 0,-1-2 0 0,0 0 160 15,0 1 0-15,-1-1 0 0,1 0 0 0,0 2 192 16,-1-2-48-16,0-3 0 0,0 1 0 0,0-1 16 0,0-1 0 15,0-1 0-15,0 0 0 0,-1-1-32 16,0-1 0-16,1 1 0 0,0 0 0 0,-1 0 64 0,1-1 16 16,1 2 0-16,0 2 0 0,0 0 208 0,0 1 32 15,1 0 16-15,0 1 0 0,0 1-128 0,0 1-16 16,1 0-16-16,-2 1 0 0,1-3-304 16,-1 2 0-16,1-2 0 0,-1-1 0 0,-1 1 0 0,0-4 0 15,-1 0 0-15,-2-4 0 16,1 1-768-16,-2-1-176 0</inkml:trace>
  <inkml:trace contextRef="#ctx0" brushRef="#br0" timeOffset="23956.76">17894 8517 17503 0,'1'-3'1552'0,"0"2"-1232"16,0-1-320-16,-1 2 0 15,0 2 800-15,0-2 96 0,-1 0 32 0,1 1 0 0,0 1 240 0,-2 0 48 16,1 3 16-16,-2 2 0 0,1 0-592 0,-2 3-128 16,1 2-32-16,0 1 0 0,0 2 32 0,-1 0 0 15,1 3 0-15,-1-2 0 0,-1 2-64 0,1 2 0 16,0-2 0-16,4-18 0 0,-6 34 48 0,6-34 0 15,-3 32 0-15,3-32 0 0,0 0-80 0,0 32-16 16,0-32 0-16,0 0 0 0,0 0-272 0,0 0-128 16,0 0 0-16,0 0 128 0,0 0-128 0,0 0 0 0,39 1 144 0,-30-10-144 15,0-1 224-15,0-2-32 16,2-2 0-16,-1 0 0 0,-2 0-192 0,1 1-288 0,1-1 64 16,-2-2 16-1,0 3-272-15,1-3-48 0,-2 2-16 0,1 0 0 0,-2-3 320 16,0 3 64-16,-1 2 16 0,0 0 0 0,-1 3 144 0,-1-1 0 15,0 3 0-15,0 0 0 0,-2 2 128 0,1 0 48 0,-2 3 16 16,0 2 0-16,-1 0 416 0,0 2 96 0,-1 1 0 0,-1 2 16 0,0 1-192 16,0 2-32-16,-1 1-16 0,0 0 0 15,0 3-240-15,2 0-48 0,2-12-16 0,-5 29 0 16,5-29 96-16,-3 36 32 0,3-36 0 0,-2 37 0 0,2-37 144 16,2 37 16-16,-2-37 16 0,0 0 0 0,12 41-192 0,-12-41-32 15,0 0-16-15,0 0 0 16,0 0-240-16,40 24 0 0,-40-24 0 0,21-2-18112 0</inkml:trace>
  <inkml:trace contextRef="#ctx0" brushRef="#br0" timeOffset="25518.8">7297 3364 11967 0,'1'0'1072'0,"-1"2"-864"0,1-2-208 0,-1 1 0 15,1 0 1424-15,-1-1 240 0,1 2 64 0,0 2 0 16,2 1 256-16,-1 1 64 0,1-1 16 0,0 0 0 16,-1 0-976-16,1-1-208 0,0-2-48 0,-1 1 0 15,0-1-272-15,0-2-64 0,-1-2-16 0,1 1 0 16,1-3 304-16,1-3 64 0,-1 0 16 0,1-3 0 15,1-3-128-15,-1-2-32 0,1-2 0 0,1-2 0 16,0-2-256-16,1-2-48 0,-1-3-16 0,0-1 0 16,-1 3-128-16,0-2-16 0,-1 0-16 15,-1-3 0-15,-1-1-96 0,0-3 0 0,-1 2-128 0,-1 2 192 0,-1 1-192 16,0 4 0-16,0 3 128 0,-1 0-128 0,0 5 0 16,1 2 0-16,-1 3 128 0,1 1-128 15,1 4 176-15,0 1-16 0,0 3 0 0,1 1 0 0,-1 2-160 0,0 1 192 16,0 1-192-16,1 1 192 0,1 3-192 0,-2 0 0 15,2 3 0-15,-1 0 128 0,1 2-128 0,0 1 0 16,0 2 0-16,0-1 0 0,0 0 0 0,0 2 0 16,1 2 0-16,0 0 0 0,0-1 0 15,-1 2 0-15,2 0 0 0,0 4 0 0,0-1 0 0,0-3 0 16,1 2 0-16,-5-21 0 0,10 28 0 0,-10-28 0 16,0 0 0-16,0 0 0 0,0 0 0 0,0 0 0 0,0 0 0 0,40 12 0 15,-34-21 0-15,0-5 0 16,0-1-144-16,1-3 144 0,-1 1-272 0,1-2 0 0,0-5 0 0,1-2 0 31,0 0-512-31,0-2-112 0,-2 2 0 0,-1-3-16 0,-2 3 448 0,0 3 80 0,-2 3 32 0,-1 1 0 16,0 2 352-16,-1 3 0 0,0 5 0 15,-1 0 0-15,1 1 0 0,0 4 0 0,-1-1 0 0,0 2 0 16,1 3 144-16,0 0 48 0,0 1 16 0,0 3 0 16,1-1-208-16,0 2 176 0,0 4-176 0,0-2 160 0,0 3-160 15,1 3 0-15,0 2 144 0,1 2-144 0,2-1 128 16,-1 4-128-16,1 0 160 0,0 0-160 0,-1-2 192 15,1 1-64-15,0-4-128 0,-4-15 192 16,9 28-192-16,-9-28 0 0,0 0 128 0,18 29-128 0,-18-29 0 0,0 0 0 16,0 0 0-16,0 0 0 15,0 0-928-15,0 0-80 16,0 0-16-16,42 0-13952 0</inkml:trace>
  <inkml:trace contextRef="#ctx0" brushRef="#br0" timeOffset="26238.8">7725 2994 1727 0,'-1'0'0'16,"0"0"0"-16,1 1 0 0,0-1 144 0,0 0-144 0,0 0 0 16,0 0 0-16,0 0 0 0,0 1 1040 0,0-1 176 15,0-1 48-15,1 0 0 0,-1-2 784 0,0 1 176 0,1-1 16 0,-1 0 16 16,0 2 240-16,0-3 64 15,-1 3 0-15,1 1 0 0,0 0-768 0,-1 3-160 0,0 0-32 0,0 1 0 16,-1 3-608-16,0 2-128 16,0 0-32-16,1 3 0 0,-1 0-400 0,1 0-96 0,1 3-16 0,-1 2 0 15,1 0-320-15,-1 0 144 16,1 0-144-16,0 0 0 0,1-1 0 0,0-1 0 16,-1-1 0-16,1-4 0 0,1 1 0 0,0-4 0 0,-2-7 0 0,0 0 0 31,0 0-1104-31,0 0-128 0,0 0-32 0,0 0 0 0,0 0-1152 15,10-7-224-15,-9-2-48 0,-1 0-16 16,0 0 656-16,0-3 128 0,0-1 16 0,0-1 16 16,0 0 608-16,-1-2 128 0,-1-1 32 0,1 0 0 0,0 0 544 15,-1-2 96-15,1 1 32 0,0 1 0 0,0 2 592 0,0 0 128 0,1 2 32 0,0 1 0 0,0 2 944 0,1 1 192 16,1 1 32-16,0 2 16 0,0 3-256 0,0 0-48 16,1 2-16-16,0 1 0 0,0 0 288 0,-1 1 48 15,1 0 16-15,0 1 0 0,0 1-256 16,-3-3-48-16,0 0-16 0,0 0 0 0,0 0-448 0,20 29-96 0,-20-29-16 15,0 0 0-15,13 29-144 0,-13-29-48 16,9 26 0-16,-9-26 0 0,11 30-144 0,-11-30-48 16,9 31 0-16,-9-31 0 0,9 28-256 0,-9-28 160 15,9 26-160-15,-9-26 128 0,0 0-128 0,9 26 0 16,-7-21-160-16,0-2 160 16,-2-1-1408-16,0-2-192 0,0-2-48 0,0-1 0 15,-1 0-1104-15,-1-1-208 0,-1-3-48 0,0 2-16 16,-1-2 656-16,-1 1 144 0,0 0 32 0,-1 1 0 15,-2 1 928-15,1 1 192 0,0-1 48 0,0 3 0 0,0-1 1024 0,-1 2 0 0,1 2 208 16,0-1-16-16,0 3 704 0,0-1 160 0,2 1 32 16,-1-1 0-16,1 1 224 0,0 0 48 0,1-1 16 15,1 0 0-15,1-1 400 0,1-2 80 0,0 0 0 0,1 0 16 16,1-2 224-16,1-1 32 0,1-1 16 0,1-1 0 16,2 0-448-16,0-1-96 0,2 0 0 0,0-1-16 15,0 0-432-15,1 1-64 0,1 0-32 0,0-1 0 16,-10 7-592-16,19-11-112 0,-19 11-32 0,0 0 0 15,25-12-320-15,-25 12 0 0,0 0 0 0,0 0 0 16,27-12-224-16,-24 9-112 0,1-2-32 0,0 2-16240 16</inkml:trace>
  <inkml:trace contextRef="#ctx0" brushRef="#br0" timeOffset="26512.2">7914 2728 9215 0,'-1'-4'816'0,"0"1"-656"16,1 0-160-16,0 3 0 0,-1 0 1600 0,0-2 304 0,0 0 48 0,-1-2 16 16,-1 1 976-16,1-2 192 15,-2 5 32-15,0 0 16 0,0 5-1712 0,0 0-352 0,0 2-64 16,0 4-16-16,1 1-432 0,0 5-96 0,0 0 0 0,1 2-16 16,2 3-48-16,0 1 0 15,1-2 0-15,2 0 0 0,-3-21-64 0,6 38-32 16,-6-38 0-16,13 36 0 0,-13-36-96 0,14 28-32 15,-14-28 0-15,0 0 0 0,29 29-224 0,-29-29 0 0,0 0 0 16,0 0-160-16,41 12-96 0,-41-12-32 16,0 0 0-16,28-10 0 15,-21 3-2016-15,1 0-384 0,-1-3-96 0,-1 1-10288 0</inkml:trace>
  <inkml:trace contextRef="#ctx0" brushRef="#br0" timeOffset="26911.14">8019 2700 7359 0,'0'-2'656'0,"0"1"-528"16,0 1-128-16,0 1 0 0,0 1 1792 0,0-2 336 16,0 2 64-16,0 1 16 0,0 4 32 0,0 2 0 15,0 3 0-15,0 2 0 16,1 0-896-16,-1 3-160 0,1 0-32 0,0 2-16 16,1-1-432-16,-1 0-64 0,1-2-32 0,-2-16 0 15,5 27-16-15,-5-27 0 0,0 0 0 0,10 27 0 16,-10-27-96-16,0 0-32 0,0 0 0 0,0 0 0 15,0 0-320-15,0 0-144 0,0 0 128 0,40 5-128 0,-34-12 0 0,-1-3 0 16,0 1 0-16,0-3 0 0,-1 0 0 0,1-2 0 0,-1-2 0 0,0 3 0 31,-2-1-528-31,0 0 16 0,0 0 0 0,-1-3 0 0,-2 1 352 0,0-1 160 16,-1 3-128-16,0-2 128 0,0 3 0 0,0-1 0 16,1 2 0-16,-1 3 128 0,1 4 80 0,0 0 32 0,1 3 0 15,0 2 0-15,0 1 384 0,0 2 80 0,0 0 0 0,0 4 16 16,1 1-288-16,0 3-64 15,1 1-16-15,-2-12 0 0,6 31-96 0,-6-31-32 0,10 33 0 16,-10-33 0-16,12 35 16 0,-12-35 0 0,14 30 0 0,-14-30 0 16,0 0 32-16,22 35 16 0,-22-35 0 0,0 0 0 0,0 0-288 15,32 26 128-15,-32-26-128 0,0 0 0 0,0 0 0 0,0 0 0 16,0 0 0-16,37 19-17408 0</inkml:trace>
  <inkml:trace contextRef="#ctx0" brushRef="#br0" timeOffset="27602.61">8330 2605 16575 0,'-2'0'1472'0,"1"0"-1168"15,1 0-304-15,0 0 0 16,0 0 496-16,0-2 32 0,-1 2 16 0,0-1 0 0,2 1 1680 0,0-2 336 0,2 1 64 0,1 0 0 16,0-3-608-16,-4 4-128 15,0 0-32-15,0 0 0 16,0 0-656-16,43 4-144 0,-43-4-32 0,0 0 0 0,0 0-400 16,44 30-96-16,-44-30-16 0,18 32 0 0,-18-32-272 0,13 32-64 0,-13-32-16 0,9 41 0 15,-9-17-32-15,-1 0-128 16,-4 1 192-16,-2 1-64 0,-2-2-128 0,-2 0 0 15,1 0 144-15,-2-3-144 0,1-4 0 0,-1-1 0 16</inkml:trace>
  <inkml:trace contextRef="#ctx0" brushRef="#br0" timeOffset="75632.25">7766 8751 911 0,'-2'-3'0'0,"1"3"0"0,0-2 0 0,1 0 0 0,0 1 1024 0,0 1 112 0,0-2 16 0,0 2 16 0,0-3 320 0,0-1 64 15,0-1 16-15,1 0 0 16,-1 3 288-16,1-3 48 0,-1 3 16 0,1-1 0 16,-1 1-448-16,0 1-64 0,-1 0-32 0,0 1 0 0,0 0-224 0,-1 1-32 15,-2 0-16-15,0 1 0 0,1 3-304 0,-2-2-64 16,-1 3-16-16,1 2 0 15,-2-1-80-15,1 2 0 0,-1 1-16 0,1 0 0 0,-2 1-304 0,2-1-48 0,0 2-16 16,1-1 0-16,0 0-48 0,2 0-16 16,1-2 0-1,2 1 0-15,0-1 176 0,0-9 16 16,0 0 16-16,6 29 0 0,-6-29-16 16,0 0 0-16,0 0 0 0,15 34 0 0,-15-34-128 0,0 0-16 15,0 0-16-15,0 0 0 0,0 0-224 0,33 32 176 0,-33-32-176 0,0 0 160 16,25-6-32-16,-15-2-128 0,1-2 192 15,0-3-64 1,1-2 128-16,0-4 32 16,0-3 0-16,0 1 0 0,-1-5-288 15,-2 3 160-15,-1-1-160 16,-3 2 128-16,-3 4-128 16,-3 1 0-16,-2 3 0 0,-4 2 0 15,-2 2 0-15,-3 2 0 16,-4 3 0-16,-1 4 0 15,1 4-176-15,-5 1-64 16,-2 8-16-16,-1 0 0 0,1 2-1616 16,1 5-336-16,2 0-64 15,3 2-12208-15</inkml:trace>
  <inkml:trace contextRef="#ctx0" brushRef="#br0" timeOffset="78393.5">8788 7719 1839 0,'0'1'160'16,"-1"0"-160"-16,1-1 0 0,0 0 0 16,0 1 320-16,1-1 48 0,-1 2 0 0,1-2 0 15,-1 1 272-15,1 2 48 0,0-3 16 0,0 1 0 16,1-1 32-16,-1-1 16 0,1 1 0 0,-1-2 0 16,0 2-48-16,1 0 0 15,-1 0 0-15,0 0 0 0,0 0 0 0,0 2-16 0,-1 1 0 0,1 2 0 16,0 1-16-16,0 2 0 0,-1 1 0 0,0 3 0 0,1 1-256 0,-1 3-48 15,0-2-16-15,0 0 0 0,0 2-352 0,-1 1 128 16,1 0-128 0,0-3 0-16,1 2-448 0,-1-1-176 15,0-15-16-15,2 29-16 0,-2-29-704 16,0 0-144-16</inkml:trace>
  <inkml:trace contextRef="#ctx0" brushRef="#br0" timeOffset="78962.97">8820 8136 911 0,'0'5'0'0,"0"-4"0"0,0 1 0 0,-1 0 0 0,1-2 0 0,0 0 0 16,1 1 736-16,-1 0 64 0,0 1 16 0,0 1 0 15,1 2 288-15,-1-1 64 0,1 1 16 0,-1 0 0 0,0 2 80 0,0-1 16 16,0 2 0-16,0-1 0 15,0 1-400-15,0 1-80 0,0 0-16 0,0 1 0 0,0-3-544 0,0 0-112 16,0 1-128-16,-1-1 176 16,1 0-496-16,0-1-80 0,0-1-32 0,0 0 0 15,0 0-432 1,1 0-96-16,-1-2 0 0,0 0-16 16,0 0-112-16,0 0-32 0,0-1 0 0,0 0 0 0,0 1-80 0,0-1-16 0,-1 1 0 0,1-1 0 31,-1 0 560-31,0 0 96 0,1-1 32 0,-1 1 0 0,0 1 368 0,0 1 160 15,0-2-128-15,0 3 128 0,0-2 0 0,0 1 0 16,0 1 0-16,0 0 0 0,1-1 256 16,0 1 16-16,-1 0 16 0,1-1 0 0,-1 1 480 15,1 0 112-15,-1 2 16 0,0 0 0 16,1 0 240-16,-1 0 48 0,1 1 16 16,-1 1 0-16,0-2-48 15,1 0-16-15,-1 0 0 0,1 1 0 16,-1 1-128-16,0-2-32 15,0 0 0-15,1 0 0 0,-1 1-144 16,0-2-48-16,1 2 0 0,0-1 0 16,0-2-144-16,0 1-48 0,0 0 0 0,1 0 0 15,-1 0-336-15,0 0-80 0,0-1-16 16,0 0 0-16,-1-3-160 0,1 1 0 16,0 1 0-16,1-3 0 0,-1 1-544 0,0 0 16 0,0 0 0 15,0-2 0-15,0 3-432 0,0-3-96 0,0 2-16 0,0 1 0 0,0-1 128 16,0-1 32-16,-1 0 0 0,1 1 0 0,0 1-176 0,0-2-16 15</inkml:trace>
  <inkml:trace contextRef="#ctx0" brushRef="#br0" timeOffset="79101.89">8809 8627 6447 0,'0'0'576'0,"-1"-2"-576"0,1 2 0 0,0 0 0 0,0 0 1376 0,-1 0 160 0,0-1 48 0,0 0 0 16,0 0-720-16,-1-1-144 15,1 2-16-15,0 0-16 16,0-2-2576-16,1 0-512 0,1 1-96 0,1-1-32 0</inkml:trace>
  <inkml:trace contextRef="#ctx0" brushRef="#br0" timeOffset="79452.73">8820 8371 911 0,'-2'0'0'0,"1"-2"0"0,0 2 0 0,0-1 0 0,1 1 1200 0,0 0 144 15,0 0 48-15,-1 0 0 0,1-2 656 0,-1 2 128 16,0 0 16-16,1 0 16 0,0 0-384 0,0 2-80 16,0-1-16-16,0 2 0 0,1 2-512 0,-1 1-96 15,0 1-32-15,0 1 0 0,0 3-320 0,-1-1-64 16,0 3 0-16,0 2-16 0,1-1-384 0,-2 0-80 15,1-1-16-15,-1 1 0 0,1-2-208 0,-1 0 0 0,1 0 0 16,1-1 0-16,0-2 0 0,-1 1 0 16,1-3 0-16,-1 0 0 15,1 0 0-15,0 0 0 0,0-1 0 16,0 0 0-16,1-1 0 0,-1 0 0 0,0-1 0 0,0 1 0 16,0-2 0-16,1 0 0 0,-1 0 0 0,1 0 0 15,-1-1 0-15,1-1 0 0,-1 1 0 0,1-1 0 16,-1 0-448-16,0-1-192 0,1 0-48 0,-1 0-6992 0,-1 2-1392 0</inkml:trace>
  <inkml:trace contextRef="#ctx0" brushRef="#br0" timeOffset="80763.47">8797 8838 911 0,'0'0'0'0,"0"0"0"15,0 0 0-15,0-1 0 0,0 1 640 0,0 0 64 16,0-1 0-16,0 1 0 0,1-3 448 0,0 1 80 0,0-1 32 0,0 0 0 15,0 0 16-15,1-2 16 16,-1 2 0-16,-1-1 0 0,1-1-80 0,0 0-32 16,0 3 0-16,0-2 0 0,-1 3 64 0,0 1 16 0,0-2 0 15,0 4 0-15,0-1-160 0,-1 1-16 0,0 2-16 0,0 1 0 16,0 0-112-16,0 2-32 0,-1 2 0 0,1 1 0 16,0 2-288-16,0-3-64 0,0 3-16 0,0-3 0 15,1 3-336-15,-1-2-64 0,1-1-16 16,-1 0 0-16,0 1-144 0,1-2 160 15,-1-2-160-15,1 2 160 0,0-4-160 16,-1-2 160-16,1 1-160 0,0-3 160 0,0 0 16 0,0 0 0 0,0-3 0 0,0 1 0 16,0 0 192-16,0-2 32 0,0 1 16 15,0-2 0-15,0 0-224 0,0 0-32 0,0-1-16 16,0-1 0-16,0 2-144 0,1-2 0 0,-1 2 0 16,1-3 128-16,-1 2-128 0,0-1 0 0,0 2 0 15,0-3 0-15,0 2 0 0,0-1 0 0,0 2 0 16,1-3 0-16,-1 0 0 15,0 1 0-15,0 1 0 0,1-2 0 16,0 2 208-16,-1 1-32 0,0 1-16 0,0 1 0 0,0 1 48 16,0 1 16-16,0 1 0 0,0 0 0 0,0 3 80 0,0 2 16 15,-1-1 0-15,1 4 0 0,-1-1-48 16,1 4 0-16,0-1 0 0,-1 3 0 16,1-1-32-16,-1 1-16 0,0 1 0 0,0 0 0 15,0-2-224-15,0 2 176 0,0-2-176 0,0-1 160 16,1 0-160-16,-1-2 0 15,1 1 144-15,0-3-144 16,0-3 0-16,-1 1 0 0,1-2 0 0,0-1 128 0,0 0-128 0,0-2 0 16,0-2 0-16,0 1 0 0,1-2 0 0,0-2 0 15,1 0 0-15,0-2 0 0,0-2 0 16,0 0 0-16,0 0 0 0,-1-2 0 16,1 1 0-16,-1 1 0 0,0-3 0 15,-1 2 0-15,0 1 0 0,0 0 0 16,1-1 0-16,-1 3-128 0,0 2 128 0,-1-1 0 0,0 2 0 0,0 2 0 0,1 0 0 0,-1 2 0 0,0 0 0 0,0 2 0 0,1 0 0 0,-1 4 0 0,0 0 0 0,0 3 0 0,0 0 0 15,0 2 0-15,0 1 0 0,0-1 0 0,-1 1 0 0,1 0 0 0,0-1 128 0,0 0-128 0,0-2 128 0,1 1-128 16,-1-1 128-16,0-1-128 0,1-2 0 0,1 0 0 16,0-2 0-16,-1 0-11712 15,2-3-2400-15</inkml:trace>
  <inkml:trace contextRef="#ctx0" brushRef="#br0" timeOffset="87638.13">10077 7728 3695 0,'0'-2'320'0,"-1"2"-320"0,1 0 0 0,0 0 0 16,0 0 448-16,-1 0 32 0,1-1 0 0,-1 1 16 15,1-1 176-15,-1 1 32 0,0 0 16 0,0 0 32 16,1-2-48-16,-1 2 0 0,0-1 0 0,1 1 16 16,0-1 32-16,0 0 0 0,0 1 0 0,0 0 16 15,0 0-192-15,0 0-64 0,0 0 0 0,0 0 16 16,0 2-208-16,0 1-64 0,0-1 0 0,0 5 32 16,0-2 96-16,0 2 0 0,0 0 16 0,0 3 16 15,0-1-112-15,0 3-32 16,0 2 0-16,0 1 16 0,0-3-288 0,0 4 128 0,-1-2-128 15,0 3 128-15,1-3-576 16,-1 1-112 0,1-15-16-16,2 30-7184 0</inkml:trace>
  <inkml:trace contextRef="#ctx0" brushRef="#br0" timeOffset="88103.06">10080 8104 4287 0,'0'0'0'0,"0"-1"0"16,0 1 0-16,0 0 0 0,0 1 0 0,0-1 0 15,0 2 528-15,0-2 144 16,0 2 32-16,0 0 16 0,1 0 416 0,-2 1 80 0,1 2 0 0,-1-3 48 16,0 3-16-16,1 0 0 0,-2 1 0 0,1 0 32 0,1-2-384 0,-1 3-64 15,1-2 0-15,-1 3 0 0,0 1-256 0,-1 0-48 16,1 1-16-16,0 0 32 0,0 1-32 0,0-1-16 15,0 1 0-15,1 1 16 16,-1 0-240-16,1 0-48 0,0-12-16 0,0 0 16 0,2 30-224 16,-1-20-128-16,0-2 128 0,0-1-192 15,1 2-512 1,-1-2-96-16,0-1-32 0,0 0 32 16,0 1 48-16,0-3 16 0,0 2 0 0,0-2 32 15,-1 1-48-15,0-3 0 16,0 1 0-16,-1-1 32 0,1 1-272 0,-1-1-48 0,0 1-16 0,0 1 32 0,1-2-256 0,-2 1-64 15</inkml:trace>
  <inkml:trace contextRef="#ctx0" brushRef="#br0" timeOffset="88429.17">10060 8457 3455 0,'-1'11'0'0,"0"-6"144"0,1-5-144 0,0 0 192 0,0 0-192 0,0 2 0 0,0-1 0 0,0 2 0 0,1 0 1264 0,-1 2 208 0,1-2 64 0,0 0 0 16,0 0 32-16,-1-2 16 0,1 1 0 0,0 1 0 16,0-1-112-16,0-1 0 15,0 2-16-15,0 0 0 0,-1-1-368 0,1 2-64 0,-1-1 0 0,1 2-16 16,-1 0-528-16,0-1-96 0,0 0-32 0,-1 0 0 15,1 0-352-15,0 1 0 0,0-2 0 0,0 0 128 16,-1 0-416-16,1 0-80 0,0 0-16 0,0-1 0 31,0 0-512-31,0-2-96 0,1 3-32 0,-1-1 0 0,1 0 256 0,-1 1 32 0,0-1 16 0,0 0 0 16,0 1 304-16,0-1 64 0,0 3 16 0,0-3 0 0,-1 1 336 0,1 1-176 31,0 0 176-31,0-1-128 0,-1 2 128 0,0 0 0 16,1-2 128-16,-1 2-128 0,0-1 352 15,1 0 0-15,-1 1 0 0,0-2 0 0,0 1 288 16,1 1 64-16,0 0 16 16,-1-1 0-16,1-1 16 0,0 2 0 0,0-1 0 15,0-1 0-15,0 2 96 0,0-3 32 0,0 0 0 0,0 1 0 0,1 0-64 0,-1-1-16 0,0 0 0 0,0-2 0 16,1 1-128-16,0-1-16 0,0 1-16 0,-1-2 0 16,1 1-448-16,0-1-176 0,-1 1 128 0,0-2-13824 15</inkml:trace>
  <inkml:trace contextRef="#ctx0" brushRef="#br0" timeOffset="89566.71">9960 8857 3679 0,'-1'0'320'0,"1"0"-320"0,-1 0 0 0,0 0 0 16,1 0 704-16,0 0 80 0,-1-2 16 0,-1 1 0 15,-1 0 384-15,1 0 80 16,0 0 16-16,2 0 0 0,-2-3 160 0,1 3 32 0,0 1 16 0,0-2 0 16,0 2 144-16,1 0 32 0,-1 0 0 0,1 0 0 0,-1 0-384 0,1 0-64 15,0 0 0-15,0 2-16 0,1-2-512 0,0 0-112 16,1 0 0-16,0 0-16 0,0-2-192 0,1 2-48 16,1-3 0-16,1 1 0 0,-1 2 64 0,2-2 0 15,-2 2 0-15,1 0 0 0,-5 0-64 0,0 0 0 16,0 0 0-16,0 0 0 0,0 0-192 0,0 0-128 15,0 0 128-15,30 35-128 0,-28-30 0 0,-2 3 128 16,0 0-128-16,-2 0 0 0,0-1 0 0,-2 0 0 16,0-3 0-16,1 4 0 0,-3-4 0 15,1 2 0-15,0-2 0 0,-1-1 0 0,1 1 0 16,-2-1 0-16,1-1 0 16,-1 0 0-16,1 0 0 15,-1-1 0-15,1 1 0 16,-1-2 0-16,1 0 0 0,0 0 0 0,2 0 0 0,-1 0 0 0,1 0 0 0,1 0 0 15,0 1 0-15,0 1 0 0,1-2 0 16,1 0-128-16,0 2 128 0,1-2 0 0,1 0 0 0,0 1 0 16,1-1 0-16,1 0 0 0,1 0 0 0,-1 0 0 15,3-1 0 1,-1-1 0-16,1 2 0 0,0-3 0 0,1 1 0 0,-1 1 128 0,2 1-128 16,-2 0 0-1,1 0 0-15,-7 0 0 0,0 0 128 0,0 0-128 0,0 0 128 0,0 0-128 0,0 0 0 0,35 27 0 16,-33-20 0-16,0-2 0 0,-1 2 0 0,-2-3 0 0,0 2 0 0,-1-1 0 0,-2 1 0 0,1-1 128 0,-2-1-128 0,-1 1 0 0,0 0 0 0,-1 0 128 15,0 2-128-15,-1-3 0 16,0 1 176-16,0-1-48 0,0 2 0 0,1-1 0 0,-1-1-128 0,0 1 0 16,1 0 144-16,1-3-144 0,2 3 0 0,0-2 0 15,1 1 0-15,0-2 0 16,2-1-400-16,1-2-112 0,1-1 0 16,1 0-16-16,2-1-1760 0,0-2-336 15</inkml:trace>
  <inkml:trace contextRef="#ctx0" brushRef="#br0" timeOffset="89850.84">10004 9044 6447 0,'3'-2'128'0,"-2"0"48"0,1 0 0 0,-1 1 16 0,-1 1-192 0,1-2 0 0,1 2 0 0,1-2 0 15,0 1 1664-15,0-1 320 0,2 1 48 0,-1 0 16 0,0 2 256 0,-1 0 48 16,0 1 16-16,-1 3 0 16,0 0-480-16,-1 0-96 15,0 2 0-15,-1-2-16 0,0 2-368 0,-1-2-80 0,1 2-16 0,0-3 0 32,0 2-1440-32,0-2-304 0,1-2-48 0,-1 0-16 0,1-4 1200 0,-1 2 256 15,2-2 32-15,0 0 16 16,0 0-1776-16,0-1-368 0,1-1-64 0,-1-1-13264 0</inkml:trace>
  <inkml:trace contextRef="#ctx0" brushRef="#br0" timeOffset="90399.03">10197 8869 4607 0,'0'-2'400'0,"0"1"-400"0,1-1 0 0,-1 2 0 16,0 0 1472-16,0 0 224 0,1-2 32 0,-1-2 16 0,2-1 720 15,-1 2 144-15,-1-2 16 0,0 0 16 0,1 3-736 0,-1 0-160 16,0 0-16-16,0 1-16 0,-1 1-608 0,1-1-112 16,-1 2-32-16,-1 0 0 0,0 1-352 15,0 0-80-15,0 0-16 0,0 1 0 16,0-1-96-16,0 1-32 0,0 0 0 0,0 0 0 15,0 1 64-15,0 1 16 0,0-1 0 0,0 3 0 0,0-2 0 0,-1 2 0 16,1 0 0-16,0 2 0 0,0 3-128 0,-1-2-16 16,1 2-16-16,-1 0 0 0,0 0-160 0,1 1-16 15,-2 2-128-15,1-1 192 0,-1 0-192 0,1 0 176 0,-2 0-176 0,1 0 160 16,0 1-32-16,1-1 0 0,0-2 0 0,0 0 0 16,1-1 48-16,1 1 0 15,0-2 0-15,0 0 0 0,1-10-48 0,0 0-128 16,0 0 192-16,0 0-64 0,0 0-128 0,0 0 0 0,0 0 144 15,0 0-144-15,0 0 0 0,37 15 144 16,-29-23-144-16,2-1 0 0,0-1 176 0,1-2-176 0,0 0 160 16,0 0-160-16,1-1 0 0,-2 1 0 15,1 1 0-15,-2 2 0 0,-2 2 0 16,-1 0 0-16,-2 2 0 16,-1 0 0-1,-2 3 0-15,-2-1 0 0,-1 3 0 0,-2 0 0 0,-5 1 0 0,-2 3 0 16,-3 1 0-16,-1 0 0 15,-4 2 0-15,1 0 0 0,1-1 0 0,-1-2 0 16,3 1 0-16,2-1 0 16,2 0 0-16,3-1 0 15,2 0-384-15,2-1-64 0,1-1 0 16,2-2-17040-16</inkml:trace>
  <inkml:trace contextRef="#ctx0" brushRef="#br0" timeOffset="93396.03">10528 6948 2751 0,'0'-2'256'0,"0"1"-256"16,0 0 0-16,0 1 0 0,0 0 416 0,0-2 32 0,1 1 16 0,-1-1 0 0,1-1 224 15,-1 1 32-15,0 0 16 0,1 0 0 0,-1 2-144 0,1 0-16 32,-1 0-16-32,0 0 0 0,-1 0 208 0,1 0 64 15,-1 2 0-15,1-1 0 0,-1 0-128 0,1 2 0 16,-1 1-16-16,0 0 0 0,1 2-240 0,1 1-64 0,-1 1 0 0,0 3 0 0,0-11-48 0,0 0-16 31,4 32 0-31,-4-23 0 0,0-9-320 0,0 0 128 0,4 37-128 0,-4-37 0 16,4 31 0-16,-4-31-240 0,4 31 48 0,-4-31-4800 15,3 29-960-15</inkml:trace>
  <inkml:trace contextRef="#ctx0" brushRef="#br0" timeOffset="93978.12">10561 7425 3215 0,'0'1'0'0,"0"1"128"0,0 0-128 0,0-1 192 0,0 0-192 0,1-1 0 0,-1 3 0 0,1 1 0 0,0 1 1040 0,-1 2 176 16,2-1 48-16,-2 0 0 0,1-1 64 0,0-1 16 15,0 2 0-15,-1-1 0 0,0 1-80 0,0 0-16 31,-1 0 0-31,1-1 0 0,0 2-544 0,-1 0-128 16,1 2 0-16,-1-2-16 0,0 3-368 0,1 0-192 16,-1-1 192-16,1 0-192 0,-1 1 0 0,1-1 0 15,0-9 0-15,0 0 0 0,0 0-192 0,4 30-160 16,-3-22-32-16,0-3 0 16,0 2-752-16,-1-7-144 0,0 0-48 0,0 0 0 15,0 0 208-15,5 31 32 0,-4-28 16 16,-1 4 0-16,0-1 288 15,0 0 48-15,0 0 16 16,-1 0 0-16,0 2 288 0,0-2 64 0,1 0 16 16,-1 0 0-16,0 0 16 15,1-1 0-15,-1-2 0 0,0 1 0 0,0 1-128 0,1-2-32 0,-1 1 0 0,1 1 0 0,0 0 496 0,0 1 0 0,0 0 128 16,0-2-128-16,0-1 0 0,1 1 0 0,0 1 0 0,0-2 0 0,0 1 0 0,0-1 0 0,0-1 0 0,-1 0 0 16,0 0 0-16,0 1 0 0,0-1 0 0,0-1 0 15,1 1 848-15,-1 0 80 0,0 0 16 0,0-1 0 0,0 3 16 16,0-1 0-16,0 0 0 0,0 0 32 15,-1 0 64-15,1 2 16 0,0-1 0 16,0 2 32-16,0-2-272 0,0 3-64 0,-1-2-16 16,1-1 0-16,0 1-240 0,1 0-64 15,-1 2 0-15,0-2 48 16,0-1-496-16,1 0 128 16,-1 1-128-16,1-2 0 0,0 2 0 0,-1-2 0 0,1 1 0 0,-1 2 0 0,0 0 0 0,0-1 0 0,-1 2 0 0,0 0 128 0,1-2 80 0,-1 2 32 15,0 0 0-15,1 0 0 0,-1 0-240 0,0 1 0 16,1-4 0-16,0 3 0 15,0-2-1360-15,0 2-304 16</inkml:trace>
  <inkml:trace contextRef="#ctx0" brushRef="#br0" timeOffset="94528.87">10578 8174 4367 0,'-1'5'0'0,"0"-2"176"0,1 1-48 0,0-4 16 0,0 2-144 15,-1 1 0-15,1-1 0 0,0 1 0 0,-1 1 1136 0,1 2 192 0,-1 2 32 0,1 0 16 16,0-1-400-16,-1 0-80 0,1 0 0 0,0-1-16 16,0-6-464-16,0 0-96 15,-1 20 0-15,0-15-16 0,0 2-304 0,0-1 0 0,1 0 0 0,-1 1 0 16,0-2 0-16,0 2 0 0,0-3-192 0,1 2 192 16,0 0-688-16,-1 0-32 0,1 0-16 0,0-1 0 15,0 0 288-15,-1-1 48 0,1 1 16 0,0-2 0 0,1 3 144 16,-1-2 48-16,1 1 0 0,-1 1 0 0,0-1 192 0,0 0 0 15,0 2-160-15,0 0 160 16,-1 1 0-16,1 0 256 0,-1-1-32 16,1 1-16-16,-1-1 112 15,0 2 0-15,1-2 16 16,0 0 0-16,0 0 80 0,-1 0 16 0,0-1 0 16,1 0 0-16,-1-1 16 15,1 1 0-15,-1-2 0 0,1 0 0 0,0 1 112 16,-1 0 16-16,0 0 16 0,1 1 0 0,0-1 48 15,0 0 0-15,0-2 0 0,0 2 0 16,0 1 112-16,0-1 16 0,0 0 16 0,0-1 0 0,0 1-144 0,1 0-16 0,-1 0-16 0,0 0 0 0,-1-1-192 0,1 1-32 0,0 0-16 16,0-1 0-16,-1-1-240 0,1 2-128 0,0-3 128 0,0 0-128 0,0 0 0 0,0 1 0 15,0-3 0-15,0 1 0 0,0 1 0 0,1-2-192 0,-1 0 32 0,1 0 0 32,-1 0-864-32,1 0-192 0,0 0-16 15,-1 0-16-15,1 2-432 0,0-2-96 0,0 1-16 0,-1 0 0 16,0-1 560-16,0 2 96 0,0-2 32 0,0 1 0 15,0 1 400-15,0 0 64 0,-1-2 32 0,1 3 0 0,0-2 352 0,-1-1 80 16,1 1 16-16,0 1 0 0,0-2-208 16,0 0-32-16,0 1-16 0,0-1 0 0,1 0 416 0,-1 0-128 15,-1 2 128-15,0-2 0 0</inkml:trace>
  <inkml:trace contextRef="#ctx0" brushRef="#br0" timeOffset="95567.76">10542 8843 4607 0,'-1'0'400'0,"0"-2"-400"0,0 1 0 0,1 1 0 0,0-2 1024 0,0 2 112 0,-1-1 16 0,0 0 16 0,0-3 944 0,0 0 192 16,0-2 48-16,1 1 0 0,0-1-176 0,0 0-48 15,0 1 0-15,1 1 0 0,1-2-528 0,-1 2-128 16,1 0 0-16,-2 1-16 0,2 1-320 0,-2 2-64 16,1 0-16-16,-1 2 0 0,0 1-288 0,0 1-48 15,0 1-16-15,-2 2 0 0,0 0-256 0,0-1-48 16,-1 2-16-16,2-1 0 15,-1 3-192-15,-1-3-32 0,0 2-16 0,0-1 0 0,1 1-144 0,0-3 160 16,-1 0-160-16,0 2 160 0,0 0-160 0,0 0 0 16,-1 1 0-16,0-1 0 0,2 0 128 15,0 0-128-15,-1 1 0 16,0-2 128-16,0 3 16 16,1-1 0-1,0 1 0-15,0-1 0 0,0 1-144 0,1-1 160 0,1 0-160 0,0-1 160 0,1-4-160 0,1 1 160 0,-2-5-160 0,0 0 160 0,0 0-160 0,0 0 160 0,0 0-160 0,0 0 160 16,43 5 16-16,-43-5 0 0,0 0 0 0,29-12 0 15,-29 12-176-15,0 0 128 0,33-9-128 0,-33 9 128 16,0 0-128-16,33-3 128 0,-33 3-128 16,0 0 128-16,0 0-128 0,37 3 128 0,-37-3-128 0,0 0 128 0,0 0-128 0,0 0 0 15,0 0 0-15,0 0 128 16,36 19-128-16,-34-17 0 0,0-2 0 0,-2 2 0 0,0-1-160 0,-1-1-16 16,-1-1 0-16,0-1-12064 15,1 0-2416-15</inkml:trace>
  <inkml:trace contextRef="#ctx0" brushRef="#br0" timeOffset="95858.45">10622 8893 4719 0,'-3'-1'0'0,"1"1"192"0,2 0-48 0,0 0 0 0,0 0-144 0,0 0 0 0,0 0 0 0,1 0 0 16,0-2 1408-16,0 2 240 15,1-1 48-15,-1 0 16 16,0 1 32-16,0-2 16 0,0 2 0 0,-1 0 0 16,1 0 128-16,-1 0 32 0,0 0 0 0,-1 2 0 15,0 0-32-15,0 1 0 0,0 2 0 0,-2 1 0 16,1 2-304-16,-1 1-64 0,0 3-16 0,1 0 0 16,-2 3-496-16,1 3-112 0,-1 1 0 0,2 1-16 15,-2 0-448-15,1 1-96 0,-1 1-16 0,2-1 0 16,-2 0-320-1,1 2 0-15,2-2 0 0,0-1-18000 16</inkml:trace>
  <inkml:trace contextRef="#ctx0" brushRef="#br0" timeOffset="101245.1">11284 6956 2751 0,'0'0'256'16,"0"0"-256"-16,-1 0 0 0,1 0 0 0,0 0 688 0,0 0 80 15,-1 0 32-15,0 0 0 0,0 0 32 0,0 2 0 0,0-2 0 0,-1 0 0 16,1 2-80-16,1-2-16 0,0 0 0 0,0 2 0 16,-1-2-96-16,0 0 0 0,2 0-16 0,0 0 0 31,-1-2-128-31,1 2-32 0,0-2 0 0,1 0 0 16,1 2-128-16,0 0-16 0,0-2-16 0,0 2 0 0,0 0-64 0,0 2-16 0,-1 0 0 0,0 0 0 31,0 3-224-31,0 0 0 0,-1-1 0 0,0 1 0 15,0-2 0-15,-2 1 0 0,0-1-144 0,-1-1 144 0,1 1-304 0,-1-3 48 16,1 2 0-16,-2-2 0 0,1-2 80 0,-2 2 32 16,1-2 0-16,0 1 0 0,0-1 144 0,1 0 0 15,-1-1 0-15,1 3-128 0,1-4 128 0,-1 1 0 16,1-2 0-16,0 1 0 0,0 1 0 0,0-2 0 16,0 3 0-16,1-2 0 0,0 3 0 0,0-1 0 15,0 0 0-15,0 1 0 0,1 1 0 0,-1-2 0 16,1 2 0-16,0 2 0 0,0-2 0 0,1 1 128 0,0 1-128 0,-1-2 0 15,1 0 256-15,-1 0-32 0,2 0 0 0,-1 0 0 16,0 0 16-16,0 0 0 0,-1-3 0 0,0 3 0 16,1-2-64-16,-2 2-16 0,0 0 0 0,0 0 0 15,0 0-160-15,-1 0 128 0,0 0-128 16,0 0 128-16,1 0-128 0,-1 0 0 0,0 2 0 0,0-2 0 16,0 3 0-16,0-1 0 0,-1-1 0 0,1 1 0 15,0 0-448-15,1-1 48 0,-1 0 0 0,0-1 0 16,0 0-64-16,1-1-16 0,0 0 0 15,0-1 0-15,1-1 256 0,-1 1 48 0,1-1 16 0,0 1 0 16,0-2 0-16,0-1 0 0,-1 2 0 0,1-1 0 16,-1 1 160-16,0 1 0 0,0 0 0 0,0 1 0 15,0-1 0-15,0 2 0 0,-1 0 0 0,1 0 0 16,-1 0 0-16,0 2 0 0,1-1 0 0,-1 1 0 0,0 1-256 16,0 1 0-16,0-3-16 0,1 0 0 15,0 1-352-15,-1-1-64 0,1 1-16 0,0-2 0 0,0 0 256 0,0 0 64 16,0 2 0-16,1-2 0 0,-1 1 192 0,0 1 32 15,0-2 16-15,0 1 0 16,1 0-368-16,-1 1-80 0,1 1-16 0,0-1 0 0,-1 1 608 0,0-1 0 16</inkml:trace>
  <inkml:trace contextRef="#ctx0" brushRef="#br0" timeOffset="101751.76">11279 6939 3679 0,'0'0'320'0,"-1"0"-320"0,1 0 0 0,0 2 0 15,0-2 448-15,-1 1 32 0,1 1 0 0,-1 0 0 16,0 3 192-16,0 2 32 0,0-2 16 0,0 2 0 16,1 2-144-16,-1-2-16 0,1 4-16 0,0 0 0 15,1-1-288-15,-1 2-64 16,1-1-16-16,-1 1 0 0,1 0-176 0,0 2 0 0,-1 1 0 0,0 1 128 15,0-2-672-15,0 0-144 0,0 1-16 0,0 1-16 16,-1 1 560-16,0-2 160 16,-1 0 0-16</inkml:trace>
  <inkml:trace contextRef="#ctx0" brushRef="#br0" timeOffset="102744.37">11280 7422 2815 0,'-1'6'0'0,"1"-2"128"0,0-1-128 0,0-1 144 0,0 0-144 0,0 1 0 0,1 1 0 15,-1-1 0-15,1 5 944 0,0 3 144 0,0 1 48 0,0 0 0 16,-1-1-304-16,0 1-64 0,-1-3-16 0,1 1 0 16,-1 0-400-16,0-1-80 0,0-2-16 15,0 1 0-15,0 1-256 0,0-2-176 0,0 0 32 0,0 0 0 31,1 3-640-31,0-4-128 0,-1 2-32 0,1-1 0 16,0 0 0-16,0 3 0 0,0-10 0 0,0 0 0 16,1 26 192-16,-1-26 48 0,0 0 0 0,1 28 0 0,-1-28 544 0,0 0 160 0,2 26 0 0,-1-19 0 15,-1 0 416 1,1 1 160-16,-1-2 16 16,0 0 16-16,0 1 384 0,0 2 80 0,0-4 16 0,0 2 0 0,-1 2-96 0,1-2-16 0,-1 1 0 0,1-2 0 15,-1 2-16-15,1-1-16 0,0 2 0 0,0-1 0 0,0-1-208 0,0 2-32 16,0-2-16-1,0 0 0-15,-1 0-224 0,1 0-32 16,0 3-16-16,0-3 0 16,0 0-224-16,0 0-64 0,1 0 0 0,-1-1 0 0,1 2-128 0,0 0 0 0,0-1 0 0,-1-7 128 0,0 0 48 0,0 0 0 15,0 0 0-15,6 31 0 0,-5-24 448 0,0-2 80 16,-1 1 32-16,0-2 0 0,0 2-32 0,0-1-16 16,0 0 0-16,0-1 0 0,0 1-304 0,-1 0-48 15,1-1-16-15,0 1 0 0,-1 0-320 16,1 2-208-16,0-7 16 0,0 0 16 15,0 19-656-15,0-12-128 0,0-7-16 0,0 0-16 32,2 21-160-32,-2-13-16 0,0-8-16 15,0 0 0-15,1 19 352 0,-1-12 64 0,0 0 0 0,0 0 16 0,0-2 352 0,0 2 64 0,-1-3 16 0,1 2 0 0,0 0 320 0,-1-1 0 0,0 1 192 0,0 0-64 16,0-1 320-16,1-1 48 0,0 1 16 0,-1 0 0 16,1 0 0-16,0 2 16 15,0-3 0-15,0 2 0 16,1 0-384-16,-1 0-144 0,1 0 0 0,-1 4 144 0,0-10-144 0,0 0-192 15,3 26 32-15,-3-26 16 0,0 0-160 0,1 21-16 16,0-16-16-16,-1 3 0 0,1-2 336 16,-1 1 192-16,0-2-32 0,1 2 0 15,-1-2 608-15,0-1 112 0,-1 2 16 0,1-2 16 16,1 1 32-16,-2 0 0 0,1-1 0 0,-1 1 0 16,0 1-128-16,1 0-32 0,-1-1 0 15,1-1 0-15,-1 1-288 0,1 1-64 0,-1 0-16 16,1-1 0-16,0-1-416 0,-1 1 128 0,1 0-128 0,0 0 0 0,1 0 0 0,-1-1-224 15,1 3 32-15,0-2 0 16,-1-5-320-16,0 0-64 0,0 0-16 0,0 0 0 0,6 28 288 0,-6-23 64 16,1 0 16-16,0 0 0 0,-1 2 224 15,0-3 0-15,0 1 0 0,0 0 0 16,0 0 0-16,-1-2 0 0,1 2 0 0,-1-2 0 16,0 1 0-16,1 0 0 0,0-2 128 0,1 1-128 15,-1 1 192-15,0 0 0 0,0-1-16 0,0 2 0 16,0-2 144-16,0 1 16 0,-1 1 16 0,1 0 0 15,0-1 16-15,1-1 0 0,-1 2 0 0,0-3 0 16,0 1 80-16,1-1 32 0,-1 0 0 0,0-1 0 0,0 1-48 16,0-2-16-16,0 0 0 0,1 0 0 0,-1 0-64 0,0 0-16 0,1 0 0 15,-1 2 0-15,1-2-160 0,-1 0-48 0,1 1 0 0,-1 0 0 16,0 1 0-16,0 1-128 0,0-1 192 0,0 1-64 16,0-1 0-16,-1 3-128 0,1-3 192 0,-1 1-64 15,1 0 16-15,-1-2 0 0,1 4 0 0,-1-2 0 16,1-1 0-16,-1 0 0 0,1 0 0 0,-1-2 0 15,0 0 96-15,1 1 16 0,0-1 0 0,1-1 0 0,-1 1-80 16,0-2-16-16,0 2 0 0,0-2 0 0,0 0-160 0,1-1 0 16,-1 0 0-16,0 1-15616 15</inkml:trace>
  <inkml:trace contextRef="#ctx0" brushRef="#br0" timeOffset="103817.68">11236 8874 4607 0,'0'-2'400'0,"0"1"-400"15,-1-1 0-15,2 2 0 0,-1-2 1024 0,1 1 128 16,-1-1 32-16,1 1 0 15,2-2 800-15,0-4 176 0,1 2 16 0,-2 0 16 16,1 0-160-16,-1 3-48 0,0-1 0 0,-1 1 0 16,0 2-304-16,-1-2-64 0,0 2-16 0,0 0 0 0,0 0-496 0,-1 2-96 15,0-1-32-15,0 0 0 0,1 2-400 0,-1-2-64 16,0 0-32-16,1 1 0 16,0-2-208-16,0 0-32 0,0 1-16 0,0-2 0 15,1 1-96-15,-1-2 0 0,0 2-128 0,0-1 192 16,0 1-64-16,0-1 0 0,0 1-128 0,0 0 192 0,0 1-192 0,0 0 0 0,-1 1 128 0,1 1-128 15,-1-1 0-15,0 3 128 0,0-3-128 0,0 3 0 16,0 0 192-16,-2 0-48 0,1 3-16 0,-1-2 0 16,0 3 80-16,1-3 16 15,-1 0 0-15,1 1 0 0,0 0 0 0,0-2 0 0,1 1 0 0,1-3 0 16,-1 2-80-16,1-2-16 16,0-1 0-16,1-2 0 0,0 2-128 0,0-2 0 0,1 1 144 15,-1-1-144-15,1 2 0 0,0-2 128 0,0 0-128 16,-1 2 0-16,-1-2 0 0,0 0 128 15,0 0-128-15,0 0 0 0,0 0 0 0,0 0 128 0,0 0-128 0,0 0 0 16,0 0 128-16,0 0-128 0,34 26 128 0,-34-26-128 0,0 0 160 0,0 0-32 16,0 0-128-16,0 0 192 0,0 0-64 0,0 0-128 15,0 0 176-15,0 0-176 0,37 19 192 0,-37-19-192 16,0 0 192-16,0 0-192 0,0 0 128 0,0 0-128 16,0 0 0-16,0 0 0 0,0 0 128 0,8 34-128 15,-10-28 0 1,1 0 0-16,-2 0 0 0,0 0 128 0,-1 0-128 0,0-1 0 15,0 0 128-15,-1-1-128 32,2-1 0-32,-2 2 0 0,1-2 128 0,0 0-128 0,-2 0 0 0,1 0 0 0,0-1 0 0,0 0 0 0,0-2 0 0,-1 2 0 15,0-2 0-15,0 0 0 0,0 0 0 0,1 0 0 0,-2-2 0 0,2 0 0 0,-1 0 0 0,1-1 0 32,-1 1-896-32,1-1-64 0,0 1-32 15,0 0 0-15,2-1-2080 0,0 1-432 16</inkml:trace>
  <inkml:trace contextRef="#ctx0" brushRef="#br0" timeOffset="104163.68">11208 8866 11743 0,'0'-2'512'0,"0"2"128"0,0 0-512 0,1 0-128 15,-1 0 0-15,0 0 0 0,1 0 1824 0,0 0 352 0,0 0 64 0,-1 0 0 16,0 0 528-16,0 0 112 0,0 0 0 0,0 0 16 15,0 0-1088-15,38 0-208 0,-38 0-64 0,0 0 0 16,0 0-576-16,35-9-112 0,-35 9-16 0,0 0-16 16,27-7-432-16,-27 7-96 0,0 0-16 15,0 0 0-15,0 0-272 0,32-3 0 0,-32 3 0 0,0 0 0 16,0 0 0-16,0 0-224 0</inkml:trace>
  <inkml:trace contextRef="#ctx0" brushRef="#br0" timeOffset="106637.02">11933 6851 3679 0,'-1'-2'320'0,"1"2"-320"0,0 0 0 0,0 0 0 0,0 2 544 0,0-2 32 16,0 0 16-16,0 0 0 0,1 1 464 0,-1-1 96 16,0 2 0-16,1 0 16 0,0 0 176 0,0 1 16 15,0 0 16-15,0 2 0 0,1 1-320 0,-2 1-64 16,0 1-16-16,0-8 0 16,0 0-320-16,2 37-64 0,-2-37-16 0,1 33 0 0,-1-33-144 0,1 36-48 15,-1-15 0-15,-1 0 0 16,0 3-192-16,0 0-64 0,0 0 0 0,0 2 0 0,-1 2-128 15,0 0 0-15,1-1 0 16,0-1 0-16,1-2-256 16,0-1-64-16,0 1-32 15,0-24 0-15,1 40-1184 0,-1-40-224 16,2 32-48-16,-2-32-5760 0</inkml:trace>
  <inkml:trace contextRef="#ctx0" brushRef="#br0" timeOffset="106826.71">11942 7515 3679 0,'-1'9'160'0,"1"-4"32"0,0 0-192 0,-1 0 0 0,1-2 0 0,0-3 0 15,0 4 688-15,0 0 80 0,0 4 32 0,0-8 0 16,0 24 400-16,-1-13 80 0,1-11 0 0,0 0 16 16,1 29-288-16,-1-24-64 15,0 2-16-15,0-2 0 0,2 2-288 0,-1-3-48 0,0 1-16 0,0 0 0 16,-1-5-240-16,0 0-48 0,0 0-16 0,0 0 0 16,0 0-272-16,10 35-272 0,-10-35 48 0,0 0-4880 15,0 0-976-15</inkml:trace>
  <inkml:trace contextRef="#ctx0" brushRef="#br0" timeOffset="107567.59">11956 7844 4607 0,'-1'3'192'0,"0"0"64"0,1-3-256 0,0 2 0 15,0-1 0-15,0 0 0 0,0 1 1264 0,-1 1 208 16,1 2 32-16,0 2 16 0,0 1 96 0,0 1 32 0,0 0 0 0,-1 0 0 15,1 1-112-15,0-1 0 0,0 1-16 16,0-1 0-16,-1 1-416 0,1-3-80 0,0-7 0 0,0 0-16 16,1 23-416-16,-1-23-80 0,0 0 0 0,0 0-16 15,1 29-368-15,-1-22-128 0,0 0 0 0,0 0 0 16,-1 3 0-16,1-10-288 0,-1 16 32 0,1-8 16 31,0-8-496-31,0 0-96 0,1 23-32 0,-1-23 0 0,0 0-432 16,0 0-96-16,1 27-16 0,-1-21 0 15,0-6 0-15,0 0 0 0,0 0 0 0,0 24 0 16,0-19 304-16,0 0 48 0,0 0 16 16,-1 4 0-1,1-4 528-15,-1 2 96 0,1-3 32 16,-1 1 0-16,0 1 384 0,0 0 0 0,1 0 0 0,-1 0 0 0,0 0 384 0,0 2 176 0,0-1 16 0,0 1 16 16,1-2 320-16,-1 2 64 0,0 1 16 0,0-2 0 0,1-7-144 0,0 0-16 0,1 24-16 0,-1-24 0 0,0 0-352 0,-1 21-64 15,1-14-16-15,0-1 0 0,0 0-384 0,0 1 0 16,0-2 128-16,0 2-128 0,0-2 0 0,0-1 0 15,0 2-160-15,0 0 160 16,0-1-144-16,0-5 144 0,0 0-128 0,0 0 128 0,0 0 0 0,3 26 0 16,-3-26 0-16,0 0 176 0,0 0 304 0,3 29 64 0,-3-29 16 15,0 0 0-15,0 0 32 0,1 26 16 16,-1-21 0-16,0 2 0 16,-1-3-336-16,1 1-64 0,1 0-16 0,-1-1 0 15,0-1-384-15,0 2-96 0,0-3-16 0,0 0 0 0,0 1-592 0,1-1-128 0,-1-1-32 16,0 1 0-16,1 0 272 0,-1 0 48 15,0 1 16-15,0-1 0 0,0 1 528 16,0 0 192-16,0 0-144 0,0 0 144 0,0 0 0 0,-1 0 224 0,1 0-32 0,0 0 0 16,-1 2 512-16,1-2 80 0,-1-2 32 0,1 2 0 0,-1-1 272 0,1 1 48 15,-1-1 16-15,1-2 0 0,0 1-256 0,0 0-32 16,0-1-16-16,0 0 0 0,0 0-272 16,0 0-64-16,0 0-16 0,1 2 0 0,-1-2-240 15,0 0-32-15,1 1-16 0,-1 1 0 16,1 0-208-16,-1-1 0 0,1 1 128 0,-1 0-128 15,0 1 0-15,0 1 128 0,0 1-128 0,-1-1 0 16,1 0 256-16,-1 1-32 0,1 1-16 0,0-1 0 0,-1-3 112 0,1 1 32 16,0 1 0-16,-1-1 0 0,1-1-32 0,0-2-16 15,0 1 0-15,0-2 0 0,0 1-304 0,0-2 0 16,1-1 0-16,0-1 0 16,1 1-608-16,-1-2-224 0</inkml:trace>
  <inkml:trace contextRef="#ctx0" brushRef="#br0" timeOffset="108437.02">11790 8838 9215 0,'0'-2'816'0,"0"0"-656"15,0 1-160-15,0 0 0 16,1 1 1248-16,-1-1 224 0,1-2 32 0,0-1 16 0,1-1 592 0,0 1 128 15,-1 1 32-15,0 2 0 0,0 1-304 0,0-1-64 16,-1 1-16-16,0 1 0 0,1 0-480 0,-1 1-80 16,0 1-32-16,-1-1 0 0,2 1-592 15,-3 1-128-15,1 1-32 0,-1 1 0 0,0 0-304 0,-1-1-64 16,0 1-16-16,0 2 0 0,1-1-32 0,-2 0 0 16,1 0 0-16,0 0 0 0,0 0-128 0,-1 0 192 15,1 1-192-15,0 1 192 0,3-4-64 0,-3 0 0 0,1 0 0 16,1-1 0-16,0-1 0 15,0 1-128-15,1-1 192 0,-1-1-64 0,2-2-128 0,0 1 160 16,1-1-160-16,0 0 160 0,1-1-160 0,-1-1 0 16,-2 2 0-16,0 0 128 0,0 0-128 0,0 0 160 15,0 0-160-15,28-5 160 0,-28 5-160 0,0 0 0 0,0 0 144 16,0 0-144-16,0 0 0 0,0 0 0 0,38 19 0 16,-38-19 128-16,0 0-128 0,0 0 0 0,0 0 0 0,0 0 0 15,22 33 0-15,-19-30 0 0,-2 1 0 16,0 1 128-16,0 0-128 0,-2-2 0 0,1 0 0 0,-2 1 0 15,-1 0 144-15,1-2-144 0,-3 1 192 0,1 1-192 16,0-1 176-16,-2-1-176 0,0 1 160 0,-2 2-160 16,1 0 0-16,-1-1 128 0,2 3-128 15,-2-3 0-15,1 1 0 0,1 1 0 16,-1 0 0-16,0-1 0 0,1-1 0 0,0 1 0 16,0-2 0-16,1-1 0 0,1-2-128 0,1 0-32 0,0-2 0 0,1-3 0 15,1 0-1376-15,1-2-256 0,1-2-64 0,1-5-13920 0</inkml:trace>
  <inkml:trace contextRef="#ctx0" brushRef="#br0" timeOffset="108641.56">11784 8866 13983 0,'-2'-2'304'0,"1"1"64"0,0 0 16 0,1-3 16 0,1 3-400 0,-1 1 0 0,1 0 0 0,0-4 0 15,1 1 2960-15,0-1 512 0,2-2 112 0,0 3 0 16,0-2-1088-16,1 1-208 0,0 1-48 0,0 0-16 15,1 1-1040-15,-1 1-208 0,1 1-32 0,-6 0-16 16,0 0-480-16,0 0-112 0,0 0-16 0,0 0 0 16,37 3-128-16,-37-3-16 0,0 0-16 0,0 0 0 15,0 0-160-15,0 0 0 0,0 0 0 0,0 0-17744 16</inkml:trace>
  <inkml:trace contextRef="#ctx0" brushRef="#br0" timeOffset="108987.18">11921 9016 11855 0,'1'0'256'0,"-1"0"48"0,0 0 16 0,0 0 32 0,-1 0-352 0,1 0 0 0,0 1 0 0,1 0 0 0,0 1 3040 0,0 1 544 0,0 0 96 0,0 1 32 16,0 3-1024-16,-1-2-192 16,1-2-32-16,1 2-16 0,-2-5-1088 0,0 0-208 0,0 0-64 0,0 0 0 15,0 0-624-15,12 30-128 0,-10-28-16 0,0 1-16 16,0 0-304-16,1-1 0 0,-1 0 128 0,-1-2-128 0,1 0-224 0,1-2-96 15,-1-1-32-15,1-2-16704 16</inkml:trace>
  <inkml:trace contextRef="#ctx0" brushRef="#br0" timeOffset="109475.29">12097 8871 9215 0,'0'-2'400'0,"0"2"96"0,1 0-496 0,-1 0 0 0,0 0 0 0,0 2 0 16,-1-2 1536-16,0 3 192 0,0-1 64 0,-1 1 0 15,0 2-224-15,-1 1-32 16,0-1-16-16,-1 0 0 0,1-1-320 0,-1 1-64 0,0 0-16 0,0 0 0 16,0 0 48-16,1-1 16 0,0 3 0 0,1-4 0 15,0-1-208-15,1 3-32 0,0-3-16 16,0 3 0-16,1-5-304 0,0 0-64 0,0 0-16 0,0 0 0 15,0 0-304-15,0 0-64 0,0 0-16 0,0 0 0 16,0 0-160-16,0 0 160 0,29 26-160 0,-29-26 160 16,0 0-160-16,0 0 128 0,0 0-128 0,0 0 128 15,0 0-128-15,40 21 0 0,-40-21 0 0,0 0 0 16,0 0 128-16,0 0-128 0,0 0 0 0,0 0 128 16,31 25 0-16,-31-25 0 0,0 0 0 0,0 0 0 15,0 0 240 1,0 0 32-16,0 0 16 0,0 0 0 0,0 0-48 0,0 0-16 0,0 0 0 0,0 0 0 15,23 32-112-15,-25-29-32 16,1 1 0-16,-2 0 0 0,0 0-16 0,-1 3-16 0,1-3 0 0,-1 4 0 0,-1-4-176 0,1 3 0 16,-1-2 144-16,0 2-144 0,0-2 0 0,-1-1 0 15,2 0 0-15,-2 0 0 0,0-2 0 0,0 0 0 16,-1 1 0-16,1-3 128 0,-1-2-128 0,-1 1 0 16,-1-1 0-1,0 0 0-15,-1-3-560 0,1 0-80 16,2 1 0-16,-2-4-11072 0,3-1-2192 0</inkml:trace>
  <inkml:trace contextRef="#ctx0" brushRef="#br0" timeOffset="109648.59">12051 8888 8287 0,'3'-2'368'0,"-2"2"80"0,2 0-448 0,-1-2 0 0,0 1 0 0,1 1 0 15,0 0 2384-15,-3 0 400 0,0 0 80 0,0 0 16 16,38-7 496-16,-38 7 96 0,0 0 32 0,42-10 0 16,-42 10-1552-16,25-6-304 0,-25 6-64 0,0 0-16 15,31-7-944-15,-31 7-192 0,0 0-48 0,0 0 0 0,0 0-560 0,0 0-112 16</inkml:trace>
  <inkml:trace contextRef="#ctx0" brushRef="#br0" timeOffset="111948.13">13187 3978 3679 0,'1'-3'320'0,"0"-2"-320"0,0 2 0 0,0 3 0 15,0-1 624-15,-1-3 48 0,3 0 16 0,0-2 0 16,1-4-32-16,0 0 0 0,0 2 0 0,-1 2 0 15,0 2-192-15,-2 2-32 0,0 1-16 0,-2 2 0 16,1 1 48-16,0 2 16 0,-1 1 0 0,-1 1 0 16,0 2 256-16,-1 4 48 0,0 0 16 0,1 2 0 15,0 1-288-15,0-1-64 0,0 1-16 0,0-2 0 16,1 1-432-16,1-2 0 0,-1 2 0 0,1-14 0 0,1 32 0 0,-1-32 0 16,1 32 0-16,-1-32 0 15,3 34-736-15,-3-34-80 16,3 38-16-16,-3-38-5440 0</inkml:trace>
  <inkml:trace contextRef="#ctx0" brushRef="#br0" timeOffset="112215.91">13225 4907 1839 0,'-1'12'0'0,"0"-7"160"0,0 2-160 0,0 0 0 0,1-5 0 0,0 0 0 16,0 1 912-16,0 4 160 0,-1 3 16 0,1-10 16 15,0 26 112-15,0-26 0 0,-1 27 16 0,1-27 0 16,0 27-736-16,0-27-160 0,0 26-16 0,0-26-16 16,0 29-304-16,0-29 0 0,1 28 0 0,-1-28 0 15,0 0-240-15,2 36-96 0,-2-36-32 0,0 0 0 0,6 43 368 16,-6-43 0-16,2 30 128 0,-2-30-128 0</inkml:trace>
  <inkml:trace contextRef="#ctx0" brushRef="#br0" timeOffset="112530.69">13273 5457 911 0,'0'3'0'0,"0"0"0"15,0 0 0-15,0-2 0 0,0 1 928 0,0 3 96 16,0-1 32-16,0-4 0 0,-2 22 80 0,0-8 16 15,1-1 0-15,-2-1 0 0,0 1-16 0,0-3 0 16,1 1 0-16,1 1 0 0,-1-3-224 0,0 1-32 16,1-2-16-16,0 0 0 0,0 2 160 0,1-3 16 0,0 0 16 15,0 1 0-15,0-1-240 0,0-7-48 0,0 0-16 16,3 28 0-16,-3-28-448 0,0 0-96 0,2 33-16 0,-2-33 0 16,1 27-192-16,-1-27 176 0,1 31-176 0,-1-31 160 15,0 32-160-15,0-32 0 0,0 36 0 16,0-36 0-16,1 36 0 0,-1-36-176 15,1 28 176-15,-1-28-192 0,2 29-400 0,-2-29-96 16,3 28-16-16,-3-28 0 16,0 0 112-16,5 38 16 0,-5-38 0 0,0 0 0 0,3 33 448 0,-3-33 128 15,0 0 0-15,3 38 0 0,-3-38 0 0,1 24 0 16,-1-24 0-16,1 24 0 0,-1-24-576 0,0 23 16 0,0-23 0 0,1 27-7072 16</inkml:trace>
  <inkml:trace contextRef="#ctx0" brushRef="#br0" timeOffset="112831.07">13295 6458 911 0,'0'4'0'0,"-1"1"0"0,1-2 0 0,0 0 0 15,0 0 976-15,-1 0 112 0,0 4 32 0,0 5 0 16,0 4 64-16,-1 2 16 0,2-18 0 0,-1 35 0 16,1-35-176-16,1 34-48 15,-1-34 0-15,1 30 0 0,-1-30 208 0,1 29 32 0,-1-29 16 0,0 32 0 16,0-32-48-16,0 31-16 0,0-31 0 0,-2 31 0 15,1-17-384-15,0-2-80 0,0 3 0 0,0 1-16 16,0 1-288-16,0-2-48 0,1-15-16 0,0 29 0 31,0-29-144-31,0 29-48 0,0-29 0 0,2 29 0 0,-2-29-144 0,3 28 128 16,-3-28-128-16,4 26 128 0,-4-26-128 0,0 0-272 0,5 36 64 0,-5-36 16 16,0 0-768-16,7 36-160 0,-7-36-32 15,0 0 0-15,4 37-736 16,-4-37-160-16</inkml:trace>
  <inkml:trace contextRef="#ctx0" brushRef="#br0" timeOffset="113760.66">13285 7337 1839 0,'-1'4'160'0,"0"-1"-160"16,1-2 0-16,0 1 0 0,0 0 192 0,-1 1 16 16,0 3 0-16,1 3 0 0,-2 4-208 0,0 0 0 0,1-1-144 0,0-1 144 15,0 0 0-15,0-1 0 16,0-1 0-1,0 1 0-15,1-10 304 0,-2 21 96 0,2-12 32 0,-1 1 0 16,0 2 448-16,0-2 80 0,1 1 32 0,-1 1 0 0,1 0 432 0,-1 2 96 0,0-2 16 16,1 0 0-16,-1 3-64 0,1-1 0 0,-1 1 0 0,1-1 0 15,-1-1-592-15,1 2-128 0,-1 1-32 16,1-4 0-16,-1 2-384 16,0-4-80-1,1-10 0-15,0 22-16 0,-1-13-96 16,1 0-16-16,-1 2 0 0,1-11 0 0,0 18-128 0,-1-7 0 0,1-2 0 0,0 1 0 0,0-10-432 0,0 19-16 15,-1-10 0-15,1-1 0 0,-1-4-416 0,1 1-96 0,0 0 0 0,0-3-16 16,-1 1 400-16,0 4 64 0,0 2 32 0,0 3 0 0,0 2 480 0,0 1 0 16,1 1-128-16,0-2 128 0,0 1-320 0,0-1-32 15,0-14 0-15,0 0 0 32,2 20-80-32,-1-16-16 0,-1 5 0 0,0-2 0 0,0-7 448 0,1 21 0 0,-1-21 0 15,1 31 0-15,-1-31-416 0,1 29 0 16,-1-29 0-16,0 0 0 0,3 27-608 0,-3-27-128 15,0 0-32-15,0 0 0 0,2 23 480 0,-2-19 80 16,0-4 32-16,0 0 0 0,2 26 304 0,-2-26 64 0,0 0 16 0,0 0 0 0,2 26 208 0,-2-26 0 16,0 12 0-16,-1-5-144 15,1-2 144-15,0-5 176 0,0 0-48 0,-1 19 0 16,1-10 576-16,0 0 128 0,0-3 0 16,0 3 16-16,0-9-192 0,0 20-32 0,0-20-16 0,0 21 0 15,0-21-16-15,0 0 0 0,0 19 0 0,0-15 0 16,0 1 176-16,0-5 48 0,0 0 0 0,0 0 0 15,0 0-256-15,0 0-48 0,0 0-16 16,3 26 0-16,-3-26-176 0,0 0-16 0,1 21-16 16,-1-21 0-16,0 0-96 0,0 0-32 0,0 0 0 15,1 20 0-15,-1-18 32 0,0 2 16 0,-1 4 0 0,1-8 0 16,-1 12 352-16,1-12 64 0,0 0 16 0,0 0 0 16,0 18 48-16,-1-12 16 0,1-6 0 0,0 0 0 15,1 23-256-15,-1-23-64 0,0 0 0 0,0 17 0 16,0-17-256-16,0 0-128 0,0 0 128 15,0 0-128-15,0 0 0 0,0 0 0 0,4 28 0 0,-4-26 0 0,0-2 0 0,0 0 0 16,0 0 0-16,0 0-176 0,0 0 176 0,0 0-160 16,0 0 160-16,0 0-160 0,0 0 0 0,0 0 0 15,0 0 0-15,0 0 0 0,0 0 32 0,0 0 0 16,5 29 0-16,-5-29 0 0,0 0 128 16,0 0 0-16,0 20 0 0,0-20-128 15,0 0 128-15,0 0 224 0,0 0-48 0,0 15-16 0,0-15 416 0,0 0 96 16,0 0 16-16,0 0 0 0,0 0-160 0,0 0-16 15,0 17-16-15,0-17 0 0,0 0-176 0,0 0-48 16,0 0 0-16,0 0 0 0,0 0-112 0,0 0-32 0,0 0 0 16,0 0 0-16,0 0 192 15,1-5 16-15,-1 5 16 0,0 0 0 0,0 0-128 0,0 0-32 16,0 0 0-16,0 0 0 0,0 0 0 0,0 0-16 0,0 0 0 0,0 0 0 16,0 0-176-16,0 0 0 0,0 0 144 0,0 0-144 15,0 0 128-15,0 0-128 0,0 12 128 0,0-12-128 16,0 0 192-16,-1 7-48 0,1-7 0 15,0 0 0-15,-1 5 48 0,1-5 0 0,0 0 0 0,-1 1 0 16,1-2-192-16,-1-1 0 0,0 0 0 16,0 1 0-16,0-1-592 0,1 2-48 15,0 0-16-15,-1-3-13616 0</inkml:trace>
  <inkml:trace contextRef="#ctx0" brushRef="#br0" timeOffset="114706.56">13217 8807 4607 0,'0'-4'400'0,"1"1"-400"0,-1 1 0 0,1-2 0 16,0 3 1504-16,-1-1 224 0,1 1 32 0,1-3 16 16,1-1 272-16,0-2 48 0,0 2 16 0,0-2 0 15,0 3 192-15,-1 1 32 0,-1 1 16 0,-1 0 0 0,0 4-672 0,-1-2-128 16,0 2-16-16,-1 1-16 16,0-1-544-16,-1 2-96 0,1 1-32 0,-1-2 0 15,0 2-272-15,0 0-48 0,0 0-16 0,0-1 0 0,0 1-272 0,0-1-64 16,-1 1-16-16,1 0 0 15,0-1-160-15,0-1 128 0,-1 2-128 0,1-1 128 0,-1 1-128 0,0 1 0 16,1 0 0-16,-2 1 128 0,1 1-128 0,1 0 0 16,-1 2 0-16,-1 2 0 15,2 1 0-15,-1 0 0 0,0 3 0 16,1 1 0-16,1 2 0 0,0-2 0 0,0 2 0 0,1-1 0 16,0 2 0-16,2-4 128 0,0 1-128 0,0 0 0 0,0-1 0 0,-1-16 0 15,4 29 0-15,-4-29 0 0,0 0 0 0,11 34 0 0,-11-34 0 16,0 0 0-16,0 0 0 0,0 0 0 0,0 0 0 0,0 0 0 15,0 0 128 1,0 0-128-16,39 8 0 0,-32-16 128 0,-1 0 16 0,1-1 0 16,0 1 0-16,0-4 0 15,-1 2-144-15,1-1 128 0,-1 1-128 0,-1 1 128 0,-2 1-128 0,-1 0 0 0,-1 2 0 0,-2 2 0 16,1-1 0-16,-4 2 0 0,-1 0 0 0,-2 2 0 16,-3 1 0-16,-1 0 0 0,-2 2 0 0,0 1 0 0,2 1 0 15,-2 0 0-15,-2 2 0 0,0 1 0 0,1 0-368 16,1-1 48-16,3 0 16 0,1-3-16848 15</inkml:trace>
  <inkml:trace contextRef="#ctx0" brushRef="#br0" timeOffset="120357.8">15229 3842 2751 0,'0'0'256'0,"0"-2"-256"0,0 2 0 0,0 0 0 16,0 0 592-16,0 0 80 0,0 0 16 0,0 0 0 15,0 0-80-15,-1 0-16 0,1 2 0 0,-1 1 0 16,0 0-192-16,-1 1-32 0,1-1-16 0,0 2 0 16,0 1 128-16,0 1 32 0,-1 0 0 0,1 3 0 15,-1 2-128-15,2-12-32 0,-1 30 0 0,1-30 0 16,0 41-96-16,0-41 0 0,0 45-16 0,0-45 0 16,0 45-240-16,0-45 0 0,0 47 128 0,0-47-128 15,0 44 0-15,0-44-192 16,2 40 48-16,-2-40 0 0,4 38-688 15,-4-38-128-15,4 37-16 0,-4-37-16 0,4 34-272 0,-4-34-48 0,0 0-16 0,5 47 0 0,-5-47 1056 16</inkml:trace>
  <inkml:trace contextRef="#ctx0" brushRef="#br0" timeOffset="121520.74">15221 4746 2751 0,'-1'5'128'0,"1"0"16"0,0-1-144 0,-1-2 0 0,1 1 0 0,0 0 0 15,-1 1 848-15,1 0 144 0,0 6 32 0,-1 2 0 16,0 2 64-16,-1 0 0 0,1 0 16 0,-1 1 0 16,1-3-288-16,-1 2-64 0,0-2-16 0,0 0 0 15,0 0-96-15,0 0 0 0,2-12-16 0,-2 23 0 16,2-23-128-16,0 0-32 0,0 34 0 0,0-34 0 15,0 0-320-15,0 32-144 0,0-32 128 0,0 0-128 16,1 34 0-16,-1-34 0 0,0 0 0 0,4 36 0 16,-4-36 0-16,0 0 0 0,4 40 0 0,-4-40 0 15,0 0-528-15,3 38-96 0,-3-38-16 16,0 0 0-16,2 38-640 0,-2-38-144 0,1 28-32 16,-1-28 0-16,0 28-208 0,0-28-32 0,0 27-16 15,-1-13 0-15,1-14 912 16,-1 28 176-16,1-28 48 0,-1 26 0 0,1-26 576 15,-2 26 160-15,2-26 16 0,-2 26 0 0,0-13 592 16,2-13 128 0,-2 26 32-16,0-14 0 0,2-12 80 0,-2 20 16 0,2-20 0 15,0 0 0-15,0 31 128 0,0-31 16 0,0 22 16 0,0-22 0 0,0 0-352 0,0 33-64 0,0-33 0 0,0 0-16 0,0 30 16 0,0-30 0 16,0 22 0-16,0-12 0 0,0-1-80 0,0 0-16 16,0-9 0-16,0 0 0 0,0 34-272 0,0-34-48 15,1 28-16-15,-1-28 0 16,1 28-144-16,-1-28-16 0,1 29-16 0,-1-29 0 15,1 33-160-15,-1-33 0 16,2 32 0-16,-2-32 0 0,2 31 0 0,-2-31 0 0,0 0 0 0,5 39 0 0,-5-39-352 0,0 0 48 0,4 37 16 0,-4-37 0 16,0 0-384-1,3 30-80-15,-3-30-16 0,0 0 0 0,1 28 624 0,-1-28 144 16,0 0 0-16,1 27 0 0,-1-19 0 0,0-8 0 16,0 0 0-16,1 29 0 0,-1-29 0 15,0 0 144-15,0 29-144 0,0-29 0 0,0 0 256 0,1 30-64 0,-1-30-16 0,0 0 0 0,1 34 400 0,-1-34 96 16,2 26 16-16,-2-26 0 15,2 26 64-15,-2-26 16 0,2 28 0 0,-2-28 0 0,2 28-128 0,-2-28-32 16,1 26 0-16,-1-26 0 0,1 26-304 0,-1-26-64 16,0 29-16-16,0-29 0 0,-1 26-224 0,1-26 176 15,0 22-176-15,0-22 160 0,0 23-160 0,0-23 0 16,0 26 0-16,0-26 0 0,1 26-400 16,-1-26 32-16,0 26 16 0,0-26 0 15,0 26 16-15,0-26 0 16,1 29 0-16,-1-29 0 0,0 32 192 0,0-32 144 15,1 29-192-15,-1-29 192 0,-1 27-224 0,1-27 64 0,-1 26 16 0,1-26 0 0,-1 28 144 0,1-28 0 0,0 26 0 0,0-26 128 16,-1 25-128-16,1-25 0 0,-1 23 128 0,0-12-128 16,1-11 128-16,1 24-128 0,-1-12 160 15,0 0-160-15,0-12 0 0,1 26 0 0,-1-26 0 16,0 24 0 0,0-24-416-16,0 0-32 0,1 28 0 0,-1-28 0 15,0 0-1104-15,4 34-240 0,-4-34-32 16,1 23-16-16,-1-23-208 0,0 0-64 0,4 31 0 0,-4-31 0 15,0 0 1056-15,5 31 208 0,-5-31 32 0,0 0 16 0,3 35 544 0,-3-35 96 0,1 23 32 0,-1-12 0 0,0-1 128 16,0 1 0-16,0-2 160 0,0 2-160 16,0-2 544-16,0 2 16 0,-1-4 0 0,1 3 0 0,0-1-192 15,0 1-48-15,0-1 0 0,0-1 0 16,0 1-192-16,1-2-128 0,0-2 160 0,-1 3-160 0,0-8 224 16,1 20-48-16,-1-11-16 15,0-9 0-15,1 18 352 0,-1-18 80 16,1 18 16-16,-1-18 0 0,1 22 320 0,-1-12 64 15,0 1 16-15,0-2 0 0,-1 2 288 16,1-3 64-16,-2 0 16 16,1 3 0-16,0 0 80 0,0 0 16 15,0-1 0-15,0 1 0 0,0-2-496 0,1 1-80 0,-1 0-32 0,1-1 0 0,0 1-352 0,-1 1-80 0,1 0-16 0,0-7 0 0,0 0-32 0,-1 1-16 0,1-3 0 0,-1 3 0 16,1 0-48-16,0 2-16 0,0 3 0 0,0 4 0 16,0-14-96-16,1 37-16 0,-1-17 0 0,0-20 0 15,1 19-192-15,-1-11 0 0,0-8 128 16,1 27-128-16,0-2 0 0,0-2 0 31,0-4 0-31,-1 0 0 0,0-19 0 0,1 28-240 0,-1-28 48 16,1 22 16-16,-1-22-1344 0,0 0-272 15,0 21-48-15,0-21-7040 0,0 0-1408 0</inkml:trace>
  <inkml:trace contextRef="#ctx0" brushRef="#br0" timeOffset="122025.35">15251 8001 4607 0,'0'0'192'0,"-2"6"64"0,2-7-256 0,0 1 0 0,-1 10 0 0,1-10 0 0,0 0 848 0,-1 18 128 16,0-4 32-16,0 4 0 0,1 0 304 0,-1-6 64 16,0-5 16-16,1 2 0 0,-1 6-336 0,0-1-64 15,0 0-16-15,1-4 0 0,-1-1 240 0,1 1 32 16,-1 0 16-16,0-2 0 16,0-2-576-16,1 1-112 0,-1 5-32 0,1-1 0 0,0-1-416 0,0-3-128 31,0 0 0-31,0-3 0 0,0 4 0 0,0-8 0 0,1 14 0 0,-1-7 0 0,0-7 0 0,0 0 0 15,1 17 0 1,-1-12 0-16,0-1 0 0,0 1 0 16,0-5 144-16,1 17-144 0,-1-17 192 0,0 22-64 15,-1-11-128-15,1-11 192 0,-1 19-336 16,1-10-80-16,0-2-16 0,0 0 0 16,0 1-896-16,0-4-176 15,-1 1-32-15,1-2-16 16,-1 1-48-16,1-2-16 0,0-4 0 0,0 4 0 0,0 3 848 0,0 0 192 15,0-3 16-15,0 1 16 0,-1 2 352 0,1-1 0 0,0 1 0 0,0 0 0 0,0 0 0 0,0 2 0 0,0-1 0 0,0 0 128 0,0-3 240 0,0 0 32 16,0 3 16-16,0-6 0 0,0 0 128 0,1 14 32 16,-1-11 0-16,0-3 0 0,0 0 112 15,0 0 16-15,0 0 16 0,0 0 0 0,0 0-16 0,0 0 0 16,0 0 0-16,0 0 0 0,0 0 240 16,0 0 32-16,0 0 16 0,0 0 0 0,0 0 64 15,9 21 16-15,-9-21 0 0,0 0 0 0,0 0-112 16,6 20-32-16,-6-20 0 0,1 12 0 15,-1-12-112-15,1 12-32 0,-1-6 0 16,-1 0 0-16,1-1-80 0,0 0 0 0,-1-3-16 0,1 1 0 0,0 1-176 0,0-1-48 16,-1-1 0-16,1-2 0 0,-1 0-256 0,1-2-48 15,-1 0-16-15,1 1 0 0,0-1-144 0,0 0 0 16,0 1-160-16,1-3-17088 16</inkml:trace>
  <inkml:trace contextRef="#ctx0" brushRef="#br0" timeOffset="123066.42">15138 8893 7359 0,'-2'-1'656'16,"1"-1"-528"-16,0 2-128 0,1-1 0 0,-1 0 512 0,0 1 80 15,0 0 16-15,0-2 0 0,-1 0 1152 0,-1 1 224 0,0-1 64 0,1-1 0 16,0 3 64-16,-1 0 0 0,1 0 16 0,1 3 0 15,0-1-384-15,0-1-80 0,0 1 0 0,1 1-16 16,1 0-368-16,-1 0-64 0,0-2 0 0,0 1-16 16,1 0-448-16,1 0-96 0,0 0-16 0,0-2 0 15,-2 0-272-15,0 0-64 0,0 0-16 0,0 0 0 16,0 0-128-16,0 0-32 16,35-2 0-16,-35 2 0 0,0 0-128 0,0 0 128 0,0 0-128 0,36-2 128 15,-36 2 0-15,0 0 0 0,0 0 0 0,0 0 0 16,0 0 64-16,38-2 0 0,-38 2 0 0,0 0 0 15,0 0-32-15,0 0 0 0,30-9 0 0,-24 6 0 16,-1 0-160-16,0 1 128 16,-1 0-128-16,0 1 128 0,0-1-128 0,-2 1 0 0,-1 1 0 0,1-1 0 0,-1 2 0 0,0-1 0 15,1 1 0-15,-1 1 0 0,0 1 0 0,-1-1 0 16,1 1 0-16,-2-1 0 0,1 2 0 0,-1-1 0 16,1 2 0-16,-1-1 0 0,1 1 0 0,-1 2 0 15,0-1 0-15,-1 0 0 16,0 4 0-16,2-1 0 0,-2 0 128 15,-1 1-128 1,1 2 0-16,-1 1 0 16,0-1 0-16,1 2 0 0,-3-1 0 0,2 4 128 15,0 2-128-15,-2 0 0 0,0 4 0 16,0 0 0-16,0 2 0 16,0 1 0-16,0 0 0 0,-1 2 0 0,2-4 128 0,-2 2-128 0,2-1 0 0,-1 0 0 15,1-1 0-15,0-3 0 0,2-2 0 0,0-5 0 0,0-2 0 0,1-4 0 0,1-2-128 0,0-4-16 0,1-2 0 0,0-3 0 16,1-3-1632-16,0-5-320 0</inkml:trace>
  <inkml:trace contextRef="#ctx0" brushRef="#br0" timeOffset="123334.16">15150 9175 911 0,'-1'0'0'0,"1"-2"0"0,0 1 0 0,0 1 0 0,0 0 1536 0,0-2 208 15,-1 2 48-15,1-2 16 0,0 0 1024 0,-1 1 208 16,1-1 32-16,1 2 16 0,0 0-224 0,1 0-48 16,1 0-16-16,0 0 0 0,0 0-544 0,-3 0-96 15,0 0-32-15,0 0 0 16,30-11-1024-16,-30 11-208 0,24-8-32 0,-24 8-16 16,29-16-432-16,-13 7-96 0,0-1 0 0,0 0-16 0,0 1-304 0,0-1 160 0,-1 0-160 0,-1 1 128 15,-14 9-128-15,28-12 0 0,-28 12 0 31,0 0-18112-31</inkml:trace>
  <inkml:trace contextRef="#ctx0" brushRef="#br0" timeOffset="125022.68">16866 8786 9215 0,'1'-2'816'0,"-1"0"-656"15,0 1-160-15,0 1 0 16,0 0 1152-16,-1 0 208 0,0-2 48 0,0 2 0 0,-1 0 288 0,-1-2 64 0,-1 4 16 0,-2 0 0 15,0 3-240-15,-2-1-64 0,1 2 0 0,-1 0 0 32,-1 0-240-32,1 0-48 0,0 2-16 0,1-4 0 0,0 2-192 0,0 0-32 15,2-1-16-15,0 0 0 0,0-1-464 0,1 1-80 16,1 0-32-16,0-1 0 0,0-1-160 0,1 0-16 0,2 1-16 0,-1-2 0 16,1 1-160-16,0 0 0 15,1-1 0-15,0 0 0 0,2 0 160 0,1-2-160 0,0 2 192 0,-4-2-192 16,0 0 208-16,0 0-64 0,0 0-16 0,39 15 0 15,-39-15 16-15,0 0 0 16,0 0 0-16,45 26 0 0,-45-26-144 0,0 0 128 0,36 33-128 0,-36-33 128 0,0 0 16 0,32 40 0 16,-32-40 0-1,0 0 0 1,23 48 0-16,-23-48 0 0,8 33 0 0,-8-33 0 0,2 29-144 0,-4-17 128 0,-2-1-128 0,0 1 128 16,-3-2 0-16,-1-1 0 0,-2 1 0 15,-1-1 0 1,-1-2 48-16,-1-2 0 15,1 0 0-15,-1-3 0 0,-1-2-176 16,-1-2 0-16,2-1 0 0,-1-1 0 31,2-1 0-31,1-3 0 16,2 0 0-16,-1-2 0 0,3-2 0 0,1 0 0 0,1 0 0 0,1 0 0 0,2 0 0 0,2 0 0 0,2-2 0 0,3 0 0 0,1 1 0 0,2-2 0 0,2-1-144 0,1 1 144 0,1-2 0 0,0 3 0 0,3-4 0 0,-2 3 0 0,0 1 0 0,1 2 0 0,-1 0 0 0,-1 1 0 31,-1 3 0-31,-3-2 0 0,0 3 0 0,-4 2 0 16,1 1 0-16,-4-1 0 0,-1 2 0 0,-3 1 0 15,-1 0 0-15,-1 2 0 0,-2-2 0 0,-1 2 0 0,-2 0 0 0,-1 0 0 16,-1 0 0-16,-1 0 0 0,0-2 0 0,2 1 0 16,2-1 0-16,2-3-160 15,1 0-1088 1,2-2-224-16</inkml:trace>
  <inkml:trace contextRef="#ctx0" brushRef="#br0" timeOffset="132369.13">8120 7713 3743 0,'-1'-3'320'16,"0"0"-320"0,1 3 0-16,0 0 0 0,0-2 0 0,-1 2 0 0,0-3 576 0,0 1 48 15,-1 0 16-15,1-3 0 16,-1 3 368-16,0 1 80 0,1-1 0 0,1 2 16 0,-1 0 48 0,0 0 0 15,1 0 0-15,0 2 32 16,0-2-416-16,0 1-64 0,1 1-32 0,0 0 0 0,0-2-256 0,1 0-48 16,1 0-16-16,0 0 0 0,0 0 160 0,-1 0 16 15,2 0 16-15,0 0 0 0,0 0 48 0,0 1 16 16,1-1 0-16,-2 0 32 0,1 2-368 16,1-2-80-16,-1 2 0 0,0-2-16 0,2 0-48 0,-2 2 0 15,1-2 0-15,0 0 0 0,-1 0-128 0,1 0 0 0,0 0 0 0,0 0 0 16,1 0 0-16,-1-2 0 0,1 1 0 0,-2 0 0 31,2-1-256-31,-1 1-128 0,0 1-32 0,0 0 0 16,-1 0-1200-16,1 1-240 0</inkml:trace>
  <inkml:trace contextRef="#ctx0" brushRef="#br0" timeOffset="132784.85">8481 7696 1839 0,'5'2'0'0,"-2"-2"160"0,-1 0-160 0,0 0 0 0,0 1 0 0,-1-1 0 16,2 1 960-16,1-1 144 0,1 0 48 0,3-1 0 0,0 0 320 0,0 1 80 15,1-3 16-15,-2 1 0 16,0 0-48-16,-1-1-16 0,0 2 0 0,0 0 0 15,0-1-672-15,-2-1-144 0,2 1-32 0,-1 0 0 0,1 1-368 0,-1 1-80 0,0 0-16 0,1 0 0 16,-2 1-192-16,0 0 0 16,1 2 0-16,-2-3 0 0,2 3 0 0,-1-3 0 0,0 0 0 0,0 2 0 15,1-2-400-15,-1 0 16 0,2 0 16 0,-1 0 0 32,1 0-576-32,0-2-112 0,0 2-32 0,1-3 0 0,-1 1-176 15,0 1-32-15,0-1-16 0,0 2 0 16,0-2 224-16,0 2 64 0,-2 0 0 0,2 0 0 15,0 0 416-15,-3 0 96 0,1 0 0 0,1 2 16 0,-2 0 224 0,1 1 32 16,0-2 16-16,-1 1 0 0,0 0 224 0,0 0 0 0,0 0 0 0,0-1 0 0,0 1 256 16,0-2-48-16,0-2-16 0,0 1 0 15,0 1-192-15,0-2 0 0,1 0 0 0,0-2 0 0</inkml:trace>
  <inkml:trace contextRef="#ctx0" brushRef="#br0" timeOffset="134732.14">7428 7593 4607 0,'-2'-2'400'0,"1"2"-400"0,0 0 0 0,0-2 0 15,0 2 1088-15,0-1 128 0,-1 1 16 0,-1-2 16 16,-1 1 496-16,-1-2 112 0,0 0 0 0,-1 1 16 15,0-1-416-15,0 1-96 0,0 2-16 0,-1 0 0 16,2 0-192-16,-2 0-32 0,0 2-16 0,0 1 0 16,2 2-160-16,-2-1-48 0,1 1 0 0,-1 2 0 15,0 3-288-15,-1-1-64 0,1 3-16 0,-2 2 0 0,2 3 80 0,1 0 16 16,0 5 0-16,0 0 0 0,2 0 16 0,-1-1 16 16,2 1 0-16,2-4 0 0,-1 1-128 15,2-2-16-15,0-17-16 0,0 0 0 0,8 38-16 0,-8-38 0 16,0 0 0-16,0 0 0 0,0 0-224 0,0 0-32 15,42 19-16-15,-32-25 0 0,2-3-16 16,1-4 0-16,1 0 0 0,-1-2 0 0,2-3-192 0,-1-3 0 16,0 3 128-16,-2-2-128 0,-1-2-160 0,-2 1-80 15,-1 2-16-15,-1-1 0 16,-3 2-160-16,-2 3-32 0,-1 1-16 0,-3 1 0 0,1 1 48 0,-5 0 16 0,-1 3 0 16,-2 2 0-1,-1 0-96-15,-2 4-16 0,1 1 0 0,0 0 0 0,1 4 112 0,1 0 16 16,0 0 0-16,1 4 0 0,1 2 384 0,1 2 0 0,2 2 0 0,-1 0 176 15,2 0-176-15,2 0-144 0,0 2 144 0,1-14-14432 16</inkml:trace>
  <inkml:trace contextRef="#ctx0" brushRef="#br0" timeOffset="134952.35">7481 7812 11967 0,'-1'2'528'0,"0"-1"112"0,1 0-512 0,0 1-128 0,1-1 0 0,0 1 0 15,-1 0 2304-15,1-1 448 0,1 3 64 0,1 3 32 16,-3-7-352-16,0 0-64 0,0 0 0 0,0 0-16 16,0 0-1552-16,21 36-304 0,-17-31-64 0,0-3-16 0,-1-1-480 0,-1 0 0 15,2-2 0-15,0 0-9600 0,-1-3-1984 16</inkml:trace>
  <inkml:trace contextRef="#ctx0" brushRef="#br0" timeOffset="135411.54">7592 7588 13823 0,'-2'0'608'0,"0"0"128"0,1 0-592 0,1-2-144 0,0 2 0 0,1 0 0 15,0 0 1600-15,1-2 304 16,1 0 48-16,1-1 16 0,3-1-448 0,1 1-96 0,0-2-16 0,0 0 0 16,0 3-144-16,2-2-48 0,-2 1 0 0,1 3 0 15,-1-3-432-15,1 3-80 0,-1 1-32 0,-1 1 0 0,0 1-432 0,-7-3-96 16,0 0-16-16,0 0 0 16,0 0-128-16,0 0 0 0,0 0 0 0,0 0 0 0,0 0 128 0,25 35-128 15,-27-32 128-15,-1 1-128 0,0 1 272 16,-2-2-16-16,0 2-16 0,-3-1 0 0,1 1-48 0,-2-1-16 15,1 3 0-15,-2-3 0 0,2 2-176 0,-2 1 0 16,3-3 144-16,-1 2-144 0,2 0 128 0,0 2-128 16,2-4 128-16,1 1-128 0,1 0 144 0,1-1-144 0,2-1 192 0,2-1-192 15,1 1 192-15,0-3-64 16,3 1 0-16,-1 0-128 16,3-1 416-16,-9 0-32 0,0 0 0 0,29 0 0 0,-29 0 0 15,0 0-16-15,0 0 0 0,45 7 0 0,-45-7-160 0,0 0-16 0,0 0-16 0,42 12 0 16,-42-12-176-16,0 0 160 0,0 0-160 0,0 0 160 15,0 0-160-15,0 0 0 0,0 0 144 0,0 0-144 16,24 38 192-16,-32-32-48 0,-1 3 0 0,-3 0 0 16,-2 2-16-16,-3-1 0 0,-1 2 0 0,-2-3 0 0,1 1-128 0,-4 1 0 31,-3-1 0-31,0 0-12080 0,1-3-2480 0</inkml:trace>
  <inkml:trace contextRef="#ctx0" brushRef="#br0" timeOffset="142095.15">8061 6838 5519 0,'0'-1'496'0,"0"1"-496"0,0-2 0 0,0 2 0 0,0 0 928 0,0-1 96 16,0 1 0-16,0-2 16 0,0 1 96 0,0 0 16 15,0-1 0-15,0-1 0 0,1 1-576 0,0 2-96 16,0-2-32-16,0 1 0 16,1 1 128-16,-1 0 0 0,0 0 16 0,1 0 0 0,1 0 48 0,-1 0 0 0,1 0 0 0,-1 0 0 15,0 0 80 1,1 0 32-16,0 0 0 0,1 0 0 0,-1 0-304 0,1 0-48 15,1 0-16-15,-1 0 0 0,2 0-208 16,-1 1-48-16,0 1-128 0,1 0 192 0,-1 1-192 0,1-1 0 16,-2 0 0-16,1-2 0 0,1 2 0 0,-1 1 0 15,1-2 0-15,0 1-160 0,0-2 160 16,-1 2 0-16,2-1 0 0,-2 0 0 0,2-2 0 16,-1 0 0-16,2 1-144 15,-1-4 144-15,1 3 0 0,-1-2-176 16,0 1 176-16,-1 1-128 0,1 0-64 0,-1-1 0 0,1-1 0 0,-1 3 0 15,0-2-240-15,-2 2-48 0,2 0-16 0,-1 2 0 16,0-2-704-16,1 1-144 0</inkml:trace>
  <inkml:trace contextRef="#ctx0" brushRef="#br0" timeOffset="142551.14">8527 6835 4543 0,'2'2'0'0,"-1"-2"192"0,1 0-48 0,0 0-16 0,-1 1-128 0,0-1 0 0,1 2 0 0,0-2 0 16,1 2 1024-16,3 0 160 0,0 0 32 0,1 1 16 0,1-1-720 15,0-2-160-15,0 0-32 0,0 0 0 0,1 0-320 0,-1-2 144 16,-1 2-144-16,1-2 0 16,-2 1 0-16,1 1 0 0,-1 0 0 0,1 1 0 0,-2 1 144 15,0-2-144-15,1 2 0 0,-2 1 144 0,2-1-144 0,-2 0 0 16,2 1-192-16,0 0 192 15,0 1-1552-15,1-2-192 0,0 0-48 0,1 1 0 16,2-1 1408-16,0-2 384 0,0 0 0 16,1-2 0-16,0-1 0 0,0 1-128 0,1 1 128 15,-2 1 0-15,-1-1 0 0,-2 1 0 0,1 1 0 16,-2 0 0 0,1 1 0-16,-2 1-128 0,1-1 128 0,-1-2 0 0,0 1 0 0,2-1 0 0,-2 2 0 0,2-1 0 0,0 0-128 15,1 1 128-15,-2-1 0 0,1 1 0 0,2-2 976 0,-2 2 304 0,1-1 48 0,-1 1 48 16,1 0 544-16,1-2 128 0,0 1 0 15,-1-1 48-15,3 0-560 0,-2-1-128 0,0 1 0 16,1-2 16-16,0 2-832 0,-1-2-160 0,1 1-48 0,-1-1 32 16,0 0-416-16,-1 1-144 0,-1-1 0 0,1 2 144 31,-2 0-1248-31,1 0-144 16,-2 0-16-16,2 0-6768 0</inkml:trace>
  <inkml:trace contextRef="#ctx0" brushRef="#br0" timeOffset="143344.62">9284 6908 911 0,'5'-1'0'0,"-1"0"0"0,-2 1 0 0,-1 0 0 0,0 0 800 0,1 0 80 16,2 0 16-16,3-2 0 0,2 2-176 0,0 0-16 16,1 0-16-16,-2 0 0 15,1 2 0-15,-2-2 0 0,1 2 0 0,-2 0 0 0,0-2 32 16,-1 3 16-16,2-1 0 0,-2-1 0 0,1 3-368 15,0-4-80-15,1 0-16 0,-2 0 0 0,2 0-272 16,-1 0 0-16,2-2 0 0,0-1 0 16,1 1-544-16,1 0-160 0,-1 1-48 0,-1 1 0 0,1 0 752 0,-1 0 0 15,-1 0 0-15,2 1 128 16,0 3-128-16,-1-3 0 0,-1 3 0 0,0-1 0 16,1 1 0-16,-2-1-128 0,2-1 128 0,-3 2 0 0,2-1 0 15,-2-1-128-15,1 1 128 16,-1-1 0-16,1 0 0 0,0 1-160 0,1-1 160 15,0-1 0-15,2 1-128 0,-2-2 128 0,1 0-160 0,0 0 160 0,2 0-240 0,0-3 48 0,1 1 0 0,2 0 32 16,-1-1 0-16,1 2 0 0,0 0 0 0,-1-2 0 16,0 1 0-16,0 0 0 0,0-1 0 0,-2 2 16 15,0 0-16-15,-1 1 0 0,1-2 0 0,-2 2 16 16,0 2-16-16,0-2 0 0,-1 2 0 0,0-2 0 16,-1 2 0-16,1-2 0 0,-1 1 0 0,1 1 16 0,-1-2 16 0,1 0 0 15,-1 0 0 1,1-3 0-16,-1 3 1184 0,2-3 240 15,-1 0 48-15,0-2 16 0,2 0-416 16,-1 3-96-16,0-3-16 16,-1 2 48-16,0 1-480 15,0 0-80-15,0-2-32 0,0 3 0 16,-1-1-16-16,0 1 0 16,0 1 0-16,0-2 48 0,-1 2-320 0,0 0 0 0,1 0-128 0,-2 0 128 0,1 2-304 0,-1-2 48 0,-1 1 0 0,1 1 0 0,0-2-512 0,-1 0-112 0,1 0-16 0,1 1 48 15,-1 1-48-15,0-2 0 0,2 2 0 0,-2-1 0 16,3 0 352-16,-1 1 64 0,2-2 16 0,-1 1 32 0,1 1 256 0,-1 0 176 15,0 1-208-15,3-3 80 0,-2 0 464 0,1 2 112 16,0-2 0-16,0 2 64 0,0-2-64 0,1 0 0 16,-1 0 0-16,0-2 0 0,0 4-256 0,1-2-64 15,-2-2-128-15,0 2 224 0,1 0-224 0,-1 0 0 0,0-4 0 0,1 1 0 16,-3 3 0-16,1 0 0 16,-2-2 0-16,1 1 0 0,-2 1 0 0,2 0 176 15,-1 0-48-15,-2-2-128 0,2 1 992 0,-1 0 96 0,-1-1 0 16,0 2 16-16,1-3 0 0,0 3 0 0,-1-2 0 0,1 1 0 15,1-1-560-15,-1 1-112 0,2 0-32 0,-1 1 0 16,0 0-224-16,1 0-48 0,-1 0-128 0,1 1 192 16,-1 0 160-16,0-1 32 0,0 2 0 0,-1 1 0 15,0 0 144-15,0 1 48 0,-2 1 0 16,1-2 0-16,0 1-256 0,-1-2-64 16,0 1 0-16,0-1 0 0,-1 1-256 15,2-3 160-15,0 0-160 0,1 0 128 16,-1 0-128-16,2 0 0 0,0-2 0 0,-1 1 0 15,1-1-416-15,0 2-16 0,0-3 0 0,0 1 0 16,-1 0-400-16,0 2-96 0,0-2-16 0,0 1-5248 0,-1 1-1040 0</inkml:trace>
  <inkml:trace contextRef="#ctx0" brushRef="#br0" timeOffset="145584.49">7373 6809 911 0,'-3'-7'0'0,"1"2"0"16,0 2 0-16,1-1 0 0,1 1 2368 0,0 3 384 0,-1-2 64 0,-1-1 32 16,0 1-992-16,0 0-208 0,-1-2-48 0,1 0 0 0,-2 2-32 15,1 1-16-15,-1 0 0 0,2 2 0 16,-2 0-592-16,1 1-112 0,-1 2-16 0,0 1-16 15,0 1-176-15,-1-1-16 0,2 2-16 0,-2 1 0 16,1 0-224-16,1 2-64 0,-2 1 0 0,0 2 0 0,2 3-64 16,-2-2 0-16,2 4-16 0,0-2 0 15,2 3 32-15,1-3 16 0,1 0 0 0,1-4 0 0,1-2-80 16,2-2-16-16,0-2 0 16,2-3 0-16,0-1-192 0,2-4 0 0,0-1 0 0,1-4 0 0,0 0 0 0,1-3 144 15,0 1-144-15,2-3 128 0,-2 0 160 0,-1-1 32 16,1 0 0-16,-2-3 0 0,0 1-320 0,-3 1 0 0,0 2 128 0,-2 0-128 0,0 0 0 0,-1-1 0 31,-2 1 0-31,-2-1 0 0,-1 2 0 0,-2 0 0 16,0 3 0-16,-4-2 0 0,-1 1 0 0,-3 2 0 0,-1 0 0 15,-2 2 0-15,3 1 0 0,-2 3 0 0,-1-1 0 0,0 2 0 0,1-2 0 0,1 4 0 16,3 0 0 0,1-1 0-16,2 3 0 0,0-2 0 0,2 3 0 0,3-2 0 15,0 1 0-15,1 1 0 0,2 1 0 16,2 0-9760-16,-1 1-1904 15</inkml:trace>
  <inkml:trace contextRef="#ctx0" brushRef="#br0" timeOffset="145800.18">7500 6933 11055 0,'1'-1'480'0,"-1"1"112"0,1 0-464 0,0 0-128 0,-1 0 0 0,1 1 0 0,0 0 1312 0,0 2 240 0,0 1 48 0,1 3 16 16,1 3-240-16,0 0-48 16,-1-1-16-16,0 0 0 0,0 2-896 0,1-3-176 15,-1-1-48-15,1 1 0 0,0-5-192 0,0-1 0 16</inkml:trace>
  <inkml:trace contextRef="#ctx0" brushRef="#br0" timeOffset="146178.74">7663 6756 9215 0,'-3'3'400'0,"1"-1"96"0,-1-1-496 0,1 1 0 0,1-2 0 0,0 2 0 0,0-2 1536 0,0 2 192 0,-1 1 64 0,-1 1 0 0,-1 1 0 0,0 2 0 15,2-2 0-15,0-1 0 16,0 2-736-16,1-2-144 0,1 1-16 0,1 0-16 15,1-1-176-15,0 1-16 0,1 0-16 0,0-1 0 16,1 2-208-16,-1-2-32 0,2 3-16 16,0-2 0-16,-1 0-288 0,1 0-128 15,1-1 0-15,-1 3 128 16,0-2-128-16,0 2 0 16,1-1 0-16,-1 0 128 0,-5-6-128 15,0 0 160-15,0 0-160 0,0 0 160 0,0 0 48 0,30 35 16 0,-25-29 0 16,-1 0 0-16,-4-6-80 0,0 0-16 0,0 0 0 0,0 0 0 15,0 0-128-15,0 0 160 0,0 0-160 0,0 0 160 0,0 0 16 0,0 0 0 0,0 0 0 0,0 0 0 16,0 0-16-16,0 0 0 0,0 0 0 16,0 0 0-16,0 0-160 0,6 32 128 0,-11-28-128 15,0 1 128-15,-1 2-128 0,1-3 0 0,-2 2 144 16,0 0-144-16,-1 2 0 16,-1-2 128-16,1 2-128 15,-2-1 0-15,1-1 0 0,0-2 0 0,0 0 0 0,0-4 128 0,3 0-128 0,-1-4 0 0</inkml:trace>
  <inkml:trace contextRef="#ctx0" brushRef="#br0" timeOffset="146375.85">7615 6718 11055 0,'-1'-3'480'0,"0"-1"112"0,2 2-464 0,0 0-128 0,0 1 0 0,1-1 0 15,0 2 1616-15,1-2 304 0,3-2 64 0,2 1 16 16,4 0 560-16,1 1 128 0,2 0 0 0,0-1 16 15,0 1-1296-15,1 2-256 0,0 0-48 0,-16 0-16 16,31 5-768-16,-31-5-144 0,0 0-48 0,42 12-14432 16</inkml:trace>
  <inkml:trace contextRef="#ctx0" brushRef="#br0" timeOffset="148694.7">8072 3708 3679 0,'1'-2'320'0,"1"1"-320"0,-2-1 0 0,0 1 0 0,0 1 848 0,0 0 112 0,1-2 0 0,0 0 16 0,0 0-80 0,0-3 0 16,0 3-16-16,0 1 0 0,0-1-304 0,0 1-48 15,1 1-16-15,0 0 0 0,1 1-256 0,-1 1-48 32,1-1-16-32,1 3 0 0,0 1-192 0,0-3 0 0,1 3 0 0,0 0 0 0,0-1 0 0,2 1 0 15,-1 0 0-15,3-3 0 0,-1 3-160 0,0-4 32 31,2 1 0-31,-1 0 0 0,1-2-512 0,0 0-80 0,1 0-32 0,0 0 0 79,0-2-208-79,0 2-32 0,-2-2-16 0,1 2 0 0,1 2 1008 0,-1-2 0 0,1 0 0 15,0 2 192-15,0-1-192 0,-1 0 0 0</inkml:trace>
  <inkml:trace contextRef="#ctx0" brushRef="#br0" timeOffset="149105.35">8561 3760 1151 0,'6'-3'0'0,"1"1"0"0,-2 0 0 0,-5 2 0 0,1 0 0 0,3-1 0 0,4-1 0 0,7 1 0 0,4-2 320 0,1 0-48 16,0 3 0-16,-2-2 0 0,0 4 192 0,-1-2 48 16,-2 2 0-16,-1 1 0 0,1-2-240 15,-1 0-32-15,-1 2-16 0,0-1 0 0,-2 0-224 16,1 1-288-16,0-3 64 0,1 2 16 15,-1-2-272-15,0 0-48 0,0 0-16 0,0 0 0 0,2 0 544 0,-1-2 0 16,1 2 0-16,0-2 0 0,-1 1 0 0,1 1 0 16,0 0 0-16,1 0 0 0,-1 0 0 15,0 1 0-15,-1 1 0 16,-1-2 0-16,1 2 0 16,-1-1 0-16,0 0 0 15,-1 1 0-15,1 1 0 16,0-3 0-16,-1 1 0 15,-1 0 0-15,2 0 0 0,-2 1 0 16,-2-2 0-16,-1 1 0 16,2 0 0-16,0-1 0 0,2 0 0 15,1 0 0-15,3-1 0 0,0 0 0 0,1 1 0 0,-1-2 0 0,1 1 0 0,1 0 0 16,-1 0 0-16,0 1 0 0,2 0 0 0,-1 0 0 0,1 0 0 0,-2 2 0 0,-1-1 0 0,-1 1 0 0,2 0 0 0,0 0 0 0,2-1 0 0,-1 1 0 0,1 0 0 0,-2-2 0 0,-2 0 0 0,0 0 0 0,1 0 0 0,-1-2 0 16,1 0 0-16,1 1 0 0,3-2 0 0,0 2 0 0,1-3 0 15,0 1 0-15,-1 2 0 0,1-1 0 0,-2 2 0 0,0 0 0 16,1 0 0-16,-1 2 0 0,2-2 0 15,-1 0 0-15,1 3 0 0,-4-2 0 16</inkml:trace>
  <inkml:trace contextRef="#ctx0" brushRef="#br0" timeOffset="149341.57">10358 3824 7727 0,'28'0'688'0,"-16"0"-560"0,-1 0-128 0,-1 0 0 0,-4 0-160 0,-2 0 160 16,1 0 0-16,4 0 0 0,4 0 0 0,5 2 0 16,5-2 0-16,2 0 0 0,-1 1 0 0,0-2 160 15,-2 1-160-15,0 0 0 0,0-2 0 0,-2 0 0 16,0 1 0-16,0-1 0 0,-1 0 0 0,0 1 0 16,-1 1 0-16,-1-2 0 0,0 4-160 0,0-2 160 15,-4 0-176-15,2 3 48 16,0-1 0-16,1-1 128 0,1 3-208 0,-2-3 80 0,2 0 128 15,0 1-208-15</inkml:trace>
  <inkml:trace contextRef="#ctx0" brushRef="#br0" timeOffset="149958.84">11391 3857 4607 0,'8'2'400'0,"-1"-2"-400"0,0 0 0 0,-3 0 0 0,0 0 720 0,3 0 64 16,5 0 16-16,7 0 0 0,8-2-544 0,4 2-128 15,-2 0 0-15,0-2-128 0,-2 1 0 0,-1-1 0 16,-1 0 0-16,-1 0 0 0,-1 1 0 0,0-1 0 16,-2 0 0-16,-2 1-144 15,-2 1 16-15,0-2 0 0,1 2 0 0,0 0 0 16,-1 0-64-16,0 2-16 0,0-2 0 0,-1 3 0 0,-2-1-144 16,1-1-32-16,-1 3 0 0,0-2 0 15,0 1-176-15,-1 2-32 16,0-1-16-16,1-1 0 15,0 2 480 1,0-1 128-16,0 1 0 16,0 0 0-16,-1-1 0 0,2-1 0 0,-1 2 0 15,1-3 0-15,-1-2 0 0,1 2 0 0,-1-2 0 0,0 2 0 0,0-2-128 0,-1 1 128 0,0-1 0 0,-1-1 0 0,1 1 0 0,-1 0 0 0,-1 0 0 0,1-2 0 0,-1 2 0 0,0-1 256 0,0 1-48 16,-1-1 16-16,0 2-80 0,-1-1-16 0,0 0 0 0,0 0 0 16,0 1 32-16,0-1 0 0,0 2 0 0,1-2 0 0,-1 1 224 15,0-1 32-15,1 2 16 0,1-2 0 16,-1 0-96-16,0 0-16 0,0 0 0 0,2 0 0 15,-1 0-80-15,1 0-32 0,1 0 0 0,-1 0 0 16,0 0-208-16,0 0-160 0,1 0 32 0,-1 0 0 16,1 0-1152-1,-1 0-208-15,1 0-48 0,-1 0-16 0,-1 2 1296 16,0-2 256-16,1 0 0 0,-1 1 144 16,0 1-144-16,1-2 0 15,-1 0 0 1,0 0 0-16,0 2 0 15,0-2 0-15,0 0 0 0,1 0 0 16,0 0 0-16,-1 0 0 0,1 2 0 0,1-2 0 0,-1 1 240 0,1 1 32 0,0 0 16 0,0-1 16 0,0 1-304 0,-1 0-304 0,2 0 64 16,-1 0 32-16,2 1 208 0,0-3 0 0,0 0 0 0,-1 2 0 0,2-2 0 0,-3-2 0 0,1 2 0 0,-1-3 0 0,-1 1 0 0,1 1 0 15,1 0 0-15,-1-1 0 0,-1-1 0 0,1 1 0 0,-1 0 0 0,0 1 0 16,1-1 0-16,-2 0 0 16,1 0 0-16,-1 1 0 0,0 1 400 0,0-2 64 15,0 2 16-15,-1 0 32 0,1 0-320 0,-2 0-192 0,0 0 192 16,-1 2-192-16,-1-1 0 0,1-2 0 0,1-1 0 0,0-1 0 0</inkml:trace>
  <inkml:trace contextRef="#ctx0" brushRef="#br0" timeOffset="151268.6">7656 3641 2751 0,'1'-5'256'0,"0"1"-256"0,0-1 0 0,-1 2 0 15,0 1 704-15,0 2 80 0,0-2 32 0,0-3 0 0,1 0 416 16,-1-1 96-16,0 0 16 0,0 2 0 16,-1 2-288-16,0 4-48 0,-1 1-16 0,-1 3 0 0,1 3-224 15,-1 3-64-15,1 2 0 0,0 3 0 0,-1 1-224 0,0 0-48 16,0 2-16-16,1 0 0 0,-2-1-416 0,1-5 0 15,1 0 128-15,0-2-128 0,0 0 0 0,1-1 0 16,-1-3 0-16,0-1 128 0,2-2-128 0,-1-2 0 16,1-3 0-16,0 0 128 0,0 0 64 0,0-3 0 15,1 1 0-15,-1-1 0 16,1-1 176-16,-1-1 32 0,1-1 16 0,-1 2 0 0,1-1-416 0,-1 1 128 16,0-4-128-16,1 2 0 0,-1-2 0 0,1 0 0 15,0 0 0-15,-1-2 0 16,2 1 0-16,1 0 0 0,0-3 0 0,0 0 0 0,-1-2 0 0,2-1 0 15,0-2 0-15,0 1 0 0,-1-2 0 0,0 1 0 16,0 2 0-16,-1-1 0 16,0 2 0-16,-1 2 0 0,0 2 0 15,0 3 128-15,0 2-128 0,-1 1 0 0,-1 2 144 0,0 2-144 0,0 2 384 0,0 2 0 16,-1 2 0-16,-2 3 0 0,-1 5 0 0,1 2 0 0,-1 2 0 0,0 0 0 16,1 1-192-16,0-3-16 0,0 1-16 0,1 2 0 0,-1 1-160 15,0 1 0-15,0 2 0 0,0-4 0 0,1-4 0 16,0-1 0-16,0 2 128 0,-1-2-128 0,1 1 0 15,-1-1 0-15,3-2 0 0,-2-1 0 0,2-1 0 16,0-2 0-16,1-2 0 0,0-1 0 16,2-3 0-16,0-2 0 0,1-2 0 0,1-3 0 0,2 3 0 0,0-5 0 15,2 0 0-15,0-1 0 0,-3 2-320 0</inkml:trace>
  <inkml:trace contextRef="#ctx0" brushRef="#br0" timeOffset="152259.49">8091 3748 911 0,'-3'0'0'16,"0"-2"0"-16,1 2 0 0,0-1 0 16,2 1 1008-16,-1 0 112 0,0 1 32 0,0-1 0 0,-2 2 0 0,-1-2 16 15,0 2 0-15,0 0 0 0,1-1-272 0,-1 1-48 32,3 0-16-32,-1-1 0 0,0 1-256 0,1-2-64 0,0 2-16 0,1-2 0 0,1 0 32 0,1 0 16 15,0-2 0-15,0 2 0 0,3-3 352 0,0 3 64 0,1-2 0 0,1-1 16 16,0 1-336-16,1 1-80 15,0 0-16-15,0-2 0 16,2 1-144-16,-2 2-16 0,2-2-16 0,-1 1 0 16,2 1-368-16,-3 0 144 0,0-2-144 15,1 2 0-15,-2 0 0 16,0 0 0-16,1 0 0 0,-3 0 0 16,1 0 0-16,-1 0 0 15,-1 2 0-15,-1-2 0 0,-1 0 0 0,-1 0 0 16,0 0 0-16,-1 0 0 0,-2 3 0 0,-1-3 0 0,0 2 0 0,0 1 0 15,-1-2 0-15,-1 0 0 16,0 1-128-16,-1 1 128 0,0-1 0 0,-2-1 0 16,1 1 0-16,-2 0-144 0,1 0 144 0,-1 0-128 0,0-2 128 0,0 0-128 0,4 0 128 0,-1 0 0 0,1-2 0 0,0 0-128 0,0 0 128 0,1-1 0 15,-1 1 0-15,1-1 0 0,1 1 0 0,1 2 0 16,1-1 0-16,0 0 128 0,0 1-128 0,1-2 0 16,1 1 0-16,0 1 0 0,2-2 176 0,-1 0-48 15,2 1 0-15,1-1 0 0,-1 2 16 16,2-1 0-16,0 0 0 0,1 1 0 15,0 0-16-15,0 0 0 0,1 1 0 16,0-1 0-16,1 1-128 0,-2-1 0 0,2 0 0 0,-2 0 0 0,1 0 0 0,2 2 0 0,-2-2 0 0,0 0 0 16,3 0 0-16,-4 0 0 0,-1-2 0 0,-1 2 0 15,0 0 0-15,-3-1 0 0,1 0 0 0,-2 1 0 16,-1 0 0-16,-1-2 0 0,-2 2 0 0,0 0 128 16,-2 0-128-16,-2 0 0 15,-1 0 0-15,-1 0 0 0,1 2 0 16,-2-2 0-16,-1 1 0 15,-1 0 0-15,-1 2 0 16,0 1 0-16,-2-1 0 0,2 1 0 16,0-1 0-16,2 2 0 0,2-2 0 0,1 0 0 0,2 0 0 0,0-1 0 0,-1 1 0 0,1 1 0 0,0-1 0 0,1 2 0 0,2-3 0 0,-1 2 0 15,2-1 0-15,1 0 0 0,-1-1 0 0,2 0 0 0,0 0 0 16,0-2 0-16,2 0 0 0,0 0 0 16,1 0 0-16,1 0 0 0,-1-2 0 0,3 0 0 0,-2 0 304 15,2 0-32-15,0-1 0 0,-1 0 0 0,3 1 416 16,0 0 80-16,2-3 0 0,2 2 16 0,-1-1-576 0,0 2-208 15,1 0 144-15,-1 1-144 0,1 1 0 0,-1 0 0 16,1 0 0-16,-4 2 0 16,1 1-672-16,-2-1-16 15</inkml:trace>
  <inkml:trace contextRef="#ctx0" brushRef="#br0" timeOffset="188899.03">4151 10467 10127 0,'1'-7'896'0,"-1"2"-704"0,1 1-192 0,-1 1 0 0,1 1 768 0,-1-1 112 16,0 1 16-16,0-1 16 0,1-4 976 0,-1-1 192 31,-1 0 32-31,1-1 16 0,-1 1 112 0,-1 4 0 0,1-3 16 0,-1 2 0 0,1 0-528 0,0 0-96 16,0 3-32-16,0-2 0 0,0 3-576 0,-1 1-112 16,1 1-16-16,0 1-16 0,0 1-416 0,0 1-80 15,0 3 0-15,0 0-16 0,-1 4-208 0,2 1-32 0,-2 6-128 16,0 2 192-16,0 2-192 15,0 2 128-15,0 4-128 0,0 0 0 16,1 1 0-16,-1-1 0 0,2 1 0 16,0-5 0-16,0-1 0 15,0-23 128 1,4 33-128-16,-4-33 0 0,0 0 0 0,12 36 0 0,-12-36 0 0,0 0 0 0,0 0 0 0,0 0 0 0,0 0 0 16,37 24 0-16,-37-24 0 0,15-8 0 0,-5 2 0 0,-1-2 0 0,0-1 0 0,0-1 0 31,2-2-128-31,-2-4 128 15,1 1 0-15,-2-3 0 0,2-2 0 0,-2 0 0 0,0 0-432 0,1 1 32 0,-3 0 0 0,1-1 0 16,-2 0-192-16,-2 2-48 0,0 3 0 0,0-2 0 0,-1 1 480 0,0-1 160 16,-1 5 0-16,0 0-144 0,0 4 144 0,-1 2 0 15,-1-1 0-15,-1 3 0 0,0 1 0 0,1 0 0 16,0 3 128-16,0 0-128 0,-1 3 128 0,0 0-128 16,0 1 128-16,-1 3-128 0,2-1 336 0,-1 3 0 15,0 2 0-15,0 1 0 16,-1 5-32-16,1-1-16 0,0 3 0 0,0 0 0 0,1 0-64 0,1 0-16 0,-1 3 0 15,1-1 0-15,1 0-16 0,0-1 0 16,0 0 0-16,-1-20 0 0,5 31-64 0,-5-31 0 0,0 0-128 0,0 0 192 16,19 33-192-16,-19-33 0 0,0 0 0 0,0 0 0 15,0 0 0-15,0 0-128 0,32-9 128 0,-25 4-17968 16</inkml:trace>
  <inkml:trace contextRef="#ctx0" brushRef="#br0" timeOffset="189593.61">4499 10702 5519 0,'0'-3'496'0,"0"1"-496"0,1-1 0 0,-1 3 0 0,0-2 1360 0,1 0 176 16,0-3 48-16,1-2 0 0,-1-3 432 16,0 1 96-16,0 2 0 0,0 0 16 0,0 2-400 0,-1 3-64 15,0-1-32-15,-1 3 0 16,0-2-128-16,-1 2-32 0,1 0 0 0,0 0 0 16,-1 2-288-16,-1-2-64 0,0 1-16 0,-1 1 0 0,1 0-384 0,-1 0-80 15,0 1 0-15,-1-1-16 0,-1 3-256 0,0-1-48 16,-1 0-16-16,1 1 0 0,-2 1 64 0,2 1 16 15,0-2 0-15,1 2 0 0,1 0-96 0,0 2-16 16,1-1 0-16,1 1 0 0,0 3-96 16,0-1-32-16,2 1 0 0,-1 0 0 0,1-1-144 0,0 1 0 15,0-12 144-15,5 23-144 0,-5-23 0 0,0 0 0 0,0 0 0 0,0 0 0 16,0 0 0-16,42 21 0 0,-42-21 0 16,26-9 0-16,-26 9 0 0,29-17 0 0,-13 8 0 0,-1-1 0 31,0-2-560-31,0 2-16 0,-1 1-16 0,-2 2-16720 15</inkml:trace>
  <inkml:trace contextRef="#ctx0" brushRef="#br0" timeOffset="190036.77">4674 10702 11967 0,'-2'-2'528'0,"1"1"112"16,1-1-512-16,-1 0-128 0,0 2 0 0,0 0 0 0,0 0 1600 0,0-1 272 15,-1 1 64-15,-2 0 16 0,1 1-32 0,-1 3-16 0,-1-1 0 16,1 1 0-16,0 2-624 0,-1 0-112 15,2 4-16-15,1-3-16 0,-1 3-256 0,1 1-48 16,1 1-16-16,0 0 0 0,2 0-208 0,0 0-32 16,-1-12-16-16,5 23 0 0,-5-23-304 0,0 0-64 15,0 0-16-15,0 0 0 0,0 0-176 0,32 27 0 0,-32-27 0 0,0 0 0 16,25-10 0-16,-17 3 0 0,1-3 0 0,-2 1 0 16,1-1 320-16,-1-4 48 0,1 1 0 15,-3-2 0-15,1-1-176 0,-4 1-48 16,0 3 0-16,-2 0 0 15,-1 0-144-15,0 3 0 16,-2 0 0-16,-2 4 0 0,-1-3 0 16,-3 4 0-1,0-1 0-15,-1 3 0 0,0 2 0 0,0 2 0 0,-1 0 0 0,2 3 0 0,1 2 0 0,0 0 0 0,3 3 128 0,0-3-128 0,1 2 0 0,1-1 0 0,1-2 0 16,1 2 0-16,1-4-128 0,1-1 128 0,1 0-160 0,-2-3-16400 16</inkml:trace>
  <inkml:trace contextRef="#ctx0" brushRef="#br0" timeOffset="190633.1">4981 10702 10127 0,'0'0'448'0,"0"0"96"0,18-11-544 0,-15 8 0 0,-1 1 0 0,-1-1 0 15,1 0 2288-15,1-1 336 16,2-6 80-16,-1 0 16 0,-1-1-96 0,-2 1 0 0,0-1-16 0,-3 1 0 15,0 1-752-15,-2 1-160 16,0 1-32-16,-3 0 0 0,2 2-656 0,-3-1-144 0,1 3-32 0,-1-2 0 16,1 4-448-16,0 1-80 0,-2 1-32 0,0 4 0 15,2-2-272-15,-1 3 0 16,1 2 128-16,-2 1-128 0,3 3 0 0,-1-1 0 16,2 4 0-16,0-1 0 0,1 0 0 15,1 3 0-15,1-1 0 0,-1-1-144 0,1 1 144 0,0 1 0 16,1-1 0-16,0-1-128 15,0-1 128-15,0 0 0 0,1-14 0 0,1 24 0 0,-1-24 0 0,0 0 0 16,5 27 0-16,-5-27 0 0,0 0 0 0,0 0 0 0,0 0 0 0,0 0 0 0,0 0 0 0,0 0 0 16,0 0 0-16,37 11 0 15,-30-18 0-15,0-3 0 0,2 1 0 0,-1-1 0 16,0-1 0-16,0 1 0 0,0 0 0 0,-1 1 0 0,-1 0 0 0,0 1 0 16,-1 1 0-16,-1 0 0 0,0 3 0 0,-1 1 0 0,0-1 0 0,-1 3 0 15,0-1 0-15,-1 2 0 16,0 0 0-16,1 0 0 0,-2 0 0 0,0 2 0 0,1-1 0 15,0 3 0-15,0-3 0 0,0 3 0 0,0 0 0 16,0 4 128-16,-1-1-128 16,1 1 0-1,-1 1 0 1,0 2 0-16,1-1 0 16,0 4 0-16,0-4 0 15,0 3 0-15,-1-1 0 0,1 1 0 16,-1-13 0-16,2 25 0 0,-1-15 0 15,0-2 0-15,0 0 0 16,-1-8 0-16,0 0 0 0,0 0-128 0,0 0 128 0,0 0 0 16,0 0-1120-16,0 0-144 0,0 0-16 0,0 0-14768 0</inkml:trace>
  <inkml:trace contextRef="#ctx0" brushRef="#br0" timeOffset="190795.16">4928 10690 2751 0,'-3'1'256'0,"1"0"-256"0,1-1 0 0,0 2 0 0,1-2 2304 0,0 1 400 16,1 1 96-16,0 1 16 0,-1-3 560 0,0 0 112 15,0 0 32-15,0 0 0 0,0 0-656 0,0 0-128 16,35 24-32-16,-35-24 0 0,0 0-1088 0,0 0-208 16,42-6-64-16,-42 6 0 0,0 0-880 0,37-7-176 15,-37 7-32-15,0 0-16 0,40-5-240 0,-40 5 0 16,0 0 0-16,36 0 0 0,-36 0 448 0</inkml:trace>
  <inkml:trace contextRef="#ctx0" brushRef="#br0" timeOffset="191451.9">5241 10505 10127 0,'-2'0'896'0,"0"0"-704"15,1 0-192-15,1 0 0 0,0 0 1184 0,-1 0 208 16,-1 0 32-16,1 0 16 0,-2 0 608 0,1-2 128 15,1 2 32-15,2-1 0 0,1 1-608 0,1-2-112 16,2 2-16-16,2-1-16 0,-7 1-208 0,0 0-32 16,0 0-16-16,42-1 0 0,-42 1-256 0,0 0-48 15,46 0-16-15,-46 0 0 0,0 0-272 0,41 1-48 16,-41-1-16-16,0 0 0 0,44-1-400 0,-44 1-144 16,0 0 0-16,41-4 144 0,-41 4-144 0,0 0 0 0,28-4 0 15,-28 4 0-15,0 0-416 0,0 0 32 16,0 0 16-16,0 0-16144 0</inkml:trace>
  <inkml:trace contextRef="#ctx0" brushRef="#br0" timeOffset="191673.33">5293 10592 14735 0,'-2'0'640'0,"1"0"160"0,0 0-640 0,1 0-160 16,0 0 0-16,0 0 0 15,1 0 1728-15,-1 0 304 0,2 0 64 0,2 0 16 0,0 0 400 0,-4 0 96 16,0 0 16-16,0 0 0 0,0 0-864 0,41-2-160 16,-41 2-48-16,0 0 0 0,35-2-784 0,-35 2-144 15,0 0-48-15,40 0 0 0,-40 0-384 0,0 0-64 16,42 4-128-16,-42-4 176 0,0 0-176 0,38 8 0 16,-38-8 0-16,0 0-17728 0</inkml:trace>
  <inkml:trace contextRef="#ctx0" brushRef="#br0" timeOffset="193458.02">6254 9926 11055 0,'0'-2'976'0,"0"0"-784"0,-1-1-192 0,0 1 0 15,0-1 1664-15,0 1 272 0,-2-2 64 0,-1-5 16 16,0-1 240-16,-3 0 48 0,2 1 16 0,-2 1 0 0,2 2-624 0,-2 1-128 15,1 4-32-15,-2 1 0 0,1 3-512 0,-1 0-96 16,0 1-32-16,0 1 0 0,-2 2-400 0,2-2-96 0,-1 4-16 0,-1 3 0 16,1 0-192-16,1 2-32 0,-2 0-16 0,0 1 0 15,2 2-144-15,0 1 0 0,0-2 0 0,4 1 0 16,-1-2 0-16,1 1 0 0,1 4 0 0,1 0 0 16,0 2 0-16,1-1 0 0,2-2 0 0,1-2 0 15,-2-17 0 1,6 34 0-16,-6-34 0 0,11 32 0 0,-11-32 0 0,0 0 0 15,15 41 0-15,-15-41 0 0,0 0-128 0,10 30 128 0,-10-30 0 0,0 0 0 16,0 0 0-16,4 28 0 0,-4-23 0 0,-2-1 0 16,1 0 0-16,-1 1 0 0,0 1 0 0,-1-1 0 0,1 0 0 15,-1-1 0-15,0 4 0 0,-1-3 0 16,0 2 0-16,0-1 0 0,-1 2 0 16,1-1 0-16,0 0 0 0,-1-2 0 0,-1 2 0 0,1 0 0 0,-2 0 0 15,1-4 0-15,-1 2 0 0,0-3 0 0,1 0 0 0,0-4-144 16,-3-1 144-16,2-4-11024 15,0 0-2144-15</inkml:trace>
  <inkml:trace contextRef="#ctx0" brushRef="#br0" timeOffset="194027.65">6261 10406 16575 0,'-2'-1'736'0,"1"-1"160"0,1-1-720 0,-1 3-176 16,0-2 0-16,0 2 0 0,1 0 1552 0,-1 0 288 0,1-2 48 15,-3 0 16-15,1 0-272 0,-1 1-48 0,0-1-16 16,1 1 0-16,-1 1-480 0,0 0-112 0,-1 1-16 15,2 1 0-15,-1-1-400 0,0 3-96 0,1-2-16 0,-1 1 0 16,1 2-192-16,0 1-64 16,0 0 0-16,0 2 0 0,1 1 128 0,0 0 0 0,0 2 16 0,2-1 0 15,0 2-80-15,0-1-32 0,1 0 0 0,0 0 0 16,-2-11-224-16,0 0 128 0,0 0-128 0,0 0 0 16,26 28 128-16,-26-28-128 0,0 0 0 0,23-7 0 15,-15 2 0-15,1-4 0 0,0-1 0 0,0-4 0 16,0 0 0-16,0-1 0 0,-2-1 0 0,1 2 0 15,-4 0 0-15,1-1 0 0,-2 1 0 0,-3 0 0 16,-1 2 0-16,-4 3 0 0,0 1 0 0,-2 2 0 0,-3 1 0 0,-2 4 0 16,2-1 0-16,-3 4 0 0,0 1 0 0,1 2 0 15,2 0 0-15,1 2 0 16,2-3-992-16,2 2-144 0</inkml:trace>
  <inkml:trace contextRef="#ctx0" brushRef="#br0" timeOffset="195968.68">6519 9813 13823 0,'1'-3'1216'0,"0"1"-960"0,-1 0-256 0,0 2 0 0,0 0 1376 0,0-3 224 0,-1 0 64 0,1-1 0 16,-1-1 64-16,1-3 32 0,-2 2 0 0,-1 0 0 15,-1 1-416-15,1 0-96 0,-2 2-16 0,0 1 0 16,0 0-176-16,-2 1-32 0,1-1-16 0,-1 2 0 15,1 0-352-15,-1 2-64 0,2-2-16 0,-1 3 0 16,2-1-256-16,-1 0-64 0,0 3-16 0,1 0 0 16,1-1-96-16,-1 1-16 0,2 0 0 0,1 2 0 15,1-2-128-15,0 2 0 0,1-1 0 0,1 0 0 16,1 0 0-16,-3-6 0 0,0 0 0 0,0 0 0 0,0 0 0 0,0 0 0 16,36 34 0-16,-36-34 0 15,0 0-128-15,0 0 128 0,0 0 0 0,40 21 0 0,-40-21 0 16,0 0 0-16,0 0 0 0,0 0 0 15,0 0-128-15,0 0 128 0,33 34 0 0,-32-30 0 16,0 1 0-16,-1 0 0 0,-1-3 0 0,0 3 0 16,0-2 0-16,-1-1 0 0,-1 2 0 15,-2-1 0-15,2 2 0 0,-2-3 0 16,1 3 0-16,-1 0 0 0,0-2 0 16,0 0 0-16,0 0 0 0,0 0 0 15,1-3-128-15,0 2 128 0,-1-2 0 16,1 0 0-16,0 0 0 0,-1-2 0 0,1-1 0 15,0-2 0-15,1 1 0 0,0-3 0 0,2 2 0 0,-1-3 0 16,1-1 0-16,1 2 0 0,1-3 0 16,1 2 0-16,0 1 0 0,1-1 0 0,1 2 0 15,0 0 0-15,0 1 0 16,1 1 0-16,0-1 0 0,1 0 0 0,-1 3 0 0,1-3 0 16,1 0 0-16,1 0 0 0,-1 0 0 15,0 1 0-15,0-1 0 16,-1 0 0-16,0 1 0 0,0-1 0 15,1-2 0-15,-1 0 0 0,-1 0 0 0,1-1 0 0,-2 1 0 16,-1 0 0-16,0 0 0 16,-2 0 0-16,0 2 0 0,-1 0 0 15,-2 1 0-15,-2-1 0 0,0 0 0 0,-3 1 0 16,0 2 0-16,-2 1 0 16,-2 1 128-16,-2 3-128 15,-2 1 0-15,0 1 0 0,0 1 0 16,4 0 0-16,2-1 0 0,-1-1 0 0,3 4 0 15,-1-2-16656-15</inkml:trace>
  <inkml:trace contextRef="#ctx0" brushRef="#br0" timeOffset="196960.26">6633 10431 11055 0,'-3'1'976'0,"1"1"-784"0,1-2-192 0,0 0 0 0,1 0 960 0,-1 1 160 0,1 0 32 0,0 1 0 15,0 1 768-15,-1-1 176 0,1 3 16 0,0-3 16 16,1-1-400-16,1 1-64 0,1-2-32 0,0 0 0 15,1-1 48-15,0-1 16 0,2-2 0 0,0-1 0 16,2-2-1696-16,0-3-224 0,0-1-96 0,2-1-32 0,0-2 752 0,1 1 160 16,0-2 16-16,1-2 16 0,-1 0-288 15,-1 0-64-15,3 1-16 0,-4-3 0 32,0 3-224-32,-1-2 0 0,1-1 128 0,-2 1-128 15,0-1 0-15,-3 4 0 16,1 1 0-1,-1 0 0 1,-2 0 176 0,0 2-176-16,0-2 192 15,-1 4-192-15,0 0 160 16,0 1-160-16,-1 3 128 16,0 1-128-16,-1 2 0 15,-1 0 0-15,1 1 0 16,0 0 0-1,0 2 128-15,0 0-128 0,0 0 0 0,-1 2 128 0,1 0 0 0,-1 3-128 0,0 0 192 0,0 0-64 0,0 2 32 16,1 2 0 0,-1-1 0-16,0 1 0 15,1 0-160 1,-2 1 160-16,1 2-160 16,1 2 160 15,0 0-160-31,0 1 0 15,0 1 0-15,1 0 0 16,-1 1 0 0,0 0 128-16,1 1-128 15,0 2 0 1,0-2 0 0,0 2 128-16,0-5-128 15,0-15 0-15,4 26 0 0,-4-26 0 16,0 0 0-16,0 0 0 0,0 0 0 0,0 0 0 0,0 0 0 0,0 0 0 0,0 0 0 0,42 3 0 0,-34-14 0 0,0-3 0 0,1-1-144 0,0 0 144 0,-1-3-192 0,-1 4 192 0,-1 3-896 0,-1-2-80 0,2-1-16 0,-1-2 0 0,1 0 240 0,-2 1 48 0,0-2 16 0,-1 2 0 0,0 1 352 0,-2 0 64 0,0 3 16 0,-1 1 0 0,-1-1 256 0,-1 3 128 15,0-2-128-15,-1 3 192 0,1 2 384 0,-1 1 64 0,1 4 0 0,-2 0 16 0,1 0 96 0,-2 2 16 0,2 3 0 0,-2 1 0 0,1 0-368 0,-1 1-64 0,1 1-16 0,0 1 0 0,1 0-80 0,-1 3-32 0,1 2 0 0,2 0 0 0,-1-2-48 0,0 2-16 0,2 3 0 0,0 2 0 0,0-3-16 0,1 1 0 0,-2-17 0 0,8 31 0 0,-8-31-128 0,0 0 160 0,14 38-160 0,-14-38 160 0,0 0-160 0,0 0 0 0,0 0 0 0,0 0 0 0,0 0 0 0,36 25-144 0,-31-26 144 0,0-2-17856 0</inkml:trace>
  <inkml:trace contextRef="#ctx0" brushRef="#br0" timeOffset="198770.39">7178 10118 3679 0,'-2'-2'320'0,"0"2"-320"15,2-1 0-15,-1 0 0 16,1 1 816-16,-1-2 80 0,0 1 32 0,-2-3 0 0,0 1 384 0,0-1 80 16,2-1 16-16,0 0 0 0,0 0 0 0,0 0 16 15,1-2 0-15,0 2 0 16,0-1 368-16,0 1 80 0,0-1 16 0,0 2 0 0,0-1-224 0,-1 2-32 15,0 0-16-15,0 3 0 0,-1 0-192 0,-1 0-32 0,1 3-16 0,-3 1 0 32,0 3-480-32,0 2-80 0,-1 0-32 0,-1 4 0 0,-1 3-304 0,-1 2-64 0,2 2-16 15,-1-1 0-15,3 2-192 0,-1-2-32 16,1 5-16 0,2-5 0-16,1 2-160 0,1-2 0 15,1-1 0-15,0-3 0 16,1 0 0-16,1-1 0 0,-2-14 0 0,0 0 0 0,0 0 0 0,16 33 0 0,-16-33 128 0,0 0-128 0,0 0 0 0,0 0 0 0,41 19 0 0,-41-19 0 15,0 0 0-15,33-5-144 16,-18 1 144-16,-1-1 0 0,3-2-1216 16,-2-1-128-1,0-1-16-15,-1-3-14800 0</inkml:trace>
  <inkml:trace contextRef="#ctx0" brushRef="#br0" timeOffset="199258.98">7327 10066 11055 0,'0'-1'480'0,"0"0"112"15,0-1-464-15,-1 2-128 0,0 0 0 0,1 0 0 0,-1 0 1968 0,0 0 368 0,-1 0 80 0,-1 0 16 16,1 2-80-16,0-2-16 16,-1 1 0-16,0 0 0 0,1 1-656 0,1 2-128 0,0 0-16 0,-1 0-16 31,2 2-624-31,-1 1-128 0,1 4-32 0,-1 0 0 15,0 3-240-15,0 1-48 0,1 2-16 0,0 2 0 16,0 0-272-16,0 0-160 0,1 0 192 0,-1 1-192 16,1 0 128-16,0-3-128 0,0-3 0 15,2-2 0-15,-3-12 0 16,0 0 0-16,0 0 0 0,0 0 0 0,0 0 0 0,0 0 0 16,0 0 0-16,41 4 0 0,-35-13 0 0,0-3 0 0,1-2 0 0,-1-3 0 0,2 2-256 0,0-3 32 15,-2 0 16-15,2 1 0 0,-3 0-128 0,2 1-32 16,-3-1 0-16,1 1 0 0,0 1 32 0,-2 1 0 15,-1 2 0-15,0 0 0 0,0 1 144 0,-1 2 48 16,-1 1 0-16,0 2 0 0,-1 0 144 0,0 1 0 16,0 3 0-16,-1 2 0 0,1-2 0 0,0 4 192 15,-2 2-64-15,1 1 0 0,-1 0 256 0,0 2 48 16,0 2 16-16,0-1 0 0,1 1-64 0,-1 1-16 16,1 1 0-16,0 2 0 15,2 0-144-15,0 2-32 0,2 0 0 0,-1-2 0 0,1-3-192 0,-1 1 144 0,2 1-144 0,-3-12 128 16,7 26-128-16,-7-26 0 0,0 0 144 15,0 0-144-15,20 35 128 0,-20-35-128 0,0 0 128 0,0 0-128 16,0 0 0-16,0 0 0 0,0 0 0 16,39 8-17344-16</inkml:trace>
  <inkml:trace contextRef="#ctx0" brushRef="#br0" timeOffset="199777.79">7582 10055 6447 0,'-1'-3'576'0,"1"-1"-576"0,0 1 0 0,0 1 0 16,1 1 1408-16,-1-1 192 0,1-2 16 0,0-3 16 16,1 0 832-16,1 1 160 0,2-1 48 0,-2 2 0 15,2 3-496-15,0 1-80 0,-1 1-32 0,2 3 0 16,-6-3-416-16,0 0-96 0,0 0-16 0,31 29 0 15,-31-29-592-15,0 0-128 0,28 38-32 0,-28-38 0 16,0 0-304-16,22 43-64 0,-22-43-16 0,12 33 0 0,-12-33-192 0,9 36-32 16,-8-17-16-16,-3-1 0 0,-2-1-160 15,-1 0 0-15,-4-1 144 16,-1-1-144-16,-2 3 0 16,-3-1 0-16,-2-1 0 0,-5 1 0 0,-2 1-688 0,-5-2-208 0</inkml:trace>
  <inkml:trace contextRef="#ctx0" brushRef="#br0" timeOffset="204548.93">7969 10156 2751 0,'0'0'256'0,"0"-2"-256"0,0 2 0 0,0-2 0 16,0 2 720-16,1-3 112 0,0 1 0 0,-1-5 16 15,1 0 512-15,0 0 112 0,1-1 0 0,-1 1 16 16,1 0 64-16,-1 0 16 0,0 0 0 0,0 2 0 16,1-2-448-16,-1 2-96 0,1 0 0 0,-1 1-16 15,0-1-48-15,0 0 0 0,-1 2 0 0,1 0 0 0,0 0-16 16,-1 0-16-16,-1 1 0 0,1 0 0 16,-1 2-96-16,1-2 0 0,-1 0-16 0,0 1 0 15,0 1 0-15,0-2 0 0,0 2 0 0,-1 0 0 0,1 2 16 16,-1-2 16-16,1 3 0 0,-1-1 0 0,-1 0-272 0,1 3-48 15,-1-2-16-15,1 3 0 0,1 0-160 0,-1 3-32 16,0 2-16-16,0 1 0 0,0 0-144 0,0 2-32 16,1 3 0-1,0 2 0-15,0 2-128 0,0-2 160 0,1 3-160 16,1-3 160-16,0 0-160 16,1-3 128-16,-2-16-128 15,6 26 128-15,-6-26-128 0,0 0 0 0,0 0 0 0,0 0 0 16,0 0 0-16,0 0 0 0,0 0 0 0,37 25 0 0,-30-31 0 15,-1-1 0-15,0-2 128 0,1 0-128 0,-1-1 0 0,-1 0 0 0,1 0 0 0,-1 1 0 0,0 0-192 0,-1-1 16 0,1 3 16 0,-1 0 0 16,0 0-112-16,1 1-32 0,-1 0 0 0,0 0 0 31,-1 0-240-31,0 1-48 0,0 1-16 0,0-1 0 16,-1 0-160-16,1-1-16 0,0 0-16 0,-1 0 0 16,0 0 96-16,0-1 32 15,-2-1 0-15,2-2 0 0,-1 2 448 0,1-1 96 16,-2-3 128-1,1 2-208-15,0 1 208 0,-1 2 0 0,1-3 0 16,-1 3 0-16,1 2 0 0,0 1 0 16,-1 2 128-16,0 0-128 0,0 4 192 0,-1 0 0 0,0 3-16 15,0 2 0-15,0 2 384 0,-1 0 80 16,0 4 0-16,0 0 16 0,2-1 80 16,-2 1 16-16,1 3 0 15,-1 1 0-15,1-1-240 16,0-1-32-16,1 1-16 15,0-2 0-15,1-4-144 0,0 1-48 0,1-2 0 0,0-1 0 16,-2-8-48-16,0 0-16 16,0 0 0-16,0 0 0 0,0 0-208 0,0 0 128 0,31 31-128 0,-31-31 0 15,0 0 0-15,0 0 0 0,0 0 0 0,0 0 0 0,0 0-192 0,40 13-96 0,-40-13-16 16,0 0-11344-16,0 0-2288 0</inkml:trace>
  <inkml:trace contextRef="#ctx0" brushRef="#br0" timeOffset="205476.34">8418 10124 6447 0,'0'2'576'0,"-1"0"-576"0,1-1 0 16,0 2 0-16,0-2 1360 0,0-1 176 0,0 2 16 0,0 1 16 16,1 1 1280-16,-1 3 256 0,1 0 48 0,0-1 16 15,0-1-672-15,1-2-128 0,0 0-16 0,-1-1-16 16,0-2-752-16,1 0-160 15,1-2-16-15,-1-1-16 0,0 1-640 0,1 0-128 0,-1-5-32 0,1 2 0 16,0-2-368-16,-1 0-80 0,0 0-16 0,-1 2 0 16,-1-4-128-16,0 4 0 0,0-3 0 0,0 2 0 15,-1-2 0-15,-1 4 0 0,0-1 0 0,-1 0 0 16,0 3 0-16,0-2 0 0,-2 3 0 0,1-2 0 16,-1 1 0-16,-1 2 0 0,1 0 0 0,-3 0 0 15,2 0-128-15,-2 2 128 0,1 1 0 0,0-1 0 16,1 2 0-16,-1 0 0 0,2 3 0 0,-1-1 0 15,1 2 0-15,0-3 0 0,0 2 0 0,1 0 0 16,-1 2 0-16,1 1 0 16,2 2 0-16,-1-3 0 15,0 3 0-15,0 0 0 16,2-1 0-16,-1 1 0 0,2 0 0 16,-1-1 0-16,1 0 160 15,0-2-160-15,0 0 256 16,0-1-64-16,0-8-16 0,0 0 0 0,0 0-176 0,0 0 192 0,0 0-192 15,13 30 192-15,-10-29-192 16,0-1 0-16,1 0 0 0,0-1 128 0,-1-1-128 0,3-2 0 0,0-1 0 16,1 0 128-1,-1 0-128-15,0-2 0 0,-1 1 0 0,2 0 128 0,-1-1-128 16,2 0 0 0,-1 0 0-16,0 0 0 0,0-2 0 0,0 1 0 0,-1 1 0 0,1-3 0 0,0 2 0 0,-1-1 0 0,-1 0 0 0,0 3 0 0,-1-4 0 0,0 3 0 0,0-3 0 0,-1 1 0 0,-1-1 0 0,1-1 0 0,-1 1 0 0,0-2 0 0,-1 0-224 0,-1-1 80 0,1 0 16 0,-1-1 0 15,1-2-128-15,-1-1 0 0,0-2-16 0,-2 0 0 16,1-3 0-16,0 1 0 0,0-2 0 0,0 1 0 15,1 4 80-15,0 1 32 16,1 3 0-16,-3 4 0 0,2 1 160 0,0 1 0 0,0 4 0 0,0 2 0 16,-1 2 0-16,1 2 0 0,-1 2 0 0,0 1 0 15,1 4 272 1,-1 3-16-16,1 2 0 16,-1 3 0-16,0 2 80 0,0 5 16 0,0 0 0 0,0-1 0 15,1-1-112-15,0-1-32 16,0 0 0-1,1-3 0-15,0 0-80 16,0 1-128-16,1 0 176 16,-1 0-176-16,-1-19 176 15,5 34-176-15,-5-34 160 0,6 37-160 16,-6-37 144-16,8 36-144 0,-8-36 128 0,8 37-128 16,-8-37 0-16,11 31 128 0,-11-31-128 15,0 0 0-15,12 34 0 0,-12-34 0 0,0 0 0 16,0 0 0-16,0 0 0 0,0 0 0 0,0 0 0 0,0 0 0 0,0 0 0 0,27-7 0 0,-24-2 0 15,0-1-12416-15,-1 0-2400 16</inkml:trace>
  <inkml:trace contextRef="#ctx0" brushRef="#br0" timeOffset="206170.27">8693 10106 2751 0,'-2'-6'128'0,"1"0"16"0,0 2-144 0,1 0 0 0,0 1 0 0,0-2 0 15,0 3 1280-15,0-6 240 0,-1 0 32 0,1-2 16 16,-1 0 736-16,-1 3 160 0,1 2 32 0,-1 3 0 16,2 0-48-16,-1 2 0 0,0 3 0 0,-1-1 0 15,1 3-336-15,-1 1-80 0,1 1-16 0,-1 0 0 16,-1 1-640-16,2 1-128 0,-2 0-32 0,0 1 0 16,1 0-640-16,-1-1-144 0,1 3-32 0,0-1 0 15,1-1-160-15,1 2-48 0,0 0 0 0,0 0 0 16,0-12-192-16,4 22 144 15,-4-22-144-15,0 0 128 0,0 0-128 0,0 0 128 0,26 34-128 0,-26-34 128 16,0 0-128-16,0 0 0 0,31-4 0 0,-23-1 128 16,1-2-128-16,-1-3 0 15,1-1 144-15,1-1-144 16,-1 0 0-16,0-2 0 16,0 4 0-16,-1-4 128 0,0 0-128 15,0-1 0-15,0 1 0 16,-2 0 0-16,0 2 0 15,-2-2-160-15,0 1 160 16,-1 0-160-16,0 0-16 0,-2 1 0 16,1 1 0-16,-2 2 0 15,0 2 32-15,-1 2 0 0,-1 2 0 0,0 1 0 16,0 2 144-16,-1 0 0 0,1 2 0 0,-2 1 0 16,1 2 0-16,-1-1 0 0,1 4 0 15,0 1 0-15,0 1 0 16,0 2 192-16,1 4-64 0,0 1 0 15,0 1 128-15,1 0 16 0,0 2 16 16,2 0 0-16,0-2-64 16,2 2-16-16,-3-20 0 15,8 38 0-15,-8-38 32 0,13 32 0 0,-13-32 0 16,0 0 0-16,28 35-240 0,-28-35 144 0,0 0-144 0,0 0 128 0,43 15-128 0,-43-15 0 16,23-7 0-16,-10-1-18944 0</inkml:trace>
  <inkml:trace contextRef="#ctx0" brushRef="#br0" timeOffset="208779.34">7015 10389 6447 0,'0'-2'576'0,"-1"1"-576"0,1 0 0 0,0 0 0 0,0 1 1120 0,0-2 112 15,0 0 32-15,1 1 0 0,0-4 800 0,1 1 176 16,1-1 16-16,-2 0 16 0,1 1-336 0,0 1-64 16,0 1-16-16,-1-1 0 0,0 3-192 0,-1 0-64 15,-1 0 0-15,0 3 0 0,-1-1-384 0,-1 3-64 16,1-1-32-16,-2 2 0 0,1 0-544 0,-1 2-96 0,0 1-32 0,-1 3 0 15,-1 2-320-15,1 0-128 0,-1 3 0 0,2-1 144 16,-1 1-144 0,1-2 0-16,1 1 0 0,0-4 0 0,2 0 0 15,0-5 0-15,2 1 0 16,0-4 0 0,0-1-448-16,1-1-80 0,0-2-16 0,-1 0 0 0,3-3-2176 0,-1-4-432 0</inkml:trace>
  <inkml:trace contextRef="#ctx0" brushRef="#br0" timeOffset="209000.68">7030 10379 10127 0,'0'0'448'0,"0"-2"96"16,1 2-544-16,-1-2 0 0,0 2 0 0,0 0 0 0,1 2 1600 15,0-2 192-15,0 2 64 0,0 1 0 0,-1-3 480 0,0 0 96 16,0 0 32-16,13 27 0 0,-13-27-800 0,0 0-144 16,15 34-48-16,-15-34 0 0,12 29-656 0,-12-29-144 15,12 31-32-15,-12-31 0 0,11 35-352 0,-11-35-80 16,10 29-16-16,-10-29 0 0,7 26-192 0,-7-26 0 15,0 0-144-15,0 0 144 16,0 0-1568-16,0 0-224 0</inkml:trace>
  <inkml:trace contextRef="#ctx0" brushRef="#br0" timeOffset="209157.83">7011 10500 12895 0,'-1'0'1152'0,"0"0"-928"0,1 2-224 0,1-2 0 15,-1 0 1568-15,1 0 272 0,-1 3 48 16,2-3 16-16,-2 0 608 0,0 0 128 0,0 0 32 0,0 0 0 16,0 0-1232-16,0 0-240 15,0 0-48-15,45 3-16 0,-45-3-1136 0,0 0-128 0</inkml:trace>
  <inkml:trace contextRef="#ctx0" brushRef="#br0" timeOffset="212246.15">5861 10671 5519 0,'-1'-2'496'0,"0"1"-496"16,0 1 0-16,1 0 0 0,0 0 1056 0,-1 0 112 15,-1-2 32-15,-2 1 0 0,-1 0 352 0,1-2 80 16,0 1 16-16,0-1 0 16,3 3-256-16,-1-2-48 0,1 2-16 0,0 0 0 0,1 0-544 0,-1-1-96 15,2 1-32-15,0 0 0 0,1 1-288 0,-1-1-64 0,1 2-16 0,1-2 0 16,0 3-144-16,0-2-16 0,0 1-128 0,2 0 192 15,0 0 16-15,0 0 0 16,2-1 0-16,-1 1 0 0,-6-2 128 0,0 0 32 0,0 0 0 0,0 0 0 16,40 5 32-16,-40-5 16 0,0 0 0 0,31-3 0 15,-31 3 16-15,0 0 0 0,35-7 0 0,-24 6 0 16,-11 1-16-16,0 0 0 0,37-6 0 0,-37 6 0 16,0 0-176-16,39-5-48 0,-39 5 0 15,0 0 0-15,39 0 32 0,-39 0 0 0,0 0 0 0,38 0 0 16,-38 0-16-16,0 0 0 0,38 2 0 0,-38-2 0 15,0 0-16-15,42 0-16 0,-42 0 0 0,0 0 0 0,41-3-48 0,-41 3-128 16,27-6 192-16,-14 1-64 0,-13 5 64 16,27-9 0-16,-14 6 0 0,1-1 0 0,-14 4 64 0,25-7 32 15,-25 7 0-15,25-5 0 0,-25 5-96 0,0 0-32 16,34-5 0-16,-34 5 0 16,0 0-160-16,33-2 192 0,-33 2-192 0,0 0 192 15,35 2-192 1,-35-2 128-16,0 0-128 0,38 3 128 0,-38-3-128 15,0 0 0-15,41 3 0 0,-41-3 128 0,0 0-128 0,39 1 128 0,-39-1-128 16,0 0 128-16,39 0-128 0,-39 0 160 0,0 0-160 0,39-4 160 0,-39 4 32 0,0 0 0 0,41-5 0 0,-41 5 0 16,29-5-48-16,-29 5 0 0,0 0 0 0,45-2 0 31,-45 2-144-31,0 0 160 0,41 4-160 16,-41-4 160-16,0 0-160 0,39 5 0 15,-39-5 144-15,0 0-144 0,37 5 128 0,-37-5-128 0,0 0 128 0,39 2-128 0,-39-2 0 16,0 0 144-16,39 3-144 0,-39-3 0 0,0 0 160 15,38 3-160-15,-38-3 128 0,0 0-128 16,40 0 128-16,-40 0-128 0,0 0 0 0,40-3 128 16,-40 3-128-16,0 0 160 0,43-4-160 0,-43 4 160 0,29-6-160 0,-29 6 0 15,28-5 0-15,-28 5 128 0,0 0-128 0,40-4 128 16,-40 4-128-16,0 0 128 0,36 0-128 0,-36 0 0 16,0 0 0-16,0 0 0 0,43 9 0 0,-43-9 0 15,0 0 0-15,0 0 0 0,45 13 0 0,-45-13 0 16,0 0 0-16,0 0 0 0,46 9 0 0,-46-9 0 15,0 0 0-15,39 2 0 0,-39-2 0 0,0 0 0 16,38-7 128-16,-38 7-128 0,0 0 0 0,37-10 0 16,-37 10 0-16,0 0 128 0,39-6-128 0,-39 6 160 0,0 0-160 15,37-3 160-15,-37 3-160 0,0 0 0 0,36-3 0 0,-36 3 0 16,0 0 0-16,38 0 0 0,-38 0 0 16,0 0 0-16,39 0 0 0,-39 0 0 0,0 0 128 0,41-2-128 15,-41 2 0-15,0 0 0 0,42-4 0 16,-42 4 0-16,31-3 0 0,-31 3 0 15,29-3 0-15,-29 3 0 0,29-3 0 0,-29 3 0 16,32-1 0-16,-32 1 0 16,34-5 0-16,-34 5 0 0,31 0 0 0,-31 0 0 0,0 0 0 0,46 0 0 0,-46 0 0 0,0 0 0 15,44 1 0-15,-44-1 0 0,0 0 0 0,49 6 0 16,-49-6 0-16,0 0 0 0,51 10 128 0,-51-10-128 0,0 0 0 0,52 12 0 16,-52-12 0-16,38 6 0 15,-38-6 0-15,40 8 0 0,-40-8 0 0,38 7 0 16,-38-7 0-16,35 3 0 0,-35-3 0 15,34 3 0-15,-34-3 0 0,33-1 128 0,-33 1-128 16,35 1 0-16,-35-1 128 0,35-1-128 0,-35 1 128 16,36-2-128-16,-36 2 128 0,38-1-128 0,-38 1 0 0,38-2 128 0,-38 2-128 0,46-3 0 15,-46 3 144-15,47-4-144 0,-47 4 0 16,44-4 128-16,-44 4-128 0,44-4 0 0,-44 4 0 16,43-6 0-16,-43 6 0 0,40-5 128 0,-40 5-128 0,45-5 0 0,-45 5 0 15,45-2 0-15,-45 2 0 0,48 1 0 0,-48-1 128 16,46-1-128-16,-46 1 0 0,46 0 144 0,-46 0-144 0,43 2 0 15,-43-2 144-15,37-1-144 0,-37 1 0 0,39-3 144 16,-39 3-144-16,37-3 0 0,-37 3 0 0,34-5 0 16,-34 5-208-16,28-7-32 0</inkml:trace>
  <inkml:trace contextRef="#ctx0" brushRef="#br0" timeOffset="-213787.55">6673 10977 3679 0,'0'-3'320'0,"0"2"-320"15,0 0 0-15,0-3 0 0,1 3 304 0,-1-1-16 0,1-3 0 0,0-1 0 16,2-2-288-16,0-2-192 0,0 1 16 0,0 2 16 16,-1 0-144-16,1 2-16 0,0 0-16 0,-1 0 0 15,-1 1 80-15,1-1 0 0,-2 2 16 0,0-1 0 0,0 2 240 0,0-1 208 16,0 1-32-16,-1-1-16 0,1 1 576 0,-1 0 112 15,1-1 32-15,-1 1 0 16,1 0 512-16,-1 1 96 0,0-1 32 0,0 1 0 16,0 0 176-16,0-1 32 0,0-1 16 0,0 3 0 0,0-3-208 0,0 3-64 15,1-2 0-15,-2 0 0 0,-1 2-128 0,0-2-16 16,1 2-16-16,-1 0 0 0,1 0-224 0,-1 0-32 16,-1 2-16-16,1-1 0 0,0 0-256 0,0 4-48 15,-1-2-16-15,0 1 0 0,1 1-224 0,-1 0-48 16,0 2-16-16,1 2 0 0,-2 2-112 0,1 2-32 0,2 0 0 0,-2 2 0 15,1 2 0-15,0 2 0 16,1 2 0-16,1-2 0 0,-1 3 32 0,1-1 16 16,0 0 0-16,1-1 0 15,0 0-64-15,0-2-16 32,0 0 0-32,1-1 0 0,-1-1-80 0,1-1-32 0,0-1 0 0,0 0 0 0,-1-2-144 0,0-12 0 0,4 22 144 0,-4-22-144 0,0 0 0 0,7 33 0 15,-7-33 0-15,0 0 128 0,7 31-128 0,-7-31 0 0,0 0 0 0,6 29 128 16,-5-20-128-16,-2 0 0 0,1 2 0 15,-3-1 0-15,0-2 0 0,-1 0 0 0,0 2 0 0,-2-3 0 0,1 0 0 0,-1 1 0 16,0-2 0-16,-2-1 128 0,0 0-128 0,-1-3 0 16,0 1 0-16,-1-1 0 15,0 1 0-15,0-3 0 16,-2 2 0-16,1-2 0 0,1-2 0 0,-1-1 0 0,1 1 0 0,0-1 0 0,0 1-320 0,1 0-16 16,0-3-16-16,1 2 0 15,2-3-1728 1,0 0-352-16,3 2-64 15,1-3-12480-15</inkml:trace>
  <inkml:trace contextRef="#ctx0" brushRef="#br0" timeOffset="-213233.99">6843 11323 5519 0,'-1'0'0'16,"1"0"224"-16,-1 0-64 0,0 0 32 0,0 0-192 0,0 0 0 0,0 2 0 0,-1-2 0 0,-1 1 1504 0,-1 1 272 15,-2 0 48-15,0 0 16 0,2 0 528 0,-1 1 96 16,1-2 32-16,-1 3 0 0,1-2-896 0,1 1-192 15,0 2-16-15,0 1-16 0,0 2-512 0,0-1-96 16,1 4-32-16,-2-1 0 0,1 4-160 0,0 0-16 16,1 3-16-16,1-2 0 0,1 1-96 0,-1-3 0 15,2 0-16-15,0-3 0 0,-1-10-96 0,0 0-16 16,0 0 0-16,17 30 0 0,-17-30-128 16,0 0-16-16,0 0-16 0,35-2 0 0,-35 2-16 15,25-14 0-15,-14 4 0 0,1-2 0 16,-1 0 16-16,-1-2 0 0,0 0 0 15,0 0 0-15,-2-2-160 16,-1 1 0-16,-2 1 0 16,0 0 0-16,-3 1 0 0,0-1 0 15,-1 2-176-15,-3 0 176 16,-1 3 0-16,-3 1 0 0,-1 0 0 16,-4 3-128-16,-1 0 128 15,-2 3 0-15,0 0 0 16,-2 2-128-16,1 2 128 0,1 0 0 15,0 1 0-15,3-1 0 16,1 2-464-16,2 1-64 16,4-2-16-16,0-1 0 0,2 1-1504 15,2-3-288-15</inkml:trace>
  <inkml:trace contextRef="#ctx0" brushRef="#br0" timeOffset="-212634.28">6947 10856 2751 0,'-3'0'128'0,"1"-2"16"0,0 0-144 0,0 1 0 0,1 1 0 0,0 0 0 0,0 0 1296 0,-2 0 240 0,1 0 32 0,-3 0 16 15,0 0 432-15,1 1 96 0,0 1 0 0,-1 0 16 16,2-2-80-16,-1 2-32 0,0 0 0 0,1-2 0 16,-1 3-256-16,0-1-48 0,-1-1-16 0,1 1 0 15,-1 0-464-15,1 0-80 0,-2 1-32 0,1-3 0 16,1 2-320-16,-1-1-64 0,0 1-16 0,2-2 0 15,0 0-144-15,1 2-16 0,1-2-16 0,0 0 0 16,1 0-96-16,1 1 0 0,1 0-16 0,1-1 0 16,1 2-192-16,1-1-48 0,-5-1 0 0,0 0 0 15,0 0-48-15,0 0-16 16,44 21 0-16,-44-21 0 0,0 0-128 0,0 0 0 0,39 28 0 0,-39-28 128 16,0 0-128-16,35 34 0 15,-35-34 0-15,0 0 0 0,26 31 0 0,-26-31 0 0,0 0 0 0,0 0 0 0,0 0 0 16,14 35 0-16,-16-33 0 0,-2 1 0 0,0 0 0 15,0-1 0-15,-3 0 128 16,-1 0-128-16,-1-2 0 0,-2 0 0 16,-1 0 0-16,0 0 0 15,1 0 0-15,0-1 0 16,1 0 0-16,1 1 0 0,1-2 0 0,1-1 0 0,1-1 0 0,1 1 0 0,0 3 0 0,2-4 0 0,1 1 0 0,2 0 0 0,0-1 0 0,1-1 0 0,3 0 0 0,1-2 0 16,1-1 0-16,2-1 0 15,0 0 0-15,1-2 0 0,1 1 0 0,-1-1 0 16,0-2 0-16,1 0 0 0,0 1 0 0,0-1 0 0,1 0 0 0,-2 0 0 15,1 1 0-15,0 0 0 0,0 0 0 0,-2 1 0 16,-1 2 0-16,-2 1 0 16,1-2 0-16,-3 1 0 15,-1 3 0-15,-2 0 0 0,-1 1 0 0,-1 1 0 16,-2 1 0-16,-2-1 0 16,0 4 0-16,-3 0 0 0,-3 4 0 0,-1-1 0 0,1-1 0 15,-2 3 0-15,0 0 0 0,0-1-176 16,3-1 176-16,0 0-128 15,2 1-928 1,2-3-176-16,1 2-48 0,2-2-15504 0</inkml:trace>
  <inkml:trace contextRef="#ctx0" brushRef="#br0" timeOffset="-209720.71">7288 11358 5519 0,'-1'1'496'16,"0"1"-496"-16,1-2 0 16,0 0 0-16,0 0 1200 0,0 0 144 0,0 2 16 0,-1-2 16 15,0 3 544-15,1-3 96 0,0 2 32 0,0-2 0 0,0 0-336 0,1 0-64 16,1 0-16-16,-1 0 0 0,0 0-288 0,1 0-64 31,1 1-16-31,-1-1 0 0,1 0-368 0,0 0-80 0,-1 0-16 0,2-1 0 0,0-3-240 0,-1 1-48 16,2-2-16-16,0 0 0 0,1 0-64 0,1-3-16 15,-1 0 0-15,1-2 0 0,0-1-112 0,2-1-32 16,2-3 0-16,-1-1 0 0,0 0-144 0,0-1-128 16,0 0 144-1,1 1-144-15,-1-1 0 0,0-2 0 0,-1 5 0 16,0-3 0-16,-2 1 0 0,0 1 0 0,-2-1 0 0,0 2 0 0,-1 2 0 16,-1 0 0-16,-1 0 0 15,-1 0 0-15,0 2 0 0,-1 1 128 0,0 1-128 0,0-1 0 16,0 3 0-16,-1 0 0 0,0 3 0 0,1-2 0 15,0 0 0-15,0 2 0 0,-1 1 0 0,1-2 0 16,-1 3 0-16,1-2 0 0,0 3 0 0,-1 0 0 16,1-2 128-16,0 2-128 0,0 0 0 0,0 2 0 15,-1-2 224-15,0 0-48 0,0 3-16 0,1-1 0 16,-2 1 32-16,0 1 0 0,0 1 0 0,0 1 0 0,-1 1-48 0,1 1 0 16,-1 2 0-16,0 4 0 0,0 0-144 0,1 3 160 15,1 0-160-15,0 1 160 0,0-1-160 0,0 0 0 16,0-1 0-16,1 2 128 0,0 0-128 0,1-1 0 15,0 2 0-15,0-1 0 0,1-1 0 0,-2-17 0 16,6 27 0-16,-6-27 0 0,0 0 0 0,9 32 0 16,-9-32 0-16,0 0 0 0,0 0 0 0,0 0 0 15,0 0 0-15,0 0 0 0,0 0 0 0,0 0 0 16,0 0 0-16,0 0 0 0,37 0 0 0,-30-11-192 16,0-3 64-16,2-1 128 15,-1 1-560-15,0-2 16 0,1 1 0 0,-1-2 0 16,-1 1-160-16,1-3-48 15,-1 2 0-15,-1-2 0 16,-1 0 176-16,0 1 16 0,-1-1 16 16,-1 2 0-16,0 1 192 15,-1 1 32-15,-1 3 16 16,0 3 0-16,-1-1 304 16,-1 3 0-16,0 2-128 0,-1 1 128 0,0 1 0 0,0 1 0 0,1 0 176 0,0 4-176 0,0-2 512 0,-1 3 0 0,0 1 0 0,-1-2 0 0,1 3 64 0,0 0 0 0,2-1 0 0,-1 4 0 0,0-1-96 0,0 2-16 0,1 2 0 0,0 2 0 0,0 0-144 0,0 2-48 15,1 2 0-15,0-2 0 0,0 2-16 0,1-2 0 16,0 2 0-16,0-3 0 0,-2-14-32 15,6 29-16-15,-6-29 0 0,0 0 0 0,14 33-208 0,-14-33 0 16,0 0 0-16,0 0 0 0,0 0 0 16,0 0-128-16,39 9-16 0,-29-13 0 15,-2-3-1424 1,1 2-288-16,2-3-48 0,-2 2-8192 16,0 1-1632-16</inkml:trace>
  <inkml:trace contextRef="#ctx0" brushRef="#br0" timeOffset="-209436.42">7792 11214 7359 0,'0'-2'320'0,"0"0"80"0,0 1-400 0,0-2 0 0,0 3 0 0,0-2 0 15,0 2 1808-15,0-2 288 0,0 0 48 0,1-3 16 16,-1 2 512-16,0 0 96 0,1 2 32 0,-1-1 0 16,-1 2-768-16,1 2-160 15,-1 0-16-15,-1 1-16 0,1 2-720 0,-1 1-144 0,-1 4-16 0,-1-1-16 16,0 3-256-16,1 0-48 0,-1 5-16 15,1-1 0-15,-1 3-272 0,1-1-48 0,-1 2-16 0,-1-1 0 16,3-2-160-16,-1 0-128 0,1-1 144 16,1-4-144-16,0-3 0 0,1-2 0 15,0 1 0-15,0-6 0 0,1 0 0 16,0-2-128-16,0 0-16 16,1-2 0-16,-1 0-1328 0,1-4-256 0,0 0-48 15,1-4-16-15,0 1-1664 0,0-1-320 16</inkml:trace>
  <inkml:trace contextRef="#ctx0" brushRef="#br0" timeOffset="-209215.07">7791 11236 3679 0,'0'-1'320'0,"0"-1"-320"16,0 2 0-16,0-2 0 0,0 1 1696 0,1-1 272 16,-1-5 48-16,0 0 16 0,0-1 528 0,0 2 128 15,0-1 0-15,0 4 16 16,1 3-432-16,0 0-96 0,0 2 0 0,1 3-16 16,0 0-560-16,-2-5-128 0,0 0 0 0,0 0-16 0,14 29-672 0,-14-29-128 15,0 0-16-15,14 30-16 0,-14-30-288 0,0 0-48 0,17 36-16 0,-17-36 0 16,0 0 0-16,15 40 0 15,-15-40 0-15,7 27 0 0,-7-27-112 0,0 0-32 0,9 32 0 0,-9-32 0 16,0 0-128-16,3 24 0 0,-2-19 0 16,-1-3 0-1,0-2-704-15,-1-2-128 0,0-3-32 0,1 0-15328 16</inkml:trace>
  <inkml:trace contextRef="#ctx0" brushRef="#br0" timeOffset="-209002.94">7784 11321 11967 0,'-6'4'528'16,"3"-3"112"-16,1 1-512 0,0 0-128 0,0-2 0 0,1 2 0 0,0-1 1664 0,0 3 288 16,-1 1 64-16,0-1 16 0,1 2 736 0,0-2 160 15,2-1 16-15,0 1 16 16,0-1-992-16,2-1-208 0,0-1-32 0,1 0-16 16,0-1-832-16,1 0-176 0,-5 0-16 0,0 0-16 0,0 0-400 0,23-9-80 15,-17 4 0-15,-1 1-16 0,2-2-176 0,-1 0 0 16,1-2-192-16,-1 1 192 15,1 0-1584-15,-2 1-192 0,2 0-32 0,-2-1-13616 0</inkml:trace>
  <inkml:trace contextRef="#ctx0" brushRef="#br0" timeOffset="-208694.68">7980 10993 3679 0,'-1'-5'320'0,"0"2"-320"15,0 0 0-15,0 0 0 0,0 0 1600 0,1 2 240 32,-1 0 48-32,0 0 16 0,-1-2 1152 0,0 0 224 15,-1 1 48-15,0 2 16 0,-2 3-880 0,0 2-176 0,1 4-48 0,-2 2 0 0,0 4-880 0,0 1-176 16,1 6-32-16,-1-1-16 0,2 2-368 0,0 0-80 15,1 0-16-15,1-2 0 0,0 0-256 0,2 1-48 16,2-1-16-16,-2-21 0 0,3 33-160 0,-3-33-48 16,9 28 0-16,-9-28 0 15,0 0-144-15,0 0 0 0,36 35 0 0,-36-35 0 0,0 0-144 0,37 1-64 16,-37-1-16-16,25-7 0 16,-13 0-1120-16,-1-2-208 0,0 1-48 0,-1-5-8736 0,1 1-1744 0</inkml:trace>
  <inkml:trace contextRef="#ctx0" brushRef="#br0" timeOffset="-208220.79">8140 11019 911 0,'-2'-2'0'0,"1"-1"0"0,0 3 0 0,0-2 0 32,0 2 2416-32,1 0 400 0,0 0 64 0,-1 0 32 0,0 2 224 0,0-2 32 15,-1 3 16-15,1-2 0 16,-1 3-1008-16,1-2-192 0,1 3-32 0,-1 0-16 15,0-1-528-15,1 2-128 0,-1 2 0 0,0 2-16 0,0 0-384 0,1 2-80 16,0 0-16-16,-1 0 0 0,1 4-400 0,0-2-96 16,0 2-16-16,1-3 0 0,-1 1-272 0,1-3 160 15,0 0-160-15,-1-11 128 0,0 0-128 0,0 0 0 16,11 30 0-16,-8-27 0 0,-3-3 0 0,0 0 0 16,0 0 0-16,0 0 0 0,0 0 0 0,24-13 0 15,-19 6-160-15,1-3 160 16,-2 1-528-16,1 0-16 0,0-3 0 0,1 0 0 15,-1 0-432-15,0-1-96 0,0 0-16 0,-2-1 0 16,2 0 352-16,-2 0 64 0,1-1 16 0,-3 1 0 0,2-1 336 0,-2 2 64 0,0 3 0 0,-1 3 16 16,0 0 240-16,-1 2 0 0,0 1 0 0,-1 1 0 15,1 3 128-15,0 0 128 0,-1 0 32 0,1 3 0 16,0 0 432-16,-1 1 96 0,1 3 16 0,-1 0 0 16,1 2 16-16,0 3 16 15,1-2 0-15,0 1 0 0,0 2-208 0,0-1-32 16,0-12-16-16,3 25 0 0,-3-25-192 0,4 21-32 0,-4-21-16 0,0 0 0 15,11 31-176-15,-11-31-16 0,0 0-16 0,0 0 0 16,0 0-160-16,22 33 0 0,-22-33 0 0,0 0 0 0,0 0 0 0,0 0 0 16,0 0-160-16,0 0 160 15,0 0-1120-15,0 0-128 0,0 0-32 16,0 0-15168-16</inkml:trace>
  <inkml:trace contextRef="#ctx0" brushRef="#br0" timeOffset="-207983.62">8392 10870 5519 0,'0'2'496'0,"-1"1"-496"0,1-1 0 0,-1 1 0 0,1 0 2064 0,0-2 320 0,1 1 64 0,0 4 16 16,0 1 528-16,-1-7 96 0,0 0 32 0,10 35 0 16,-10-35-912-16,0 0-176 15,20 40-48-15,-20-40 0 0,0 0-800 0,27 41-160 0,-27-41-48 0,0 0 0 16,26 43-240-16,-26-43-48 15,0 0-16-15,21 42 0 0,-21-42-240 0,7 28-48 0,-7-28-16 0,0 29 0 16,-2-15-208-16,-3 3-32 0,-2-1-128 0,-2 1 192 16,-2 2-192-16,-2-2 0 0,-2 4 128 15,-2-2-128-15,-2 0-256 0,-1-2-80 16</inkml:trace>
  <inkml:trace contextRef="#ctx0" brushRef="#br0" timeOffset="-205331.02">8643 11091 8287 0,'0'-1'736'16,"1"1"-592"-16,-1 0-144 0,0 0 0 0,0 0 848 0,0-2 144 15,0 2 32-15,0-1 0 16,0 0 496-16,0 1 96 0,-1 0 32 0,1 0 0 0,0 1-368 0,0-1-80 15,0 1-16-15,-1 1 0 16,1-2-368-16,0 0-80 0,1 1-16 0,-1-1 0 16,0 0-224-16,1 0-48 0,0 0-16 0,0-1 0 0,1 1 16 0,1-2 16 0,-1 1 0 0,1 0 0 15,-1-1 96-15,0-1 16 0,2 0 0 0,-1 1 0 16,0 0-64-16,0-3 0 0,0 3 0 0,-1 2 0 31,0-2-192-31,0 1-32 0,-2 1-16 0,0 0 0 16,1 1-272-16,-2 1 0 0,1 0 128 0,-1 1-128 15,0 1 0-15,-2 1 0 0,1 0 0 0,-1-3 0 16,0 1 0-16,1 1 0 0,-1-1 0 0,-1-1 0 16,1-2 0-16,0 2 0 0,1-2 128 0,0 0-128 15,1 0 0-15,-1-2 0 0,1 0 0 0,1-1 0 0,-1 1 144 0,1-3-144 16,1 3 0-16,-1-3 144 0,1-1-144 16,1 1 0-16,-1 0 144 0,1 2-144 0,0 1 144 0,0-1-144 15,-1 1 192-15,1-1-192 0,0 3 128 0,0-2-128 16,-1 2 0-16,0 2 0 0,0-1 0 0,-1 1 0 15,0 1 0-15,0 0 0 0,0-2 128 0,-1 2-128 16,0 1 0-16,0 1 0 0,0-3 0 0,0 0 0 16,0 1 0-16,0 0 0 0,0-3 0 0,1 2-192 15,0-2 192-15,0 0-192 16,1 0-1456-16,0 0-272 0</inkml:trace>
  <inkml:trace contextRef="#ctx0" brushRef="#br0" timeOffset="-203935.78">8929 11125 6447 0,'0'0'576'0,"0"1"-576"0,0-1 0 0,0 0 0 0,0 0 1248 0,0 0 144 16,-1 2 16-16,1-2 16 0,0 1 864 0,0 1 160 15,0 0 48-15,0-2 0 16,1 0-496-16,0 0-80 0,1-2-32 0,-1 0 0 0,1-1 288 0,0 1 64 15,-1-3 16-15,0 0 0 16,1-1-2096-16,0 0-416 0,0 0-96 0,-1-2-16 16,-1 1 592-16,0 0 112 0,0-2 32 0,-1 2 0 0,0 1-64 0,-1-2-16 0,0 0 0 0,-1 3 0 15,-1-2 16-15,-2 2 0 0,1 1 0 0,-2 1 0 16,0 1-48-16,-1 2-16 16,0 0 0-16,1 1 0 0,-1 2 16 0,1 1 16 0,0 2 0 0,1 1 0 15,0 1-272-15,1 1 128 0,0 3-128 16,0-3 0-16,1 3 0 0,0 0 0 15,1 2 0-15,1 1 0 16,1 1 0-16,0 0 0 0,1 1 0 16,0-2 0-16,1 1 0 15,0-3 0 1,-1-13 0-16,6 25 0 0,-6-25 0 0,0 0 0 0,0 0 0 0,0 0 0 0,0 0 128 16,35 24-128-16,-26-29 0 0,0-2 0 15,1-3 0-15,0-2 0 0,0-3 0 16,2-2 0-16,-1-1 0 15,0 2 0-15,-1-3 0 0,0 0 0 16,0 0 0-16,-2 0 0 0,-1 0-240 0,-1 0 80 0,-2 0-32 0,-1 0 0 0,0 3 0 0,-2-1 0 0,0 3-32 0,-3-1-16 0,0 1 0 0,-2-1 0 0,1 0 112 16,-3 0 128-16,0-1-208 0,-1-1 80 0,0 3 128 0,-1-3 0 0,3 1 128 0,-1 2-128 0,2 1 176 0,1 2-48 15,0 1 0-15,1 2 0 0,1 3 80 0,1 1 16 16,0 4 0-16,1 0 0 0,-1 1-32 0,1 4 0 0,1-1 0 16,-2-4 0-16,0 0-16 0,7 34-16 15,-7-34 0-15,8 32 0 0,-8-32-160 0,6 32 128 16,-6-32-128-16,5 28 128 0,-5-28-128 15,7 45 0-15,-4-17 0 0,0 1 0 0,0 1 0 0,-1-1 0 0,0-2 128 0,-1-2-128 16,2-1 0-16,-1-3 0 0,-2-21 0 0,7 38 0 16,-7-38 0-16,7 29 0 0,-7-29 0 0,0 0-176 31,11 31-400-31,-11-31-96 16,0 0-16-16,0 0 0 0,0 0-752 0,0 0-160 15,0 0-16-15,23-10-13488 0</inkml:trace>
  <inkml:trace contextRef="#ctx0" brushRef="#br0" timeOffset="-203472.34">9124 10946 1839 0,'-1'0'160'0,"0"0"-160"0,0 0 0 0,0 0 0 0,1 0 1344 0,0 0 224 16,0 1 48-16,0-1 16 0,-1 1 1056 0,0-1 192 16,0 2 64-16,0 1 0 0,1-2-592 0,0 3-112 15,0-3-32-15,-1 2 0 0,1 2-544 0,0 0-96 16,0-1-32-16,0 4 0 15,0 1-544-15,0-9-112 0,1 25-32 0,-1-25 0 0,1 32-272 0,-1-32-64 16,4 37-16-16,-4-37 0 0,5 34-176 0,-5-34-16 16,5 30-16-16,-5-30 0 0,0 0-160 0,11 32-128 15,-11-32 144 1,0 0-144-16,0 0 0 0,0 0 0 16,0 0 0-16,0 0 0 0,0 0 0 0,0 0 0 0,38 5 0 15,-34-13 0-15,2-1 0 0,-2 0 128 16,2-2-128-16,0 0 0 0,-1 2 0 0,0-3-208 0,0-2 32 0,1-1 16 15,-2 1-112-15,1-2-32 0,0-1 0 0,-2 0 0 16,1 1 16-16,-1-1 0 0,-1-2 0 0,0 3 0 16,-2-3 32-16,0 2 16 0,0 3 0 0,-2-3 0 15,1 4 240-15,0 1 0 0,-1 2 0 0,1 2 0 0,0 4 0 16,0 0 0-16,0 4 0 0,0 2 0 0,1 2 256 16,0 1 64-16,-2 0 0 0,1 4 0 0,-1 3 192 15,1 3 32-15,0 3 16 0,1 2 0 0,0-4-112 0,1 5-32 16,0 3 0-16,2 5 0 0,-1 1-160 0,1-4-16 15,-3-26-16-15,8 40 0 0,-8-40-48 0,7 29-16 16,-7-29 0-16,0 0 0 0,20 38-160 0,-20-38 0 16,0 0 144-16,0 0-144 0,25 32 0 0,-25-32 0 15,0 0 0-15,0 0-12048 16,0 0-2416-16</inkml:trace>
  <inkml:trace contextRef="#ctx0" brushRef="#br0" timeOffset="-202903.77">9359 10590 911 0,'0'-2'0'0,"0"0"0"0,0-1 0 0,0 1 0 0,0 2 576 0,0 0 16 0,-1-2 16 0,0 1 0 16,0-1 480-16,0 0 80 0,-1 0 32 0,0 1 0 16,0 1 0-16,0 0 0 0,1 0 0 0,-2 1 0 15,2 1 208-15,0 0 64 0,-1 0 0 0,1 1 0 16,1-1 0-16,-1-1 16 15,1 1 0-15,0-2 0 0,1 0-208 0,1 0-64 16,0 0 0-16,0 0 0 0,1-2-256 0,1 1-64 0,1-1-16 0,-1-1 0 16,2 1-176-16,0 2-48 0,0-2 0 0,0-1 0 15,-6 3-48-15,0 0-16 0,0 0 0 0,29-2 0 0,-29 2 16 0,0 0 0 16,0 0 0-16,38 5 0 16,-38-5-144-16,0 0-16 0,0 0-16 0,37 15 0 0,-37-15-176 15,0 0-48-15,0 0 0 0,0 0 0 16,38 15-208-16,-38-15 0 0,0 0 128 0,0 0-128 15,0 0-320-15,30-2-96 16</inkml:trace>
  <inkml:trace contextRef="#ctx0" brushRef="#br0" timeOffset="-201405.73">9370 10600 6447 0,'0'0'576'0,"0"0"-576"15,0 0 0-15,-1 0 0 0,1 0 1088 0,0 1 128 16,-1 0 0-16,0 1 16 0,-1-1 288 0,0 3 48 16,0-3 16-16,1 1 0 0,0 1-176 0,1-2-16 15,-1 1-16-15,1-1 0 0,0 1-160 0,0-2-48 16,0 0 0-16,0 0 0 0,1 0-192 0,0 0-32 15,1-2-16-15,0 1 0 0,1-1-96 0,0 0 0 16,-1 0-16-16,2-1 0 0,0 1-240 0,0-1-64 16,-1 1 0-16,2 0 0 0,0-1-48 0,0 3-16 15,0 0 0-15,0-2 0 0,-5 2-128 0,0 0-16 0,0 0-16 0,0 0 0 16,0 0-32-16,37 7 0 0,-37-7 0 0,0 0 0 16,0 0-80-16,0 0-32 0,0 0 0 0,42 12 0 15,-42-12 0-15,0 0 0 0,0 0 0 16,31-5 0-16,-23 3-16 0,-1-1 0 15,0 0 0-15,0-1 0 16,-2 0 32-16,1 1 0 0,-2 1 0 0,1-2 0 0,-2 1-160 0,-1 1 192 0,0 1-192 0,0 1 192 16,-1-2-192-16,-1 2 0 0,0 0 0 0,-1 0 128 15,0 2-128-15,-1-2 0 0,0 3 0 0,-2-1 0 0,1-1 0 16,-1 1 0-16,0 0 0 0,-1 0 0 16,1 0 0-16,-2-1-176 0,1 1 176 0,0 0-128 15,-1-2-128-15,-1 0-32 16,0 1 0-16,0-1 0 0,1 2-16 0,-1-2 0 15,-1-2 0-15,0 1 0 16,1 1 304-16,-2-2-192 0,1 0 192 0,0 1-160 0,-1-1 160 0,2 2 0 16,-1-1 0-16,1 0 0 0,-1 1 0 0,0 0 0 0,1 0 0 0,-1 0 0 0,2 0 0 0,0 1 128 15,2 0-128-15,-2 1 0 0,2 1 0 16,1-1 128-16,0 1-128 0,1-2 0 0,-1 2 128 16,1-3-128-16,2 3 160 0,-2-1-160 0,2-2 192 15,-1 0-48-15,1 0-16 0,0 0 0 0,0 0-128 0,1 0 192 0,1 0-192 0,0 0 192 16,2-2-16-16,0-1 0 0,-1 1 0 15,2 0 0-15,2-1 96 16,-2 1 32-16,2-1 0 0,1 1 0 0,0 0-112 16,-8 2-32-16,0 0 0 0,30-4 0 0,-30 4-160 0,0 0 0 0,34-1 144 0,-34 1-144 15,0 0 0-15,38 0 0 0,-38 0 0 0,0 0 128 16,38 1-128-16,-38-1 0 0,0 0 0 0,33-1 0 16,-33 1 0-16,0 0 0 0,30-2 0 0,-22-1 0 15,-1 1 0-15,-1 2 0 16,-1 0 0-16,-2-2-12208 0,-1 2-2416 15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10-23T17:09:51.179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11425 10057 4607 0,'2'-7'400'0,"-1"-1"-400"0,0 4 0 0,0-1 0 0,0 1 528 0,0 3 32 0,0-1 0 0,0-3 0 16,0-2 720-16,0 0 160 0,0 0 32 0,-2 0 0 15,0 2 256-15,-3 3 48 0,0 2 16 0,-2 0 0 16,-1 2-160-16,-2-2-32 15,1 5 0-15,0-3 0 0,-1 1-256 0,1 0-48 0,-1 1-16 0,0 1 0 16,2-1-192-16,-1 1-64 0,0 3 0 0,1-2 0 16,0 3-416-16,0 0-96 0,0 2 0 0,1 0-16 15,-1 1-224-15,2-2-32 0,1 2-16 16,-1 2 0-16,2 1 0 0,-1 1 0 16,4-16 0-16,-2 33 0 0,2-33-32 15,0 0 0-15,9 47 0 0,-9-47 0 0,0 0-64 0,25 48 0 0,-25-48-128 0,0 0 192 0,35 45-192 0,-35-45 128 16,0 0-128-16,35 45 0 0,-35-45 128 0,0 0-128 15,30 40 0-15,-30-40 0 16,0 0 128-16,17 40-128 0,-17-40 0 0,0 0 0 16,0 41 0-16,-4-27 128 0,-5 0-128 0,-1 0 0 0,-2 1 0 0,-2-3 0 15,-2 2 0-15,0-2 0 0,-1 0 0 0,0-1 128 16,2-2-128-16,-2-1 0 16,3-1 0-16,0-4 0 0,3 0 0 0,2-3 0 0,1 0 0 0,3-3 0 15,2-2 0-15,3-2-11184 16,1-1-2112-16</inkml:trace>
  <inkml:trace contextRef="#ctx0" brushRef="#br0" timeOffset="409.88">11513 10567 911 0,'4'-5'0'0,"-3"0"0"0,2 2 0 0,-1 0 0 0,-1 2 0 0,0-1 0 16,1 2 1168-16,0-3 160 0,0-1 16 0,2 1 16 0,-1 1 384 0,-1 0 80 16,-2 2 16-16,-1 2 0 0,-1 2-48 0,-1 1 0 15,0 2 0-15,-2-1 0 0,0 2-16 0,0 2-16 16,0 0 0-16,0-1 0 0,2 3-288 0,-1-1-48 16,1-1-16-16,0 2 0 0,3 0-384 15,-1-4-96-15,1-8-16 0,0 0 0 0,0 0-336 16,7 32-64-16,-7-32 0 0,0 0-16 15,0 0-240-15,0 0-64 0,0 0 0 0,33 5 0 0,-26-10-192 0,-1 1 0 16,0-2 128-16,-1 0-128 0,1-2 0 0,0-1 0 16,-2-2 0-16,0 1 0 0,-1 2-352 0,-1-1 32 15,-1 0 16-15,-2-2 0 16,0 2-112-16,-3 0-32 16,0 2 0-16,0-2 0 15,-2 4 208-15,0-3 48 16,-2 2 0-16,1-2 0 0,0 4 192 15,2-4-176-15,0 4 176 16,0-3-160-16,1 2-32 0,1-2-16 16,1 2 0-16,1 1-9248 15,1-2-1840-15</inkml:trace>
  <inkml:trace contextRef="#ctx0" brushRef="#br0" timeOffset="1038.86">11659 9958 4607 0,'-3'-1'400'0,"0"1"-400"0,2 0 0 0,0-2 0 0,0 2 1280 0,-1 0 192 15,0-2 16-15,-3-1 16 0,-1 1 1024 0,1-1 208 16,-1-1 32-16,2 1 16 0,0 1-432 0,1 0-96 15,1 0-16-15,0 1 0 0,1 1-560 0,0 0-112 16,0 1-32-16,0 1 0 0,0 1-528 0,-1 0-112 16,1 2-32-16,0 0 0 0,0 0-336 0,0 0-64 15,1 1-16-15,0 0 0 0,1-2-128 0,1 1-48 16,1 0 0-16,1-3 0 0,-4-2-16 0,0 0-16 16,0 0 0-16,0 0 0 0,38 16-64 0,-38-16-16 0,0 0 0 0,0 0 0 15,42 15-160-15,-42-15 192 0,0 0-192 0,0 0 192 16,41 26-192-1,-41-26 0-15,0 0 0 0,0 0 128 0,27 33-128 0,-27-33 0 0,0 0 0 16,0 0 0-16,0 0 0 0,8 38 0 0,-10-31 0 16,-1 0 0-16,-2-1 0 15,-1 0 0-15,-2 1 0 0,0-2 0 0,-1-2 0 0,1 1 0 0,-1-1 0 0,0-1 0 0,-1 0 0 16,1-2 0-16,0-1 0 0,1 0 0 0,1-4 0 0,1 1 0 16,2-1 0-16,-1-2 0 15,3 0 0-15,0-1 0 0,1-1 0 0,2 0 0 0,0-1 0 0,1 0 0 16,1-1 0-16,1 1 0 0,-1 1-128 0,1-2 128 15,1 0 0-15,0-1 0 0,2 1 0 0,0-1 0 16,1 0 0-16,-1 0 0 0,1 1 0 16,1 1 0-16,-1-2 0 0,0 2 0 0,0 1 0 0,-2-1 0 15,1 3 0-15,-3 0 0 0,0 2 0 0,-1 1 0 16,-1 1 0 0,-3-1 0-16,1 3 0 0,-2-1 0 0,-1 2 0 0,-1 0 0 0,0-1 0 0,-2 0 0 15,1 1 0-15,-3-2 0 0,2 1 0 0,-2-1 0 16,2-1 0-16,-2 0 0 15,3 0 0-15,-1 0 0 0,1-1 0 0,0 1 0 16,0-1-464 0,1 1 16-16,0-2 16 15,0 1-11440-15,0 2-2288 0</inkml:trace>
  <inkml:trace contextRef="#ctx0" brushRef="#br0" timeOffset="2092.81">11849 10486 2751 0,'-3'7'256'0,"0"-2"-256"0,1-1 0 0,1-1 0 0,1-1 1088 0,-1-2 160 15,1 3 32-15,0-1 16 0,-1 1 480 0,1 2 80 16,0-1 32-16,0-2 0 0,1-2 288 0,2-1 64 15,1-2 16-15,0-2 0 0,0 0-384 0,1 0-80 16,1-3 0-16,0-1-16 0,2 0-624 0,0-2-112 16,0 1-16-16,1-2-16 0,1 0-320 0,-1 0-64 15,1-2-16-15,-1 2 0 0,1-2-288 0,-1-3-48 0,0 1-16 0,0-1 0 16,1 1-112 0,0-4-16-16,-2 2-128 0,0-1 192 15,-1 1-192-15,-1 1 0 0,-1 2 0 16,-1 1 0-16,-1 4 0 15,-1 1 0-15,-2 1 0 0,0 2 0 0,0 3 0 0,-1 0 0 0,0 3 0 0,-1 0 0 0,0 3-144 0,0 0 144 0,-1 1 0 0,1 3-144 16,-1 0 144-16,-1 1 0 0,1 1 0 0,0 0 0 16,1 1 0-16,-1 2 0 0,0 0 0 0,0 0 0 15,1 2 0-15,-1 0 0 0,1 0 0 0,0 3 0 16,0 0 128-16,-1-1-128 0,3 0 128 0,0-16-128 16,0 29 128-16,0-29-128 0,0 0 128 0,5 35-128 0,-5-35 0 0,0 0 0 15,0 0 0-15,0 0 0 0,0 0 0 0,0 0 0 16,0 0 0-16,41 17 0 0,-33-26 0 15,2-1 0-15,2-4 0 0,0 0 0 16,1-3-336-16,-1-2 16 16,1 3 0-16,-1-4 0 0,0 2-256 15,-2-4-32-15,0 4-16 16,-1-2 0-16,-2 5 304 16,0 0 48-16,0-1 16 15,-2 3 0-15,0 1 256 0,0 1 0 16,-3 1 0-16,0 1 0 15,0 4 0-15,-2-2 0 0,0 2 0 16,-1 0 0-16,-1 1 160 0,1 3 32 0,-1-1 16 0,-1 2 0 0,0 2 320 0,0 1 64 0,1 0 16 0,-2 3 0 0,0 1-176 0,0 3-48 0,0 0 0 0,0 3 0 0,0 2 0 0,1 2 0 0,0-1 0 0,2 1 0 0,1-17-48 0,2 31-16 0,-2-31 0 0,0 0 0 16,12 37-160-16,-12-37-32 0,0 0-128 0,0 0 192 15,0 0-192-15,33 33 0 0,-33-33 0 16,0 0 0 0,0 0-352-16,0 0-64 0,37 9-16 0,-37-9 0 15,0 0-1632-15,0 0-336 0,0 0-64 0,0 0-11648 0</inkml:trace>
  <inkml:trace contextRef="#ctx0" brushRef="#br0" timeOffset="2500.5">12392 10324 7359 0,'1'0'160'0,"-1"0"32"0,0 0 16 0,1-2 0 0,-1 2-208 0,0 0 0 0,0 0 0 16,-1 0 0-16,1 0 1568 0,-1 0 272 0,-1 0 48 0,1 0 16 15,-1 2 512-15,0 1 96 16,0 0 32-16,-1-1 0 0,0 2-784 0,0 1-160 0,0 0-16 15,-1 2-16-15,0 2-464 0,0 0-80 0,0 0-32 0,0 2 0 16,0 1-272-16,-1 2-48 0,0 1-16 0,0 1 0 16,0 1-272-16,0 2-48 0,-1-1-16 0,0 2 0 15,2-4-160 1,0 1-32-16,1-1-128 0,2-3 192 16,0-2-192-16,1-4 0 0,1-2 0 15,1-2 0-15,1-4-768 0,0-1-112 0,1-4-16 16,-1-2-9344-16,2-2-1888 15</inkml:trace>
  <inkml:trace contextRef="#ctx0" brushRef="#br0" timeOffset="2705.22">12363 10429 7711 0,'-1'-17'160'0,"1"8"32"0,0 4 16 0,0 4 32 0,0 0-240 0,0-1 0 0,-1-1 0 0,1-4 0 0,0-3 2512 0,-1 1 464 15,0 0 96-15,1 1 0 0,0 4-336 0,0 1-80 16,0 1-16-16,1 2 0 0,0 2-912 0,0 1-192 16,1 1-48-16,0 1 0 0,-2-5-416 0,0 0-96 15,0 0-16-15,15 34 0 0,-15-34-448 0,0 0-112 16,14 40-16-16,-14-40 0 0,12 34-192 0,-12-34-64 15,11 37 0-15,-11-37 0 16,0 0-128-16,17 45 0 0,-17-45 144 16,0 0-144-16,14 33 0 0,-14-33 0 0,0 0 0 0,0 0 0 15,0 0-768-15,0 0-64 0,0 0 0 0,0 0-16 16,0 0-1904-16,0 0-368 0,8-7-80 0,-13 0-9552 16</inkml:trace>
  <inkml:trace contextRef="#ctx0" brushRef="#br0" timeOffset="2848.14">12325 10474 3679 0,'-8'-1'160'0,"3"1"32"0,2 0-192 0,0-1 0 0,2 1 0 0,0 0 0 16,1 1 2048-16,0-1 352 0,0 1 80 0,1 1 16 16,2-2 896-16,1 0 192 0,-4 0 48 0,0 0 0 15,0 0-816-15,34-3-144 16,-23 0-48-16,0-2 0 0,0 2-1552 0,0 1-320 0,0-3-64 0,-1 0-16 16,-1 3-672-16,-2-2-176 15,2 1-16-15,-2 0-16320 0</inkml:trace>
  <inkml:trace contextRef="#ctx0" brushRef="#br0" timeOffset="3210.08">12622 10116 13823 0,'-1'-4'608'0,"0"1"128"0,0 0-592 0,0 1-144 0,0 2 0 0,1 0 0 0,-1 0 1984 0,-1 0 352 0,-1 2 80 0,-2-1 16 15,1 3-48-15,-3 1 0 0,2 3 0 0,-2 0 0 0,1 2-976 0,-1 2-192 16,1 0-32-16,-2 1-16 15,3 0-640-15,-2 0-128 0,2 2-16 0,-2-1-16 0,2 3-48 0,0 0-16 32,0 2 0-32,2 1 0 0,1 0 48 0,0-1 16 0,2-19 0 0,2 31 0 0,-2-31-96 0,0 0-16 15,16 35 0-15,-16-35 0 0,0 0-256 16,0 0 0-16,38 19 0 0,-38-19 0 16,0 0-272-16,28-1-112 0,-15-3-32 15,2-4-16960-15</inkml:trace>
  <inkml:trace contextRef="#ctx0" brushRef="#br0" timeOffset="3762.06">12760 10149 6447 0,'1'-5'576'0,"0"3"-576"0,-1 0 0 0,0 2 0 0,0 0 1920 0,0 0 288 16,0 0 48-16,1-2 16 0,0 1 672 0,-1 2 128 15,0 2 16-15,-1 1 16 0,0 5-976 0,-1 1-192 16,0 4-32-16,1 2-16 0,-1 3-1024 0,0-1-208 16,2-18-32-16,-3 37-16 0,3-37-208 0,-1 35-32 15,1-35-16-15,2 27 0 0,-2-27-160 0,0 0-16 16,0 0-16-16,0 0 0 0,0 0-160 0,0 0 0 16,31 30 0-16,-25-32 128 0,2-3-128 0,0 0 0 15,1-2 0-15,-1-2 128 0,2-2-128 0,-1 0-176 16,0-1 48-16,1 1 0 15,-1-3-512 1,0 2-80-16,-1 2-32 16,-1-1 0-16,-1 2-16 0,0-2 0 15,-1 2 0-15,-2 0 0 16,1-1 464-16,-1 0 96 16,-1 1 16-16,-1 2 0 0,-1-1 192 15,0 2 0 1,0-2 0-16,-1 2 160 0,0 1 224 15,-1 1 64-15,1 1 0 0,-2 1 0 0,1 1 336 0,1 1 80 0,-1 3 16 0,0-1 0 0,0 2-304 0,1 1-48 0,-1 3-16 0,0 1 0 0,2-9-112 0,-2 26-16 0,2-26-16 0,1 34 0 0,-1-34-112 0,3 33-32 0,-3-33 0 0,0 0 0 0,12 45-224 0,-12-45 144 0,0 0-144 0,0 0 128 16,24 38-448-16,-24-38-112 0</inkml:trace>
  <inkml:trace contextRef="#ctx0" brushRef="#br0" timeOffset="4265.42">12340 10558 6447 0,'0'0'576'0,"0"-1"-576"16,0 1 0-16,0 0 0 0,0 0 1280 15,0 0 128-15,0-2 48 0,1 1 0 0,0-2 432 0,0 0 96 16,1 0 0-16,-1-1 16 16,1 1 80-16,-1 1 16 0,0 0 0 0,0 1 0 0,0 1-400 0,-1-2-80 15,0 4-16-15,0-2 0 0,0 1-512 0,-1 1-128 16,1 0 0-16,-1 0-16 0,2 1-368 0,-1-1-64 16,1 1 0-16,0-1-16 0,1-1-240 0,1-1-32 15,0 0-16-15,0-1 0 0,2-1-208 0,0-1 144 16,0 1-144-16,2-3 128 0,0 3-128 0,0-5 0 15,2 2 0-15,0-2-17024 0</inkml:trace>
  <inkml:trace contextRef="#ctx0" brushRef="#br0" timeOffset="5289.28">13097 10085 7359 0,'-1'-5'656'0,"0"2"-528"0,1 0-128 0,0 2 0 0,0 0 752 0,0 1 112 15,1 0 32-15,0-1 0 16,1 1 1200-16,1 1 240 0,1 3 48 0,-4-4 16 0,0 0-352 0,0 0-64 16,0 0 0-16,36 40-16 0,-36-40-656 0,0 0-128 15,35 43-32-15,-35-43 0 0,0 0-240 0,30 47-48 16,-30-47-16-16,15 36 0 0,-15-36-208 0,8 35-64 15,-8-35 0-15,2 33 0 0,-4-18-320 0,-3-1-80 16,-1 0-16-16,-3-4 0 16,-1 2 32-16,-2-1 16 0,-2 1 0 15,-2-2-16496-15</inkml:trace>
  <inkml:trace contextRef="#ctx0" brushRef="#br0" timeOffset="6842.23">13447 10144 6447 0,'-1'0'576'0,"0"0"-576"0,1 0 0 0,0 0 0 0,0 0 832 16,-1 0 48-16,0 1 16 0,0 1 0 15,-1 0 448-15,-1 3 80 0,0-3 32 0,-1 3 0 16,1 1-96-16,-1 0-16 0,1 1 0 0,-1 1 0 0,0 0-192 0,1 1-32 15,1 0-16-15,0-2 0 0,0 3-384 0,1-2-80 16,0-1 0-16,1 1-16 16,1-1-160-16,-1-7-16 0,0 0-16 0,0 0 0 0,0 0-176 0,11 37-48 15,-11-37 0-15,0 0 0 0,0 0-208 0,0 0 176 16,0 0-176-16,19 38 160 0,-19-38-160 0,0 0 0 16,0 0 0-16,0 0 128 0,0 0-128 0,0 0 128 15,0 0-128-15,0 0 128 0,0 0-128 0,0 0 0 16,0 0 0-16,0 0 0 0,0 0 0 0,38 5 0 15,-35-13 0-15,1-1 0 16,0 0-208-16,0 0-80 0,0-3-16 0,0 0 0 0,0 2-32 0,0-2-16 16,0 1 0-16,0-1 0 15,-1 0 48 1,0 0 16-16,1 3 0 16,0-1 0-16,-2 1 144 0,1 2 144 0,1-1-208 15,-1 2 80-15,-1 0 128 0,0 2 0 16,0-1 0-1,1 1 0-15,-1 1 0 0,-1 1 176 0,1 0-176 0,-1 0 192 0,1 1 128 0,-1-2 16 16,1 1 16-16,-1 1 0 0,1 0 176 16,-1-1 48-16,1 0 0 0,-1 1 0 0,0-3-128 0,0 1-32 0,1 1 0 15,-1-3 0-15,0 2 160 0,0 0 16 0,0 0 16 0,-1-3 0 16,0 2-64-16,0 2-16 16,0-1 0-16,0 1 0 0,0-1-96 0,-1 1-32 0,0 1 0 0,0 0 0 0,0 1 16 0,0 0 0 0,0 0 0 15,0 1 0-15,0 0-16 0,1 1 0 0,-1-1 0 0,0 3 0 16,0-1-80-1,0 2 0-15,0 2-16 0,1 2 0 0,-1-2-112 0,0 5 0 0,0 0-16 0,-1 2 0 0,0 0-176 0,1 0 128 0,-1 1-128 0,1 1 128 0,-1-1-128 0,0-1 0 16,1 0 0-16,0-1 0 0,0 0 0 0,1-13 128 0,0 24-128 0,0-24 0 16,0 0 128-16,0 0-128 15,0 0 0-15,0 0 128 0,19 33-128 0,-14-33 0 16,-5 0 0-16,15-5 0 0,-7 3 0 0,0-3 0 16,2-2 0-16,0-2-12144 15,0-1-2464 1</inkml:trace>
  <inkml:trace contextRef="#ctx0" brushRef="#br0" timeOffset="7643.41">13844 10190 7359 0,'0'0'656'0,"0"0"-528"15,0 0-128-15,0 0 0 0,0 0 1744 0,0 0 320 16,1 2 64-16,0-2 16 0,0 1 1024 0,1 0 208 15,0 1 32-15,0-1 16 0,1 1-864 0,-1-2-192 16,2 0-16-16,-1 0-16 0,1 0-1184 0,0-3-224 0,0 1-48 0,0-2-16 16,-1 1-448-16,0-2-96 0,1 1 0 0,-1-1-16 15,-2 0-304-15,0 1 160 0,1-3-160 0,-2 2 128 16,0 0-128-16,-1 0 0 0,-1 1 0 0,-2-1 0 16,0 1 0-16,-1 1 0 0,1 0 0 0,-3-1 0 15,1 3 0-15,-2-1 0 0,1 1 0 0,-1 1 0 16,-1 0 0-16,1 1 0 0,-1 2 0 0,-1 1 0 15,1 1 0-15,2-3 0 0,1 3 0 16,1 0 0-16,-1 0 0 16,1 2 0-16,1-1 0 0,-1 3 0 15,1 2 0-15,1-2 0 0,0 4 0 0,-1 0 0 0,2 2 0 0,0 0 0 16,2 0 0-16,0-15 128 0,2 26-128 0,-2-26 0 0,0 0 144 0,0 0-144 0,0 0 0 0,22 38 0 16,-22-38 0-16,0 0 128 0,0 0-128 15,31-4 0-15,-22-3 0 0,2-1 0 16,-3 0 0-16,1-3 0 15,0 0 0-15,1-2 0 16,0-1 0-16,0-1 0 16,1 0 0-16,0-2 0 15,-1 1 0-15,-2 1 0 0,0 1 0 16,-1 1 0-16,-1 1 0 0,-2-1 0 0,0 1-144 16,-1-2 144-16,-2 1-192 0,-1-2 16 0,-2 0 16 0,0-1 0 0,0 1 160 0,0-1-208 0,0-1 80 0,0 3 128 0,1 2 0 0,0-2 0 0,-1 0 0 0,1 2 0 0,1 0 0 0,-1 3 0 0,0 2 0 0,1 3 0 15,0 3 0-15,0 1 0 0,0 2 0 0,-1 3 0 16,1 4 0-16,-1 2 240 0,0 2-64 0,1-13-16 15,-1 29 32-15,1-29 0 0,-1 38 0 0,1-38 0 16,0 42-192-16,0-42 160 0,1 43-160 0,-1-43 160 16,1 38-160-16,-1-38 192 0,4 38-192 15,-4-38 192-15,5 33-192 0,-5-33 128 16,0 0-128-16,11 41 128 0,-11-41-128 0,0 0 0 0,14 37 0 0,-14-37 0 16,0 0 0-16,0 0 0 0,0 0 0 0,22 38 0 15,-22-38 0-15,0 0 0 0,0 0 0 0,0 0 0 0,0 0-208 16,0 0 16-16,0 0 16 0,35 3 0 15,-30-9-1584 1,0-3-320-16,2-3-64 0</inkml:trace>
  <inkml:trace contextRef="#ctx0" brushRef="#br0" timeOffset="8035.3">14122 10092 911 0,'1'-2'0'0,"-1"2"0"0,0 0 0 0,0 0 0 0,0 0 2352 0,-1 0 384 15,1 2 80-15,-1 0 0 0,-1 1 736 0,-1 2 144 16,0 0 16-16,1 2 16 0,-1-2-992 0,-1 2-208 15,1-3-32-15,1 2-16 0,0 0-944 0,0-1-192 16,0 0-48-16,0-1 0 0,1 2-624 0,0 0-128 0,1 2-32 16,0 1 0-16,0-9-224 0,0 0-48 15,0 0-16-15,7 38 0 0,-7-38-224 0,0 0 144 16,0 0-144-16,16 37 128 0,-16-37-128 0,0 0 0 0,0 0 0 0,0 0 128 16,35 22-128-16,-35-22 0 0,16-5 0 15,-8 0 0-15,2-1 0 16,0-2 0-16,0-3 0 0,2-2 0 15,-1-1 0-15,0-1 0 0,-1 0 0 0,-2 3 0 0,1 0 0 16,-2-2 0-16,2-1 0 0,-2-1 0 0,0 1-160 0,-1-1 160 0,-1 2-208 0,-3 0 80 0,-1 0-16 0,0 2 0 16,-1 2 0-16,-1 0 0 0,0 3 144 0,-1 2 0 15,1 2 0-15,-1 0 0 0,0 3 0 16,-1 2 0-16,1 2 0 0,0 2 0 0,0 3 0 16,0 2 0-16,-1 4 0 0,1 2 128 15,-1 1 32-15,1 4 16 16,1-3 0-16,-1 4 0 15,2-23-48-15,0 48 0 0,0-48 0 0,6 38 0 0,-6-38 32 0,0 0 0 0,19 40 0 0,-19-40 0 0,0 0-160 0,0 0 0 16,36 26 0-16,-36-26 0 0,0 0-144 0,25-4-64 16,-18-1-16-16,-1-2-18192 0</inkml:trace>
  <inkml:trace contextRef="#ctx0" brushRef="#br0" timeOffset="8773.48">13409 10173 5519 0,'0'-3'240'0,"-1"1"64"0,0 1-304 0,0 0 0 16,1 1 0-16,0 0 0 0,-1-2 1136 0,1 0 160 0,-1 1 48 0,0-4 0 15,1 3 400-15,-1-3 96 0,1 0 16 0,0-1 0 16,1 0-128-16,-1 2-32 0,1-1 0 0,-1-2 0 16,1 3-304-16,0-1-64 0,0 2-16 0,-1 2 0 15,1 0-368-15,-1 1-80 16,-1 0-16-16,1 2 0 0,0 0-32 0,-1 3-16 0,0 0 0 0,-1 2 0 16,1 0-224-16,-1 3-32 15,1-1-16-15,-1 1 0 0,2 2-304 0,-1 2-64 16,1 1-16-16,0 1 0 0,0-16-144 0,1 30 0 0,-1-30 0 15,3 29 128-15,-3-29-128 0,3 28 0 16,-3-28 0-16,0 0 0 0,3 29 0 16,-2-24 0-16,0 2 0 0,-1-5 0 0,0 0 0 0,0-1 0 0,0 1 0 0,0-5 0 0,1 1 0 0,-1 0 0 15,0-3 0-15,2-2 0 16,-1-1 0-16,0-1 0 0,1 0 0 0,0-3 0 0,1 0-192 0,-1-2 192 16,0 2-192-16,0-2 192 0,1-2-192 0,-1 1 192 31,1-2-160-31,-1 2 160 0,0 2 0 0,0 1 0 15,-1 0 0-15,0 2 0 0,-1 1 0 0,0 0 0 0,0 2 0 0,-1 3 0 0,1 1 0 0,0 1 0 16,-1 1 0-16,0 2 0 16,0 3 272-16,-2-2-48 0,2 3-16 0,-2 0 0 15,1-1 80-15,-1 4 16 0,0-2 0 0,1 4 0 0,0 0-112 0,1-1 0 16,0 1-16 0,1-1 0-16,0-9-176 0,0 0 0 0,3 33 144 0,-3-33-144 0,0 0 0 0,7 38 144 0,-7-38-144 0,0 0 0 15,7 36 128-15,-7-36-128 0,0 0 0 0,0 0 0 16,6 31 0-16,-4-27 0 0,0-2 0 31,-1-1 0-31,0 1 0 0,0-4 0 0,-1 1 0 0,1-1-17216 0</inkml:trace>
  <inkml:trace contextRef="#ctx0" brushRef="#br0" timeOffset="10051.16">14528 10142 1839 0,'-1'-1'160'0,"0"0"-160"0,0 1 0 0,0-2 0 16,0 1 960-16,0 1 144 0,0 0 48 0,1 1 0 0,-2-1 832 0,0 2 192 16,-1-2 16-16,0 1 16 0,1 0-96 0,1 1 0 15,1-2-16-15,-1 1 0 16,1 1-528-16,1-2-96 0,0 0-32 0,2 0 0 16,1-2-352-16,1 1-80 0,0-1-16 0,1 0 0 15,-1 0-128-15,4-1-32 0,0 0 0 0,1-1 0 16,1 0-256-16,0 1-48 0,0-2-16 0,1 3 0 15,-1-1-192-15,-1 1-64 0,-1 0 0 0,-1 1 0 0,1 1-256 0,-3 0 0 0,1-2 0 16,-2 2 0-16,0 0 0 0,-1 0 0 0,-1 0 0 16,-1 0-144-1,1-1-576-15,-2 1-112 0,1-1-32 0,-1 1-9216 16,0 0-1840-16</inkml:trace>
  <inkml:trace contextRef="#ctx0" brushRef="#br0" timeOffset="10383.54">14562 10216 5519 0,'-3'2'240'0,"1"-2"64"0,0 0-304 0,1 2 0 16,0-2 0-16,1 0 0 16,0 1 1600-16,-2 1 256 0,0 1 48 0,-1 1 16 0,1 0-192 0,-1 1-16 0,0-2-16 0,1 1 0 15,0-1-304-15,1-1-64 0,-1-1-16 0,1 1 0 16,0-2-176-16,1 2-48 0,-1-2 0 0,1 0 0 31,0 0 32-31,0-2 0 0,0 2 0 0,0 0 0 0,0 0-224 0,1-2-32 16,0 1-16-16,1 1 0 15,-1-2-224-15,1 2-48 0,1-2-16 0,1 1 0 16,0-1 0-16,3 0 0 0,-1-1 0 0,3 1 0 16,0-1-112-16,0 1-32 0,2-2 0 0,2 1 0 15,0-1-240-15,0 1-48 0,0 1-128 0,2-3 192 16,0 2-192-16,0 0 0 0,-15 3 0 15,28-3 0-15,-28 3-288 16,29-3-160-16</inkml:trace>
  <inkml:trace contextRef="#ctx0" brushRef="#br0" timeOffset="13264.98">15234 9941 7359 0,'0'-3'656'0,"1"1"-528"0,0 0-128 0,-1-1 0 0,0 1 1152 0,0-1 208 16,1-1 48-16,1-6 0 15,0 1 320-15,-1-3 64 0,1 2 0 0,-2 1 16 16,1 0-16-16,-1 2-16 0,-1 1 0 0,-1 2 0 0,0-1-528 0,0 2-96 16,0 1-32-16,-2 2 0 0,1 0-240 0,-2 2-48 15,1 2-16-15,-3 1 0 16,1 1-176-16,-1 1-48 0,0 3 0 0,0 2 0 0,1 2-192 0,-1 4-32 16,2 2-16-16,-1-1 0 15,2 2-160-15,0 0-16 0,2-2-16 0,1 3 0 16,1-22-160-16,4 42 0 0,-4-42 144 15,8 38-144-15,-8-38 0 16,10 34 0-16,-10-34 0 0,0 0 128 0,21 49-128 0,-21-49 0 16,0 0 0-16,22 50 0 0,-22-50 0 15,13 35 0-15,-13-35 0 0,0 0 0 0,9 46 0 0,-9-46 0 16,1 26 0-16,-4-14 128 16,1-1-128-16,-4-2 0 0,-1 1 128 15,-2 0-128-15,0-1 128 16,-2 0-128-16,-1-1 128 0,-1-1-128 0,-1 0 320 0,0-3 0 0,-1 2 0 0,0-3 0 15,2 0-160-15,0-3-32 0,0 0-128 0,3-2 192 0,2 1-192 0,1-2 0 0,0 0 0 0,2 0 0 0,3-1-912 0,0 2-128 0,2-3-32 0,2 2-14960 16</inkml:trace>
  <inkml:trace contextRef="#ctx0" brushRef="#br0" timeOffset="13698.22">15351 10443 2751 0,'1'0'0'0,"0"0"128"0,0 0-128 0,-1 1 144 0,0-1-144 0,-1 0 0 0,1 2 0 0,-1-2 0 16,0 2 1168-16,0-2 208 0,-1 2 32 0,0 0 16 15,-2 1 272-15,1 0 48 0,0-1 16 0,0-2 0 16,1 2-464-16,0-2-80 15,0 0-32-15,1 0 0 0,0 2 32 0,0-2 16 0,0 1 0 0,0 1 0 16,1 0-208-16,0 1-32 0,0-1-16 0,0 3 0 16,0-2-208-16,0 2-32 0,1 1-16 0,1 1 0 15,-2-7-32-15,0 0-16 0,0 0 0 0,8 33 0 16,-8-33-240-16,0 0-48 0,0 0-16 0,0 0 0 16,0 0-176-16,0 0-48 15,38 22 0-15,-30-25 0 0,1-3-144 0,0-2 160 16,0-2-160-16,0-3 160 0,0 1-32 0,-3-1-128 0,0-1 192 0,-2 2-64 0,-3 0-128 15,-2 1 0-15,-4 1-160 16,-2 1 160-16,-3 2-128 16,-1 0 128-1,0 2 0-15,-1 2-144 0,1 1 144 0,0 2-208 0,-2 0 80 0,1 2 128 0,-1-1-320 0,2 3 48 0,1-3 16 0,3 1 0 0,2 0-128 0,2-2 0 16,2 0-16-16,1 0-8896 16,2 0-1776-16</inkml:trace>
  <inkml:trace contextRef="#ctx0" brushRef="#br0" timeOffset="14070.33">15404 9694 7359 0,'-2'-2'656'0,"-1"2"-528"0,2 0-128 16,1 0 0-16,0 0 1536 0,-1-2 288 0,-1 1 48 0,-1-1 16 15,0-1 928-15,0-1 176 0,0 0 32 0,1 0 16 0,1 2-608 0,0 1-128 16,1 0-32-16,0 1 0 0,1 2-800 0,0 1-144 15,0 4-48-15,0 2 0 0,-1-9-576 0,0 29-112 16,-1-13-16-16,0 3-16 16,-1-1-352-16,0 2-64 0,-1 1-16 0,0 1 0 0,-1-1-128 0,1 0 0 31,0-1 0-31,0-4-11936 0,3-16-2416 16</inkml:trace>
  <inkml:trace contextRef="#ctx0" brushRef="#br0" timeOffset="26460.91">15613 10346 1839 0,'0'0'160'0,"0"0"-160"16,0 2 0-16,0-2 0 0,0 0 336 0,0 0 48 16,0 0 0-16,0 1 0 0,0 1 160 0,0-2 32 15,0 2 16-15,0-2 0 0,0 0-96 0,0 0-32 16,-1 0 0-16,1 1 0 0,0-1-16 0,-1 2 0 16,1-2 0-16,-1 0 0 0,1 0-64 0,0 2 0 15,-1-2-16-15,1 0 0 0,-1 0-32 0,1 0 0 16,0 1 0-16,0 0 0 0,0-1-80 0,0 2-32 15,0-1 0-15,0-1 0 0,0 2 0 0,0-2 0 0,1 0 0 16,-1 0 0-16,1-2 144 0,1 1 16 16,-1 1 16-16,0-2 0 0,0 0 64 0,1 0 16 0,0-1 0 0,0-1 0 15,1 1-112-15,-1 1-32 16,1-3 0-16,0 0 0 0,0 3-48 0,0-3-16 0,1 0 0 0,-1 1 0 16,0-3 64-16,1 2 16 0,0 0 0 0,-1-2 0 15,2 2 112-15,-1-2 32 16,-1 0 0-16,1 1 0 0,0 0-64 0,0-1-16 0,1-3 0 0,1-1 0 15,-2 4-80 1,2-3-16-16,-1-3 0 0,1 1 0 16,0-2-128-16,-1 1-16 15,1 1-16-15,-3-2 0 0,1 3-32 0,0 0-128 0,-1 2 192 16,-1-2-64-16,1 3-128 0,-1-2 160 0,-1 3-160 0,1 0 160 0,-1 1-32 0,0 0-128 0,0 0 192 0,0 1-64 0,-1 0 128 0,0 0 0 16,1-1 16-16,-1 0 0 0,1 1 128 0,-1-1 32 15,1 1 0-15,0 0 0 0,0-2-160 16,-1 2-16-16,1-2-16 0,0 2 0 0,0 1-240 0,0-2 176 15,0 2-176-15,0-1 160 0,1 1-160 0,-2 1 0 16,0 1 0-16,1-1 0 0,-1 3 0 0,1-2 128 16,-1 2-128-16,0 2 0 0,-1 1 192 0,1-1-64 15,-1 3 0-15,1 2 0 0,-1 1 944 16,0 3 176 0,0-1 32-16,-1 3 16 0,1-3-848 15,-1 4-192-15,1-2-16 0,-1 3-16 0,0 1-224 0,0-2 176 16,0-1-176-16,0 1 160 0,0 0-880 0,0 0-176 0,0 0-48 0,1 0 0 0,-1 0 752 0,1 0 192 15,0-2 0-15,0 0 0 0,1-1 0 0,0-2 0 0,0 0 0 0,1-2 0 16,0 0 0-16,0-2 0 0,0-3 0 0,0 0 0 16,0-1 0-16,1-2 0 0,0-1 0 0,1 0 0 15,1-3 0-15,-1 0 0 0,3-2 0 16,0-2 0-16,3-1 0 0,-2-2 0 16,1 1 0-16,-1-1 0 15,0 2-368-15,1-1-32 16,-1-1-16-16,1-2 0 15,-1 0-352-15,0 1-80 16,-1-3-16 0,0 1 0-16,-1 1 48 0,-1 1 16 15,-1 0 0-15,0 1 0 0,-1 0 336 0,-1 1 64 0,0 1 16 32,0 3 0-32,-1-2 384 0,-1 4 0 0,2 0 0 0,-2 0 0 0,-1 1 208 0,1 1 32 0,0 1 0 0,0 1 0 0,-1 1 192 0,1 0 32 0,0 0 16 0,0 0 0 0,0 1-96 0,0 1 0 0,0 1-16 0,0-1 0 0,0 0-112 0,0 3 0 0,0 2-16 0,1 0 0 0,-1 5-16 0,1 2 0 0,-2 3 0 0,0 0 0 31,0 4-16-31,0 0 0 0,0 3 0 0,1 0 0 0,0 1-16 0,1-1 0 0,0-2 0 0,0-22 0 15,2 38-192-15,-2-38 0 16,0 0 0-16,9 36 0 0,-9-36 0 0,0 0 0 0,0 0-144 16,0 0 144-1,0 0-576-15,0 0 0 0,35 5-16 0,-30-11 0 16,0-1-784-16,1 2-160 0,1-3-16 16,-1 0-9344-1</inkml:trace>
  <inkml:trace contextRef="#ctx0" brushRef="#br0" timeOffset="26713.69">15984 10167 4719 0,'1'-1'0'0,"0"-1"192"0,-1 0-48 16,0 2 0-16,1-1-144 0,-1 1 0 0,1-2 0 0,0-1 0 0,0 1 1216 0,-1 0 192 15,0 0 64-15,0 1 0 0,0-1 0 0,0 2 0 16,-1 0 0-16,0-2 0 0,-1 4 64 0,0-2 0 15,0 2 16-15,-1 1 0 0,1-1-384 0,-1 2-80 16,0 2 0-16,-1 0-16 0,1 2-272 0,0-1-48 0,-1 4-16 16,0-1 0-16,1 2-128 0,-1 0-32 0,-2 2 0 0,1 5 0 15,-1 0-336-15,2-3-80 0,-1 1-16 16,1-2 0-16,1-3-144 16,2-1 0-16,-2-2 0 0,1-3 0 15,2-6-432-15,0 0-16 0,0 0 0 16,0 0 0-16,0 0-1168 0,0 0-240 0,0 0-64 0</inkml:trace>
  <inkml:trace contextRef="#ctx0" brushRef="#br0" timeOffset="26950.51">15998 10150 911 0,'0'-3'0'0,"0"0"0"0,0 3 0 0,0 0 0 0,1 1 1488 0,-1-1 224 16,0 2 32-16,0-2 16 0,1 2 896 0,-1 1 176 15,1 3 48-15,0 2 0 0,-1-8-656 16,0 0-128-16,4 36-32 0,-4-36 0 0,0 0-1024 0,10 45-208 15,-10-45-32-15,7 35-16 0,-7-35-480 0,0 0-112 16,12 45 0-16,-12-45-16 0,0 0-176 0,0 0 0 16,13 40 0-16,-13-40 0 0,0 0-240 0,0 0-128 15,0 0-16-15,0 0-16 16,0 0-1408-16,0 0-288 0</inkml:trace>
  <inkml:trace contextRef="#ctx0" brushRef="#br0" timeOffset="27124.8">15950 10296 1839 0,'-6'-2'0'0,"2"0"160"0,2 0-160 0,0 1 0 0,1 1 0 0,1 1 0 16,-1 1 1264-16,0 0 208 0,0-1 64 0,-1 2 0 15,2 2 960-15,0-1 192 0,1-1 32 0,2 2 16 16,0-2-256-16,-3-3-48 0,0 0-16 16,0 0 0-16,0 0-912 0,0 0-176 15,34 2-48-15,-26-6 0 0,1-1-768 0,-1 1-176 0,-1 0-16 0,1-1-16 31,-1-1-656-31,0 1-128 0,-1 0-32 0,0 0-13024 0</inkml:trace>
  <inkml:trace contextRef="#ctx0" brushRef="#br0" timeOffset="27504.64">16171 10024 9215 0,'0'-5'400'0,"0"2"96"0,1 0-496 0,-1 2 0 0,0-1 0 0,0 1 0 0,0 1 1888 0,-1-2 288 15,1-1 48-15,-1 1 16 0,0 0 144 0,0-2 48 0,0 3 0 0,-1-1 0 16,0 2 48-16,0 2 16 0,-1-1 0 0,1 3 0 31,-2 0-2368-31,-1 4-480 0,1-1-96 0,-2 2 0 0,0 3 640 0,0 0 144 16,0 4 32-16,-1 1 0 0,1 2-144 0,0 3-32 0,0-1 0 0,2-1 0 15,1 1 0-15,1-1 0 16,2-20 0-16,3 35 0 0,-3-35 0 0,0 0 0 16,9 34 0-16,-9-34 0 0,0 0-192 0,0 0 0 0,0 0 128 0,35 13-128 15,-27-16 0-15,0 0 0 0,0-3-144 0,2 0 144 16,-2 0-1488-16,0-2-208 0,1 1-32 15,-1 0-12800-15</inkml:trace>
  <inkml:trace contextRef="#ctx0" brushRef="#br0" timeOffset="28010.72">16294 10062 5519 0,'2'-5'240'0,"-1"0"64"0,-1 3-304 0,0-1 0 0,1 3 0 15,-1-2 0-15,0 2 1488 0,0-2 240 16,0 1 64-16,0-1 0 0,-1 2 416 0,1 0 96 16,-2 0 0-16,0 2 16 0,-1 1-560 0,1 0-112 0,-1 1-32 0,1-1 0 15,-1 1-480-15,-1 1-112 0,1 0 0 0,0 2-16 16,0-2-144 0,0 2-32-16,0-1 0 0,1 0 0 0,1 0-368 0,-2-1-80 15,1 2 0-15,0 1-16 0,1-2-176 16,0 0-48-16,0 3 0 0,0 0 0 0,1-9 32 0,0 0 0 15,0 26 0-15,0-26 0 0,0 0-176 0,0 0 128 16,0 0-128-16,0 0 128 0,12 36-128 16,-9-34 0-16,1-2 0 0,1 0 0 0,-1-2 0 15,1 0 0-15,1-1 128 0,1-4-128 0,-1 3 0 16,1-4 0 0,1 1 0-16,0-2-176 0,-1-1-320 15,0 1-64-15,1-1-16 16,-2 1 0-16,-1-1-464 0,1 1-112 0,-1-1 0 0,0-1-16 0,-2 1 496 0,1-2 96 0,0 2 32 0,-2 1 0 0,-1 2 384 15,-1 0 160-15,0 1-128 0,0 1 128 0,-1 2 0 0,0 0 192 0,0 3 0 0,0-1-16 16,-1 2 384-16,1 0 80 0,0 1 0 0,-1 0 16 16,1 1 0-16,0 1 0 0,0 1 0 0,0 0 0 15,0-1-16-15,0 1 0 0,-1 2 0 0,1 0 0 16,0 1-176-16,0 1-32 0,0 3-16 0,1-12 0 16,0 0-96-16,0 33-32 0,0-33 0 15,0 0 0-15,4 35-160 0,-4-35-128 0,0 0 192 16,0 0-192-16,12 35 0 0,-12-35 0 0,0 0 0 0,0 0 0 15,0 0-288-15,0 0-112 0,0 0-32 0,36 3-10384 16,-29-9-2064-16</inkml:trace>
  <inkml:trace contextRef="#ctx0" brushRef="#br0" timeOffset="28310.12">16528 9950 2751 0,'-1'-2'256'0,"-1"2"-256"0,2 0 0 0,0-2 0 0,0 2 1728 0,0 0 320 0,0 0 48 0,1 0 16 16,0 0 496-16,2 2 96 16,2-2 32-16,-1 0 0 0,-4 0-240 0,0 0-32 0,0 0-16 0,0 0 0 15,38 22-848-15,-38-22-160 0,0 0-32 0,0 0-16 16,34 39-480-16,-34-39-80 0,0 0-32 0,24 39 0 16,-24-39-272-16,0 0-48 0,16 42-16 0,-16-42 0 15,0 0-208-15,4 38-32 0,-4-38-16 0,-3 26 0 16,-1-14-208-16,-2 0 128 15,-2 0-128-15,-1 0 0 0,-2 0 0 16,-1-1 128-16,-1 3-128 0,-1-6 0 16,0 2 0-1,-3-1-240-15,-1-3 48 0,-1 0-17216 0</inkml:trace>
  <inkml:trace contextRef="#ctx0" brushRef="#br0" timeOffset="28783.93">16798 10107 8287 0,'-1'0'736'0,"0"0"-592"0,1 0-144 0,0-1 0 15,0 1 1056-15,0 0 176 0,-1-2 48 0,1 2 0 16,0-2 592-16,0 0 128 0,0-1 32 0,1 0 0 0,1 1-176 15,1 0-48-15,0-2 0 0,1 1 0 16,-1 0-528-16,1 0-128 0,0 0 0 0,-1 1-16 0,1 1-368 0,-1 1-80 16,0 0-16-16,-2 0 0 15,0 2-384-15,-1 1-80 0,-1-1-16 0,0 3 0 16,-2 0-192-16,-1 0 0 0,-1 2 0 0,-2-1 0 0,2-1-256 0,-3 0 16 16,1 2 0-16,-1-1 0 15,1-2-640-15,1-1-128 0,1 1-16 0,1-4-16 16,2-3 272-16,1 1 48 0,2-3 16 0,0-1 0 15,3 0-16-15,-1-1 0 0,3-2 0 0,1 0-10416 0</inkml:trace>
  <inkml:trace contextRef="#ctx0" brushRef="#br0" timeOffset="29491.42">17073 10009 8287 0,'-4'-5'368'0,"2"3"80"0,0 0-448 0,1 2 0 0,0-2 0 0,1 2 0 16,0 0 1280-16,-1-2 160 0,0 1 32 0,-1-1 16 15,1 0 528-15,-1 1 96 0,1-1 32 0,0 2 0 0,1 2-400 0,-1-1-80 0,0 3 0 0,-1-1-16 16,2 4-560-16,-1 2-128 0,-1 1 0 0,0 2-16 31,0-1-400-31,0 1-80 0,1 0-16 0,0 2 0 0,0-1-128 0,0 0-48 0,0-1 0 0,0-3 0 16,1-9-128-16,0 0-16 0,0 25-128 0,0-25 192 15,0 0-192-15,0 0 128 0,0 0-128 0,0 0 0 16,0 0 128-16,0 0-128 0,0 0 0 16,0 0 0-16,0 0 128 0,0 0-128 0,0 0 0 0,0 0 144 15,34 9 0-15,-29-14 0 0,0-2 0 0,-1 2 0 16,0 0-144-16,0-1 0 0,4-2 0 0,0-4 0 15,2-2 0-15,0 0 0 16,0 0 0-16,0-3 0 0,-2 0-176 0,1 2 48 16,-3 0 0-1,1 1 0-15,-2 2 128 0,-1 1 0 0,-1 2-144 16,-1 3 144-16,-1-1 0 16,-1 3 0-1,1 3 0-15,-2 1 0 0,0 0 0 0,1 2 0 0,-2 3 0 0,-1 0 0 16,0 1 256-16,0 0 0 0,0 1 16 0,-1 2 0 0,0-2 128 0,1 2 32 0,0-1 0 0,0 1 0 0,-1-1-96 0,1 2-16 0,1-1 0 0,0 0 0 0,0-1-48 0,1 1-16 15,0 2 0-15,0-2 0 0,1-9-32 0,0 0-16 16,0 0 0-16,7 36 0 0,-5-30-64 0,-2-6-16 0,0 0 0 16,0 0 0-16,0 0-128 0,0 0 0 15,0 0 0-15,29 37 0 0,-24-35 0 0,0-2 0 16,1-2 0-16,0-1 0 16,1 0-592-16,-1-2-112 0,3-1 0 15,-1-1-16272 1</inkml:trace>
  <inkml:trace contextRef="#ctx0" brushRef="#br0" timeOffset="30080.53">17421 10057 7359 0,'0'2'656'0,"1"1"-528"0,0-1-128 0,0-2 0 0,-1 0 1600 0,1 1 272 31,1 0 64-31,0 1 16 0,-2-2 640 0,0 0 128 16,0 0 32-16,0 0 0 0,0 0-880 0,0 0-160 16,0 0-48-16,31 1 0 0,-28-5-576 0,1-1-112 15,0-1-16-15,-1-1-16 0,1 0-624 0,-2 0-128 16,1 1-32-16,-2-2 0 0,0 1-160 0,-2 0 128 16,0 2-128-16,-1-2 128 0,-1 2-128 0,0 1 0 15,-1 1 0-15,-1 0 0 0,-2 1 0 0,1 0 0 16,-1 2 0-16,-2 1 0 0,1 2 144 0,-1 0 0 0,-1 2 0 0,1 0 0 15,1 2 16-15,-1-1 0 16,2 4 0-16,0 0 0 0,-1-1-160 16,2 3 128-16,-1 2-128 0,1 0 128 15,0 3 16-15,1-1 0 16,2 1 0-16,0-4 0 16,3-13-144-16,-2 28 192 0,2-28-192 0,0 0 192 0,8 33-192 0,-8-33 0 0,0 0 0 0,0 0 128 0,0 0-128 0,0 0 0 0,40 17 0 0,-30-22 0 15,1 0 0-15,-1-5 0 0,1 1 0 0,-2 0 128 0,-1 1-128 0,1-2 0 16,2-3 144-16,1-3-144 0,1-2 0 15,-1 0 0-15,0 1-160 0,-2-2 160 0,-2 2-208 0,-1-1 64 16,-1 0 16-16,-2 0 0 0,-1-2 128 0,0-1-160 16,-1 0 160-16,-1-3-160 15,0 3 160-15,-1-2 0 0,-1 2 0 0,1 1 0 0,0 1 0 0,-1 5 0 16,1 2 0-16,-1 2 0 0,0 3 0 0,0 2 0 16,0 3 0-16,1 2 128 0,-1 0 128 0,0 2 16 15,0 3 16-15,0 2 0 0,-1 3 160 0,-1-1 16 16,1 3 16-16,-1 1 0 15,1 3-144-15,1-1-16 0,-1 3-16 16,0 2 0-16,0 0-128 0,0-1-32 16,2-19 0-16,-1 41 0 15,1-41-144-15,-1 37 0 0,1-37 144 16,0 34-144-16,0-34 0 0,1 30 0 0,-1-30 0 16,0 0 0-16,5 38 0 0,-5-38 0 0,0 0 0 0,0 0 0 0,0 0-192 0,12 40-48 0,-9-37-16 0,0-2 0 15,2 0-1648-15,1-3-336 0</inkml:trace>
  <inkml:trace contextRef="#ctx0" brushRef="#br0" timeOffset="30552.46">17676 9945 18591 0,'0'0'-5152'0,"2"0"4384"0,-2-2 896 0,1 2 160 0,-1 0 48 0,0 0-336 15,0 0 0-15,0 0 0 0,0 0 0 0,0 0 2064 0,-2 2 352 16,1-1 64-16,0 2 32 16,-2 0-320-16,0 2-64 0,-1 0-16 0,0 0 48 0,-1 3-528 0,0 0-96 15,1 2-32-15,-1 1 32 16,1 1-560-16,1 1-96 0,-1 1-32 0,2 2 32 16,0-3-528-16,2-13-96 0,0 30-32 0,0-30 32 0,0 0-256 0,6 34 0 15,-6-34 0-15,0 0 0 0,0 0 0 0,0 0-224 16,29 31 80-16,-29-31 144 0,0 0-272 0,24-1 48 15,-16-4 16-15,1-2 16 16,1 0-192-16,0 0-64 16,-1-3 0-16,1-1 32 0,0 3-480 15,-1-3-80-15,0 1-32 0,-1-2 32 16,0 2 192-16,-2-1 32 16,1-1 16-16,-2 1 32 0,-1 3 416 15,0-4 80-15,-2 2 16 0,-1-1 16 0,0 4 176 16,-1 0 0-16,-1 2 0 0,0 3 0 0,0 0 464 0,-1 4 32 0,-1 1 0 15,0 3 0-15,0 1 96 0,-1 3 32 0,0 1 0 0,1 1 0 0,-2 3-64 0,1 0-16 0,0 2 0 0,1-2 0 0,3-15-176 0,-2 28-48 16,2-28 0-16,0 0 0 0,0 0-48 0,12 38-16 0,-12-38 0 0,0 0 0 16,0 0-256-16,0 0 0 0,0 0 0 0,37 19 0 15,-29-20-736-15,0 0-160 0,0-3-16 16,1-1-14448-16</inkml:trace>
  <inkml:trace contextRef="#ctx0" brushRef="#br0" timeOffset="30941.89">18087 10028 5519 0,'-1'0'496'0,"1"-1"-496"16,0 1 0-16,0 0 0 0,0 0 1072 0,0-1 112 15,0 1 32-15,0 0 0 0,1-2 752 0,1 0 144 0,1 1 48 0,1-1 0 0,1 2-32 0,2-3 0 16,0 1 0-16,-7 2 0 0,19-2-656 0,-19 2-128 15,24-3-16-15,-24 3-16 0,27-4-608 0,-13 1-128 16,0 1-32-16,-14 2 0 16,24-4-304-16,-24 4-64 0,20-3-16 0,-12 0 0 0,1 1-448 0,-2 0-96 15,1 0 0-15,-3 1-13712 0</inkml:trace>
  <inkml:trace contextRef="#ctx0" brushRef="#br0" timeOffset="31131.4">18216 9851 8287 0,'-2'-1'368'0,"1"-1"80"0,0 2-448 0,0 0 0 0,1 0 0 0,-1 2 0 0,0 1 1840 0,-1 2 272 0,0 4 64 0,2-9 16 16,-7 32 528-16,2-9 96 0,0 3 32 0,-1 0 0 15,0 2-1088-15,2-2-224 16,-1 0-32-16,1-2-16 0,1 0-736 0,3-24-160 0,-2 38-16 0,2-38-16 15,2 30-560-15,-2-30-192 0</inkml:trace>
  <inkml:trace contextRef="#ctx0" brushRef="#br0" timeOffset="31810.76">18873 9763 7359 0,'1'-7'656'0,"-1"2"-528"0,1 2-128 0,0-1 0 0,0 2 1200 0,-1-1 208 15,1 1 32-15,-1-2 16 0,0-2 512 0,0-2 96 16,0-1 32-16,-1 0 0 0,-1 0-560 0,-3 2-96 16,0 3-32-16,-3 1 0 0,0 0-224 0,-2 0-48 15,-1 3-16-15,-1 1 0 0,1 1-224 0,-2 3-32 0,1-1-16 16,-2 2 0-16,2 1-96 0,0 2-32 15,2 0 0-15,0 1 0 0,0 0-208 0,3 3-64 0,0 2 0 16,-1 1 0-16,2 3-128 16,0 1-16-16,2 1-16 0,1 2 0 0,1 1-32 15,2-24-16 1,-1 48 0-16,1-48 0 0,5 44-96 16,-5-44-16-16,7 43 0 0,-7-43 0 0,9 44-128 0,-9-44 160 0,10 44-160 0,-10-44 160 0,9 41-160 0,-9-41 0 0,6 40 0 15,-6-40 128-15,1 35-128 0,-1-35 0 0,-5 35 0 0,-1-18 0 16,-1 0 0-16,-3-3 0 0,-1 2 128 0,-1-3-128 0,0 1 0 15,-1-3 0-15,1-1 0 0,-1 0 128 0,2-4-128 16,-1 0 128-16,1-4-128 0,0-4 128 0,0-1-128 0,0-3 0 16,2 0 0-16,1-3-11840 15,2-1-2256-15</inkml:trace>
  <inkml:trace contextRef="#ctx0" brushRef="#br0" timeOffset="32565.36">18904 10327 911 0,'0'0'0'0,"0"-2"0"0,1 1 0 0,-1 1 0 15,0-2 1104-15,0 2 144 0,1 0 32 0,0-1 0 16,0 0 640-16,0-1 144 0,0-1 32 0,1 3 0 16,-1-2-176-16,-1 2-16 0,1-2-16 0,0 2 0 15,-1 0-384-15,0 0-80 0,0 2-16 0,-1-2 0 16,0 2-640-16,0-2-128 0,1 0-16 0,-1 1-16 15,1 1-256-15,-1 0-48 0,0-1-16 0,0-1 0 16,1 1-64-16,-1-1-16 16,1 0 0-16,0 0 0 0,0 0 0 0,-1 0 0 0,1 0 0 0,0-1 0 15,0 1 160-15,1-1 16 0,-1-1 16 0,0 0 0 0,0 1 96 0,0-1 16 16,0-1 0-16,0 1 0 16,0 1 48-16,0 0 16 0,-1-1 0 0,1 2 0 15,0 0-112-15,-1 0-16 0,1 2 0 0,-1 0 0 0,0 0-96 0,0 1-32 16,-1 2 0-16,0 1 0 0,0 0-96 0,-1 1-32 15,0 2 0-15,1 3 0 0,-1-2-64 0,0 1 0 16,-1 2-128-16,1 0 192 0,0-1-192 0,0 1 128 16,1 0-128-16,2-13 0 15,-2 19 0-15,2-19 128 0,0 0-128 0,0 0 0 16,0 0-240-16,0 0-80 0</inkml:trace>
  <inkml:trace contextRef="#ctx0" brushRef="#br0" timeOffset="35488.3">18971 9502 1439 0,'0'0'0'0,"0"0"0"0,-1 0 0 0,1 0 128 0,0 0-128 16,0 0 0-16,0 0 0 0,-1 0 0 0,0 0 256 0,0 0 48 15,1-2 0-15,-1 2 0 0,0 0-48 0,1 0-16 16,-1 0 0-16,1 0 0 0,-1 0-48 0,1 2-16 16,-1-2 0-16,1-2 0 0,-1-1 128 0,1 3 16 15,-1 0 16-15,1 1 0 0,-1 1 0 0,1-2 0 0,-1 0 0 16,1 2 0-16,-1-2 48 0,1 0 16 0,0 0 0 0,0 0 0 16,0 0 240-16,0 0 64 0,1 0 0 0,0 0 0 15,-1 0 64-15,1 0 0 16,-1 0 16-16,0 0 0 0,0 0-96 0,0-2-32 0,0 2 0 0,1-2 0 15,-1 4-16-15,0-2 0 0,0 0 0 0,0 0 0 16,0 0-128-16,0 0-16 0,0 0-16 0,0 2 0 16,0-2-224-16,0 0-32 0,0 0-16 0,0 0 0 15,0 0-16-15,0 0-16 16,0 0 0-16,0 0 0 0,-1 0 16 0,1 0 0 0,0 0 0 0,0 0 0 16,-1 0-64-16,1 0 0 0,0 0 0 0,0 0 0 15,-1-2 0-15,1 2 0 0,0 0 0 0,0 2 0 16,0-2-128-16,0 0 160 0,-1 0-160 0,1 0 160 0,-1 0-160 15,1 0 0-15,0 0 144 0,0-2-144 0,0 2 224 16,0 0-32-16,0 0 0 0,0 0 0 16,0 0 80-16,0 0 16 0,0 0 0 0,0 0 0 15,0-2 32-15,0 2 16 0,-1-1 0 0,1 1 0 16,0 0-80-16,-1 0-32 0,1 0 0 0,0 0 0 0,0 0 16 0,0 0 0 16,0 1 0-16,1-1 0 0,-1 2 80 0,0-2 0 15,0-2 16-15,0 2 0 0,-1 0-128 0,1 0-16 16,0 0-16-16,1 0 0 0,-1 0-176 0,0 0 192 15,0 0-192-15,0 0 192 16,0 0-192-16,1 0 0 0,-1-1 144 0,1 1-144 16,-1 1 160-16,0-1-32 0,0 0-128 0,0 0 192 15,0-1 16-15,1 1 0 0,-1 0 0 0,0-2 0 0,1 2 32 0,0 0 0 0,-1-2 0 0,2 2 0 16,-1-1 64-16,1 1 16 16,0 0 0-16,0 0 0 0,1 0 96 0,1-2 32 0,0 1 0 0,2 0 0 15,0-2-48-15,0 1 0 0,1-1 0 0,1 0 0 16,-1 0-32-16,2 0-16 0,-1 1 0 0,1 0 0 15,1 1-32-15,-2 1 0 0,-1-2 0 16,1 2 0-16,-1 0-128 0,-1 2-48 16,-1-2 0-16,-1 3 0 15,-1 0-144-15,-1 1 160 0,-1 1-160 0,-1 2 160 16,-2-2-160-16,0 4 0 16,-1-2 0-16,-2 0 0 0,2 3 0 15,-3-3 0 1,1 2 0-16,-2-1 0 0,0 1 0 0,-1-2 0 15,0 1 0-15,-1 0 0 0,-1-2 0 16,1 1 0-16,0 0 0 0,-1-1 0 16,-1 0-176-16,1-2-16 0,0 3 0 15,1-2 0-15,0-3-96 16,3 1-32 0,-1-3 0-16,2 2 0 0,1-2 320 15,1 0-192-15,2 0 192 0,0 0-160 0,1 0 160 0,0 0 0 16,1-2 0-16,0 2-128 0,1 0 128 0,1-3-128 0,1 3 128 0,-2-2-128 15,2 2-16-15,1 0 0 0,-1-2 0 0,1 2 0 16,0-2 144-16,-1 1-128 0,2 1 128 0,0-2-128 16,-1 2 128-16,1 2 0 15,0-2 0-15,1 3 0 0,0-1 0 0,0-2 0 16,-7 0 0-16,0 0 0 0,0 0 0 0,0 0 0 16,0 0 128-16,0 0-128 0,38 24 0 0,-35-20 0 0,0-1 0 0,-2 2 128 15,0-2-128-15,-2 0 0 0,0 3 0 0,-1-3 0 16,-1 0 0-16,0 2 0 0,-3 0 0 15,0 0 128-15,-1 0-128 16,-1 1 0 0,-1 2 0-16,-1-3 0 0,0 4 0 0,0-2 0 0,1-1 0 15,0-2 0-15,3 3 0 16,-1-5 0-16,2 0 0 0,0 1-128 0,0-3 128 16,3 0 0-16,0-2 0 0,2 1-128 0,0-2-768 0,0-1-128 0,2-1-48 15,0 1-14016-15</inkml:trace>
  <inkml:trace contextRef="#ctx0" brushRef="#br0" timeOffset="35633.01">19115 9661 911 0,'0'0'0'0,"0"0"0"0,1 2 0 0,-1-2 0 0,1 0 1120 0,-1 0 144 0,0 1 16 0,0 1 16 0,1 1 1008 0,0 0 208 0,0 3 48 0,-1-2 0 15,1 3-512-15,0-2-80 0,-1 2-32 0,1-1 0 16,1 0-784-16,-1-1-176 0,1-1-16 0,0 1-16 16,1 0-592-16,-2-4-112 0,2 0-32 0,0 0 0 46,0 0-704-46,0-3-144 0</inkml:trace>
  <inkml:trace contextRef="#ctx0" brushRef="#br0" timeOffset="36189">19337 9490 2751 0,'0'-4'128'0,"0"2"16"0,0 1-144 0,0 1 0 0,0-2 0 0,0 1 0 0,0 1 1936 0,0 0 368 16,1-2 64-16,0 2 0 0,-1-1 416 0,1 0 80 16,-1 1 16-16,0 0 0 0,0 0-944 0,-1 1-176 15,1 0-32-15,-2 1-16 0,2 1-688 0,-1-1-128 16,-1 1-16-16,0-1-16 0,0 0-160 0,0 1-16 15,-1 2-16-15,1-3 0 0,0 3-160 0,-1 0-48 16,-1-3 0-16,2 0 0 0,0 0-80 0,-1 1 0 16,1 2-16-16,0-3 0 0,1-2-128 0,-1 3-32 0,1 2 0 0,-1 0 0 15,0-1-80-15,0 1-128 0,0 1 176 0,-1-1-176 16,0 0 192-16,0 2-192 0,-1-2 192 0,1 2-192 16,0-2 176-16,-1 0-176 15,1 2 160-15,-1-1-160 0,1 2 176 16,-1-3-176-16,0 4 192 15,1-2-192-15,-1 2 192 0,0 1-192 16,1 2 192-16,0 0-192 16,0 0 192-16,-1 0-192 15,4-12 192-15,-6 29-192 0,6-29 144 0,-6 30-144 16,6-30 0-16,-4 28 144 0,4-28-144 0,0 0 0 16,2 34 144-16,-2-34-144 0,0 0 0 0,0 0 0 0,0 0 0 0,0 0 0 15,34 10 0-15,-23-16 128 0,1-3-128 0,1-1 0 0,1-2 128 0,1-2-128 0,-1 2 160 0,-1-2-160 0,-1 2 0 0,-1-1 0 0,-3 0 0 16,-1 1 0-16,-1 0 0 0,-2 3 0 0,-3 0 0 0,-2-1 0 0,-1 3 0 0,-5 2 0 15,-1 3 0-15,-4-1 0 0,-3 6-160 0,-2-1 160 16,-1 3-128-16,-2 2 128 0,3 0-384 0,1 0 0 16,1 0 0-16,-1 1 0 15,3 1-640-15,3 0-112 16,1-2-16-16,3-2-14608 16</inkml:trace>
  <inkml:trace contextRef="#ctx0" brushRef="#br0" timeOffset="37332.67">19431 10175 5007 0,'-4'3'0'0,"2"-1"192"0,-1 0-48 0,1-1 32 0,1 1-176 0,1-2 0 0,-1 0 0 0,-1 2 0 15,0 1 1200-15,-1-1 208 0,0 0 32 0,0 1 16 0,1 0 80 0,0-1 32 16,2-2 0-16,0 2 0 0,1-4 16 0,0 2 0 16,1-2 0-16,1 1 0 0,0 1-272 0,0-2-48 15,-1 1-16-15,2-1 0 0,-1 1-192 0,1 0-32 16,-1-1-16-16,1-1 0 0,0 1-112 0,-1-1 0 15,1 1-16-15,1-2 0 0,0-1-160 0,1 0-16 16,0 0-16-16,1-2 0 0,-1 0-240 0,3 0-64 16,2-3 0-16,0-2 0 0,2-2-192 0,0 2-32 15,1-2-16 1,0 1 0-16,1-1-144 0,-2-1 0 0,1 0 0 16,0-2 128-16,-2 1-128 15,-1-2 0-15,0 0 0 16,-2-3 0-16,-1 0 0 0,0-1 0 15,-3 2 0-15,1 2 0 16,-2 0 0-16,-2 1 0 16,1 5-144-16,-1 0 144 0,-1 3 0 15,0 2 0-15,-2 3 0 0,1-1 0 16,-1 2 0-16,0 1 0 0,0 1 0 0,-1-1 0 0,1 2 0 16,0 0 0-16,0 0 0 0,-1 0 0 0,1 0 0 0,-1 2 0 15,1-2 0-15,-1 3 144 0,0-1-16 0,0-2-128 0,1 3 192 16,0-1-64-16,1-2-128 0,-1 2 160 0,0-2-160 0,0 2 160 15,0-2-160-15,1 0 192 0,0 1-192 0,-1 1 192 0,0 1-192 0,0 1 0 16,0 3 144-16,0 0-144 0,-1 3 128 16,1 2-128-16,1-12 128 0,-3 30-128 15,3-30 0-15,-2 39 0 0,2-39 0 0,-3 48 128 16,1-23-128-16,0-1 0 0,1-3 0 16,-1-1 0-16,2-20 0 15,-1 35 0-15,1-35 0 16,0 0 128-16,2 35-128 0,-2-35 0 0,0 0 0 0,0 0 0 0,0 0 0 0,0 0 0 15,0 0 0-15,0 0 0 0,0 0 0 0,0 0 0 0,39 7 0 0,-32-14 0 16,0 0 0-16,0 0 0 0,1 0 0 16,0-3 0-16,0-1 0 15,0 1 0-15,1-1 0 16,-1-1-128-16,-1-1-16 16,0-1 0-16,-1 0 0 15,-1-1 0-15,1-1-192 0,-2-2-48 16,2-2 0-16,-1-1 0 0,0 2-80 0,1-3-32 0,-1 2 0 0,1 2 0 15,-2 2 96-15,2 2 16 0,-1 0 0 0,-1 2 0 0,0 1 384 0,0 3-160 0,-2 3 160 0,-2 1 0 0,1 3 0 0,-1 1 0 0,-1 1 0 0,0 3 0 0,-2-1 352 0,0 4-32 0,-1-1 0 0,1 2 0 0,-2 1 64 0,1 0 16 0,0 1 0 0,-1 2 0 0,1 1-144 0,0 0-48 0,1 1 0 0,0 1 0 0,0 1-80 0,1 1 0 0,2-17-128 0,-5 35 192 16,5-35-192-16,-2 31 144 0,2-31-144 0,-1 28 128 16,1-28-128-16,0 0 0 0,5 34 0 0,-5-34 0 15,0 0 0-15,0 0 0 16,0 0 0-16,0 0 0 0,0 0-800 0,0 0-144 16,40 21-16-16,-34-23-9632 0,2-1-1920 0</inkml:trace>
  <inkml:trace contextRef="#ctx0" brushRef="#br0" timeOffset="37725.75">19960 9972 7071 0,'0'-3'144'16,"0"0"48"-16,0 1 0 0,0 2 16 0,0 0-208 0,0 0 0 0,0 0 0 0,-1-1 0 0,1 1 2528 0,-1-1 464 0,-1 2 80 0,1-1 32 15,-1 1-896-15,0 2-176 0,0 0-48 0,0 1 0 16,0 0-640-16,-1 1-128 0,1 2-16 0,0 1-16 16,0-1-416-16,-2 4-64 0,1 1-32 0,-1 2 0 31,3-4-288-31,-2 3-48 0,0 2-16 0,-1 0 0 15,2 2-176-15,-2 0-144 0,1 1 192 0,-1-3-192 0,2 1 0 0,2-16 0 0,-4 24 0 0,4-24 0 32,0 0-192-32,-2 23-112 0,3-18-16 0,-1-5 0 0,1 1-976 0,1-2-208 15,1-4-32-15,0-2-16 0,1 0-576 16,1-2-112 0,1 0-32-16,0-2-7360 0</inkml:trace>
  <inkml:trace contextRef="#ctx0" brushRef="#br0" timeOffset="37922.01">19969 10078 3167 0,'11'-47'0'0,"-9"40"128"0,-2 4-128 0,0 3 176 0,1-2-176 0,0-3 0 0,1-2 0 0,1-4 0 0,-1-2 1440 0,1-1 256 15,0 2 48-15,-1 3 16 0,1 4 320 0,-3 2 64 16,1 3 16-16,-1 3 0 0,0 0-48 0,-1 3 0 16,1-6 0-16,0 0 0 0,0 0-512 0,0 34-128 15,0-34 0 1,0 0-16-16,4 31-624 0,-4-31-112 16,0 0-16-16,7 37-16 0,-7-37-240 0,0 0-64 15,7 40 0-15,-7-40 0 0,0 0-176 0,6 46-32 16,-6-46-16-16,1 30 0 15,-1-30-160-15,1 32 0 0,-1-32 0 0,-1 26 128 16,1-26-320-16,0 0-64 0,0 29 0 0,0-25-16 16,-1-1-1344-16,0-3-272 0,0-1-48 15,-1-2-11088-15</inkml:trace>
  <inkml:trace contextRef="#ctx0" brushRef="#br0" timeOffset="38073.15">19932 10135 5055 0,'-5'-3'0'0,"2"1"224"0,0 2-64 0,1-1-16 0,1 1-144 0,1 0 0 0,-1 1 0 0,-1-1 0 15,0 2 2176-15,1 1 384 0,-1 0 96 0,0 1 16 0,2-1-48 0,1 1-16 16,1-3 0-16,1 1 0 0,1-2-816 0,2 0-176 16,0 0-16-16,2-3-16 0,1-2-880 0,1 1-192 15,1-1-16-15,1-2-16 16,0 2-832-16,-1-2-160 0,1 2-48 0,0-2-12880 0</inkml:trace>
  <inkml:trace contextRef="#ctx0" brushRef="#br0" timeOffset="38392.53">20171 9848 7359 0,'0'-6'320'0,"0"2"80"0,1 2-400 0,-1 0 0 0,1 2 0 0,-1-2 0 16,0 2 2000-16,0-3 320 0,0 1 64 0,1-1 16 15,-1 0 752-15,0 0 160 0,-1 2 16 0,0-1 16 16,1 2-1152-16,-1 0-224 0,-1 0-48 0,1 2-16 16,0-1-1008-16,-2 1-192 0,1 0-32 0,-2 3-16 15,1 0-272-15,0 2-48 0,-1 2-16 0,0 1 0 16,0 2-80-16,-1 2-32 0,0 4 0 0,1 2 0 0,0 1-208 16,0 0 176-16,4-21-176 0,-4 43 160 0,4-43-160 15,-1 43 128-15,1-43-128 0,2 36 128 16,-2-36-128-16,0 0 0 0,15 40 144 0,-15-40-144 15,0 0 0-15,0 0 0 0,0 0 0 0,41 23 0 16,-41-23-352-16,20-4-144 0,-10 0-16 0,1-2-16688 0</inkml:trace>
  <inkml:trace contextRef="#ctx0" brushRef="#br0" timeOffset="38895.37">20317 9910 4767 0,'0'-8'0'0,"0"2"192"0,1-1-48 0,-1 4 16 15,1 2-160-15,-1 0 0 0,1-1 0 0,-1-1 0 16,1-2 2544-16,-1 1 464 0,1-3 112 0,1 2 16 15,-1 2-304-15,-1 1-48 0,1 0-16 0,-1 4 0 16,0 3-704-16,-1-1-144 0,0 4-16 0,-1 3-16 0,2-11-624 0,-3 29-128 16,-1-12-32-16,1 4 0 15,-1 0-592-15,1-2-112 0,-1 3-16 0,1-3-16 0,1-1-144 0,1-1-32 16,1-17 0-16,0 26 0 16,0-26-192-16,0 0 0 0,0 0 0 0,0 0 0 0,0 0 0 0,0 0 0 15,0 0 0-15,40 7 0 0,-29-14-160 16,0-3-32-16,0-2 0 0,1 1 0 15,0-3-592-15,-1 0-128 16,1 1-32-16,-1-2 0 16,-1 2-80-16,-1-3-32 15,-2 1 0 1,-1-2 0-16,-1 3 672 0,-1 0 128 0,-1 0 16 0,0 1 16 0,-1 2 224 0,-2 7 0 0,1-1 0 0,-1 5 160 0,-1 0 592 0,1 2 112 0,-2 4 32 0,0 2 0 0,-1-1 16 0,3-7 16 0,-6 26 0 0,2-9 0 16,-1 0-352-16,1 1-80 0,0-1-16 0,4-17 0 15,-3 31-208-15,3-31-32 0,0 0-16 0,6 36 0 16,-6-36-64-16,0 0-16 0,0 0 0 0,0 0 0 15,32 26-144-15,-32-26 0 16,0 0 0-16,22 0 0 0,-13-4-240 0,-2 0-16 0,1-2-16 16,0-1-17184-16</inkml:trace>
  <inkml:trace contextRef="#ctx0" brushRef="#br0" timeOffset="39162.39">20602 9806 2751 0,'1'-6'256'0,"0"2"-256"0,2 4 0 0,-1-2 0 16,-1 2 1776-16,0 0 304 0,0 0 64 0,1 0 16 0,0 2 1152 0,3-2 224 0,-5 0 48 0,0 0 16 16,0 0-304-16,0 0-64 15,0 0-16-15,39 31 0 0,-39-31-2496 0,0 0-496 16,0 0-96-16,29 40-128 0,-29-40 656 0,0 0 48 0,22 41 0 0,-22-41 0 31,0 0-304-31,17 42-48 0,-17-42-16 0,0 0 0 0,8 40-176 0,-8-40-32 16,0 0-128-16,-5 36 192 0,1-26-192 0,-2-1 0 15,-1 0 128-15,-2 1-128 0,-2 0 0 0,-1-1 0 16,0 0 0-16,-2 1 0 16,2-3-992-16,-1-2-144 0,2-1-16 15,2-1-15280-15</inkml:trace>
  <inkml:trace contextRef="#ctx0" brushRef="#br0" timeOffset="39445.87">20807 9979 4607 0,'-2'-5'192'0,"1"0"64"0,0 0-256 0,0 3 0 15,1 0 0-15,1 0 0 0,-1 1 1856 0,1-1 320 16,0-3 64-16,0 3 0 15,1-3 512-15,1 2 112 0,0 1 16 0,0 2 0 0,0 0-128 0,-3 0 0 16,0 0-16-16,0 0 0 0,0 0-960 0,0 0-192 16,0 0-48-16,36 25 0 15,-36-25-976-15,0 0-208 0,0 0-32 0,0 0-16 16,0 0-464-16,0 0-96 0</inkml:trace>
  <inkml:trace contextRef="#ctx0" brushRef="#br0" timeOffset="40047.68">21113 9867 10127 0,'-3'-5'448'0,"0"1"96"0,1 1-544 0,1 1 0 0,0 0 0 0,1 1 0 15,-1 1 1728-15,0-2 224 0,-1 0 48 0,-1-1 16 16,-1 1 336-16,0-1 64 0,2 3 16 0,-2 0 0 15,1 1-736-15,0 2-144 0,1 1-16 0,-1 3-16 16,1 0-688-16,-1 5-144 0,3-12-32 0,-4 27 0 16,4-27-272-16,-5 35-64 0,2-16-16 0,3-19 0 15,-2 40-160-15,2-40-16 0,3 33-128 0,-3-33 192 16,0 0-192-16,0 0 128 0,17 42-128 0,-17-42 0 16,0 0 0-16,0 0 0 0,0 0 0 0,39 5 0 15,-30-10 0-15,2-1 0 0,0-4 0 16,1 0-160-1,1-1-128-15,1-1-32 16,-1-3 0-16,1 1 0 0,-1-1-224 16,-2-2-48-16,0 2-16 15,0-2 0-15,-1 1 320 0,-3-1 64 0,-1 0 16 0,-2 1 0 0,-1 3 64 0,-1 0 16 0,-1 1 0 0,-1 2 0 0,-1 1 128 0,-1 2 0 0,0 2 0 0,0 3 0 0,2 0 208 0,-2 2 80 16,0 2 16-16,0 3 0 0,0-1 224 0,0 4 48 0,0 1 16 16,2-9 0-16,-4 23 0 0,4-23 0 0,-5 35 0 15,5-35 0-15,-5 41-144 0,5-41-16 0,-1 41-16 16,1-41 0-16,2 33-160 0,-2-33-16 0,0 0-16 0,0 0 0 15,22 43-224-15,-22-43 144 16,0 0-144-16,0 0 128 0,0 0-304 0,39 14-64 0,-30-16-16 16,0-1-16688-16</inkml:trace>
  <inkml:trace contextRef="#ctx0" brushRef="#br0" timeOffset="41151.99">21737 9896 16575 0,'1'-3'1472'0,"0"-1"-1168"0,0 3-304 16,1-1 0-16,-1 2 896 0,0-1 128 0,0 0 32 0,1-1 0 15,2-1 784-15,0 0 144 16,1-1 48-16,0 0 0 0,-2 1-720 0,1-2-144 0,-1 0-16 0,-1 0-16 16,-1 1-496-16,-1-1-112 0,0 0-16 0,-1 1 0 15,-1-1-256-15,-1-2-64 0,0 2-16 0,-1-2 0 16,0 0 0-16,-1 2 0 0,0-2 0 0,-1 0 0 15,0 2-32-15,0 0 0 0,-1 3 0 0,-1-2 0 16,1 4 0-16,-1 2 0 16,2 0 0-16,-1 0 0 0,0 3 0 0,0 1 0 15,1 2 0-15,-1 0 0 0,1 3-144 0,-1 1 192 0,2 2-192 0,-1 3 192 16,1 0-192 0,-1 2 0-16,2 0 144 15,4-19-144-15,-7 35 144 16,7-35-144-16,-2 29 192 0,2-29-192 0,0 0 224 0,0 0-64 0,0 0-16 0,15 37 0 15,-15-37-144 1,0 0 160-16,0 0-160 0,26-4 160 0,-18 1-16 0,1-3 0 0,0 0 0 0,1-1 0 0,0-2-144 16,2-1 160-16,-2-2-160 15,1 0 160-15,1-2-160 0,-2 2 0 0,0-2 0 0,-1 0 0 16,0 0 0-16,-1-3-176 0,-1 0 176 0,-1 0-192 16,-1 2-64-16,0-4-32 0,-2 0 0 0,-1-3 0 15,1 4 16-15,-1-2 0 0,-1-1 0 0,0 2 0 16,-1 0 272-16,1 2 0 0,-1 1-128 0,0 2 128 0,0 2 0 0,0 1 0 0,0 3 0 0,0 3 0 0,0 3 288 15,0 2-32-15,-1 0-16 0,-1 2 0 0,1 1 112 0,-1 4 32 0,-1 0 0 0,0 4 0 16,2 1-128 0,-2 2-32-16,0 4 0 0,0 0 0 0,3-18-224 0,-3 36 144 31,3-36-144-31,-2 44 128 0,2-44-128 0,0 46 128 0,0-46-128 0,2 45 128 0,-2-45-128 0,8 40 160 0,-8-40-160 0,0 0 160 0,15 47-160 16,-15-47 0-1,0 0 0-15,17 38 0 0,-17-38 0 16,0 0 0-16,0 0 0 0,0 0 0 15,0 0-176-15,36 24-16 0,-30-26 0 0,1-3 0 16,0 0-960 0,1-2-192-16,2-4-32 15,0-1-16-15,-1 0-1536 0,1-4-304 16,0 3-64-16,0-3-16 0,-2 2-400 0,-1 1-64 0,1-1-32 0,-1-1 0 0,0 2 1584 0,-2-1 320 0,1 0 64 0,0 4 16 0,-3 0 1824 0,2 1 192 16,-2 2 128-16,-1 2 32 0,0 0 1296 0,0 1 256 15,-1 2 48-15,-1 1 16 0,0 2 528 0,-1 1 96 16,0 2 32-16,-2 2 0 0,1 3-400 0,-2 2-80 0,4-11-16 15,-8 26 0-15,3-9-672 0,0 0-144 0,5-17-32 16,-7 35 0-16,7-35-304 0,-5 34-64 0,5-34-16 0,-2 31 0 16,2-31-368-16,0 0-80 0,6 35 0 0,-6-35-16 15,0 0-208-15,0 0-32 0,0 0-16 0,0 0 0 16,0 0-176-16,0 0 128 0,37 21-128 0,-31-23 128 16,1-3 0-1,0 0-128-15,1-1 192 0,-1-2-64 0,3 1-128 0,-2-2 0 0,1-1 0 0,0-2 0 16,0 0-352-16,-1 0 48 0,1-2 16 0,-1 0 0 15,-1 2-128 1,-1 0-32-16,0 0 0 0,-1-2 0 16,0 2 256-16,-2 0 64 15,1 0 0-15,0 1 0 16,-2 4 128-16,-1-1 0 0,0 4 0 0,0 0 0 16,-1 1 0-16,0 1 0 0,-1 1 128 0,1 1-128 0,-1 0 256 0,1 0 0 0,-1 2-16 0,-1 1 0 0,0 0 16 0,1 0 0 0,-1 0 0 0,1 2 0 0,-1 0-16 0,0 2 0 15,2-7 0-15,0 0 0 0,-5 35 80 0,5-35 0 16,-2 30 16-16,2-30 0 0,1 32-144 0,-1-32-16 15,0 0-16-15,7 49 0 0,-7-49-160 0,0 0 0 16,17 38 144-16,-17-38-144 0,0 0 0 0,0 0 0 16,30 29-160-16,-30-29-17568 0</inkml:trace>
  <inkml:trace contextRef="#ctx0" brushRef="#br0" timeOffset="41910.03">22309 9825 10127 0,'0'-1'896'0,"0"1"-704"0,0 0-192 0,0 0 0 0,0-2 1056 0,0 2 176 16,0 0 48-16,1-2 0 0,1-1 800 0,0 1 160 15,1-1 48-15,2 1 0 0,0 1-320 0,2 0-64 16,1-1-16-16,2 2 0 16,0-2-448-16,2 1-96 0,2-1 0 0,1 1-16 0,-1-1-528 0,3 0-96 0,1 0-32 0,-1-1 0 31,1 1-304-31,-3-1-64 0,-2 1-16 0,-1 2 0 0,-1-2-288 0,-1 0 0 0,-1 0 0 0,0 1-144 31,-2-2-1520-31,0 1-288 0</inkml:trace>
  <inkml:trace contextRef="#ctx0" brushRef="#br0" timeOffset="42144.94">22504 9635 8287 0,'-4'-3'368'0,"2"1"80"0,0 0-448 0,0 2 0 0,1 0 0 0,1 0 0 16,0 0 1600-16,-1 0 224 0,0 2 48 0,-1 3 16 0,-1 3 624 0,1 3 128 16,2-11 32-16,-4 30 0 0,4-30-832 0,-4 41-176 15,4-41-16-15,-3 49-16 0,3-49-496 0,-1 51-112 16,1-51 0-16,-1 48-16 0,1-48-288 0,2 42-48 16,-2-42-16-16,4 35 0 0,-4-35-464 0,0 0-192 15,0 0 128-15,11 43-10992 16,-11-43-2192-16</inkml:trace>
  <inkml:trace contextRef="#ctx0" brushRef="#br0" timeOffset="43108.53">18047 10017 3679 0,'-1'-1'320'0,"-1"-1"-320"16,2 2 0-16,0 0 0 16,0 0 1216-16,0-1 160 0,-1 0 32 0,0 1 16 15,-1-2 736-15,-1 1 144 0,1-1 16 0,1 2 16 0,-1 0 96 0,0 2 0 16,0-1 16-16,0 1 0 16,1 0-592-16,1 0-128 0,-1-1-32 0,2 1 0 0,0 0-608 0,1 1-128 15,1-3-32-15,0 2 0 0,3-2-272 0,1-2-48 16,0 0-16-16,3-1 0 0,0 0-80 0,2 0-32 15,2-1 0-15,0-1 0 0,2 1-160 0,0-1-16 16,0 1-16-16,-1 1 0 0,1 3-128 0,-3-2-32 16,0-1 0-16,-2 3 0 0,-2-2-128 15,0 2 0-15,-2 0 0 16,1-2 0-16,-1 2 0 16,0 0 0-16,0 2 0 0,-1-4 0 0,0 2-560 0,0-1-80 15,-2 1-32-15,0-2-16784 16</inkml:trace>
  <inkml:trace contextRef="#ctx0" brushRef="#br0" timeOffset="43361.91">18200 9865 2751 0,'1'-5'128'0,"-1"0"16"0,1 1-144 0,-1 1 0 0,0 3 0 0,0-1 0 0,0 0 1648 0,0 1 288 16,-1-3 64-16,0 1 16 0,1-1 544 0,-1 3 96 15,-1-2 32-15,1 2 0 0,-1 2-512 0,1-2-80 16,0 0-32-16,0 3 0 16,1-1-400-16,0 1-64 0,-1 1-32 0,1 1 0 0,-1 2-528 0,1-7-96 15,0 0-32-15,-3 41 0 0,3-41-336 0,-4 47-64 16,4-47 0-16,-6 52-16 0,3-24-272 0,-3 2-48 16,1-2-16-16,1-1 0 15,-2 0-160-15,2 1 0 0,1-2 0 16,3-26-17024-1</inkml:trace>
  <inkml:trace contextRef="#ctx0" brushRef="#br0" timeOffset="44418.34">22991 9566 2751 0,'1'-2'256'0,"-1"0"-256"0,0 1 0 0,0 1 0 0,1-2 944 0,-1 2 144 16,2-3 16-16,0 1 16 15,1-4 752-15,1 0 160 0,-1 0 16 0,2-2 16 0,-1 3 32 0,-1-2 0 16,1 1 0-16,0 0 0 16,-2 2-320-16,0-3-64 0,-1 3-16 0,0 0 0 0,-1 0-544 15,-2 1-96-15,1 1-32 0,-2-2 0 0,0 3-320 0,-2 1-64 16,0 0 0-16,-1 0-16 0,1 3-48 0,-3-1 0 16,0 2 0-16,0 1 0 0,0 0-144 0,0 2-48 15,-1 1 0-15,1 3 0 0,0 0-112 0,-1 0-16 16,1 1-16-16,1 2 0 15,-1-2-240-15,1 2 0 0,0 1 128 16,1 0-128-16,0 0 0 0,2-1 0 16,-1 3 0-16,5-17 0 0,-6 30 128 0,6-30-128 0,-4 36 0 0,4-36 0 0,-4 45 0 0,4-45 128 0,-1 52-128 0,1-52 0 15,0 56 0-15,0-56 0 0,2 58 128 0,-2-58-128 16,5 52 0-16,-5-52 144 0,9 45-144 0,-9-45 128 16,13 40 32-16,-13-40 0 0,0 0 0 0,15 50 0 15,-15-50 16-15,8 38 0 0,-8-38 0 0,7 36 0 16,-7-36-176-16,0 0 128 0,3 43-128 0,-3-43 128 15,-4 26-128-15,-2-14 0 0,0-1 144 0,-5 0-144 16,2-2 128-16,-4 0-128 0,-1 2 128 0,-3-2-128 16,-1-1 0-16,-2-1 0 0,-1-1 0 0,0-2 128 0,-1-3-272 15,1-2-48-15,1-4-16 0,2-2-17696 16</inkml:trace>
  <inkml:trace contextRef="#ctx0" brushRef="#br0" timeOffset="49014.57">23074 10149 2751 0,'-1'0'256'0,"0"0"-256"0,0 0 0 0,1 0 0 16,0 0 896-16,0 0 144 0,-1 0 32 0,0 0 0 15,0-2 272-15,1 2 48 0,-2 0 16 0,2 0 0 16,-1 0 48-16,2-2 16 0,0 2 0 0,0 0 0 16,0-1 0-16,1 1 0 0,0 0 0 0,1-2 0 15,0 2-336-15,0-2-64 0,2 0-16 0,0 0 0 16,0 1-96-16,1-2 0 0,0 0-16 0,2 0 0 15,-1 0-16-15,1-1 0 0,1 1 0 0,-1 1 0 16,2-3-160-16,0 2-48 0,-2 1 0 0,1 0 0 16,0 0-352-16,-1-1-80 15,-2 3-16-15,0 0 0 0,-1 0-272 0,-2 3 160 16,0-1-160-16,-2 2 128 16,0-1-128-16,-2 3 0 0,0 0 0 0,-2 1 0 15,0 0 0-15,-3 0 0 0,1 0-128 0,-4 1 128 0,1 1-192 0,-1 0 16 0,-2-2 16 16,1 3 0-16,0-5-144 0,0 2-16 0,0 0-16 0,0-2 0 0,2-1 96 0,1 1 32 15,-1 0 0-15,3-3 0 0,0 0-48 0,1-2 0 16,1 0 0-16,2 0 0 0,1 0 112 0,0 0 16 16,1 0 0-16,0 0 0 0,0 0-32 0,1-2 0 15,1 2 0-15,0 0 0 0,-1 0 160 0,2 0 0 16,0-1 0-16,0 1-128 0,0 0 128 0,1-1 0 16,-1 1 0-16,1 0 0 0,0 0 160 0,0 0-32 0,1 0-128 0,-1 0 192 15,2 0-64-15,-1 1 0 0,-1 0-128 16,-5-1 192-16,0 0-192 0,0 0 0 0,0 0 0 0,0 0 0 15,0 0 0-15,0 0 0 0,0 0 0 16,0 0 0-16,32 28 0 0,-32-25 0 16,0 0 0-16,0 0 0 0,-1 0 0 0,-1 0-128 0,0-1 128 15,-1 1 0-15,0-1 0 0,1 0 0 0,-2 1 0 0,-1 2 0 16,1-3 0-16,-1 2 0 0,-1-1 0 0,0 2 0 16,0-1 0-16,0 1 0 0,-1 0 0 0,1-1 0 0,-1 2 0 15,1-2-160-15,-1-1 160 0,2 1-128 16,-1-1-624-1,3-1-112-15,1-2-32 0,1 0 0 0,2 0-1008 0,1-2-208 16</inkml:trace>
  <inkml:trace contextRef="#ctx0" brushRef="#br0" timeOffset="49234.55">23287 10261 8287 0,'2'0'736'0,"0"0"-592"0,-1 2-144 16,0-2 0-16,0 0 1040 0,0 1 176 0,-1-1 48 0,0 0 0 16,0 0 992-16,0 0 208 0,0 0 32 0,0 0 16 15,0 0-1104-15,29 39-240 0,-29-39-32 0,0 0-16 16,0 0-720-16,0 0-144 0,0 0-16 0,0 0-16 31,0 0-928-31,0 0-192 0</inkml:trace>
  <inkml:trace contextRef="#ctx0" brushRef="#br0" timeOffset="49711.31">23556 10052 6447 0,'2'-2'576'0,"-1"-1"-576"16,0 1 0-16,-1 2 0 0,1 0 1184 0,-1 0 128 15,1-3 32-15,0 1 0 0,1 0 576 0,0-2 112 16,-2 1 16-16,0 2 16 0,0 0-416 0,-1 1-96 16,-1 1-16-16,0 2 0 0,-1 0-544 0,-1 1-112 15,1 3-32-15,-2-2 0 0,-1 3-80 0,1 0 0 16,-2 2-16-16,1 2 0 0,0 1-144 0,0 0-32 0,-2 1 0 15,1 3 0-15,1-2-192 0,-2 3-32 0,2-2-16 32,-2 2 0-32,3 0-128 0,-2 1-16 0,2-1-16 0,5-18 0 15,-9 34-176-15,9-34 0 0,-4 31 0 0,4-31 0 0,0 0 0 0,1 34 0 0,-1-34 0 0,0 0 0 16,0 0 0-16,0 0 0 0,0 0-128 0,38 4 128 16,-29-9 0-16,1-2 0 0,1 0 0 15,0-2 0-15,0-2 0 0,0 0 0 0,-1 2 0 0,-2-1 0 0,0 3 0 16,-3 0 0-1,0 0 0-15,-2 2 0 0,-2 3 0 0,-1-1 0 0,-1 1 0 0,-2 2 0 0,-3 2 0 0,0 1 0 16,-3 0 0-16,0 1 0 16,-2 1 0-16,0 0 0 15,-1-1-144-15,1 1 144 0,0 0 0 0,0-3 0 0,3 0 0 0,0-1 0 16,2-1 0-16,1-1 0 0,2 1 0 0,0-4 0 16,0 1 0-16,2-2-240 0,0-1 48 0,1-2-9680 31,1 2-1952-31</inkml:trace>
  <inkml:trace contextRef="#ctx0" brushRef="#br0" timeOffset="51821.21">23324 9192 4607 0,'1'-3'400'0,"1"-2"-400"0,0 3 0 0,-1 0 0 0,-1 2 656 0,1-3 48 16,1-2 16-16,0-1 0 16,1-2 48-16,1-3 16 0,2 1 0 0,-3 0 0 0,0 1 496 0,0 2 80 15,-1 2 32-15,0-2 0 16,-1 2 48-16,0 3 16 0,0 0 0 0,0-1 0 0,-1 1 80 0,1 1 32 31,-1 1 0-31,0 0 0 0,0 0-304 0,0 0-64 0,-1 0-16 0,0 1 0 0,0 1-368 0,0 1-80 31,-2-1-16-31,0 0 0 0,-1 3-288 0,1-2-64 0,-2 1-16 0,-1 1 0 0,1 0-96 0,-2 1 0 16,1 2-16 0,-2 1 0-16,2 1-32 0,-2 1 0 0,-2 6 0 0,0 0 0 0,0 0-16 0,-1 1 0 15,1 0 0-15,1 0 0 16,3-1 0-16,-1-2 0 16,2-1 0-16,1-1 0 15,1 1-64 1,3-14 0-16,0 0-128 15,1 34 192-15,-1-34-192 0,0 0 0 0,0 0 0 0,0 0 0 0,0 0 0 16,0 0 0-16,40 28 0 0,-31-28 0 0,1-2 0 0,-2-3 0 0,2 2 0 0,-1-1 0 0,2-1 0 0,0-1 0 0,2 0 0 0,-1-2 0 16,1 2-160-16,0-1-80 0,0 0-16 0,-2 2 0 15,0 0-1280 1,-2-2-256-16,-1 5-48 16,-2-2-12528-16</inkml:trace>
  <inkml:trace contextRef="#ctx0" brushRef="#br0" timeOffset="52010.27">23391 9206 4607 0,'1'-3'400'0,"-1"-1"-400"0,0 3 0 0,0 1 0 0,0 1 1360 0,-1 1 192 16,0-2 48-16,0 3 0 0,0 1 768 0,-3 4 176 16,-2 5 16-16,0 5 16 0,-2 5-464 0,0 1-80 15,0 4-32-15,-3-1 0 0,2 0-720 0,0 2-128 16,0 2-48-16,-1-1 0 0,3-1-640 0,0-3-128 0,3-3-16 15,4-23-14336-15</inkml:trace>
  <inkml:trace contextRef="#ctx0" brushRef="#br0" timeOffset="53467.11">23698 10118 10127 0,'0'1'896'0,"0"1"-704"16,1-2-192-16,-1 0 0 0,0 0 1152 0,1 0 208 15,0 0 48-15,0 2 0 0,1-2 304 0,1 0 64 16,-1 0 16-16,2 0 0 0,-1-2-336 0,1-3-64 16,1 3-16-16,1-3 0 15,-1-2-464-15,2 0-80 0,0 0-32 0,1-3 0 16,1 0-480-16,1-1-112 0,0-3-16 0,1 0 0 16,0 1-192-16,1-3 0 0,-1 2 0 0,0-3 0 15,0-2 0-15,-2 1 0 0,0 0 0 0,-1 0 0 0,-2-2 0 0,1 2 0 0,-2-2 0 16,0 2 0-16,-1-4 0 0,0 3 0 15,-3 0 0-15,1-1 0 16,0 0 0-16,0 4 0 0,-1-1 0 0,0 2 0 16,0 2 0-16,-1 1 0 0,2 2 0 0,-1 1 144 0,-1 1 0 0,2 2 0 0,0 0 0 0,-1 0 0 0,1 3-16 15,0-2-128-15,-1 1 192 0,0 2-64 0,0 1 0 16,0 1 0-16,-1 0 0 0,0 0 0 0,0 0 64 16,0 3 0-16,-1-1 0 0,-1 3 0 0,0 2 48 0,-1 0 16 15,0 5 0-15,1 2 0 0,-1 1-16 16,-1 3 0-16,0 2 0 0,1 3 0 0,-1 0-112 15,0 2-128-15,1 3 176 0,-1 1-176 16,0 1 128 0,0-1-128-1,1 4 0-15,0-5 0 0,1 0 128 0,2-28-128 16,0 44 0-16,0-44 0 0,2 35 0 0,-2-35 0 31,0 0 0-31,0 0 0 0,8 38 0 0,-6-33 0 0,1-3 0 16,0 0 0-16,-1-2 0 0,1-2-144 0,0 2 144 0,1-4-128 0,-1 1-224 0,1-3-32 0,1 0-16 0,0-1 0 0,1-3-128 0,0-1-32 0,1 1 0 0,0-4 0 15,1 0-144-15,-2-1-16 0,2-1-16 0,-2-5 0 16,0 2-112-16,0-5-32 0,1-2 0 0,0-3 0 16,0 1 112-16,-1 1 0 0,0 4 16 0,-1 2 0 0,0-1 464 0,-1 3 96 0,1 0 0 0,0 3 16 15,-2 0 304-15,-1 4 48 0,0 2 16 0,0 1 0 16,-1 4 480-16,-1 0 96 0,0 2 32 0,-1 1 0 31,0 2 80-31,-1 0 16 0,0 2 0 0,0 3 0 0,-1 0-208 0,-1 0-48 0,0 4 0 0,2 1 0 0,-2 2-176 31,0 2-32-31,0 0-16 0,1 2 0 16,-1 4-272-16,0 1-144 0,4-21 160 0,-6 47-160 0,6-47 176 0,-3 52-176 16,3-52 192-16,-1 55-192 0,1-55 0 0,3 50 0 15,-3-50 0-15,7 36 0 16,-7-36 0-16,0 0-144 0,0 0-16 0,23 43 0 16,-23-43-1216-1,0 0-240-15,0 0-48 0,0 0-11056 0</inkml:trace>
  <inkml:trace contextRef="#ctx0" brushRef="#br0" timeOffset="53699.3">24135 9938 7359 0,'-1'0'656'0,"1"0"-528"0,0 0-128 0,-1 0 0 16,1 0 592-16,0 0 96 0,0 2 16 0,0-2 0 15,0 3 912-15,-1-1 192 0,-1 1 48 0,1 1 0 16,-2 1-384-16,0 2-80 0,0-1-16 0,-1 3 0 15,0 2-432-15,-1 0-96 0,0 2-16 0,-1 1 0 16,0 3-336-16,1 0-80 0,-1-1-16 0,1 3 0 16,-1-2-224-16,1 1-48 0,1-3-128 0,0 0 192 15,4-15-192-15,-5 28 0 0,5-28 0 0,0 0 0 16,0 0-736-16,-2 28-144 16,3-28-16-16,1 0-9904 0</inkml:trace>
  <inkml:trace contextRef="#ctx0" brushRef="#br0" timeOffset="53935.78">24148 9983 5519 0,'0'-13'240'0,"0"5"64"0,1-1-304 0,-1 5 0 16,1 1 0-16,-1 2 0 0,0 1 1520 0,0 0 240 15,0-4 48-15,1 1 16 0,0 1 304 0,-1 0 64 0,1 4 16 16,0 0 0-16,-1 5-224 0,1-2-32 16,-1-5-16-16,0 0 0 0,0 0-816 0,8 48-160 0,-8-48-48 0,0 0 0 15,9 44-528-15,-9-44-96 0,0 0-32 0,10 44 0 16,-10-44-128-16,0 0-128 0,11 40 144 0,-11-40-144 15,0 0 0-15,0 0 0 0,5 42 0 0,-5-42 0 16,0 0-256-16,0 0 64 0,0 0 16 0,0 0 0 31,-5 22-848-31,5-22-160 0,-2-2-32 16,0-1-11184-16</inkml:trace>
  <inkml:trace contextRef="#ctx0" brushRef="#br0" timeOffset="54082.1">24063 10116 8287 0,'-1'0'736'0,"0"2"-592"0,1-2-144 0,0 0 0 0,1 0 1376 0,-1 1 240 16,1 1 48-16,-1-2 16 0,2 2 688 0,-1 1 144 16,2-1 32-16,2 0 0 0,0-2-704 0,2 2-144 15,1-2-32-15,0-2 0 0,0 1-944 0,0 0-192 16,0-1-32-16,0-1-16 16,1-1-1152-16,0 1-224 0,-1 1-64 0,1-3-11952 0</inkml:trace>
  <inkml:trace contextRef="#ctx0" brushRef="#br0" timeOffset="54503.27">24308 9707 4607 0,'0'-1'400'0,"0"-1"-400"0,0 0 0 0,0 1 0 0,0 1 832 0,0-2 96 16,1 0 16-16,-1-1 0 0,1-1 1072 0,1-2 224 15,-1 2 32-15,0-3 16 16,0 3-448-16,0-1-96 0,-1 2-16 0,0-2 0 0,0 4-496 0,0 0-96 15,0-2-32-15,-1 3 0 16,0 0-336-16,0 0-64 0,-1 1 0 0,0 1-16 0,0 0-368 0,-2 3-64 16,-1 0 0-16,0 1-16 0,-1 4 16 0,-1 2 16 15,-2 4 0-15,0 1 0 0,0 4 112 16,-1 1 32-16,0 2 0 0,2 2 0 0,1 0-128 16,-1-2-32-16,8-24 0 15,-7 49 0-15,7-49-64 0,0 41-32 0,0-41 0 16,0 0 0-16,10 40-160 0,-10-40 0 15,0 0 0-15,0 0 0 0,0 0 0 0,35 17-272 0,-26-20 64 0,1 1 16 0,-1-5-1088 16,1 2-224-16</inkml:trace>
  <inkml:trace contextRef="#ctx0" brushRef="#br0" timeOffset="55038.29">24371 9758 1839 0,'-2'-2'160'0,"0"2"-160"0,1-2 0 0,0 2 0 0,0 0 1088 0,1 0 192 16,-1 0 48-16,0 2 0 0,0-2 1120 0,-1 1 240 15,0 0 32-15,-1 4 16 0,1 0-352 0,-1-1-64 16,0 3-16-16,1 1 0 0,-1 1-816 0,-1 3-160 15,4-12-48-15,-5 24 0 0,5-24-640 0,-6 28-144 16,6-28-32-16,0 0 0 0,-4 42-288 0,4-42-176 0,0 0 192 16,1 36-192-1,-1-36 0-15,0 0 0 0,0 0 0 0,0 0 0 0,0 0 0 0,0 0-304 16,0 0 48-16,0 0 0 31,0 0-880-31,0 0-160 0,32 28-48 0,-28-32 0 0,0-1-224 0,0-2-48 0,0 0-16 0,0 0 0 16,1-2 128-16,-1 1 32 0,2-3 0 0,-1 1 0 0,0-3 912 0,-1 2 192 0,0 2 48 15,-2-3 0 1,2 0 320-16,-1-2 240 0,1 2-48 0,-2-2 0 16,0 4 336-16,0-1 64 15,0 3 16-15,-2 1 0 16,1 2 192-16,-1 1 32 0,-1 2 16 0,1 1 0 0,0 1 144 0,-1 3 32 0,-1-1 0 0,0 3 0 0,1 0 0 0,-2 1 16 0,1 3 0 0,-1 0 0 0,0 2-288 0,3-11-64 31,-5 26-16-31,5-26 0 0,-6 26-416 0,6-26-64 0,-5 27-32 0,5-27 0 0,0 0 32 0,-5 37 0 16,5-37 0-16,0 0 0 0,0 0-192 15,0 0 128-15,4 39-128 0,-2-35 128 0,1-2-128 16,-1 0 0-16,1-1-160 16,0-2 160-16,0 1-832 0,1-3-64 0,1 0 0 0,0-2-11664 0</inkml:trace>
  <inkml:trace contextRef="#ctx0" brushRef="#br0" timeOffset="55332.85">24527 9651 10127 0,'-1'1'896'0,"1"-1"-704"0,0 0-192 0,0 0 0 0,0 0 400 0,1 2 48 16,0-2 16-16,0 0 0 16,1 2 704-16,1 0 144 0,1 1 32 0,-1 0 0 15,2 2 320-15,0-1 64 0,-5-4 0 0,0 0 16 16,0 0-416-16,0 0-96 0,31 40-16 0,-31-40 0 15,0 0-192-15,0 0-64 0,21 47 0 0,-21-47 0 0,0 0-224 0,8 43-48 16,-8-43-16-16,0 0 0 0,-2 47-480 0,-3-30-192 16,-1 2 128-16,-3 0-128 15,-2 0 0-15,-1-3 0 0,-2-1 0 0,0 0 0 16,-3-1-176-16,0 0-16 16,0 0 0-16,3-4 0 15,0 1-1216-15,0-2-256 0</inkml:trace>
  <inkml:trace contextRef="#ctx0" brushRef="#br0" timeOffset="55984.9">24729 9708 11967 0,'0'0'1072'0,"0"0"-864"0,1 0-208 0,-1 0 0 15,0 0 992-15,0 0 160 0,0 0 16 0,0 0 16 0,0 0-224 0,0 0-32 16,0 0-16-16,0 2 0 0,0 1-96 0,-1 0-32 16,1 1 0-16,-1-1 0 0,0 2-240 0,-1 1-48 15,0 2-16-15,0 1 0 0,-1 0 80 0,0 3 16 16,-1 2 0-16,-1-1 0 0,1 3 112 0,-1 3 16 16,0-2 16-16,1 2 0 0,-1-1 0 0,2-1 0 15,1 0 0-15,0-2 0 0,1-2-208 16,1-1-32-16,1-5-16 15,1-1 0-15,0-3-336 0,1-3-128 16,2 0 0-16,0-3 0 0,3-2 0 0,-1-1 0 0,1-1 0 0,2-2 0 16,-2-3-560-16,1 0-48 0,1 0-16 0,-1-1 0 15,-1 0-256-15,0 1-48 0,-3 1-16 0,1 1 0 0,-2 0 448 0,0-1 96 0,0-1 16 0,0-2 0 16,-3 0 160-16,2 0 32 0,-1 1 16 0,0 1 0 16,0-2 176-16,-1 2 128 0,0 3-128 15,0 1 176-15,0 4 512 0,-1-1 96 0,0 5 32 0,-1 0 0 0,0 1 208 0,-1 3 32 16,1 0 16-16,-2 4 0 15,0 1-176-15,1-1-48 16,-1 5 0-16,0-1 0 0,0 0-400 16,1 2-96-16,0-2-16 15,1 2 0-15,1-4-176 0,-1 2-32 0,2 0-128 0,-1 0 192 16,1-2-192-16,0 1 0 0,0-2 0 0,1-1 0 0,-1 1 0 0,1-2 0 0,-1 0 0 0,1 0 0 0,-1-2 0 0,1 1 0 16,-2-2 0-16,1 1 0 15,1-1-416-15,-1 1-32 0,1 0 0 16,0-3 0-16,-1 0-800 15,1 1-160-15,-1-1-48 0</inkml:trace>
  <inkml:trace contextRef="#ctx0" brushRef="#br0" timeOffset="56664.44">24926 9829 4607 0,'1'0'192'0,"0"0"64"16,2 0-256-16,-1 0 0 0,-1 0 0 0,-1 0 0 0,2-2 1264 0,0 2 208 0,3-2 32 0,0 1 16 0,2 1 1120 15,-2-2 240-15,0 1 32 0,-1 0 16 0,-1 1-480 0,-2 0-80 16,0 0-32-16,0-2 0 0,0 1-1232 0,-1-1-240 16,-1 2-48-16,0-3-16 15,1 0-528-15,-2 0-96 16,1 0-32-16,-1-1 0 0,0 1-144 0,-1-2 0 0,0 1 0 0,1 0 0 0,-2-1 0 0,0 1 0 15,0 0 0-15,2 0 0 0,-2 1 128 0,1 0-128 16,0 1 0-16,2 1 128 0,-2 1 80 0,0 0 16 16,0 1 0-16,-1 1 0 15,2 1 0-15,-2 2 0 0,0 1 0 0,1 0 0 0,-2 1 96 0,0 2 0 16,1 1 16-16,-2 1 0 16,1 1-144-16,-1 0-48 0,1 0 0 0,1 0 0 15,0-1 16-15,1 1 0 0,1-1 0 0,1 0 0 0,1-1-32 0,1-1 0 16,0-1 0-16,1 0 0 15,1-3-128-15,0 0 0 32,-1-2 0-32,2-1 0 0,2-2 0 0,-2 0 128 0,2-3-128 0,-1 1 128 0,2-3 0 0,-1 0-128 0,0-2 192 15,1 0-64 1,0-4-128-16,-1 1 0 0,1-1 0 0,0 0 0 16,0-1 0-16,0-2 0 0,0 0-160 15,-1 2 160-15,0-2-416 16,-2 0 16-16,2 0 0 0,-1-1 0 0,-1-1 80 15,1-1 32-15,-1 1 0 0,0-1 0 0,2-2 160 0,-2 1 128 0,1 1-192 0,1 1 192 0,-1-2-144 0,-1 2 144 0,1 2 0 0,-3 1-144 0,1 4 144 0,-1-2 0 0,-1 3 0 0,-1 2 0 16,1 0 304-16,-1 2 144 0,-1 1 16 0,1 1 16 16,-1 0 96-16,1 1 0 0,-1 2 16 0,-1 3 0 15,0 1-256-15,0 2-48 0,-2 2-16 0,0 3 0 16,0 5-112-16,1 0-32 16,-2 2 0-16,0 2 0 0,1 0-128 31,-2 1 0-31,3 1 144 0,-1-1-144 0,1 1 128 0,0-4-128 0,3-19 128 0,-2 41-128 0,2-41 0 0,0 37 0 0,0-37 0 15,0 0 0-15,0 44 0 0,1-33-208 0,0-2 16 0,0-1 16 32,1-6-912-32,1 0-176 0,0-2-32 0</inkml:trace>
  <inkml:trace contextRef="#ctx0" brushRef="#br0" timeOffset="57107.49">25095 9733 3679 0,'0'-1'160'0,"0"-1"32"0,0 0-192 0,0 1 0 0,0 1 0 0,0 0 0 0,0 0 1280 0,0 0 224 16,0-2 32-16,0 2 16 0,0-2 384 0,1 1 80 16,-1 1 16-16,0-2 0 0,1 2-336 0,-2 2-64 15,1-1-16-15,-1 1 0 0,-1 1-304 0,0 2-64 16,-1 1-16-16,0 3 0 0,-1 1-128 0,-1 2-16 16,1 1-16-16,-1 2 0 0,0-1-400 0,1 3-80 15,-1 0-16-15,1-1 0 0,2-1-176 0,0 1-32 16,0 1-16-16,1-3 0 15,1-2-80-15,0-2-16 0,1-1 0 16,1-1 0-16,0-2-256 0,0-1 128 16,1-4-128-16,0 0 0 0,1-1 144 15,-1-2-144-15,1 0 0 0,0-1 144 0,0 0-144 0,2-3 0 0,0-1-192 0,0-1 192 16,0-1-1216-16,0-1-128 0,2-2-32 0,-1-2 0 16,0 2-448-16,1-3-96 0,-1 0 0 0,1-2-16 15,-3 0 1040-15,2-1 224 0,-1-1 32 0,0 2 16 0,1 0 624 0,0 3 0 0,-3 5 0 0,0 1 128 16,-1 4 704-16,-2 1 128 0,-1 3 16 0,-2 1 16 15,-1 3 320-15,-1 1 64 0,0 2 16 0,-2 3 0 16,1 1-80-16,-1-1-16 0,1 2 0 16,1 2 0-1,-1 0-336-15,0 3-64 0,0 2 0 0,0 2-16 0,2-2-336 0,3-19-64 0,-3 38-16 0,3-38 0 0,0 0-128 0,5 47-16 16,-5-47-16-16,0 0 0 0,0 0-160 16,0 0-16-16,37 43-128 0,-26-41 192 0,1 1-192 15,1-3 0-15,1-2 0 0</inkml:trace>
  <inkml:trace contextRef="#ctx0" brushRef="#br0" timeOffset="58714.45">12025 11152 6447 0,'-3'-2'576'16,"1"2"-576"-16,1-2 0 0,1 2 0 15,-1 0 896-15,0 0 80 0,0 0 16 0,-2-3 0 0,-1 1 608 0,0 1 112 16,2 1 16-16,0 0 16 16,0 0-16-16,1 0 0 0,1 0 0 0,1 0 0 0,0 0-576 0,1 0-112 15,0 1-16-15,1-2-16 16,2 1-352-16,1-2-64 0,2 0-16 0,1 0 0 15,1-1 400-15,2-2 80 0,3-1 16 0,2 1 0 16,1 0-240-16,3-2-64 0,-1 2 0 16,2-2 0-16,-2 2-224 0,-2 1-48 15,2-1-16-15,-2 1 0 16,-2 1-304-16,-1 0-176 16,-2 1 192-16,-2-1-192 0,-1 3 0 15,-1 0 0-15,-1-2 0 16,0 2-144-16,-2 0-944 0,-1 0-192 0,-2 0-48 0,0 0-13632 0</inkml:trace>
  <inkml:trace contextRef="#ctx0" brushRef="#br0" timeOffset="58936.78">12209 10941 8287 0,'-1'-4'736'0,"0"3"-592"16,1-1-144-16,-1 2 0 0,1 0 1776 0,0 0 320 15,-1 0 64-15,0-1 16 0,-1 1 720 0,0 3 160 0,1 3 16 16,1 5 16-16,0-11-1040 0,0 38-224 0,0-12-32 16,0 3-16-16,0 1-944 0,0-1-176 0,-1-1-32 0,0-2-16 15,0-5-448-15,1-21-160 0,0 43 0 0,0-43-10544 16,2 33-2208-16</inkml:trace>
  <inkml:trace contextRef="#ctx0" brushRef="#br0" timeOffset="64036.4">12713 10856 9215 0,'1'-2'816'0,"0"-1"-656"0,0 1-160 0,-1 1 0 0,0 1 1184 0,1-2 208 16,0 1 32-16,0-2 16 0,0-2 352 16,0 0 64-16,0 1 0 0,0 1 16 0,0 0-400 0,-1 1-64 15,0 1-32-15,-1 0 0 0,1-1-512 0,-1 2-96 16,0 0-32-16,1 0 0 16,-1 0-240-16,0 0-48 0,1 0-16 0,-1 0 0 0,0 0-48 0,0 0-16 0,0 0 0 0,0 0 0 15,1 0-96-15,-1 0-16 0,0-2 0 0,0 2 0 16,0 0 112-16,0 2 16 15,-2-2 0-15,1 2 0 0,1-1-144 0,-4 0-32 0,1 4 0 0,0-2 0 16,-1 1-64-16,0 3-16 0,-2 0 0 0,1 1 0 16,-2-1 0-16,3 2-128 0,-2-1 192 0,2 1-64 15,1 0-128-15,-1 3 0 0,2-2 144 0,0 1-144 16,1-1 128-16,0 1-128 16,1-1 128-16,0 2-128 0,1-12 0 15,-1 26 0-15,1-26 0 0,1 28 128 16,-1-28-128-16,2 29 0 0,-2-29 0 0,0 0 0 0,7 45 0 0,-7-45 0 0,0 0 0 0,10 46 128 0,-10-46-128 15,0 0 0 1,13 49 0-16,-13-49 0 0,0 0 0 0,12 43 0 0,-12-43 0 0,0 0 0 16,10 42 0-16,-10-42 128 15,0 0-128-15,5 36 0 0,-5-36 0 0,0 0 0 0,-3 33 0 0,0-26 128 0,-1 3-128 0,-1-3 0 16,-1 2 0-16,-1-2 0 0,-1 1 0 16,-1 1 0-16,-1 0 0 0,-2-2 128 0,0 1-128 0,-2-2 0 31,-1 0 0-31,0-3 0 0,1 0 0 0,-1 0 0 0,2-3 0 15,0-3 0-15,2 1-208 0,3 0 32 16,1-3 16-16,2-1-10512 0,3-2-2096 16</inkml:trace>
  <inkml:trace contextRef="#ctx0" brushRef="#br0" timeOffset="64396.15">12796 11273 3679 0,'1'-5'320'0,"0"4"-320"0,0 0 0 0,-1-1 0 0,1 0 1600 0,-1 2 240 0,0-1 48 0,0 1 16 15,0-2-48-15,0-1 0 0,0 3 0 0,-1-2 0 16,0 2-240-16,-1 2-48 16,0 1-16-16,-2 0 0 0,0 2-416 0,0 1-96 15,-1 0-16-15,0 0 0 0,1 1-128 0,-1 1-48 0,0 0 0 0,1 2 0 0,1 0 16 0,-1-3 0 16,2 2 0-16,0 1 0 15,1-3-400-15,1 0-80 16,0-7 0-16,0 0-16 0,0 0-240 0,0 0-128 16,0 0 160-16,0 0-160 0,21 40 0 0,-21-40 128 15,0 0-128-15,0 0 0 0,0 0 0 0,37 22 0 16,-37-22 128-16,0 0-128 0,0 0 0 0,38 7 128 16,-38-7-128-16,19-3 0 0,-11 1 0 15,-1-3 0-15,0 0 0 16,-1 1 0-16,0-1-192 0,-1 0-144 15,-1-1-32-15,0 0-9664 16,0 2-1936-16</inkml:trace>
  <inkml:trace contextRef="#ctx0" brushRef="#br0" timeOffset="64543.63">12860 11254 1839 0,'-4'-2'160'0,"1"0"-160"0,1 0 0 0,1 2 0 0,0 0 2032 0,0 1 368 16,0 2 80-16,1-2 16 0,-3 3 544 0,0 5 112 15,-1 3 32-15,1 1 0 0,-1 4-480 0,-1 3-80 16,1 3-32-16,0 1 0 0,-1 0-1168 0,2-1-224 15,-2-1-48-15,1-5-16 0,1 1-736 0,3-18-144 16,-1 22-16-16,1-22-16 16,0 0-768-16,0 0-160 0</inkml:trace>
  <inkml:trace contextRef="#ctx0" brushRef="#br0" timeOffset="66903.59">12923 10706 2751 0,'0'-2'256'0,"0"0"-256"16,1 2 0-16,-1-2 0 0,0 1 960 0,0 1 128 15,0-2 48-15,0 2 0 0,1-3 848 0,0 1 192 16,0 0 16-16,0 0 16 0,0 0-128 0,-1 1-32 16,1 1 0-16,-1 0 0 0,-1 0-480 0,1-2-96 15,0 2-32-15,0 0 0 0,-1 2-480 0,0-2-112 16,0 1-16-16,0 1 0 0,0 1-320 0,-1-2-64 0,-1 4 0 0,1-2-16 15,-1 1-160-15,0 1-16 0,0 0-16 0,-2 1 0 16,1-1-48-16,0 2 0 0,-1 1 0 0,1-3 0 16,1 4 128-16,-1-2 0 0,0 0 16 0,1 0 0 15,2 0-80-15,-1-2 0 0,1 0-16 0,0-3 0 16,1 3-16-16,1-2 0 16,0 1 0-16,0-2 0 15,1 1-96-15,0-3 0 0,1 2-128 0,1-2 192 16,0 1-192-16,1 1 0 0,2-2 128 0,-2 2-128 15,2-1 0-15,-1 0 0 0,-6-1 0 16,0 0 0-16,0 0 0 0,0 0 128 0,0 0-128 16,37 26 0-16,-37-26 0 0,0 0 128 0,0 0-128 0,0 0 0 15,0 0 0-15,0 0 0 0,28 34 0 0,-26-30 0 0,-1-1 128 0,-1 1-128 0,0-1 0 0,-1-1 144 0,0 0-144 0,-1-1 0 16,-1 1 0-16,1 0 128 0,-2-1 0 0,-2 1 0 16,1 0 0-16,-2-1 0 0,0 0-128 0,-1 1 0 15,1-2 0-15,-1 1 0 0,-2 1 0 0,2-2 0 16,-1 0 0-16,0 0 0 0,2-2 0 0,0 1 0 0,2-2-128 15,0-2 128 1,2-1-1072-16,1-1-144 16,1 0-16-16,1-2-14256 0</inkml:trace>
  <inkml:trace contextRef="#ctx0" brushRef="#br0" timeOffset="67091.75">12910 10671 2751 0,'0'2'256'15,"0"-2"-256"-15,0 1 0 0,0 1 0 16,0 0 1872-16,0-1 336 0,1 1 64 0,-1 2 16 15,2 3 784-15,-2-7 144 0,0 0 48 0,0 0 0 16,0 0-704-16,0 0-128 0,36 17-16 0,-27-17-16 16,1-5-1056-16,1 3-224 0,0-5-32 0,0 3-16 15,1-2-752-15,-2 0-160 0,-1 0-32 0,1 1 0 16,-1 1-512-16,1-1-96 0,-2 3-32 0,-1 1-9760 16,-1 2-1952-16</inkml:trace>
  <inkml:trace contextRef="#ctx0" brushRef="#br0" timeOffset="67281.13">13089 10771 12895 0,'1'-1'576'0,"0"1"112"0,0-2-560 0,-1 2-128 16,1 0 0-16,-1 2 0 0,0-2 2112 0,1 0 400 16,0 1 80-16,1 3 16 0,0-1 144 0,0 3 16 15,-1 0 16-15,0 0 0 0,0 2-1440 0,0-3-272 0,-1-5-64 0,0 0-16 16,0 0-736-16,0 0-128 0,8 36-128 0,-7-33 144 31,0 1-528-31,1 0-96 0,1-4-32 0,1 0-15040 0</inkml:trace>
  <inkml:trace contextRef="#ctx0" brushRef="#br0" timeOffset="67650.96">13244 10690 8287 0,'-1'-4'368'0,"1"1"80"0,0 1-448 0,0 1 0 0,0 1 0 0,0 0 0 0,0 0 1936 0,0 0 304 16,-1 1 64-16,0 0 16 0,-2 2 432 0,0 2 64 16,-1 0 32-16,0 3 0 0,0 0-800 15,-2 1-144-15,2 1-48 0,-2 2 0 0,1-2-896 16,-1 1-192-16,2-1-48 0,0-2 0 0,1 1-352 0,1-3-80 16,1 0-16-16,1-2 0 0,1 1-64 15,0-3-16-15,2-1 0 0,0-1 0 16,1 0-64-16,2-1-128 0,0 1 176 15,1-2-176-15,1 2 192 16,1 0-64-16,1 0 0 0,-10 0-128 0,0 0 160 0,0 0-160 0,36 9 128 0,-36-9-128 0,0 0 0 16,0 0 0-16,0 0 128 0,0 0-128 0,34 28 0 0,-34-28 0 0,0 0 0 0,0 0 0 15,0 0 0-15,0 0 0 16,5 32 0-16,-8-26 0 0,0-1 0 0,-1 0 0 0,-3 3 128 16,0-2-128-16,-2 2 0 0,0-2 0 0,-1-1 0 15,-1-1 0-15,0-1 0 16,-1 0 0-1,0-1 0-15,0-1 0 0,2-1 0 0,0-1-224 16,1-1 80-16,1-1 16 0,2 0-832 0,0-3-144 0,2 0-48 0,1-2-9552 0,2-2-1920 0</inkml:trace>
  <inkml:trace contextRef="#ctx0" brushRef="#br0" timeOffset="67802.49">13187 10694 10127 0,'3'-2'448'0,"-2"0"96"0,0 2-544 0,1-2 0 0,-1 2 0 0,0 0 0 0,1 0 2192 0,1 0 336 16,2 0 64-16,2 0 16 0,-7 0 256 0,0 0 48 15,31 0 16-15,-31 0 0 0,26-3-1760 0,-13 1-336 16,1-1-80-16,0 1-16 16,0-2-1040-16,0 1-208 0,1-2-32 0,-1 1-13440 0</inkml:trace>
  <inkml:trace contextRef="#ctx0" brushRef="#br0" timeOffset="69035.32">13148 11370 4607 0,'-4'5'400'0,"2"-4"-400"0,1 3 0 0,0-2 0 0,1-2 1632 0,0 2 240 16,0-2 48-16,0 3 16 0,0 0 336 0,1 1 64 0,-1-1 16 0,2 1 0 15,0-3-176-15,1 1-48 16,1-2 0-16,-1-2 0 0,1 1-400 0,1-1-96 0,-1-1-16 0,1 1 0 15,1-3-592-15,0 0-128 0,1-1-32 0,1-2 0 16,0 1-320-16,1-1-64 0,3-3-16 0,-1-1 0 16,0 1-176-16,1-2-32 0,2-1-16 0,2-2 0 15,-2-1-240-15,1-2 176 0,2 0-176 16,-1-2 160-16,-1-1-160 16,-2 1 0-16,-1 0 0 15,-2-3 0-15,-1 3 0 0,-1 2 0 16,-2 0 0-16,0 2 0 0,-3 5 0 15,0 3 0-15,-2 2 0 16,-1 2 0-16,1 1 0 16,-2 1 0-16,-1 3-144 0,0 0 144 15,1 0 0-15,-1 0 0 0,0 2 0 0,-1-2 0 0,1 3 0 16,-1-3 0-16,1 2 0 0,1-1 0 0,-1 1 0 0,0-2 0 16,0 0 0-16,1 0 0 0,-1 0 0 0,0 0 0 0,1 0 0 15,1 0 0-15,0 2 0 0,-2-2 0 0,1 1 0 0,-1 2 0 0,0 0 0 16,-1 3 0-16,0 2 0 0,1 0 0 15,0 5 0-15,-1 0 192 16,1 1-48-16,0 2-16 0,1 1-128 16,-1-3 128-16,1 5-128 15,0-2 128-15,0-1-128 16,0-1 0-16,1 1 0 0,0-4 128 16,1-2-128-16,0 0 0 0,-1-10 0 15,0 0 0-15,0 0 0 0,0 0 0 0,0 0 0 0,0 0 0 0,0 0 0 0,0 0 0 16,0 0 0-16,0 0 0 0,0 0 0 0,42 15 0 15,-37-19 0 1,2-4-176 0,-1 2-160-1,0-2-48 1,-1 2 0-16,1-2 0 0,-2 4-384 16,1-4-64-16,0 1-32 0,-2 0 0 15,2 2-160-15,0-2-48 0,-2 0 0 16,3 0 0-16,-1-3-144 0,-1 1-48 0,2-3 0 0,-1 0 0 0,2-2 608 0,-1-2 112 0,0 1 32 0,-1-1 0 0,0-4 512 0,-2 4-128 0,1 2 128 0,-3 0 0 0,-1 3 0 0,1 2 192 0,-1 5-16 0,0 2-16 0,-1 0 576 0,0 4 112 0,0 2 32 0,-1 2 0 0,0 2 160 0,-1 2 48 0,-1 4 0 0,1 3 0 0,0 2-192 0,0-2-16 0,0 2-16 0,1-1 0 15,0 1-352-15,0-1-80 0,0-2-16 0,1-2 0 0,1-14-32 0,0 23-16 0,0-23 0 0,0 0 0 0,0 0-128 0,0 0-32 0,0 0 0 0,16 36 0 0,-16-36-208 0,0 0 0 16,0 0 0-16,0 0 0 16,0 0-240-16,32 0-144 0,-24 0-16 0,-1-2-16720 15</inkml:trace>
  <inkml:trace contextRef="#ctx0" brushRef="#br0" timeOffset="69301.28">13695 11142 7359 0,'-2'-2'656'0,"1"0"-528"0,0 2-128 0,0 0 0 16,1 0 1408-16,0 0 240 0,-1 1 48 0,0 0 16 15,-1 4 496-15,-1 0 96 0,-1 2 32 0,1 3 0 16,-3 3-512-16,1 0-96 0,0 1-32 0,-1 0 0 16,0 1-672-16,0 1-128 0,1-1-16 0,-2 0-16 15,2 0-160-15,-2 0-16 0,3-1-16 0,-2 0 0 16,0-3-160-16,3 1-16 0,0-3-16 0,1 0 0 0,0-3-352 15,1-1-128 1,0-3 0-16,1 0 144 0,1-2-848 0,0-2-160 0,1 0-32 0,2-5-9072 31,-1 0-1808-31</inkml:trace>
  <inkml:trace contextRef="#ctx0" brushRef="#br0" timeOffset="69491.59">13690 11180 1839 0,'1'-4'160'0,"0"2"-160"15,0 0 0-15,-1 2 0 0,0 0 2064 0,1 0 384 16,0 0 80-16,0-1 16 0,1 2 800 0,0 1 176 0,-1 2 16 0,-1 1 16 15,0 2-896-15,0-7-176 0,0 0-48 0,1 36 0 16,-1-36-1168-16,0 0-240 0,2 42-64 0,-2-42 0 16,0 0-512-16,10 44-96 0,-10-44-32 0,0 0 0 15,10 37-192-15,-10-37-128 0,0 0 160 0,0 0-160 16,0 0 0-16,17 35 0 0,-16-32 0 0,0-1 0 31,0-2-288-31,-1 0-160 0,0 0-16 0,0-4-16 16,0 1-1760-16,-2-1-368 0</inkml:trace>
  <inkml:trace contextRef="#ctx0" brushRef="#br0" timeOffset="69696.94">13642 11311 7359 0,'-5'1'160'0,"1"0"32"0,1 2 16 0,0-2 0 0,2 0-208 0,1-1 0 0,-1 2 0 0,-1-1 0 0,-1 3 1728 0,1 1 320 31,0-1 48-31,1 0 16 0,1 0 1024 0,3-3 192 0,0 0 64 0,1 1 0 0,-1-4-1152 0,2 2-208 31,1-2-48-31,1 0-16 0,0-1-1024 0,2 0-208 16,-2-1-32-16,1 2-16 0,-1-1-496 0,-1 1-192 16,3-3 128-16,-2 3-128 0,1-3-240 0,-1 2-128 15,1-1-16-15,-2-1-10336 16,1 0-2064-16</inkml:trace>
  <inkml:trace contextRef="#ctx0" brushRef="#br0" timeOffset="69971.44">13892 11057 911 0,'3'-9'0'0,"-1"2"0"0,0 2 0 0,-1 3 0 16,-1-1 1520-16,2-2 208 0,1-3 64 0,1-5 0 0,1-3 512 0,0 2 128 16,-3 2 0-16,0 5 16 15,-1 4-272-15,-2 1-64 0,-1 4-16 0,-2 3 0 16,-2 4-544-16,-1 3-96 0,-1 3-32 0,-1 3 0 15,0 4-64-15,0 1-16 0,-1 1 0 0,1 2 0 0,1 0-384 0,0-2-64 16,1 2-32-16,1-6 0 0,3-2-128 0,0-1-32 16,3-17 0-16,0 31 0 15,0-31-336-15,0 0-80 0,0 0-16 0,18 39 0 0,-18-39-272 16,0 0 0-16,0 0 0 0,35 5 0 0,-25-7-160 16,1-3-144-16,1 1-16 15,0-4-11456-15,0-1-2272 0</inkml:trace>
  <inkml:trace contextRef="#ctx0" brushRef="#br0" timeOffset="70357.12">14035 11036 2751 0,'-1'0'256'0,"0"0"-256"0,1 2 0 0,-1-1 0 16,0 1 2176-16,0 3 384 0,0-1 64 0,-3 6 32 16,1 2 512-16,-2 4 96 0,0 3 32 0,1-1 0 15,0 2-1008-15,-1-1-208 0,2 0-32 0,0-2-16 16,0-5-960-16,3-12-192 0,-3 28-48 0,3-28 0 15,0 0-448-15,2 36-80 0,-2-36-32 0,0 0 0 16,0 0-272-16,0 0 0 0,0 0 0 0,0 0 0 16,34 14-176-16,-27-21-32 0,-1 2-16 0,2-5 0 15,1 1-288-15,-1-5-48 0,2 0-16 0,-1-1 0 16,1-1-448-16,-1-1-112 0,1 0-16 0,-2-1 0 16,0 1 192-1,0 0 48-15,-1 1 0 0,-1 2 0 16,-2 2 528-16,1 1 128 15,-2 2 0-15,-1 5 16 16,0 0 432-16,-2 3 96 0,-1 1 16 0,0 3 0 0,0-1 576 0,-2 2 112 0,0 1 32 0,0 0 0 0,0 2-80 0,-2 0-16 0,1 3 0 0,-1 0 0 0,0 1-224 0,1 1-64 16,-3 2 0-16,2-1 0 0,2 1-256 0,-1 0-48 0,2-3-16 15,2-11 0-15,0 0 128 0,1 27 0 16,-1-27 16-16,0 0 0 0,0 0-304 0,0 0-160 0,0 0 160 16,0 0-160-16,0 0 0 0,0 0 0 0,34 28-208 15,-28-32 64 1,0 1-1152-16,1-2-240 0</inkml:trace>
  <inkml:trace contextRef="#ctx0" brushRef="#br0" timeOffset="70624.42">14260 10984 7359 0,'0'0'656'0,"-1"0"-528"0,1 1-128 0,1-1 0 0,-1 0 1664 16,1 1 320-16,0-1 48 0,1 2 16 0,1-2 768 0,-3 0 176 15,0 0 16-15,0 0 16 0,0 0-672 0,0 0-144 16,39 23-32-16,-39-23 0 0,0 0-832 0,0 0-160 16,35 39-32-16,-35-39-16 0,0 0-384 0,22 45-80 15,-22-45-16-15,0 0 0 0,12 45-336 0,-12-45-80 16,0 29-16-16,-3-15 0 0,-2 0-224 0,-1-2 0 16,-2 2 0-16,-2-2 0 0,1-3 0 15,-2 3 0-15,-2 0 0 0,-1-1-12016 16,0 0-2448-16</inkml:trace>
  <inkml:trace contextRef="#ctx0" brushRef="#br0" timeOffset="71584.28">14519 11067 8287 0,'2'-3'736'0,"-2"1"-592"0,1 0-144 0,-1 2 0 0,1-2 1552 0,-1 1 288 16,1-1 48-16,1-3 16 0,1 1 832 0,-1-2 160 16,-1 4 48-16,-1 0 0 0,-1 4-928 0,0 0-176 0,-1 4-48 15,-1 0 0-15,0 4-912 0,-1 3-192 16,-1 3-48-16,0 3 0 16,-2 0-320-16,1 2-64 0,1 0 0 0,0-3-16 15,2-3-240-15,0 0 128 0,0 2-128 0,2-1 0 0,1-16 0 0,2 26 0 0,-2-26 0 0,0 0 0 16,0 0 0-16,0 0 0 0,0 0 0 0,0 0 0 15,39 12-208-15,-31-20-48 0,3-1 0 0,1-3 0 32,1-2-320-32,0-2-64 0,-1 1 0 0,0 1-16 15,-1 0-640-15,-1-2-128 0,-1 3-32 0,0-1 0 0,-1 0 592 16,-2 2 112-16,1 0 32 0,-3 1 0 16,-1 2 576-1,-1-2 144-15,-1 2 0 0,-1 2 0 0,0 2 192 0,-1 0 80 0,-1 4 16 16,-1 0 0-16,2 3 800 0,-3 1 176 0,1 4 16 0,-1 0 16 0,2 2-288 0,-2 2-64 0,0 0-16 0,1 3 0 0,0 2-272 0,-1 1-48 15,1 0-16-15,1-1 0 0,1-1-208 0,0-1-64 16,1-14 0-16,0 26 0 0,0-26-32 16,0 0-16-16,0 0 0 0,0 0 0 0,19 34-272 0,-19-34 0 15,0 0 0-15,0 0 0 16,22-3-608-16,-16-2-224 16</inkml:trace>
  <inkml:trace contextRef="#ctx0" brushRef="#br0" timeOffset="72293.89">14862 11177 1839 0,'0'0'160'0,"0"0"-160"0,0 0 0 0,0 0 0 0,0 0 1120 16,0 0 192-16,0 0 32 0,0 0 16 15,0 0 1440-15,0 0 272 0,0 0 64 0,0 0 16 16,37 9 80-16,-32-12 16 0,1 0 0 0,0 0 0 0,-2 0-1152 0,1-4-240 31,0 4-32-31,-1-4-16 0,0 2-928 0,0-2-192 0,-1 1-48 0,0 0 0 16,-1-1-304-16,-1 0-64 15,0 0-16-15,-2-2 0 0,0 2-256 0,-1 1 128 16,-1 0-128-16,-1-2 0 0,-1 2 0 0,-1 0 0 16,-1 2 0-16,0 1 0 0,0 1 0 0,0 2 0 15,0 2 0-15,1 1 0 0,-1 1 0 0,1 1 0 16,-1 2 0-16,2 1 0 0,-2-1 0 0,1 2 0 16,0 3 0-16,0-2 0 0,0 4 0 15,0 0 0-15,1 0 0 0,0 0 0 16,1 0 0-16,0 1 0 15,4-15 0-15,-4 26 0 0,4-26 0 16,0 0 0-16,0 0 0 0,0 0 0 0,13 34 0 0,-13-34 0 16,0 0 0-16,0 0 0 0,0 0 0 0,31-1 0 0,-22-4 0 0,0-2 0 0,1 1 0 0,0-1 0 0,0-3 0 0,1 0 0 15,0-2 0-15,0 0 0 0,1 0 0 0,-2-2-144 16,-2 3-112-16,0-1-32 0,0-3 0 0,-1-2 0 16,0 1-64-16,-2-2-16 0,0 0 0 0,-2 0 0 0,0-2 112 0,-2-1 32 15,0-2 0-15,-2 1 0 16,1 1 224-16,-1 3 0 0,1 3-160 0,-1 3 160 0,1 2 0 15,-1 4 0-15,0 0 0 0,-1 4 0 16,1 0 224-16,-1 2 64 0,1 0 16 0,-1 0 0 0,0 2 192 0,1 3 32 16,0 0 16-16,-1 2 0 15,0 4-208-15,2-11-32 0,-2 23-16 0,2-23 0 16,-2 34-96-16,2-34-32 0,0 45 0 0,0-45 0 0,0 46-160 0,0-46 0 16,1 41 144-16,-1-41-144 0,4 32 0 0,-4-32 0 15,0 0 0-15,9 40 128 0,-9-40-128 16,0 0 0-16,0 0 0 0,14 34 0 0,-14-34 0 15,0 0 0-15,0 0 0 0,0 0 0 0,0 0-320 0,0 0-16 16,0 0-16-16,0 0 0 16,37 14-1344-16,-32-17-272 0,-1 1-48 0,2-2-13600 15</inkml:trace>
  <inkml:trace contextRef="#ctx0" brushRef="#br0" timeOffset="72662.33">15159 11061 911 0,'3'-9'0'0,"-2"5"0"0,1-1 0 0,0 0 0 16,-1 3 1824-16,-1 2 288 0,0 0 48 0,0 0 16 15,1-2 1088-15,-1 2 208 0,0 2 48 0,0-2 16 16,0 0-528-16,-6 28-128 0,6-28 0 0,-7 34-16 16,2-16-1264-16,1 2-240 0,-1 3-48 0,0-4-16 15,2 0-608-15,3-19-128 0,0 29-32 0,0-29 0 16,0 0-320-16,0 0-64 0,13 35-16 0,-13-35 0 0,0 0-128 16,0 0 0-16,0 0 0 0,31 5 0 15,-24-9 0-15,1-2 0 0,1-1 0 0,0-2 0 0,1-1 0 16,0-2 0-16,1 0 0 0,0-4-176 15,-1 2-208 1,0 0-64-16,-1-2 0 0,-3 3 0 0,1-1-272 16,-2-2-64-16,0 1-16 15,-1 1 0-15,-2 0 64 0,-1 0 16 16,-1 2 0-16,-1 2 0 0,0 4 496 0,0 2 224 0,0 2-192 0,-1 1 192 0,1 2 352 0,-1 1 192 0,1 3 32 0,-1 0 16 0,1 2 128 0,-1 0 32 0,2-7 0 0,-5 24 0 16,2-8-32-16,1-1 0 0,-1 2 0 15,3-17 0-15,-4 35-288 0,4-35-64 0,1 32-16 0,-1-32 0 16,0 0-160-16,7 35-16 15,-7-35-16-15,0 0 0 0,0 0-160 0,0 0 0 0,23 33 0 16,-23-33 0 0,0 0-1472-16,0 0-208 0</inkml:trace>
  <inkml:trace contextRef="#ctx0" brushRef="#br0" timeOffset="73023.72">15614 11100 4607 0,'-6'0'400'0,"3"0"-400"0,1 0 0 0,1 0 0 16,0 0 2704-16,1 0 464 0,0 2 96 0,0-2 0 15,1 0-560-15,1 0-112 0,1 0-32 0,2-2 0 16,-5 2-384-16,16-2-64 16,-16 2-32-16,21-7 0 0,-21 7-736 0,25-5-160 15,-25 5-32-15,28-8 0 16,-28 8-640-16,29-4-144 0,-29 4-32 0,25-7 0 0,-25 7-336 0,21-3 0 0,-21 3 0 0,0 0 0 31,24-4-592-31,-18 1-144 0,-2 3-32 0,-1-2-15536 16</inkml:trace>
  <inkml:trace contextRef="#ctx0" brushRef="#br0" timeOffset="73208.63">15730 10906 11055 0,'-2'-3'976'0,"1"1"-784"0,1 2-192 0,0 0 0 15,0 2 1792-15,-1 1 304 0,0-1 64 0,-1 2 16 0,1 4 976 0,-2 5 208 16,0 5 32-16,0 5 16 0,1 6-1328 0,-1 0-272 16,0 3-48-1,0-3-16-15,0-3-1040 0,1 0-224 0,1-2-32 0,1-24-16 0,0 38-432 0,0-38 0 16,0 0 0-16,7 38-17328 0</inkml:trace>
  <inkml:trace contextRef="#ctx0" brushRef="#br0" timeOffset="73728.59">16348 10818 12895 0,'-2'-2'576'0,"1"-1"112"0,0 1-560 0,1 0-128 0,0 1 0 0,0-1 0 0,-1 2 1088 0,0-4 176 0,0-2 32 0,-2 0 16 16,1-2 304-16,0 1 64 0,-2-1 16 0,1 2 0 31,1 1-80-31,-1 3-16 0,-1 0 0 0,-2 2 0 0,2 0-640 0,-3 2-144 16,1 0-32 0,-3 3 0-16,2 2-144 0,-1 0-16 0,-1 2-16 15,1 0 0-15,0 2 16 0,1-2 0 0,1 3 0 0,0 0 0 16,1 0-240-16,2 2-32 0,-1 3-16 0,4-17 0 15,-5 35-144-15,5-35-16 16,-1 40-16-16,1-40 0 0,5 45 16 0,-5-45 0 16,8 48 0-16,-8-48 0 15,12 50-176-15,-12-50 160 0,13 52-160 0,-13-52 160 16,14 50-160-16,-14-50 0 0,13 48 0 0,-13-48 0 16,10 46 0-16,-10-46 0 0,3 40 0 15,-3-40 0-15,-3 36 0 0,3-36 0 0,-10 34 128 0,2-20-128 0,0 0 0 0,-1-2 0 0,-1-2 144 0,-2-1-144 0,0-2 0 0,-1-2 0 16,-1-1 0-16,0-1-17600 0</inkml:trace>
  <inkml:trace contextRef="#ctx0" brushRef="#br0" timeOffset="74611.57">16466 11309 1839 0,'0'-3'160'0,"0"2"-160"0,0 0 0 0,1-1 0 0,-1 0 2784 0,0 2 528 15,1-1 96-15,-1 1 32 0,1-2-688 0,0 0-144 16,-1 1-32-16,1-1 0 15,0 2-784-15,-1 0-144 0,0 0-48 0,0 2 0 0,0 1-640 0,-1-1-128 16,0 1-16-16,1-1-16 0,-1 2-464 0,0-1-80 16,0 2-32-16,0 2 0 0,0 0 96 0,1-7 0 15,0 0 16-15,-2 26 0 0,1-16-80 0,1-10-32 16,-2 21 0-16,2-21 0 0,0 0 16 0,0 31 0 16,0-31 0-16,0 0 0 0,0 0-16 0,5 30 0 15,-5-30 0-15,0 0 0 0,0 0-96 0,0 0-128 0,0 0 176 16,0 0-176-16,34 32 208 0,-34-32-64 0,0 0-16 15,0 0 0-15,0 0 16 0,0 0 0 16,0 0 0-16,0 0 0 0,35 20-144 0,-33-17 160 16,-1 0-160-16,-2-1 160 0,1 0-160 0,-1 0 0 0,-2 1 0 0,-1-1 128 15,-1 1-128-15,-1-1 0 0,0 1 0 0,-2-1 0 16,0 1 0-16,0-1 0 0,-2-2 0 0,0 2 0 16,1-2-400-1,0-2-16-15,-1 0 0 0,3-1 0 16,-1 0-1680-16,3-3-336 15</inkml:trace>
  <inkml:trace contextRef="#ctx0" brushRef="#br0" timeOffset="74800.86">16456 11308 6447 0,'1'0'576'0,"-1"0"-576"16,1 0 0-16,0 0 0 16,0 1 2240-16,0-1 320 0,1 2 80 0,-2-2 16 0,0 0 720 0,0 0 144 15,0 0 16-15,36 6 16 0,-36-6-1088 0,0 0-224 16,35-3-32-16,-35 3-16 0,27-6-1200 0,-14 2-240 15,0-1-48-15,-1-2-16 0,-1 2-496 0,0 0-192 16,-2 1 128-16,0-3-128 16,-2 4-960-16,1-1-288 0</inkml:trace>
  <inkml:trace contextRef="#ctx0" brushRef="#br0" timeOffset="75006.05">16667 11432 19343 0,'0'0'848'0,"0"0"192"16,0 0-832-16,0 0-208 0,0 0 0 0,0 0 0 0,0 0 2160 15,0 0 384-15,0 0 80 0,0 0 0 0,26 33-544 0,-26-33-112 16,0 0-32-16,0 0 0 16,0 0-1136-16,35 17-224 0,-35-17-64 0,0 0 0 15,0 0-512-15,0 0 0 0,0 0-240 0,31-3-16384 16</inkml:trace>
  <inkml:trace contextRef="#ctx0" brushRef="#br0" timeOffset="75728.46">16884 11280 11055 0,'0'0'480'0,"0"0"112"0,0 0-464 0,0 0-128 0,0 0 0 0,0 0 0 16,0 0 2240-16,0 0 448 0,0 0 64 0,1 2 32 15,-1 1 384-15,0 0 80 0,-1 0 16 0,1 0 0 16,0 2-1616-16,-1 0-320 0,0 0-64 0,0 2-16 16,-1 0-784-1,0 0-144-15,0 1-48 0,0 0 0 0,1 1-16 0,-1-1 0 0,2-8 0 0,-4 18 0 16,2-10-80-16,1-3-32 16,0 2 0-16,0-1 0 0,1-2-16 0,0 1-128 0,0-1 192 0,0-2-64 15,1-1-128-15,-1 1 160 0,1-2-160 0,0 2 160 16,0-2-160-16,1-2 160 0,-1 2-160 0,0-2 160 15,1 2-160-15,-1-1 128 0,-1-1-128 16,1 2 128-16,1-2-128 16,-2 2 0-16,1-2 144 0,0 1-144 0,-1 1 0 0,1 0 128 0,-1 0-128 0,1 0 0 0,-1 1 0 15,1-1 0-15,-1 2 0 0,0-2 128 0,0 0-128 0,0 0 0 16,0 1 0-16,1 0 0 0,-1-1 0 16,0 0 0-16,1 2 0 0,-1-2 0 0,0 0 0 0,0 0 0 15,0 1 0-15,0-1 0 0,0 0 0 0,0 0 0 31,-1 0 0-31,1 0 0 0,0 2 0 0,0-2 0 16,-1-2 0-16,1 2 0 0,-1 0 0 0,1-1 0 16,-1 1 0-16,1 0 0 0,-1-2 0 0,1 2 0 15,-1 0 0-15,1 0 0 0,-1 0 0 0,1 0 128 16,0 0-128-16,0 0 0 0,-1 0 128 0,1 0-128 0,0 0 128 0,0 0-128 16,0 0 0-16,0 0 128 0,0 0-128 15,0 0 0-15,1 0 0 0,0-1 128 0,0 0-128 16,0 1 0-16,0 0 0 0,0-2 128 0,1 1-128 0,0 1 0 15,-1-2 0-15,1 2 128 0,0 0-128 0,0 0 0 16,-1 0 0-16,1 0 0 0,-1 0 0 0,0 0 0 16,0 0 0-16,0 2 0 0,0-1 0 0,0 1 128 15,0-2-128-15,0 1 0 0,0 0 0 0,0 1 0 16,-1-2 0-16,0 0 0 0,0 0 0 0,0 0 0 16,0 0 0-16,0 0 0 0,0 0 0 0,0 0 0 15,0 0 0-15,0 0 0 0,0 0 0 0,26 34 0 0,-26-34 0 0,0 0 0 16,0 0 0-16,0 0 0 0,0 0 0 0,0 0 0 15,0 0 0-15,1 30 0 0,-2-27 0 16,-2 2 0-16,0-2 0 0,0 0 0 16,-1 3 0-16,-1-2 0 0,0 1 0 0,-1 0 0 15,0-1 0-15,-1 2 0 0,-1 0 0 0,-1-1 0 0,0 0 0 0,-1-1 0 16,0-1 0-16,-1 0 0 0,0-1 0 0,1-2 0 16,0 0 0-16,3 0 0 15,-1-5-448-15,4 0-16 0,-1-1 0 16,2-1-11744-16,1-3-2336 15</inkml:trace>
  <inkml:trace contextRef="#ctx0" brushRef="#br0" timeOffset="75917.3">16840 11230 14735 0,'-2'3'1312'0,"2"-1"-1056"0,1 1-256 0,-1-1 0 0,1-2 2000 0,0 1 352 0,0 0 64 0,3 1 16 15,-4-2 464-15,0 0 112 0,0 0 0 0,0 0 16 16,38 10-1248-16,-38-10-256 0,24-1-48 0,-12-2-16 15,-1 0-1024-15,0-2-208 0,0 1-32 0,-1-1-16 16,0 0-832 0,0 3-176-16</inkml:trace>
  <inkml:trace contextRef="#ctx0" brushRef="#br0" timeOffset="77497.35">16707 10410 3679 0,'0'-1'320'0,"-1"0"-320"0,1-1 0 0,1 2 0 0,-1 0 976 16,-1 0 128-16,1-1 32 0,-1-1 0 15,0 0 864-15,-1 1 176 0,1-1 48 0,-1 2 0 16,0 0-16-16,1 0 0 0,-1 0 0 0,0 2 0 0,-1-1-528 0,1 1-96 15,-2 3-32-15,1-3 0 16,-2 5-416-16,-1 0-96 16,0 3-16-16,-2 2 0 0,1 2-432 0,-1 2-80 0,-1 4-32 0,-1 1 0 0,1 2-160 0,-1 3-16 31,0 3-16-31,3-3 0 0,0 0-32 0,4-2 0 0,3-24 0 0,-4 41 0 0,4-41-128 16,0 0-128-16,7 37 192 0,-7-37-192 15,0 0 0-15,0 0 0 0,0 0 0 0,0 0 0 0,0 0 144 0,38 17-144 0,-32-20 0 16,1-1 144-1,0 0-144-15,0-1 160 0,1 0-160 0,-3 2 160 0,0-2-160 0,0 1 0 0,0 1 0 16,-1-1 0-16,0 1 0 0,-2-2 0 0,-1 1 0 0,0-1 0 16,-1 0 0-16,-1 0 0 0,0-3 0 0,0 0 0 15,-1 1 0-15,-1-3 0 0,-2 1 0 0,1 0 0 16,-3-1 0-16,1 2 0 0,-1 2 0 0,0 0 0 47,-1 4-704-47,1 2-32 0,-1 3 0 0,-1 2-15120 15</inkml:trace>
  <inkml:trace contextRef="#ctx0" brushRef="#br0" timeOffset="80914.22">17178 11356 7359 0,'0'2'656'0,"0"1"-528"16,0-1-128-16,0-2 0 0,0 0 992 0,0 0 160 0,0 0 48 0,1 3 0 15,0-3 704-15,0 2 144 0,1-2 16 0,-1-2 16 16,2-1-400-16,-1-1-80 0,0-1 0 0,0-2-16 16,2 0-416-16,-1-1-80 0,1-1 0 0,0-2-16 15,2 1 0-15,-1-1 0 0,1 0 0 0,0-1 0 16,1 0-336-16,1-2-64 0,1 0-16 0,0-4 0 15,1 0-160-15,1-2-48 0,2 0 0 0,0 1 0 16,0-2-192-16,0-1-32 0,2-1-16 16,-1-1 0-16,1 0-208 0,-1 1 144 15,-1 1-144 1,0 1 128-16,-1 2-128 0,-3 3 0 0,-2 4 0 0,0 0 0 0,-3 2 0 0,-1 1 0 0,0 0 128 0,-2 1-128 0,0 1 0 0,-2 0 0 16,0 2 0-16,0-2 0 0,-2 2 0 0,1 0 0 15,0 1 0-15,-1-1 0 16,-1 0 0-16,1-1 160 0,0 0-160 0,0 0 160 0,-1 0-160 0,1-2 0 15,2 0 144-15,-2 3-144 0,2 0 0 0,0-1 0 16,1 3 0-16,-1-1 128 0,0 3-128 0,1 1 0 0,0 0 0 0,-1 0 0 16,1 2 0-16,-1 1 144 0,0 3-144 15,0 2 160-15,0 0 16 0,0 3 0 16,-2 3 0 0,0 3 0-16,0 0-48 0,-1 1-128 0,0 2 192 0,0 1-64 0,0-1 0 0,0 3-128 0,0-2 192 0,-1 2-64 15,0 1-128-15,0 0 0 0,1 0 0 0,0-3 0 16,1 0 0-16,3-21 0 0,-3 34 128 0,3-34-128 15,0 0 0-15,3 35 0 0,-3-35 0 0,0 0 0 16,0 0 0-16,0 0 0 0,0 0 0 0,0 0 0 16,0 0 0-16,34 19-144 0,-26-23 144 0,-1-3 0 15,3-1-256-15,-1-1 64 16,1-1 16-16,0-2 0 16,-1 1-368-16,2-1-80 0,0-3-16 0,-2-1 0 15,-1-1-512-15,0-1-96 16,-2 1-32-16,0 0 0 0,-1 0 0 0,-2-1 0 0,-2-1 0 15,1 4 0-15,-2 3 400 0,0-2 80 0,-1 0 16 0,-1 0 0 0,0 2 784 0,1 3 0 0,-1 4 0 0,0 0 144 0,-1 2 560 0,1 3 96 16,0 3 32-16,0 0 0 16,1 1 112-16,-1 3 16 0,0 0 16 0,-1 4 0 0,3-11-128 0,-4 27-16 15,1-12-16-15,0 4 0 0,0-1-224 0,0 4-32 16,1-3-16-16,-1 1 0 0,3-20-160 0,-4 39-16 0,4-39-16 0,-2 33 0 16,2-33-144-16,0 0-16 0,5 34-16 0,-5-34 0 31,0 0-176-31,0 0 0 0,0 0 0 0,0 0 0 0,0 0-208 0,0 0-32 15,39 23 0-15,-29-29 0 32,2-2-1232-32,1-1-240 15,0 1-48-15,-1-1-13136 16</inkml:trace>
  <inkml:trace contextRef="#ctx0" brushRef="#br0" timeOffset="81198.91">17674 11046 8287 0,'1'-5'368'0,"0"2"80"0,-1-1-448 0,1 2 0 16,0 1 0-16,1-1 0 0,-1-1 1536 0,1 1 240 16,1-2 32-16,1-1 16 0,1 0 656 0,-1 3 128 15,-1-1 16-15,-2 3 16 0,0 0-528 0,0 3-128 16,-2 0 0-16,-1 3-16 0,1 1-560 0,-3 5-96 16,0 0-32-16,-1 2 0 0,-1 0-496 0,0 3-96 15,-1-2-32-15,1 2 0 0,-2 0-288 0,1 3-64 16,-1-2-16-16,0 2 0 0,1-4-288 0,-1 3 128 15,2-2-128-15,0-2 0 0,2-2 0 16,2-1 0-16,2-12 0 0,-3 14 0 16,3-14-512-16,0 0-128 15,0 0 0-15,0 0-16 0,0 0-1840 16,14-6-352-16,-9-2-80 0,2-2-10640 16</inkml:trace>
  <inkml:trace contextRef="#ctx0" brushRef="#br0" timeOffset="81372.89">17752 10973 7359 0,'1'-3'320'0,"-1"0"80"0,0 1-400 0,0 2 0 0,0 0 0 0,-1 2 0 0,1-2 2128 0,-1 3 352 16,0 1 64-16,0 2 16 0,1-6 432 16,-2 21 80-16,2-21 32 0,1 30 0 0,-1-30-1296 0,3 31-256 15,-3-31-48-15,5 33-16 0,-5-33-608 0,0 0-128 16,12 41-32-16,-12-41 0 0,0 0-432 0,0 0-96 16,18 40 0-16,-18-40-16 15,0 0-176-15,0 0 0 0,12 38 0 0,-12-38-176 16,0 0-512-16,0 0-96 0,-6 24-32 0,4-20-9392 15,-2 1-1888-15</inkml:trace>
  <inkml:trace contextRef="#ctx0" brushRef="#br0" timeOffset="81564.49">17693 11185 7359 0,'-4'0'320'0,"2"1"80"0,0 1-400 0,1-2 0 16,0 1 0-16,1 0 0 0,0 1 2032 0,0-2 320 0,-1 3 64 0,1 2 16 15,1-1 1216-15,0 1 256 0,-1-5 64 0,0 0 0 16,0 0-1392-16,0 0-272 0,0 0-48 0,0 0-16 16,35 5-1424-16,-27-10-304 0,1 2-48 0,0-3-16 15,3 1-448-15,-2-1 0 0,2 0 0 0,-1 0-11776 16,0 1-2464-16</inkml:trace>
  <inkml:trace contextRef="#ctx0" brushRef="#br0" timeOffset="82241">18021 10873 7359 0,'0'-1'656'0,"0"-1"-528"0,0 2-128 0,0-2 0 0,0 2 992 0,1-2 160 0,-1 1 48 0,0-1 0 16,0-1 784-16,0 0 144 0,0 0 48 0,0 1 0 15,-1 1-384-15,1-1-80 0,-1 2-16 0,0 0 0 16,-1 0-512-16,0 2-96 15,0-2-32-15,0 3 0 0,0 0-144 16,-1 1-16-16,-1 3-16 0,-1 2 0 0,2 1-240 0,-3 6-32 0,1 2-16 0,-1 5 0 16,0 5-80-16,1-2-32 0,1 2 0 0,0-1 0 31,2-1-160-31,-1 0-16 0,1 0-16 0,2-26 0 0,-1 47-128 16,1-47-32-1,4 38 0-15,-4-38 0 0,0 0-128 0,16 36 0 0,-16-36 0 0,0 0 0 0,0 0-336 16,36 7-112-16,-25-13 0 0,1-3-10528 0,2 0-2096 0</inkml:trace>
  <inkml:trace contextRef="#ctx0" brushRef="#br0" timeOffset="82682.34">18159 10933 11055 0,'-4'-1'480'0,"1"1"112"0,1 1-464 0,1 0-128 0,1-1 0 0,0 2 0 0,-1 1 1712 0,0-1 320 0,-1 5 64 0,2-7 16 16,-7 24 576-16,7-24 128 15,-6 29 32-15,2-12 0 16,0 1-864-16,1-2-192 0,3-16-16 0,-7 32-16 16,7-32-992-16,-4 26-192 0,4-26-32 0,-4 21-16 15,4-21-336-15,0 0-64 0,-2 26 0 0,2-26-128 16,0 0 0-16,0 0 0 0,0 0 0 0,0 0 0 16,0 0 0-16,0 0 0 0,0 0-160 0,0 0 160 31,36 0-640-31,-28-7 0 0,0-1 0 0,1-3 0 0,1 1-448 0,0-1-112 0,-1-1-16 15,0 0 0-15,0-2-64 16,-1-1-32-16,0-1 0 16,0 1 0-16,-2 1 608 15,0 0 112-15,-3 2 16 16,1 0 16-16,-3 5 560 0,0 0 0 16,-2 2 0-16,-1 1 0 0,1 3 416 0,-1 1 192 15,-1 1 32-15,-1 2 16 0,0 2 336 0,1 1 64 16,-2 1 16-1,0 0 0-15,1 2-16 0,-1 1 0 16,0 3 0-16,0 0 0 0,1 2-176 0,0 1-48 0,4-16 0 0,-6 32 0 0,6-32-320 0,-3 27-80 0,3-27-16 0,0 0 0 0,0 0-96 0,9 40-32 0,-9-40 0 0,0 0 0 0,0 0-288 0,0 0 0 0,0 0 128 0,36 27-128 0,-36-27 0 0,0 0 0 16,0 0 0-16,26-3 0 15,-21 1-1152-15,3-3-128 0,-2-2-16 0,3-2-14832 16</inkml:trace>
  <inkml:trace contextRef="#ctx0" brushRef="#br0" timeOffset="82919.09">18389 10880 11055 0,'-2'-3'480'0,"1"3"112"0,2-2-464 0,-1 2-128 0,1-2 0 0,0 1 0 15,0 1 1744-15,1 0 336 0,1-2 64 0,2 2 16 0,0-2 576 0,3-1 112 16,-8 3 32-16,0 0 0 16,0 0-832-16,0 0-176 0,42 21-16 0,-42-21-16 0,0 0-880 0,21 41-160 15,-21-41-32-15,11 38-16 16,-11-38-224-16,6 40-32 0,-6-40-16 0,1 38 0 15,-1-38-288-15,-4 39-64 0,-1-21-128 0,0-4 192 16,-2 0-192-16,-2 0 0 0,0-4 0 0,-1 2 0 0,0-5 0 16,-1 0 0-16,-2 1 0 0,-2-2-18064 15</inkml:trace>
  <inkml:trace contextRef="#ctx0" brushRef="#br0" timeOffset="84070.36">18690 10988 13823 0,'0'-2'1216'0,"0"2"-960"0,1 0-256 0,0-1 0 15,-1 1 1312-15,0 0 224 16,1-1 32-16,1 1 16 0,1-2 1040 0,-1 2 192 0,2 0 64 0,1 0 0 15,-2 2-1120-15,-3-2-224 0,0 0-32 0,0 0-16 32,0 0-1152-32,0 0-336 0,0 0 144 0,0 0-144 0,0 0-1072 15,0 0-272-15</inkml:trace>
  <inkml:trace contextRef="#ctx0" brushRef="#br0" timeOffset="84905.38">18909 11019 6447 0,'2'3'272'0,"-1"-3"80"0,0 0-352 0,0 0 0 0,0 0 0 0,-1 0 0 16,1 0 1536-16,-1-2 256 0,2 1 32 0,1-1 16 15,1-1 272-15,-1 0 48 0,0 0 16 0,0-2 0 16,0 0-704-16,-1 1-144 0,0 1-32 0,-2-2 0 16,1 1-336-16,-1 1-64 0,0-2 0 0,-1 3-16 15,0-3-240-15,-1 1-32 0,-1 1-16 0,0 1 0 16,0-1-176-16,0 1-32 0,-1 0-16 0,0 2 0 16,1 0-112-16,0 0-32 0,0 2 0 0,0-2 0 15,2 1-224-15,-1 0 144 0,2 0-144 0,-2 1 128 16,1-1-128-16,1 0 0 0,-1 1 0 0,0 1 0 15,1-1 0-15,-1 1 0 0,0-1 0 0,0 0 128 16,0 3 128-16,-1-2 0 0,1 1 16 0,0 1 0 16,0-2 16-16,-1 1 0 0,1 1 0 0,-1-2 0 15,1 2-96-15,-1-2 0 0,1 2-16 0,0-1 0 16,0 0-176-16,1 0 192 0,-1 1-192 0,1-1 192 0,-1 2-64 16,1-6-128-16,0 0 192 0,0 0-64 0,-3 26 96 15,3-26 16-15,0 0 0 0,-4 28 0 0,4-28 16 16,-3 19 16-16,3-19 0 0,-2 21 0 0,2-21-80 15,0 0 0-15,-3 29-16 0,3-29 0 16,0 0-176-16,0 0 0 0,-1 26 144 0,2-21-144 0,1-3 0 16,-1-2 128-16,1 0-128 0,1-4 0 0,2 1 0 0,0-3 0 0,3-2 0 15,-1 1 0-15,2-3-272 0,2-2-80 0,0 0-16 0,0-2 0 32,-1 2-1216-32,0 0-240 0,1 0-48 15,-1-2-16-15,-1 0 16 16,0 1 0-16,0 0 0 0,-1-1 0 15,-1 3 992-15,-1 0 208 16,0 2 32-16,-1 2 16 16,-2 0 464-16,0 2 160 0,-1 0 0 15,-1 0-144-15,0 3 592 0,-1-2 112 16,0 2 16-16,0 1 16 0,-1 1 400 0,0 0 80 0,1 0 16 0,-1 0 0 16,-1 0 688-16,1 1 144 0,-1 1 16 0,0 0 16 15,1 0-1952-15,-1 0-256 0,0-2-112 0,1 3-16 16,0-1 640-16,-1-1 144 0,-1 3 32 0,1-3 0 15,-1 1-96-15,2 2-16 0,-2-1 0 0,0 1 0 16,1 1 32-16,-1-2 0 0,1 1 0 16,0 3 0-16,0-1 32 0,2-6 0 15,0 0 0-15,-4 25 0 0,4-25-176 0,0 0-16 16,-3 34-16-16,3-34 0 0,0 0 0 0,2 33 0 0,-2-33 0 16,0 0 0-16,0 0-176 0,10 35 160 0,-10-35-160 15,0 0 160-15,0 0-160 0,0 0 0 0,0 0 0 0,0 0 0 0,38 14 0 0,-31-15 0 16,-2-2 0-16,2 0 0 0,0-4 0 15,0 2-224-15,-1-2 32 16,2 2 0-16,-1-2-992 16,1 0-192-16</inkml:trace>
  <inkml:trace contextRef="#ctx0" brushRef="#br0" timeOffset="85536.72">19232 11036 5519 0,'1'0'496'0,"0"0"-496"0,0 2 0 0,-1-2 0 0,1 0 1984 15,-1 0 320-15,2 0 48 0,-2 0 16 0,0 0 1184 0,0 0 240 16,0 0 48-16,25-2 16 0,-19 0-1424 0,-1-1-304 16,-2 1-48-16,1-3-16 15,0 1-1312-15,-2-2-272 0,1 2-48 0,0-1-16 0,-1 0-416 0,-1-1 0 16,1 0 0-16,-2 2 0 0,1-1 0 0,-2 0 0 16,1 1 128-16,-2-1-128 15,1 0 0-15,-2 1 0 0,1 1 0 0,-1 0 0 0,1 0 0 0,-2 2 0 16,1-1 144-16,-1 0-144 0,2 1 192 0,-1 1-48 15,0 0 0-15,0 1 0 0,1 1-144 0,-2 0 192 16,0 0-192-16,0 3 192 16,1 0-192-16,-3-1 128 0,1 2-128 0,0 0 128 15,-1 4 32-15,1-3 0 0,-1 3 0 0,1 3 0 0,-2-1 32 0,1 2 16 16,0 3 0-16,1-2 0 0,-1-1-32 16,0 0-16-16,2 2 0 0,0-3 0 15,0 0 32-15,4-13 0 16,0 0 0-16,-1 30 0 0,1-30-192 0,0 0 128 0,0 0-128 0,0 0 128 0,0 0-128 0,0 0 0 0,0 0 0 0,42 17 0 15,-32-21 0-15,1-3 0 0,1 0 0 0,-1-2 0 16,1-1 0-16,1 0 0 0,0-3 0 16,0 0 0-16,0-1 0 0,0 0 0 0,-2-2 0 0,0-4-176 0,0 2-48 15,-2-2-16-15,-1 2 0 0,-2-3 0 0,1 1 64 16,-2-2 16-16,0-1 0 0,0 0 0 0,-2-1 160 0,0-2-192 16,1-2 192-16,0 0-192 0,-1 1 192 0,2-2 0 15,0 1 0-15,-2 5-128 0,1 5 128 0,0 0 0 16,-1 4 0-16,0 2 0 0,0 2 0 0,-2 5 0 15,1 0 0-15,-2 2 0 16,0 2 0-16,0 1 256 0,-1 2-64 0,0 0-16 0,0 3 112 16,-1 2 32-16,0 1 0 0,-1 2 0 15,3-10-192-15,-5 30-128 0,5-30 192 16,-6 38-192-16,3-19 128 0,-1 4-128 0,0-1 0 0,0 2 0 16,1-3 128-16,-1 2-128 0,0 3 0 0,0-2 0 15,0 0 128-15,0 2-128 0,1 0 0 0,0-2 0 0,3-24 128 0,-4 47-128 16,4-47 0-16,-1 42 0 0,1-42 128 0,2 32-128 0,-2-32 0 15,0 0 0-15,0 0 0 0,0 0 0 0,19 35 0 16,-19-35 0-16,0 0 0 0,0 0 0 0,20-4 0 16,-14-1 0-16,1-1 0 0,0 0-256 15,2-1 80-15,-2-2-12016 0,1 2-2400 0</inkml:trace>
  <inkml:trace contextRef="#ctx0" brushRef="#br0" timeOffset="86012.89">19570 10922 7359 0,'1'-2'320'0,"0"2"80"0,0 0-400 0,-1 0 0 0,0 0 0 0,0 0 0 16,0 1 2304-16,-1 2 368 16,1 2 80-16,-2 2 0 0,2-7 448 0,-4 19 96 0,4-19 16 0,-6 21 0 0,6-21-1216 0,-6 24-240 31,2-10-64-31,0 1 0 0,4-15-736 0,-6 26-160 15,6-26-16-15,-5 23-16 0,5-23-320 0,0 0-64 16,0 0-16-16,0 32 0 0,0-32-288 0,0 0-176 16,0 0 192-16,0 0-192 0,0 0 0 0,0 0 0 15,0 0 0-15,33 9 0 0,-27-12 128 0,0-1-128 16,2-1 0-16,-1 0 0 0,2-2 0 0,-1 0 0 16,0 0 0-16,0 0 0 0,-1 0 0 0,1-2 0 15,-1 1 0-15,0-1 0 16,-1 0 0-16,0 0-176 15,-1 0 176-15,1 0-160 0,-1-2-64 0,1 1-16 0,-2 0 0 0,2-2 0 0,-1 3 48 0,-2-3 16 0,1 0 0 0,-1 1 0 16,-1 2 176-16,1 1 0 0,-2-2-144 0,1 1 144 16,-1-1 0-16,0 6 0 0,0-1 0 0,-1 3 0 15,0 2 0-15,-2 4 0 0,0 1 0 0,0 0 0 16,-2 6 352-16,-1 1-16 0,1 3 0 16,-3 4 0-16,1-1-80 15,0 5-32-15,-1 0 0 16,2 3 0-16,0-2-48 15,1-3-16-15,4-21 0 0,-4 38 0 0,4-38 16 16,0 0 0-16,6 37 0 0,-6-37 0 0,0 0-176 0,0 0 0 0,0 0 0 0,0 0 0 0,34 27 0 0,-34-27-192 0,17-5 32 0,-7 1-18464 0</inkml:trace>
  <inkml:trace contextRef="#ctx0" brushRef="#br0" timeOffset="86531.28">19921 11018 11055 0,'-2'1'976'0,"1"-1"-784"16,1 0-192-16,0 0 0 0,0 0 1344 0,-1 0 240 16,0 1 32-16,-1-1 16 0,1 2 512 0,0-2 96 15,1 1 32-15,0-1 0 0,1 0-736 0,2-1-160 16,0 1-32-16,2-2 0 0,1 1-192 0,1-1-64 0,2-1 0 16,-9 3 0-16,21-4-256 0,-21 4-48 15,27-5-16-15,-27 5 0 0,31-5-320 0,-31 5-64 0,30-4 0 0,-30 4-16 16,27-3-240-16,-27 3-128 15,22-2 128-15,-22 2-128 0,0 0 0 0,24-5-288 16,-24 5 48-16,12-4-10944 0,-8 2-2192 0</inkml:trace>
  <inkml:trace contextRef="#ctx0" brushRef="#br0" timeOffset="86767.98">20070 10825 11055 0,'-4'-3'480'0,"0"1"112"0,2 2-464 0,0 0-128 0,2 0 0 0,-1 2 0 0,0 1 1728 0,0 2 320 16,1-5 64-16,-4 21 0 0,4-21 992 0,-7 43 192 15,3-17 32-15,-1 5 16 0,-1 3-976 0,1 0-192 16,-1-1-32-16,3-4-16 16,-1-3-1248-16,4-26-256 0,-1 44-48 0,1-44-16 0,0 0-400 0,5 44-160 15,-5-44 128-15,0 0-18144 0</inkml:trace>
  <inkml:trace contextRef="#ctx0" brushRef="#br0" timeOffset="91818.92">20609 10756 11967 0,'4'-2'1072'0,"-2"0"-864"0,-2 0-208 0,1 1 0 16,0 1 384-16,0-2 16 0,2-1 16 0,1-1 0 15,-1 1 816-15,1-4 176 0,-1 5 16 0,-1-2 16 0,0 3 32 16,-2-2 16-16,-1 3 0 0,0 0 0 15,-1 0-592-15,-1 0-128 0,1-2-32 0,-1 2 0 0,-1 0-32 0,-1 0 0 16,2 0 0-16,-2 0 0 0,0 0-16 0,0 0-16 16,-1 0 0-16,1 0 0 15,0 0-240-15,-1 2-48 0,1-2-16 0,-1 1 0 0,2 1 192 0,-1-1 32 16,0 3 16-16,0-2 0 16,0 3-192-16,0 0-32 0,2-1-16 0,-2 4 0 15,1 1-64-15,-1 1-16 0,1 3 0 0,0 2 0 0,0 4 96 0,-1 0 32 16,1 2 0-16,4-21 0 0,-8 50-128 15,6-24-32-15,0 3 0 16,1 4 0-16,0-3-64 16,1 4-32-16,0-3 0 0,1 2 0 15,-1-5-160-15,0-28 0 16,0 57 0-16,0-57 128 16,2 50-128-16,-2-50 0 0,3 43 0 0,-3-43 0 0,4 33 0 0,-4-33 0 15,0 0 0-15,3 37 0 0,-3-37 0 16,0 0 0-16,0 0 0 0,-4 27 0 0,1-22 0 0,0-3 0 15,0-1 0 1,-1 0 0-16,0-1 0 0,0 0 0 0,-2 0 0 0,0-1 0 16,-1 0-224-16,-1-1-80 0,0-1-16 0,-1-2 0 15,1 3-1392-15,-2-3-272 0,2 0-64 0,1 1-13440 16</inkml:trace>
  <inkml:trace contextRef="#ctx0" brushRef="#br0" timeOffset="92729.92">20750 11241 911 0,'3'-3'0'0,"-2"-2"0"0,1 2 0 0,-2 1 0 16,1 2 1488-16,0 0 224 0,-1 0 32 0,1-2 16 16,1-1-16-16,-1 1 0 0,0-1 0 0,0 1 0 15,-1 0 0-15,-1 2 0 0,-1 0 0 0,0 0 0 0,-1 1-640 0,1 0-128 16,-2 1-16-16,1 1-16 0,-1 2-112 0,0-3-32 15,0 3 0-15,-1 2 0 0,1 0-80 0,-2 0-16 16,1 5 0-16,-2 0 0 0,1 0 48 0,-1 2 0 16,0 0 0-16,0 2 0 15,1 1-208-15,0 0-32 0,0 2-16 0,1-2 0 16,1-2-48-16,4-15 0 0,-3 29 0 16,3-29 0-16,0 0-192 0,2 34-32 0,-2-34-16 15,0 0 0-15,0 0-208 0,0 0 0 0,0 0 0 0,34 24 0 16,-34-24 128-16,17-6-128 0,-8 2 0 15,0-1 144-15,1-2-144 0,0 2 0 16,-1-2 0-16,-1 0 0 16,1 0 0-16,-2 2 0 15,-1-2 0-15,-2 1 0 0,0 0 0 16,-3 2 0-16,0 1 0 0,-2-1 0 0,-1 3 0 0,-1-1 0 16,0 2 0-16,-1 0 0 0,-2 2 0 0,0-1 0 0,-1 3 0 0,-1-1 0 0,0 0 0 0,0 1 0 0,1 1 0 0,0-3 0 0,2 0-176 0,-1 1 176 0,2-1-128 0,1-2 128 31,0 2-448-31,0-4-16 0,2 0 0 0,0-1 0 0,1-1-1456 0,2-4-304 15</inkml:trace>
  <inkml:trace contextRef="#ctx0" brushRef="#br0" timeOffset="93422.87">20845 10643 9215 0,'0'-1'816'0,"-1"-1"-656"0,1 1-160 0,0 0 0 15,0 1 624-15,0-3 80 0,0 1 32 0,0-3 0 16,0 1 640-16,0-2 128 0,0 0 32 0,0 1 0 15,0 0-352-15,0 3-64 0,1-1-16 0,-1-1 0 16,0 3-320-16,0-1-64 0,0 2-16 0,1 0 0 0,-1 0-48 0,2-1-16 16,0 1 0-16,0-1 0 15,2 1 16-15,-1-2 0 0,1 0 0 0,2-1 0 0,-1 0 0 0,3 1 0 16,1-3 0-16,1 0 0 0,0 1-32 0,2-4-16 16,0 4 0-16,0-3 0 0,1 0-64 0,0 0-16 15,0 2 0-15,-1-2 0 16,-1 2-112-16,-3 0-32 0,-1 3 0 15,-1-1 0-15,-2 1-128 16,-2 2-48-16,-1 0 0 0,0 0 0 0,-1 0-64 0,-1 3-16 0,1-1 0 16,-2 3 0-16,0-3 0 0,-1 5 0 0,-1 0 0 0,1 3 0 15,-2-1 0-15,1 3 0 16,0 2 0-16,-2 3 0 0,0 2-128 16,1 1 160-16,-2 5-160 15,1-1 160-15,-1 4-16 16,0 0 0-16,1 3 0 0,-3-1 0 15,0 0-144-15,0 3 0 0,-2 0 144 0,1-1-144 16,0-3 0 0,0-2 0-16,2-3 0 0,1-3 0 0,7-21 0 0,-6 30-240 0,6-30 48 15,0 0 0-15,0 0-1584 0,0 0-304 0</inkml:trace>
  <inkml:trace contextRef="#ctx0" brushRef="#br0" timeOffset="93613.38">20845 10858 13823 0,'-8'3'608'0,"3"1"128"0,1-1-592 0,1-1-144 0,1-2 0 0,2 0 0 0,0 0 2192 0,0 0 416 16,-1 2 80-16,1-1 0 0,1-1 0 0,3-1-16 15,1-1 0-15,3-3 0 0,2 0-1072 0,1-3-192 16,2 0-64-16,3-2 0 16,1-2-672-16,2-1-144 0,1 0-16 0,0-1-16 0,1 2-320 0,0-2-176 0,-3 4 192 0,0 1-192 15,-2 1 0-15,-2 0-272 0,0 3 16 0,-3 1-17344 16</inkml:trace>
  <inkml:trace contextRef="#ctx0" brushRef="#br0" timeOffset="95268.46">21056 11261 3679 0,'-4'5'320'0,"2"-2"-320"0,0 1 0 0,1-4 0 0,1 1 704 0,-1 1 64 16,-1 0 0-16,-1 0 16 0,-1 3 512 0,1 0 112 15,0-1 0-15,1-3 16 0,1 1 144 16,1-2 32-16,1-3 0 0,1 1 0 0,1 0-192 0,0-1-16 15,0-1-16-15,1 0 0 0,0 1 32 0,0-3 16 16,2 2 0-16,0-1 0 0,2 0-320 0,-1-2-64 16,2 0-16-16,3-2 0 0,-1-1-320 0,2-1-80 15,2-1-16-15,1-2 0 16,2 0-128-16,-1-1-32 0,2-2 0 0,-1 1 0 0,-2-1-192 16,-1-2-64-16,-1 3 0 15,-3-3 0-15,0 0-192 16,-2-1 0-16,-1 2 128 15,-1-1-128-15,-2 2 0 0,0 1 0 0,-2-1 0 0,-1 0 0 0,-1 2 0 0,-1 0 0 0,0 1 0 0,-3 2 0 0,2 2 0 16,-1 1 0-16,-1 2 0 0,0 1 0 0,1 2 0 0,0-1 192 0,1 1 0 0,0 1 0 16,0 3 48-16,0-2 0 0,0 2 0 0,1 0 0 15,-1 2-80-15,0 0-16 0,0 3 0 0,-1 1 0 16,0 2 16-16,2-8 0 16,-3 25 0-16,0-9 0 0,0 3-160 15,-1 4 192-15,1 1-192 16,-2 2 192-16,0 5-192 15,0 0 128-15,-1 0-128 0,1 0 128 0,0-2-128 0,1-2 128 0,1-3-128 0,3-24 128 0,-4 42-128 0,4-42 0 0,1 30 0 0,-1-30 0 0,0 0 0 0,0 0 0 16,0 0 0-16,0 0 0 0,0 0-128 0,31 28 128 16,-24-33-160-16,1-2 160 0,2-3-240 0,2-1 48 15,-1-1 16-15,1-1 0 16,0-3-480-16,0 2-112 16,-1 0 0-16,-1 0-16 0,0-3-704 15,-1 0-144 1,0-2-32-16,0-2 0 0,-1-1 112 0,-1-1 16 0,0-1 0 0,-2 3 0 0,0 0 640 0,-1 4 128 0,-1-2 16 0,-1 5 16 0,0 4 880 0,-1-2 176 15,0 1 48-15,0 1 0 0,-1 1 640 0,-1 4 128 16,1 1 16-16,0 3 16 0,-1 1 96 0,-1 3 16 16,1 0 0-16,-1 3 0 0,-1 1-224 15,2 3-32-15,-2 2-16 0,-1 2 0 0,1 0-368 0,0 2-64 16,-1 2 0-16,4-18-16 0,-6 34-128 0,6-34-32 16,-4 36 0-16,4-36 0 0,-2 33-144 0,2-33-48 15,1 30 0-15,-1-30 0 0,0 0-208 16,7 37 0-16,-7-37 0 0,0 0 0 0,0 0 0 0,20 35 0 15,-20-35 0-15,0 0 0 16,0 0-400-16,0 0-80 0,0 0-16 0,36 18-10736 0,-36-18-2144 16</inkml:trace>
  <inkml:trace contextRef="#ctx0" brushRef="#br0" timeOffset="95551.92">21600 11112 2751 0,'2'-2'256'0,"-1"0"-256"16,1 1 0-16,-1 1 0 16,-1-2 800-16,0 2 112 0,1 0 32 0,0 0 0 0,1-2 1152 0,0 1 224 15,-2 1 48-15,1 0 16 16,-1 1-144-16,-1 3-48 0,-1-1 0 0,-1 1 0 16,-1 1-288-16,0 2-64 0,-1 5-16 0,-1-2 0 0,0 1-352 0,-1 2-80 15,1 1-16-15,-2 2 0 0,3-2-672 0,-3 0-144 16,2 3-32-16,-1 0 0 0,1-3-336 0,0-1-64 15,6-13 0-15,-6 25-128 0,6-25 0 0,0 0 0 16,0 0 0-16,0 0 0 16,0 0-1408-16,0 0-176 0,0 0-32 0,0 0-12848 0</inkml:trace>
  <inkml:trace contextRef="#ctx0" brushRef="#br0" timeOffset="95772.69">21652 11114 6447 0,'1'-7'272'0,"0"3"80"0,-1 1-352 0,1 1 0 0,-1 0 0 0,0 2 0 0,0 0 1792 0,-1 0 272 15,1 0 64-15,0 0 16 0,-1 2 608 0,1-2 128 16,0 0 32-16,0 0 0 0,0 0-928 0,0 0-192 16,1 35-48-16,-1-35 0 0,0 0-752 0,0 0-160 15,7 36-16-15,-7-36-16 0,0 0-240 0,0 0-48 32,9 45-16-32,-9-45 0 0,0 0-272 0,6 34-48 0,-6-34-16 0,0 0 0 0,8 34-160 0,-8-34 0 31,0 0 0-31,0 0 0 0,8 34-432 0,-8-34-64 0,0 0-16 0,0 0 0 15,0 0-1824-15,0 0-368 0</inkml:trace>
  <inkml:trace contextRef="#ctx0" brushRef="#br0" timeOffset="95961.02">21598 11250 7359 0,'-6'2'320'0,"2"-2"80"0,2 1-400 0,1 0 0 0,0-1 0 0,1 0 0 0,0 0 2000 0,0 2 320 0,0-1 64 0,0 3 16 15,2-4 800-15,-2 0 176 0,0 0 16 0,0 0 16 16,0 0-1104 0,0 0-208-16,28-2-48 0,-21 0-16 15,0-1-1200-15,0 1-224 0,0-1-48 0,1 1-16 16,-2-1-544-16,1-1 0 0,-1 2 0 0,1-1 0 16,-1-1-1472-16,0 3-368 0</inkml:trace>
  <inkml:trace contextRef="#ctx0" brushRef="#br0" timeOffset="96285.01">21896 10925 12895 0,'0'-7'576'0,"0"-1"112"0,0 4-560 0,0-1-128 16,0 3 0-16,-1 2 0 0,1 0 2192 0,-1-3 416 0,0 1 80 0,1-1 0 15,-1 1-16-15,-2 0-16 0,1 2 0 16,-2 4 0-16,1 0-1120 0,-2 4-208 16,0-1-48-16,0 5-16 0,-1 2-544 0,1 1-96 0,-2 4-32 15,1 0 0-15,1 4-240 0,-1-3-48 0,2 3-16 0,4-23 0 16,-6 40-96-16,6-40 0 0,-2 34-16 0,2-34 0 16,0 0-176-16,6 38 0 0,-6-38 144 15,0 0-144-15,0 0 0 0,0 0 0 0,0 0 0 16,32 28-192-1,-24-30-576-15,0-1-112 0,2-2-16 16,1-3-16 0,0 0-1904-16,1-2-384 0,0-1-80 15,1-3-9936-15</inkml:trace>
  <inkml:trace contextRef="#ctx0" brushRef="#br0" timeOffset="96653.88">22012 11019 10991 0,'19'-49'976'0,"-17"41"-784"0,-1 6-192 0,-2 2 0 0,2-1 0 0,0-3 0 16,1-1 0-16,1-1-160 0,0-2 2448 0,0 1 480 16,-2 2 112-16,0 2 32 0,-2 3-192 0,0 3-32 15,1-3-16-15,-5 15 16 0,5-15-704 0,-8 23-160 16,3-6-32-16,5-17 48 15,-10 40-704-15,5-18-144 0,0-1-32 0,5-21 32 0,-5 36-608 0,5-36-112 16,0 0-16-16,3 38 0 0,-3-38-256 0,0 0 0 16,0 0-128-16,0 0 128 0,0 0-224 0,26 30 32 15,-26-30 0-15,11-2 16 16,-5 0-560-16,1-3-112 0,0-1-32 0,2-3 32 16,-2 1-1008-16,1-1-192 0,1-2-32 0,-2-1 16 15,1 0 272-15,1-2 64 0,-2 0 16 16,0 1 48-16,-1 0 896 0,0-3 192 15,-1 2 48-15,0 1 16 0,0 0 512 16,-2 3 0-16,0 0 0 16,-1 1 128-1,-1 4 880-15,0 0 160 16,-1 1 48-16,-1 3 16 0,1-1 32 0,-1 4 0 0,0-2 0 0,0 3 0 0,0 2-400 0,-2-1-80 0,3-4-16 0,-5 15 0 0,5-15-96 0,-7 21-32 0,7-21 0 0,-7 24 0 0,7-24-192 0,-7 30-64 0,7-30 0 0,-3 29 0 16,3-29-112-16,0 0-16 0,2 33-16 0,-2-33 0 0,0 0-240 0,0 0 0 15,0 0 0-15,0 0 0 16,0 0 0-16,0 0 0 0,0 0 0 0,25 33 0 15,-23-33-656 1,1-2-32-16,0 2 0 0,0-3-10320 0,0 0-2048 0</inkml:trace>
  <inkml:trace contextRef="#ctx0" brushRef="#br0" timeOffset="96989.49">22311 10901 11967 0,'2'-3'528'0,"-1"3"112"0,0-2-512 0,0 2-128 0,0 0 0 0,0 0 0 16,0 0 2448-16,1 0 464 0,1 0 96 0,1 0 0 15,-4 0 256-15,0 0 32 0,0 0 16 0,25 2 0 16,-25-2-1664-16,0 0-336 16,0 0-64-16,0 0-16 0,31 22-672 0,-31-22-144 0,0 0-32 0,0 0 0 0,20 48-208 0,-20-48-48 15,8 33-128-15,-8-33 192 0,5 37-192 16,-5-37 0-16,1 36 128 0,-1-36-128 0,-1 33 0 16,1-33 0-16,-7 29 0 15,7-29 0-15,-10 26 0 0,2-14 0 0,1-1 0 16,-2-3-12224-16,-1 1-2368 15</inkml:trace>
  <inkml:trace contextRef="#ctx0" brushRef="#br0" timeOffset="98061.4">22513 11005 11055 0,'0'-2'976'0,"0"2"-784"0,0 0-192 0,0 0 0 0,1 0 1232 0,-1-2 208 15,1 1 32-15,1-1 16 0,0 2 1184 0,0-2 224 16,3 2 48-16,-1 0 16 0,0 0-480 0,1 1-112 15,-5-1 0-15,0 0-16 0,0 0-1200 0,0 0-256 16,0 0-32-16,0 0-16 0,32 25-608 0,-32-25-240 16,0 0 176-16,0 0-176 0,0 0 0 0,0 0-320 15,0 0 64-15,0 0-16768 0</inkml:trace>
  <inkml:trace contextRef="#ctx0" brushRef="#br0" timeOffset="98544.26">22720 10920 7359 0,'3'-4'320'0,"-2"1"80"0,1 2-400 0,-1-1 0 0,0 1 0 0,0 1 0 0,-1-1 1920 0,0 1 288 16,1-2 64-16,1 0 16 0,-1 1 144 0,0-1 48 15,0 2 0-15,-1 2 0 0,-1-1-752 0,0 1-160 16,-1 1-32-16,0 0 0 0,0 3-528 0,-1 0-112 15,0 0-32-15,-1 3 0 0,4-9-176 0,-6 21-48 16,6-21 0-16,-6 26 0 0,6-26-208 0,-5 31-48 16,5-31-16-16,-3 32 0 0,3-32-128 0,0 0-32 15,2 41 0-15,-2-41 0 16,0 0-208-16,0 0 0 0,0 0 0 0,18 38 0 0,-18-38 0 0,0 0 0 16,0 0 0-16,0 0-160 0,28 0-64 15,-22-4-16-15,2-1 0 0,-1-2 0 16,1 0-80-16,-2 0 0 0,1-1-16 15,2-3 0-15,-2 1-496 0,1-2-112 0,-2-1-16 0,0 1 0 16,-1 0 176-16,-1 0 16 0,0 0 16 0,-2-2 0 0,-1 2 496 0,0 0 80 0,-1 0 32 16,0 2 0-16,-1 1 272 0,1 3 48 0,-1 1 16 0,1 2 0 15,0 2 512-15,-1 1 128 0,0 3 0 0,0 2 16 16,-1-1-32-16,2-4-16 16,0 0 0-16,-5 31 0 0,5-31-176 0,-4 30-48 0,4-30 0 15,-5 34 0-15,5-34-176 0,-3 36-32 16,3-36-16-16,0 0 0 0,3 43-112 15,-3-43-32-15,0 0 0 0,0 0 0 0,0 0-208 0,19 38 0 0,-19-38 0 16,0 0 0-16,0 0 0 0,0 0-288 0,27 2 64 0,-20-4 16 16,0-3-1328-1,1-1-272-15,-2 2-48 16,2-1-13408-16</inkml:trace>
  <inkml:trace contextRef="#ctx0" brushRef="#br0" timeOffset="99635.34">23119 10967 8287 0,'0'0'736'0,"1"0"-592"0,0 0-144 0,1-2 0 16,-1 2 1136-16,0 0 192 0,1-2 32 15,1 1 16-15,0-2 848 0,2-1 160 0,1 0 48 0,-3 0 0 16,1-1-640-16,0 0-128 16,-1 0-32-16,-1-2 0 0,0 2-672 0,0-2-144 0,0 2-32 0,-1-4 0 15,-1 4-144-15,0-3-48 16,-1 4 0-16,0-3 0 0,0 2-64 0,-2 0-16 16,1 1 0-16,-1 1 0 0,0 2-16 0,-1 0-16 0,0 1 0 0,0 2 0 15,-2 0-128-15,1 3-32 0,-2 0 0 0,0 2 0 16,-1 0-192-16,0 1-128 0,0 1 128 0,-1 2-128 0,1 1 128 0,0 0-128 15,-1 2 160-15,2 1-160 0,0 2 240 16,1 1-48-16,0-1-16 16,6-17 0-16,-9 35 80 15,9-35 32-15,-3 32 0 0,3-32 0 0,0 0-96 0,0 0-32 0,10 38 0 0,-10-38 0 0,0 0-160 0,0 0 0 16,0 0 0-16,38 4 0 0,-26-8 0 0,0-2 0 16,1 0 0-16,-1-4 0 0,1 0 0 15,0-2-176-15,0-1 48 0,0-2 0 16,-2 1-256-16,0-3-32 0,-1 3-16 15,-1-3 0 1,0 2 48-16,-3 0 0 0,1-2 0 0,-3-2 0 16,0 3 32-16,-1-4 16 0,-1-1 0 15,-2 0 0-15,1-1 336 16,-1-1 0-16,0 0 0 0,0 1 0 16,0-3 0-16,0 2 0 0,1 2 224 0,-1 1-64 0,1 2 416 0,0 6 64 0,0 3 32 0,-1 2 0 0,1 4-160 0,-1 2-16 0,0 0-16 0,0 2 0 0,1 2-256 0,-1 0-48 0,0-3-16 0,0 0 0 15,0 0-160-15,1 38 160 0,-1-38-160 0,-1 32 160 16,1-32-160-16,0 34 0 0,0-34 0 0,0 39 128 0,0-39-128 15,-3 42 0-15,3-42 0 0,-2 40 0 0,2-40 0 0,-2 43 0 32,2-43 0-32,-2 47 0 0,2-47 0 0,0 46 0 0,0-46 0 0,2 42 0 0,-2-42 0 0,0 0 0 15,9 48 128-15,-9-48-128 0,0 0 0 16,0 0 0-16,0 0 0 0,0 0 0 16,29 30 0-16,-24-32 0 0,0 0 0 15,0-1 0-15,0-2-256 0,0-1 0 0,1-2 16 0,1-1 0 16,-1-1-1424-16,1-3-272 0,-1 1-64 15,2-1-16-15,-2-1-1472 0,2 0-288 16,-2-1-64-16,1-1-16 16,0 2-144-16,0-5-32 15,2 4 0 1,-2-2 0 0,1 0 2272-16,1 2 448 0,-1 0 96 0,0 1 0 0,0 2 1888 0,-2 3 368 0,0 0 80 0,-2 4 16 0,-2 0 976 0,0 4 208 0,-1 0 48 0,-1 2 0 0,-1 0 256 0,-1 2 48 0,1 1 16 0,-1 1 0 0,-2-3-384 0,1 4-64 0,-1 0 0 0,0-1-16 15,1 2-688-15,-1 0-144 16,4-7-32-16,-6 19 0 0,6-19-496 0,-7 24-96 0,7-24-32 0,-5 28 0 15,5-28-288 1,-7 36-64-16,7-36-16 0,-3 36 0 0,3-36-176 16,-3 38-48-16,3-38 0 0,2 35 0 0,-2-35-144 0,0 0 0 0,9 40 0 0,-9-40 128 15,0 0-128-15,0 0 0 0,0 0 0 0,30 22 0 16,-30-22 0 0,15-3 0-16,-6-1 0 15,0-1 128-15,-1-2-128 0,2-1 0 16,-1 0 0-1,0 0 0-15,1-4 0 0,-1 2-256 16,1-4 64-16,-1 2 16 16,1-2-192-16,-1 0-32 0,-2-2-16 0,1-1 0 0,-2 0 32 0,0 1 16 0,-2 0 0 0,0 3 0 0,0 1 368 0,-1-2-144 0,-1 5 144 15,1-1 0-15,0 3 0 0,-2 2 0 0,1 1 0 0,-2 2 0 0,1 2 320 0,-2 2-16 0,1-2-16 0,0 0 0 16,0 0 160-16,-7 18 16 0,7-18 16 16,-6 17 0-16,6-17-160 0,-7 24-16 0,7-24-16 15,-8 31 0-15,8-31-112 0,-7 31-32 0,7-31 0 0,-2 34 0 16,2-34-144-16,0 0 160 0,5 43-160 0,-5-43 160 15,0 0-160-15,0 0 0 0,22 38 0 0,-22-38 0 16,0 0 0-16,0 0-144 0</inkml:trace>
  <inkml:trace contextRef="#ctx0" brushRef="#br0" timeOffset="104087.36">12715 12070 10127 0,'-2'0'896'0,"1"0"-704"0,0 0-192 0,0-2 0 16,1 1 1152-16,0 1 208 16,-2 0 48-16,0-2 0 15,1 2 400-15,0-3 96 0,-1 3 16 0,1 0 0 0,1-2-256 0,-1 2-32 0,3 2-16 0,-1-2 0 32,0 1 432-32,1 1 96 0,1-2 16 0,1 2 0 15,0-2-1856-15,0 1-304 0,-4-1-192 0,0 0 16 16,0 0 496-16,30-1 80 0,-30 1 32 0,26-5 0 15,-10 1-128-15,0-1-32 0,3-2 0 0,0 0 0 16,-1 1-96-16,2-2-32 0,0 1 0 0,-1-1 0 16,-2 2-144-16,-1 0 0 0,-2 0 0 15,-3 1 128-15,-3 0-128 16,1 3 0-16,1-3 0 0,0-1 0 16,-2 3-784-16,-1 0-96 0,-2 3-16 15,-3 0-15168-15</inkml:trace>
  <inkml:trace contextRef="#ctx0" brushRef="#br0" timeOffset="104292.91">12927 11850 11055 0,'-3'-3'480'0,"1"0"112"0,0 1-464 0,1 1-128 0,0 1 0 0,0 0 0 16,0 0 1440-16,0 0 272 0,-1 1 48 0,-1-1 16 15,0 2 368-15,0 1 80 0,0 0 16 0,1 3 0 16,1 2-496-16,1 1-80 0,0-9-32 0,-2 31 0 15,2-31-672-15,-1 42-128 0,1-16-16 0,-1 0-16 16,1 1-288-16,-1 1-64 0,1 1-16 0,0-3 0 16,0-26-432-16,2 50 128 0,-2-50-128 0,5 41-15904 15</inkml:trace>
  <inkml:trace contextRef="#ctx0" brushRef="#br0" timeOffset="104784.3">13481 11797 11055 0,'-1'-7'480'0,"1"2"112"0,0-2-464 0,0 3-128 0,1 1 0 0,-1 0 0 16,0 0 1216-16,0-3 240 0,0-3 32 0,-1-1 16 16,0-2 320-16,-1 5 64 0,0 0 16 0,-1 2 0 15,0 3-176-15,-2 2-48 16,1 0 0-16,-2 2 0 0,0 1-592 0,-1 1-112 0,0 1-16 0,-1 0-16 16,1 2-32-16,-1-1 0 0,1 2 0 0,-1 0 0 0,2 1-320 0,-1 0-64 31,0 1-16-31,1 1 0 0,-1-1-160 0,2 2-32 15,0 0-16-15,0 2 0 0,2 1-80 0,0 3-16 0,1 1 0 0,1 1 0 0,0 3-208 16,1 0 144 0,0-23-144-16,4 50 128 0,-4-50-128 0,6 49 0 0,-6-49 0 0,10 51 128 0,-10-51-128 15,11 54 0-15,-11-54 0 0,10 46 0 0,-10-46 0 16,10 40 0-16,-10-40 0 0,6 33 0 0,-6-33 0 0,1 27 0 16,-1-27 0-16,-1 23 0 0,-2-14 0 0,0 1 0 15,-2 0 0-15,-2-1 0 0,0 0 0 0,-3 1 0 16,0-1 128-16,-2-1-128 0,0 1 0 0,-3-4 0 0,-1 2 0 15,0-5 0 1,-2 0-976-16,-1-2-80 0,-1-2-16 16,2-3-15648-16</inkml:trace>
  <inkml:trace contextRef="#ctx0" brushRef="#br0" timeOffset="106595.32">13575 12295 8287 0,'-3'0'736'0,"1"0"-592"16,2 0-144-16,0 0 0 0,0 0 672 0,-1 0 96 0,0-2 32 15,-1 1 0-15,-1 1 768 0,1 0 160 0,0 0 16 0,0-2 16 16,1 2 144-16,0 0 16 0,1 0 16 0,0 0 0 15,1 0-448-15,0 0-80 0,1 0-32 0,0 0 0 16,0-1-448-16,3 0-96 16,0 1 0-16,0-2-16 0,3-1 0 0,-1 1 0 0,2-3 0 0,2 3 0 15,0-3-192-15,1-1-48 0,0 1 0 0,0-1 0 16,0 2-256-16,-1-3-64 0,-1 2-16 0,0 0 0 16,1 0-96-16,-4 1-16 15,1 1 0-15,-2-1 0 16,0 3-128-16,-4-1 0 0,1 2 0 0,-1 2 0 0,0-2 0 0,-1 3 0 0,-1 2 128 0,-1-2-128 0,0 3 0 0,0 0 0 15,-1 2 144-15,0 1-144 0,-1 3 128 0,1-2-128 16,-1 4 160-16,0 0-160 0,-1 3 128 0,2-3-128 16,-1-2 0-16,-1 3 0 0,0 3 128 0,0 1-128 15,-1 0 0-15,0 0 0 0,-1 0 0 0,0-2 0 16,0-1 0-16,0 1 0 0,2-4-144 16,0 0-128-16,0-1-32 0,1-3 0 15,0-2-1328-15,0 1-272 0,1-4-48 0,0 1-13152 0</inkml:trace>
  <inkml:trace contextRef="#ctx0" brushRef="#br0" timeOffset="106847.6">13610 12425 8351 0,'-5'0'176'0,"2"-2"32"0,1 2 16 0,0 0 32 0,1 0-256 0,1 0 0 0,0 0 0 0,0-2 0 15,0 1 2416-15,1-1 432 0,1 0 96 0,1-2 0 16,4 1-112-16,1-2-16 0,3-2-16 0,0 0 0 16,1-1-1088-16,0-1-224 0,0 2-32 0,1-2-16 15,1 2-864-15,-1-1-192 0,2 1-16 0,0 0-16 16,-1 3-352-16,-1-1 0 16,-1 2 0-16,-12 3-10432 0,23-4-2208 0</inkml:trace>
  <inkml:trace contextRef="#ctx0" brushRef="#br0" timeOffset="107767.66">13656 11671 13823 0,'1'-2'1216'0,"0"-1"-960"0,0 1-256 0,0 0 0 15,0 2 1008-15,0-2 144 0,1-3 48 0,0 0 0 16,2-2 960-16,-1-2 192 0,0 1 32 0,-2 2 16 16,-1 1-656-16,0 2-128 0,-1 1-16 0,-2 0-16 15,1 1-624-15,-3 1-112 0,2 1-16 0,-4 1-16 16,1 0-240-16,-2 3-64 0,1-2 0 0,-1 1 0 15,3 1-128-15,-1 0-48 0,3-1 0 0,-1 1 0 16,1 0-208-16,1-1-128 0,2-1 128 0,0 2-128 16,0-2 0-16,0 0 0 0,2 0 0 0,1-1 0 15,0 2 0-15,-3-4 0 0,0 0 0 0,0 0 0 16,0 0 0-16,0 0 0 0,37 25 0 0,-37-25 0 16,0 0 0-16,0 0 0 0,35 40 0 0,-35-40 0 0,0 0 0 15,24 40 128-15,-24-40-128 0,0 0 0 0,18 46 0 16,-18-46 0-16,0 0 0 0,5 33 0 0,-6-24 0 15,0 1 0-15,-1-5 0 16,-1 2 0-16,-2-1 0 0,1-1 0 16,-3 0 0-16,0 0 128 15,0 0-128-15,0-1 0 0,-2-2 0 0,1 1 0 0,1-2 0 0,-3-1 0 0,1-1 0 0,-1 1-128 0,1-3 128 0,-1 1-160 16,2-2 160-16,2-1-160 0,-1 2 160 0,1-3-160 0,2 0 160 0,0 0-160 16,2-1 160-16,2 2 0 0,1-3 0 15,3 2 0-15,1-2 0 0,2 1 0 0,2 0 0 0,3-2 0 16,1 2 128-16,1-3-128 15,0 0 160-15,0-1-160 16,2 1 128-16,-2-2-128 16,1-1 0-16,-2 3 144 0,2-2-144 0,-1 1 160 15,-1 0-160-15,-1 0 160 16,-3 2-160-16,1 1 0 16,-2-1 144-16,-2 1-144 0,-2 1 0 15,-2 1 128-15,-1 0-128 0,-3-1 0 16,-1 2 0-16,-2-1 0 0,-3 1 0 15,-3 0 0-15,-2 3 0 16,-1 0 0-16,-4 1 0 0,-2 2 0 16,2 1 0-16,-2 0 0 0,0 2 0 0,1 0 0 0,3 0-640 0,2-2-64 0,4-2 0 0,2 2-15968 0</inkml:trace>
  <inkml:trace contextRef="#ctx0" brushRef="#br0" timeOffset="110490.06">14060 12297 911 0,'-1'0'0'0,"0"0"0"0,0 0 0 0,1 0 0 15,0 1 1872-15,0-1 304 0,0 0 48 0,0 2 16 16,0-2-224-16,0 0-32 0,1 1-16 0,-1-1 0 16,2 1 256-16,-1-1 48 0,-1 2 16 0,2-2 0 15,0 0-624-15,0 0-112 0,0 0-16 0,0-2-16 16,0 2-400-16,2-2-80 0,0-1-16 0,0 1 0 15,1-3-352-15,1 1-80 0,-1-4-16 0,3 1 0 16,-1 0-192-16,2-3-32 0,0-1-16 0,1-1 0 16,1-3-48-16,0-1-16 0,0 2 0 0,0-3 0 15,1-1-144-15,-2-1-128 0,0 0 144 16,0-2-144-16,0 1 0 16,-2-1 128-16,-1 0-128 15,0-2 0 1,0 1 0-16,-1 1 0 0,-2 1 0 0,0 2 0 0,-1 3 0 15,-1 3 0-15,-1 1 0 16,0 3 0-16,-1 3 0 0,0 0 0 0,-1 3 0 0,0 2 0 0,0 0 0 0,-1 2 0 0,0-1 144 0,0 3-144 0,0-1 224 0,1 1-32 0,-2 2-16 0,0 2 0 0,0 1-48 0,0 2-128 0,1 3 192 0,-1 0-64 16,1 2-128-16,-1 2 128 0,1 3-128 0,0 2 128 15,1 3-128-15,-1-2 0 0,2 0 0 0,0 0 0 16,0-24 0-16,1 42 0 0,-1-42 0 16,3 40 0-16,-3-40 0 15,0 0 0-15,11 38 0 16,-11-38 0-16,0 0-432 0,0 0-16 0,0 0 0 0,0 0 0 0,0 0-48 15,36 5-16-15,-30-13 0 0,3-1 0 16,1-3 128-16,0 1 0 0,1-3 16 16,0-1 0-16,1-3-624 15,0-2-128-15,0 0-32 16,-2 0 0-16,-1 2-64 16,-1-2 0-16,0 2-16 0,-2-2 0 0,-1 4 736 0,-1-1 160 0,-2 0 16 0,-1 1 16 15,0 2 304-15,-2 2 0 0,-1 2 0 0,1 4 0 0,-1 3 736 0,-1 0 48 0,1 3 16 0,-1 0 0 0,1 3 272 16,-1 2 48-16,-1-1 16 0,1 1 0 0,0 2-320 0,-1 0-64 0,0 1-16 0,1 1 0 0,1 0-96 0,-1 1-32 15,0 0 0-15,1 1 0 0,2-11-288 0,-2 24-48 16,2-24-16-16,1 26 0 16,-1-26-80-16,2 28-32 0,-2-28 0 0,5 34 0 0,-5-34-16 0,4 31-128 15,-4-31 192-15,8 34-64 0,-8-34-128 16,0 0 0-16,14 39 0 0,-14-39 0 0,0 0 0 16,0 0 0-16,27 33 0 0,-27-33-176 15,0 0-1008-15,0 0-208 0,30 0-32 0,-21-5-14256 16</inkml:trace>
  <inkml:trace contextRef="#ctx0" brushRef="#br0" timeOffset="110775.16">14588 12117 7359 0,'2'-4'320'0,"-1"1"80"0,0 3-400 0,0-4 0 0,0 3 0 0,0 1 0 0,0-2 1600 0,0-1 256 15,0 1 32 1,1-2 16-16,0 1 464 0,0 0 80 0,0 1 32 0,-1 2 0 15,-1 0-784-15,0 5-160 0,-1 0-16 0,-2 2-16 16,1 2-352-16,-2 2-80 0,2 2-16 0,-3 1 0 0,1 1-288 0,0 1-48 31,-1 2-16-31,0 0 0 0,-1 1-384 0,0-1-64 16,1-1-32-16,0-2 0 0,1-1-224 0,0 0 0 16,1-1 0-16,-1-2 0 15,2-2 0-15,1-3-192 0,0 0 16 0,0-1 0 16,1-3-800-16,0-2-176 0,0 0-16 0,1-2-16 15,1-3-416-15,-1 0-96 0,2-1-16 0,1-2-6416 16,0-2-1280-16</inkml:trace>
  <inkml:trace contextRef="#ctx0" brushRef="#br0" timeOffset="110980.85">14614 12101 3679 0,'0'-3'160'0,"0"2"32"0,0 0-192 0,0-1 0 0,0 2 0 0,0 0 0 15,0 0 1840-15,-1 0 320 0,1 0 64 0,0 0 16 0,0 0 768 0,0 2 176 16,1-1 16-16,-1 0 16 0,2 1-672 0,0 1-144 15,0 2-32-15,-2-5 0 16,0 0-896-16,0 0-176 0,0 0-32 0,15 38-16 0,-15-38-608 16,0 0-128-16,13 35-32 0,-13-35 0 0,0 0-288 0,13 44-64 15,-13-44-128-15,0 0 192 0,10 42-192 0,-10-42 0 16,3 30 0-16,-3-30 0 0,0 0 0 0,4 38 0 16,-4-38 0-16,0 0 0 15,0 29-512-15,-1-22-112 16,1-7-16-16,0 0 0 0,0 0-1488 0,-2 19-304 0,1-18-64 15,1-2-11056-15</inkml:trace>
  <inkml:trace contextRef="#ctx0" brushRef="#br0" timeOffset="111155.71">14571 12257 4607 0,'-4'-2'400'0,"1"2"-400"0,1 2 0 0,2-2 0 16,0 1 1456-16,-1 0 208 0,-1 0 32 0,0 2 16 15,-1 0 1264-15,1 0 256 0,3 2 48 0,1-3 16 16,-2-2-160-16,0 0-16 15,0 0-16-15,0 0 0 0,0 0-1424 0,42 10-272 0,-42-10-64 0,22-7-16 16,-12 4-944-16,0-1-192 0,0-1-48 0,2 0-11664 16,-2 0-2320-16</inkml:trace>
  <inkml:trace contextRef="#ctx0" brushRef="#br0" timeOffset="111722.76">14892 11937 6447 0,'1'-3'576'0,"-1"1"-576"0,0 2 0 0,0 0 0 0,0 0 1536 0,0-1 208 15,-1 0 48-15,1-1 0 16,-1 0 336-16,0 1 80 0,0-1 16 0,-2 2 0 15,-1 2-688-15,0-2-144 0,1 3-32 0,-2 1 0 0,1-1-352 0,-1 2-80 16,-1 1-16-16,1 2 0 0,0 1-80 0,0 3 0 16,-1 0-16-16,1 4 0 0,1 3 16 0,0 3 16 0,1 1 0 0,0 2 0 31,2 1-400-31,-1-1-96 0,2-25-16 0,2 47 0 0,-2-47-32 0,5 38-16 0,-5-38 0 16,0 0 0-16,18 36-288 0,-18-36 0 15,0 0 0-15,0 0 0 16,0 0-944-16,40 22-240 0,-40-22-48 0,16-5-14112 0</inkml:trace>
  <inkml:trace contextRef="#ctx0" brushRef="#br0" timeOffset="116114.1">15308 11922 11967 0,'-1'0'1072'0,"1"0"-864"0,0 0-208 0,-1 0 0 15,1 0 1280-15,0 0 224 0,-1-1 32 0,1 1 16 16,-1-1 560-16,1 1 96 0,1-2 32 0,1 2 0 15,1-4-384-15,0 3-64 0,2-3 0 0,0 1-16 16,-1 1-592-16,2 2-112 0,0-2-32 0,2 2 0 16,-8 0-336-16,0 0-64 0,0 0 0 0,0 0-16 0,39 29-336 15,-39-29-64 1,0 0-16-16,22 44 0 0,-22-44-208 0,8 36 0 0,-8-36 128 0,1 40-128 0,-1-40 0 16,-8 37 0-16,1-17 0 0,-1-4 0 15,0-1 0-15,-1 1 0 16,-1-2 0-16,0-2 0 0,0 0-320 0,1-5-64 0,0 0-16 0,3-4-16464 0</inkml:trace>
  <inkml:trace contextRef="#ctx0" brushRef="#br0" timeOffset="117091.04">15606 11990 6447 0,'0'-1'576'0,"0"1"-576"0,0 0 0 0,0-2 0 15,0 2 1200-15,0 0 128 0,0 0 16 0,0-2 16 16,0 1 288-16,1-1 48 0,-1 2 16 15,0 0 0-15,0 0-432 0,0 0-96 0,0 0-16 0,0 2 0 16,0-2-448-16,0 0-80 0,0 1-32 0,0-1 0 16,0 2-32-16,0-2 0 0,1 0 0 0,-1 0 0 15,0 0 160-15,1 2 32 0,-1-2 0 0,0 0 0 16,1-2-64-16,-1 2-16 0,1 0 0 0,0 0 0 16,-1 0-80-16,1-2-16 0,-1 1 0 0,1 1 0 15,0-2-240-15,0 2-48 0,0-2-16 0,0 2 0 16,0-2-288-16,-1 1 0 0,1 1 128 0,0-2-128 15,0 2 0-15,0 0 0 0,-1 0-128 0,1 0 128 16,-1 2-288-16,1-2 32 0,-1 0 16 0,0 0 0 16,0 1-320-1,0-1-64-15,-1 2-16 0,1-2 0 0,0 0 208 0,-1 2 48 0,1-2 0 0,-1 0 0 16,0 0 208-16,1 0 176 0,0 0-208 0,0 0 80 16,0 0-544-16,0 0-96 0</inkml:trace>
  <inkml:trace contextRef="#ctx0" brushRef="#br0" timeOffset="117829.93">15071 12010 11055 0,'-1'-4'480'0,"1"-1"112"0,0 0-464 0,0 3-128 16,0 0 0-16,0 0 0 0,0 1 1280 0,0-3 256 15,0 1 32-15,0-4 16 0,0 0 512 0,1 2 96 16,-1 0 32-16,0 1 0 0,-1 2-448 0,1 1-96 16,0-1-16-16,-1 2 0 0,0 0-640 0,-1 2-144 15,1 1-32-15,-2 0 0 0,1 3-352 0,-1 0-80 16,1 2-16-16,-2 2 0 0,0 1-144 0,1 4-16 15,-2 0-16-15,1 1 0 0,1-2-80 0,0 2-16 16,-2 4 0-16,0-2 0 0,2-1 0 16,0 0 0-16,3-17 0 15,-2 23 0-15,2-23-128 0,0 0 192 0,0 0-192 0,0 0 192 0,0 0-192 0,0 0 0 16,0 0 0-16,0 0 0 0,0 0 0 0,0 0 0 0,0 0 0 16,39 17 0-16,-32-24 0 0,2-2 0 0,0 0-192 0,-1-1 192 15,2 2-400-15,-1-1 32 0,1-2 16 0,-1 0 0 16,1 2 32-16,-1 0 16 0,0-1 0 0,0-2 0 0,-2 2 304 15,0-1-192-15,0 1 192 0,-1-1-160 0,-1 1 160 16,-1-2 0-16,0 2 0 0,-2 1-128 0,0 2 128 0,-1-3 0 16,-1 2 0-16,-1 0 0 0,1 1 0 0,-2 2 0 15,1 3 0-15,0 0 0 0,-1 2 0 16,0 2 0-16,0-1 0 0,0 0 0 0,0 2 0 0,1 1 0 16,-1 1 0-16,1-1 0 0,0 2 176 0,0 1 64 15,0 2 16-15,0 1 0 16,0-1 32-16,0 3 16 0,1-12 0 15,0 0 0-15,0 33-32 0,0-33 0 16,0 0 0-16,1 33 0 0,-1-33-80 0,0 0 0 16,0 0-16-16,5 34 0 0,-4-27-176 0,-1-7 160 0,0 0-160 0,0 0 160 0,0 0-160 0,0 0 0 0,0 0 0 0,0 0 0 31,0 0-1120-31,0 0-160 0</inkml:trace>
  <inkml:trace contextRef="#ctx0" brushRef="#br0" timeOffset="118570.8">15610 12022 1839 0,'2'-1'160'0,"-1"0"-160"0,0 1 0 0,-1-2 0 15,1 2 720-15,-1 0 112 0,2-2 32 0,-1-1 0 16,1 0 736-16,0 1 160 0,-1 1 32 0,0 0 0 15,0-1 208-15,0 1 48 0,-1 1 16 0,0 0 0 16,0 0-80-16,0 0 0 0,0 0-16 0,0-2 0 16,1 2-480-16,0 0-80 0,1-2-32 0,0 1 0 15,-1-1-688-15,2 1-144 0,1-2-32 0,-1 1 0 16,0-1-256-16,1 1-64 0,-1 1-16 0,0-1 0 0,-1 2-176 16,-1 0 0-16,0 0 144 0,0 0-144 15,-1 0 0-15,-1 2 0 0,-1 1 0 0,0 0 0 0,-2 2 0 0,-2-1 0 16,1 3 0-16,-2-3-128 0,2 1 128 0,-2 0-208 15,2-1 80-15,-1 0 128 0,2-2-192 0,0 0 192 16,1-1-160-16,0-1 160 0,1-1 0 0,1-1 0 16,1-1 0-16,1 0 0 0,0-1 160 0,2-1-160 15,0-2 128-15,1 2-128 16,-1 0 224-16,2-1-32 0,1-2-16 0,2 1 0 16,-1-1-32-16,0 0 0 0,0 3 0 0,0 0 0 0,-1 0-144 0,-1 3 160 15,-1 1-160 1,-3 1 160-16,1 1-160 0,-3 1 0 0,1 1 0 0,-2 2 128 0,-1 1-128 0,-1 0 0 0,-2 0 144 0,1 2-144 15,-2-1 160-15,1 0-32 0,-1 0-128 0,0-2 192 32,1-1-192-32,1-1 0 0,1 0 0 0,1-1-160 15,2-2-864-15,0-2-192 0,2-1-16 0,2-2-13056 16</inkml:trace>
  <inkml:trace contextRef="#ctx0" brushRef="#br0" timeOffset="119103.98">15803 11920 911 0,'1'-4'0'0,"0"1"0"15,0 3 0-15,0-2 0 0,0 2 1552 0,0-2 240 16,0-1 32-16,0 1 16 0,1-5 1216 0,1 2 240 15,0 0 48-15,-2 3 16 0,1-1-736 0,-2 3-160 16,-1 0-32-16,0 3 0 0,0 2-928 0,-1-1-192 0,-1 3-32 16,0 1-16-16,-1 3-448 0,-1 1-96 0,1 3-16 0,-1 2 0 15,0 1-320-15,1 3-64 0,-1 1 0 0,0 1-16 16,3-1-304-16,-1-3 160 16,3-19-160-16,-2 35 128 0,2-35-128 0,0 0 0 15,0 0 0-15,12 36 0 0,-12-36 0 16,0 0 0-16,0 0-160 0,24-5 160 0,-14-2-400 15,1-6 16-15,1 0 0 0,1-3 0 0,1 1-448 0,1-4-96 0,0 3-16 0,-2-1 0 16,-1 3-576-16,-1-1-112 16,-1 1-32-16,0 0 0 0,-1 2 736 0,-2-2 144 0,0 2 16 0,-2 2 16 0,0 1 560 0,-2 2 192 15,0 0 0-15,-2 2-144 0,0 3 528 0,-2 0 96 16,1 4 32-16,-1-2 0 0,-1 1 576 0,0 0 128 16,0 4 32-16,0-2 0 0,-1 1-288 15,1 1-48-15,-1 2-16 0,0-2 0 0,0 2-48 0,0 2-16 16,0 0 0-16,-1 1 0 0,1 2-128 0,1 0-16 15,-1 0-16-15,0 2 0 0,0 0-288 0,0 1-64 16,1 1-16-16,-1-1 0 0,3-15-64 0,-3 30-16 16,3-30 0-16,0 0 0 0,1 36-96 15,-1-36-128 1,0 0 176-16,0 0-176 0,0 0 0 0,19 33 0 16,-19-33 0-16,0 0 0 0,0 0-704 0,32-3-192 0,-21-3-32 15,2-2-15920 1</inkml:trace>
  <inkml:trace contextRef="#ctx0" brushRef="#br0" timeOffset="119705.05">16259 12027 9215 0,'0'1'400'15,"0"1"96"-15,0-2-496 0,0 2 0 0,0-2 0 0,0 1 0 0,0-1 2496 0,1 1 384 16,1-1 96-16,-2 0 16 15,0 0-272-15,0 0-48 0,0 0-16 0,0 0 0 0,25 0-1024 0,-20-2-208 16,0-3-32-16,-1 0-16 0,1 1-672 0,-2-1-128 16,0 0-16-16,-1 0-16 0,0 0-368 0,-1-1-176 15,0 1 160-15,-1 0-160 0,-1 0 0 0,-1 0 128 16,-1 1-128-16,-1-1 0 0,-1 2 0 0,-1 1 0 16,-2 0 128-16,0 2-128 0,-2 0 160 0,-1 0-16 15,1 1 0-15,-1 2 0 0,-1 0 0 0,0 0 0 16,2 1 0-16,-1 1 0 0,2 2-144 15,2 0 0-15,0 0 0 16,1 1 0-16,2 1 0 0,0 2 0 0,2-1 0 0,2-10 0 0,-3 24 144 0,3-24 0 16,0 0 0-16,4 38 0 0,-4-38 176 0,0 0 16 0,0 0 16 0,20 40 0 15,-20-40-160-15,0 0-16 0,0 0-16 0,0 0 0 16,38 19-160-16,-38-19 0 0,19-6 0 16,-8 0 128-16,0-3-128 15,0-1 0-15,1-2 0 16,1-2 0-16,1 0 0 0,-1-3 0 15,1-1 0-15,-1 1 0 16,-1-2-624-16,1 0-48 16,-1-3-16-16,-1 2 0 0,-1 0-400 0,-1-1-64 0,-2 0-32 0,-2 1 0 0,-1 0 576 0,-2 0 112 0,0 1 32 0,-2-2 0 0,1-1 336 0,-2 4 128 0,0 1 0 0,-1 3-144 15,1 4 400-15,-1 2 96 0,1 3 16 0,0 4 0 0,0 1 464 0,-1 3 112 16,1 0 16-16,-1 3 0 0,0 1-256 16,0 3-32-16,0 2-16 0,-1 4 0 0,0 3-224 0,-1 2-48 15,1 3-16-15,0 2 0 0,-1-2-192 0,1 0-48 16,1 2 0-16,1 0 0 0,0-2-128 15,-1-1 128-15,2-23-128 0,-1 45 128 0,1-45-128 16,2 40 0-16,-2-40 0 0,4 34 0 16,-4-34 0-16,0 0 0 0,0 0 0 0,14 38 0 15,-14-38 0-15,0 0 0 0,0 0-160 0,0 0 160 16,0 0-448-16,27 0 16 0,-21-7 0 0,0 0 0 16,2-1-640-16,-1-1-128 0,1-1-16 0,0 1-16 15,1-3-1696-15,0 0-336 0</inkml:trace>
  <inkml:trace contextRef="#ctx0" brushRef="#br0" timeOffset="120098.94">16599 11928 3679 0,'8'-8'160'0,"-4"6"32"0,-1 0-192 0,-2 2 0 0,-1 0 0 0,0 0 0 16,1-2 1824-16,0 1 320 0,2 1 64 0,-1 0 16 15,0 0 832-15,-1 0 160 0,-1 3 48 0,0-1 0 16,-2 2-928-16,0 2-176 0,0 0-48 0,-1 2 0 16,1-1-784-16,-1 2-176 0,0 1-16 0,3-10-16 15,-4 21-416-15,4-21-64 0,-2 24-32 0,2-24 0 16,0 26-160-16,0-26-16 0,1 28-16 0,-1-28 0 15,0 0-112-15,6 41-32 0,-6-41 0 0,0 0 0 16,14 33-272-16,-14-33 160 0,0 0-160 0,0 0 128 16,0 0-128-16,36 26 0 0,-36-26 0 0,18-7 0 15,-8 0 0-15,0 0 0 16,1-4-128-16,0 0 128 0,1-1-304 16,1 0 16-16,0-2 0 0,-2 0 0 0,0 0-320 0,0-3-64 15,1 0-16-15,-1-3 0 0,-1 3 112 0,-1-1 32 0,-1-2 0 0,-1 1 0 0,0-2 288 0,-2 4 48 16,-2 3 16-16,-1 3 0 0,0 3 192 0,-2 5 0 15,0 2 0-15,-2 2 0 0,-1 4 0 0,1 2 240 0,-3 3-32 16,-1 2 0-16,0 4 256 0,-2 3 48 0,1 2 16 16,0 3 0-16,1 1-64 15,0 0-16-15,2 1 0 0,0-2 0 0,2 0-48 0,2-24-16 0,-1 40 0 0,1-40 0 16,0 0-112-16,11 42-16 0,-11-42-16 16,0 0 0-16,0 0-432 0,0 0-96 0</inkml:trace>
  <inkml:trace contextRef="#ctx0" brushRef="#br0" timeOffset="196398.85">9065 8822 2751 0,'0'0'256'0,"0"-2"-256"0,-1 2 0 0,1 0 0 15,0-1 816-15,-1 1 112 0,0-2 32 0,0 0 0 0,-1-1 272 16,0 2 64-16,0 0 16 0,0-1 0 0,1 1 32 0,0 1 0 16,1 0 0-16,-1 0 0 0,1 0-224 0,-1-2-32 15,1 2-16-15,0 0 0 0,0 0-144 0,1 2-32 16,0-2 0-16,0-2 0 0,0 2-224 0,0 0-48 16,1 0-16-16,1 0 0 0,0 0-128 0,0 0-32 15,-1 0 0-15,2-2 0 0,1 1-112 0,-2 1-16 16,2 0-16-16,-1 0 0 0,0 0-32 0,1 0 0 15,0 0 0-15,-2 1 0 0,1 1-32 0,0 0-16 16,-1-1 0-16,-1 1 0 0,1 0-224 0,-1 0 144 16,-1 1-144-16,0 0 128 0,-1 1-128 0,0 0 0 0,0 0 0 15,0 1 0-15,-2 1 128 0,0 1-128 16,-1-3 128-16,1 4-128 0,-1-3 0 0,0 2 0 0,-1-2 0 16,1 2 0-16,-2-1 0 0,1-1 0 15,0 2 0-15,-1-2 0 0,0 0 0 16,0 0 0-16,-1 2 0 0,0-3 0 15,0 1 0 1,-1-1 0-16,1-1-144 0,1 0 144 0,-1-1 0 0,0-1 0 0,2 1 0 0,1-2 0 0,0 0 0 16,1 0 0-16,1 0 0 0,0 0 0 0,0 0 0 0,1-2 0 0,0 2 0 0,1-1 0 0,0 1 0 15,1-2 0-15,1 2 0 0,-1-2 0 16,2 2 0-16,-2-1 128 0,2 1-128 0,0 0 0 0,0 0 144 16,-1 1-144-16,1 1 128 15,1-2-128-15,-2 0 304 0,2 0-32 0,0 2 0 16,-5-2 0-16,0 0-96 0,0 0-32 0,0 0 0 0,0 0 0 15,34 3 0-15,-28-6 0 0,2 1 0 0,-1-1 0 16,0 1-144-16,0 0 0 0,0-3 144 0,-1 0-144 0,1 1 0 0,-1-1 0 16,0 2 0-16,-1 1 0 0,0-2 0 0,-1 3-320 15,-1-1 64-15,0 2-13952 16</inkml:trace>
  <inkml:trace contextRef="#ctx0" brushRef="#br0" timeOffset="200438.93">9512 8810 2751 0,'0'0'256'0,"0"-2"-256"0,0 2 0 0,0 0 0 15,0 0 928-15,0 0 144 0,0 2 16 0,-1-2 16 16,-1 0 448-16,1 0 96 0,0 0 16 0,0 0 0 16,1 0-128-16,-1 0 0 0,1 1-16 0,0-1 0 15,0 0-48-15,0 0 0 0,0 0 0 0,0 0 0 16,0-1-320-16,1 1-80 0,0 0-16 0,0 0 0 0,1 0-288 0,0-2-64 16,-1 1-16-16,2 1 0 0,1-2-144 0,0 0-32 31,1 1 0-31,1-1 0 0,-2 2-64 0,2-1-32 0,0 0 0 0,-1 1 0 0,1 0-16 0,-1 0 0 15,1 0 0-15,-2 0 0 0,1 1-160 0,0 0-48 16,-5-1 0-16,0 0 0 0,0 0-192 0,0 0 128 16,0 0-128-16,0 0 0 15,0 0 0-15,0 0 0 16,0 0 0-16,0 0 0 0,0 0 0 0,0 0 0 0,0 0 0 0,0 0 0 16,0 0 0-16,0 0 0 0,0 0 0 0,0 0 0 15,15 34 0-15,-19-31 0 0,0 0 0 0,0 0 0 0,0 2 0 0,-2-1 0 16,2-1 0-16,-2 2 0 15,0 1 0-15,1-1 0 0,-2-1 0 0,2 0 0 0,0 1 0 0,1-1 0 0,0 0 0 0,1-1 0 32,-1-1 0-32,1 1 0 0,0-2 0 0,0 0 0 15,1-1 0-15,0 0 0 0,1 0 0 0,0-1 0 16,0 0 0-16,0 1 0 0,0-2 0 0,1 1 0 16,-1 1 0-16,1-1 0 0,0 1 0 0,0-1 0 15,0 1 0-15,0 0 0 0,0 0 0 0,0 0 0 16,1 0 0-16,-1 0 0 0,2 0 0 0,-1 0 0 0,1 0 0 15,1 0 0-15,0-2 0 0,1 1 0 16,0 1 0-16,1-2 0 0,0 2 0 0,1-1 0 16,-1 0 336-16,-1-1-16 0,2 2-16 0,0-2 0 15,-6 2 64-15,0 0 16 0,0 0 0 0,29 2 0 0,-29-2-160 0,0 0-32 16,0 0 0-16,0 0 0 0,0 0-64 0,37 16-128 16,-37-16 176-16,0 0-176 0,0 0 192 0,0 0-192 15,0 0 192-15,0 0-192 0,0 0 160 0,22 38-160 16,-23-31 128-16,-2-2-128 15,-1-1 128-15,-1 2-128 0,0-2 0 0,-2 1 128 16,1 0-128-16,-2-1 0 0,-3 2 0 0,0 0 0 0,2-1 0 0,-2-2 0 0,-2 1 0 16,-2 3 0-16,-1-2 0 0,-2-1 0 0,0 0 0 0,0 0 0 31,1 0-976-31,0 1-176 16,2 0-48-16,1 0-15216 0</inkml:trace>
  <inkml:trace contextRef="#ctx0" brushRef="#br0" timeOffset="201671.17">9078 8796 2751 0,'0'-2'256'0,"-1"1"-256"0,0-1 0 0,1 2 0 16,-1-1 768-16,1 1 96 0,-1-2 32 0,-2 0 0 16,1-3 432-16,-2 1 80 0,3 1 32 0,-1-1 0 15,0 3-16-15,0-1 0 0,0-1 0 0,1 3 0 16,-1-2-144-16,2 2-48 0,-1 2 0 0,1-2 0 15,0 0-400-15,0 1-96 0,0 1-16 0,0-2 0 16,0 0-288-16,1 0-64 0,0 0-16 0,1 0 0 0,0 0 192 0,1 0 32 16,1 0 16-16,-1-2 0 0,2 1 272 0,-1-1 48 15,0 1 16-15,0 0 0 0,1 1-256 0,-1 0-48 32,1 0-16-32,0-2 0 0,2 2-144 0,-1 0-16 15,1 2-16-15,-1-2 0 0,-6 0-160 0,0 0-16 0,0 0-16 0,0 0 0 0,0 0-240 0,41 19 144 31,-41-19-144-31,0 0 128 0,0 0-128 0,0 0 0 0,0 0 0 0,0 0 128 0,22 35-128 0,-21-30 0 16,-2 0 0-16,0-1 0 0,-1 1 0 16,-1 0 0-16,-1 0 0 0,-1 0 0 15,0-1 0-15,-1 2 0 0,0 0 0 0,-1-1 0 0,0 0 0 0,1-1 0 0,-2 1 0 0,1 0 0 16,-1-3 0-16,0 3 0 0,1-2 0 0,-1 0 0 16,0 0 0-16,0 0 0 0,1 0 0 15,0-1 0-15,1 0 0 0,0-2 0 16,2 2 0-16,-1-1 0 0,0 0 0 0,2-1 0 0,0 1 0 0,0-1 0 15,1 2 0-15,1-2 0 0,-1-2 0 0,1 2 0 16,1 0 0-16,-1 0 0 0,1 0 0 16,0 0 0-16,0 0 0 0,0 0 0 0,1 0 0 0,-1 0 0 15,1 0 0-15,0 0 0 16,0 0 0-16,-1 2 0 0,2-2 0 0,1 0 0 16,-1 0 0-16,0 0 0 0,1-2 0 0,-1 1 0 15,2 0 0-15,1 0 0 0,-1 1 208 0,1 0 16 0,-1-2 0 0,1 2 0 0,1 0 208 16,0 0 32-16,2 0 16 0,-1-2 0 15,0 2-144-15,-1 0-16 0,2 0-16 0,0 0 0 32,-1 0-112-32,2 0 0 0,-2 0-16 0,1-2 0 0,-1 1-48 0,0 1-128 0,1-2 192 0,0 2-64 15,0-3 16-15,0 1 0 0,0 1 0 0,1 0 0 0,-1-2 16 0,1 1 0 16,0 0 0-16,-1 1 0 0,0 1-160 0,1 0 0 16,-2 0 144-16,0-2-144 0,0 2 0 0,-1-1 0 0,1 0 0 15,-2 1 0-15,-1-2 0 0,0-1 0 0,-1 3 0 0,-1-2 128 16,-2 0-128-16,1 1 0 0,-1 1 0 0,-1 0 0 15,0 0 0-15,-2 0 0 0,-1 1 0 32,-1 3 0-32,2-1 0 0,-2-1-192 0,0 0 192 15,0 3-192 1,0-2-1296-16,2 1-272 0,0-2-48 16,0 1-14416-16</inkml:trace>
  <inkml:trace contextRef="#ctx0" brushRef="#br0" timeOffset="201781.17">9272 8909 5119 0,'0'0'224'0,"-1"1"48"0,1 1-272 0,0-2 0 15,1 2 0-15,-2-6 0 0</inkml:trace>
  <inkml:trace contextRef="#ctx0" brushRef="#br0" timeOffset="202673.19">9244 7742 1839 0,'0'-2'160'0,"0"0"-160"0,0 0 0 0,1 0 0 0,-1 2 736 0,1-1 112 16,0-1 32-16,0-3 0 0,0 0-112 0,1 0 0 15,-1 1-16-15,-1 2 0 0,0 0-368 0,1 1-80 16,-2 1-16-16,-1 1 0 0,1 1-288 0,-1 0 128 0,0-1-128 0,1 0 0 16,0 2 176-16,-1-1-176 0,1 1 160 0,0-1-160 15,0 0 256-15,0 0-64 0,1 1 0 0,0 2 0 16,0-3-192-16,0 3 128 0,0 0-128 0,-1 1 0 15,1 2 0-15,0-1 128 0,0 2-128 0,0 2 0 16,-1 2 0-16,1-1 0 16,-1 0-144-16,1 0 144 15,-1 2-688-15,-1 0-32 0,1-1-16 16,0 2 0-16,1-1 592 0,0 1 144 16,0-3 0-16,0-3 0 0,1 1 0 15</inkml:trace>
  <inkml:trace contextRef="#ctx0" brushRef="#br0" timeOffset="202935.1">9224 8074 4159 0,'1'4'0'0,"-1"0"0"0,0-2 0 0,0 0 0 16,1-1 0-16,-1 1 0 0,1 3 0 0,0 2 0 16,1 1 0-16,-1 0 0 0,0 0 784 0,0 1 192 15,1-4 48-15,0 2 32 0,-1-3-32 0,0 2-16 16,1 0 0-16,-2-1 16 0,1 0-608 0,0-1-128 16,-1 2-32-16,1 0 48 0,-1-1-304 0,0 1-192 15,0 0 16-15,-1 1 48 16,1 0-640-16,-1 1-112 0,1 1-16 0,-1-2 16 15,1 2-528-15,1-1-96 0,-1-3-32 0,0 2 48 0,0 0 1232 0,0 0 256 16,0 0 0-16,0-2 144 0,0 1-144 0,1-1 0 16,-1 0 0-16,0 0 0 0,1-2 0 0,-1 1 0 0,0-1 0 0,0 1 0 15,0 1 0-15,0-3 0 16,1 3 0-16,0-3 0 0,0 1 0 0,-1-1 0 16,2 0 0-16,-1 3 0 0</inkml:trace>
  <inkml:trace contextRef="#ctx0" brushRef="#br0" timeOffset="203109.32">9254 8429 5519 0,'1'4'240'0,"0"-1"64"0,0 2-304 0,-1-4 0 0,0 1 0 0,0-1 0 0,0 1 896 0,0 3 112 16,0-1 16-16,1 4 16 0,-1 1 112 0,1-2 0 15,-1 3 16-15,1-1 0 0,-1 0-608 0,1 1-128 16,-1 0-32-16,1-1 0 0,-1 0-400 0,0-1 0 16,0 1 128-16,1-2-128 0,-1 0 0 0,1 0 0 31,-1-2 0-31,0 0 0 0,0-3 0 0,1 0 0 0,-1-2-128 0,0 0-6480 0</inkml:trace>
  <inkml:trace contextRef="#ctx0" brushRef="#br0" timeOffset="203877.97">9593 7746 3679 0,'-1'0'320'0,"1"0"-320"15,1-1 0-15,-1 1 0 0,0 0 576 0,0 0 64 16,0 0 0-16,0-2 0 0,0 0 320 0,0 1 64 16,1-1 0-16,-1 2 16 0,0 0-240 0,1 0-48 15,-1 0-16-15,0 0 0 0,-1 3-208 0,1 1-32 16,0 1-16-16,-1 0 0 0,0 3-32 0,0-2-16 0,1 3 0 16,-1-1 0-16,0 3-208 0,0 1-32 0,0-2-16 0,-1 2 0 15,2-1-176-15,-1 1 0 0,0 0 0 0,1-4 0 16,-1 1 0-16,1 0 0 0,0 1 0 0,0-1 0 15,1 0-176-15,-1-9 48 16,0 0 0-16,0 0 0 16,6 39-704-16,-6-39-128 0,0 0-16 0,2 35-3088 15,-2-35-608-15</inkml:trace>
  <inkml:trace contextRef="#ctx0" brushRef="#br0" timeOffset="204337.91">9591 8155 2751 0,'1'5'128'0,"-1"-3"16"0,0 1-144 0,1-1 0 0,-1 1 0 0,0-1 0 0,0-1 672 0,0 2 96 15,0 3 32-15,0 1 0 0,0 3 288 0,-1 1 64 16,1-1 16-16,0 1 0 0,-1-1-400 0,1 1-64 16,0-1-32-16,-1 0 0 0,1-1-544 0,-1 0-128 15,1 2 0-15,0-2 0 16,0 0-592-16,0 0-160 0,0 1-16 0,0-1-16 0,0-1 784 0,1 1 0 16,1-2 144-16,0 0-16 15,0 0-128-15,-1-2 0 0,0 2 0 0,0-2 0 0,-1-1 0 0,0 2 0 16,-1 0 0-16,1 0 0 0,-1 0-144 0,1 2 144 15,-1-2 0-15,1 2 0 0,0-4 0 16,1 2-128-16,-1 0 128 0,1 1 0 16,-1-2 0-16,1 0 0 0,0 3-128 0,0-2 128 0,0 1 0 15,-1-2 0 1,2 1 0-16,0 0 0 0,0-1-128 0,0-1 128 0,-1 1 0 0,1-2 0 0,-1 1 0 0,-1-1-128 0,0 1 128 0,0-1 0 16,0 0 0-16,0-1-160 0,0 2 160 0,-1 1 0 15,1-1 352-15,-2-1 176 0,1 2 48 0,0-1 16 16,-1 1 80-16,1 0 16 15,1 0 0-15,-1-1 16 16,0 0 64-16,1-1 0 0,0 2 0 0,0-4 16 16,1 3 128-16,-1-4 32 0,1 3 0 0,-1-1 16 0,0 1-192 0,1 1-32 15,-1-3-16-15,0 2 32 0,1 0-144 0,-1-1-32 0,0 1 0 0,0 1 32 16,-1-1-176-16,1 2-48 0,-1-2 0 0,0 1 16 0,1 3-272 0,-1-3-128 16,0 1 128-16,0 0-128 0,1 0 0 0,0 0 0 15,0-1-192-15,1-2 192 0,1 1-432 0</inkml:trace>
  <inkml:trace contextRef="#ctx0" brushRef="#br0" timeOffset="205170.24">9229 8520 7359 0,'-1'0'656'0,"1"-2"-528"0,0 2-128 0,0-1 0 15,0 1 816-15,0 0 128 0,0 0 16 0,-1-1 16 16,0 1 480-16,0 0 80 0,0 0 32 0,0 2 0 15,1 0-368-15,0 3-80 0,0 0-16 0,0 2 0 32,0 0-464-32,1 1-112 0,0 0-16 0,0 2 0 15,1 0-384-15,-1-1-128 0,1 1 0 0,-2-1 0 16,1-2 0-16,0 0 0 0,0 3-160 0,0-3-9728 16</inkml:trace>
  <inkml:trace contextRef="#ctx0" brushRef="#br0" timeOffset="205327.03">9263 8564 6447 0,'0'-3'272'0,"0"1"80"0,0 1-352 16,0 0 0-16,0 1 0 0,0 0 0 0,-1 1 1072 0,1-1 144 16,0 2 16-16,-1 1 16 0,0 0 128 0,-1 3 32 15,1 0 0-15,0 1 0 0,0 2-528 0,-1-1-112 16,1 0 0-16,0 0-16 0,1-1-752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10-23T17:12:17.490"/>
    </inkml:context>
    <inkml:brush xml:id="br0">
      <inkml:brushProperty name="width" value="0.05292" units="cm"/>
      <inkml:brushProperty name="height" value="0.05292" units="cm"/>
      <inkml:brushProperty name="color" value="#002060"/>
    </inkml:brush>
    <inkml:brush xml:id="br1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3803 3523 11055 0,'0'0'976'0,"0"0"-784"0,1 0-192 0,-1 0 0 0,0 0 848 0,0 0 128 16,1 2 32-16,0-2 0 0,0 2 768 0,1-1 144 15,-1 3 48-15,1-2 0 0,0 3-656 0,-1 0-128 16,-1-5-32-16,0 0 0 0,0 0-160 0,0 0-32 15,12 33-16-15,-12-33 0 0,0 0-272 0,0 0-48 16,0 0-16-16,0 0 0 0,19 35-608 0,-19-35 0 16,0 0 0-16,0 0-13904 0</inkml:trace>
  <inkml:trace contextRef="#ctx0" brushRef="#br0" timeOffset="157.72">4177 3530 17503 0,'0'0'1552'0,"0"0"-1232"0,0 0-320 0,0 0 0 15,0 0 944-15,0 0 128 0,11 35 16 0,-11-35 16 16,0 0 64-16,20 43 16 0,-20-43 0 0,0 0-8256 16,0 0-1648-16</inkml:trace>
  <inkml:trace contextRef="#ctx0" brushRef="#br0" timeOffset="348.47">3913 3283 22111 0,'-8'-21'976'0,"4"7"208"0,1 2-944 0,2 5-240 0,1 4 0 0,0-2 0 31,1 1 1696-31,0 0 288 0,2-5 64 0,1 0 16 0,3 2 48 0,0 5 16 0,-7 2 0 0,0 0 0 16,0 0-1040-16,36 26-192 0,-36-26-64 0,0 0 0 31,28 38-640-31,-28-38-192 0,0 0 0 0,0 0-17808 0</inkml:trace>
  <inkml:trace contextRef="#ctx0" brushRef="#br0" timeOffset="1853.22">4874 2994 11055 0,'0'-3'976'0,"-1"-1"-784"0,0 3-192 0,0 1 0 16,0 0 1312-16,-1 0 224 0,0-2 32 0,-2 0 16 15,0-3 32-15,-2 3 16 0,0-3 0 0,-2 3 0 16,3-1-448-16,-2 3-96 0,1 0 0 0,-2 1-16 16,1 1-96-16,0 0-16 0,0 3 0 0,0 0 0 15,-1-1-48-15,2 3-16 0,-1-3 0 0,2 2 0 16,-2 2-192-16,2 1-64 0,-1 0 0 0,1 0 0 15,2 3-224-15,-1 2-48 0,4-14-16 0,-1 36 0 16,1-36-96-16,6 43-32 16,-6-43 0-16,13 57 0 0,-13-57-224 0,15 59 144 15,-15-59-144-15,15 50 128 0,-15-50-128 16,15 57 0-16,-15-57 0 0,13 47 0 0,-13-47 0 16,11 50 0-16,-11-50 0 15,7 40 0-15,-7-40-160 0,1 35 160 0,-1-35 0 0,-4 29-144 0,-1-15 144 0,0-1 0 0,-3-1 0 0,1-1 0 0,-2 1 0 0,0-3 0 16,1-1 0-16,-1-1 0 0,-3 0 0 0,1-1 0 15,1-2 0-15,0 0 0 0,2-4-256 16,0 1 0-16,3-1-16 0,1-1 0 16,1-1-1680-16,1-1-336 0</inkml:trace>
  <inkml:trace contextRef="#ctx0" brushRef="#br0" timeOffset="2343.84">4951 3636 5519 0,'0'-2'240'0,"0"0"64"0,0 0-304 0,0 1 0 0,0 1 0 0,0 0 0 0,-1 0 1760 0,0 0 288 15,0 0 64-15,-2 1 16 0,0 1-144 0,-1 0-16 16,0 2-16-16,-1 1 0 16,1-1-304-16,0 2-64 0,0 1-16 0,0 0 0 0,1 0-384 0,-1 3-80 15,1-1-16-15,1 1 0 0,1-1-352 0,1-9-80 16,0 24-16-16,0-24 0 16,0 0-320-16,2 34-64 0,-2-34 0 0,0 0-16 0,0 0-240 0,14 35 144 15,-14-35-144-15,0 0 128 0,0 0-128 0,0 0 0 16,43 16 0-16,-33-20 128 15,0-1-128-15,0-3 128 0,2-4-128 0,0-2 128 16,-1-1-128-16,-1-3 128 16,-1-2-128-16,-1 0 128 0,-4 1-128 15,-3 3-272-15,-4 1 64 0,-2 1 16 16,-4 2 192-16,-3 1 0 16,-3 3 0-16,-2 4 0 15,-2 1 0 1,-2 6 0-16,-1 1 0 15,2 3 160-15,0 1-432 0,4 1-96 16,2 0-16-16,5-4-14016 0</inkml:trace>
  <inkml:trace contextRef="#ctx0" brushRef="#br0" timeOffset="3643.24">5083 2830 10127 0,'1'-2'896'0,"0"-2"-704"0,0 3-192 0,-1 1 0 0,0-2 1840 0,0 1 336 16,1-1 64-16,-1-2 0 0,1-1 384 0,0 0 80 16,-1 3 16-16,-1-3 0 15,0 2-1056-15,-1 1-192 0,0 2-64 0,0-1 0 0,0 1-496 0,-2 1-96 16,-1-1-32-16,1 2 0 0,-2 1-336 0,0-1-64 15,1 1 0-15,-3-1-16 0,3 3-176 0,-2-2-16 16,1 2-16-16,0-2 0 0,2 1-16 0,-1 0 0 16,1-2 0-16,2 3 0 0,1-3-16 0,-1 1-128 15,1-1 192-15,0 0-64 0,2 0-128 0,0 1 0 16,0-3 144-16,1 1-144 0,1 1 0 0,0-2 0 0,1 2 0 0,1-2 128 16,1 2-128-16,-1 0 0 0,-5-2 128 0,0 0-128 15,0 0 144-15,0 0-144 0,38 23 192 0,-38-23-192 16,0 0 944-16,0 0 80 0,31 39 0 15,-31-39 16-15,0 0-816 0,0 0-224 0,24 45 0 16,-24-45 0-16,0 0 0 0,0 0 0 0,11 41 0 16,-10-34 0-16,-1 2-736 15,0-2-224-15,-1 0-64 16,-1-1 0-16,0 0 1664 16,-2-1 320-16,0 1 64 15,-1-2 0-15,-1 1-816 0,0-1-208 16,-1 0 0-16,-1-1 0 15,-1 0-784-15,0-1-208 0,1-2-32 0,-1 0-16 16,1 0 832 0,0-2 208-16,-1-1 0 0,0-2 0 0,2 3 0 15,-1-5 0-15,4 2 0 0,-1 1 0 16,1-2 0-16,2 2 0 0,-1-3 0 16,3 0 0-16,0 2 0 0,2-2 0 0,1 0 0 15,3 2 0-15,-1-2 0 0,2 1 0 16,-1 0-128-16,2-1 128 15,1 0 0-15,0-2 0 16,3 1 0-16,-1-2 0 16,0 1 0-16,-1-2 0 15,1 2 0-15,0-4 0 16,-1 3 768-16,-1-2 192 0,0 1 32 0,-2-1 16 16,-1 1-1616-16,-2 1-320 15,-1-1-64-15,-2 2-16 0,-1 0 800 16,-1 0 208-16,0 1 0 15,-4-1 0-15,0 0 0 0,-1-1 0 0,-1 3 0 16,1-2 0-16,-2 4-192 16,1 0 64-16,0 0 0 15,-1 1 0-15,2 4-256 0,0 2-64 0,2 0 0 16,1 1 0-16,0 1-224 16,1 4-48-16,1-1-16 0,2 4-15136 0</inkml:trace>
  <inkml:trace contextRef="#ctx0" brushRef="#br0" timeOffset="4639.09">5175 3432 12895 0,'-1'3'1152'0,"-1"0"-928"0,1 1-224 0,0-3 0 15,1 0 1808-15,-1 1 320 0,1 3 64 0,-1 0 16 16,-1 3 304-16,1 1 64 16,1-1 16-16,1-2 0 0,1-1-1072 0,1-3-224 0,2-2-32 0,0-2-16 15,3-3-688-15,0 0-144 16,2-2-32-16,0-2 0 0,0-1-192 0,1 0-32 0,1-3-16 0,0 0 0 15,1-2-144-15,0 0 0 0,0-2 144 0,-1 1-144 0,-1 0 0 16,-1-1 0-16,0 0 0 0,-3 0 0 16,-1 1 0-16,-3-1 0 0,0 0 0 15,-2-2 0-15,-1 1 0 0,-1 3 0 16,0 1 0 0,0 2 0-16,0 2 0 15,-1 1 0-15,0 2 0 16,1 5 0-16,0 0 0 0,1 1 0 0,0 2 0 15,-1 3 0-15,1-2 272 0,-1 6-16 0,0-1 0 16,1-7 0-16,-2 25 64 0,0-10 0 0,1 4 0 16,-1 2 0-16,2-21-128 15,-4 39 0-15,2-16-16 0,-2-2 0 0,1-1-176 16,-1 0 160-16,2-3-160 16,0-2 160-16,2-15-160 15,-2 24 0-15,2-24 144 0,0 0-144 0,0 0 0 0,0 0 0 0,13 39 0 0,-8-38 0 16,1-1 0-16,-1-1 0 0,1-1 0 15,0-3 0-15,1 1 0 0,1-4 0 0,1-3 0 16,2-1 0-16,-1 0-384 16,0-3-32-16,-1 3-16 15,0-2 0-15,0 0-464 0,-1 0-112 16,0-4-16-16,0 1 0 16,-1 0 1024-16,1-2 256 0,-2 2 32 15,-1-1 0-15,1 1-288 16,-4 2-304-16,1 1 64 0,-1 2 16 0,-1 3 224 0,-1 0 0 15,-1 2 0-15,1 2 0 0,-1 0 192 0,-1 2-64 0,-1 1 0 0,2 1-128 0,-1 1-160 0,-1 0-144 0,-1 1-16 0,1 1-16 0,0 1 784 0,0 2 144 0,-1-1 48 0,1 4 0 0,-1-1-192 0,0 4-48 0,-1 1 0 0,2 2 0 0,-1 3-16 0,1 1-16 0,0 0 0 0,2 1 0 0,1-19-176 0,0 31-48 0,0-31 0 0,0 0 0 0,9 40-144 0,-9-40 0 16,0 0 0-16,0 0 0 0,24 35 0 0,-24-35-192 16,0 0 0-16,0 0 16 15,0 0-1040-15,43 8-224 0,-34-11-32 16,-1-2-9248-16,1 1-1840 16</inkml:trace>
  <inkml:trace contextRef="#ctx0" brushRef="#br0" timeOffset="5064.17">5653 3344 10127 0,'-1'-2'896'0,"0"0"-704"16,0 2-192-16,0-2 0 0,0 2 1504 0,0 0 272 15,-1 0 48-15,-1 0 16 0,0 2 624 0,-2 0 128 16,-1 1 32-16,1 4 0 0,0 2-832 0,0 0-176 0,0 4-16 16,0 3-16-16,-1 3-560 0,-1 1-96 0,1 3-32 15,-1 3 0-15,0 0-416 0,1-3-96 16,1-1 0-16,1-1-16 0,4-21-368 0,-3 30 0 0,3-30 0 0,0 0 0 31,0 0-1408-31,0 0-240 0,0 0-48 0,0 0-16 16,0 0-624-16,25-9-128 0,-17-5-32 0,-2-2-8416 15</inkml:trace>
  <inkml:trace contextRef="#ctx0" brushRef="#br0" timeOffset="5254.99">5634 3442 1839 0,'0'0'160'0,"0"0"-160"0,0-2 0 0,1 0 0 0,-1-2 976 16,1-2 176-16,1-4 16 0,1-2 16 0,-1 3 1184 0,1 0 224 15,0 3 48-15,0 4 16 16,0 2 112-16,0 5 32 0,-3-5 0 0,0 0 0 16,0 0-768-16,11 40-160 0,-11-40-16 0,0 0-16 15,8 43-768-15,-8-43-160 0,4 31-16 0,-4-31-16 0,0 0-320 0,9 43-64 16,-9-43-16-16,0 0 0 0,7 32-480 0,-7-32 0 15,0 0 0-15,0 0 0 16,0 0 0-16,0 0-160 0,0 0 0 0,0 0 0 16,-5 20-1120-16,1-23-240 0,-1-2-32 0,-1 1-8368 15,0-1-1680-15</inkml:trace>
  <inkml:trace contextRef="#ctx0" brushRef="#br0" timeOffset="5382.38">5556 3518 2751 0,'-2'-2'256'0,"2"1"-256"0,0 1 0 0,0 0 0 0,1 0 1936 0,1-2 352 0,0 2 64 0,1-3 16 15,1 0 960-15,2 0 192 0,2-2 32 0,1 0 16 16,-1 3-1376-16,1-3-272 0,2 0-48 0,1 3-16 16,0-3-1264-16,-1 2-256 0,1-1-48 0,0-1-16 31,0 0-1024-31,-2 1-208 0,0-1-32 0,-1 0-12128 0</inkml:trace>
  <inkml:trace contextRef="#ctx0" brushRef="#br0" timeOffset="5638.91">5809 3162 6447 0,'-2'-2'576'0,"0"-1"-576"0,1 1 0 0,0 2 0 16,0-2 1536-16,0 2 192 0,0 2 32 0,0-2 16 0,-1-2 1440 0,-1 2 304 16,0 2 48-16,-2-2 16 0,0 0-1216 0,1 0-256 15,0 2-32 1,0 1-16-16,0 1-768 0,0 1-144 0,0 0-48 0,1 4 0 0,-1 4-384 0,1 3-80 15,0 0 0-15,3-16-16 0,-1 38-240 0,1-38-64 0,0 38 0 0,0-38 0 16,3 34-320-16,-3-34 128 16,0 0-128-16,14 38 0 0,-14-38 0 0,0 0-256 0,0 0 32 15,35 24-17648 1</inkml:trace>
  <inkml:trace contextRef="#ctx0" brushRef="#br0" timeOffset="6028.07">5933 3158 9215 0,'-1'-10'400'0,"0"3"96"0,1 2-496 0,0 3 0 0,-1 2 0 0,1 0 0 0,0 0 2160 0,-1 2 336 15,0-2 64-15,-1 2 0 0,0 3-384 0,0 2-96 16,0 3-16-16,-2 2 0 0,2 3-656 16,-1 0-144-16,1 2-32 0,1 2 0 0,1-19-336 0,-1 31-80 15,1-31-16-15,0 0 0 0,4 35-432 0,-4-35-96 16,0 0-16-16,0 0 0 0,0 0-256 0,0 0-176 15,0 0 32-15,0 0 0 16,38 19-528-16,-31-24-96 0,1-3-32 0,0 0 0 16,0-1-288-16,-1-1-48 0,1 1-16 0,-2-1 0 15,1 0-96-15,-2-1-32 0,1 1 0 0,-1-2 0 16,-1-1 560-16,-1 1 96 16,0 2 32-16,-1-2 0 15,-1-1 592-15,-1 0 0 16,0-1 0-16,0 2 0 15,0 2 320-15,-1 3 48 0,1 0 0 0,-1 5 0 0,0 0 752 0,0 2 160 0,0 4 16 0,0 1 16 0,-1 2-64 0,0 1-16 0,-1 5 0 0,1 2 0 0,2-15-352 0,-5 40-80 0,3-16-16 0,2-24 0 16,-1 40-144-16,1-40-48 0,2 33 0 0,-2-33 0 16,0 0-320-16,11 35-64 0,-11-35-16 0,0 0 0 0,0 0-352 15,0 0-80-15,35 17-16 0,-26-21 0 16,1 1-1232 0,0-6-256-16</inkml:trace>
  <inkml:trace contextRef="#ctx0" brushRef="#br0" timeOffset="6264.8">6211 3036 2751 0,'1'0'256'0,"0"0"-256"0,0 0 0 0,0 0 0 0,-1 1 2240 0,0 1 384 16,1 0 96-16,-1-1 16 0,2 3 448 0,0 0 80 16,-2-4 32-16,0 0 0 0,0 0-1280 0,16 36-256 15,-16-36-48-15,0 0-16 0,18 37-208 0,-18-37-32 0,0 0-16 16,21 41 0-16,-21-41-416 0,0 0-96 0,19 48-16 0,-19-48 0 15,0 0-544-15,11 45-112 16,-11-45-32-16,0 0 0 0,-1 35-224 0,-3-24 0 0,-2 0 0 0,-1 1 0 16,-2-2 0-16,-3 3 0 15,-1-3 0-15,-2 1 0 0,0-1 0 0,-2 0 0 16,-1-3 0-16,-1 1-17712 16</inkml:trace>
  <inkml:trace contextRef="#ctx0" brushRef="#br0" timeOffset="7021.74">6599 3122 1839 0,'0'-10'160'0,"0"3"-160"0,0 0 0 0,-1 2 0 16,1 3 1872-16,0 0 352 0,-1 1 64 0,1-1 16 0,-1-2 496 0,-1 1 96 16,1-1 32-16,-1 3 0 0,-1 4-928 0,1 4-176 15,-1 2-32-15,-1 6-16 0,4-15-560 0,-5 40-96 16,2-12-32-16,-1 0 0 0,0 4-512 0,2-4-128 16,-1-2 0-16,1-2-16 15,2-24 96-15,-1 40 32 0,1-40 0 0,0 0 0 0,0 0-272 0,19 38-48 16,-19-38-16-16,0 0 0 0,24-2-224 0,-13-6-128 0,1-4 128 0,1-2-208 15,1-1-48 1,-1-2-16-16,0-1 0 0,1-3 0 16,-1 0-480-16,-1 2-80 15,-2-1-32-15,-1 2 0 16,-1 1 384-16,-2 1 80 0,0-1 16 0,-3 1 0 0,1 4 384 0,-1 0 0 0,-1 3 0 0,-1 2 0 0,1 4 256 0,-2 2 48 0,0 2 0 0,-2 4 0 16,2 0 688-16,-3 4 144 15,0 0 16-15,-1 4 16 0,1 1-208 0,-1 2-32 0,-1 3-16 0,2 0 0 16,-2 2-512-16,1-1-96 0,1-2-32 0,1-1 0 15,2-17-16-15,-3 29 0 0,3-29 0 0,0 0 0 0,6 35-96 16,-6-35-32-16,0 0 0 0,0 0 0 0,0 0-128 0,36 22 0 16,-36-22-160-16,21-5 160 31,-9 0-832-31,-1-1-80 0,2 0-16 0,-1-1-16032 0</inkml:trace>
  <inkml:trace contextRef="#ctx0" brushRef="#br0" timeOffset="7653.64">7122 3183 8287 0,'1'0'736'0,"-1"0"-592"0,1-1-144 0,-1 1 0 16,0 0 1632-16,0-1 288 0,2 1 64 0,-1-3 16 15,1 0 976-15,1 0 192 0,-1 0 32 0,0-2 16 16,0 1-1712-16,-1-1-352 16,0 0-64-16,0-1 0 0,-1 0-672 0,-1 2-128 15,-1-1-32-15,0-1 0 0,-2 0-80 0,0 1-32 16,-1-1 0-16,-1 1 0 0,-1 1 160 0,1 1 16 0,-1 2 16 0,-1 1 0 0,2 1 32 0,-1 2 0 15,1 0 0-15,0 3 0 0,1 2-64 0,-1 0-16 32,0 1 0-32,2 3 0 0,0 2-144 0,-1 1-16 15,2 3-128-15,-2 0 192 0,2 0 0 16,1 1 0-16,2-19 0 16,-2 29 0-16,2-29 32 0,0 0 0 0,0 0 0 15,8 38 0-15,-8-38-224 0,0 0 144 0,0 0-144 0,0 0 128 0,0 0-128 0,34 6 0 0,-27-10 0 16,-1-1 0-16,2-1 0 0,0-2 0 0,0 1 0 0,0-3 0 15,0-1 0-15,1-1 0 0,-1 0 0 0,0-2 0 16,1 1 0-16,-2-3 0 0,0 2 0 0,0-3-176 16,-1 0 48-16,0 1 0 0,-1-3 0 0,-1 0 0 15,-1 0-64-15,-1-4 0 0,-1-1 0 0,-1-2 0 16,0 0 192-16,-1 0-192 0,1 4 192 0,0 3-192 16,-1 0 192-16,1 7 0 0,0 0 0 0,0 5 0 15,0 5 128-15,0 0 0 0,-1 4 0 0,1 1 0 16,-1 4 144-16,1-7 48 0,0 0 0 0,-3 33 0 15,3-33 48-15,-1 28 16 0,1-28 0 0,-1 45 0 0,1-45-176 16,0 45-16-16,0-45-16 0,-3 50 0 0,2-22-32 16,-1 1 0-16,2 2 0 0,0-3 0 0,0 0-144 0,0-28 0 15,6 46 144-15,-6-46-144 0,0 0 0 0,15 38 0 16,-15-38-160-16,0 0 160 16,0 0-1216-16,0 0-128 0,38 4-16 0,-28-11-15216 15</inkml:trace>
  <inkml:trace contextRef="#ctx0" brushRef="#br0" timeOffset="8062.93">7421 3055 12895 0,'-1'1'576'0,"0"1"112"0,0-2-560 0,1 1-128 0,0 0 0 0,-1-1 0 16,1 0 2368-16,0 2 448 0,-2 1 96 0,0 0 16 15,-1 1-496-15,0 1-80 0,0 2-32 0,0 0 0 16,1 2-832-16,-1 1-160 0,0 2-48 0,0 2 0 15,3-14-592-15,-4 29-128 0,4-29-32 0,-2 35 0 16,2-35-224-16,2 28-48 0,-2-28-16 0,0 0 0 16,0 0-240-16,15 36 0 0,-15-36 0 0,0 0 0 15,0 0 0-15,0 0 0 0,36 0 0 0,-27-5 0 16,2-2-160-16,0-3-32 0,2-1 0 16,0-3 0-1,-1 1-176-15,1-1-32 0,-1 0-16 16,0 0 0-16,0 2-96 15,-1-2-32 1,-1 1 0-16,-1 0 0 0,-1 1 208 16,-2 0 32-16,0 0 16 15,-2-2 0-15,-1 2 64 0,-1 0 16 0,-1 0 0 0,0 3 0 0,-1 0 208 0,-1 2 0 0,0 2 0 0,0 2 0 0,0 1 0 0,0 0 0 0,-1 4 192 0,1 0-192 0,0 3 320 0,0 2-32 0,1-7-16 0,-4 19 0 0,2-9 128 0,-1 4 32 16,3-14 0-16,-4 38 0 0,4-38 32 0,-4 45 16 0,2-19 0 0,2-26 0 16,1 47-80-16,-1-47-16 0,8 36 0 0,-8-36 0 15,0 0-256-15,0 0-128 16,31 33 0-16,-31-33 128 15,0 0-576-15,31 3-112 0,-20-8-16 0,0 0-16320 0</inkml:trace>
  <inkml:trace contextRef="#ctx0" brushRef="#br0" timeOffset="8440.9">7825 3047 11855 0,'-3'0'512'0,"1"0"128"0,0 0-512 0,1 0-128 0,0 0 0 0,1 0 0 0,-1 1 2256 0,1-1 432 16,-1 0 64-16,0 2 32 0,1-2-480 0,0 1-112 16,2 1-16-16,2-2 0 0,0 0-1088 0,1-2-208 0,2 1-48 0,0 1-16 15,2-2-448-15,-1 1-96 16,-8 1-16-16,21-3 0 0,-11 1-256 0,-10 2 0 16,22-1 0-16,-22 1 0 0,0 0 0 0,26-2 0 15,-26 2-240-15,0 0-9664 0,0 0-1936 0</inkml:trace>
  <inkml:trace contextRef="#ctx0" brushRef="#br0" timeOffset="8629.62">7812 3178 7359 0,'-1'3'656'0,"0"-1"-528"0,0-1-128 0,1-1 0 16,0 0 2320-16,1 2 432 0,-1-2 96 0,2 1 16 0,-1 0 192 0,3-1 32 15,2 0 16-15,1-2 0 0,1-1-1072 0,2 1-224 16,1-3-32-16,0 1-16 0,2-1-656 31,0 2-128-31,1-1-16 0,-2 1-16 0,-12 3-496 0,24-2-112 0,-24 2-16 16,0 0 0-16,0 0-320 0,33 2 0 0,-33-2 0 0,0 0-17696 0</inkml:trace>
  <inkml:trace contextRef="#ctx0" brushRef="#br0" timeOffset="10437.62">8664 2690 9215 0,'-2'-1'816'16,"0"0"-656"-16,1 1-160 0,0-2 0 15,0 2 496-15,0 0 64 0,-1-3 16 0,-3 1 0 0,0-3 944 16,-1 3 192-16,-2-5 32 0,0 3 16 0,0 1-496 0,1-2-112 15,1 4 0-15,-1-1-16 16,2 2-80-16,0-1-16 0,0 2 0 0,-1 1 0 0,2 1-16 16,0 2-16-16,-1-1 0 0,-1 6 0 0,2 0-256 0,-3 1-48 15,2 6-16-15,-3-1 0 0,0 6-160 0,-1 4-16 16,-1 2-16-16,2 1 0 0,0 2-144 16,1 0-32-16,3 2 0 0,0-3 0 15,1 1 0-15,1-1-16 16,2-1 0-16,1 1 0 15,-1-30-304-15,8 58 0 0,-8-58 128 0,11 58-128 0,-11-58 0 0,14 52 0 0,-14-52 0 0,14 37 0 0,-14-37 144 0,0 0-144 0,15 48 0 0,-15-48 144 16,0 0-144-16,6 43 0 0,-6-43 144 0,-5 26-144 16,0-16 0-16,-3 1 128 0,1 0-128 15,-3 1 0-15,-2-2 128 0,-2 2-128 0,-1-2 160 0,-1 1-160 16,-1-4 0-16,2-1 0 0,-2-1 0 16,1-4 0-1,2-1-560-15,1-4-96 16,3-1-32-16,2-2-14800 15</inkml:trace>
  <inkml:trace contextRef="#ctx0" brushRef="#br0" timeOffset="10894.56">8732 3513 11055 0,'0'-3'480'0,"0"1"112"0,0 2-464 0,-1-1-128 0,0 0 0 16,1 1 0-16,-1 0 1408 0,0 0 272 0,-1-2 48 0,0 2 16 15,-1 0 240-15,0 0 32 0,-1 2 16 0,0 0 0 16,0 3-816-16,-1 0-144 0,0 2-48 0,2 0 0 16,-2 3-80-16,0 1-32 0,1-1 0 0,0 2 0 15,4-12-144-15,-4 25-48 0,4-25 0 0,-1 24 0 16,1-24-160-16,0 0-48 0,0 0 0 0,0 0 0 16,22 36-256-16,-22-36-48 0,0 0-16 0,29-2 0 15,-16-6-192-15,0-1 128 0,1-2-128 0,-1-2 0 16,0-4 128-1,-2 3-128-15,0-1 0 0,-4 2 0 0,-1 0 0 0,-3 1 0 16,-1 1 0-16,-2 0 0 16,-2 1 0-16,-2 3 0 0,-5-3 0 0,-3 3 0 0,0 2 0 0,-3 2 128 0,-1 2-128 0,-1-1 0 0,1 4 0 0,0-2 0 15,3 2 0-15,-1 0 0 0,2-2 0 0,2 1-192 16,4 1 192-16,1-2-16448 16</inkml:trace>
  <inkml:trace contextRef="#ctx0" brushRef="#br0" timeOffset="11271.04">8894 2460 20271 0,'-2'-6'896'0,"1"3"192"0,1 0-880 0,-1 1-208 15,1 0 0-15,-1 2 0 0,1-3 1760 0,0 1 304 0,0-1 64 0,0 0 16 16,0 0 384-16,0 0 80 0,0 0 16 0,-1 3 0 0,0 3-1536 0,0 4-320 16,-1 3-48-16,-2 4-16 0,0 3-368 0,0 5-80 15,-2 3 0-15,1-1-16 0,0-3-240 0,0 3 0 16,1 2 128-16,1 0-128 0,3-26-144 0,1 45-80 16</inkml:trace>
  <inkml:trace contextRef="#ctx0" brushRef="#br0" timeOffset="15219.04">9129 2951 5519 0,'-1'-3'496'0,"0"1"-496"0,0 1 0 0,0 0 0 0,1 1 256 0,0 0-64 0,1 0 0 0,-2-2 0 16,1 2 1072-16,-1-3 208 0,0 1 32 16,0 2 16-16,-1 0-224 0,0 0-32 15,0 0-16-15,0 2 0 0,-1-1-128 0,0 1-32 0,-1 0 0 0,1 0 0 16,0 3 80-16,-2 0 16 0,1-1 0 0,-1 2 0 16,0 0-96-16,0 2-32 15,-1-1 0-15,1 4 0 0,-1 0-304 0,1 1-64 0,1-1-16 0,0 1 0 16,-1 2-304-16,1 2-64 15,0 1-16-15,1 0 0 0,3-17-160 16,0 28-128-16,0-28 144 0,0 0-144 16,0 0 176-16,0 0-176 0,31 36 192 0,-20-38-192 0,0 1 192 15,1-4-64-15,2-4 0 0,0 0-128 0,-1-1 192 0,2-3-192 0,1-2 192 0,-1-2-192 0,0 1 0 0,-1-1 0 16,-2 0-160-16,-1 0 160 16,-2 2-512-16,-2 0 32 15,-2 1 0-15,-3 0 0 0,-2 4 320 16,-4-1 160-1,-2 1-160-15,-1 3 160 0,-3 1 0 0,-2 2 0 0,-1 2 0 0,-1-1 0 0,-1 4 0 0,0 1 0 0,2 2 144 0,0-1-144 0,4 4 368 0,0-3-32 16,1 4 0-16,3-1 0 0,1 2-336 16,2-2 144-16,2 0-144 0,2-1-9488 15,-2-6-1968-15</inkml:trace>
  <inkml:trace contextRef="#ctx0" brushRef="#br0" timeOffset="15471.35">9345 3058 12895 0,'1'0'1152'0,"-1"0"-928"0,1 0-224 0,0 1 0 15,-1-1 880-15,0 1 128 0,1-1 16 0,-1 3 16 16,3 1 656-16,-1 1 128 0,-2-5 32 0,0 0 0 15,0 0-1344-15,0 0-256 0,0 0-48 0,17 39-16 32,-17-39-1040-32,0 0-224 0,0 0-32 0,0 0-8448 0</inkml:trace>
  <inkml:trace contextRef="#ctx0" brushRef="#br0" timeOffset="15990.34">9499 2856 11055 0,'-2'0'976'0,"1"-1"-784"16,1 1-192-16,0 0 0 0,1 0 1168 0,-1 0 192 0,1 0 48 15,0 0 0-15,2 1 960 0,2-1 192 0,0 2 32 16,-5-2 16-16,0 0-1136 0,0 0-240 0,0 0-32 15,39 9-16-15,-39-9-416 0,0 0-64 0,0 0-32 0,31 6 0 16,-31-6-96-16,0 0-32 16,0 0 0-16,0 0 0 0,0 0-224 0,0 0-64 0,0 0 0 0,0 0 0 15,32 29-256-15,-32-25 160 0,-2 1-160 0,-2 0 128 16,0-2-128-16,-1 0 0 0,-2 2 0 0,1-1 0 16,-1-1 0-16,0 2 0 0,-1-2-144 0,-1 1 144 15,0 1 0-15,-2 0 0 0,0-1 0 16,0 1 0-16,2-2 0 0,2 1-192 15,1-1 192-15,2 0-160 0,2 1 160 16,1-3 0 0,1 0 0-16,1 1 0 0,1-1 0 0,2 1 0 0,1-2 0 0,0 2 0 0,-5-2 0 0,0 0 144 0,0 0-144 0,37 4 160 15,-37-4 128-15,0 0 32 0,35 4 0 0,-35-4 0 0,0 0 16 0,0 0 16 16,39 11 0-16,-39-11 0 0,0 0-32 0,0 0-16 16,36 22 0-16,-36-22 0 0,0 0-112 0,0 0 0 31,0 0-16-31,0 0 0 0,26 40-176 0,-26-35 192 0,-2 2-192 0,-3 0 192 0,0-1-48 0,-4 0 0 15,-1 1 0-15,-2 0 0 0,1-2-144 0,-4-1 128 0,-2 1-128 0,-3 0 128 16,1-3-128-16,-2-1-176 16,0 1 48-16,2-4-11776 15,5 1-2336-15</inkml:trace>
  <inkml:trace contextRef="#ctx0" brushRef="#br0" timeOffset="16890.14">9888 2906 2751 0,'1'0'256'0,"-1"-2"-256"0,0-1 0 0,0 3 0 0,0-2 800 0,0 0 112 15,1-1 32-15,0-1 0 0,1-2 848 0,1-2 192 16,-2 0 16-16,1 3 16 0,0 1 176 0,-1 1 48 15,0 1 0-15,0 2 0 0,-1 0-288 0,0 1-48 16,-1 0-16-16,0 4 0 0,0 1-480 0,-1 2-80 16,0 1-32-16,0 1 0 0,0 2-560 0,-1 0-112 0,3-12-32 15,-7 30 0-15,5-15-320 0,-2 2-64 0,0-1-16 0,4-16 0 16,-5 31-32-16,2-17-16 16,3-14 0-16,-4 29 0 0,4-29-144 0,0 0 128 15,2 33-128-15,-2-33 128 0,0 0-128 0,0 0 0 0,0 0 0 16,0 0 0-16,0 0 0 0,33 16 0 0,-25-21 0 0,0 1 0 15,1-5 0-15,0 1 0 0,-1 0 0 0,1-3 0 16,0 2-304-16,0-1 16 0,0-3 0 0,1 0 0 16,-1 0-336-1,-1 0-64-15,1-1-16 0,-2 0 0 16,0-1 128-16,0 1 0 16,-2 2 16-16,0 0 0 0,-2-1 192 15,-1 5 48-15,0 0 0 0,-1 2 0 0,-1 1 320 0,0 3 0 0,0 0 0 0,0 0 0 0,-1 4 0 0,-1-2 0 0,0 2 192 0,0 0-64 0,-1 3 256 0,0 0 32 16,0-1 16-16,-1 1 0 0,1 0 288 0,0 2 64 15,0-1 16-15,-1 0 0 0,1 1-160 0,1 3-48 16,-1-3 0-16,1 4 0 0,-1-1-160 0,3-10-48 16,-3 21 0-16,3-21 0 0,0 0-128 0,0 0-16 15,5 41-16-15,-5-41 0 0,0 0-224 16,0 0 0-16,0 0 0 0,15 40 0 0,-15-40-176 16,0 0-80-16,0 0 0 0,0 0-16736 0</inkml:trace>
  <inkml:trace contextRef="#ctx0" brushRef="#br0" timeOffset="17524.13">10254 2949 4607 0,'0'-1'400'0,"0"1"-400"16,1 0 0-16,-1 0 0 0,0 0 2320 15,0 0 384-15,0 0 80 0,0 0 16 0,0 0 400 0,1 0 64 16,0 1 32-16,0 1 0 0,1-1-1168 0,-1 3-224 15,0-3-48-15,0 2-16 16,0-2-976-16,0 1-192 0,0 0-32 0,0 1-16 0,1-3-368 0,-1 2-80 16,0-2-16-16,0 0 0 0,0 0-160 0,1 2 0 0,-1-2 0 0,0 0 128 15,0-2-128-15,0 2 0 16,0 0 0-16,-1 0 0 0,1 0-384 0,-1 0 32 0,0 0 16 0,0 0 0 16,0 0-560-1,-1 2-96-15,1-2-32 0,-1 1 0 0,0 1 480 0,0-2 96 16,-1 2 0-16,0-2 16 0,1 0 240 0,0 0 64 15,0 0 0-15,0-2 0 0,1 0 128 0,0 1 0 0,0-1 0 0,0-3 0 0,1 1 176 0,0 1 16 16,0-1 0-16,0 1 0 0,0-2 176 0,0 3 32 31,0 0 16-31,-1 0 0 0,0 2-32 0,0 0 0 16,0 2 0-16,-1-2 0 0,1 2-144 0,-1-1-48 16,1 2 0-16,-1 0 0 0,0 0 80 0,0 0 16 0,0 0 0 0,-1 0 0 0,1 0-96 0,0 1-32 31,-2-2 0-31,1 1 0 0,0-1-160 0,-1 1 0 0,1-3 0 0,1 2 128 0,-1-2-128 0,0 0 0 15,1 0 0-15,-1-2 128 16,1 2-128-16,-1-2 0 0,2 1 0 0,-1-1 0 0,1 0 0 0,-1-1 0 0,1 3 0 0,0-4 0 16,0 3 0-16,0-1 0 15,1-1 0-15,0 1 0 0,0 2 0 0,0-1 0 0,0 0 0 0,1 1 0 16,0 0-288-16,0-2 16 16,-1 2 0-16,1 0-15056 0</inkml:trace>
  <inkml:trace contextRef="#ctx0" brushRef="#br0" timeOffset="18171.82">10527 2880 13823 0,'-2'-2'608'0,"1"-1"128"0,1 1-592 0,-1 2-144 0,1-2 0 15,-1 2 0-15,1 0 1856 0,0 0 320 0,-1-1 80 0,0 1 16 16,0 1 64-16,-1 3 16 0,0 1 0 0,0 0 0 16,0 3-1200-16,0 0-256 0,-1 4-32 0,-1 0-16 15,1 2-256-15,0-1-48 0,0 1-16 0,0 0 0 16,0 1-160-16,3-15-48 0,-3 25 0 0,3-25 0 0,0 0-192 15,0 0-128-15,3 35 128 0,-3-35-128 0,0 0 0 0,0 0 0 16,0 0 0-16,0 0 0 0,32 3 0 0,-23-11-208 16,1 0 80-16,2-2 128 15,0 0-512-15,1-2 0 0,0 0 16 0,0 0 0 16,-1-1-512-16,0 1-96 0,0 0-32 16,-2 0 0-16,0-3 256 15,-2 1 48-15,1 2 16 0,-3 0 0 0,1 1 560 0,-2 1 128 0,0-1 128 0,-2 3-208 0,0 1 208 0,-1 0 0 0,-1 2 0 0,0 1 160 16,-1 1-160-16,0 3 192 0,-2 0-192 0,0 2 192 15,0 1 272-15,-1 2 64 0,0-3 16 0,-1 5 0 16,1-2 224-16,-2 2 32 16,1 0 16-16,0 3 0 0,-1 0 32 0,1 1 16 15,0-1 0 1,0 2 0-16,0 6-192 0,-1-3-32 16,2 0-16-16,3-15 0 0,-3 27-176 0,3-27-16 15,0 0-16-15,0 0 0 0,12 38-240 0,-12-38-48 0,0 0-128 0,0 0 192 0,0 0-192 0,37 15 0 0,-27-18-144 0,1-2-17488 16</inkml:trace>
  <inkml:trace contextRef="#ctx0" brushRef="#br0" timeOffset="18849.53">10934 2972 10127 0,'0'0'448'0,"0"0"96"0,1 0-544 0,0 0 0 0,0-2 0 0,0 2 0 16,1 0 1632-16,0-2 224 0,1-1 32 0,2-2 16 16,2-1-240-16,0 0-32 0,-1-2-16 15,0 0 0-15,-1 1-1168 0,-2 0-256 16,1-2-32-16,-2 2-16 0,-2-1 480 0,-1 1 80 0,-2 0 32 15,-1 0 0-15,0 1 64 0,-3 0 16 0,0 3 0 0,-2-1 0 16,-1 2-240-16,1 0-32 0,0 1-16 0,0 1 0 16,0 1-192-16,1 3-32 0,-1-2-16 0,2 5 0 15,1-2 208-15,-1 2 32 0,0 2 16 0,-1 1 0 16,2 0 80-16,-1 2 16 16,3-1 0-16,-3 1 0 0,2 0-240 15,2 2-32-15,-1 3-16 0,1-1 0 0,3-16 816 0,-3 27 176 0,3-27 16 0,0 0 16 16,6 35-1760-16,-6-35-368 15,0 0-64-15,0 0-16 0,0 0 704 0,33 20 128 0,-21-24 0 16,1-2 0-16,1-4 0 0,2-3 0 16,3-2 0-16,-1-2 0 0,3-3 0 0,-1-3-288 0,1 0 64 0,-2 1 16 15,-3-1-512-15,-1-1-112 0,-3 0 0 0,-3 3-16 16,-1 0 80-16,-1-1 32 0,-3 3 0 0,0-2 0 16,-2 2-96-16,-1-2-32 0,0 1 0 0,-2-1 0 0,0 4 528 0,0 0 96 0,-1 4 32 0,0 1 0 15,1 2 336-15,0 4 80 0,0 0 16 16,0 3 0-16,0 2 528 0,0 1 96 15,0 2 32-15,0 0 0 0,0 2-96 16,-1 2-16-16,-1 6 0 0,0 0 0 0,1-3-96 0,2-9-32 0,-7 29 0 16,4-10 0-16,3-19-176 0,-8 47-32 15,4-21-16-15,0 0 0 0,-1 3-176 0,1-1-48 0,2-2 0 0,2-26 0 16,-3 45-192-16,3-45 176 0,1 38-176 0,-1-38 160 16,0 0-160-16,7 40 0 0,-7-40 0 15,0 0 0-15,0 0-160 0,0 0-16 0,0 0 0 0,23 36 0 16,-18-36-528-1,0-1-128-15,0 0 0 0,2-3-16 0,-1 1-1104 16,1 0-224-16,0 1-32 0,0-3-11984 16</inkml:trace>
  <inkml:trace contextRef="#ctx0" brushRef="#br0" timeOffset="19277.09">11276 2842 9215 0,'0'-4'400'15,"0"1"96"-15,0 1-496 0,0 1 0 0,1 1 0 0,-1 0 0 16,1-2 2000-16,0 2 304 0,1-1 64 0,0 1 16 0,0 0-192 0,0 1-32 16,-1 4-16-16,-1 0 0 0,0-5-416 0,0 0-64 15,-5 28-32-15,5-28 0 0,-6 26-560 0,6-26-112 0,-6 29-32 16,2-13 0-16,4-16-464 0,-4 29-80 16,4-29-32-16,-4 27 0 0,4-27-144 0,0 0-16 0,0 0-16 0,5 37 0 31,-5-37-176-31,0 0 0 0,0 0 0 0,0 0 128 15,0 0-128-15,37 7 0 0,-26-12 0 0,0 0 128 0,2-3-128 0,0-1 160 0,0-2-160 16,1-1 160 0,0 0-160-16,0-2 0 0,0-3 0 0,-1 3 0 0,0-2 0 0,-2-1 0 15,1 0-176-15,-3 1 176 16,-1-1 0-16,-1 1-128 0,-2 3 128 0,-1 4 0 0,-1 1 0 0,-1 2-128 0,-1 0 128 0,0 1 0 16,0 2 0-16,0 2 0 0,-1 0 0 15,-1 2 0 1,0 2 0-16,0 0 0 0,0 1 0 0,-1 1 128 15,0 0 144-15,2-5 48 0,0 0 0 16,-6 26 0-16,6-26 128 0,-4 22 48 0,4-22 0 0,-6 28 0 0,6-28-176 0,-4 26-16 16,4-26-16-16,-2 30 0 0,2-30-64 0,-1 27-16 15,1-27 0-15,0 0 0 0,4 40-208 0,-4-40 176 16,0 0-176-16,0 0 160 0,0 0-160 0,22 40 0 16,-22-40 0-16,0 0 0 0,0 0 0 0,0 0 0 15,31-2 0-15,-22-3-18656 0</inkml:trace>
  <inkml:trace contextRef="#ctx0" brushRef="#br0" timeOffset="51359.74">11838 2919 13823 0,'0'0'1216'0,"-1"0"-960"0,1 0-256 0,0 0 0 0,0 0 1376 0,-1 0 224 16,2 0 64-16,-1 0 0 0,0 1 496 0,1-1 96 15,2 0 32-15,2 0 0 0,0-1-800 0,3 0-144 16,1-4-48-16,2 1 0 0,2 1-208 0,2-1-64 15,0 1 0-15,2 0 0 0,-2 0-384 0,3 0-96 16,-18 3-16-16,37-3 0 0,-37 3-272 16,37 0-64-16,-37 0-16 0,33 5 0 0,-33-5-176 0,0 0 0 15,39 5 0-15,-39-5 0 16,0 0-752-16,0 0-128 0</inkml:trace>
  <inkml:trace contextRef="#ctx0" brushRef="#br0" timeOffset="51581.72">11978 2679 13823 0,'0'-3'1216'0,"0"1"-960"0,0 2-256 0,1 0 0 16,-1 0 1376-16,1 0 224 0,-1 0 64 0,1-2 0 0,0 4 1056 0,0 0 224 16,-1 3 32-16,0 4 16 0,0-9-1488 0,-1 31-288 15,-2-9-64-15,0 4-16 0,-1 7-560 0,-1-2-128 16,1 3 0-16,-1-2-16 0,1-3-432 0,3-1 0 15,-1-4 0-15,2-24-10688 16,2 38-2176-16</inkml:trace>
  <inkml:trace contextRef="#ctx0" brushRef="#br0" timeOffset="52150.42">12663 2522 17503 0,'5'-7'768'0,"-3"2"176"0,1 1-752 0,-1 1-192 16,-1 0 0-16,-1 1 0 0,1 0 1632 0,-1 0 288 15,1-4 64-15,0 0 16 16,-1-2-368-16,-2 4-80 0,-2-1-16 0,-1 2 0 0,0 1-752 0,-3 2-144 31,1 0-48-31,-1 2 0 0,-1 2 0 0,-1 0 0 0,0 1 0 0,0 2 0 0,0 0-48 0,-1 2-16 16,2 1 0-16,-1-1 0 0,2 1-128 0,0 1-16 0,3-1-16 0,-1 2 0 31,1 0-144-31,2 3-32 0,1-2 0 0,1 2 0 0,0 1-192 0,1-16 176 0,4 43-176 16,-4-43 160-1,9 54-160-15,-9-54 0 0,15 64 0 0,-15-64 128 0,17 66-128 0,-17-66 160 16,19 62-160-16,-19-62 160 0,17 55 32 0,-17-55 0 15,11 49 0-15,-11-49 0 0,8 55-64 0,-8-26-128 16,-2-1 192-16,-2 0-64 0,-4 1-128 0,-2-3 160 0,-1-2-160 0,-1-3 160 31,-2 0-160-31,1-6 0 0,1-1 0 0,-2-2 128 0,-3 0-128 16,1-3 0-16,-1-2 0 0,0-2 0 0,0-2-160 16,4-1-64-16,1-4-16 0,5-1-17568 15</inkml:trace>
  <inkml:trace contextRef="#ctx0" brushRef="#br0" timeOffset="53866.93">12878 3352 5519 0,'1'-3'496'0,"-1"1"-496"16,1 0 0-16,0 1 0 0,-1 1 1200 0,1 0 144 15,0-3 16-15,1-2 16 16,0-1 992-16,2 0 208 0,-1 0 48 0,1 0 0 0,-2 1-368 0,1 2-64 16,-1-1-16-16,-1 2 0 0,1 1-672 0,-2 1-144 31,0 0-16-31,0 3-16 0,-1 1-432 0,-1 4-96 15,0 1-16-15,-2 1 0 0,1 4-224 0,-2 0-48 0,0 3-16 0,1-1 0 0,-2 3-240 0,0 0-64 16,-1 3 0-16,2-2 0 0,0 2-192 16,2-5 128-16,0-1-128 15,3-16 0-15,0 0-640 0,0 0-208 0</inkml:trace>
  <inkml:trace contextRef="#ctx0" brushRef="#br0" timeOffset="54687.97">12874 2266 13823 0,'-1'0'1216'0,"0"-2"-960"0,1 2-256 0,0 0 0 16,0 0 1088-16,0 0 192 0,0 0 16 0,-1 0 16 0,1 0 1024 16,0 2 208-16,1 0 32 0,0 0 16 0,2 1-1264 0,1-1-256 15,1-1-48-15,1 1-16 0,1 0-368 0,3-2-80 16,0 0-16-16,-1 0 0 0,0 0-48 0,1 0-16 16,0 0 0-16,-2 0 0 15,-2 2-224-15,-1 1-32 0,-2-1-16 0,1 3 0 16,-2-1-208-16,-2 1 0 0,-1 2 0 0,-1-1 0 15,-1 1 0-15,-2 2 0 0,-2-2 0 0,-1 0 0 0,-2 3 0 0,-2-1 0 16,0-2 0-16,-1 1 0 0,0-1 0 16,-1 2 0-16,0-2 0 0,1-2 0 15,2 0 0-15,0 0 0 16,2 0 0-16,2-2 0 0,1 0 0 0,2 0-128 16,0 0 128-16,2 0 0 0,0-2 0 0,2 1 0 0,2 0 0 0,1-2 0 15,1 0 0-15,1 0 0 0,1 0 0 0,1 0 0 0,0 0 0 0,1 0 0 0,-1 0 0 0,1 3 0 16,-8-3 0-16,0 0-128 0,0 0 128 0,0 0 0 15,39 33 0-15,-39-33 0 0,0 0 0 0,0 0 0 16,0 0 0-16,14 45-128 0,-14-38 128 0,-3 2 0 16,-2-1 0-16,0-1 0 0,-2 1 0 0,0-2 0 15,-3 0 0-15,1 0 0 0,1-3 0 0,-2 1 0 16,1 0 0-16,1-1 0 0,-1-2 0 0,1 1 0 16,1 0 0-16,-1-1 0 0,3-1 0 0,0 0 0 0,1 0 0 15,1-1 0-15,2-1 0 0,0 0 0 16,2-1-640-16,1 0-64 0,0 2 0 0,2 0-14352 15</inkml:trace>
  <inkml:trace contextRef="#ctx0" brushRef="#br0" timeOffset="54844.94">12962 2543 11967 0,'0'3'1072'0,"1"-1"-864"16,0 0-208-16,-1-2 0 0,1 1 944 0,1 0 144 15,0 2 16-15,2 2 16 0,0-1 608 0,2 2 128 16,-1-2 32-16,1 1 0 0,0 0-1344 0,-1-2-272 0,0 0-48 0,-1-3-16 16,1 1-208-16,-1-1 0 0</inkml:trace>
  <inkml:trace contextRef="#ctx0" brushRef="#br0" timeOffset="55286.46">13197 2288 11055 0,'1'-5'976'0,"0"2"-784"0,0 1-192 0,0-1 0 0,-1 1 1376 0,0 0 224 31,1 1 64-31,0-1 0 0,1-2 448 0,-2-1 112 0,2 0 16 0,-1 0 0 16,-1 0-1088-16,0 1-192 0,0 0-64 0,-2 3 0 0,1-1 0 0,-2 2 0 15,0 2 0-15,0-1 0 0,-1 3-240 0,0-2-48 16,0 1-16-16,-1 2 0 0,1 1-176 0,-1 2-32 16,1-2-16-16,0 2 0 15,-2 4-112-15,0 2 0 0,-2 2-16 0,0 3 0 0,0 2-240 0,-1 1 144 16,1 2-144-16,1 0 128 0,-1-1-128 0,2-2 0 0,1-1 0 0,0-2 0 16,3-1 192-16,1-5-64 0,2-1 0 15,0-2 0-15,2-3-128 0,1-1 0 0,1-3 0 0,1-2 0 16,2 0 0-16,3-2 0 0,1-3 0 0,0-2 0 15,2-3 0-15,0-1 0 16,-1-1 0-16,0 2 0 0,-3-2-144 0,-3 1 144 0,-2-1 0 0,-4 1 0 16,-3 2 0-16,-3 1 0 0,-2 2 0 0,-2 2 0 15,-3 1 0-15,-2 3 0 0,-5 1 0 0,-1 3 0 32,-3 3-544-32,1 0-48 0,2 1-16 15,3 3-14960-15</inkml:trace>
  <inkml:trace contextRef="#ctx0" brushRef="#br0" timeOffset="58549.29">13335 2792 11055 0,'2'-1'976'0,"-1"0"-784"16,-1-1-192-16,0 2 0 0,0 0 944 0,0 0 144 16,1-2 16-16,-1 1 16 0,1-2 880 0,0 1 176 15,0 1 48-15,-1 1 0 0,-1 0-1200 16,0 1-224-16,0 1-48 0,-1 1-16 0,-1 2-240 15,1-1-48-15,-3 4-16 0,-1 1 0 0,1 3-32 0,-2 2 0 16,0 1 0-16,-1 1 0 0,-2 1 32 0,1 0 0 16,-1 3 0-16,0-3 0 0,1 0 96 0,3-3 32 15,-1-2 0-15,3 0 0 0,0-2 32 16,2 1 16-16,1-2 0 0,2-1 0 16,2-3-304-16,1-1-64 0,2-1-16 15,1-3 0-15,2-3-224 0,1-2 176 0,1-1-176 0,2-3 160 16,0 0 208-16,0-4 32 0,2 0 16 0,-3 2 0 0,0-1-416 0,-2 0 0 0,2-2 0 0,-1 0 0 15,-1-1 0-15,-3 3 0 0,-1-2 0 0,-3 2 0 16,-2 1-256-16,-2 1 80 0,0 1 16 0,-3 1 0 16,-1-1 160-16,-2 3-208 0,-2-2 80 0,-1 3 128 15,0 0-128-15,0 0 128 0,0 3 0 0,1 0 0 16,2 0 0-16,0-1 0 0,2 1 0 0,0 1 0 0,2 1 0 16,2-1-144-16,1 1 144 0,1 0 0 15,2 1-1408 1,2 0-192-16</inkml:trace>
  <inkml:trace contextRef="#ctx0" brushRef="#br0" timeOffset="58734.74">13434 2927 13823 0,'-1'1'608'0,"1"1"128"0,1 0-592 0,-1-2-144 15,1 2 0-15,-1-2 0 0,1 1 1744 0,0 1 320 16,2 1 64-16,1 2 16 0,-1-1-304 0,-3-4-64 15,0 0-16-15,0 0 0 0,0 0 160 0,0 0 48 16,0 0 0-16,26 37 0 16,-22-32-2352-16,0-2-480 0,-1-2-96 0,0-1-13600 15</inkml:trace>
  <inkml:trace contextRef="#ctx0" brushRef="#br0" timeOffset="59194.18">13626 2756 15663 0,'0'-2'688'0,"2"0"144"0,1 0-656 0,-1 2-176 0,0-3 0 0,0 3 0 0,0-2 1840 0,2 0 336 16,3 1 64-16,2-3 0 0,3-1-640 0,1 2-144 15,0 0-32-15,-1 2 0 0,-1-1-320 0,0 2-64 16,-11 0-16-16,0 0 0 0,0 0-448 0,0 0-112 15,40 18-16-15,-40-18 0 0,0 0-448 16,0 0 128-16,0 0-128 0,0 0 0 0,10 38 0 16,-11-33 0-16,-2 0 128 15,-3-1-128-15,1 1 0 0,-2 0 0 16,-2 0 128-16,-1 2-128 16,0-3 0-16,-1 1 0 0,0 2 0 0,-2-2-160 0,0 0 160 15,-1 3-160-15,2-2 160 0,1-1-160 0,1 1 160 0,2-2-192 0,2 1 192 0,1-1-192 0,2-2 192 0,1 1 0 0,2-1 0 0,2 0 0 16,1-1 0-16,3 1 0 0,0-2 0 0,4 0 128 15,-10 0 64-15,0 0 0 0,35-3 16 0,-22 2 0 16,1 0 256-16,0-1 48 0,-14 2 16 16,27 0 0-16,-27 0-208 15,28 2-64-15,-28-2 0 0,0 0 0 0,35 7-128 16,-35-7-128-16,0 0 192 0,0 0-192 16,0 0 128-16,0 0-128 0,0 0 0 0,28 38 0 0,-31-31 0 0,-5 0 0 15,-1 1 0-15,-2-2 0 16,-1 2 208-16,-3-1-64 15,-3 2-16-15,0 1 0 0,-2-3-128 16,1 0 128-16,3-3-128 0,1 0 128 0,0 0-128 0,2-4-224 0,5 0 48 0,2 0-11152 0,3-2-2224 0</inkml:trace>
  <inkml:trace contextRef="#ctx0" brushRef="#br0" timeOffset="59615.23">13993 2861 13823 0,'-1'0'1216'0,"1"-2"-960"16,0 2-256-16,0 0 0 0,0 0 1344 0,0 0 208 0,0 0 48 0,0 0 16 0,1 0 944 0,1 2 176 15,0 0 32-15,1-1 16 0,1 2-1040 0,-1 0-208 16,0 0-32-16,0 0-16 0,-3-3-640 0,0 0-128 15,0 0-16-15,0 0-16 0,0 0-368 0,0 0-80 16,0 0-16-16,0 0 0 0,0 0-224 0,0 0-256 16,40 18 48-16,-34-20-16624 15</inkml:trace>
  <inkml:trace contextRef="#ctx0" brushRef="#br0" timeOffset="60104.03">14240 2748 8111 0,'2'-8'176'0,"1"3"32"0,0 1 16 0,-2 1 16 0,0 3-240 0,-1-1 0 0,0 1 0 0,0 0 0 0,1 0 2624 0,-1 0 464 0,0 1 112 0,-1 2 0 0,-2 4-848 16,-1 0-176-16,0 4-48 0,-2 1 0 16,0 3-1152-16,-1 4-224 0,0-1-48 0,-2 2-16 0,2 1-192 0,0-1-48 15,1-2 0-15,1-1 0 0,2-3 48 0,2-2 0 16,1 0 0-16,0-12 0 0,0 0-240 16,0 0-32-16,0 0-16 0,0 0 0 15,32 33-208-15,-22-34 0 0,0-2 0 0,1-2 0 16,0-1 0-16,1-1 176 31,2-2 0-31,1-3 0 0,0-1-432 0,0 0-96 0,0-3-16 0,-2 1 0 0,0 1-208 0,-2-3-32 0,0 1-16 0,-2 0 0 0,-1 1 176 0,-2 1 48 16,-1 0 0-16,-2 2 0 0,0 2 256 0,-2 3 144 15,0 0-160-15,-1 2 160 0,-1 3 0 0,1 0 128 0,-2 2 16 0,-1 2 0 32,-1 2 688-32,1 1 128 0,-1 2 16 15,-1 3 16-15,1 2-128 0,-2 0-32 16,0 2 0-16,1 1 0 0,1 1-320 0,0 0-64 0,1 1 0 15,1-5-16-15,2-12-112 0,0 0-32 0,1 31 0 0,-1-31 0 16,0 0-160-16,0 0-128 0,0 0 192 0,0 0-192 16,29 33 0-16,-29-33 0 0,0 0-192 0,0 0-17104 15</inkml:trace>
  <inkml:trace contextRef="#ctx0" brushRef="#br0" timeOffset="60781.27">14730 2838 1839 0,'0'2'160'0,"0"0"-160"15,1 0 0-15,0-2 0 0,1 1 2912 0,-2-2 544 16,1 1 128-16,2 1 0 0,0-1-64 0,2-1-32 0,1-1 0 0,2 0 0 16,-2-3-1248-16,1-1-256 0,-1 0-64 0,0-1 0 15,-1-2-992-15,0 2-208 0,-1-1-32 0,-2 1-16 16,-1 0-160-16,-1-2-16 0,-1 4-16 0,-2-3 0 16,0 4-256-16,-3-1-48 0,0 0-16 0,-2 1 0 15,-2 1-160-15,-1-1 128 0,2 3-128 0,-2 1 128 16,2 3-128-16,-3-1 0 0,2 3 0 0,1 0 0 15,1 0 0-15,-1 2 0 0,3 2 0 0,-1-1 0 16,2 3 0-16,-1-1 0 0,1 4 0 0,0-2 0 16,1 2 0-16,1 0 0 0,1 0 0 15,2-14 0-15,0 0 0 0,1 30 0 16,-1-30 128-16,0 0-128 0,0 0 0 0,0 0 0 0,0 0 128 16,31 32-128-16,-31-32 0 0,0 0 0 0,25 0 0 0,-16-2 0 15,2-1 0-15,-1 1 0 16,0-3 0-16,0-2 128 0,0 2-128 0,0-2 128 0,-1 1-128 0,-1 0 128 15,2-1-128-15,-2-2 0 0,-1 1 0 0,1-1 0 0,-2 2 0 0,0-3-224 16,-1-1 48-16,1 1 16 16,-1-2-224-16,-1-1-32 0,2-2-16 15,-2-4 0-15,0 0 48 16,1-4 0-16,0-3 0 0,2-3 0 16,-1 0-144-16,0-2-32 0,-1 3 0 15,-1 2 0-15,0 3 144 0,-1 5 32 0,-1 4 0 0,0 5 0 0,0 4 384 0,-1 3 128 0,0 2 0 0,-1 0 0 0,-1 2 512 0,0 3 96 0,0 2 32 0,-1 0 0 16,0 2-64-16,-1 1-16 0,1 4 0 0,-1 1 0 15,0 2-320-15,0 3-64 0,-1-1-16 0,0 3 0 16,0-1-96-16,-1 3 0 0,0 3-16 0,0 2 0 16,0 0 0-16,2-2 0 0,2-2 0 0,1-25 0 15,0 45-176-15,0-45 128 0,4 38-128 0,-4-38 128 16,0 0-128-16,10 37 0 0,-10-37 0 0,0 0 0 16,0 0 0-16,0 0 0 0,0 0 0 15,0 0 0-15,0 0-208 0,40 13-32 0,-33-18 0 16,-1-2-11792-16,1 0-2352 0</inkml:trace>
  <inkml:trace contextRef="#ctx0" brushRef="#br0" timeOffset="61207.44">15074 2692 14735 0,'1'1'640'0,"-1"-1"160"0,0 2-640 0,0-2-160 15,1 0 0-15,-1 0 0 0,0 0 2080 0,0 2 384 16,0-1 80-16,0 2 16 0,-1 0-304 0,0 2-48 15,0 0-16-15,0-1 0 0,-1 5-784 0,1-1-176 16,-2 2-16-16,0 2-16 0,3-12-432 0,-7 31-96 16,2-13-16-16,0 1 0 0,1 0-208 0,-1 0-32 15,1-4-16-15,4-15 0 0,-2 28-144 0,2-28-16 0,0 0-16 0,0 0 0 16,0 0-224-16,17 40 0 16,-17-40 0-16,0 0 0 0,27-2 0 0,-16-3 128 0,1-2-128 0,2 0 0 15,0-2 0-15,0-3 0 0,1-3 128 16,0 1-128-16,0-3 0 0,-2 1-256 15,0-3 48-15,-3 2 16 16,-1 3-224-16,-1-2-32 16,1-1-16-16,-3 0 0 0,1 2-48 15,-2 2-16-15,1 0 0 0,-3 2 0 16,0 4 192-16,-1 0 32 0,1 5 16 0,-2-1 0 0,-1 1 288 0,0 4 0 0,-2 1 128 0,0 1-128 0,0 4 560 0,-1-2 16 0,-1 6 0 0,-1 2 0 0,1 1-48 0,-2 5 0 16,0 1 0-16,0 2 0 0,-1 3-208 0,2-4-64 15,1 1 0-15,4-23 0 0,-2 36-64 16,2-36-32-16,0 0 0 0,11 42 0 0,-11-42-160 0,0 0 0 15,0 0 0-15,0 0 0 0,39 29-256 0,-28-29-64 16,0-3-32-16,-1-1-17728 16</inkml:trace>
  <inkml:trace contextRef="#ctx0" brushRef="#br0" timeOffset="61933.02">15503 2816 11967 0,'0'0'1072'0,"0"0"-864"0,0 0-208 0,0 0 0 0,1 0 1152 0,-1 0 192 16,2-2 48-16,2 2 0 15,1-3 1072-15,1 1 224 0,3 0 32 0,1-1 16 16,2 1-768-16,1-1-160 16,1-2-16-16,1 3-16 0,-1 0-496 0,1-2-80 0,1 3-32 0,1-2 0 0,0 1-448 0,1 1-80 31,-18 1-32-31,33-3 0 0,-33 3-384 0,29 0-80 16,-29 0-16-16,25-3 0 0,-25 3-128 0,20-2 0 15,-10 2 0-15,-3-3 0 16,1 3-1104-16,-3-3-112 0,-1 2 0 0,-1-2-15296 0</inkml:trace>
  <inkml:trace contextRef="#ctx0" brushRef="#br0" timeOffset="62122.21">15716 2565 16575 0,'1'-3'736'0,"-1"3"160"0,0 0-720 0,0 0-176 0,0 0 0 0,-1 3 0 0,0 1 2544 0,0 1 464 15,0 5 112-15,-2 5 16 0,1 5-928 0,-2 6-176 16,-1 5-48-16,0 3 0 0,-1 4-944 0,1 2-192 16,-1 0-32-16,1-5-16 0,2-2-480 0,1-1-112 15,1-4-16-15,1-28 0 0,1 47-336 0,-1-47-80 16</inkml:trace>
  <inkml:trace contextRef="#ctx0" brushRef="#br0" timeOffset="65004.55">16439 2420 7359 0,'0'-2'656'0,"0"-1"-528"16,0 3-128-16,-1-2 0 0,1 2 880 0,-1-2 144 16,1-1 16-16,-2-1 16 0,-1-2 1376 0,0-2 256 15,-1 0 64-15,1 1 16 16,0-2-720-16,0 3-128 0,0 0-48 0,1-1 0 0,0 2-720 0,0 0-128 15,-1 0-48-15,1 1 0 0,-1 1-160 0,0 1-48 16,-2 2 0-16,0 0 0 0,-2 2-288 0,0 1-64 16,-2 3-16-16,-1 0 0 0,-1 3-128 0,-2 2-16 15,-1 2-16-15,0 3 0 0,1 3-32 0,-1 3 0 16,0 4 0-16,2 2 0 16,0 0 112-16,3 3 0 0,1 0 16 15,1 0 0-15,3-2 16 16,3 4 0-16,1 4 0 15,2 1 0-15,2 0-96 16,0-2 0-16,-4-36-16 0,11 62 0 0,-11-62-240 16,12 54 0-16,-12-54 128 15,11 46-128-15,-11-46 0 0,7 38 0 0,-7-38 0 16,3 39 0-16,-3-39 0 0,-5 36 128 0,-2-17-128 0,-4-2 0 0,-3 0 0 0,-2-1 0 0,-2-1 128 0,-2-2-128 0,-1 1 0 0,-1-3 0 0,0 0 0 0,-1-4 0 0,3 0-1408 0,2-3-240 0</inkml:trace>
  <inkml:trace contextRef="#ctx0" brushRef="#br0" timeOffset="65691.21">16402 3131 9215 0,'-3'-2'816'0,"1"2"-656"0,0 0-160 0,1 0 0 0,1 0 960 0,0 0 144 0,0-2 48 0,0 2 0 16,0 0 1152-16,2-1 224 0,0 1 48 0,2-2 16 16,1 1-1008-16,2 0-208 15,2-3-32-15,0 1-16 0,1 2-384 0,0-2-80 16,-10 3-16-16,24-3 0 0,-24 3 0 0,0 0 0 0,0 0 0 0,0 0 0 16,36 9-496-16,-36-9-96 0,0 0-32 0,0 0 0 15,0 0-32-15,0 0 0 0,-1 33 0 0,-5-26 0 16,1 0 48-16,-3-1 0 0,-1 0 0 0,0 1 0 0,-2 0-80 15,0-2-16-15,1 2 0 0,-1-2 0 16,2 1-144-16,-1-2 128 0,1 0-128 0,1 0 128 0,1-1-128 16,1 0 0-16,1-1 0 0,2 1 0 15,2-3 0-15,0 2 0 0,1 0 128 0,1-2-128 0,0 2 0 16,2-2 0-16,1 1 0 0,1 1 0 0,0-2 0 16,2-2 0-16,-1 2 0 0,2-1 0 0,-1 1 0 15,1-2 192-15,-8 2-192 0,0 0 192 0,27 0-192 0,-27 0 160 0,0 0-160 0,0 0 160 16,0 0-160-16,37 11 0 0,-37-11 0 15,0 0 0-15,0 0 0 0,0 0 0 16,0 0 0-16,0 0 0 0,0 0 0 0,23 38 0 0,-24-34 0 16,-2 1 0-16,0-1 0 0,0 0 0 0,-1 0 128 15,-1 0-128-15,-2-2 144 0,-2 3 0 16,0 0 0-16,-1-3 0 0,0 3-144 0,-3 0 160 0,2-1-160 0,-1 3 160 16,2-4-160-16,1 1 0 0,0 2 0 0,2-2 0 15,1-1-416 1,2 1-64-16,2-3-16 0,1 1-10560 0,2-4-2112 15</inkml:trace>
  <inkml:trace contextRef="#ctx0" brushRef="#br0" timeOffset="65906.03">16628 3259 4607 0,'-2'0'400'0,"1"1"-400"0,0 1 0 0,0 0 0 0,0-2 2816 0,1 0 464 16,0 2 112-16,0-1 0 0,0 3 160 0,1 1 32 15,-1-5 0-15,0 0 0 0,0 0-1616 0,0 0-320 16,0 0-64-16,0 0-16 16,30 28-752-16,-30-28-160 0,0 0-16 0,0 0-16 15,0 0-624-15,0 0 0 0,40 12 0 0,-40-12 0 16,0 0-1376-16,0 0-240 0,0 0-48 0,27 0-13328 0</inkml:trace>
  <inkml:trace contextRef="#ctx0" brushRef="#br0" timeOffset="66257.14">16884 3067 14735 0,'-2'3'640'0,"-1"-3"160"0,1 2-640 15,0-2-160-15,1 1 0 0,0-1 0 0,1 0 1376 0,-1 1 240 0,0-1 48 0,-2 1 16 0,0 1-384 0,0 1-80 16,0-1 0-16,-1 0-16 0,0 0-32 0,0 1 0 15,2 1 0-15,-1 0 0 0,-1 0-112 0,-1 3-32 16,1-1 0-16,-1 3 0 0,0 2-112 0,-3 1-16 16,2 2-16-16,-2 0 0 0,1 2-288 0,-1 2-48 31,1 0-16-31,-1 2 0 0,1 0-256 0,0-1-48 0,1 0-16 0,1 0 0 16,2-2-80-16,1-3-128 15,2-14 176-15,0 0-176 0,8 36 160 0,-8-36-160 16,0 0 128-16,0 0-128 0,0 0 0 0,42 12 0 0,-30-17 0 15,0-2 0-15,2-3 128 0,0-2-128 0,-1 1 128 0,-1-1-128 0,-2 0 0 0,-1 0 0 0,-4 0-144 0,-3 3 144 16,-2-1-288-16,-3 1 48 16,-2 4 16-16,-4-2 0 15,-3 4-768-15,-2 3-160 0,0 0-16 0,-3 3-14752 16</inkml:trace>
  <inkml:trace contextRef="#ctx0" brushRef="#br0" timeOffset="67390.75">16795 3252 911 0,'-2'0'0'0,"0"2"0"0,0-2 0 0,0 0 0 16,1 1 512-16,1-1 0 0,-1 0 16 0,-1 2 0 15,0-2 512-15,-1 2 112 0,-1-1 0 0,1 1 16 16,1-2 464-16,-1 2 96 0,1-2 0 0,0-2 16 16,1 2 224-16,0 0 32 0,0-3 16 0,1 3 0 15,-1-2-368-15,1 0-80 0,-1 1-16 0,1-1 0 16,0 2-288-16,0 0-64 0,0 0-16 0,0 0 0 15,0 2-160-15,0-1-16 0,0 1-16 0,2 0 0 16,0-1-192-16,2 1-32 0,-4-2-16 0,0 0 0 16,0 0-320-16,0 0-64 0,35-2-16 0,-35 2 0 15,22-6-352-15,-10 2-256 0,1-3 32 0,-1 2-16448 16</inkml:trace>
  <inkml:trace contextRef="#ctx0" brushRef="#br0" timeOffset="69796.89">16744 2064 11055 0,'0'-1'976'0,"0"0"-784"0,0 1-192 0,0 0 0 16,0-2 1216-16,0 2 192 0,0 0 32 0,1-3 16 15,0 1 288-15,0-1 64 0,0 0 16 0,0 0 0 16,-1 2-544-16,0 1-96 0,1-2-32 0,-1 4 0 16,-1-2-352-16,0 3-80 0,-1 1-16 0,0 2 0 15,-2 2-224-15,-2 2-48 0,0 2-16 0,-3 2 0 16,0 3-160-16,0-2-48 0,0 1 0 0,-1-1 0 16,1 0-208-16,0-2 176 0,0 1-176 0,0 0 160 15,2 0-160-15,0-2 0 0,2-2 144 0,1 0-144 16,2-2 176-16,1-3-48 15,0 0 0-15,2 0 0 16,1-2-128-16,2-2 0 0,0 1 144 0,3-1-144 16,0 1 416-16,2-2 16 15,2-2 0-15,1 1 0 0,0-1 96 0,1 1 32 0,1 0 0 0,1-1 0 0,-1 0-368 0,0 1-64 0,2-1 0 0,-1 0-128 0,1 1 128 0,-1-2-128 16,0 0 0-16,-2 0 0 0,0 0 0 0,-1 0 0 16,-1 0 0-16,-1-2 0 15,-1 2-688-15,-2 1-80 16,-2 0-32-16,-3 0-14752 0</inkml:trace>
  <inkml:trace contextRef="#ctx0" brushRef="#br0" timeOffset="70001.94">16813 2171 7359 0,'2'-5'320'0,"0"1"80"0,0 2-400 0,-1 1 0 0,-1 1 0 0,1-2 0 15,-1 2 1984-15,0 0 320 0,1 0 64 0,0 2 16 16,-1 1 304-16,-2 1 64 0,0 2 16 0,-3 2 0 15,-1 4-1232-15,-1-1-256 0,0 1-64 0,-2 1 0 16,-1 4-240-16,-1 4-48 0,1-2-16 0,-1 1 0 16,-1 0-384-16,2 1-80 15,0 1 0-15,2-1-16 0,1 0-304 0,3-1-128 0,1 1 128 0,3-21-15792 16</inkml:trace>
  <inkml:trace contextRef="#ctx0" brushRef="#br0" timeOffset="56063.29">17515 2432 4607 0,'0'-4'400'0,"0"3"-400"32,0-1 0-32,0 2 0 0,0 0 368 0,0-1-16 0,1-1 0 0,-1 0 0 0,1-3 1056 0,1-2 192 15,-1 2 64 1,1 0 0-16,-1-1 0 0,0 1 0 16,1 0 0-16,-1 3 0 0,1-3-256 0,-1 0-64 0,0 3 0 0,0-2 0 15,-1 3-304-15,0-1-64 0,0 1-16 0,0-1 0 16,0 2-144-16,-1 2-48 0,-1-1 0 0,0 4 0 15,-1-1-96-15,1 3-32 0,-2 1 0 0,-1 2 0 16,1 1-320-16,-2 3-80 0,1 0-16 0,-2 1 0 16,1 3-224-16,-2 1 128 15,2 0-128-15,-1-1 0 0,1 0 240 16,0-1-48-16,1-1-16 0,1 0 0 16,0-1 48-16,0-1 16 15,3-2 0-15,0 0 0 16,0-3-240-16,0-1 144 0,1 1-144 0,0-9 128 0,0 0-128 0,0 0 0 0,0 0 0 0,13 35 0 0,-13-35 0 0,0 0 0 0,0 0 144 0,0 0-144 0,0 0 224 0,0 0-32 15,36 5 0-15,-29-10 0 0,0 2 48 0,-1-3 0 16,4 0 0-16,-1-2 0 0,0-2-240 0,0 1 0 16,1-2 0-16,-2 0 0 0,0 0 0 0,1 1 0 15,-3-1 0-15,2 1 0 0,-3 0 0 0,1-1 0 16,-2 1 0-16,0-1 0 0,-1 1-128 0,0 0 128 16,-1 1 0-16,0-1 0 0,-1-1-208 0,0 1 64 15,0 0 16-15,-1 1 0 16,1 2-848-16,-1 0-176 0,0 3-16 0,1 1-13168 15</inkml:trace>
  <inkml:trace contextRef="#ctx0" brushRef="#br0" timeOffset="57010.57">17702 2561 5631 0,'0'-1'128'0,"-1"1"16"0,1-2 16 0,-1 2 0 0,1 0-160 0,0 0 0 0,0 0 0 0,0-2 0 0,0 2 1616 0,-1-1 304 16,1 1 48-16,-1-2 16 0,1 1-448 0,0 0-64 15,-1 1-32-15,1-1 0 0,0 1-160 0,0 0-48 16,0 0 0-16,0 0 0 16,0 0-144-16,0 0-16 0,0 1-16 0,0-1 0 0,1 0-208 0,0 0-32 15,1 1-16-15,-1-1 0 0,1 0-160 0,2 0-16 16,1 0-16-16,1 0 0 15,3-1-80-15,-1 0-16 0,0 1 0 0,2-2 0 0,-10 2 16 0,26-2 0 16,-26 2 0-16,25-3 0 16,-25 3-192-16,0 0-32 0,33-4-16 0,-33 4 0 15,0 0-288-15,0 0 0 0,27 0 128 0,-23 0-128 16,1 2 0-16,-1-2 0 0,-1 0 0 0,-1 0 0 0,1 0-224 0,-1 0 0 16,0 2 0-16,-1-2-15584 0</inkml:trace>
  <inkml:trace contextRef="#ctx0" brushRef="#br0" timeOffset="57547.41">18018 2382 12895 0,'1'0'576'0,"0"-2"112"0,0 0-560 0,0 1-128 16,0 1 0-16,1 0 0 15,1 0 1600-15,0 0 272 0,2-2 64 0,5 2 16 16,-10 0-592-16,23-3-112 16,-23 3-32-16,25-2 0 0,-25 2-176 0,26 0-32 15,-26 0-16-15,0 0 0 0,34 2-352 0,-34-2-64 16,0 0 0-16,0 0-16 0,34 8-96 0,-34-8-16 16,0 0 0-16,0 0 0 0,0 0-192 0,0 0-64 15,0 0 0-15,0 0 0 0,0 0-192 0,0 0 144 16,0 0-144-16,6 33 128 0,-12-28-128 0,-1-1 160 0,0 1-160 15,-2 0 160-15,1-1-160 0,-2 1 128 0,-1 0-128 0,-1 2 128 16,-1-1-128-16,2 0 0 0,1 1 0 16,2-2 0-16,1 0 0 0,3-1 0 15,1 1-144-15,2-2 144 16,1-1 0-16,2 0 0 0,0 0 0 16,1-1 0-16,1 1 0 0,1 0 0 0,-5-2 0 0,0 0 0 0,0 0 0 0,0 0 0 0,37 10 0 0,-37-10 0 0,0 0 0 0,0 0 0 15,34 14 144-15,-34-14-144 0,0 0 432 16,0 0 0-16,34 22 0 0,-34-22 0 0,0 0-64 0,0 0-16 15,0 0 0-15,31 39 0 0,-31-39-352 16,0 0 144-16,0 0-144 0,0 0 0 16,0 0 128-16,20 36-128 0,-20-29 0 0,0-4 0 15,-2 1 192-15,-1 1-192 0,-1 0 192 0,-1-1-192 16,0 0 224-16,-2 0-64 0,-1 1-16 0,-2 0 0 0,-1 1-144 0,-2-1 0 16,-1 0 0-16,-3-1 0 15,-2 1-512-15,-4 0-128 0</inkml:trace>
  <inkml:trace contextRef="#ctx0" brushRef="#br0" timeOffset="57893.31">17331 2859 4543 0,'2'-3'0'0,"1"2"192"0,0 0-48 0,-1 1-16 0,-1-2-128 0,0 2 0 0,0 0 0 0,3 0 0 15,3-3 2320-15,1 1 432 0,-8 2 96 0,26-5 16 16,-9 3-880-16,-17 2-192 0,36-7-16 0,-36 7-16 16,42-5 144-16,-19 2 16 0,3 1 16 0,1 0 0 15,0 1-448-15,4 1-80 0,3-2-32 0,3 2 0 16,2-1-256-16,1 1-48 0,1 0-16 0,0-1 0 0,0 1-416 15,-3-4-96-15,-3 3-16 0,5-3 0 16,3 0-208 0,2-2-64-16,1 0 0 15,-2 0 0-15,-4 1-256 0,-3-1 0 16,-4 1 128-16,-4 1-128 0,-4 0 0 0,-5 2 0 0,-2-1 0 0,-18 3 0 0,26-3 0 0,-18 2 0 0,-4 2-176 0,-2-1 176 16,-4 1-1376-16,-2 1-160 0,0 3-48 0,-5-2-14400 0</inkml:trace>
  <inkml:trace contextRef="#ctx0" brushRef="#br0" timeOffset="58367.4">17716 3084 8287 0,'-3'2'368'0,"0"0"80"0,1-2-448 0,2 0 0 0,0 0 0 0,0-2 0 16,1 2 1600-16,0-1 256 0,2 0 32 0,0-1 16 0,3-3-64 0,0 2-16 15,2-1 0-15,1 1 0 16,1-1 224-16,-10 4 32 0,24-3 16 0,-24 3 0 16,25-1-720-16,-25 1-144 0,28 1-16 0,-28-1-16 0,0 0-448 0,40 5-96 15,-40-5-16-15,0 0 0 0,39 9-320 0,-39-9-64 16,0 0 0-16,0 0-16 0,46 17-112 0,-46-17 0 15,0 0-128-15,0 0 192 0,0 0-192 0,32 26 144 16,-32-26-144-16,0 0 128 16,0 0-128-16,0 0 0 0,3 29 0 0,-7-23 128 15,-1 2-128-15,-2-1 192 0,-2 1-192 16,-2-1 192-16,-1 1-192 16,0 2 0-16,-1-3 0 15,0 2 0 1,2-1 0-16,1-1-176 0,2 1 176 0,0-1-192 0,2-1 192 15,0 1 0 1,4-2 0-16,0 0 0 0,1 0 0 0,1-5 0 0,0 0 0 0,0 0 0 0,0 0 0 16,0 0 0-16,39 12 0 0,-39-12 0 0,0 0 304 0,43 0 32 0,-43 0 16 0,35-1 0 0,-35 1-32 0,35-2-16 0,-35 2 0 0,38-3 0 0,-38 3-176 0,39-2-128 0,-39 2 144 0,38-4-144 15,-17-1-512-15,1-2-208 0,-2-1-48 0,0-1-16304 16</inkml:trace>
  <inkml:trace contextRef="#ctx0" brushRef="#br0" timeOffset="58792.1">18550 2462 17503 0,'-1'-4'768'0,"1"0"176"0,2 3-752 0,-2-1-192 0,1 0 0 0,0 1 0 16,0 1 1360-16,1-2 240 16,0 2 64-16,3-2 0 0,0 2-128 0,0-2-32 0,2 1 0 0,-7 1 0 15,0 0-240-15,0 0-48 0,0 0-16 0,37 15 0 16,-37-15-240-16,0 0-32 0,0 0-16 0,33 33 0 16,-33-33-288-16,0 0-64 15,22 40-16-15,-22-40 0 0,13 38-128 0,-13-38-32 16,12 47 0-16,-12-47 0 0,7 43-128 0,-7-43-16 0,7 55-16 15,-7-25 0-15,1 4-224 16,-2-1 176-16,-3 0-176 0,-1-2 160 16,-1-3-160-16,-4-1 0 15,0 1 0-15,-3-2 128 16,-2 0-128-16,-2 0 0 0,-1-1 0 16,-1 0 0-16,-1-1 0 0,1-1 0 0,-2-4 0 0,1 1 0 0,0-2 0 0,-1-2 0 15,1 1 0-15,0-4 0 0,2 1-1024 0,1-5-256 0,2 1-32 0,0-1-15616 0</inkml:trace>
  <inkml:trace contextRef="#ctx0" brushRef="#br0" timeOffset="59281.14">17314 2510 8287 0,'2'-5'736'0,"-1"3"-592"0,-1-1-144 0,1 0 0 0,-1 2 1152 0,-1-1 208 0,1-1 48 0,0-4 0 16,-1 0 800-16,-2 1 160 15,0 1 48-15,-2 4 0 0,-1 4-1056 0,0 1-208 0,-2 6-32 0,-1 4-16 16,1 3-80-16,-3 6 0 16,2 3-16-16,-1 6 0 0,0 7-176 0,-1 4-48 0,1 7 0 0,1 2 0 15,1 0-208-15,1-2-32 0,2 1-16 0,3-7 0 16,1-7-336-16,4-1-64 0,2 0 0 16,-5-36-128-16,21 59 0 0,-21-59 0 15,28 41 0-15,-28-41-144 0,33 26-192 0,-33-26-48 16,35 16 0-16,-35-16-14560 0</inkml:trace>
  <inkml:trace contextRef="#ctx0" brushRef="#br0" timeOffset="61391.48">19099 2662 6447 0,'1'-2'576'0,"-1"0"-576"16,0 1 0-16,0-1 0 0,0 1 1168 0,1 1 128 0,-1-2 32 0,1-2 0 0,0-1 480 16,1-1 112-16,0 0 0 0,-1 1 16 0,-1 1-576 0,1-1-112 15,0 2-32-15,0 1 0 0,0 0-32 16,-1 2-16-16,0-2 0 0,0 2 0 0,0 2-208 0,-1 0-32 15,-1 1-16-15,1 2 0 0,-1 1-256 0,-1 1-48 16,1 1-16-16,-1 2 0 0,0 3-208 16,-1 4-64-16,1 2 0 0,-2 3 0 0,2 4-64 0,0-1-32 15,1 2 0-15,1-2 0 16,1-25 0-16,2 45 0 0,-2-45 0 16,6 38 0-16,-6-38-224 0,0 0 0 15,13 38 0-15,-13-38 0 0,0 0 0 0,0 0 0 16,0 0 0-16,30 27 0 0,-30-27 0 0,0 0 0 0,21-3 0 0,-13 1 0 0,1-3 0 0,0-2 0 0,2-3 0 0,0 1 0 47,0-1-480-47,-1-3 16 0,1 0 0 15,-1-3 0-15,0 1-384 16,-2-1-80-16,0-3-16 0,0 0 0 0,-2 0 496 0,1 0 112 0,-1-5 16 0,1 3 0 0,-3 2 320 0,1 2 0 0,0 3 0 0,-2 0 0 16,0 2 0-16,-1 3 0 0,-1-1 192 0,0 5-64 0,-1 1 448 15,1 3 96-15,-2 1 16 0,0 3 0 0,-2 2 160 16,1 2 48-16,0 2 0 0,-2 3 0 15,1 0-256-15,-2 4-64 16,2 1 0-16,-2 4 0 0,1 1-256 16,1-1-48-16,3-21-16 15,-4 45 0-15,4-45-48 0,-1 43-16 0,1-43 0 16,3 38 0-16,-3-38-192 0,0 0 144 16,12 41-144-16,-12-41 128 0,0 0-128 0,0 0 0 0,27 30 0 0,-27-30 0 0,0 0-144 0,0 0-16 0,32 7 0 0,-22-12-11168 15,2 1-2224-15</inkml:trace>
  <inkml:trace contextRef="#ctx0" brushRef="#br0" timeOffset="62509.45">19637 2730 11967 0,'0'1'1072'0,"1"1"-864"0,-1 0-208 0,1-2 0 16,-1 1 1536-16,0-1 272 0,1 2 48 0,0 0 16 15,-1-2 560-15,0 0 128 0,0 0 0 0,0 0 16 16,0 0-1120-16,0 0-240 0,24 0-32 0,-19-5-16 16,0-2-432-16,0 0-96 0,-1 0 0 0,1-3-16 15,-1 1-224-15,-2-3-32 0,0 1-16 0,-2-1 0 16,-1 2-224-16,-1-2-128 0,-2 3 128 0,-1 0-128 16,-1 1 0-16,-2-1 144 0,0 2-144 0,-1 2 0 0,0 2 192 15,1 1-192-15,1 2 192 0,-1 1-192 0,0 2 256 0,0 3-48 16,-1 0-16-16,1 4 0 0,-1 0-192 15,2 1 0-15,0 1 0 0,0 3 0 16,0 1 0-16,1 0 128 0,2 2-128 16,0 0 0-16,4-18 0 15,-2 33 128-15,2-33-128 0,0 0 0 0,8 39 144 0,-8-39-144 16,0 0 128 0,0 0-128-16,28 32 0 0,-28-32 0 0,0 0 128 0,0 0-128 0,38 8 128 15,-38-8-128-15,21-5 192 0,-11 0-64 16,1 0 128-16,0-2 32 0,0 1 0 0,0-2 0 0,0-2-288 0,0 1 0 0,0-3 0 0,-2 1 0 0,0 1-240 0,0-2 0 0,-2-1 0 15,0 0 0-15,1-4 48 0,-1-4 0 0,2-3 0 0,-2-4 0 16,0-3-176-16,1-2-16 0,-1-3-16 0,0 0 0 31,-1 4-128-31,0 1-32 0,0 2 0 0,0 2 0 16,0 4 368-16,-2 5 192 16,1 3-192-16,-2 2 192 0,0 5 0 15,-1 3 128 1,-1 3 0-16,-1 2 16 0,-2 2 400 0,-1 1 80 15,0 3 16-15,-2 3 0 16,1 2-176-16,-1 1-16 0,0 4-16 0,0 3 0 0,0 3-256 0,-2 3-48 16,2 6-128-16,-1 0 192 0,0 2-16 0,-1 1-16 0,1 3 0 0,-2 1 0 0,3 0 16 0,0-2 0 0,2-3 0 0,2 0 0 0,0-1-176 0,1-32 0 0,4 52 0 0,-4-52 0 0,11 37 0 0,-11-37 0 15,0 0 0-15,0 0 0 0,32 38 0 0,-32-38 0 16,0 0 0-16,30-7 0 0,-21 3-128 0,2-4-16 16,1-2 0-16,1-3 0 15,1-2-592-15,1-1-112 16,-1-4-32-16,1 0 0 0,-1-1-1264 15,-1-2-256-15,0 0-48 0,-1-1-16 16,0 1-736-16,-1-1-160 16,0 0-32-16,0 0 0 0,1 3 656 0,-1 0 128 0,0-1 32 0,0 1 0 0,-1 1 1504 0,-1 2 304 0,-1 1 64 0,1 2 16 0,-2 2 832 0,0 3 176 0,-2 4 16 0,-1 0 16 15,-1 4 1568-15,-2 0 320 0,0 2 64 0,-1 1 16 16,0 0 496-16,-1 2 80 0,-1 2 32 0,-1 1 0 16,-1 2-624-16,0 1-128 0,-1 3-32 0,-1 0 0 15,2 3-1088-15,-3-1-224 0,2 2-32 0,-1 0-16 16,1 1-144-16,0 0-48 0,0-1 0 0,1 3 0 15,0-2-64 1,4-17-16-16,-6 31 0 0,6-31 0 0,-1 31-176 0,1-31-32 16,0 32-16-16,0-32 0 0,4 32-160 0,-4-32-128 15,0 0 192-15,10 36-192 0,-10-36 128 16,0 0-128-16,0 0 0 0,0 0 0 0,28 28 0 0,-28-28 0 0,0 0 0 0,25-3 0 0,-16-2 224 16,3-1-16-16,-1-2 0 0,1-3 0 0,0 1-208 0,1-2 0 15,0-2 0-15,-1-1 0 0,1 0-192 0,0-3 0 16,1-3 16-16,-1-1 0 0,-1-1-16 0,-1-3 0 15,0 0 0-15,-1-3 0 0,0 1 0 0,-3 2 0 16,-1-2 0-16,-1 6 0 0,-1 3 32 16,-2 5 0-16,-1 4 0 15,-2 3 0-15,0 5 160 0,-2 3 0 0,-1 2 0 0,0 5 0 0,-2 1 368 0,0 4 0 16,-2 3 0-16,1 3 0 0,-2 4-128 0,0 1-32 0,0 2 0 16,0 2 0-1,3-4-48-15,-1 0-16 0,4-3 0 0,-1 1 0 0,4-22 64 0,-3 47 16 16,3-47 0-16,4 38 0 0,-4-38-224 0,0 0 128 15,16 42-128-15,-16-42 0 0,0 0 0 0,0 0 128 16,38 27-128-16,-38-27 0 0,0 0 0 0,31 5 0 0,-31-5 0 16,0 0 0-1,34 2-288-15,-34-2-96 0,0 0-32 16,31-2-17392-16</inkml:trace>
  <inkml:trace contextRef="#ctx0" brushRef="#br0" timeOffset="-126264.85">20806 2689 9215 0,'0'1'816'0,"1"-1"-656"16,-1 0-160-16,0-1 0 0,1 1 432 0,0-1 48 0,1 1 16 0,1-2 0 16,1 2 912-16,1-3 192 0,2 1 48 0,0-1 0 15,1 1-608-15,0 0-112 16,0-1-32-16,1-1 0 0,1 1 128 0,0 1 32 16,-10 2 0-16,26-8 0 0,-11 4 32 0,1-1 0 15,1 0 0-15,1 1 0 0,0-1-192 0,-18 5-16 0,36-6-16 0,-36 6 0 0,37-3-416 16,-37 3-96-16,37-3-16 15,-37 3 0-15,32-2-336 0,-32 2 128 0,0 0-128 16,40 3 0-16,-40-3-640 16,0 0-208-16,0 0-48 0,0 0-12560 0</inkml:trace>
  <inkml:trace contextRef="#ctx0" brushRef="#br0" timeOffset="-126016.82">21015 2444 7359 0,'-2'-3'320'0,"1"1"80"0,1 0-400 0,0 1 0 0,0 1 0 0,0 0 0 31,0 0 800-31,1 1 80 0,0 1 16 0,1 1 0 0,-2-3 1024 0,0 0 224 0,0 0 32 0,8 42 16 16,-8-42-336-16,0 40-64 16,-2-16 0-16,-1 4-16 0,-1 1-480 0,0 2-80 0,-1 4-32 0,-1 1 0 15,1 0-400-15,0-3-80 0,2-3 0 0,2-3-16 31,-1-4 272-31,2-23 64 0,2 33 16 0,-2-33-11024 16,0 0-2224-16</inkml:trace>
  <inkml:trace contextRef="#ctx0" brushRef="#br0" timeOffset="-125411.38">21660 2236 10127 0,'-1'-4'896'0,"0"2"-704"0,0 0-192 0,0 2 0 0,0 0 1408 0,-1 0 240 16,0-2 48-16,-3-1 16 0,-2 1 32 0,-2-1 16 15,-1 1 0-15,-1 1 0 0,0 1-288 0,-1 1-64 16,-1 1-16-16,1 1 0 0,1 2-432 0,0-1-96 16,0 2-16-16,1 2 0 0,1 2-16 0,-1 2 0 15,1 1 0-15,0 4 0 0,-1 5-32 0,-2 3-16 16,0 7 0-16,2 1 0 0,1 0-96 15,1 3-32-15,0 2 0 0,1 2 0 16,2 1-176-16,0-1-32 16,4 0-16-16,1-4 0 15,1-1-288-15,3-2-144 16,0 1 160-16,0-4-160 16,-4-30 0-16,10 55 0 0,-10-55 0 15,6 47 0-15,-6-47 0 0,3 37 0 0,-3-37 0 0,-6 33 0 0,-1-17 0 0,-1-2 0 0,-3-2 0 0,-3 0 0 0,-2 0 0 0,-2-3 0 0,-1 0 0 0,-2 1 0 0,1-6 0 16,0 1 0-16,-1-2 0 0,2-1 0 0,0-2-176 0,2-2-16 0,4-2-16 0,2-2 0 15,4-1-1408 1,2-1-288-16</inkml:trace>
  <inkml:trace contextRef="#ctx0" brushRef="#br0" timeOffset="-124371.84">21610 3065 7359 0,'0'0'656'0,"0"-2"-528"16,1 2-128-16,-1-1 0 15,1 1 800-15,-1 0 128 0,0-2 32 0,2 1 0 0,0-2 864 0,0 0 176 16,2 0 48-16,-2-1 0 16,0 2-384-16,1-1-64 0,-1 1 0 0,-1-1-16 15,0 3-224-15,-1-2-32 0,0 2-16 0,-1 0 0 16,0 2-464-16,-1-1-80 0,0 1-32 0,-1 3 0 0,-1-1-176 0,-1 1-48 0,1 2 0 0,-2 1 0 15,0 1-128-15,-1 2-16 16,0 1-16-16,-1 0 0 0,0 2-128 0,0-1-32 16,1 0 0-16,1 0 0 0,1 0 0 15,0-3-16-15,2 2 0 16,0 0 0-16,3-12 32 0,-2 17 16 0,2-17 0 16,0 0 0-1,0 0-224-15,3 28 128 0,-3-28-128 0,0 0 0 0,0 0 0 0,0 0 0 0,0 0 0 0,0 0 0 0,39 15 0 0,-39-15 128 31,0 0-128-31,27-6 0 0,-27 6 0 0,20-7 0 0,-20 7 128 0,23-11-128 0,-12 3 0 0,-11 8 0 0,23-12 0 0,-13 8 0 16,-1-1-416-16,-1 0-128 16,0 1-32-1,-2-1 0-15,0 2-1776 0,-2-1-352 0</inkml:trace>
  <inkml:trace contextRef="#ctx0" brushRef="#br0" timeOffset="-124180.99">21676 3105 3679 0,'-1'1'320'0,"0"-1"-320"0,1 0 0 0,-1 2 0 16,1-2 1216-16,-1 0 160 0,0 2 32 0,-2 2 16 15,0 1 832-15,-1 3 176 0,-2 3 16 0,0 1 16 16,-2 2-864-16,1 1-192 0,-1 6-16 0,0-4-16 16,0 4-112-16,0-2-32 0,0 0 0 0,1-3 0 15,3-1-704-15,0-1-144 0,1-2-16 0,3-12-12752 16</inkml:trace>
  <inkml:trace contextRef="#ctx0" brushRef="#br0" timeOffset="-123486.17">21933 1951 8287 0,'1'-3'736'0,"0"2"-592"16,0 0-144-16,0-1 0 0,-1 1 1040 0,2-3 176 16,0-1 48-16,0 0 0 0,-1-2 1600 0,1 2 320 15,-1-2 64-15,0 3 16 0,-3 2-1248 0,0 1-240 16,-3 4-48-16,0 0-16 0,1 1-432 0,-2 3-96 16,0 2-16-16,-3 0 0 0,2 3-368 0,-1 0-80 15,3 0-16-15,-1 0 0 0,3 0-320 0,0 0-80 16,3-12-16-16,0 0 0 0,-2 27-160 0,2-27-128 15,0 0 192-15,0 0-192 0,0 0 144 0,11 37-144 16,-11-37 0-16,0 0 144 0,0 0-144 0,0 0 128 0,25 33-128 16,-25-33 128-16,0 0-128 0,0 0 192 15,21 33-192-15,-21-33 192 16,0 0-192-16,0 0 192 0,0 0-192 0,18 37 192 0,-18-37-192 0,0 0 0 0,0 0 144 0,0 0-144 16,0 0 0-16,0 0 128 0,0 0-128 0,0 0 0 15,-4 26 0-15,0-25 144 0,-3 1-144 0,0 1 0 16,-3-1 128-16,0 1-128 0,-1-1 0 15,0 0 0-15,-1 3 0 16,-1-2 0-16,-1-1 0 0,0 0 0 0,1 1 0 0,1-1 0 0,1-1-208 0,3-2 80 16,0-1-1040-16,3-1-208 0,2-1-32 0,2-4-14992 15</inkml:trace>
  <inkml:trace contextRef="#ctx0" brushRef="#br0" timeOffset="-123328.43">21888 1921 11967 0,'0'-3'528'0,"1"2"112"0,1-1-512 0,-1 0-128 0,0 1 0 0,-1 1 0 16,1 0 2512-16,2 0 480 0,3 0 80 0,2 0 32 16,-8 0-480-16,24-2-80 0,-24 2-32 0,28 0 0 31,-28 0-1248-31,31-1-256 0,-16 0-48 0,1-1-16 0,0 0-592 0,-2 1-112 0,1-1-32 0,-3 1 0 16,-12 1-208-16,0 0 0 0,30 1 0 0,-30-1-10800 15,0 0-2080-15</inkml:trace>
  <inkml:trace contextRef="#ctx0" brushRef="#br0" timeOffset="-123123.73">22109 2096 1839 0,'-3'4'160'0,"1"-2"-160"0,1 0 0 0,0 1 0 0,1-3 3040 0,1 2 576 15,0-2 112-15,1 3 32 0,-2-3-224 0,0 0-32 16,0 0-16-16,0 0 0 15,0 0-1552-15,26 36-304 0,-26-36-64 0,0 0-16 0,0 0-880 0,0 0-176 16,0 0-48-16,28 35 0 0,-28-35-448 0,0 0 0 16,0 0-176-16,0 0-15344 15</inkml:trace>
  <inkml:trace contextRef="#ctx0" brushRef="#br0" timeOffset="-122714.25">22403 1899 14735 0,'-3'1'640'0,"1"-1"160"0,1 1-640 0,0-1-160 0,1 0 0 0,0 0 0 0,0 2 2240 0,0-2 432 0,-1 1 80 0,1 1 0 16,-1 1-1136-16,-1 0-224 15,1 0-48-15,-1 0-16 0,-1 1-384 0,0 1-80 0,-2 2-16 0,1 0 0 0,-1 0-240 0,0 3-48 31,-1-1-16-31,1 0 0 0,-1-1-64 0,2 1-16 0,1-2 0 0,1 1 0 16,1-2-128-16,1-1-16 0,0-5-16 0,0 0 0 0,0 0-112 16,0 0-32-16,0 0 0 0,0 0 0 0,35 22 0 15,-35-22 0-15,0 0 0 0,0 0 0 16,0 0-32-16,37 16 0 0,-37-16 0 0,0 0 0 0,0 0 16 0,0 0 0 16,30 29 0-16,-30-29 0 15,0 0 0-15,0 0 0 16,0 0 0-16,13 38 0 0,-13-38-16 15,0 0 0-15,0 0 0 0,-3 30 0 0,0-24-128 16,-1 0 192-16,1 1-192 0,-2-2 192 16,0 2-192-16,-1-2 128 15,0 0-128-15,-1 0 128 0,1-1-128 16,-2 1 128-16,1-3-128 0,-2 1 128 16,2-1-128-16,-1 0 0 0,-1-1 0 0,0 1 128 0,0-2-128 0,-2-2 0 0,1 1 0 0,0-1 0 15,1 1-368-15,0-3-48 0,-1-1-16 0,4 1-17472 0</inkml:trace>
  <inkml:trace contextRef="#ctx0" brushRef="#br0" timeOffset="-122509.29">22416 1857 8287 0,'2'-1'736'0,"1"-1"-592"0,1 1-144 0,0 1 0 0,0-2 1088 0,-1 2 176 15,2-2 32-15,1 1 16 0,5-1 928 0,4 1 176 16,5 0 32-16,2-3 16 0,-2 1-1760 0,1 2-336 15,-2-1-80-15,0 1-16 0,-2 1-272 0,-1-1 0 16,-2 1 0-16,-14 0 0 16,23 2-944-16,-15-2-240 0</inkml:trace>
  <inkml:trace contextRef="#ctx0" brushRef="#br0" timeOffset="-121280.18">22430 2610 11055 0,'1'-2'976'0,"0"1"-784"15,0-1-192-15,-1 0 0 0,1 1 1888 0,-1 1 336 16,1-3 64-16,0-1 16 0,0-1-80 0,0 1-16 15,-1 0 0-15,-1 1 0 0,-1 0-944 0,-1 3-192 16,0 1-48 0,-1 1 0-16,-1 1-240 0,0 2-48 0,-1 1-16 0,-1 1 0 0,-2 3-80 0,1-1 0 15,-2 5-16-15,0-1 0 0,-1 3-176 0,1 0-48 16,0 3 0-16,1 0 0 0,-1-2-128 0,2 2-16 0,2-3-16 16,1-1 0-16,1-1-96 0,4-14-16 15,-2 24 0-15,2-24 0 16,0 0-128-16,0 0 0 15,0 0 0-15,18 34 0 0,-18-34 0 0,0 0 0 0,0 0 0 0,30-1 0 0,-20-4 0 0,-1 0 0 0,1-2 0 0,1-2 0 16,1-1-256-16,-1 1 0 0,1-3 16 0,0 0 0 31,-1-2-464-15,0-1-80-16,-1-1-32 0,-1 2 0 0,-1-3-16 0,-1-3-16 16,-1 0 0-16,0-3 0 0,-2 1-48 0,-2-2 0 0,-1 0 0 0,-3 4 0 0,0 2 384 0,-1 4 64 0,-2 2 0 0,-1 3 16 0,1 3 432 0,-2 5 256 15,0 1-48-15,-1 1 0 16,2 2 432-16,-1 3 96 0,0 1 16 0,1 2 0 0,1-1-336 0,0 1-64 15,3 2-16-15,2-11 0 16,0 0-896-16,0 27-176 0</inkml:trace>
  <inkml:trace contextRef="#ctx0" brushRef="#br0" timeOffset="-121090.35">22556 2714 11967 0,'1'1'528'0,"0"0"112"0,1 1-512 0,-1-2-128 0,0 1 0 0,0 1 0 16,1-2 2272-16,-1 3 416 0,-1-3 96 0,0 0 16 15,0 0-96-15,0 0-16 0,0 0 0 0,19 40 0 16,-19-40-1680-16,0 0-352 0,0 0-64 0,0 0-16 16,9 35-576-16,-9-35 0 0,0 0 0 0,0 0-9920 15,0 0-2080-15</inkml:trace>
  <inkml:trace contextRef="#ctx0" brushRef="#br0" timeOffset="-120726.51">22826 2538 10127 0,'3'-2'896'0,"-1"0"-704"16,-1 2-192-16,1-2 0 0,-2 1 1664 0,0 1 320 15,1 0 48-15,1-1 16 0,-1 0 784 0,0 1 176 16,-1 3 16-16,-2 1 16 0,-1 1-1248 0,-3 2-240 15,0 3-48-15,-3 1-16 0,1 1-528 0,-1 0-128 16,0 2 0-16,-1-2-16 0,2 2-240 0,1-4-64 16,2 1 0-16,1-3 0 0,4-8-208 0,0 0-48 15,0 0-16-15,0 0 0 0,0 0-240 0,0 0 0 16,25 38 0-16,-25-38 0 0,0 0 0 0,0 0 128 0,38 15-128 0,-38-15 0 16,0 0 0-16,0 0 0 0,38 25 0 15,-38-25 0-15,0 0 128 0,0 0-128 0,32 33 0 16,-32-33 0-16,0 0 0 0,0 0 128 0,0 0-128 15,0 0 0-15,13 36 144 0,-14-31-16 16,-2-1 0-16,-2 1 0 0,0-2 0 16,-3 1 0-16,0-2 0 0,-1 1 0 0,-2-1-128 0,-1-1 0 0,-1 1 0 0,-3-2 0 0,1 0 0 0,-1-2 0 15,0 1 0-15,-1 1 0 0,1 0 0 0,0-2-256 16,2-1 64-16,2-1 16 16,3 0-1664-16,1 0-336 0</inkml:trace>
  <inkml:trace contextRef="#ctx0" brushRef="#br0" timeOffset="-120536.94">22792 2535 16575 0,'2'1'1472'0,"0"1"-1168"16,1-1-304-16,-2 1 0 0,2-2 1344 0,1 0 192 16,-4 0 64-16,0 0 0 0,34 9 1072 0,-34-9 208 0,36 5 64 0,-36-5 0 15,37 3-1984-15,-37-3-384 16,33 2-64-16,-33-2-32 0,32-2-208 0,-32 2-32 0,26-3-16 15,-26 3 0-15,22-2-448 0,-22 2-96 0,0 0 0 0,0 0-15120 16</inkml:trace>
  <inkml:trace contextRef="#ctx0" brushRef="#br0" timeOffset="-120069.5">23178 2709 4607 0,'-1'0'400'0,"0"0"-400"16,1 1 0-16,0-1 0 0,1 0 3328 0,-1 2 576 15,1-2 112-15,0 0 16 0,2 2 128 0,0-2 32 16,3 0 0-16,-1 1 0 0,-5-1-2176 0,0 0-432 16,0 0-96-16,0 0-16 0,0 0-1072 0,0 0-208 0,31 4-64 15,-28-2 0-15,-1-2-128 0,0 0-224 0,1 1 48 0,0-2-17456 16</inkml:trace>
  <inkml:trace contextRef="#ctx0" brushRef="#br0" timeOffset="-119586.05">23486 2548 11055 0,'4'-2'480'0,"-3"0"112"0,1 1-464 0,-1-1-128 0,0 0 0 0,0 2 0 0,-1 0 2848 15,0-1 544-15,0 1 128 0,0 0 0 0,-1 1-1248 16,-2 3-256-16,0 1-48 0,-3 3-16 0,0 3-800 0,-2 1-144 16,1 3-48-16,-3 3 0 0,2 1-192 0,0 0-32 15,-1 2-16-15,3 0 0 0,0-3-208 0,6-18-32 16,-6 37-16-16,6-37 0 0,1 32-208 0,-1-32-32 15,0 0-16-15,0 0 0 0,21 38-208 0,-21-38 0 16,0 0 0-16,31 3 0 0,-19-7 0 0,0-3 128 16,0 0-128-16,1-3 0 0,0 0 0 15,0-1 0-15,0-3 0 0,0-1 0 16,-2 1-384-16,0 0-64 16,0-2 0-16,-1-1-16 15,1-1 16-15,-2 1 16 0,0 0 0 16,-2 2 0-16,-1 3 272 0,-1 3 160 15,-1 0-192-15,0 1 192 0,-1 4 0 16,0-1 0-16,-2 3 0 0,-1 2 0 0,0 2 0 0,-1 0 256 0,-1 1-32 0,-1 1 0 0,-2 4 240 0,0 2 48 0,-3 3 16 0,1 2 0 0,0 1-144 0,0 0-48 0,1 1 0 0,0 1 0 16,1-2-128-16,5-16-16 0,-4 31-16 0,4-31 0 15,0 0-176-15,3 38 0 0,-3-38 144 0,0 0-144 16,0 0 0-16,0 0 0 0,0 0 0 0,33 28 0 16,-26-30-128-16,1 1 0 0,0-4 0 0,1 1-11776 15,2-5-2336-15</inkml:trace>
  <inkml:trace contextRef="#ctx0" brushRef="#br0" timeOffset="-118974.33">23933 2622 1839 0,'1'0'160'15,"-1"0"-160"-15,1 0 0 0,0 0 0 0,-1 0 1216 0,1 0 224 16,-1 0 32-16,1 0 16 0,2-2 1136 0,1 1 208 15,1-3 48-15,-1 1 16 0,1-1-1024 0,0-1-208 16,0 1-32-16,-1-2-16 0,-1-1-320 0,1 0-64 16,-1 0-16-16,-1-1 0 0,0-1-192 0,-2 0-64 15,0-1 0-15,-2 1 0 0,0 4-352 0,-2-2-80 16,0 2-16-16,-2 3 0 0,0 2 32 0,-2 0 0 16,1 2 0-16,-3 3 0 0,1 2-240 0,-1 0-48 0,-2 3-16 0,0 2 0 15,0 4-240-15,-2 1 176 0,1-1-176 0,0 3 160 16,1-2 16-16,1-1 0 0,0 3 0 0,3-4 0 15,2 0 144-15,6-15 16 0,-6 25 16 0,6-25 0 16,0 0-144-16,0 0-16 0,0 0-16 0,0 0 0 16,27 30-48-16,-27-30-128 0,21-2 192 0,-9 0-64 15,0-3 0-15,1-2 0 0,-1 2 0 0,3-3 0 16,1-3-128-16,1 0 0 0,-1-1 0 0,-1 0 0 16,0-3-160-16,-1 1-64 0,1-2-16 0,-2-3 0 15,-4 2-208 1,1-2-64-16,0-7 0 0,0-2 0 0,-2-1-192 0,1-1-32 0,-1 1-16 0,-1 1 0 0,0 2 304 0,-1 4 48 15,0 2 16-15,-1 2 0 0,1 1 384 0,-1 1 0 0,-2 2 0 16,0 2 0-16,0 4 0 0,-2 4 0 16,-1 2 144-16,0 2-144 0,0 2 528 15,0 1 0-15,-2 4 0 0,2-7 0 0,0 0 176 0,-4 30 48 16,4-30 0-16,-4 32 0 0,4-32-176 16,-3 37-16-16,3-37-16 0,-4 44 0 0,4-44-240 0,-4 47-48 15,4-47-16-15,-4 43 0 0,4-43-240 0,-4 41 176 16,4-41-176-16,-5 43 160 0,5-43-160 0,-3 38 0 15,3-38 144-15,-3 35-144 0,3-35 0 0,-3 27 0 16,3-27 0-16,0 0 128 0,-1 31-128 0,1-31 0 16,0 0 0-16,0 0 0 0,0 0 0 0,0 0 0 15,0 0 0-15,0 0 0 16,0 0-768-16,25 0-80 0,-17-7-16 0,-1-1 0 16,2-3-2144-16,1 1-416 0,0-4-96 0,2-2-9792 0</inkml:trace>
  <inkml:trace contextRef="#ctx0" brushRef="#br0" timeOffset="-118635.8">24324 2425 9215 0,'8'-5'192'0,"-6"3"64"0,0 2 0 0,-2 0 0 0,0 0-256 0,0 2 0 0,-1-2 0 0,0 4 0 16,-2 2 3440-16,3-6 640 0,-10 18 128 0,4-4 16 15,-1-1-1600-15,-1 3-320 0,1-1-64 0,-1 2 0 16,0-1-960-16,0 3-192 0,0-1-48 0,1-1 0 16,1 2-208-16,6-19-64 0,-7 31 0 0,7-31 0 15,0 0-320-15,0 36-64 0,0-36 0 0,0 0-16 16,0 0-208-16,0 0-32 0,26 31-128 0,-26-31 192 15,0 0-192-15,26-1 128 0,-16-4-128 0,1-2 0 16,1 0 0-16,0-2 0 0,2-3 0 0,0 0 0 16,-1 0 0-16,-2 0 0 0,-2 3 0 0,2-3 0 15,0-4-368-15,2-1 48 0,0-4 0 0,0-1 0 0,-1 1-64 16,0 2-16-16,-2-2 0 0,-2 4 0 0,1 3 240 16,-3 2 160-16,-1 1-192 0,-2 3 192 0,-2 5 0 15,-2 1 0-15,0 2 0 0,-2 3 0 0,0 1 256 16,-1 2 64-16,-1 3 16 0,-2 5 0 0,1 4 112 0,-3 4 0 0,3 2 16 15,-1-3 0-15,7-21-192 0,-6 35-32 16,6-35-16-16,2 38 0 0,-2-38-64 0,10 41-16 16,-10-41 0-16,19 38 0 0,-19-38-144 0</inkml:trace>
  <inkml:trace contextRef="#ctx0" brushRef="#br0" timeOffset="-117270.87">5635 4724 7359 0,'-3'0'656'0,"2"-2"-528"0,0 2-128 0,0 0 0 0,1 0 624 0,0 0 80 0,0 0 32 0,0 0 0 0,0 0 880 0,1 0 176 16,1 0 48-16,0 2 0 15,1-2-352-15,1 0-64 16,-1 0-16-16,2 0 0 0,0-2-368 0,2 2-80 16,-1-2 0-16,3-1-16 0,1 1 240 0,1-1 48 15,2-1 16-15,1 0 0 0,0 1-288 0,1-2-64 16,0 4-16-16,-2-2 0 0,0 0-304 0,0 0-64 0,1 1-16 0,-1 1 0 16,0 0-256-16,-2 1-48 15,-11 0-16-15,0 0 0 0,31 2-176 16,-23-2 0-16,0 2 0 0,-2-2 0 15,0 0-576-15,-1 0-64 0,-1 0 0 0,0-2-9360 16,-1 2-1888-16</inkml:trace>
  <inkml:trace contextRef="#ctx0" brushRef="#br0" timeOffset="-117025.24">5806 4555 7359 0,'-1'-1'656'0,"1"-1"-528"0,0 0-128 0,0 2 0 15,0 0 1280-15,0 2 208 0,-1-2 48 0,0 0 16 0,0 2 1088 0,0 0 224 16,-1 5 32-16,1 1 16 0,0 5-896 0,1 4-176 16,0 4-48-16,0 1 0 0,0 2-752 0,-1 2-144 15,1 0-48-15,0-2 0 0,1-1-576 0,0-4-112 16,0 0-32-16,-1-19 0 0,6 32-128 0,-6-32-176 15,0 0 48-15,0 0-9696 16,13 37-1936-16</inkml:trace>
  <inkml:trace contextRef="#ctx0" brushRef="#br0" timeOffset="-116267.62">6438 4398 12895 0,'-1'-1'1152'0,"0"-1"-928"0,1 0-224 0,0 1 0 15,0 1 368-15,-1-2 16 0,0 0 16 0,-1-3 0 16,-3 0 880-16,-1 1 192 0,1-1 16 0,-2 2 16 15,1 1-176-15,-2 4-48 0,0-1 0 0,-1 4 0 16,0 1-320-16,1 2-80 0,0-2-16 0,-2 4 0 16,2 2-112-16,1-2-32 0,-1 2 0 0,3 2 0 0,-1 1-112 0,2 0-32 15,0-1 0-15,0 3 0 0,2 2-160 0,2 1-32 16,0-20-16-16,4 46 0 16,-4-46-112-16,12 46-32 0,-12-46 0 0,17 45 0 0,-17-45-96 15,22 45 0-15,-22-45-128 0,23 42 192 0,-23-42-192 16,25 37 0-16,-25-37 0 0,25 35 0 0,-25-35 0 15,0 0 0-15,29 45 0 0,-29-45 0 16,0 0 0-16,14 45 0 0,-14-45 0 16,-2 35 0-16,-3-16 192 0,-2 0-64 0,-4 0-128 15,-3 3 192-15,-2 1 64 16,-2-2 0-16,-1-1 0 16,0-2 0-16,0-3 112 15,2-1 16 1,0-2 16-16,0-1 0 0,1-1-224 0,1-5-48 0,0 0-128 15,1-5 192-15,4 0-608 0,2-3-128 16,4-2-32-16,3 1-15680 0</inkml:trace>
  <inkml:trace contextRef="#ctx0" brushRef="#br0" timeOffset="-115856.07">6531 5170 7359 0,'1'0'320'0,"-1"0"80"0,0 0-400 0,-1 0 0 0,1 0 0 0,0 0 0 16,-1 0 1632-16,0 0 240 0,0 2 48 0,-1-1 16 16,0 1-96-16,0 0-32 0,1 1 0 0,-1-2 0 15,0 2-144-15,0 0-48 0,0 2 0 0,1-2 0 0,-1 0-32 0,1 1-16 16,0 1 0-16,-1-1 0 0,1 1-192 0,0 1-32 15,0-1-16-15,0 1 0 16,1 0-624-16,1-1-128 0,0 0-32 0,0 2 0 16,1-3-288-16,-1 2-64 0,1 0-16 0,-1-3 0 0,1 1-176 0,1 0 0 15,2-1 0-15,-1 2 128 0,-4-5-128 0,0 0 160 16,0 0-160-16,0 0 160 0,0 0-32 0,0 0-128 16,36 31 192-16,-31-28-64 0,-1 2-128 0,0-1 192 0,-2 0-192 15,1 1 192-15,0-2-192 16,-2 1 0-16,0 1 0 0,-2-2 0 0,-1 1 0 0,-1 1 0 0,-1-2 128 15,-1 0-128-15,-3 0 0 0,1 2 0 16,-1-2 0-16,-3-1 0 0,1 0 0 0,-3-1 0 0,0 1 0 0,1-2 0 0,1 0 0 16,1 0 0-16,-1-3 0 0,1 1 0 15,2-3-352-15,2 0-48 0,1-3-16 0,3 0-17344 0</inkml:trace>
  <inkml:trace contextRef="#ctx0" brushRef="#br0" timeOffset="-115698.17">6478 5147 10127 0,'-3'-3'896'0,"1"2"-704"0,2 1-192 0,0 0 0 16,0 0 2592-16,1 0 480 0,0 1 112 0,1-1 16 15,3 3-80-15,-5-3-16 0,0 0 0 0,0 0 0 16,0 0-1520-16,42 11-304 0,-42-11-64 0,0 0-16 16,37-2-784-16,-37 2-160 0,27-7-16 0,-14 2-16 15,0 1-224-15,-1-1 0 0,-1 2-144 0,0-1-11072 16,-2 2-2224-16</inkml:trace>
  <inkml:trace contextRef="#ctx0" brushRef="#br0" timeOffset="-115478.52">6666 5274 18431 0,'1'5'816'0,"-1"-2"160"0,0 1-784 0,0-1-192 0,0-1 0 15,0-2 0-15,1 5 1552 0,-1-3 272 0,1 3 48 0,-1-5 16 16,0 0-592-16,0 0-112 16,7 32-32-16,-7-32 0 0,0 0-784 0,0 0-176 15,0 0-16-15,0 0-16 0,0 0-160 0,0 0 0 16,0 0 0-16,0 0-13344 0</inkml:trace>
  <inkml:trace contextRef="#ctx0" brushRef="#br0" timeOffset="-115099.61">6838 5163 11055 0,'-2'0'480'0,"1"-2"112"0,1 2-464 0,0 0-128 0,0 2 0 0,-1-2 0 0,1 0 1728 0,0 0 336 15,0 3 64-15,0-1 16 0,1 0 176 0,0 1 48 16,0 1 0-16,-1 1 0 0,0-2-1216 0,0 2-224 15,-1 0-48-15,0-1-16 0,0 3-384 0,-1 0-80 16,0 0-16-16,1 0 0 0,-1-1 80 16,0 1 16-16,-1 2 0 0,0 0 0 15,1-2 0-15,1 0 0 16,-1 1 0-16,1-1 0 0,1 0-112 16,1-1-32-16,1-2 0 0,2 0 0 0,1-2-112 0,-1 1-32 0,-4-3 0 0,0 0 0 0,0 0 0 0,0 0-16 15,41 7 0-15,-41-7 0 0,0 0 16 0,0 0 16 16,0 0 0-16,0 0 0 0,42 12-208 0,-38-8 176 0,-4-4-176 15,0 0 160-15,0 0-160 0,0 0 0 0,2 32 144 0,-8-24-144 16,0 0 0-16,-2 1 144 0,-1-2-144 0,0 1 0 16,-1-1 0-16,-1 2 0 0,1-4 0 0,-1 0 0 15,0-1 0-15,0-2 0 16,-1-2 0-16,2-2 0 0,1 2-144 0,1-2-144 0,0-3-32 16,3-2-16768-16</inkml:trace>
  <inkml:trace contextRef="#ctx0" brushRef="#br0" timeOffset="-114910.39">6801 5163 17503 0,'1'-2'1552'0,"1"2"-1232"0,-1 0-320 0,1 0 0 16,0 0 1344-16,1 0 224 0,1 0 32 0,4-2 16 0,-8 2 448 0,24-5 96 16,-24 5 16-16,32-8 0 0,-15 4-1296 0,-1-1-256 15,1-1-48-15,-2 0-16 0,0 1-560 0,-2-1 0 16,-1 1 0-16,-1 0-14640 0</inkml:trace>
  <inkml:trace contextRef="#ctx0" brushRef="#br0" timeOffset="-114420.32">6714 4072 13823 0,'-6'-7'1216'0,"2"3"-960"0,2 3-256 0,1-1 0 0,0 2 2032 0,0 2 352 0,-1-2 80 16,-1 3 16-16,-1 0-1168 0,-1 3-224 0,-2 2-64 0,-1 2 0 15,-1 6 272-15,-1 0 48 16,0 3 16-16,0 0 0 0,-1 6-576 0,-1 2-112 15,0 4-32-15,0 3 0 0,1 3 96 0,0-1 16 0,2-2 0 0,1-2 0 16,2-3-144-16,3-3-32 16,2-5 0-16,1-4 0 0,0-17-256 0,0 0-48 0,0 0-16 0,26 41 0 15,-26-41-256-15,0 0 0 0,35 0 0 0,-20-7 0 16,0-4-320-16,1-1 48 0,0-2 0 16,-2-1 0-1,-1 0-448-15,-4-2-96 16,-2 1-16-16,-5 3 0 0,-2 1-912 15,-4 3-192 1,-5 2-48-16,-4 2-11664 0</inkml:trace>
  <inkml:trace contextRef="#ctx0" brushRef="#br0" timeOffset="-113127.98">6675 4393 3679 0,'-1'2'320'0,"1"-2"-320"0,0 0 0 0,-1 0 0 16,1 0 1072-16,0-2 144 0,0 2 16 0,-1 0 16 15,0 0 960-15,1-1 192 0,0-1 32 0,0 1 16 16,0 0-416-16,1-1-96 0,0-1-16 0,0-1 0 16,0 1-480-16,-1 1-96 0,1-1-32 0,-2 1 0 15,0-3-352-15,0 3-64 0,-1-2 0 0,-1 0-16 16,-1 0-48-16,0-1 0 15,-2 1 0-15,0 1 0 0,-2-1-48 0,0-1-16 0,0 1 0 0,-2-2 0 16,1 1-224-16,0-1-48 0,0 0-16 0,2 0 0 0,1 1-272 0,1 1-48 16,-1 1-16-16,4-2 0 15,0 3-352-15</inkml:trace>
  <inkml:trace contextRef="#ctx0" brushRef="#br0" timeOffset="-80394.83">7428 4640 2751 0,'1'-1'256'0,"-1"1"-256"0,0 0 0 0,0 0 0 16,0 0 672-16,1-2 96 0,-1 2 0 0,0-3 16 15,1 3 544-15,1-3 96 0,-1 2 32 0,0-2 0 16,0 3-304-16,-1-2-48 0,0 2-16 0,0 0 0 16,-1 0-192-16,1 0-32 0,-1 0-16 0,-1 2 0 15,1-1-272-15,0 1-48 0,1-1-16 0,-2 0 0 16,1 1 0-16,0-1-16 0,0 3 0 0,0-1 0 16,0-1-48-16,-1 2-16 0,1-1 0 0,-1 0 0 15,1 1-16-15,0 1 0 0,-1 0 0 0,0 0 0 16,1 2-32-16,0-1 0 0,-1 2 0 0,1-1 0 15,-2 0-16-15,2 2-16 0,-2 1 0 0,1-1 0 16,0 2-80-16,1 0-16 0,-1 1 0 16,1 0 0-16,0 0-16 15,-1 4-16-15,0 0 0 16,-1 1 0-16,2 2-16 0,-1-3 0 16,1 1 0-16,1-2 0 0,0 0-80 15,0-15-128-15,0 0 176 0,3 37-176 0,-3-37 0 0,0 0 0 0,0 0 0 0,0 0 0 0,0 0 128 0,0 0-128 0,0 0 0 0,0 0 0 0,0 0 384 0,0 0-48 16,39 23 0-16,-32-30 0 0,-1 0-80 0,1 0 0 15,1-3-16-15,0 1 0 0,1 0-240 0,0-2 0 0,-1 2 0 0,0 0 0 16,0 0-176-16,-1-1 32 16,1 0 0-16,-1 2 0 15,0 0-640-15,-2 1-128 0,2 0-32 16,-2-1 0-16,0 2-528 0,0-4-128 16,-2 3 0-16,0 0-16 15,1-3 336-15,-2 1 64 16,0 0 0-16,0-1 16 15,0-2 624-15,-1 0 112 16,0 0 16-16,0-2 16 0,0 0 432 16,-1 1 0-16,1 1 0 15,0 1 0-15,0 2 144 0,0-1 16 16,-1 3 0-16,0 1 0 0,1 0 192 16,-1 2 32-16,-1 1 16 0,0 1 0 15,1 2 144-15,-1 0 32 0,1 2 0 0,-1 1 0 0,0-1 64 0,-1 3 0 0,-1 2 16 0,1 0 0 0,0 0-192 0,-1 5-32 0,0-2-16 16,0 1 0-16,1 1-96 0,0 0 0 0,0 2-16 0,0-1 0 0,0-2 16 0,0-1 0 0,1 3 0 0,1-3 0 0,0 2-16 0,-1-2 0 0,1-1 0 0,0-2 0 0,1 3-176 0,-1-1-128 0,1-2 144 0,-1-2-144 0,2 0 0 0,-1-1 0 15,1-1 0-15,0-1 0 0,0-1 0 0,0-1 0 16,1-1-192-16,1-1-12192 16</inkml:trace>
  <inkml:trace contextRef="#ctx0" brushRef="#br0" timeOffset="-80126.64">7659 4788 1839 0,'-2'-2'160'0,"0"1"-160"0,1 0 0 0,0 1 0 16,2-2 1568-16,-1 2 288 0,1 0 48 0,0-2 16 16,0 1 512-16,2-1 96 0,0 1 32 0,2-3 0 15,-1 2-816-15,3-1-144 0,0-1-48 0,1 3 0 0,1-1-256 0,0 1-48 31,1 0-16-31,-1 1 0 0,0-2-400 0,0 1-96 0,2-1-16 0,-2 2 0 16,-1-3-416-16,1 3-96 0,0-2-16 16,-1 1 0-16,0 0-368 0,0-3-80 0,-1 1 0 0,1 0-8848 15,0 1-1776-15</inkml:trace>
  <inkml:trace contextRef="#ctx0" brushRef="#br0" timeOffset="-79688.7">8024 4578 7359 0,'0'-2'656'0,"0"1"-528"0,0 1-128 0,0 0 0 16,0 0 1856-16,-1 0 320 0,0 1 80 0,0-1 16 16,-1 2 160-16,0 0 48 15,-1 0 0-15,0 1 0 0,-3 6 304 16,2-2-1520-16,1-1-16 0,1 0-288 0,0 1-48 0,1 1-16 0,1-1 0 15,0-7-272-15,0 0-64 16,0 0-16-16,0 0 0 0,12 37-112 0,-12-37-32 0,0 0 0 0,0 0 0 0,0 0-80 16,0 0-32-16,38 32 0 0,-38-32 0 15,0 0-288-15,0 0 160 0,0 0-160 0,35 23 128 0,-35-23-128 0,0 0 0 16,0 0 144 0,0 0-144-16,0 0 208 0,34 28-16 15,-30-23-16-15,0 0 0 0,-2 0-32 0,1-1 0 0,0 1 0 0,-1 1 0 16,0-2-144-1,-2 1 0-15,1-1 144 0,-1-1-144 0,1 1 0 0,-1-1 144 0,0-1-144 0,-1-2 0 16,0 2 176-16,-1-2-176 0,0 2 160 0,-2-2-160 0,0 3 208 16,-2-1-48-16,0 1-16 0,-1-1 0 0,-1 1-144 0,-2 2 0 15,0 0 0-15,-2 1 0 0,0-1 0 0,-1 0 0 0,-1 2 0 16,-1-3 0 0,2-1-368-16,2-1-96 0,3-2-32 15,0-2-10864-15,3-1-2176 0</inkml:trace>
  <inkml:trace contextRef="#ctx0" brushRef="#br0" timeOffset="-79495.64">8006 4587 1839 0,'-1'-3'160'0,"1"1"-160"0,0 1 0 0,0 0 0 16,1 1 3168-16,0 0 608 0,0 0 112 0,1 0 16 16,2 0-1424-16,0-2-304 0,4 0-48 0,0 1-16 0,1-1-576 0,0-1-112 31,0 3-16-31,0-2-16 15,1 0-576-15,-1-1-112 0,0 1-32 0,0-1 0 0,1 1-448 0,-1 1-96 16,-1 0 0-16,0 1-128 0,-3-2 0 0,1 2 0 16,-1 0 0-16,0 0 0 15,0 0-432-15,-1 2-80 0,0-2-32 0,-1 0-12816 16</inkml:trace>
  <inkml:trace contextRef="#ctx0" brushRef="#br0" timeOffset="-79195.11">8315 4506 11055 0,'3'-2'480'0,"-1"0"112"0,1 2-464 0,-2 0-128 0,1 0 0 0,-1 0 0 15,0 0 1424-15,2 2 272 0,1 0 48 0,1 1 16 16,-5-3 176-16,0 0 48 0,0 0 0 0,0 0 0 16,36 29-400-16,-36-29-80 0,0 0-16 0,0 0 0 15,25 46-144-15,-25-46-48 0,0 0 0 0,16 48 0 16,-16-48-336-16,8 36-80 0,-8-36-16 0,3 40 0 15,-3-40-320-15,0 34-64 0,0-34-16 0,-4 31 0 16,-1-18-304-16,-1 1-160 0,-1 0 160 0,0-2-160 16,-3 2 0-16,0-2 128 15,0 0-128-15,2 0 0 0,-1-2 0 16,-1-1 0-16,-1 3 0 16,-3 0-160-16,1 0-816 15,-2 0-176-15,-1 0-16 0,1 1-15184 16</inkml:trace>
  <inkml:trace contextRef="#ctx0" brushRef="#br0" timeOffset="-78785.47">7370 4506 12895 0,'-3'-9'576'0,"1"4"112"0,0 1-560 0,1 1-128 0,0 3 0 0,1 0 0 0,-1 0 1600 0,-1 0 304 16,-1 0 48-16,0 1 16 0,-3 3 144 0,0 3 16 16,-1 3 16-16,0 3 0 0,-2 5-656 0,0 2-128 15,-1 6-16-15,-1 4-16 0,0 4-592 0,-1 0-112 16,1-1-32-16,3-2 0 0,1-1-256 0,3-5-48 16,2-4-16-16,2-3 0 0,0-18-272 15,0 0 128-15,15 46-128 0,-15-46 0 0,0 0 0 0,0 0 0 16,40 31 0-16,-40-31 0 0,33 8-128 0,-33-8 128 15,55 3-208-15,-25 0-15536 16</inkml:trace>
  <inkml:trace contextRef="#ctx0" brushRef="#br0" timeOffset="-76962.33">8649 4675 12895 0,'0'-2'1152'0,"-1"1"-928"0,1-1-224 0,0 2 0 15,0 0 1024-15,0-2 176 0,1 0 16 0,0-1 16 16,0-2 576-16,2 3 112 0,0-3 32 0,2 2 0 0,1 3-480 15,0 3-80-15,-6-3-32 0,0 0 0 0,0 0-496 0,31 31-96 16,-31-31-32-16,0 0 0 16,26 42-288-16,-26-42-48 0,0 0-16 0,23 43 0 0,-23-43-192 0,0 0-32 15,0 0-16-15,24 36 0 0,-24-36-144 0,0 0 0 16,0 0 0-16,0 0-10096 16,0 0-1888-16</inkml:trace>
  <inkml:trace contextRef="#ctx0" brushRef="#br0" timeOffset="-76799.65">8820 4634 15663 0,'-4'-4'688'0,"2"1"144"0,0 1-656 0,0 2-176 0,2 0 0 0,-2 2 0 0,0-2 960 0,-2 3 176 0,-1 1 16 0,-4 1 16 16,-2 4 112-16,-3 1 0 0,0 2 16 0,-2 4 0 15,-1-3-144-15,0 3-16 16,2-2-16-16,0-2 0 0,2 0-512 0,1 0-96 15,4-4-32-15,2 1 0 0,0-3-480 0,3-1 0 0,1 0 0 0,2-3-13440 16</inkml:trace>
  <inkml:trace contextRef="#ctx0" brushRef="#br0" timeOffset="-76295.73">8976 4631 1839 0,'5'-4'160'0,"-2"-1"-160"0,1 3 0 0,-3 0 0 0,0 0 1968 0,0 0 352 15,0 2 80-15,0-1 16 0,2-2 272 0,0 1 48 16,-1 0 16-16,0 0 0 0,-1 0-976 0,0 1-192 16,-2 1-48-16,0 3 0 0,-1-1-512 0,-1 1-96 15,-1 4-32-15,-1-1 0 0,1 2-128 0,-2 2-48 0,1 2 0 16,-1 2 0-16,1 0-304 0,1 0-64 0,0 2-16 0,0-2 0 15,2 1-192-15,0-3-144 0,1-1 192 0,0 0-192 16,2-2 0-16,1-3 0 0,0 0 0 16,1-2 0-16,2 1 0 15,0-5 0-15,0 0 0 0,2-3 0 16,0 1 0-16,1-5 0 0,3 1 0 16,-1-2-144-16,1 1 144 0,0-3 0 0,0 0 0 0,1-1-128 0,-1 1-208 0,0-3-48 0,1 1 0 0,-2 0 0 31,-2 2-352-31,0-2-80 0,-2 2-16 0,0 1 0 0,-2 0 512 0,0-1 80 0,0 3 32 0,-2 1 0 0,0 0 208 0,-1 1 0 15,0 1 0-15,-2 1 160 0,1-1 64 0,-1 1 16 16,-1 2 0-16,2 0 0 0,-2 1 336 0,0 1 64 16,1 0 0-16,-1 2 16 0,0 1-80 0,0 3-32 15,0 1 0-15,1 1 0 0,-1 3 0 0,0 2 0 16,0 0 0-16,0 3 0 0,2-17-144 0,-1 30-16 16,1-30-16-16,0 0 0 0,6 35-160 0,-6-35-16 15,0 0-16-15,0 0 0 0,0 0-176 0,0 0 0 16,32 27 0-16,-25-28 0 0,0 0-320 0,1-3-32 15</inkml:trace>
  <inkml:trace contextRef="#ctx0" brushRef="#br0" timeOffset="-75682.81">9489 4660 11055 0,'5'-2'480'0,"-1"1"112"0,-1 0-464 0,-1 1-128 0,0 0 0 0,-1 0 0 16,0 0 2192-16,1 0 432 0,1 0 64 0,-1 0 32 16,2 0-224-16,0 0-32 15,0 0-16-15,-2-2 0 0,0 0-1248 0,-1 1-256 0,0-2-48 0,-1-1-16 16,0-1-176-16,0 0-48 0,-2 1 0 0,0-3 0 16,0 2-352-16,-1 0-80 0,-1-2-16 0,-2 0 0 15,1 2-208-15,-2-1 0 0,-1 0 0 0,-1 4 0 16,-1-2 0-16,-1 3 0 0,1 4 0 0,1-1 0 0,1 2 0 0,-1 2 144 31,1 1-144-31,-1 4 128 0,-1 1-128 16,2 0 160-1,0 2-160 1,2-2 160-16,0 2-160 0,1 1 0 0,1 1 0 0,0-3 0 0,3 0 0 16,-1-1 0-16,2-12 128 0,0 0-128 0,0 0 0 0,3 35 0 0,-3-35 0 0,0 0 0 0,0 0 0 0,0 0 128 0,0 0-128 15,0 0 0-15,0 0 0 0,39 8 0 16,-31-12 0-16,0-2 0 0,1-1 0 0,2-2 0 0,1-2 0 0,0-2 0 15,0 1 0-15,0-2 0 0,-1-2 0 0,0 1 0 32,0-1-400-32,-1 3-64 15,0-1-16-15,-2 0 0 16,0 0-688-16,-1 0-144 0,-1-2-32 16,1-2 0-16,-1 0-96 15,0-2-32-15,0-1 0 0,-2 0 0 16,1-3 656-16,-1 3 128 0,4 0 32 0,-2 1 0 0,2 4 448 0,-4 2 208 0,0 4-192 0,-2 3 192 0,-2 2 576 0,1 3 256 0,-1 2 32 0,-1 2 16 0,-1 1 592 0,0 2 128 0,-1 1 32 0,2 2 0 15,-2-1-528-15,-1 3-96 0,0 4-32 0,0 2 0 16,-1 3-400-16,0 1-96 0,0 1-16 0,0-2 0 0,3-3-64 16,-1 1-16-16,0 5 0 0,1 1 0 0,0 1-64 15,2-24 0-15,-1 44-16 0,1-44 0 0,1 39-144 16,-1-39-32-16,0 0 0 0,8 42 0 0,-8-42-128 0,0 0 0 16,0 0 0-16,0 0 0 0,0 0 0 0,0 0 0 15,38 17 0-15,-30-22 0 0,-1-1 0 16,2 0 0-16,-1-3-128 0,1 1 128 15,-1 1-2160-15,0-1-352 0,1-1-80 0,-1 3-12128 0</inkml:trace>
  <inkml:trace contextRef="#ctx0" brushRef="#br0" timeOffset="-75224.22">9821 4516 13823 0,'4'-5'608'0,"-1"0"128"0,-1 3-592 0,-1 0-144 0,0 2 0 0,-1 0 0 16,0 2 1536-16,-1-2 288 0,1 0 48 0,-1 2 16 15,-1 3 160-15,-1 0 16 0,-1 4 16 0,0-1 0 16,-1 5-736-16,-1 0-160 0,0 3-32 0,-1 1 0 16,2 1-304-16,-2 0-64 0,3 0-16 0,-1 1 0 15,2-2-112-15,3-17-16 0,-1 30-16 0,1-30 0 16,0 0-304-16,0 0-48 0,0 0-16 0,16 38 0 16,-16-38-256-16,0 0 0 0,0 0 0 0,28 3 0 15,-20-6 0-15,2-1 0 0,0-3 0 0,0 0 0 0,-1 0 0 16,1-1 0-16,-1 0 0 0,-2-2 0 15,2 2-512 1,-1-1-64-16,1-1-16 0,0 1 0 0,-1-1-320 0,-1 1-64 0,0-3-16 0,-2 2 0 16,2-2 208-16,-2-1 32 0,1 0 16 0,0-3 0 0,-2 0 480 0,0-1 112 15,-2 0 16-15,1 3 0 0,-1 0 128 0,0 2 0 16,-1 0 160-16,0 5-160 0,-1 1 576 0,-1 3 0 16,0 3 16-16,-1 0 0 0,0 4 288 0,-1 4 48 15,-1-1 16-15,0 4 0 0,1 4-416 0,-2 2-80 16,1 3 0-16,1 2-16 15,-1 0-176-15,0 1-16 0,2 0-16 16,2-23 0-16,-1 44 48 0,1-44 16 16,2 35 0-16,-2-35 0 0,0 0-80 0,0 0-16 0,14 41 0 0,-14-41 0 0,0 0-192 0,0 0 0 0,0 0 0 0,0 0 0 31,38 11-736-31,-31-16-144 0</inkml:trace>
  <inkml:trace contextRef="#ctx0" brushRef="#br0" timeOffset="-74784.51">10350 4568 3679 0,'-4'-2'320'0,"1"2"-320"0,1-2 0 0,0 2 0 0,0 0 1200 0,1 0 160 0,0-1 48 0,-1 1 0 15,-1 0 656-15,0-2 144 0,-1 2 32 0,0-2 0 16,2 2-352-16,0-1-64 0,1 1-16 0,1-2 0 16,2 2-336-16,0-1-64 0,4 0 0 0,0 1-16 15,2-2-128-15,0 2-32 0,4-3 0 0,2 3 0 16,2-2-256-16,1 1-48 0,-17 1-16 0,34 0 0 16,-34 0-352-16,43 0-80 15,-43 0-16-15,38 1 0 0,-38-1-272 0,40 2-64 0,-40-2-128 16,32-3 192-16,-32 3-192 0,28-3 0 15,-15 0 0-15,-2 0-160 16,0-2-512-16,-2-1-96 0,-2 3-32 0,-3-2-9952 0,-2 3-1984 0</inkml:trace>
  <inkml:trace contextRef="#ctx0" brushRef="#br0" timeOffset="-74531.87">10497 4410 1839 0,'-1'-3'0'0,"-1"0"160"0,1 1-160 0,1 1 0 0,0 0 0 15,0 1 0 1,0 0 1856-16,-1-2 352 0,1 1 64 0,0-1 16 0,0 2 480 0,-1 0 112 0,1 0 0 0,-1 3 16 16,0 0-640-16,0 3-128 0,-1 1-16 0,0 3-16 15,0 4-464-15,-1 0-96 0,-1 2 0 0,0 2-16 16,0 2-816-16,-1 2-144 0,1 5-48 0,-2 0 0 15,1 1-304 1,2-1-64-16,-1-1-16 0,4-26 0 0,-3 47-128 0,3-47 0 0,1 34 0 0,-1-34-15936 16</inkml:trace>
  <inkml:trace contextRef="#ctx0" brushRef="#br0" timeOffset="-72925.75">11342 4113 3679 0,'-3'-6'320'0,"1"2"-320"0,0 2 0 0,0-1 0 0,0 3 1680 0,0 0 272 16,0-2 48-16,-2 2 16 0,-3-2-272 0,-3 0-48 16,0 2-16-16,-2-2 0 0,1 4-144 0,0 0-16 15,-1 0-16-15,2 1 0 0,0 2-544 0,-1 1-128 16,-1 2 0-16,1 1-16 0,-1 0 80 0,1 3 0 16,3-2 16-16,0 2 0 0,-1 2 752 0,0 2 160 15,1 6 32-15,-2 2 0 16,0 2-1856-16,1 4-448 0,0 4-64 0,1-1 0 0,3-1 736 0,-1 2 144 15,2-1 16 1,0 3 16-16,1 2-192 0,1 0-32 0,3 1-16 16,-1 0 0-16,1 2-160 0,1-4 128 0,-2-37-128 0,6 60 128 0,-6-60-128 0,6 52 0 0,-6-52 0 0,7 42 0 15,-7-42 0-15,0 0 0 0,4 46 0 0,-4-46 0 16,0 0 0-16,-3 33 0 0,1-24 0 16,-4 1 0-16,0-1 0 0,-4-3 0 15,1 1 128-15,-2-1-128 0,-1-1 0 16,0-2 0-16,-1-1 0 0,0-2 0 0,2-2 0 15,0-1 0-15,1 0 0 0,1-1-15936 0</inkml:trace>
  <inkml:trace contextRef="#ctx0" brushRef="#br0" timeOffset="-72356.3">11411 4881 11967 0,'0'-5'528'0,"0"1"112"0,0 1-512 0,0-1-128 0,0 3 0 0,0-1 0 15,0 2 1536-15,-1-2 288 0,1-1 48 0,-1-1 16 16,0 1 16-16,-1 2 0 0,-1 0 0 0,1 2 0 31,-2 0-816-31,-1 4-144 0,1 0-48 0,-2 2 0 0,0 1-192 0,-1 1-32 0,0 2-16 0,-1 1 0 16,1 2-208-16,-1 1-64 0,-1 1 0 0,1 3 0 0,0 0-160 0,-1 2-32 31,2 3-16-31,-1-2 0 0,3 1 80 0,-1 1 0 0,2-3 16 0,4-21 0 0,-6 33-144 16,6-33-128-16,-1 31 144 0,1-31-144 15,0 0 0-15,7 38 0 0,-7-38 0 16,0 0 0-16,0 0 0 0,0 0 0 0,35 7 0 0,-26-13 0 16,3-2 192-16,-1-2 112 0,0-2 16 0,0 1 0 0,-1-1 16 0,-2 0 16 15,-1 1 0-15,-3 2 0 0,0 0-352 0,-3 3 0 16,-2 1 0-16,-2-1 128 0,-1 3 0 0,-4 2 0 15,-1-1 0-15,-2 4 0 0,-2 1 64 0,1-1 32 0,0 0 0 0,0 1 0 16,0 2-224-16,0-3 176 0,4 0-176 16,2-2 160-16,0 2-160 0,2-2 0 15,2-2 0-15,1 1 0 16,2-2-1024-16,0 0-192 0</inkml:trace>
  <inkml:trace contextRef="#ctx0" brushRef="#br0" timeOffset="-71806.46">11503 4001 6447 0,'1'-9'272'0,"0"2"80"0,-1 0-352 0,0 4 0 0,0 1 0 0,0 0 0 16,0 1 1232-16,0-2 176 0,-1-2 48 15,0-1 0 1,0 2 352-16,-1 1 80 0,0 1 16 0,-1 2 0 16,1 0-512-16,1 2-112 0,0 1 0 0,-1 1-16 15,2-1-112-15,1 2 0 0,0-1-16 0,1-1 0 16,2 1-384-16,2-3-80 0,2 1-16 0,2-2 0 16,3-3 48-16,2-1 0 0,0 1 0 0,2-3 0 15,-2 0-64-15,2 0 0 16,0 0 0-16,-2 0 0 0,-1 0-256 0,-2 2-64 0,1-1-16 15,-3 0 0-15,-2 3-128 16,-1 0-32-16,-3 2 0 0,0 2 0 16,-1 0-144-16,-2 3 128 0,-1 1-128 0,-2 2 128 0,-1 4-128 0,-1 0 192 0,0 2-192 0,-3 1 192 0,1 0-32 0,-1 0 0 15,1-1 0-15,-2 3 0 0,1 1-160 0,-1 3 192 16,-1 2-192-16,2-2 192 0,0-2-192 0,1-1 0 16,-2 2 0-16,1 2 0 0,0 1 0 0,-1-3 0 15,3-2 0-15,1-5 0 0,1-2 0 0,1-4 0 16,0-2 0-16,1-3-11168 15,1-2-2144-15</inkml:trace>
  <inkml:trace contextRef="#ctx0" brushRef="#br0" timeOffset="-71633.24">11522 4148 17503 0,'-5'0'384'0,"1"0"64"0,0 1 32 0,2 1 32 0,2-2-512 0,0 0 0 0,1 0 0 0,-1 2 0 16,1-2 2320-16,2 0 368 0,1 1 80 0,3-2 16 15,4-1-432-15,2-3-96 0,4 0-16 0,2-2 0 16,3 0-1072-16,1-2-208 0,4-1-64 0,-1 1 0 16,1 2-672-16,0-1-224 0,-3 4 128 0,-2-1-11648 15,-3 2-2336-15</inkml:trace>
  <inkml:trace contextRef="#ctx0" brushRef="#br0" timeOffset="-69946.99">11912 4520 14735 0,'2'-4'1312'16,"0"0"-1056"-16,-1 1-256 0,0 1 0 16,-1 1 1392-16,0-1 208 15,1 0 64-15,1-3 0 0,1-2 176 0,0-3 32 0,-2 3 16 0,1 2 0 16,0 1-960-16,-2 1-192 0,1 3-32 0,-1 0-16 0,0 1-112 0,-2 3-32 15,1-1 0-15,-2 4 0 0,0 3-112 0,-2 6-32 16,-1 0 0-16,0 3 0 0,0-2-144 0,2 2-16 16,-2 1-16-16,2 1 0 15,0-1-224-15,1-2 128 0,0 0-128 0,3-18 0 16,-1 25 0-16,1-25 0 0,0 0 0 0,0 0 0 0,0 0 0 0,0 0 0 16,0 0 0-16,0 0 0 0,0 0 0 0,39 18 0 15,-30-23 0 1,-1-2 0-16,1 0 0 0,1-3-128 0,-2 1 128 0,0 2 0 31,1-3-720-31,0 1-48 16,0-1 0-16,1-2 0 15,0 1-688-15,-1-1-144 16,0-3-16-16,0 2-16 0,-3 3 624 0,2-4 128 0,-2-1 32 0,1 1 0 0,-1 0 608 0,0 2 240 0,-2 3-176 0,0-1 176 0,-1 1 448 16,-1 4 176-16,-1-3 32 0,0 4 16 0,-1 0 304 0,0 3 64 0,0-1 16 0,0 2 0 15,-1 2-224-15,0-2-64 0,0 5 0 0,-2-1 0 16,0 4-128-16,0 1-16 0,0 3-16 15,1 2 0-15,-1-4-112 0,1 1-32 16,2-11 0-16,-4 29 0 0,4-29-160 16,-1 29-48-16,1-29 0 0,0 0 0 15,2 33-64-15,-2-33 0 0,0 0-16 0,0 0 0 0,0 0-176 0,0 0 0 0,0 0 0 0,30 31 0 0,-24-31 0 0,-1 0 0 16,2-2-160-16,-1 1 160 16,0 1-1760-16,-1 0-256 15,0 0-48-15,-1 3-11936 0</inkml:trace>
  <inkml:trace contextRef="#ctx0" brushRef="#br0" timeOffset="-69012.41">12403 4537 21183 0,'4'3'944'0,"-1"-1"192"0,0-2-912 0,-2 1-224 0,0 0 0 0,0-1 0 15,1 0 1424-15,-1 0 240 0,2 0 64 0,0 0 0 16,0 0-256-16,1-1-32 0,1 0-16 0,-2-4 0 15,1 0-400-15,-2 1-96 16,1-1-16-16,-2-2 0 0,-1 0-480 0,0 0-112 0,-1-1 0 0,-2 2-16 16,0-2-304-16,-1 2 0 0,-1 0 0 0,-1 0 0 15,2 1 0-15,-3 2 0 0,1 1 0 0,-2 0 0 16,0 2 0-16,0 2 0 0,-1 2 0 0,2 1 0 16,-1 0 0-16,1 2 0 0,0 2 0 0,-1-1 0 15,2 1 0-15,-1 1 0 0,0 1 128 0,1 2-128 16,1 0 0-16,-1 2 0 15,1 0 128-15,2 1-128 16,3-16 0-16,-3 33 0 0,3-33 0 0,0 0 0 0,8 38 0 0,-8-38 0 0,0 0 0 0,0 0 0 0,0 0 0 0,34 35 0 16,-34-35 0-16,0 0 0 15,26 3 0-15,-17-8 0 0,1 0 0 0,1-2 0 0,-1 0 0 0,2-4 0 16,0-1 0-16,1 0 0 0,-2 0-320 0,1-2-32 16,-1-1 0-16,-1-2 0 15,0 1-768-15,0 0-160 0,0-4-16 16,-2 0-16-16,-1-2 32 15,-2-2 0-15,0-2 0 0,-2 1 0 16,-2-1 464 0,0-1 112-16,0-2 0 0,-1 3 16 0,0 0 496 0,0 5 192 0,0-1-128 0,0 7 128 0,0 4 320 0,0 4 128 0,0 2 48 0,-1 2 0 0,1 2 704 0,-1 2 144 0,0 3 16 0,0 3 16 15,-1 3-368-15,-1 4-80 0,0 3-16 0,0 6 0 16,3-23-400-16,-4 52-64 0,2-24-32 0,-1-2 0 16,3-26-96-16,-4 48-32 0,4-48 0 0,0 43 0 15,0-43-16-15,-1 37 0 16,1-37 0-16,1 32 0 0,-1-32-144 0,0 0-128 0,9 42 144 0,-9-42-144 15,0 0 0-15,0 0 0 0,0 0 0 0,21 39 0 16,-21-39 0-16,0 0 0 0,0 0 0 0,0 0 0 0,0 0-160 0,34 3-32 16,-28-6 0-16,0-2 0 15,1 0-1792 1,0 0-352-16,0 0-80 0,0-4-16 16,3 0-528-16,-1-2-112 15,0-1-32-15,1-2 0 0,1-1 768 0,0-2 160 16,-3 4 16-16,0-3 16 0,3-3 864 0,0-3 192 0,0 1 16 0,-2 2 16 0,0 3 1056 0,-1 4 0 0,-2 4 0 0,-1 4 144 0,-2 1 1776 0,-1 4 368 15,-2 3 64-15,-2 4 16 0,-1 0 448 0,-1 2 80 16,1 2 32-16,-3 2 0 0,0 3-1200 0,0 0-224 16,-1 2-48-16,1 2-16 0,1-2-480 0,0 0-112 0,1-1-16 15,1-1 0-15,3-17-112 0,-2 30-16 0,2-30-16 16,0 0 0-16,0 0-336 0,0 0-64 0,16 39-16 0,-11-37 0 16,1-2-272-16,2-3 0 15,1-1 0-15,1-3 0 16,-1 0 160-16,3-2-160 0,0-2 128 0,0-1-128 0,-1 1-432 0,-1-1-160 0,1 0-48 15,0-2 0-15,0-1-576 16,0 0-112-16,-2 1-16 0,0-1-16 0,0 1 288 0,-1-2 64 0,-1 3 16 0,0 1 0 16,-3 1 848-16,1 1 144 15,-1 1 0-15,-2 2 128 0,1 2 544 0,-2 5 112 0,0 0 32 0,-2 0 0 16,0 2 224-16,-1 3 48 0,0 0 16 0,-1 0 0 16,-2 3-208-16,2 0-64 0,0 1 0 15,-2 3 0-15,1 3-416 0,0 4-96 16,-1-1 0-16,1 2-16 15,4-20-128-15,-5 36-32 0,5-36 0 16,-4 40 0-16,4-40 80 0,3 33 16 0,-3-33 0 0,0 0 0 0,0 0-240 0,23 42 128 0,-23-42-128 0,0 0 0 0,0 0-128 0,33 8-128 16,-21-11-32-16,0-3-16624 0</inkml:trace>
  <inkml:trace contextRef="#ctx0" brushRef="#br0" timeOffset="-68621.11">13340 4459 6447 0,'-4'0'576'0,"1"-2"-576"15,2 2 0-15,-1 0 0 0,1 0 2736 0,1 0 432 0,0 0 96 0,1 0 0 16,0-1-784-16,0 1-176 0,4-2-16 0,2 0-16 16,2 0-464-16,2-3-80 0,1 0-32 0,2 1 0 0,3-1-512 0,2 1-96 15,1-2-32-15,0 1 0 0,0 3-528 0,0-3-96 31,-2 3-32-31,-1-1 0 0,1 1-256 0,-2 2-144 0,-1-1 160 0,-2 1-160 0,-2 0 0 0,0-1 0 32,-11 1 0-32,18 0 0 0,-11 0-320 0,-2-2-48 15,0 1-16-15,-3 1-16096 0</inkml:trace>
  <inkml:trace contextRef="#ctx0" brushRef="#br0" timeOffset="-68430.17">13526 4272 8287 0,'-2'-8'736'0,"2"5"-592"0,0 0-144 0,0 3 0 16,0 0 3488-16,0 0 672 0,1 0 128 0,0 2 16 0,0 0-1264 0,0 3-256 15,-1-5-48-15,0 0-16 0,1 35-1184 0,-1-35-256 16,-6 38-32-16,0-14-16 0,-1 0-720 0,-2 0-160 16,1 2-32-16,1-3 0 15,-1 1-112-15,2 0-16 0,2-5-16 0,1-4 0 0,3-15-176 0,-3 25 0 16</inkml:trace>
  <inkml:trace contextRef="#ctx0" brushRef="#br0" timeOffset="-67121.57">14442 3967 9215 0,'2'-3'816'0,"-1"-2"-656"0,0 2-160 0,-1 3 0 0,0-1 1392 0,-1 0 240 16,1-3 48-16,-1-2 16 0,1 0 208 0,-2 0 32 16,-1 0 16-16,-1-1 0 0,0 4-768 0,-1-2-160 15,-1 1-16-15,1 1-16 0,-1 2-96 0,2 0-32 0,-3 1 0 16,1 0 0 0,-2 1-48-16,2 2-16 0,-2 0 0 0,0 4 0 0,0 1-224 0,-1 5-32 15,0 0-16-15,1 5 0 0,-2-1-48 0,0 3-16 0,1 3 0 0,1 0 0 16,0-2-208-1,1 2-64-15,0 2 0 0,1 3 0 0,0 1-192 0,2 2 176 16,1-3-176-16,0 3 160 0,3-31-160 0,0 58 128 0,0-58-128 0,4 51 128 16,-4-51-128-16,5 48 0 0,-5-48 0 0,7 49 128 0,-7-49-128 15,4 52 0-15,-4-52 0 0,4 55 0 16,-4-55 0-16,1 54 0 0,-1-54 0 16,-3 50 0-16,3-50 0 15,-9 45 0-15,2-26 0 0,-2-2 0 0,1-3 0 16,-2-2 0-16,-2-3 0 15,0 2 0-15,-1 0 0 16,0-4 0-16,0 1 0 16,0-4 0-1,2 1 0-15,-1-2 0 0,2 0 0 0,0-2 0 16,2 1 0 0,1-2 0-16,2-2-144 0,2 1-16160 0</inkml:trace>
  <inkml:trace contextRef="#ctx0" brushRef="#br0" timeOffset="-66790.72">14431 4765 12895 0,'3'-3'576'0,"-1"0"112"0,1 2-560 0,-1-1-128 0,0 1 0 0,-1 1 0 16,0-2 1728-16,2 0 320 0,2-1 64 0,2 1 16 16,2-5-32-16,0 2-16 0,0 0 0 0,1-2 0 15,1 1-992-15,0 0-208 0,-1 2-48 0,0-1 0 16,0 0 32-16,0 0 0 0,1-2 0 0,-2 3 0 0,0-1-160 15,0 2-48-15,-3 1 0 0,1 0 0 0,-3 2-368 16,0 0-80-16,-1 2-16 0,-1 0 0 0,-1 0 96 0,-1 4 16 16,-1 0 0-16,0 2 0 0,-2 1-48 15,-1 1-16-15,-1 2 0 0,1 2 0 0,-2 3-112 16,0 1 0-16,-2 2-128 0,2 0 192 16,-2 0-192-16,1 1 128 15,-1 2-128-15,-1 1 0 16,2-2 0-16,-1 0 128 0,0-2-128 15,1 2 0-15,-1-6 0 0,1-1 0 0,1-1 0 0,0-3 0 16,1-3-128-16,1-3-32 0,1-1 0 0,0-1 0 0,2-3-1024 0,-1-3-208 0,2-2-32 0,0-1-14544 0</inkml:trace>
  <inkml:trace contextRef="#ctx0" brushRef="#br0" timeOffset="-66600.65">14468 4886 11055 0,'-1'-2'480'0,"0"1"112"0,1 1-464 0,-1 0-128 0,1 0 0 0,1 0 0 16,0 0 2304-16,0 0 448 0,1 1 96 0,1-1 16 15,2-1-144-15,1 0-32 0,3 0 0 0,1-2 0 16,0-1-1168-16,1-1-240 0,2-2-64 0,2 0 0 16,2 0-608-16,0-1-128 0,2-1-32 0,-1 0 0 15,1 1-448-15,-2 0 128 0,-2 0-128 0,1 3 0 16,-2-2-640-16,-1 1-192 0,-2 0-16 0,-1 2-14768 16</inkml:trace>
  <inkml:trace contextRef="#ctx0" brushRef="#br0" timeOffset="-65953.66">14765 3788 12895 0,'-2'0'1152'0,"2"0"-928"0,-1 0-224 0,0 0 0 16,0 0 512-16,-1 0 48 0,-1 2 16 0,-1-2 0 16,0 1 688-16,-3 0 144 0,1 0 16 0,-1 1 16 0,2-2-464 0,-1 0-80 15,1 3-32-15,0-3 0 0,1 2-16 0,1-1 0 16,0 0 0-16,0 1 0 0,0 1 176 15,1 0 48-15,1 1 0 0,1 3 0 0,-1-1-448 16,1-6-96-16,0 0-16 0,0 0 0 16,0 0-272-16,13 49-64 0,-13-49-16 0,0 0 0 0,20 38-160 0,-20-38 0 15,0 0 0-15,24 38 0 0,-24-38 0 16,0 0 0-16,27 33 0 0,-27-33 0 0,0 0 0 16,0 0 0-16,0 0 0 0,34 29 0 0,-34-29 128 15,0 0-128-15,0 0 0 0,0 0 128 0,0 0 0 0,0 0 0 16,0 0 0-16,0 0 0 0,-7 30-128 15,1-25 160-15,0-3-160 0,-2 1 160 16,-1 0-160 0,-1 0 0-16,-1-2 0 15,0 1 0-15,-2-1 0 0,-1 0 0 0,2-1 0 0,0-1 0 16,1 0 0-16,3-2 0 0,1 1 128 0,1 0-128 0,1-2 0 0,4-1 0 0,0 0 0 0,2-3 0 0,1 2 0 0,3-2 0 0,2 1 0 0,3-2 0 16,1-1 0-16,2-1 0 0,2 1 0 0,-1-1 0 15,1 1 0-15,-1-2 0 0,1 1 0 0,-2 0 0 16,1-1 0-16,-2 1 0 0,0 1 0 0,-2 1 0 15,0-1 0-15,-1-1 0 0,-1 1 0 0,0-1 0 0,-2 1 128 16,-1-2 80-16,-2 2 32 16,-3 1 0-16,-2 2 64 0,-3 0 16 0,-3 2 0 0,-3 0 0 15,-4 2-320-15,-1 1 0 0,1 1 0 0,-2 1 0 16,-1 1 0-16,-2 1 0 0,1 1 0 0,0-2-10560 16,5 3-2048-16</inkml:trace>
  <inkml:trace contextRef="#ctx0" brushRef="#br0" timeOffset="-63466.4">15456 4229 7359 0,'3'0'656'16,"-1"-2"-528"-16,-1 1-128 0,-1 1 0 0,0 0 1216 0,1-2 224 15,0 2 32-15,1-2 16 16,1 0 368-16,0-3 64 0,1 2 0 0,-1 1 16 16,-1-3-528-16,1 3-128 0,-1-3 0 0,0 3-16 0,0-3-96 0,-1 2-16 15,0 0 0-15,-2 0 0 0,1 0-192 0,-1 1-64 16,0-1 0-16,-2 1 0 0,0 0-240 0,-1 0-48 16,-1 1-16-16,-1 1 0 0,1-2-176 0,-2 2-32 15,-1 2-16-15,0-2 0 0,-1 3-64 0,1-1-16 16,0 0 0-16,-1 3 0 0,1 0-112 15,-1-1-32-15,3 2 0 0,0-2 0 16,-1 3-144-16,1-2 0 0,0 2 0 16,1 0 128-16,1-2-128 0,0 2 0 15,0-2 144-15,1 2-144 0,2-3 0 0,-1 2 0 0,1 0 0 16,0-1 128-16,1 0-128 0,2 0 0 0,1 0 0 0,-3-5 0 0,0 0 0 0,0 0 0 0,0 0 0 0,0 0 0 16,36 31 0-16,-36-31 0 0,0 0 0 0,0 0 0 15,40 28 0-15,-40-28 0 0,0 0 0 0,35 26 0 16,-35-26 0-16,0 0 0 0,35 28 0 0,-35-28 0 15,0 0 0-15,34 31 0 0,-34-31 0 0,0 0 128 16,0 0-128-16,32 36 0 0,-32-36 0 0,0 0 0 16,0 0 0-16,0 0 128 0,14 40-128 0,-15-37 0 15,-1 2 160-15,-1-1-32 0,-1 0-128 0,-2 1 192 0,0-2 0 0,-2 1 0 16,-1-1 0-16,-3 2 0 16,0-3-192-16,-2 0 0 0,2 1 128 0,-2-1-128 0,0-1 0 0,-1-1 0 15,1 0 0-15,-1-1 0 0,1-1 0 16,2 1 0-16,-1-3 0 0,2 0 0 15,1-2 0-15,1 0 0 0,1-2 0 16,0-1 0-16,3 2 0 16,1-3 0-16,1-2 0 0,2 1 0 15,2-1 0-15,1 0 0 0,2-2 0 0,2 2 0 0,1 0 0 0,1 2 0 0,2-1 0 0,0 1 0 0,3 0 0 0,0 2 0 0,1 0 0 0,1-1 0 16,0 1 0-16,-1 1 0 0,0 0 0 0,-1 0 0 16,0 0 0-16,-2 0 0 0,-1-1 0 0,-1 2 0 15,-1-1 0 1,-2 2 0-16,0-2 0 0,-3 0 0 0,1 1 0 0,-3 0 0 15,-1-1 0-15,-1 2 0 0,0-2 0 0,-2 2 0 0,0-2 0 0,-2 2 0 32,1 1 0-32,0 1 0 0,-4-2 0 0,0 3 0 0,-1 0 0 0,-1 0 0 15,-2 2 0-15,0 0 0 0,1 2 0 0,0 0 0 0,0-1-160 16,2 2 160 0,2 0-1600-16,1 0-256 0</inkml:trace>
  <inkml:trace contextRef="#ctx0" brushRef="#br0" timeOffset="-63214.37">15683 4424 11967 0,'1'0'528'0,"1"0"112"0,1 0-512 0,-1-2-128 15,0 2 0-15,-1 0 0 0,1-1 1840 0,0 1 336 16,4 0 64-16,3 0 0 0,2-3 112 0,0 3 16 15,2-2 0-15,0 2 0 16,1 0-800-16,0-1-160 16,-1 1-16-16,-1 0-16 0,-1-1-544 0,1 1-128 15,-1 0 0-15,0 0-16 0,-1-2-512 0,0 2-176 0,-1-2 0 0,0 1 144 16,-1 1-384-16,-1-2-80 0,0-1 0 0,0 1-10224 16,1 0-2032-1</inkml:trace>
  <inkml:trace contextRef="#ctx0" brushRef="#br0" timeOffset="-62754.8">16118 4287 7359 0,'0'-6'320'0,"1"2"80"0,0 1-400 0,-1 1 0 0,0 2 0 0,0-2 0 0,0 2 1776 0,0-1 272 15,0 1 48-15,0-2 16 0,-1 0 160 0,0 2 32 16,1 2 16-16,-2 3 0 0,-1-1-1056 0,-1 4-224 15,0 1-32-15,0 3-16 0,-1 0-224 0,1 4-32 16,-1 1-16-16,-1-3 0 0,2 1-272 0,-1 1-64 16,5-16-16-16,-6 31 0 0,6-31 48 0,0 0 16 15,-3 33 0-15,3-33 0 0,0 0-112 0,0 0-32 16,0 0 0-16,0 0 0 0,28 33-160 16,-20-33-128-16,1-4 192 0,1-1-192 15,0 0 448-15,1-2-32 16,3-3 0-16,1-1 0 15,1-1-576-15,0 0-112 0,0 0-32 0,0-2 0 16,-2 0-560-16,0-1-112 16,0-1-32-16,-4 1 0 0,0-1 544 0,-3-1 96 0,-1 1 32 0,-2 2 0 0,-1 2 336 0,-1 2 0 0,-1 3 0 0,-2 0 0 0,0 2 0 0,-1 1 0 15,-1 3 128-15,1 1-128 0,-1 1 640 0,-1 1 32 0,0 2 16 0,-1 2 0 16,-1 2-64-16,1 1-16 0,-2 4 0 0,1 1 0 16,-1 3-96-16,2 2 0 0,-1 2-16 0,6-21 0 0,-7 36 0 15,7-36 0-15,-2 31 0 0,2-31 0 16,0 0-176-16,0 0-16 0,17 42-16 0,-17-42 0 0,0 0-288 0,0 0 0 15,39 22 0-15,-39-22 0 16,23 0-384-16,-11-3-192 16,0-1-48-16,0 1-16064 15</inkml:trace>
  <inkml:trace contextRef="#ctx0" brushRef="#br0" timeOffset="-62404.9">16542 4146 7359 0,'2'-4'656'0,"0"1"-528"15,1 0-128-15,-2 1 0 0,0 2 1808 0,1-1 336 0,0 0 64 0,2 1 16 16,2-2 224-16,2 0 48 0,1 2 16 0,2 0 0 16,-11 0-480-16,0 0-112 0,32 18 0 0,-32-18-16 15,0 0-432-15,27 40-64 16,-27-40-32-16,14 38 0 0,-14-38-528 0,11 43-96 15,-11-43-32-15,5 47 0 0,-5-47-320 0,1 46-64 0,-1-46-16 0,-3 37 0 16,3-37-160-16,-9 30-32 16,2-15-128-16,-3-1 192 0,-2-1-192 0,-3 0 0 0,-1-1 0 15,-3 0 0-15,-1 2 0 16,-3-1 0-16,-1 3 0 16,-4 1 0-16,-1-1-704 15,-2 3-144-15,2-2-32 16,-2-1 0-1,2 1-944-15,1-3-192 0,1 1-32 0,1-4-16 16,2-3-128 0,1 1-32-16</inkml:trace>
  <inkml:trace contextRef="#ctx0" brushRef="#br0" timeOffset="-62059.22">15233 4226 11055 0,'1'-14'480'0,"-1"5"112"0,0 2-464 0,0 2-128 0,-1 2 0 0,0 1 0 0,0 2 1456 0,0-2 272 15,-2 0 48-15,-1-1 16 0,0-1 0 0,-3 3 16 16,-1 1 0-16,-1 5 0 0,-1 2-640 0,-2 4-128 31,0 4-16-31,-1 2-16 0,-1 6 80 0,0 2 0 16,-2 6 16-16,1 1 0 0,1-3-240 0,1 2-48 0,1-1-16 0,2-3 0 0,2-1-416 0,3 0-96 16,1 0-16-16,4-26 0 0,5 45-272 0,-5-45 0 15,0 0 0-15,36 50 0 16,-36-50-640-1,42 24-96-15</inkml:trace>
  <inkml:trace contextRef="#ctx0" brushRef="#br0" timeOffset="-58897.86">16957 4324 8287 0,'-4'-5'736'0,"2"3"-592"0,1 0-144 0,0 1 0 16,1 1 1328-16,0 0 224 0,0-1 48 0,1 0 16 15,0-1 544-15,0 0 96 0,3 1 32 0,1-1 0 16,0 0-128-16,2 1-32 0,1 1 0 0,-8 0 0 16,0 0-736-16,0 0-160 0,33 20-16 0,-33-20-16 15,0 0-496-15,26 32-80 0,-26-32-32 0,0 0 0 16,24 36-272-16,-24-36-48 0,0 0-16 0,0 0 0 15,29 46-256-15,-29-46 0 0,0 0 128 0,0 0-128 16,0 0 0-16,24 40 0 0,-24-40 0 0,0 0-11152 16,0 0-2144-16</inkml:trace>
  <inkml:trace contextRef="#ctx0" brushRef="#br0" timeOffset="-58677.13">17142 4294 13823 0,'-2'0'608'0,"1"0"128"0,0 1-592 0,-1 0-144 0,1 1 0 0,0-2 0 16,-1 2 1488-16,-1 1 272 0,-1 4 48 0,-4 2 16 16,-1 0-384-16,-2 4-80 0,-2 0-16 0,0 0 0 15,-1-1-48-15,-1 1-16 0,-2-1 0 0,2 0 0 16,-1 0-160-16,2-2-32 0,1-3-16 0,1 2 0 16,2-2-704-16,0 0-144 0,4-2-32 0,0 0 0 15,1-1-192-15,2-1 0 0,1 0-192 0,1-1-9952 16,2-1-2000-16</inkml:trace>
  <inkml:trace contextRef="#ctx0" brushRef="#br0" timeOffset="-58126.36">17409 4288 1839 0,'-1'-1'160'0,"1"1"-160"0,0 0 0 0,0 0 0 16,0 1 1520-16,-1-1 272 0,0 0 48 0,-1 2 16 15,-1 1 432-15,0-1 80 0,0 1 32 0,1 1 0 16,-1 1-608-16,0 1-128 0,0 0-32 0,1 1 0 15,-1 3-192-15,0-3-32 16,3-7-16-16,0 0 0 0,-8 33-304 0,8-33-64 0,0 0-16 0,-7 38 0 16,7-38-320-16,0 0-64 15,-2 31-16-15,2-31 0 0,0 0-304 0,0 0-64 16,0 0-16-16,11 43 0 0,-11-43-224 0,0 0 0 0,0 0 0 0,0 0 0 16,0 0 0-16,0 0 128 15,35 9-128-15,-29-12 0 0,2-1 0 0,-1-1 0 16,1 0 0-16,0-1 0 0,-1 0 0 0,3-1 0 0,-2-2 0 15,0-1 0-15,2 1-592 16,-3 0-64-16,1 0-16 16,1-1 0-16,-2 0-768 0,1-2-160 15,1 0-16-15,-3-1-16 16,1 3 704 0,-3 2 144-16,1 1 16 0,-2 0 16 0,0 3 560 0,-2 2 192 0,0 1 0 0,0 1-144 0,-1 1 768 0,-1 3 144 0,0-2 48 0,-1 5 0 0,-1-2 64 0,-1 5 16 0,0-1 0 0,4-9 0 0,-7 19-224 0,2-7-32 15,5-12-16-15,-10 27 0 0,10-27-64 0,-8 27-16 16,8-27 0-16,0 0 0 0,-5 36-64 0,5-36-16 15,0 0 0-15,0 0 0 0,0 0-224 0,0 0-48 16,24 39-16-16,-24-39 0 0,0 0-176 0,23 1 0 16,-16-1 0-16,0-2 0 15,2-2-592 1,-1 1-160-16</inkml:trace>
  <inkml:trace contextRef="#ctx0" brushRef="#br0" timeOffset="-56900.25">17998 4433 4607 0,'3'-2'400'0,"-1"1"-400"0,1-1 0 0,-1 1 0 16,-1 0 896-16,-1 1 80 16,1 0 32-16,1-2 0 0,1 0 1152 0,1-1 224 0,0 0 48 0,1 1 16 15,-1-2-96-15,-1 1-32 0,0 0 0 0,0 0 0 16,1-1-592-16,-2 0-128 0,1 1-32 0,1-1 0 31,-1-1-608-31,0 0-128 0,-1 1-32 0,1-2 0 16,-2 2-448-16,0-3-96 0,0 2 0 0,-2 0-16 0,1 0-240 0,-1-1 128 15,-3 0-128-15,1 0 0 0,-1 0 0 0,-2 2 0 16,1-1 0-16,-2 1 0 0,0 3 0 16,-1-1 0-16,0 2 0 0,0 2 0 0,-2 3 0 0,1 0 128 0,0 2-128 0,0 0 0 15,-1 1 0-15,2 1 0 16,2-1 128-16,-2 3-128 0,2 1 0 0,-2 2 0 0,2-1 128 31,0 1-128-31,6-14 0 16,-6 25 0-16,6-25 128 0,0 0-128 0,0 0 128 0,2 38 0 0,-2-38-128 0,0 0 192 0,0 0-192 0,0 0 0 0,30 10 0 0,-22-13 0 15,4 0 160-15,0-3-160 0,1-2 160 32,1-1-160-32,-1 2 256 0,2-5-64 0,0 0 0 0,0 0 0 0,0 0-192 0,0 0 0 0,-1 0 0 0,-2-1 0 15,-2 1-128-15,0 0 128 0,-1-3-192 0,1-1 192 32,-3 0-688-32,-1-1-16 0,-2 3-16 0,0-2 0 15,-1-2 16-15,-1-1 16 0,0 1 0 0,0 1 0 0,0-2 544 0,0 0 144 0,0 0 0 0,0-2 0 16,-1 4 0-16,1 1 0 0,0 4 192 0,0 2-64 15,-1 5 320-15,0 0 48 0,-1 3 16 0,0 2 0 16,1 2 144-16,-2 1 48 0,-1 2 0 0,0 0 0 16,-1 5-224-1,3-10-32-15,-7 27-16 0,7-27 0 16,-7 29-112-16,7-29-32 0,-10 38 0 0,10-38 0 16,-9 50-96-16,9-50-32 15,-8 51 0-15,8-51 0 0,-7 48 0 0,7-48 0 0,-3 41 0 0,3-41 0 0,0 0-160 0,3 47 128 0,-3-47-128 0,0 0 128 0,0 0-128 0,0 0 0 16,21 39 0-16,-21-39 0 0,0 0 0 0,23 1 0 15,-15-2 0-15,1-2 0 0,2-3 0 0,-1 2 0 16,1-1 0-16,1-2 0 0,0 0-176 0,1 0-16 16,0-2 0-16,1 1 0 15,0-3-1168 1,-1 1-240-16,1-2-64 16,-2 0 0-16,-1 1-272 0,0-1-64 15,-1-1-16-15,0-3 0 0,-1 4 512 16,-1-2 96-16,0-3 32 15,-1 1 0-15,-1 1 816 16,-1 1 176-16,0 5 16 0,-3 0 16 0,0 3 800 0,-1 2 144 0,0 2 48 0,-2 4 0 0,-1 0 976 0,0 3 208 0,-1 2 32 0,-2 3 16 0,5-10-480 0,-11 26-112 0,11-26 0 0,-12 35-16 0,12-35-400 0,-12 41-80 0,12-41-16 0,-10 41 0 16,10-41-176-16,-5 32-32 0,5-32-16 0,0 0 0 15,0 0-256-15,8 44-48 0,-8-44-16 16,0 0 0-16,0 0-224 0,0 0 0 0,35 25 0 0,-26-25 0 16,2-2 192-16,0-1-48 0,2-2-16 0,2 1 0 15,0-4-128-15,0 1 192 0,0-2-192 0,-1-3 192 16,1 2-352-16,-1-4-64 0,0 0-16 0,-2 0 0 15,0 2-80-15,-2-4 0 0,1 1-16 0,-3 1 0 16,0 0 144-16,-1 2 48 0,-1 0 0 0,0 3 0 16,-2 1 144-16,-2 1 0 0,0 2 0 0,-1 3-128 0,-1 0 128 15,0 2 0-15,-1 2 128 0,-2 0-128 16,1 3 320-16,-2 0-16 0,-1 3 0 0,5-8 0 16,-10 18-48-16,10-18 0 0,-10 25 0 0,10-25 0 15,-10 29-96-15,10-29-32 16,-8 32 0-16,8-32 0 0,0 0 16 0,-1 42 0 15,1-42 0-15,0 0 0 0,0 0-16 0,18 40 0 0,-18-40 0 16,0 0 0-16,0 0-128 0,35 31 0 0,-35-31 0 0,0 0 0 0,30 15 0 0,-30-15-224 16</inkml:trace>
  <inkml:trace contextRef="#ctx0" brushRef="#br1" timeOffset="-52417.34">17513 3459 7359 0,'-1'2'656'0,"-1"-2"-528"0,2 0-128 0,0 0 0 15,0 0 592-15,-1 0 96 0,0 0 16 0,-1 0 0 16,0 2 96-16,0-2 32 0,-1 1 0 0,2 1 0 0,0-2 0 0,0 2 16 16,0-1 0-16,0 0 0 0,1 1 416 0,0-2 80 15,0 3 0-15,0-1 16 0,1 1-416 0,0 1-96 16,1-1-16-16,-2-3 0 0,0 0-144 0,0 0-48 15,0 0 0-15,0 0 0 0,0 0-80 0,23 33-32 16,-23-33 0-16,0 0 0 0,0 0 16 0,28 16 0 16,-21-13 0-16,1 0 0 0,1-3 112 0,1 2 32 15,0-2 0-15,2-2 0 16,0 0-224-16,0-1-32 0,0 0-16 16,0 1 0-1,0-3-256-15,0 0-160 0,0 1 192 16,-1 1-192-16,-1-1 0 0,0 1 0 0,0-1 0 0,0 1 0 15,0-1 0-15,-2 1 0 0,0 1 0 0,2-1 0 0,-1 1 0 0,0-1 0 0,0 0 0 0,-1 0 0 0,0 1 0 0,1 1 0 0,-3-2 0 0,1 3 0 16,0-2 0-16,0 1 0 0,0 1 0 0,-1-1 0 16,0 3 0-16,1-2 0 0,-2 3 0 15,2 0 0-15,-7-3 0 32,0 0 0-32,0 0 0 0,0 0 0 0,29 21 0 0,-29-21 0 0,0 0 0 0,0 0 0 0,28 16 0 0,-28-16 0 0,19 5 0 0,-9-4 0 15,0 0 176-15,1-2 16 0,1 0 16 0,1-1 0 16,0-1 112-16,1 0 0 0,-1 0 16 0,2-2 0 0,0 0-48 15,1 0-16-15,-1 0 0 0,-1 0 0 0,-1 1-272 0,0 1 128 16,1-2-128 0,-1 3 0-16,0 0 0 0,-3-1 0 0,1 3 0 0,-2 0 0 0,-1 0 0 15,0 0 0-15,0 1 0 0,-1 1 0 16,0 0 0 0,0 0 0-16,0 0 0 0,0-1 0 15,1 1 0 1,-1-1 0-16,1 0 0 0,1 0 0 0,0 1 0 0,-1-2 0 0,2 1 128 0,-2-1-128 0,2 1 224 0,-1-1-16 0,2 0 0 15,-2 0 0-15,0 0 96 0,0 2 16 16,1-2 0-16,-2 1 0 0,1-1-192 0,1 2-128 0,-1-2 144 0,1 0-144 16,0 0 0-16,0-2 128 0,2 1-128 0,-1-1 0 15,-1 1 0-15,0 0 0 0,1-3 0 16,-1 1 0-16,2 0 0 0,-2 1 0 0,1-2 0 0,-1 1 0 16,0 0 0-16,0 3 0 0,-1-2 0 0,-1 2 0 15,0 0 0-15,-2 0 0 0,1 0 0 0,-1 2 0 16,-1 1 0-16,-3-1 0 0,1-1 0 0,-2 3 0 15,-2-2-128-15,-1 0 128 0,-1 1-192 0,-3 0-17280 16</inkml:trace>
  <inkml:trace contextRef="#ctx0" brushRef="#br1" timeOffset="-51707">17535 3667 2879 0,'-5'0'0'0,"1"-2"128"0,1 2-128 0,1 0 144 0,0 2-144 0,1-2 0 0,-1 0 0 15,-2 1 0-15,1 1 336 0,-4 0 48 0,2-1 0 0,-1 0 0 16,1 2 304-16,3-1 64 0,-1 0 16 0,2-2 0 16,0 1 416-16,1 1 96 0,1-2 0 0,0 2 16 15,1 0 112-15,0 1 32 0,-1-1 0 0,2 1 0 16,1-1-32-16,0-1-16 0,0 0 0 0,1 1 0 16,0-2-352-16,1 0-64 0,2 0-16 0,3 0 0 15,0-2-432-15,0 1-80 0,2 0-32 0,0-3 0 16,2 1 112-16,0 0 32 15,2 1 0-15,1-2 0 0,-1 1-48 0,3 0-16 16,0 0 0-16,1 0 0 0,0 1-288 16,0 1-48-16,1-2-16 0,-2 1 0 0,-1 0-144 0,0-2 192 0,-1 1-192 0,-2 1 192 0,-2 1-192 0,0-2 0 15,2 2 0-15,-1-2 128 0,1 1 64 0,-3 0 16 16,1 1 0-16,0-1 0 0,0 2 224 0,0-2 32 16,1 2 16-16,-1-2 0 0,0 0-240 0,0 1-48 15,0 1-16-15,1-2 0 0,0 0-176 0,-1 1 0 16,0-1 0-16,0 2 0 0,-1 0 128 0,-1 0-128 15,-1 0 0-15,0 0 128 0,0 0 0 0,0 2 0 0,-1 1 0 0,0-1 0 16,-1 1 144-16,0-1 32 0,-9-2 0 0,0 0 0 16,29 10-48-16,-29-10 0 0,0 0 0 0,32 11 0 15,-20-10 0-15,0 1 0 16,0 0 0-16,2-2 0 16,0 0 16-1,2-2 0-15,2-1 0 0,2-1 0 0,-1 1-128 0,1-2-16 0,2 0-128 0,-1 1 192 16,0-1-192-16,-1 0 0 0,-2 1 0 0,1-1 0 0,-1 2 0 0,-2 0 0 0,1 2 0 0,-2-1 0 15,1 2 0-15,-3 2 0 0,3 0 0 0,-3 0 0 0,-13-2 0 16,25 8 0-16,-25-8 0 0,24 9 0 16,-24-9 128-16,0 0-128 0,32 15 176 0,-32-15-176 0,0 0 208 15,30 14-64-15,-20-11-16 0,-1-2 0 0,0-1-128 16,1 0 0-16,-2-2 0 0,-1 0 0 0,0-1 0 0,-2-1 0 16,-1 1 0-16,-1-1-18032 15</inkml:trace>
  <inkml:trace contextRef="#ctx0" brushRef="#br1" timeOffset="-50256.87">19169 3572 8287 0,'0'0'736'0,"0"-1"-592"15,1 0-144-15,-1 1 0 0,0 0 720 0,0-2 112 16,0 2 32-16,1-3 0 0,-1-1 1136 0,0 1 240 16,0 1 32-16,1-1 16 0,-1 1-368 0,0-1-80 15,0 3-16-15,0 0 0 0,-1 3-544 0,0 0-128 16,-1 3 0-16,2-6-16 0,0 0-544 0,-12 29-96 15,12-29-32-15,-10 24 0 0,10-24-208 0,-13 28-64 0,13-28 0 0,-9 26 0 16,9-26-192-16,0 0 0 0,0 0 0 0,-4 38 0 16,4-38 0-16,0 0-336 0,0 0 48 0,0 0-13984 15</inkml:trace>
  <inkml:trace contextRef="#ctx0" brushRef="#br1" timeOffset="-49864.33">19082 3523 7359 0,'-2'-7'656'0,"-1"2"-528"0,1 2-128 0,1 1 0 0,0 2 1200 0,0 0 208 16,0 0 32-16,-1 1 16 0,-1 0 400 0,-2 2 64 15,-1 4 32-15,-3 0 0 0,1 2-480 0,-1 5-112 16,-2 1-16-16,1 4 0 16,-1 2-400-16,0 0-96 0,1 2-16 0,0 0 0 0,-1 1-96 0,11-24-32 15,-15 44 0-15,15-44 0 0,-9 34 16 0,9-34 0 16,0 0 0-16,6 40 0 0,-6-40-368 0,0 0-80 15,28 22-16-15,-13-18 0 16,0-3 112-16,4-2 16 0,-1-1 0 16,3-1 0-16,-2-3 96 15,4-2 32-15,2-1 0 0,2-1 0 0,0-2-192 0,1 0-48 0,1 0 0 0,-1-2 0 0,-3 1-32 0,-2-2-16 0,-4 1 0 0,-3 0 0 16,-3 1-224-16,-4-1 128 0,-1 0-128 0,-5-1 0 16,-3-1 0-16,-3 2 128 0,-4-5-128 0,-3 2 0 15,-3 1 0-15,-3-3 0 0,2 4 0 0,-3-1 0 16,-1 2 0-16,-1 0 0 0,-3 2 0 0,0 1 0 15,0 2-128-15,0 3-80 0,1 1-16 0,2 3 0 32,3 3-384-32,0 2-80 0,0 3-16 15,-2 2-10112-15,0 2-2048 16</inkml:trace>
  <inkml:trace contextRef="#ctx0" brushRef="#br1" timeOffset="-47601.01">7414 5220 1839 0,'0'-5'160'0,"0"1"-160"15,0 1 0-15,0 2 0 0,0 0 768 0,0-1 112 16,0 0 16-16,0 1 16 0,0-2 384 0,0 0 80 0,0 0 16 0,0-2 0 16,0 3-96-16,0-1-16 0,0 2 0 0,0 0 0 15,0 1-352-15,0 0-80 0,1 1-16 0,-1 2 0 16,1-2-448-16,0 3-112 0,1-1-16 0,0 1 0 15,2-1 16-15,0 2 0 0,1-3 0 0,1 0 0 16,0 1 240-16,2-1 64 0,1 0 0 0,1-1 0 16,2-1 32-16,1-1 16 0,1 1 0 0,1-2 0 15,0 2 128-15,0-3 16 0,0 1 16 16,-1 1 0-16,-2 0-304 16,0-1-64-16,2-1-16 15,1-1 0-15,1 1-240 0,0-1-160 16,-2 1 192-16,-1-2-192 0,1 3 128 0,-1-3-128 0,-1 2 0 0,0-1 0 0,-3 0 0 0,0 1 0 0,0 0 0 0,0 1 0 0,-2 0 0 0,0 0 0 15,0 1 0-15,1-1 0 0,-1-1 0 0,0 3 0 16,1-2 0-16,-2 2 0 0,2 0 0 16,-2 0 0-16,1 2-128 0,0-2 128 0,0 3 0 0,2-1 0 15,-3 1 0-15,2 1 0 0,0-1 0 0,-1-1 0 16,3 3 0-16,-1-3 0 0,0 0 0 16,1-1 0-16,0 1 0 0,0-2 0 15,2 0 0 1,0-2 0-16,3 1-128 0,0-3 128 0,1 0 0 0,-2-1 0 0,1 2 0 0,0-2 0 0,-1 0 0 0,2 1 0 15,-1 2 0-15,-1-1 0 0,0 3 0 0,-2-2 0 0,-1 4 0 16,1-2 0-16,-3 3 0 0,-1-1 0 0,1 0 0 16,-4 1 0-16,1 1 0 0,-3-3 0 0,-1 1-128 15,0 0 128-15,-1 0 0 0,-1-1 0 16,0 1 0-16,0 0-8448 16,-1-1-1552-16</inkml:trace>
  <inkml:trace contextRef="#ctx0" brushRef="#br1" timeOffset="-47066.01">7419 5394 7359 0,'-5'-3'656'0,"2"1"-528"0,1 1-128 0,1 1 0 0,0 0 832 0,1 0 128 16,0 0 16-16,0 0 16 0,1-2 336 0,0 2 64 16,0 0 16-16,2 2 0 0,0-2-320 0,-1 0-64 15,3 1-16-15,1 1 0 0,-1-2-416 0,3 0-80 16,0 2 0-16,1-2-16 0,0-2-112 0,2 2 0 15,1-3-16-15,1 1 0 0,1 2 112 0,-1-4 32 16,1 3 0-16,1-1 0 0,-1 0-112 0,0 1-16 0,2-1 0 0,1 0 0 16,-1 0 0-16,1 0-16 15,0 1 0-15,-2-1 0 0,2 1-48 16,1-1-16-16,0 0 0 16,0 0 0-16,-1-1-112 15,-1 1-32-15,2 0 0 16,1 1 0-16,1-1-160 0,-1 1 160 0,-1 0-160 0,0-2 160 0,1 1-160 0,1-1 0 0,-1 1 0 0,-1 0 128 0,0 0-128 0,1-1 0 0,0-1 0 0,1 1 0 15,-2 1 0-15,1-1 0 0,-1 1 0 0,0-1 0 16,-2 1 0-16,-1 0 0 0,0-1 128 16,-1 2-128-16,-1 0 0 0,-1 1 0 0,1 0 0 0,-1 0 0 0,-1 1 0 0,0 0 128 15,0 0-128-15,-11-1 0 16,0 0 0-16,32 4 0 0,-21-4 0 0,0 0 0 16,0-1 0-16,-2 0 0 15,3-2 0-15,-1 1 0 0,0-1 0 0,-1 0 0 0,0 0 0 0,0-2 0 0,-1 2 0 0,0-1 0 16,-2 1-160-16,-1 1-8576 15,-1-1-1712-15</inkml:trace>
  <inkml:trace contextRef="#ctx0" brushRef="#br1" timeOffset="-46561.9">7884 5505 10127 0,'-7'0'448'0,"2"0"96"0,1 0-544 0,1 0 0 0,2 0 0 0,-1 0 0 15,1 2 1200-15,-2-2 128 0,-1 2 16 0,0-1 16 16,-1 1 48-16,0 0 0 0,3-2 0 0,1 2 0 16,1-2-368-16,1 1-64 0,3-1-16 0,2 0 0 15,-1-1-64-15,3 1-32 0,1-2 0 0,0 0 0 16,2 0-384-16,1 1-80 0,-1-1-16 0,0-1 0 15,-2 3-80-15,0-2-32 0,1 4 0 0,-3-2 0 0,-1 1-272 0,-2 1 0 16,1 3 128-16,-3-3-128 16,0 5 0-16,-3-1 0 0,-2 0 0 0,-1 3 0 0,0-1 0 0,-3 1 0 15,1-2 0-15,-2 3 0 0,0-3 0 0,-1 1 0 16,2-2 0-16,-1 1 0 0,-2 3 0 0,1-4 0 16,0 4 0-16,1-3 0 15,3-2 0 1,-2 0 0-16,2 2 0 15,-1 0 0-15,1-2 0 0,2 0 0 0,0 2-128 0,2-5 128 0,1 3 0 16,1-2 0-16,2 1 0 0,1-3 0 0,-1 0 0 16,3-1 0-16,1 0 0 0,3 0 0 15,-2-1 288-15,1 0 0 0,2-1 0 16,0-3 0-16,2 2 96 16,-1-1 0-16,0-1 16 0,0 2 0 0,0-1-400 15,0-3 0-15,0 3 0 16,-1-2 0-16,-2 1 0 0,0 1-176 0,-3 1 176 0,-1-2-192 0,-2 2-672 0,0 0-144 0,-2-2-16 0,-1 2-16 0,-3 1-1424 0,1-2-288 0,-3 1-48 0,-1-2-6512 0</inkml:trace>
  <inkml:trace contextRef="#ctx0" brushRef="#br1" timeOffset="-46209.57">7888 5501 911 0,'-18'-9'0'0,"10"6"0"0,2 2 0 0,3-1 0 15,1 2 1232-15,1 0 176 16,-4 0 16-16,-4 0 16 0,-6 0-64 0,-3 2-16 0,-1 0 0 0,1 3 0 0,2 0-144 0,1 0-48 16,2 3 0-16,1 0 0 0,0 2-64 0,2 1-16 15,1 1 0-15,1 5 0 0,-1 2-256 0,2 2-48 16,1-2-16-16,2 1 0 0,0 1 0 0,1 2-16 31,3-23 0-31,1 41 0 0,-1-41-160 0,8 40-16 0,-8-40-16 0,0 0 0 16,27 38-208-16,-27-38-32 0,0 0-16 0,47 15 0 0,-28-15 368 0,3-1 80 15,-1-2 16-15,1-3 0 16,4-1-96-16,1-1-16 0,1-1 0 16,0-3 0-16,-2 0-336 15,0 0-64-15,0 0 0 0,0-2-16 0,0-2-240 16,-2-1 176-16,-2 1-176 0,-1 0 160 0,0-2-160 0,-5 1 0 0,-2 1 0 0,-4-1 0 0,-3 4 0 0,-5 0 0 0,-5-1 0 0,-4 2 0 15,-4-2 0-15,-5 2 128 0,-5 1-128 0,-5 2 0 16,-3 3 0-16,-6 1 0 0,-3 1 128 0,-2 2-128 16,-1 1 0-16,0 1 0 0,3 0 0 0,3 1 0 31,2 1-720-31,3 0-176 0,4-2-48 16,1 2-13328-16</inkml:trace>
  <inkml:trace contextRef="#ctx0" brushRef="#br1" timeOffset="-44985.13">15315 4882 4607 0,'0'-1'400'0,"1"1"-400"0,0 0 0 0,-1 0 0 15,1 0 816-15,-1 0 80 0,1 0 0 0,0-2 16 16,1 2 448-16,0-1 96 0,0 1 16 0,-1 0 0 15,0 0-336-15,1 0-64 16,0-2-16-16,-1 2 0 0,0 0-256 0,0 0-48 0,1 2-16 0,-1-2 0 16,1 0 48-16,0 0 16 0,2-2 0 0,0 2 0 15,-2 0-16-15,2 0 0 0,1-1 0 0,-1 0 0 16,1 1-128-16,1-2-16 0,1 2-16 0,2-2 0 16,2 2-208-16,1-1-32 0,1 1-16 0,0 0 0 15,1 0-32-15,1 0 0 0,1 0 0 16,1 0 0-16,0 0-48 0,2 0-16 15,-1 0 0-15,1-2 0 0,0 0 112 0,0 1 0 0,0-1 16 0,2 0 0 0,-1-1 80 0,0 1 16 16,-3 0 0-16,2 1 0 0,2-1-144 0,1 0-32 16,2 2 0-16,1-2 0 0,-2 0-64 0,1 1 0 15,3-1-16-15,-1 1 0 0,-1-1-240 0,-2 1 176 0,-3 0-176 0,3-1 160 16,1 0-160-16,1-1 0 0,-1 1 0 0,-1 1 0 16,-2-1 0-16,-1 1 0 0,0 0 0 0,-1-1 0 15,-1 1 0-15,-2-1 0 0,1 2 128 0,-2-2-128 16,-2 2 0-16,-2-1 0 0,-2 1 144 15,0-2-144-15,-3 2 0 0,0 0 0 0,-2-1 0 0,-1 1 128 16,-1 0-128-16,-1 0 0 0,-2 0 0 0,0 0 0 31,-2 0-704-31,-2 1-64 16,1-1-16-16,-3 0-14832 0</inkml:trace>
  <inkml:trace contextRef="#ctx0" brushRef="#br1" timeOffset="-44560.72">15466 4964 3679 0,'-7'0'0'0,"2"0"144"0,2 0-144 0,0 0 208 0,2 0-208 0,0 0 0 15,0 0 0-15,0 0 0 16,-1 0 1248-16,0 0 208 0,0 0 32 0,0 0 16 0,1 2 272 0,1-2 48 16,1 0 16-16,1 1 0 0,0 1-224 0,1 0-32 0,1-1-16 0,1 1 0 15,-1 0-544-15,2 0-128 0,0-2 0 0,2 2-16 16,0-1-320-16,1 1-64 0,2 0-16 0,-1-2 0 16,2 0 96-16,1 1 0 15,1-1 16-15,-1 0 0 16,1 0 80-16,2-1 16 0,4-1 0 0,1 0 0 0,3 1-96 15,1-2-16-15,-1 0 0 0,1-2 0 16,3 2-336-16,1-1-80 0,2-1-16 0,-3 2 0 0,-6 1-144 0,1 0 0 0,2-2 0 0,1 1 0 16,-1 0 0-16,-1 2 0 0,0 0 0 0,-3-1 0 0,1 0 0 0,-3 1 0 15,0 1 0-15,-1 0 0 0,1 0-160 16,-1 0 160-16,-3 0 0 0,1 0-144 16,0 0-240-16,1 0-64 15,-1 0 0-15,1-2 0 0,1 2-1280 16,-4-2-272-16,2 1-48 15,-2 1-9904-15</inkml:trace>
  <inkml:trace contextRef="#ctx0" brushRef="#br1" timeOffset="-43946.96">15856 5199 14735 0,'-4'-2'640'0,"2"1"160"0,1 1-640 0,0 0-160 0,1 0 0 0,1 0 0 15,-1-1 512-15,0 1 64 0,1-1 0 0,1 1 16 16,1-2 432-16,1 2 64 0,0-3 32 0,4 3 0 16,1-2-96-16,0-1-32 0,2 1 0 0,0 1 0 0,2 0-144 0,0-2-16 15,1 1-16-15,-1-1 0 0,1 3-32 0,0-2 0 16,-1 1 0-16,-1 1 0 0,-1 1 480 0,-2 1 80 16,-2-1 32-16,0 3 0 0,-3-1-1104 0,-1 1-272 15,-3-4 0-15,0 0 0 0,0 0 0 0,0 0 0 16,-9 31 0-16,2-24 0 15,0 1-928-15,-3-2-96 0,0 2 0 0,-1-3-16 16,1 2 832-16,-1-3 208 0,0 1 0 0,0 0 0 16,1-3 0-16,0 3 0 15,2-3 0-15,1-2-144 16,1 1 144-16,1-1 0 0,3-1 0 0,0 1 0 0,2 0 0 0,1 0 0 0,2-2 0 16,1 2 0-16,2-2 0 0,0 1 0 0,2 1 0 0,2-2 0 0,-1 2 0 0,1 0 0 0,0 2 0 0,1-2 0 15,-11 0 224-15,0 0-32 0,27 9 0 0,-27-9 0 16,0 0 256-16,0 0 64 0,0 0 0 0,28 27 0 15,-28-27-336-15,0 0-176 0,0 0 192 16,0 0-192-16,0 0 176 0,-9 33-176 0,3-30 160 16,-1-1-160-16,-1 1 448 0,-2 1 0 15,0-3 0 1,-1 1 0-16,0 0-320 0,-1-1-128 0,0 0 0 0,-2-1 144 0,1 2-144 0,0-2 0 0,0 0 0 0,0 0 0 16,1 0-640-1,3 0-16-15,-1-2 0 0,3 0-14720 16</inkml:trace>
  <inkml:trace contextRef="#ctx0" brushRef="#br1" timeOffset="-43601.13">15787 5066 9215 0,'-11'2'400'0,"5"0"96"0,-1 1-496 0,-1 0 0 16,2 1 0-16,3-1 0 0,-2 2 1296 0,-3 4 176 16,-4 2 16-16,-5 7 16 0,-2 5-176 0,-1 0-48 15,0 2 0-15,4 1 0 0,1-3 176 0,4 1 16 16,2-5 16-16,1 1 0 0,8-20-64 0,-5 34-16 15,5-34 0-15,0 0 0 0,0 0-640 0,20 46-128 16,-20-46-16-16,0 0-16 0,43 26-320 0,-43-26-64 16,42 16-16-16,-42-16 0 0,49 15 240 0,-23-6 64 15,1 0 0-15,2-1 0 0,2-2 96 0,2-1 32 0,-1-2 0 16,1-5 0-16,0-1-48 0,2-4 0 0,1-3 0 0,-1-2 0 16,-1-2-80-16,-1 0-32 0,-1-3 0 0,-3 1 0 15,-5 1-352-15,-6 1-128 0,-3 0 0 0,-4 0 0 16,-3-2 0-16,-4-2 128 0,-3-2-128 0,-7-2 0 15,-5 0 0-15,-6-1 0 0,-3 0 0 0,-5 1 0 16,-6-2 0-16,-4 5 0 0,-3 3 0 0,-5 6 0 16,-3 3-256-16,-2 5-64 0,0 2 0 0,5 2 0 15,4-2-768 1,2 5-176-16,1 0-16 0,-1 4-15024 16</inkml:trace>
  <inkml:trace contextRef="#ctx0" brushRef="#br1" timeOffset="-42657.09">3829 6284 8287 0,'-2'-2'736'0,"2"0"-592"0,0 0-144 0,1 2 0 0,-2-2 736 0,1 1 112 15,0-1 32-15,-2-3 0 0,1 0 1200 0,-1 0 240 16,0 1 48-16,1-1 16 0,-1 2-208 0,1 1-64 16,1 2 0-16,-1 0 0 15,0 2-688-15,1 4-144 0,0 0-16 0,-2 2-16 0,0 1-560 0,0 3-112 0,0 2-32 0,0-1 0 16,0 1-352-16,0 0-64 0,1 1 0 0,-1 0-128 16,1 2 0-16,1 0 0 0,0-17 0 15,0 0 0-15,5 38 0 0,-2-32 0 0,0 0 0 16,1-3 0-1,0-2-448-15,-1-1 16 0,1-1 0 16,-1-2-14368-16</inkml:trace>
  <inkml:trace contextRef="#ctx0" brushRef="#br1" timeOffset="-42304.25">3697 6337 9215 0,'-10'-7'400'0,"4"2"96"0,0 2-496 0,3 0 0 0,1 2 0 0,1 1 0 0,0 0 1040 0,-2 0 112 16,-1 0 32-16,-3 0 0 0,-1 1 432 0,-1 2 96 15,1 2 16-15,1 3 0 0,-1 3-304 0,1 3-48 16,1 1-16-16,1 4 0 0,0 0-384 0,1 3-80 16,1 2 0-16,3 1-16 0,1 2-192 0,-1-27-48 15,8 49 0-15,-8-49 0 0,16 38-160 16,-16-38-32-16,0 0-16 0,36 31 0 0,-36-31-288 0,34 7-144 16,-14-10 160-1,2-2-160-15,2 1 512 0,0-6 0 0,2-2 0 0,-1-2 0 16,-1 0-224-16,-1-5-32 15,0 1-16-15,0 0 0 0,-3-1-112 16,1-1 0-16,-1 0-128 0,-2 1 192 16,-2 0-64-16,1 0-128 15,-2-2 176-15,-3-1-176 0,-2 1 128 0,-3 2-128 0,-4 0 0 0,-3 0 0 0,-3 0 128 0,-4-2-128 16,-2-1 0-16,-4 1 0 16,-1 1 128-16,-2 0-128 0,-1 1 0 0,0 0 0 0,-2 5 128 0,-1 2-128 0,-3 3 0 0,-2 3 0 0,0 3 0 0,-2 6 0 0,-2 5 0 15,2 5 0-15,5 2 0 0,0 4 0 0,0 2 0 0,2 3-144 0,2 4-16 0,2 1 0 16,2-2 0-16,1 1-15472 31</inkml:trace>
  <inkml:trace contextRef="#ctx0" brushRef="#br1" timeOffset="-40100.11">4666 6256 6447 0,'1'-2'576'0,"0"0"-576"0,-1 0 0 0,0 1 0 0,0 1 1088 0,0 0 96 16,1-3 32-16,0-1 0 0,-1-1 400 0,2-2 96 15,-1 2 16-15,-1 0 0 0,1 3-256 0,0 0-32 16,-1-2-16-16,-1 3 0 0,1-1-224 0,-1 1-48 16,1 0-16-16,-1 0 0 0,0 1-144 0,0 0-32 15,1 0 0-15,-1 0 0 0,0 0-128 0,0 1-16 16,0 1-16-16,-1 1 0 0,0 2-352 0,0-1-80 0,-1 4-16 16,1 0 0-16,-1 1-160 0,0 1-48 0,-1 4 0 0,2 0 0 15,-1 3-144-15,-1 0 160 16,1-1-160-16,1-2 160 0,0 1-160 15,-1 4 0-15,1 0 0 16,-1 0 128-16,2-1-128 0,0-1 0 0,1-2 144 16,0-15-144-16,0 0 0 0,5 33 0 0,-5-33 0 0,0 0 0 0,0 0 0 0,0 0 0 15,0 0 0-15,0 0 0 0,0 0 0 0,0 0 0 16,0 0 0-16,37 14 0 0,-32-19 0 0,0-1 0 0,2 0 0 0,-1-1 0 0,0 0 0 31,-1 0 0-31,3 0 0 0,-2-3 0 0,0 1 0 0,1 0 0 0,1-3-128 0,0 0 128 0,1-4 0 16,-1 1-128-1,-1 3 128-15,-1 1 0 0,-2 3-128 16,0-2 128-16,-1 1-128 0,0-3 128 0,-1 3-144 0,-1-1 144 16,-1 1-160-16,-1 2 160 0,0 2 0 0,-1-1 0 0,0 1-128 0,0 2 128 15,0 0 0-15,-1 3 0 16,2 0 0-16,-1 0 0 0,0 0 0 0,0 3 0 0,0-1 0 16,0 1 0-16,0 1 0 0,0 1 0 0,0 0 0 15,0 0 0-15,-1 4 128 0,0-1-128 16,3 3 0-16,-2-1 0 0,0 3 128 15,0-1-128-15,0-2 0 0,1 0 0 0,0-1 240 16,1 0-64-16,0 1-16 0,1-3 0 16,0 0 96-16,1 0 0 15,0 0 16-15,1 1 0 0,-3-8-272 16,0 0 0-16,0 0 0 0,0 0 0 0,0 0 0 0,0 0 0 0,32 32-144 0,-26-31-10480 16,0 1-2080-16</inkml:trace>
  <inkml:trace contextRef="#ctx0" brushRef="#br1" timeOffset="-39877.36">4890 6368 12895 0,'0'0'576'0,"1"0"112"0,0 0-560 0,0-2-128 16,0 2 0-16,0-1 0 0,1 1 1472 0,1 0 272 16,0-2 48-16,4 0 16 0,0-1-16 0,2 1 0 15,3-1 0-15,-2-1 0 0,2 1-448 0,-1 1-112 16,0 0-16-16,0-1 0 0,-1 1-400 0,0-1-96 15,-2 1-16-15,1 2 0 0,0 0-464 0,-2-2-112 0,1 2 0 0,0-2-128 16,-2 2 0-16,1-1 0 16,-2 1 0-16,0 0-9824 15,0 0-1920-15</inkml:trace>
  <inkml:trace contextRef="#ctx0" brushRef="#br1" timeOffset="-39366.18">5148 6204 11055 0,'-2'0'480'0,"1"0"112"0,1 0-464 0,-1 0-128 0,1 0 0 0,0 0 0 0,1 0 1952 0,0-2 368 16,1 2 80-16,1-2 16 16,1 1 64-16,1-1 16 0,1-1 0 0,1 1 0 15,2 2-1024-15,1-1-208 0,-1 0-48 0,1 1 0 0,-10 0-704 0,0 0-160 16,31 1-32-16,-31-1 0 15,0 0-80-15,0 0-32 0,0 0 0 0,39 18 0 0,-39-18-208 0,0 0 144 16,0 0-144-16,0 0 128 0,0 0-128 0,0 0 0 16,0 0 0-16,0 0 0 0,0 0 0 0,0 0 0 15,0 0 0-15,5 33 0 0,-11-29 0 0,-1-1 128 0,1 2-128 0,-2-3 0 16,-1 3 0-16,-2 2 0 0,1-2 0 16,0 2 0-16,1-2 0 0,1 0 0 15,1 1 0-15,2-1 0 0,0-2 0 0,1 0 0 0,2 0 0 16,1-2 0-16,0 1 0 0,2-2 0 0,1 0 0 0,-1 0 0 15,3-3 0-15,1 1 0 16,0 1 0-16,2-2 0 0,-1 1 0 0,3 1 0 0,0-1 0 16,0 2 0-16,1 0 0 0,-10 0 0 15,0 0 0-15,0 0 0 0,41 11 0 0,-41-11 0 0,0 0 0 16,0 0 128-16,0 0 32 0,41 24 0 0,-41-24 0 0,0 0 0 16,0 0-160-16,0 0 192 0,0 0-192 15,20 41 192-15,-20-36-192 0,0-1 128 0,-2 3-128 16,-1-3 128-16,-1-1-128 0,0 2 192 15,-2 0-192-15,-1-1 192 16,-1 0-48-16,-1 0 0 0,-3 0 0 0,0-1 0 0,-1 2-144 0,0-2 0 16,2 0 0-16,0 0 0 0,2-2 0 0,1 1 0 15,0 0 0-15,2-2 0 0,1 0 0 0,2 0 0 0,1 0-160 0,2 0-10912 16,1-2-2192-16</inkml:trace>
  <inkml:trace contextRef="#ctx0" brushRef="#br1" timeOffset="-39151.23">5429 6349 8287 0,'0'0'736'0,"0"0"-592"0,1 0-144 0,0 0 0 0,0 2 1728 0,-1-2 304 0,1 0 64 0,0 2 16 16,1-1 528-16,2 1 112 0,0 0 32 0,1 0 0 16,0-2-480-16,0 3-112 15,0-1-16-15,1-1 0 0,0 1-1072 0,1 1-208 0,0-2-64 0,0 2 0 0,-3-1-592 0,1 1-240 31,0-1 176-31,-2-1-176 0,0 0 0 0,0 1 0 16,-1-2 0-16,-1 0-16464 16</inkml:trace>
  <inkml:trace contextRef="#ctx0" brushRef="#br1" timeOffset="-38665.62">5705 6100 15663 0,'1'-5'688'0,"0"0"144"0,1 1-656 0,-1 1-176 0,0 0 0 0,-1 1 0 15,1 1 1712-15,0-2 304 0,0-2 64 0,2-1 16 16,-1-2-144-16,0 3-32 0,-1 0 0 0,-1 3 0 16,0 2-768-16,0 0-176 0,-1 5-16 0,-1-1-16 15,1 3-480-15,-1 0-80 0,-2 5-32 0,-1 2 0 16,1 3-192-16,-2 1-32 0,0 3-128 0,-1 2 192 15,0 0-192-15,-1 1 0 0,1-4 0 0,0 0 0 16,0 0 0-16,1-4 0 0,2-2 0 0,0-2 0 16,2 0 288-16,0 0-32 15,1-3-16-15,0 1 0 16,1-10 16-16,0 0 0 0,0 0 0 16,0 0 0-16,11 40-128 0,-11-40 0 0,0 0-128 0,0 0 192 15,0 0-192-15,0 0 144 0,31 29-144 0,-23-29 128 0,0 0 0 16,0-3 0-16,3-4 0 15,-1 1 0-15,-1 0 64 0,-1-1 16 16,3-2 0-16,-2-2 0 16,-1-1-208-16,-1-1 128 15,-3 3-128-15,-2 1 0 0,-2 0 0 16,-2 1 0-16,-3 2 0 16,-4 0 0-16,0 2 128 0,-3 2-128 15,-2 0 0-15,-2 1 0 16,0 4 0-16,-2-1 0 15,0 0 0-15,3 3 0 0,0 0-608 0,2-1-112 16</inkml:trace>
  <inkml:trace contextRef="#ctx0" brushRef="#br1" timeOffset="-38035.95">4522 6651 9215 0,'1'-1'816'0,"0"1"-656"0,-1 0-160 0,0 0 0 0,0 0 960 0,1 0 176 0,0 0 16 0,1 0 16 16,-1 0 368-16,2-2 64 0,0 2 0 0,1 0 16 16,-1 2-288-16,-1-2-64 0,2 1-16 0,0 0 0 15,-1-1-128-15,1 2-32 0,1 1 0 0,0-1 0 16,2-2-208-16,-1 3-48 0,2-1-16 0,0 0 0 15,0-2-336-15,0 0-64 0,1 0-16 0,1 0 0 16,1 0-96-16,3-1-32 0,2 0 0 0,1-1 0 16,1-1 32 15,3 1 0-31,1-1 0 0,2 3 0 16,0-2-48-16,3 2-16 0,3 2 0 0,0-2 0 0,1 0-112 0,1 1-128 15,2-1 176-15,0-1-176 0,1-1 128 0,0-2-128 0,0-1 0 0,2 1 0 16,3-2 128-16,1 1-128 15,0 3 144-15,-2-5-144 0,0 2 272 16,1-2-32-16,1-2-16 0,-1-1 0 16,0 3 16-16,-1-2 0 15,1 1 0-15,-3 4 0 16,0-3-240-16,-3 4 0 0,-3 1 0 16,-2-2 0-1,-3 3 0-15,0 1 0 0,-1-2 0 16,-25 2 0-16,43 0 0 0,-43 0 0 15,34 2 0-15,-34-2-11056 16,0 0-2192-16</inkml:trace>
  <inkml:trace contextRef="#ctx0" brushRef="#br1" timeOffset="-36947.81">4695 6695 1839 0,'0'0'160'0,"-1"0"-160"0,0 0 0 0,0 0 0 0,0 0 768 0,0 0 112 0,-1 0 16 0,-1 0 16 16,0 0 272-16,-2 0 48 0,0 0 16 0,2 0 0 15,-1 0 128-15,0 0 32 0,1 0 0 0,1-2 0 16,0 2-64-16,0 0-16 0,1 0 0 0,0 0 0 0,1 2-496 0,0-2-80 16,0 0-32-16,1 0 0 0,0 0-448 0,0 2-80 15,1-2-32-15,0 0 0 16,0 1-160-16,0-1 0 0,0 2 144 0,1-2-144 0,-2 0 128 0,1 0-128 16,0 0 160-16,0 2-160 0,0-2 320 0,0 0-16 15,0 0-16-15,0 0 0 0,0 0 160 0,-1-2 16 16,1 2 16-1,0-3 0-15,0 3-32 0,0-2 0 16,0 0 0-16,-1 1 0 0,1 1 0 0,0-2-16 16,1 2 0-16,-1 0 0 0,0-2-32 0,0 2 0 0,0 0 0 0,-1-2 0 0,1 2-80 0,-1-1-32 0,0 1 0 0,1 0 0 15,-1 0-16-15,0 0 0 0,1 0 0 0,-2 0 0 16,1 0 16-16,1-2 0 0,-1 2 0 0,1-2 0 31,0 1-144-31,0 1-16 0,0-2-128 0,-1 2 192 0,1-1-64 0,0 0 0 16,0 1-128-16,0 0 192 15,-1 0-192-15,0 0 176 0,1 0-176 0,-1-2 160 0,1 2-160 0,1 0 0 0,0 2 0 16,0-2 0-16,-1 0 0 0,1 0 0 16,1 0 128-16,-1 0-128 0,0 0 0 15,1 0 0-15,1 0 0 0,-1 0 0 0,0 0 0 0,1 0 0 32,-1 2 0-32,1-2 0 0,1 3 0 15,-2-1 0-15,3 0 0 0,-2 1 0 16,3-1 0-16,0 0-144 0,-8-2 144 0,0 0 0 0,0 0-464 0,45 10 16 0,-45-10 0 0,33 1-14416 15</inkml:trace>
  <inkml:trace contextRef="#ctx0" brushRef="#br1" timeOffset="-35812.75">5038 6787 5519 0,'0'0'496'0,"0"0"-496"0,0 0 0 0,0 0 0 0,1 0 1536 0,-1 0 192 16,1 0 64-16,-1-2 0 0,2 2 864 0,-1-3 176 16,2 3 48-16,-1-2 0 0,0 0-448 0,0 2-64 15,-1-2-32-15,1 1 0 0,0 0-672 0,1 1-144 16,0-1-32-16,0 1 0 0,1 0-688 0,0 0-144 16,1 0-16-16,2-2-16 0,0 1 560 0,2 1 112 15,-1-2 32-15,1 0 0 16,1 2-1728-16,-1-2-352 0,2-1-64 0,0 1-16 0,0-1 832 0,0 1 0 15,1 1 0-15,-1 0 0 0,-1 1 0 16,1 0 128-16,-11 0-128 0,0 0 0 0,0 0 0 0,0 0 0 16,39 12 0-16,-39-12 0 15,0 0 0-15,0 0 0 0,0 0 0 0,31 33 0 0,-31-33 0 0,0 0 0 0,0 0 0 16,0 0 0-16,18 37 0 0,-18-37 0 0,0 0 0 0,0 0 0 16,0 0 0-16,1 34 0 0,-3-30 0 0,-1 1 0 15,-1 0 0-15,-2 0 0 0,1-2 0 0,-2 1 0 0,0-3 0 0,-1 2 0 16,0 3 0-16,-2 0 0 15,-1-1 0 1,-1 0 0-16,-2 0 0 0,0 2 0 0,0-3 0 0,1 1 0 16,0 0 0-16,2-2 0 0,1 1 0 15,0-1 0-15,2-1 0 0,0-1 0 0,2 0 816 0,0-1 160 0,3 2 48 0,0-2 0 32,1 0-1648-32,1-2-320 0,2 2-64 0,0 0-16 0,1-2 1648 0,1 2 320 0,0-2 64 0,2 2 16 0,0-3-816 0,-1 1-208 15,3 0 0-15,0 1 0 16,2-1-720-16,-2 1-240 0,1 0-32 0,1-1-16 0,0 1 800 0,-1-1 208 0,2 2 0 0,1-2 0 15,-11 2 0-15,22-3 0 16,-11 2 0-16,-11 1 0 0,25-1 0 0,-25 1 0 0,26-5 0 0,-15 3 0 16,-11 2 0-1,22-5 0-15,-10 3 128 0,0 0-128 16,-12 2 160-16,22-3-32 0,-12 3-128 0,-1-2 192 0,1 2-192 16,-2 0 0-16,-1-1 128 0,0 1-128 15,-2 0 0-15,-1 0 0 0,0 0 0 0,-2 1 0 0,0 1 0 0,-3 0 0 0,0 1 0 0,-1-1 0 16,-1 0-192-16,0 1-48 0</inkml:trace>
  <inkml:trace contextRef="#ctx0" brushRef="#br1" timeOffset="-34865.96">6210 6524 7359 0,'-1'0'656'0,"1"0"-528"16,0 0-128-16,0 0 0 0,0 0 800 0,0 0 128 15,-1 0 32-15,1-1 0 0,-1 1 448 0,1-1 80 16,0 1 32-16,-1 0 0 0,1 0-192 0,1 0-48 16,-1 0 0-16,1-2 0 0,0 2 32 0,0-1 0 15,1 1 0-15,0 0 0 0,0-2-160 0,0 2-16 16,2 0-16-16,0-2 0 0,1 2-160 0,1 0-48 16,0 0 0-16,2 0 0 0,0-1-240 0,0 1-48 0,1 0-16 0,-9 0 0 15,0 0-256-15,29 0-48 0,-29 0-16 0,0 0 0 16,34 0-112-16,-34 0-32 15,0 0 0-15,32 1 0 0,-32-1-144 0,0 0 0 16,0 0 0-16,35 4 0 0,-28-4 0 16,0-2 0-16,-1 2 0 15,0-2 0-15,-2-1-400 0,0 1 32 16,-1 0 16-16,-2 2-15520 0</inkml:trace>
  <inkml:trace contextRef="#ctx0" brushRef="#br1" timeOffset="-34645.72">6307 6425 10127 0,'-1'-3'896'0,"1"3"-704"0,1-1-192 0,-1 1 0 0,0 1 1104 0,0-1 192 15,0 2 48-15,0-2 0 0,-1 5 928 0,1 1 192 16,-1 3 32-16,1 2 16 0,-1 1-816 0,-1 3-160 16,2-15-48-16,-1 35 0 0,1-35-656 0,-2 35-128 15,2-35-16-15,-3 34-16 0,2-19-176 0,0-2-48 16,1-13 0-16,0 0 0 15,3 33-448-15,-1-26 0 0,-2-7 0 0,0 0 0 0,0 0 0 0,0 0-256 16</inkml:trace>
  <inkml:trace contextRef="#ctx0" brushRef="#br1" timeOffset="-27432.72">6762 6377 11055 0,'-1'-2'976'0,"1"2"-784"0,0 0-192 0,0 0 0 0,-1 0 896 0,0 0 128 15,0 2 16-15,-1-2 16 0,-1 1 800 0,0 1 176 16,-1 0 16-16,0-2 16 0,2 2-496 0,-1 0-96 16,0-1-32-16,1 1 0 0,-1 0-608 0,1-1-128 0,2 2-32 0,-2 0 0 0,1 0-176 15,0 2-48-15,0 1 0 0,0 3 0 0,-1 2-112 16,-1 1-16-16,1 3-16 0,-2 2 0 0,1 0-48 15,0 2-16 1,0 1 0-16,1 0 0 0,0 0-240 0,1-2 176 0,1-18-176 0,0 0 160 16,6 36-160-16,-6-36 0 0,0 0 144 0,0 0-144 15,0 0 0-15,0 0 0 0,42 10 0 0,-32-18 128 16,3 1 192-16,-2-4 64 0,2-3 0 16,0-1 0-16,-1-2-208 0,-1 1-48 0,-2 2 0 0,-2-3 0 15,0 2-128-15,-2 1 0 0,-4 2 0 16,-1 1 0-16,-1 4 0 15,-2-3 0-15,-3 3 0 16,-2 1 0-16,-1 0 0 16,-3 1 0-16,2 3 0 15,-3 0 0-15,-2 3 0 0,1 0 0 16,-2 1 0-16,2 1 0 0,2-1 0 16,2 1 0-16,1 1 0 15,2-1 0-15,1 2 0 16,3-1 0-16,0 1 0 0,3 0 0 15,2-1-640-15,0-1 0 0</inkml:trace>
  <inkml:trace contextRef="#ctx0" brushRef="#br1" timeOffset="-26695.7">6994 6552 6447 0,'-2'0'576'0,"0"0"-576"0,1 0 0 0,0 0 0 16,0 1 1088-16,1-1 128 0,0 0 0 0,-1 0 16 15,0 2 688-15,0-2 128 0,0 0 16 0,1 0 16 16,0 2 176-16,0-2 48 0,1 1 0 0,1 1 0 16,0 0-368-16,0 0-64 0,0 1-16 0,0-1 0 15,0 1-720-15,-1-1-160 0,1 0-16 0,0 1-16 0,0 1-592 16,0-1-112-16,0-1-32 0,-1 0 0 16,-1-1-208-16,1 1 0 0,0 0 0 0,0-1-11120 15,1 1-2192-15</inkml:trace>
  <inkml:trace contextRef="#ctx0" brushRef="#br1" timeOffset="-26139.65">7157 6335 10127 0,'-2'-3'896'0,"1"1"-704"0,2-1-192 0,0 1 0 16,0 2 1648-16,0-2 288 0,1 1 64 0,0-1 16 15,3 0 16-15,2-3 0 0,2 0 0 0,0 1 0 16,1-1-368-16,-1 2-64 0,0 0 0 0,-1 2-16 16,0 1-512-16,-1 0-112 15,1 2 0-15,-2 0-16 0,0 1-368 0,-2-1-64 0,1 3 0 0,-2-1-16 16,0 2-272-16,-1 0-48 0,-1-1-16 0,0 0 0 0,-1 2-160 0,-1-1 0 15,-1 0 0-15,-1-1 0 16,1 0 0-16,-3 2 0 0,0-3 0 0,1 1 0 0,-1 0 0 0,-1-1 0 16,-1 1 0-16,-1 0 0 0,-1 0 0 0,-2 2 0 15,1-2 0 1,-1 2 0-16,2-3 0 0,0 1 0 0,1 1-128 16,1-2 128-16,0 1 0 15,2-1 0-15,1 1-144 0,1-3 144 16,1 1 0-16,2-2 0 0,0 0 0 0,2-1 0 0,0 0 0 0,1 0 128 0,1 0-128 0,2 0 0 0,1-1 400 0,1 0-16 0,0 1 0 0,1 0 0 15,1-2 0-15,0 1 0 0,1 1 0 0,-11 0 0 16,0 0-144-16,32 5-48 0,-32-5 0 16,0 0 0-16,0 0-64 0,43 16 0 0,-43-16-128 31,0 0 192-31,0 0-64 0,38 22-128 0,-38-22 176 0,0 0-176 0,0 0 160 0,0 0-160 0,0 0 128 16,22 38-128-16,-23-31 128 0,-2-1-128 0,-2 2 0 0,-2-1 128 15,-1 1-128-15,-1-1 128 0,-2 2-128 0,-2-1 128 16,-1 3-128-16,-3-4 0 0,1 3 144 0,-3-3-144 15,2 0 0-15,1-3 0 0,1 1 0 0,1-2 0 16,1-1 0-16,1 0 0 0,2-2 0 0,0 1-18272 16</inkml:trace>
  <inkml:trace contextRef="#ctx0" brushRef="#br1" timeOffset="-23846">7576 6434 7359 0,'-2'0'656'0,"0"1"-528"0,1-1-128 0,0 0 0 0,1 0 944 0,0 0 144 16,-1 1 48-16,-2-1 0 0,0 1 336 0,1 0 64 16,0 0 0-16,0-1 16 0,2 0-80 0,0 0-32 15,0-1 0-15,1 0 0 0,1 1-160 0,0-1-48 16,2 1 0-16,0-1 0 16,0 0-80-16,1 1-32 0,-1 0 0 0,2-2 0 0,1 2-288 0,1 0-48 15,0 0-16-15,1 0 0 0,0 0-208 0,1 0-48 0,-1 0-16 0,2 0 0 16,-1-2-160-16,1 1-16 0,0-1-16 15,1 0 0-15,-1 1-160 0,0-1-16 16,1 0-128-16,-1-3 192 0,-2 3-192 16,-1-1 0-16,1 1 0 0,0-2 0 0,-1 1 0 0,0 0 0 0,-1 0 0 0,-1 2 0 15,-1-1-176-15,-2 4-16 0,-1-2-16 0,-1 2 0 16,-2 0-1792 0,-2 4-368-16,-2 0-64 0,-1 4-11088 0</inkml:trace>
  <inkml:trace contextRef="#ctx0" brushRef="#br1" timeOffset="-23452.32">7651 6527 2751 0,'-4'2'128'0,"2"-2"16"0,0 0-144 0,0 0 0 0,1 2 0 0,0-2 0 0,0 0 1088 0,-1 0 176 15,0 1 32-15,-1 1 16 0,-1-2 416 0,0 2 96 16,2-2 16-16,-1 0 0 0,2 1-256 0,-1 0-48 15,1-1-16-15,0 0 0 0,0 0-224 0,0 2-32 16,1-2-16-16,0 0 0 16,0 0-64-16,-1 0-16 0,1 0 0 0,0 0 0 0,0 0-208 0,0 0-32 0,0 0-16 15,0 0 0-15,1 0-144 0,0 0-48 0,0 0 0 0,0-2 0 16,1 2-32-16,-1-1-16 0,1 1 0 0,0-1 0 16,-1 1-144-16,2 0-16 0,-1-2-16 0,0 2 0 15,0 0-192-15,0 0-48 0,-1 2 0 0,1-2 0 31,-1 0-112-31,1 0-16 0,-1 0-128 0,0 0 192 0,0 0-192 0,1 1 0 0,-1-1 128 0,1-1-128 16,-1 2 0-16,1-1 176 0,2 1-176 0,1-2 160 16,0 1-32-16,2 0 0 0,0 0 0 0,2-1 0 15,2 1-128-15,0-2 192 0,1 2-192 16,1 0 192-16,3-3-192 16,0 1 0-1,2 0 0-15,-1-1 0 0,0 1 0 0,0-1 0 16,-1 1 0-16,-1-1-18176 0</inkml:trace>
  <inkml:trace contextRef="#ctx0" brushRef="#br1" timeOffset="-21609.99">8202 6195 10127 0,'1'-1'896'0,"-1"-1"-704"0,0 0-192 0,0 2 0 15,0-2 928-15,0 1 160 16,0-1 16-16,0-3 16 0,0 1 160 0,1-1 48 0,-1-1 0 0,0 2 0 16,0-1-448-16,0 1-96 15,0-1-16-15,1 0 0 0,-1 3 64 0,0-2 0 0,0 1 0 0,0 3 0 16,0-3-160-16,0 3-32 16,0 0 0-16,0-2 0 0,-1 2-80 0,1 2-32 0,-1-2 0 0,0 3 0 15,0-1-256-15,0 1-48 0,-1 0-16 0,0 1 0 16,1 1-80-16,-1 1-128 0,0 3 176 0,0 2-176 15,0 0 208-15,0 2-64 0,0 1-16 0,1 2 0 0,0 1 0 16,0 2 0-16,1-3 0 0,-1 1 0 16,1-17-128-16,2 33 0 0,-2-33 144 0,0 0-144 0,6 40 0 0,-6-40 128 15,0 0-128-15,0 0 0 0,0 0 0 0,0 0 0 16,36 36 0-16,-26-36 0 0,-3-2 0 0,3-3 0 16,1-1 0-16,3-5 128 15,-1 1 64-15,1-3 32 0,0 0 0 0,-1-1 0 16,-1 0-224-16,-1 0 0 0,-1 0 128 0,-1 0-128 0,-3 2 0 0,0 0 0 0,-2 2 0 0,-3-1 0 15,-1 3-192-15,-3 1 192 0,0 0-192 16,-1 0 192 0,1 5-944-16,-2-1-80 0,-1 1 0 15,2 2-16-15,-1 0-560 0,0 2-96 16,2 1-32-16,0-1-8960 0</inkml:trace>
  <inkml:trace contextRef="#ctx0" brushRef="#br1" timeOffset="-21310.74">8463 6216 11055 0,'1'-2'480'0,"0"0"112"0,-1 1-464 0,1 1-128 0,-1-2 0 16,1 2 0-16,0-1 1408 0,2 0 256 0,1 0 48 0,1 1 16 0,2-2-96 0,1 0-16 15,1 2 0-15,1-3 0 0,0 1-416 0,-1-1-96 16,2-1-16-16,-1 1 0 16,0-1-320-16,-1 0-80 0,0 1-16 0,1-2 0 15,0 2-352-15,-2-1-64 0,0-1 0 0,-1 2-16 0,-1 0-240 0,0 0 0 16,-1 1 0-16,-1 1 0 16,0-1 0-16,-1 1 0 0,-1 0 0 0,-1 1 0 15,0 0-1024-15,0 0-112 0</inkml:trace>
  <inkml:trace contextRef="#ctx0" brushRef="#br1" timeOffset="-20852.7">8744 6046 12895 0,'-1'-3'576'0,"1"0"112"0,0 1-560 0,0 2-128 0,1 0 0 0,-1-2 0 0,1 2 1792 0,0 0 336 15,0-2 64-15,2 1 16 0,1-1 96 0,0 2 0 32,2-3 16-32,1 1 0 0,0 2-880 0,-1-1-176 15,2 2-48-15,-1-1 0 0,1 0-560 0,-1 2-112 16,1-1-32-16,1 3 0 0,-2-3-240 0,1 3-48 16,-8-4-16-16,0 0 0 0,0 0-80 0,0 0-128 15,0 0 176-15,37 24-176 0,-34-20 128 0,0 2-128 16,0 0 0-16,-2-1 0 0,-2 0 0 0,-1-1 0 15,0 1 0-15,-2-1 0 0,-2 2 0 0,0-1 0 0,-2-1 0 0,0 2 0 16,-1 0 0-16,-2 1 0 16,1-2 0-16,1-1 0 0,-1 4 0 15,0-4 0-15,3 1 0 16,1 0 0-16,0 0 0 16,3-2 0-16,0 1 0 0,2-2 0 0,2 0 0 0,1 1 0 0,3-3 0 0,0 1 0 0,1 0 0 0,2-1 0 0,2 0 0 0,0 1 0 15,2-1 224-15,0 2-64 0,-12-2-16 0,27 2 0 16,-27-2 128-16,0 0 32 0,40 10 0 0,-40-10 0 15,0 0-304-15,0 0 160 0,38 16-160 0,-38-16 128 16,0 0-128-16,0 0 0 0,0 0 0 0,0 0 0 16,0 0 0-16,0 0 0 0,-4 40 0 0,-6-32 128 15,-3-1-128-15,-3 4 0 16,-2-1 0-16,-2 2 128 0,-2 2-128 16,-1 0 0-16,0-2 0 0,1 2 0 0,-1-2-320 0,-4 2-32 0</inkml:trace>
  <inkml:trace contextRef="#ctx0" brushRef="#br1" timeOffset="-20366.9">8085 6574 4543 0,'-5'0'0'0,"0"0"192"0,1 0-48 0,1 0-16 0,3 0-128 0,-1-2 0 0,0 2 0 0,-1 0 0 0,-2-2 1888 0,1 1 352 15,0-1 64-15,1 0 0 16,1 1-256-16,1-1-48 0,1 0-16 0,1-1 0 0,1-1-480 0,2 3-96 16,1-1-32-16,0 1 0 0,2 0-336 15,2 1-64-15,2 0-16 0,1 0 0 16,-13 0-112-16,31 1-16 0,-11-1-16 0,1-1 0 0,1 1 288 0,3-2 64 15,4-1 16-15,2-2 0 16,-3 4-96-16,4-2-32 0,3 0 0 16,0-1 0-16,-2 3-544 15,2-2-128-15,4 2 0 16,2-2-16-16,0 1-240 16,0-1-128-16,2 0 160 0,-3 2-160 15,-3-1 0-15,-2 0 0 16,0 1 0-16,-4-1 0 15,0 0 0-15,-3-1 0 16,-2 3 0-16,-3-5 0 0,-1 1 0 16,-2 1 0-16,-4-2 0 15,-2 1 0-15,-3 1 0 0,-1 1 0 16,-4 0 0-16,-1 2 0 0,-3 0-528 0,-1 0-160 0,-2 2-16 0,-2 0-11008 0,-2 0-2208 16</inkml:trace>
  <inkml:trace contextRef="#ctx0" brushRef="#br1" timeOffset="-19873.44">8426 6674 9215 0,'-1'0'816'0,"-1"0"-656"15,2 0-160-15,0 0 0 0,0 0 880 0,-1 0 144 0,1-2 16 0,-2 2 16 32,1-1 864-32,1 1 160 0,1 0 32 0,2 0 16 0,0-2-336 0,2 1-80 15,2 1-16-15,1-2 0 0,1 0-352 0,1 2-64 16,3-2 0-16,0 2-16 0,1 0-288 16,-1 0-48-16,0 0-16 0,-13 0 0 0,0 0-432 0,36 6-96 15,-26-3 0-15,-10-3-16 0,0 0-368 0,0 0 128 16,0 0-128-16,0 0 0 0,39 26 0 0,-37-21 0 0,0-1 0 0,-2 2 0 15,-2 0 0-15,0-1 0 0,-2 0 0 0,-1-1 0 16,1 2 0-16,-2-2 0 0,0 1 0 0,-4 0 0 16,4-1 0-16,-3 1 0 15,-3 0-144-15,-1 0 144 0,0 2-208 16,0-2 16-16,1 2 16 0,0-3 0 0,4 1-128 16,2 0-16-16,0-3-16 0,2 1 0 0,2 1 336 0,1-3 0 0,2 1 0 0,-1-1 0 0,3 0 0 0,2-1 0 15,0 0 0-15,3-1 0 0,0 1 528 0,1 0 32 16,1 0 0-16,0 0 0 15,2 0 192-15,2-1 32 0,-14 1 16 0,31 1 0 0,-31-1-368 0,35 1-80 16,-35-1-16-16,33 3 0 0,-33-3-176 16,32 2-32-16,-32-2-128 0,31 0 192 15,-17 0-192-15,0-2 0 0,0-1 0 16,-1 1 0-16,1-3-144 0</inkml:trace>
  <inkml:trace contextRef="#ctx0" brushRef="#br1" timeOffset="-18659.32">10773 6330 7359 0,'-2'0'656'0,"1"0"-528"0,1 0-128 0,-1-2 0 0,1 2 640 0,0-1 80 15,-1 1 32-15,-1-2 0 0,0-1 672 0,2 1 144 16,-2 0 32-16,1 0 0 0,1-1-48 0,0 0 0 16,-1 1 0-16,1 2 0 15,1-1-208-15,0 0-32 0,1 1-16 0,0-2 0 16,2 2-448-16,0-2-80 0,1 1-32 0,2-1 0 0,-1 0 16 0,3-1 0 15,-1 1 0-15,1-1 0 0,1-1-256 0,-1 1-48 16,0 3-16-16,-1-1 0 0,0 1-240 0,-2 1-32 16,-1 1-16-16,0 1 0 0,-3-1-144 0,0 2 0 15,-1 0 0-15,-3 3 0 0,0-1 0 0,-2 0 0 0,-3 1 0 0,0 2 0 16,-1-2 0-16,-2 0 0 0,1 3 0 0,0-3 0 16,0 1 0-16,0 1 0 15,-2 0 0-15,0 0 0 0,-2 1 0 0,1-1 0 16,1-1 0-16,1 1 0 15,1-2 0-15,3-2 0 16,1 0 0-16,2 0 0 16,1-1 0-16,1-2 0 0,1 3 0 0,1-2 0 15,1-1 0-15,2 0 0 0,1 0 0 0,0-2 0 16,2 1 0-16,-1 1 0 0,2-2 128 0,0 0-128 0,0-2 544 0,1 1 32 0,0-1 0 0,0 1 0 0,1 0-384 0,0 1-64 0,-1-2 0 0,0 2-128 0,0-3 0 0,0 3 0 16,-1 0 0-16,1-2 0 0,-1 0 0 0,-1 1 0 15,1-1 0-15,-2 0-144 0,0 0 144 0,-1-1-192 16,-1-2 192-16,0 3-192 15,-1-3-1520 1,-2 0-304-16</inkml:trace>
  <inkml:trace contextRef="#ctx0" brushRef="#br1" timeOffset="-18249.83">10664 6156 11055 0,'-8'-6'480'0,"2"3"112"0,2-1-464 0,1 3-128 0,0 1 0 0,1 1 0 15,0 0 1216-15,-2 2 240 0,-4 0 32 0,-2 3 16 16,-2 4-160-16,-2 2-16 0,1 2-16 0,0 1 0 16,1 3-352-16,1 0-80 15,1 0-16-15,1 1 0 0,0 0-160 0,2 0-48 0,1-2 0 0,2 2 0 16,-1 1 80-16,2 2 16 0,3-22 0 0,-2 52 0 16,2-52-240-16,6 52-64 0,-6-52 0 0,17 44 0 31,-17-44-288-31,0 0-160 0,40 49 160 0,-40-49-160 0,37 19 192 0,-37-19-64 0,46 7-128 15,-21-7 192-15,2-2 656 0,1-1 128 16,1-4 32 0,2 0 0-16,1-2-128 15,0 1-32-15,1-3 0 0,-1 1 0 0,-2-3-272 0,-1 0-48 0,1-3-16 0,-1 1 0 0,-3-2-288 0,0 1-64 0,-1-1-16 0,-3-2 0 0,-1 3-144 0,-2-3 128 16,-2 2-128-16,-4 1 128 0,-1 1-128 0,-5-1 0 16,-1 4 0-16,-5 0 0 0,-2-2 0 15,-5 2 0-15,-3 0 0 0,-4-2 0 0,-4-3 0 0,-4 1 0 16,-4-5 0-16,-3-1 0 0,1-1 0 0,-4-1 0 15,-2-4 0-15,1 4 0 16,2 2-448-16,-4-2 0 0,-2 0-16 0,1 6 0 16,2 4-736-16,3 9-144 15,5 7-16-15,3 5-9424 0,3 3-1888 0</inkml:trace>
  <inkml:trace contextRef="#ctx0" brushRef="#br1" timeOffset="-16394.93">11961 6036 11023 0,'1'0'976'0,"-1"0"-784"16,1-2-192-16,-1 1 0 0,0 1 704 0,0 0 80 15,1 0 32-15,-1-2 32 0,1 2 560 0,-1-3 96 16,1 1 32-16,0 0 16 0,1-2-144 0,-1 1-16 15,1 0-16-15,-1 1 32 0,0 0-128 0,0-3-48 16,0 3 0-16,-1-1 48 0,1 2-384 0,0 0-64 0,-1-2 0 0,0 3 0 16,0-2-256-16,0 0-64 0,0 1-16 0,0 1 32 15,0-2-256-15,0 2-48 0,0-1-16 16,1 0 48-16,-1-1-256 0,0 2 144 0,-1-2-144 16,1 1 160-16,0-1-160 0,0 2 192 0,0 0-192 0,0-2 224 15,0 2-224-15,-1 0 0 0,-1 2 0 0,1-2 0 16,0 2 0-16,0-1-176 0,-1 1 16 0,1 2 32 15,-2-1-96-15,2 4-16 0,-2 0 0 0,0 0 48 16,0 3 192-16,0 1-144 0,-1 1 144 0,0 2 0 16,0 3 0-16,1-1 0 0,-1 2 0 15,0 0 0-15,1 1 0 0,-1-2 0 16,0 1 0-16,-1 0 144 0,3-2-144 16,-2-2 0-16,1-2 144 0,1 0-144 0,0-2 0 0,1-1 128 0,0-1-128 0,0-2 0 0,1 1 0 0,-1-2 0 15,2-2 0-15,0-1 0 0,1 0 0 0,-2-2 0 16,3 0 0-16,1-2 128 0,0 0-128 0,0-1 0 15,2 0 0-15,1-1 0 0,0-1 0 0,0 0 0 16,2 1 0-16,-1-3 0 0,0 2 0 0,0 0 0 16,-1 0 0-16,0 1-128 0,0-2 128 0,0 2 0 15,1-1 0-15,-1-2 0 0,1 2 0 0,-2-2-160 0,2-2 160 16,-2 2 0-16,2-4-160 0,0 0 160 0,-2 2-128 16,2-3 128-16,-2-2-256 0,1 2 48 0,-1-3 0 0,0 1 0 15,-2 3 48-15,0 1 16 0,-1-1 0 16,0-1 0-16,0 0 144 15,-2 2 0-15,1 0 0 16,-1 2-128-16,0 1 128 0,-1 1 0 0,0 1 0 0,-1 1 0 0,0 2 0 0,0 2 0 0,-1 2 0 0,0-1 0 16,-1 2 0-16,0 0 128 0,0 2-128 0,1-1 0 15,-1 1 0-15,0 2 0 0,-2 3 0 16,2 2 128-16,-1 0-128 0,0 2 0 0,1 0 0 0,1 0 128 16,-1 2-128-16,3-16 0 0,-4 34 0 0,4-34 128 15,-3 33-128-15,3-33 128 0,0 0-128 0,2 38 128 16,-2-38-128-16,0 0 128 0,0 0-128 0,0 0 128 0,0 0-128 15,17 40 0-15,-13-37 0 0,-2-3 0 16,2 2 0-16,0-2 0 0,0 0 0 16,-1-2 0-16,2-1-624 0,-1 1-80 0</inkml:trace>
  <inkml:trace contextRef="#ctx0" brushRef="#br1" timeOffset="-16111.5">12211 6173 7359 0,'-1'0'656'0,"1"0"-528"16,1 0-128-16,-1 0 0 0,0 0 1280 0,0 0 240 0,1 0 32 0,0 0 16 16,2 0 416-16,0-2 64 0,1 0 32 0,3 1 0 15,-1-1-352-15,2 0-64 0,0-1 0 0,0 1-16 16,2-1-112-16,0 1-32 0,1 1 0 0,-1 0 0 15,1-1-416-15,-1-1-96 0,0 1-16 0,-2 1 0 16,1 0-480-16,-2 0-112 0,-1 0 0 0,1 0-16 16,-2 1-368-16,0-2 128 0,0 2-128 0,-2 0 0 15,0 0 0-15,-1 0 0 0,0 0 0 0,-2 0-16352 16</inkml:trace>
  <inkml:trace contextRef="#ctx0" brushRef="#br1" timeOffset="-13886.9">12681 5979 11055 0,'2'-3'976'0,"0"1"-784"0,-1 0-192 0,0 2 0 15,0 0 1600-15,-1-2 288 0,2 1 48 0,1-4 16 16,0 1 384-16,1 0 80 0,0 0 16 0,-3 1 0 15,0 2-752-15,-1 1-144 0,0 0-16 0,0 0-16 16,-2 2-704-16,-1 0-144 0,-2 4-16 0,2-2-16 16,-1-1-352-16,0 2-64 0,-1 2-16 0,-2 2 0 0,0 1-32 0,-1 1-16 15,1-2 0-15,0 1 0 0,1 2-144 0,0-2 192 16,2-1-192-16,1-2 192 16,1 0-192-16,0 0 192 0,2-1-192 0,0-6 192 0,0 0-192 0,0 0 192 15,0 0-192-15,0 0 192 0,0 0-192 0,0 0 0 16,31 37 0-16,-31-37 128 0,0 0-128 0,0 0 160 15,39 17-160-15,-39-17 160 16,0 0-160-16,0 0 0 0,40 21 0 0,-40-21 0 0,0 0 0 0,0 0 0 16,35 23 0-16,-35-23 0 0,0 0 0 0,0 0 0 15,0 0 0-15,0 0 128 0,0 0 0 0,0 0-128 16,0 0 192-16,0 0-64 0,0 0 128 0,0 0 0 0,0 0 16 16,0 0 0-16,0 0-144 15,-2 32-128-15,-7-30 192 0,-1 2-192 0,0-1 144 16,0 2-144-1,-2-1 0-15,0 2 144 0,-4 0-144 0,2 2 0 0,1-2 0 16,2 0 0-16,2-2 0 0,1 1 0 16,0 0 0-16,3-3 0 0,0-2-320 0,2 0 48 0,0-2 16 15,2-3-16832-15</inkml:trace>
  <inkml:trace contextRef="#ctx0" brushRef="#br1" timeOffset="-13686.32">12644 6031 3679 0,'0'-5'320'0,"0"3"-320"16,0 0 0-16,0 2 0 0,1 0 1840 0,0-2 288 31,0 1 64-31,1-4 16 0,2 1 736 0,-1-1 128 0,3 0 48 0,0 1 0 0,-1 1 272 0,3 0 64 16,1 1 16-16,2 0 0 0,-1-2-2560 0,1 3-512 15,0-3-96-15,1 1-32 0,1 3 16 0,-1-2 0 16,0-1 0-16,0 1 0 16,-1 2-288-16,-1-2 0 0,0 1 0 0,0 1 0 0,-1 0 0 0,-2 1 0 15,1 1-144-15,-2 0-16400 0</inkml:trace>
  <inkml:trace contextRef="#ctx0" brushRef="#br1" timeOffset="-13498.54">12898 6127 8287 0,'0'1'736'15,"0"1"-592"-15,0-1-144 0,0 1 0 16,1-2 1792-16,0 2 336 0,0-1 64 0,1 3 16 15,-2-4 736-15,0 0 128 16,0 0 48-16,0 0 0 0,0 0-1072 16,26 36-192-16,-26-36-64 0,0 0 0 0,0 0-1024 0,0 0-192 0,0 0-64 0,0 0 0 0,0 0-512 0,34 26 0 15,-31-26 0-15,0-2-15856 16</inkml:trace>
  <inkml:trace contextRef="#ctx0" brushRef="#br1" timeOffset="-13071.75">13118 5953 9215 0,'0'0'816'0,"-1"0"-656"0,1 0-160 0,0 0 0 16,0 2 1520-16,-1-2 272 0,1 0 48 15,-1 3 16-15,0-1 800 0,-1-1 160 0,0 2 48 0,-1 2 0 16,1-2-1200-16,-1 1-224 0,2 2-48 0,-2 0-16 15,0 1-624-15,0 0-128 0,1 1-32 16,0-2 0-16,0 4-80 0,0 0-32 16,2-10 0-16,0 0 0 0,0 0-16 0,1 36 0 0,-1-36 0 15,0 0 0-15,0 0-192 0,0 0-32 0,0 0-16 0,0 0 0 16,0 0-224-16,34 32 144 0,-27-29-144 0,-7-3 128 16,0 0-128-16,0 0 0 0,0 0 0 0,0 0 128 0,37 23-128 15,-37-23 0-15,0 0 0 0,0 0 0 16,0 0 0-16,0 0 0 0,19 43 0 0,-19-43 0 0,0 0 0 15,0 0 0-15,0 0 0 0,-4 34 0 0,2-27 0 16,-2-4 0-16,0 0 128 0,0 2-128 16,-2-2 0-16,1-1 0 0,-3 1 0 15,1-1 128-15,0 1-128 0,-1-1 0 0,0 0 0 16,1 0 128-16,0 0-128 0,-2 1 0 0,-1 0 0 16,0-1 0-16,-1 0 0 0,-1 1 0 0,1 1 0 0,-1-3 0 15,1 1-320-15,0-2 16 0,2 0 0 0,0-3-16320 16</inkml:trace>
  <inkml:trace contextRef="#ctx0" brushRef="#br1" timeOffset="-12882.4">13034 5950 12895 0,'3'-2'576'0,"-1"0"112"0,0 2-560 0,1-2-128 0,0 1 0 0,-1 1 0 15,1 0 1376-15,3-2 240 0,3-1 48 0,4 1 16 16,3-2 256-16,2 1 48 0,0 0 16 0,1 1 0 15,-2 0-960-15,1 0-192 0,0 2-32 0,-2 0-16 16,-1 0-448-16,-2 2-96 0,0-1 0 0,-13-1-16 0,0 0-240 16,29 8-160-16,-24-5 32 0,-1-1-13040 15</inkml:trace>
  <inkml:trace contextRef="#ctx0" brushRef="#br1" timeOffset="-12267.39">11992 6432 4607 0,'-6'0'192'0,"0"0"64"0,3 0-256 0,0 0 0 0,1 0 0 0,0 0 0 0,1 2 768 0,-2-2 128 16,1 0 0-16,-3 0 16 0,0 1 112 0,0-1 0 15,0 1 16-15,1-1 0 0,1 0-128 0,1 0-16 16,0 1-16-16,1-1 0 0,-1 0-176 0,1 0-48 16,1 0 0-16,-1 0 0 0,1 0-16 0,0 1-16 15,0-1 0-15,0 0 0 0,1 0 128 0,0 0 16 16,0 1 16-16,1-1 0 0,0-1 64 0,2 1 16 16,-1-1 0-16,2 0 0 0,1 1 112 0,0-2 32 15,0 2 0-15,3-2 0 0,0 0-176 0,2-1-48 16,0 3 0-16,3-3 0 0,0 1 112 0,3 2 32 15,1-1 0-15,0 0 0 0,1 1-400 16,0 0-80-16,0 0 0 0,-1 0-16 16,3 0-96-16,1 0-16 0,2 0 0 0,0 0 0 0,-2 0-64 0,2 0 0 0,1 0-16 0,2 0 0 15,4 0-112-15,-1 0-128 0,0 1 176 0,1-1-176 16,-3-1 160-16,0 1-160 0,1-2 128 0,4-1-128 16,1 0 192-16,0-1-32 15,-2 0-16-15,3-1 0 0,4 1 112 0,3-2 32 0,1-1 0 0,3-1 0 16,-2-1-288-16,0 0 0 0,0-1 128 0,0-1-128 0,-3 1 0 15,-1 3 0-15,-2-1 0 0,-4 2 0 0,-3 3 0 16,-8-1 0-16,-4 3 0 0,-5-1 0 16,-14 2-384-16,0 0-144 0,0 0-32 15,0 0-17088-15</inkml:trace>
  <inkml:trace contextRef="#ctx0" brushRef="#br1" timeOffset="-4492.59">12627 6593 2751 0,'0'-5'256'0,"0"1"-256"0,1 1 0 0,-1 0 0 0,1 1 1680 0,-1 2 304 15,0-1 48-15,0 0 16 0,1-3-144 0,0 1-32 16,0-2 0-16,-1 3 0 0,1 0-528 0,-1 1-128 16,0 1 0-16,0 0-16 0,0 1-160 0,0 1-16 15,0 0-16-15,0 0 0 0,-1 1 64 0,1 0 16 16,0 1 0-16,-1 1 0 0,0 3 64 0,1 0 0 0,0-8 16 15,0 0 0-15,-3 33-272 0,3-33-48 0,-3 26-16 0,3-26 0 16,-3 27-256-16,3-27-48 0,-4 25-16 16,4-25 0-16,0 0-304 0,0 30-64 0,0-30-16 15,0 0 0-15,0 0-128 0,0 0 0 0,4 37 0 16,-2-32-16992-16</inkml:trace>
  <inkml:trace contextRef="#ctx0" brushRef="#br1" timeOffset="-3337.54">13561 6424 4607 0,'-2'0'400'0,"0"-2"-400"0,1 2 0 0,1 0 0 16,0 0 912-16,-1 0 112 0,0-1 0 0,-1 0 16 15,0-2 480-15,-1 1 80 0,-1-1 32 0,1 1 0 16,1 1-48-16,1 0-16 16,-1-1 0-16,1 2 0 0,0-2-208 0,0 2-32 0,1 0-16 0,-1 0 0 15,1 0-128-15,1 2-32 0,0-2 0 0,1 2 0 16,0-2-352-16,1 1-80 0,3 0-16 0,0-1 0 16,4 0 0-16,1 0 0 0,2-1 0 0,1 0 0 15,1-1-128-15,1-1-16 16,1-1-16-16,-1 0 0 0,0 0-96 0,0-1 0 15,-1 2-16-15,-2 0 0 0,-1 0-240 16,-2 0-64 0,-1 0 0-1,-1 2 0-15,-2 1-128 0,0-2 0 0,-2 2 0 0,-1 2 0 16,0-2-224-16,-2 2 32 0,0 0 0 0,-2-1-10864 0,0 2-2160 16</inkml:trace>
  <inkml:trace contextRef="#ctx0" brushRef="#br1" timeOffset="-3107.2">13684 6302 7359 0,'0'-3'656'0,"0"0"-528"0,0 1-128 0,1 2 0 16,-1 0 1088-16,1-2 192 0,0-1 48 0,-1-1 0 16,2-1 800-16,-1 0 176 0,-1 1 16 0,1 1 16 15,-1 3-416-15,1 0-96 0,-1 0-16 0,0 0 0 16,0 2-336-16,-1 3-64 0,1 2 0 0,-1 3-16 15,1-10-560-15,0 0-96 0,-1 30-32 0,1-30 0 16,0 0-448-16,-6 38-112 0,6-38-16 0,-4 27 0 0,4-27-128 16,-4 33 0-16,4-33 0 0,-3 33 0 31,3-33 0-31,0 0 0 0,2 43 0 0,-2-43-10464 0,0 0-1968 0</inkml:trace>
  <inkml:trace contextRef="#ctx0" brushRef="#br1" timeOffset="-208.07">14126 6268 9215 0,'1'-2'816'0,"-1"0"-656"15,0 1-160-15,0 1 0 0,0 0 1008 0,0-2 160 16,1 0 48-16,0-1 0 0,0-1 400 0,0-2 96 15,0 2 16-15,0-1 0 0,0 1-288 0,0 1-48 16,-1-1-16-16,1 1 0 0,-1 0-192 0,0 1-32 16,0 0-16-16,-1 0 0 0,0 2-208 0,0-2-32 15,0 2-16-15,0 0 0 0,-1 2-288 0,0 0-48 16,0-1-16-16,0 2 0 0,-2 2-208 0,1 0-64 16,-1 0 0-16,1 3 0 0,-1-1-32 0,0 1-16 15,2 0 0-15,-2 1 0 0,1-2-80 0,0 3-128 16,0 2 176-16,1-2-176 0,-1 3 128 0,0-1-128 15,3-12 0 1,-5 24 0-16,4-16 160 0,0 1-160 0,1-9 128 16,0 0-128-16,0 0 144 0,-2 33-144 15,2-33 160-15,0 0-160 0,0 0 0 0,0 0 128 0,0 0-128 0,0 0 0 16,0 0 0-16,0 0 0 0,25 35 0 0,-20-36 0 0,-1 0 0 16,1-3 0-16,1 0 0 0,0 0 0 0,1-3 0 15,1 0 0 1,-1-1 0-16,-1 2 0 15,-2 1 0 1,2-1 128-16,-1-3-128 16,3-2 0-16,0-1 0 0,0-2 0 15,-4 4 0 1,1 1 0-16,-1-3 0 0,-2 0 0 0,0-1 0 0,-2 1 0 0,-1-1 0 0,-1 3 0 0,-3 1 0 0,-2 2 0 0,-1 0 0 0,-1 4 0 0,0 1 0 0,-1 2 0 0,0 0 0 0,0 5 0 0,0-2 0 0,0 3 0 0,1 2 0 0,1-2 0 0,-1 4 0 0,3-3 0 0,-1 0 0 0,3 3-128 16,0-3 128-16,1 0 0 15,1 0-480-15,2-2-32 0,1 0-16 0,1 0-15184 0</inkml:trace>
  <inkml:trace contextRef="#ctx0" brushRef="#br1" timeOffset="110.56">14353 6363 2751 0,'1'0'256'0,"-1"-2"-256"0,0 2 0 0,0 0 0 16,0 0 1584-16,0 2 272 0,0-2 48 0,0 2 16 16,-1 1 288-16,1 1 64 0,0 1 16 0,-1 0 0 0,1-5-240 0,0 0-32 15,0 0-16-15,0 0 0 0,3 33-640 0,-3-33-128 16,0 0-16-16,0 0-16 0,0 0-784 0,0 0-160 15,0 0-16 1,0 0-16-16,0 0-224 0,0 0 0 0,0 0 0 0,34 21-8992 16,-31-22-1728-16</inkml:trace>
  <inkml:trace contextRef="#ctx0" brushRef="#br1" timeOffset="674.54">14559 6185 5007 0,'4'-6'0'0,"-1"3"192"0,0-2-48 0,-2 2 32 0,0 3-176 0,-1-2 0 0,1 1 0 0,0 0 0 0,2-4 2848 16,0 2 544-16,0-1 96 0,0-1 32 0,-2 0-1184 15,1 4-224-15,-1 0-64 0,-1-1 0 0,0 0-592 0,-2 1-128 16,1 1-32-16,0 1 0 0,-1 3-288 0,0-3-64 16,-2 2-16-16,0 1 0 0,1 0-256 0,-2 0-48 15,0 2-16-15,1 0 0 16,-2 2-128-16,2-2-32 0,0 2 0 0,0-1 0 0,1 0-144 0,1-2-48 16,-1 3 0-16,0 0 0 15,1-1-128-15,-1-1-128 0,2 0 192 0,-1 0-192 0,0 0 144 0,1 1-144 16,0-2 0-16,0 3 144 0,1-2-144 15,0 1 0-15,0-3 0 0,0 2 0 16,2-3 0-16,-1 1 0 0,2-2 128 16,0 3-128-16,2-2 0 0,0-1 160 0,1-1-160 0,1 0 160 15,0 1 32-15,0-1 16 0,3 1 0 0,-1-2 0 0,0 2-80 0,1-1 0 0,-10-1-128 0,0 0 192 16,0 0-192-16,36 11 176 0,-36-11-176 16,0 0 160-16,0 0-160 0,0 0 0 0,33 19 144 0,-33-19-144 15,0 0 0-15,0 0 0 0,0 0 0 16,0 0 128-16,0 0-128 0,0 0 0 0,12 40 0 15,-15-34 0-15,0 0 0 0,-3 0 0 16,0 0 0-16,-2 2 0 0,1-2 0 0,-2 2 0 0,0-2 0 0,0-1 128 16,0 2-128-16,0-2 144 0,-1 2-144 0,0-2 160 15,1-2-160-15,-2 1 0 0,1-2 0 0,2-2 0 16,0 0 0-16,0 0 0 0,1-2 0 0,0 0 0 0,1-1 0 16,0-2 0-16,1 1 0 0,0-5-12112 15,1 2-2352 1</inkml:trace>
  <inkml:trace contextRef="#ctx0" brushRef="#br1" timeOffset="879.1">14521 6182 7359 0,'1'0'656'0,"1"0"-528"16,0 0-128-1,0 0 0-15,0 0 1760 0,1 0 320 16,2 0 64-16,3 0 16 0,5-2 592 0,1 2 128 15,3-2 32-15,0-3 0 0,-1 3-992 0,2-3-192 0,-1 1-32 0,-1-1-16 16,1 1-944-16,-3-1-192 0,0 1-32 16,-2 1-16-16,-2 0-496 0,-2 0 0 0,-2 3 0 15,0-2-9904-15,-3 4-1952 0</inkml:trace>
  <inkml:trace contextRef="#ctx0" brushRef="#br1" timeOffset="4297.76">14989 6306 4607 0,'0'0'400'0,"0"-2"-400"0,0 2 0 0,0 0 0 16,0 0 576-16,0 0 48 0,0 0 0 0,0 0 0 16,0-2 448-16,0 2 80 0,1-1 32 0,-1 1 0 15,0 0-272-15,0 0-48 0,0 0-16 0,0 0 0 16,0 1 144-16,0-1 32 0,1 0 0 0,-1 0 0 16,1 0 64-16,0 0 0 15,2 0 16-15,1-1 0 0,0 1 16 0,0 0 0 16,2 0 0-16,0-2 0 0,1 0-112 0,0 1-32 15,2-1 0-15,-1 2 0 0,1-2-208 0,1 0-64 0,-1 1 0 0,0-1 0 16,-1 0-176-16,3 1-32 0,0 1-16 0,-2-2 0 16,1 2-272-1,0-1-48-15,-2 0-16 0,-1 1 0 0,0-2-144 0,-1 0 0 16,0 1 0-16,-2 1 128 16,0-2-128-16,-1 2 0 15,-1 0 0-15,0-2-176 0,-1 2-320 0,-1 2-64 0,-1-2-16 0,-1 2-9152 0,-1 1-1856 16</inkml:trace>
  <inkml:trace contextRef="#ctx0" brushRef="#br1" timeOffset="4660.95">15000 6415 3855 0,'-2'2'160'0,"0"-2"48"0,0 1-208 0,1-1 0 0,0 2 0 0,1-2 0 16,0 0 704-16,-1 0 80 0,-1 0 32 0,0 0 0 0,-1 0 832 0,0 0 160 31,2 0 48-31,-1 0 0 0,0 0-80 0,1-2-16 16,0 2 0-16,-1 0 0 0,2-1-224 0,-1 1-64 0,1 0 0 0,0 0 0 0,1 0-400 0,0-1-96 31,1 1-16-31,0-1 0 0,1 1 768 0,0-2 160 16,1 1 32-16,1 1 0 0,1-2-1664 0,2 0-256 15,2 0-208-15,1-1 32 0,1 1 656 0,0-1 128 16,-1 1 32-16,1 1 0 0,1 0-288 0,-1-2-48 16,2 1-16-16,-1 0 0 15,1 1-288-15,-2-1 0 16,-1 2 0-16,-2-1 0 0,1 0 0 16,-4 1 0-16,1-2 0 15,-2 2-11328-15,0 0-2240 0</inkml:trace>
  <inkml:trace contextRef="#ctx0" brushRef="#br1" timeOffset="5718.43">15917 6183 2751 0,'1'-3'256'0,"-1"1"-256"0,0 0 0 0,0-1 0 15,0 3 688-15,0-2 80 0,0 2 32 0,0-3 0 16,0 1 480-16,0-2 112 0,0 1 16 0,0 0 0 16,0 1-112-16,-1 0-16 0,1 0 0 0,-1 2 0 15,1-2-96-15,0 2-32 0,-1 0 0 0,0 0 0 16,0 2-192-16,1-2-32 16,-1 0-16-16,0 2 0 0,1-2-144 0,-1 2-48 15,0 0 0-15,-1-1 0 0,2 1-208 0,-2 0-32 0,1 1-16 0,-1-1 0 16,1 1-128-16,-1 2-16 0,1 1-16 0,1-6 0 15,0 0 48-15,0 0 16 0,-8 34 0 0,6-25 0 16,-1 1-160-16,0 1-16 0,0 0-16 16,0 0 0-16,0-4 16 0,0 2 16 15,1 1 0-15,-1 0 0 16,0 1 16-16,0 1 0 0,3-12 0 0,0 0 0 0,-6 35 64 16,6-35 16-16,0 0 0 0,0 0 0 0,2 34 48 0,-2-34 16 0,0 0 0 0,0 0 0 0,0 0-112 0,0 0 0 0,34 31-16 0,-34-31 0 15,0 0 80-15,27 2 32 0,-17-7 0 16,1 3 0-16,0-5-64 0,-1 2-16 0,-1-2 0 15,1 0 0-15,0-3-144 0,0 0-128 0,-1 1 192 0,1 0-192 16,-2-1 128-16,-1 1-128 0,0 2 0 0,-1-3 0 16,-1 3 0-16,-1 0 0 0,-1-2 0 0,-1 2 0 15,0 1 0-15,-1-2 0 0,-1 0 0 0,-1-1 0 16,-1 0 0-16,-1-1 0 0,0-1 0 0,-1 0 0 16,1-1 128-16,0-2-128 0,2 2 0 0,-1 0 0 15,1 3 0 1,0 0 0-16,2 1 0 0,0 1 0 0,0 2 0 0,0 2 0 15,0 2 0-15,0 1 0 16,0 0-720-16,-1 2-48 0</inkml:trace>
  <inkml:trace contextRef="#ctx0" brushRef="#br1" timeOffset="6491.18">16224 6259 5519 0,'-2'0'496'32,"0"0"-496"-32,2 0 0 0,0 0 0 0,-1 0 1024 0,0 0 128 0,0 0 0 0,-2 0 16 0,-1 2 384 0,1-2 80 15,-1 0 16-15,1 0 0 16,0 2-80-16,0-2-16 0,1 0 0 0,0 1 0 15,0 1-240-15,0-2-48 0,0 0-16 0,0 2 0 16,2-2-320-16,-1 0-64 0,0 0-16 0,0 0 0 16,2 0 48-16,-1 0 16 0,2 0 0 0,-1 0 0 15,1-2-32-15,2 2-16 0,1-3 0 0,1 1 0 16,1 0-112-16,1 1-32 0,0-1 0 0,2 0 0 0,1 0-208 16,-1-1-64-16,1 0 0 0,0-1 0 0,1 2-192 15,-2-1-32-15,1-1-16 0,-2 1 0 0,-1 1-208 16,-1 0 128-16,-2 1-128 15,-1-1 0-15,0 2 0 0,-2 0 0 16,-1 0 0-16,0 2 0 0,0-1 0 0,-2 1 0 0,0 2 0 0,0-1 0 16,-1 0-496-16,0 1-144 0,0-2-16 15,0 3-16560-15</inkml:trace>
  <inkml:trace contextRef="#ctx0" brushRef="#br1" timeOffset="7926.51">16713 6098 8287 0,'0'-1'736'0,"0"-1"-592"0,1 2-144 0,-1-2 0 16,0 2 880-16,0-1 144 0,0-1 16 0,1 1 16 16,-1-2 512-16,1 0 96 0,0-2 32 0,-1 3 0 15,1 0-352-15,-1-1-64 0,-1 3 0 0,1-2-16 16,-1 2-256-16,0 2-48 15,0-2-16-15,0 3 0 0,-1-1-144 0,1-1-32 0,-1 2 0 0,0 0 0 16,0 0-64-16,0 1 0 16,0 1-16-16,0 0 0 0,1-1 16 0,-1 2 0 0,0 0 0 0,1 0 0 15,-1 0-176-15,-1 1-16 16,0 1-16-16,0 1 0 0,0 1-112 0,-1-1-32 16,0 0 0-16,1 1 0 0,-1-1-112 0,0 1-32 15,0-1 0-15,1 1 0 0,-1-1-32 16,1-3-16-1,0 1 0-15,2-1 0 0,0-1-32 0,0-2-128 0,1 1 192 16,1-2-64-16,1-1-128 0,0 1 160 0,2-2-160 0,1 0 160 0,0-2 96 16,2 1 0-16,0-1 16 0,1 2 0 0,1-2-32 0,-1 2-16 0,0 0 0 0,2-2 0 0,0 4-224 0,0-2 128 0,0 2-128 15,-10-2 0-15,0 0 0 0,0 0 128 16,37 14-128-16,-37-14 0 0,0 0 0 0,0 0 0 0,0 0 0 16,0 0 0-16,22 38 0 0,-22-31 0 15,-2-2 0-15,0 2 0 16,-2 0 0-16,1-2 0 0,-3 1 0 31,1 0 0-31,-1-1 0 0,-1-1 128 0,0 1-128 16,-2 0 0-16,0-1 0 0,-3 2 0 0,1-2 0 0,-2 1 0 0,1-2 0 0,-1 1 0 0,1-3 0 0,1 0 0 15,-1 1 0-15,0-2 0 0,-2 0 0 0,1 0 0 16,3 0 0-16,-1-2-128 0,1 0 128 0,1-3-160 16,3 0-1344-1,-1-2-272-15</inkml:trace>
  <inkml:trace contextRef="#ctx0" brushRef="#br1" timeOffset="8163.18">16635 6135 6447 0,'0'-2'576'0,"1"-1"-576"16,0 3 0-16,1 0 0 0,-1-2 1024 0,0 2 80 15,1-1 32-15,2-2 0 0,2 0 1104 0,1 0 240 16,1-1 32-16,1 2 16 0,0 0-304 0,0 1-64 0,3 1-16 0,-1 0 0 15,2 1-576-15,0 1-112 0,1-2-32 0,1 0 0 16,1 2-528-16,0-2-96 0,0 1-32 16,0-1 0-16,-1 1-400 0,-1-1-96 0,0 0-16 0,-3 0 0 15,0 0-256-15,-3 2 0 0,7-2 0 16,-10 1 0-16,0 1 0 0,-3-2 0 0,0 1-16096 16</inkml:trace>
  <inkml:trace contextRef="#ctx0" brushRef="#br1" timeOffset="9970.8">17625 6013 8287 0,'0'-3'736'0,"-1"1"-592"0,1 1-144 0,0-1 0 0,1 2 320 0,-1 0 16 32,0 0 16-32,0-2 0 0,2 1 1088 0,0 1 224 0,1-2 32 0,2 0 16 0,0-1 144 0,2 1 16 31,0-1 16-31,2 0 0 0,2 0-320 0,2-2-64 0,2 2-16 0,0 1 0 0,2 0-272 0,0-1-48 16,0 1-16-16,1 0 0 0,-2 1-384 0,-2 1-64 31,1 1-32-31,-2 1 0 0,-1 0-416 0,-12-2-96 0,0 0-16 0,0 0 0 0,0 0-144 0,0 0 0 15,0 0 0-15,0 0 0 0,23 34 0 0,-27-27 0 0,-2-1 0 16,-1 2 0-16,-3 2 0 0,-1 1 0 0,-3-2 0 16,0 1 0-16,-2 0 0 15,1-1 0-15,0 0 0 0,1-1 0 16,2-1 0-16,0 0 0 16,1-3 0-16,2 2 0 15,2-2-128-15,2 1 128 16,1-2 0-16,2 1 0 0,2 0 0 0,0-1 0 15,3 2 0-15,0-3 0 0,0 1 0 0,2 1 0 0,2-3 0 0,-1 1 0 0,-6-2 0 0,0 0 0 0,25 5 0 0,-25-5 0 0,0 0 0 0,27 7 0 0,-27-7-144 0,0 0 144 16,0 0 0-16,29 9 0 0,-29-9 0 0,0 0 0 16,0 0 0-16,0 0 0 0,0 0 0 0,0 0 0 15,0 0 0-15,0 0 0 0,29 29 0 0,-30-25 0 16,-1-1 0 0,-1 1 0-16,0 0 0 0,-1-1 0 0,1 2 0 0,-1 0 0 0,-1-3 0 0,1 3 0 0,-2 0 0 0,1-1 0 15,-2 1 0-15,1 0 0 0,-1 0 0 0,1 0 0 16,-2-1 0-16,0 1 0 0,0 0 0 0,-1-1 0 15,0 1 0-15,-1 0 0 0,0-3-256 0,-1 1-32 16,0-1-16-16,-1-1-14800 16</inkml:trace>
  <inkml:trace contextRef="#ctx0" brushRef="#br1" timeOffset="10412.25">17584 6007 7359 0,'-3'-2'320'0,"0"2"80"0,1 0-400 0,0 2 0 0,0-2 0 0,0 1 0 15,0 1 880-15,-1 0 80 0,-1 2 32 0,-3 0 0 16,-2 2 336-16,-1 1 64 0,-1-2 16 0,1 2 0 16,1 0 32-16,1 0 16 0,0 0 0 0,3 1 0 15,0 1-496-15,0 1-80 0,5-10-32 0,0 0 0 16,-4 45-192-16,4-45-32 0,3 40-16 0,-3-40 0 15,10 48-32-15,-10-48 0 0,15 49 0 16,-15-49 0-16,20 43-160 0,-20-43-32 0,27 38-16 16,-27-38 0-16,0 0-16 0,42 38 0 0,-42-38 0 15,43 18 0-15,-17-13 96 16,0-2 0-16,2-5 16 0,-1-1 0 0,2-4 432 0,-3-3 96 0,0-2 16 0,-1-3 0 0,1-3-176 0,-1-1-48 16,0 1 0-16,0-4 0 0,0 1-400 0,-2 0-96 15,-3 1-16-15,-2-1 0 0,-4 0-272 16,-4-1 128-16,-2-3-128 15,-4 3 0-15,-2-1 144 0,-5-3-144 0,-4-3 0 0,-6-2 144 0,-4 0-144 0,-5 2 0 16,-5 3 144-16,-4 3-144 0,0 8 0 0,-3 4 0 16,-2 8 0-16,-1 6-192 0,1 5-16 0,-3 5-16 0,-3 4 0 15,0 6 0-15,4 3-64 0,2 0-16 0,6 1 0 16,-2 6 0-16,1 1 304 0,2 1-192 0,4 2 192 16,3-5-17152-16</inkml:trace>
  <inkml:trace contextRef="#ctx0" brushRef="#br1" timeOffset="182455.37">18798 5949 911 0,'1'-1'0'0,"0"-1"0"0,0 2 0 0,-1 0 0 16,0-2 464-16,1 2 16 0,0-1 0 0,2-1 0 16,0-1 32-16,0 0 16 0,0 0 0 0,0 2 0 15,1-3-32-15,-1 3-16 16,-2-1 0-16,2 1 0 0,-1 0 96 0,0-1 0 0,-1 0 16 0,0 1 0 16,1 1 176-16,-2-3 16 0,1 2 16 0,0 0 0 15,-1-1 128-15,0 0 32 0,1-1 0 0,0 1 0 16,-1-1 112-16,0 1 16 0,0 0 16 0,0-1 0 15,0 1-112-15,-1-1-32 0,1 1 0 0,-1 1 0 16,0 0-112-16,-2 1-16 0,0-2-16 0,-1 2 0 16,1 0-144-16,-2 0-32 15,0 2 0-15,0 0 0 0,-2 0-96 0,2 2-32 0,-1 0 0 0,1 0 0 0,-3 1-64 0,1 0 0 16,-1 5-16-16,0-4 0 0,0 2-80 16,2-1-16-16,1 0 0 15,2-3 0-15,0 4-80 0,2-4-32 16,0 1 0-1,2 0 0-15,2-3-224 16,0 1 144-16,1 0-144 0,1 1 128 0,0-2-128 0,2 0 0 0,-1 1 0 0,1-1 0 0,0 1 0 0,1 1 128 0,1-1-128 0,-9-3 192 0,0 0-192 0,29 14 0 16,-29-14 144-16,0 0-144 0,31 17 0 0,-31-17 0 15,0 0 0-15,32 16 128 0,-32-16-128 16,0 0 0-16,0 0 0 0,35 24 128 0,-35-24-128 16,0 0 144-16,0 0-144 0,0 0 160 0,0 0-160 0,0 0 0 15,0 0 144-15,9 43-144 0,-15-36 0 16,-2-2 128-16,0 2-128 0,-2-1 0 0,-2 2 0 0,0-1 144 0,0 0-144 0,0 0 0 15,-1-1 208-15,0 0-64 0,0 0-16 0,1 0 0 16,1-3-128-16,0 1 160 0,3-4-160 0,1 2 160 16,-1-2-160-16,2 0 0 0,0-2 0 0,2 0 0 15,2-3 0-15,0 0 0 0,1 0 0 0,0-2 0 16,2 0 0-16,0 0 0 0,1 0 0 0,-1 0 0 16,1-1 0-16,2 2 0 0,1-2 0 0,0 0-176 15,1 2 176-15,1-1 0 0,1-2 0 0,0 1 0 0,-1 2 0 16,2-2-128-16,1 1 128 0,1-2 0 0,1-1 0 0,-1 3 0 15,-1 0 0-15,2-3 0 16,2-1 128-16,-2 1-128 0,2-2 128 0,-2-1-128 0,0 3 0 16,-5-2 128-16,0 0-128 0,-3 0 0 0,-1 2 0 0,-2-1 0 15,-3 2 0-15,-3-1 128 16,0 2-128-16,-4-1 0 0,-2 2 0 0,-1 2 0 0,-3-2 192 0,-1 5 0 16,1-2 16-16,0 3 0 0,-1-2 48 0,2 2 0 15,1 1 0-15,2 0 0 0,2-1-256 0,2 1 0 16,1 0 0-16,2 0 0 15,2 0-704-15,2 1-128 0,1-1-16 0,1 1-14720 0</inkml:trace>
  <inkml:trace contextRef="#ctx0" brushRef="#br1" timeOffset="182782.32">19043 6040 2751 0,'-8'1'256'0,"4"1"-256"0,-1 0 0 0,2-2 0 0,2 1 1280 0,0-1 224 16,0 0 32-16,0 2 16 0,-1-2 576 0,-1 2 112 16,1-2 32-16,1 0 0 0,2-2-480 0,2 2-112 15,0-2-16-15,2 1 0 16,1-1-448-16,0-1-80 0,3 1-32 15,1-2 0-15,-1 1-432 0,0 0-96 0,2 0 0 0,0 0-16 0,-3 0-208 0,1 0-32 16,1 1-16-16,2 0 0 16,-2 0-304-16,-1-1 0 0,-1 1 128 0,0 2-128 15,-2-2-176-15,0 2-80 0,-1-1-32 0,-1 1 0 16,1 0-1760-16,-2 0-368 16</inkml:trace>
  <inkml:trace contextRef="#ctx0" brushRef="#br1" timeOffset="183112.23">19337 5892 6383 0,'2'-4'128'0,"0"2"48"0,0 0 0 0,0 2 16 0,-1-2-192 0,-1 2 0 0,1 0 0 0,1-3 0 16,0 1 1872-16,1 0 352 0,1-1 64 0,0 2 16 15,-2 0-256-15,0-1-64 0,1 1 0 0,-2 1 0 16,0 0-544-16,0 1-112 0,-1 1-32 0,-1 0 0 16,0 0-272-16,0 3-64 0,-1-2-16 0,-1 1 0 0,2 2-160 0,-2 0-16 15,0 2-16-15,0-1 0 16,3-7-32-16,0 0 0 0,-9 30 0 0,9-30 0 0,0 0-144 0,-9 33-16 16,9-33-16-16,0 0 0 0,-9 34-80 15,9-34-16-15,0 0 0 0,-6 36 0 0,6-36-192 16,0 0-32-16,-2 38-16 0,2-38 0 15,0 0-208-15,0 0 0 16,1 46 128-16,-1-46-128 0,0 0 0 0,0 0-128 0,0 0 128 0,0 0-208 16,0 0-1520-16,0 0-320 0</inkml:trace>
  <inkml:trace contextRef="#ctx0" brushRef="#br1" timeOffset="183946.7">19585 5834 1839 0,'0'-1'160'0,"0"0"-160"0,0 1 0 0,0 0 0 0,0 0 576 0,0 0 64 16,-1 0 32-16,1-3 0 0,0 2 288 0,0 0 64 16,1-2 16-16,0 1 0 0,0 1-64 0,0 0-16 15,0-1 0-15,1-1 0 0,-1 1-128 0,0-1-48 16,-1 3 0-16,1-2 0 0,0 2 176 0,0 0 16 16,0-1 16-16,-1 1 0 0,0 1 96 0,1-1 0 15,-1 0 16-15,1 2 0 0,0-2 32 0,1 1 0 0,1 1 0 0,-2 0 0 16,3 1 32-16,0-1 16 0,1 2 0 0,0-1 0 15,2 0-336-15,-1 1-64 0,1 1-16 0,1 0 0 16,-8-5-192-16,0 0-64 16,0 0 0-16,37 30 0 0,-37-30-80 0,0 0-32 0,0 0 0 15,31 48 0-15,-31-48-48 0,0 0-16 0,15 45 0 16,-15-45 0-16,0 0-96 0,6 41-32 16,-6-41 0-16,0 0 0 0,-1 40-208 0,1-40 0 15,0 0 128-15,0 0-128 0,-6 42 0 0,6-42 0 16,0 0 0-16,0 0 0 0,-13 32-1088 0,7-26-144 15</inkml:trace>
  <inkml:trace contextRef="#ctx0" brushRef="#br1" timeOffset="184654.31">18641 5792 4607 0,'1'-2'400'0,"-1"1"-400"0,0 1 0 0,0 0 0 16,0 0 432-16,0-2 0 0,0 2 0 0,0-1 0 16,0 1 560-16,0-2 112 0,-1 2 32 0,-2 0 0 15,1 2-112-15,-1-1-32 0,-2 2 0 0,-1 1 0 16,0 0-64-16,-1 1-16 0,0 2 0 0,-2 1 0 16,0 2 64-16,-1 3 16 0,-1 0 0 0,1 3 0 15,-2-1 160-15,1 3 16 0,1 2 16 0,-1 0 0 16,3 1-208-16,0 2-32 0,0 0-16 15,8-23 0-15,-13 54-288 0,13-54-64 16,-7 62-16-16,7-62 0 0,1 54-128 0,-1-54-32 16,12 48 0-16,-12-48 0 0,24 35-128 0,-24-35-16 15,35 24-16-15,-35-24 0 0,47 15-16 0,-23-11 0 0,-1-2 0 0,0-2 0 16,2-1-1072-16,-1 0-224 16</inkml:trace>
  <inkml:trace contextRef="#ctx0" brushRef="#br1" timeOffset="185285.36">19694 5938 3679 0,'1'-2'320'0,"-1"1"-320"0,1 0 0 0,1 1 0 31,-1 0 544-31,-1 0 32 0,1 0 16 0,1-2 0 0,0 1 992 0,2 1 192 0,-1 0 32 0,1-2 16 16,0 2-160-16,-1 0-16 0,0 2-16 0,1-1 0 15,-1 1-208-15,-1 0-32 0,1 3-16 0,-3-5 0 32,0 0-480-32,0 0-80 0,0 0-32 0,1 43 0 15,-1-43-176-15,0 0-32 0,-10 38-16 0,10-38 0 16,-12 32-112-16,12-32 0 0,-17 34-16 16,7-17 0-16,-1 0-112 0,0-1-32 15,1-1 0-15,-1-2 0 0,3-1-288 16,0-2 0-16,-2-1 0 0,3-2-9040 0,-1-2-1840 0</inkml:trace>
  <inkml:trace contextRef="#ctx0" brushRef="#br1" timeOffset="185932.78">18472 6489 7359 0,'-2'2'656'0,"1"-2"-528"15,1 0-128-15,0 0 0 0,0 0 704 0,0 0 128 0,0 0 0 16,0 2 16-16,0-2 16 0,0 1 0 15,0-1 0-15,3 0 0 0,0-1 208 0,1 1 32 0,1-2 16 16,1 0 0-16,-1 1-176 0,3-1-48 0,-1 1 0 0,2 0 0 16,0-1 0-16,2 1 0 0,1-1 0 0,2 0 0 15,1 1 32-15,1 1 0 0,1-2 0 0,2 0 0 16,1 2-128-16,2-4-32 0,3 1 0 0,3-2 0 16,2 1-80-16,2-2-32 15,5 2 0-15,4-4 0 0,4 2-144 16,2-2-16-16,3 0-16 0,0 0 0 0,-1-2 80 15,0 3 16-15,2-1 0 0,0 2 0 16,2-1-192 0,-2 2-16-16,0-2-16 0,-5 2 0 15,-4-2-96-15,-2 5 0 0,1 0-16 0,0 2 0 0,-1 0-112 16,-3-2 0-16,-2 1-128 0,-4-1 192 0,-3 0-192 0,-3 1 0 0,-3-1 0 0,-3 2 0 0,-3-2 0 0,-2 2 0 0,-1 0 0 0,-2-2 0 0,-1 2 0 0,-3-1 0 16,-1 1 0-16,-3 0 0 0,1 0-368 0,-2 0-16 15,-1 0 0-15,-2 0 0 16,-2 0-1216-16,-1 0-240 0,0 1-48 0,-3 1-12800 15</inkml:trace>
  <inkml:trace contextRef="#ctx0" brushRef="#br1" timeOffset="186925.53">19211 6496 9215 0,'0'0'816'0,"0"-2"-656"0,1 2-160 0,0-1 0 0,0 1 768 0,-1 0 112 16,1 0 16-16,1-2 16 0,0-1 688 0,1 1 144 16,-2 2 32-16,2-2 0 0,0 2-336 0,-1-3-64 15,0 2-16-15,0 0 0 0,-1 1-416 0,0 0-96 16,0-2-16-16,0 1 0 0,-1 1-192 0,0-2-64 16,0 2 0-16,0-1 0 15,1 0-16-15,-1 1-16 0,-1-2 0 0,1 0 0 0,1 1-128 0,-2-1-32 16,1-1 0-16,0 1 0 0,0 2-96 0,1-2-32 15,-1-1 0-15,0 1 0 16,1-1-96-16,-1 1-32 0,1 1 0 0,-1-2 0 0,0 1 0 0,0 1-128 0,0 1 192 0,-1-2-64 31,1 2 80-31,-1 0 16 0,0 0 0 0,0 2 0 0,0 1-16 0,-1 1 0 16,1 1 0-16,-2 2 0 0,0 3 16 0,3-10 0 0,-6 26 0 0,6-26 0 31,-7 31-80-31,7-31-16 0,-6 37 0 0,6-37 0 0,-6 40-128 0,6-40 0 0,-6 38 144 0,6-38-144 16,-6 36 0-1,6-36 0-15,0 0 0 0,-6 38 0 0,6-38 0 16,0 0 0-16,0 0 0 0,-2 33 0 0,3-28 0 0,-1-2 0 0,0-1 0 16,0 0 0-16,0-4 0 0,1-1 0 15,0 0 0-15,0-1 0 0,1-3 0 0,-1 1 0 0,0-1 0 0,-1-1-128 0,0 1-32 16,-1-3 0 0,1 1 0-16,-2-1 0 0,1-3 160 0,-1 0-128 0,1-1 128 15,-1-2-128-15,-1 1-32 0,1-4 0 0,0 0 0 16,1 1 0-16,1 1-32 15,0 2-16 1,0 1 0-16,0 3 0 0,1 3 208 0,-1 1 0 0,1 2 0 0,-1 3-144 0,1 0 144 0,-1 2 0 0,0 2 0 0,0 3 0 0,0-1 0 0,-1 4 0 16,1-8 0-16,0 0 0 0,0 0 208 0,-2 38-16 15,2-38-16-15,0 0 0 0,-1 40-48 0,1-40-128 16,0 0 192-16,-2 36-64 0,2-36-128 0,0 0 0 16,0 0 0-16,-2 44 0 0,2-44 0 15,0 0 0-15,0 0 0 0,-6 38 0 0,5-30 0 0,0-2 0 16,0-1 0-16,0-1 0 15,0-1 0-15,0 0 0 0,1-1 0 16,-1-2 0-16,1-2 0 0,0 0 0 0,1-1 0 0,0-1 0 0,0-1 0 0,-1 0 0 0,0 0 0 0,1-2 0 16,0-3 0-16,1 1 0 0,-1-3 0 0,0-2 0 15,1 0 0-15,-1-3 0 0,1-1 0 0,-1 0 0 16,1 0 0-16,1-2 0 16,0 2 0-16,0 4 0 0,-1 2-160 0,1 2 160 15,0 4 0-15,-1 2-144 0,0 2 144 0,-1 2 0 0,0 2 0 0,-2 1 0 16,1 0 0-16,-1 3 0 0,-1 2 0 0,1-2 0 15,1-6 0-15,0 0 0 0,-7 36 0 0,7-36 0 16,-5 31 0-16,5-31 0 0,-5 31 0 0,5-31 0 16,0 0 0-16,-6 38 0 0,6-38 0 0,0 0 128 15,-6 31-128-15,6-31 0 0,0 0 0 0,0 0 0 0,0 0 0 0,-1 35 0 16,2-30 0-16,0-3-10544 31,0 1-2048-31</inkml:trace>
  <inkml:trace contextRef="#ctx0" brushRef="#br1" timeOffset="188327.22">19381 5922 1839 0,'0'0'160'0,"0"-2"-160"16,0 0 0-16,0 2 0 0,0 0 592 0,-1-1 96 0,0-2 16 0,1 1 0 16,-1-2 752-16,0 1 144 0,0-2 48 0,1 2 0 15,0 0-160-15,-1 1-16 16,1 1-16-16,-1-2 0 0,1 1-256 0,0 2-48 0,0 0-16 15,0 0 0-15,-1 0-96 0,0 2-16 0,0 1 0 16,-1 0 0-16,0 3-128 0,0 2-16 0,0 1-16 0,-2 3 0 16,4-12-240-16,0 0-48 15,-10 43-16-15,10-43 0 0,0 0-240 0,-8 38-64 16,8-38 0-16,-5 36 0 0,5-36 0 0,-5 40-16 16,5-40 0-16,0 0 0 0,0 47-80 0,0-47-16 15,0 0 0-15,0 0 0 0,0 0 160 0,11 43 16 0,-8-40 16 16,1 0 0-16,-1-2-16 0,1-1 0 15,0-1 0-15,0-1 0 0,1 0 0 0,1-3 0 16,-2 0 0-16,1 1 0 0,0-4-80 16,-1 2-32-16,0-1 0 15,0 2 0-15,-1-3-208 0,1 1 144 16,-1-1-144-16,0-2 128 16,-1 2 96-16,1-3 16 15,0 1 0-15,0-2 0 0,0 0 80 16,0 1 0-1,0 3 16-15,0-5 0 0,0 1-96 0,1-1-32 16,0-1 0-16,0 0 0 16,-2-1-208-16,1 2 128 15,0 1-128-15,0 2 0 0,-2 1 0 16,0-1 0 0,-1 3 0-16,0 0 0 0,-1 2 0 15,0-2 0-15,-1 5 0 0,-2-1 0 0,1-1-352 16,-1 3-64-16,0-1-16 0,1 2-16080 15</inkml:trace>
  <inkml:trace contextRef="#ctx0" brushRef="#br1" timeOffset="189099.44">20169 6296 2751 0,'-2'-2'256'0,"1"1"-256"0,0 0 0 0,0 1 0 0,1 0 1344 0,0 0 240 0,0-2 32 0,1 2 16 16,0-1-64-16,0-1-16 0,0 2 0 0,1-3 0 16,2 1 32-16,-1 1 0 0,1 0 0 0,0-1 0 15,3 0-416-15,0 1-80 0,0-1 0 0,4 0-16 16,-1 1-128-16,1-1-32 0,2 0 0 0,1 0 0 16,1-1-208-16,0 1-32 0,-1-1-16 0,0 2 0 15,2 0-160-15,0-3-48 0,1 3 0 0,-1-1 0 16,-1 1-160-16,-1 1-32 0,-3-2-16 0,-1 2 0 15,-1-1-240-15,-2 0 0 16,0 1 0-16,-3 0 0 0,-1 0-448 16,-1 1-96-16,-2 0-16 0,-1-1-8528 15,-3 2-1728-15</inkml:trace>
  <inkml:trace contextRef="#ctx0" brushRef="#br1" timeOffset="189326.7">20343 6115 4607 0,'2'-8'400'0,"-1"3"-400"0,0 0 0 0,-1 3 0 0,1 0 656 0,0 1 48 0,0 1 16 0,0 0 0 16,0-2 1232-16,1 0 240 0,-1 2 48 16,0 0 16-16,0 2-128 0,-2 1-16 0,0 2-16 0,-1 1 0 15,2-6-496-15,0 0-112 16,-7 34-16-16,7-34 0 0,-9 31-464 0,9-31-112 0,-7 38 0 0,7-38-16 16,-8 39-240-16,8-39-64 0,-4 39 0 0,4-39 0 15,-2 37-256-15,2-37-48 0,0 0-16 0,2 44 0 16,-2-44-256-16,0 0 0 0,0 0-208 0,8 46 80 15,-8-46-1552 1,0 0-304-16,0 0-64 0,0 0-10976 0</inkml:trace>
  <inkml:trace contextRef="#ctx0" brushRef="#br1" timeOffset="189965.19">20752 6114 5519 0,'0'0'496'0,"-1"0"-496"0,1 0 0 0,-1 1 0 0,0 0 1280 0,1-1 144 16,-2 2 48-16,0-1 0 0,0 2 416 0,-2 1 96 16,0 0 0-16,0-1 16 0,1 0-176 0,-2 1-32 15,1-1-16-15,0 1 0 0,0-1-368 0,-1 1-80 16,1 1-16-16,-1 0 0 0,0 2-288 0,2 0-48 16,-1-2-16-16,0 4 0 15,1-2-320-15,0 2-80 0,3-9-16 0,0 0 0 0,0 0-176 0,-7 42-48 0,7-42 0 0,0 0 0 16,0 0-128-16,9 42-16 15,-9-42-16-15,0 0 0 0,0 0-160 16,28 28 128-16,-28-28-128 0,25 7 128 0,-12-6-128 0,1-2 0 0,2-1 0 0,2-4 128 16,-1 0-128-1,2-1 0-15,-1-5 0 0,-1 2 0 0,-1-1-176 0,-2-1-16 16,-2-2 0-16,-4 0 0 0,-1 1 48 0,-4-1 0 16,-3-1 0-16,-4 0 0 0,-3-2 144 0,-4 2 0 0,-5 2 0 0,-3 3 0 0,-2 1 0 0,-3 4 144 15,-2 5-144-15,1 2 160 16,2 4 32-16,2 2 16 0,2 2 0 0,3 4 0 0,3-2-208 0,3 2 0 15,5-2 0-15,5-12 0 16,0 0-544 0,-5 35-208-16</inkml:trace>
  <inkml:trace contextRef="#ctx0" brushRef="#br1" timeOffset="190380.22">21235 6161 12895 0,'-7'0'576'0,"1"1"112"0,1 1-560 0,4-2-128 16,0 0 0-16,1 0 0 0,-1 1 1152 0,1-1 192 16,-1 1 32-16,1-1 16 0,2 2 368 0,1-2 80 15,4-2 16-15,0 2 0 0,4-2-320 0,1 0-64 16,2-1-16-16,2 0 0 0,1 1-432 0,0-2-64 15,1 1-32-15,-1-2 0 0,-2 3-368 0,-2 0-80 0,0-1-16 0,-1 1 0 16,-3 2-464-16,-2 0 0 16,-1 0 0-16,-2 0 0 15,-2 0-1472-15,-1 2-256 0,-3-1-32 0,0 1-11872 0</inkml:trace>
  <inkml:trace contextRef="#ctx0" brushRef="#br1" timeOffset="190544.16">21224 6249 6447 0,'1'3'576'0,"-1"-3"-576"0,1 2 0 0,1-2 0 16,0 0 992-16,-1 0 96 0,1-2 0 0,4 2 16 16,1 0 1328-16,3-3 272 0,3 1 48 0,1-1 16 0,1 1-912 0,0-2-176 15,1-1-32-15,-1 2-16 0,1-1-624 0,-1 1-128 16,-1-2-32-16,-1 1 0 0,-2 1-848 0,0-2-384 16,0 3 16-16,1-3-12304 15</inkml:trace>
  <inkml:trace contextRef="#ctx0" brushRef="#br1" timeOffset="191109.31">21892 5960 9215 0,'10'-8'400'0,"-4"4"96"0,2-1-496 0,-6 3 0 0,0-1 0 0,1 1 0 15,0 0 2208-15,0 0 352 16,2-3 64-16,3 0 0 0,-2-2-160 0,-1 2-32 0,-2 3-16 0,-2-1 0 15,-2 3-816-15,-3 0-176 0,0 1-16 0,-2 1-16 16,-1 0-528-16,-2 2-96 0,0 2-32 0,-2-2 0 16,-1 1-224-16,1 2-32 0,-2 0-16 0,1 0 0 15,0 3-144-15,0-3-48 0,2 3 0 0,1 1 0 16,2 0-80-16,7-11-32 0,0 0 0 0,-10 35 0 16,10-35-160-16,0 0 128 0,0 0-128 0,9 47 128 15,-9-47-128-15,0 0 192 0,0 0-192 16,35 43 192-16,-35-43-48 0,0 0 0 0,39 32 0 0,-39-32 0 15,30 20-144-15,-30-20 160 0,32 19-160 0,-32-19 160 0,30 19-160 16,-30-19 0-16,28 16 144 0,-28-16-144 16,0 0 0-16,32 19 128 0,-32-19-128 0,0 0 0 0,0 0 0 0,0 0 0 15,0 0 0-15,0 0 0 0,0 0 0 0,-1 40 0 16,-12-36 0-16,-2-1 0 16,-3 2 0-16,0-2 0 0,-3-1 0 0,1-2 0 0,-1-2 0 15,0-1 0-15,-1-1 0 0,2 0 0 0,5 0 0 16,0-3 0-16,2 3 0 15,2-4 0-15,1-1 0 16,5 2 0-16,1-3 0 0,3-1 0 0,3 1 0 16,2-2 0-16,3 0 0 0,2 1 0 0,1 1 0 15,1 0 0-15,3-1 0 0,2 1 0 16,3-2 0-16,0 1 0 0,0 1 0 0,0 0 0 0,1-1-160 0,-1 1 160 0,-2 1-192 0,-1-1 192 0,-3 1-208 0,-1 0 64 0,-3 1 16 0,0-2 0 16,-3-2-176-16,-2 1-16 0,-2-1-16 0,-2 1 0 15,-2-1-112 1,-3 2-32-16,-2 0 0 0,-3 3 0 15,-3 0 16-15,0 2 0 0,-4 0 0 0,-1 3 0 0,2 0-176 0,-1 2-16 16,-1 0-16-16,2 0 0 16,3 2-368-16,0 3-80 0,2 1-16 0,2 0-11936 0</inkml:trace>
  <inkml:trace contextRef="#ctx0" brushRef="#br1" timeOffset="191362.7">22108 6121 16575 0,'-1'0'736'0,"0"1"160"0,1 0-720 0,0 0-176 0,1 1 0 0,0-2 0 16,0 0 2224-16,0 1 400 0,4 0 96 0,3 1 16 15,2-1-896-15,1 1-176 0,2-2-48 0,0-2 0 0,1 1-688 0,0-2-144 16,1 0-16-16,1 0-16 0,1-2-368 0,-1 1-64 15,-2-1 0-15,0 2-16 16,0 0-304-16,-2 0 0 0,-1 0 0 0,-1 1 0 0,-2 1-1168 0,-1-1-144 0,-1 0-32 0,-1 0-13248 16</inkml:trace>
  <inkml:trace contextRef="#ctx0" brushRef="#br1" timeOffset="191930.46">22643 5929 4607 0,'1'-2'400'0,"0"1"-400"16,0 1 0-16,-1 0 0 0,0 0 1344 0,1 0 176 16,-1-2 32-16,1 2 16 0,0-1 1296 0,1 0 256 15,-1 1 48-15,0 0 16 0,-1 0-992 0,0 2-192 16,-1 3-32-16,-1 0-16 0,2-5-608 0,0 0-112 0,0 0-16 0,-13 42-16 15,13-42-592-15,-9 36-112 0,9-36-32 0,-11 38 0 16,11-38-208-16,-10 42-64 0,10-42 0 0,-6 43 0 16,6-43 16-16,0 0 0 0,1 52 0 15,-1-52 0-15,0 0-208 0,0 0 176 0,20 46-176 0,-20-46 160 16,0 0-160-16,26 13 128 0,-15-13-128 16,1-2 128-16,1 0 48 15,0-5 0-15,0 0 0 16,1-3 0-16,0-1-176 15,0 1 0-15,1-5 0 0,-1 1 128 16,0-1-128-16,-2 0 0 16,-1-2 0-16,-1 0 0 15,0-1 0-15,-1-1 0 16,-2 2 0-16,1-5 0 16,-2 2 0-16,1 0 0 0,-1 2 0 15,0 3 0-15,-3 3 0 16,0 4 192-16,-1 4-192 0,-1 2 192 15,-1 4 80-15,-1 2 32 0,0 2 0 0,1-6 0 0,0 0-48 16,-9 33-16-16,9-33 0 0,-8 39 0 0,8-39-80 16,-9 46-16-16,9-46 0 0,-4 50 0 0,4-50-144 15,2 48 128-15,-2-48-128 0,11 42 128 0,-11-42-128 16,0 0 128-16,30 41-128 0,-30-41 128 0,0 0-128 0,35 21 128 16,-21-16-128-16,1-3 128 0,2-2-128 15,-1 0 0-15,2-2 0 16,1-3-18192-16</inkml:trace>
  <inkml:trace contextRef="#ctx0" brushRef="#br0" timeOffset="209453.11">2842 7392 11967 0,'-2'-2'1072'0,"0"2"-864"15,1-2-208-15,1 2 0 0,-1 0 768 0,-1 0 96 31,-2 0 32-31,1 0 0 0,-5 2 336 0,0 0 80 0,-2 0 16 0,0 3 0 0,-2 2-80 0,1 0-16 16,-1 0 0-16,1 0 0 0,0 0-368 16,1 1-80-16,1-1-16 0,-1 1 0 0,2-2 224 0,0 1 32 15,0 1 16-15,3 0 0 0,-1-2-288 0,0 1-64 16,1 2-16-16,-1 1 0 16,2 1-240-16,0-1-48 0,1 4-16 0,0 3 0 0,3-17-112 0,0 38-32 15,0-38 0-15,8 52 0 0,-8-52-224 16,15 56 128-16,-15-56-128 0,17 55 0 0,-17-55 0 31,23 53 128-31,-23-53-128 0,24 45 0 0,-24-45 0 0,21 37 0 0,-21-37 0 0,0 0 0 0,28 49 0 0,-28-49 0 0,0 0 0 16,17 41 0-16,-17-41 0 0,0 0 0 0,0 43 0 0,-6-29 0 15,-2 3 0-15,-4-1 176 0,0-1-176 0,-2 1 160 16,-3 1 256-16,-3-4 48 0,2 0 16 0,-2-1 0 16,1-3-128-16,0-1-32 0,2-1 0 0,-1-3 0 15,2 1-320-15,2-5 144 0,3 0-144 16,3-5 0-16,4 3 0 0,3-3 0 15,4-3 0-15,4 0-17344 0</inkml:trace>
  <inkml:trace contextRef="#ctx0" brushRef="#br0" timeOffset="-211645.9">2983 8096 2751 0,'-1'0'256'0,"0"0"-256"0,1 0 0 0,0-2 0 0,0 2 656 0,0 0 96 16,0 0 16-16,-1-3 0 0,1 3 384 0,0-4 96 16,0 1 16-16,0 1 0 0,1 0 16 0,-1-1 16 15,1 0 0-15,-1 0 0 0,1 2-208 0,-1-1-32 16,0 2-16-16,0-2 0 0,0 2-80 0,0 0-32 15,0 0 0-15,0 0 0 0,-1 0-96 0,0 0 0 16,0 2-16-16,0 0 0 0,0-2-288 0,0 1-48 16,0 0-16-16,0 1 0 0,0 1-208 0,0-3-32 15,0 1-16-15,0 1 0 0,1-2 16 0,0 0 0 16,-1 2 0-16,1-1 0 0,-1 0 32 0,0 2 0 16,0 1 0-16,0-1 0 0,-1 1 0 0,1 2 16 0,0 0 0 0,0 1 0 15,0 1-80-15,0 1 0 0,0 1-16 0,1-1 0 31,0 0 0-31,0 1 0 0,0-1 0 0,0 1 0 16,0-1-48-16,1-1 0 0,1-1 0 16,-1 0 0-16,1-2-128 0,1-1 128 0,0 1-128 0,-1-5 128 0,2 1-128 0,0-2 0 0,0-1 144 0,2-1-144 15,-1-2 144-15,0 1-144 0,2-3 192 0,-2 0-192 16,3-1 224-16,-3-1-64 0,2-1-16 16,-2 1 0-16,0-3-144 15,-1 2 0-15,-2-1 0 0,-1 1 0 0,1 1 0 0,-3 1 0 0,-1-1 0 0,0 2 0 0,-1 0 0 0,-2 0 0 16,0 0 0-16,-1 2 0 0,1 0 0 0,1 0 0 15,0 1 0-15,-1 1 0 0,2-2-128 0,0 3 128 16,1 0-160-16,0 0-14352 16</inkml:trace>
  <inkml:trace contextRef="#ctx0" brushRef="#br0" timeOffset="-210905.89">3115 7295 7215 0,'1'-7'144'0,"0"0"48"15,0 4 0-15,-1-1 32 0,0 3-224 0,0-1 0 0,0 2 0 0,0-3 0 0,-1 0 896 0,0-2 144 16,0 1 32-16,-1 0 0 0,0-1 176 0,1 1 32 16,-2 1 16-16,1 1 0 0,0 0-80 0,-1 1 0 15,1-1-16-15,0 0 0 16,1 1-64-16,-1-1-16 0,1 2 0 0,-1-1 16 0,0 0-128 0,1 1-32 15,0 0 0-15,-1 0 0 0,0 0-128 0,0 1-16 16,-1 0-16-16,0 1 0 0,0 3-304 0,0-2-64 16,0 1-16-16,0 1 0 0,1 0-112 0,2-1 0 15,0 2-16-15,0 0 0 0,0-3-176 0,2 2-128 16,1-1 192-16,0-1-64 0,2 0-128 0,-1 1 0 16,3 0-128-16,-7-4 128 0,0 0-160 0,0 0 160 0,0 0-192 0,38 36 192 15,-38-36-176-15,0 0 176 0,24 37-160 16,-24-37 160-16,0 0-128 0,0 0 128 0,21 46 0 15,-21-46-144-15,0 0 144 0,0 0 0 0,8 38 0 16,-9-29 0 0,0-1 0-16,-1-3 0 0,-1 4 0 0,-2-5 0 0,2 2 0 0,-2-3 0 0,-1 0 0 0,1-2 0 15,-2 1 0-15,1 0 0 0,-1-2 0 0,-1 0 128 16,3-2-128-16,-2 2 0 0,0-3 0 0,-1 1 0 0,3 0 0 16,-1 0 0-16,2-1 0 0,1 0 0 15,0 0 0-15,2 0 0 0,0-2 0 0,1 0 128 16,2 3-128-16,0-3 0 0,1-1 128 0,1-2-128 15,2 1 0-15,-1-1 0 0,2-1 0 0,0-2 0 0,2 1 0 0,-1-4 0 16,1 2 0-16,0-4 0 0,1 1 0 0,-1 1 0 16,0-1 0-16,0 1 0 0,-1 1 0 0,-2 0 0 15,0 1 0-15,-1 0 0 0,-2 1 0 0,0 1 0 16,-1-2 0-16,-1 1 0 0,-2 1 0 16,-1 0 0-16,-2 3 0 0,0-1 0 0,-2 2 0 0,-1 3 0 15,-2 1 0-15,-1 2 0 0,0 2 0 0,-2 1 0 16,-3 3 0-16,-1 2 0 0,1 1 0 0,0 1 0 15,1 2 0-15,2-2 0 0,2 1 0 0,1-1 0 0,4-1-128 16,1 1-14464-16</inkml:trace>
  <inkml:trace contextRef="#ctx0" brushRef="#br0" timeOffset="-209867.38">3265 8051 14735 0,'0'2'1312'0,"0"-2"-1056"0,0 0-256 0,0 0 0 0,0 0 1088 0,0 0 176 16,2 0 16-16,-1 0 16 0,2 0 240 0,2-2 32 31,0 0 16-31,2-1 0 0,0-1-640 0,1-3-128 0,1 2-32 0,1-3 0 16,1 0-96-16,1-2-32 15,0 0 0-15,-1 1 0 0,1-1-224 0,0-2-48 0,0 1-16 0,0-1 0 0,0-3-368 0,0-1 0 16,-1-1 0-16,1 1 128 15,-1-3-128-15,-1 2 0 0,0-2 0 0,-3 0 128 16,-1 0-128-16,-1-1 0 0,0-1 0 0,-3 3 0 0,-1-3 0 16,-1 4 0-16,0-2 0 15,-1 4 0-15,0 2 0 0,-1 1 0 16,0 2 0-16,1 3 0 16,0 0 240-16,0 2-32 0,0 1 0 15,0 1 0-15,0 0 160 0,0 3 16 0,1 0 16 0,0-2 0 0,0 2-112 0,-1 2-32 0,1-1 0 0,-1 3 0 0,1-1-80 0,1 4-32 0,-1 1 0 0,0 3 0 16,0 1-16-16,0 4-128 0,0 3 192 0,0 2-64 15,0 1-128-15,0 0 128 0,-1 3-128 0,0-4 128 16,1 1-128 0,-1-5 0-16,0 4 0 0,1-5 0 0,0 1 0 15,0-17 0-15,2 27 0 0,-2-27 0 16,0 0 0-16,0 0 0 0,10 35 0 0,-6-30 0 0,-2-2 0 16,2-2 0-16,1-1 0 0,-1-1 0 0,2 0 0 15,1-4 0-15,-1 0 0 0,0-1 0 0,1 0 0 0,-1 0 0 16,1-2 0-16,0-1 0 0,2-1-128 0,0-4 128 15,-1 0 0-15,2-1 0 0,0-1 0 0,-2 0 0 16,1-1 0-16,-1-2 0 0,0 0-144 0,0-2 144 16,-2 1 0-16,1 0 0 0,-2 2 0 0,0 2-128 15,-1 2 128-15,-2 2 0 0,0 2 0 0,-2 4 0 16,0-2 0-16,-2 4 0 0,0-1 0 0,0 2 0 16,-1 1 0-16,-1 2 0 0,1 2 0 0,0 3 0 15,-1 0 0-15,0 3 0 0,1 3 0 0,0 1 0 16,0 4 0-16,1 1 0 0,0 4 0 0,2-21 0 0,1 43 128 15,-1-43-128-15,4 38 0 0,-4-38 144 0,8 33-144 16,-8-33 128-16,0 0-128 0,21 38 0 16,-21-38 0-16,0 0 128 0,0 0-128 0,36 24 0 0,-36-24 0 15,0 0 0-15,30-3-128 0,-19 1 128 16,-2-3-160-16,1-2-15840 0</inkml:trace>
  <inkml:trace contextRef="#ctx0" brushRef="#br0" timeOffset="-209253.5">3886 7788 12895 0,'-2'-4'576'15,"0"1"112"-15,1 0-560 0,0 2-128 0,0 0 0 0,0 1 0 0,1-2 1600 0,-1 0 304 16,-1-1 48-16,-1 0 16 0,0 3 16 0,-1 0 0 16,2 3 0-16,-2 2 0 0,1 4-560 0,-1 0-96 15,1 3-32-15,-1 2 0 0,0 3-304 0,1 2-64 16,0 0-16-16,-1 0 0 0,1 1-496 0,2 0-96 15,-1 0-32-15,2-20 0 0,1 37-288 0,-1-37 160 16,0 0-160-16,4 39 128 0,-4-39-128 0,0 0 0 16,0 0 0-16,0 0 0 0,0 0-336 0,25-1 48 15,-20-8 16-15,0-1 0 16,-2-1-2352-16,1-2-480 0,0-1-96 0,-2 0 0 16,1 2-1280-16,-1-2-240 0,0 0-48 0,0-2-16 15,0 1 3216-15,-2-2 640 0,0 2 128 0,1 0 32 16,-1 0 1520-16,0 2 304 0,0 1 64 0,1 3 16 15,0 1 672-15,0 3 144 0,0 3 32 16,1-1 0-16,-1 3 384 0,1 3 96 0,0 0 16 0,0 1 0 0,1 3-496 0,-3-7-112 0,0 0-16 0,0 0 0 16,0 0-800-16,15 36-160 0,-15-36-48 0,0 0 0 15,0 0-240-15,17 45-48 0,-17-45-16 0,0 0 0 16,0 0-176-16,17 47-48 0,-17-47 0 0,0 0 0 16,15 40-320-16,-15-40 144 0,0 0-144 0,0 0 0 15,16 45 0-15,-16-45 0 0,0 0 0 0,0 0 0 16,8 33 0-16,-8-31 0 0,-1 1 0 0,1-3 0 15,0 0-576-15,0-4-64 0,-2 1 0 16,-1-1-16-16,-1-1-2784 0,0 1-544 16,-3-2-112-16,0 1-32 0,-2 1 448 0,-1-1 96 15,-1 0 0-15,-2 0 16 16,0 0 3040-16,0-1 528 0,2 1 256 0,1 0-32 0,0 3 768 0,2-3 160 0,1 2 16 0,1 1 16 0,2 2-224 0,1-1-32 16,2 0-16-16,1 1 0 0,1-2 1392 0,0 0 256 15,2 1 64-15,1-1 16 0,1 1-352 0,-1-2-80 16,3 2-16-16,-2-3 0 0,2 3-800 0,-1-3-176 15,3 3-16-15,-1-2-16 0,0 2-784 0,1-2-144 0,0 1-48 16,0-1 0-16,0 1-208 0,-2 0 0 0,2 0 0 16,-1-1-11088-1,-1-1-2160-15</inkml:trace>
  <inkml:trace contextRef="#ctx0" brushRef="#br0" timeOffset="-209001.41">4100 7560 9215 0,'0'-1'816'0,"0"0"-656"0,0 1-160 0,0 0 0 16,0 1 1344-16,-1 0 256 0,0 1 32 0,0-2 16 15,-1 3 624-15,0 2 128 0,-1-1 32 0,-1 1 0 0,0 0-480 0,1-1-96 16,-1 4 0-16,-1-3-16 0,2 4-528 0,0-1-96 16,0 3-32-16,0 1 0 15,2 0-416-15,1-12-96 0,-1 33-16 0,1-33 0 16,1 34-256-16,-1-34-48 0,8 35-16 0,-8-35 0 0,0 0-160 15,17 47-48-15,-17-47 0 0,0 0 0 0,30 38-128 16,-30-38 0-16,0 0 0 0,39 14 0 0,-39-14 0 16,31-2-144-16,-16-3 144 15,0-2-160-15,-1-3-736 0,0-2-128 16,1-1-48-16,-1 0-14960 0</inkml:trace>
  <inkml:trace contextRef="#ctx0" brushRef="#br0" timeOffset="-208592.5">4325 7575 3679 0,'-3'-5'320'0,"1"-2"-320"0,1 4 0 0,1 2 0 15,0 1 1568-15,-1-1 240 0,0-3 48 0,-2 0 16 16,1 0 288-16,-2-1 48 0,1 3 16 0,0 4 0 16,0 1-16-16,3 3 0 0,-2 4 0 0,0 2 0 15,0 4-736-15,0 4-128 0,0 1-48 0,0 2 0 16,1 1-656-16,0 0-144 0,1-24-32 0,2 40 0 16,-2-40 48-16,0 0 0 0,9 41 0 0,-9-41 0 15,0 0-384-15,0 0-128 0,0 0 0 0,0 0 0 16,39 14 0-16,-31-19 0 0,0 1 0 0,1-4 0 15,1-3 0-15,-1-1 0 0,1-1 0 0,-1 0 0 16,-1-2-272-16,0 0 0 0,-2 0 0 16,0 0 0-1,-2 1-1104-15,1 0-224 0,-1 0-32 0,-3-1-16 16,1 1 816-16,0 0 176 0,-1 0 16 0,-1 2 16 0,-1 1 624 0,0 3 0 0,0 1 0 0,-1 4 0 0,2 1 160 0,-2 2 96 16,1 2 32-16,-1 2 0 0,0 0 688 0,0 5 144 15,1-2 32-15,-1 5 0 0,2-12-128 16,-1 31 0-16,1-31-16 0,0 36 0 15,0-36-448-15,2 37-96 0,-2-37-16 0,6 34 0 0,-6-34-64 16,0 0 0-16,16 39-16 0,-16-39 0 0,0 0-368 0,0 0 128 16,27 34-128-16,-27-34 0 0,0 0 0 0,0 0 0 0,0 0 0 15,39 4 0-15,-33-8 0 16,0-1-128-16,-1-2 128 0,2 0-16528 0</inkml:trace>
  <inkml:trace contextRef="#ctx0" brushRef="#br0" timeOffset="-208337.96">4588 7465 7359 0,'1'-4'656'0,"-1"1"-528"0,1 2-128 0,0 0 0 16,0 1 832-16,-1-2 144 0,1 2 32 0,0 0 0 0,2-2 800 0,1 1 176 16,1 1 16-16,0 0 16 15,-5 0-96-15,0 0 0 16,0 0-16-16,0 0 0 0,36 29-304 0,-36-29-64 15,0 0-16-15,27 42 0 0,-27-42-400 0,21 40-80 0,-21-40-16 0,17 41 0 0,-17-41-432 0,15 40-80 16,-15-40-32-16,9 33 0 0,-9-33-176 0,0 0-48 16,2 41 0-16,-6-30 0 15,0-1 272-15,-2 0 48 0,1-3 16 0,-3 2 0 16,1-2-352-16,-2 2-80 16,-3-1-16-16,0-1 0 0,-1 0-144 15,0 0 0-15,0-1 0 0,2-2-17632 0</inkml:trace>
  <inkml:trace contextRef="#ctx0" brushRef="#br0" timeOffset="-207328.62">5035 7657 11967 0,'1'0'1072'0,"-1"-1"-864"0,0 1-208 0,1 0 0 0,-1 0 1328 0,0 0 208 15,1 0 64-15,0 0 0 0,0-1 464 0,0 1 112 16,1 0 0-16,0 0 16 0,-1-2-176 15,1 1-32-15,0 1-16 0,-1-2 0 0,1 1-560 0,-1 0-128 16,1-1 0-16,0-3-16 0,-1 2-672 0,1 0-128 16,-1-1-16-16,0-1-16 0,0 1-224 0,0-1-32 15,-2-2-16-15,0 0 0 0,0 2-160 0,-2-2 0 16,0 2 0-16,-1-2 0 0,-1 2 0 0,-1-2 0 16,0 2 0-16,-1-1 0 0,0 0 0 0,0 4 0 0,0 0 0 0,0 2 0 15,1 0 0-15,0 2 0 16,-1 1 0-16,2 2 0 0,-2 1 0 0,2 4 0 0,-1 0 0 15,0 1 0 1,2 2 0-16,-1 3 0 16,0 0 144-16,2 2-144 15,0 2 0-15,0-1 0 0,0 0 0 16,1 0 128-16,2-19-128 0,-2 33 0 0,2-33 0 0,0 0 128 0,3 34-128 0,-3-34 0 0,0 0 0 0,0 0 128 0,0 0-128 0,0 0 0 0,36 16 0 0,-28-20 128 16,1-3 48-16,2 0 16 0,-1-2 0 0,1-2 0 0,-1-1-64 15,0 0 0-15,1-2 0 0,1 0 0 0,-2 0-128 0,0-2 0 16,-1 2 0-16,-1 1 0 0,-1-1 0 15,0 0 0-15,0-1 0 0,-1 0 0 0,-2 0 0 0,0-6 0 16,-1 0 0-16,-1-3 0 0,-2-2 0 0,1-1 0 16,-1-1 0-16,-1-1 0 0,1 3 0 0,-2-1 0 15,1 1 0 1,0 2 0-16,1 2-176 0,0 5 176 0,1 3-128 0,0 4 128 16,0 3 0-16,0 3 0 0,0 3 0 15,0 4 0-15,1 0 0 0,-1 3 0 0,-1-6 0 0,0 0 0 0,4 44 0 0,-4-44 0 16,3 43 0-16,-3-43 0 0,2 41 0 0,-2-41 0 15,3 49 0-15,-2-24 0 0,-1-25 0 0,2 47 0 0,0-18 0 16,-2-29 0-16,7 56 0 0,-7-56 0 16,10 50 0-16,-10-50 0 0,14 39 0 0,-14-39 0 0,0 0 0 0,23 37 0 15,-23-37 0-15,0 0 0 0,0 0 0 0,0 0 0 16,0 0 0-16,39 19 0 0,-33-23-128 0,1 0-11952 16,-2-2-2384-1</inkml:trace>
  <inkml:trace contextRef="#ctx0" brushRef="#br0" timeOffset="-206931.71">5492 7503 8287 0,'2'-7'368'0,"-1"3"80"0,0 1-448 0,-1 1 0 0,0 1 0 0,0 1 0 0,-1 1 1664 0,0 1 240 15,0-1 48-15,-1 3 16 0,0 1 0 0,0 4 0 16,-2 1 0-16,1 4 0 0,3-14-624 0,-5 33-128 15,3-14-32-15,2-19 0 0,-2 40-416 0,2-40-64 16,2 40-32-16,-2-40 0 16,0 0 864-16,14 41 192 0,-14-41 16 0,0 0 16 31,0 0-2080-31,31 33-400 0,-31-33-96 0,0 0-16 0,27 0 704 0,-18-5 128 0,2-2 0 0,0 0 0 0,0-2 384 0,0-1 48 0,-1 0 0 0,1-4 0 16,2 0-272-16,-4 1-160 15,1-1 192-15,-2 1-192 0,0-1 0 0,0 0 0 16,-2-1 0-16,-1-1 0 0,0 1 0 0,-3-1 0 0,0 2 0 0,-1 2 0 15,0 0 0-15,-1 0 0 16,0 3 0-16,-1 2 0 0,0 2 0 0,0 4 0 0,0 1 0 0,0 1 0 16,1 3 128-16,-2 1-128 0,2-5 0 0,0 0 0 15,-1 26 416-15,1-26-32 0,0 0 0 0,2 43 0 16,-2-43 112-16,5 36 16 0,-5-36 0 16,9 39 0-16,-9-39-304 0,12 38-48 0,-12-38-16 15,0 0 0 1,22 46-144-16,-22-46 192 0,0 0-192 0,0 0 192 0,28 38-192 0,-28-38 0 15,0 0 0-15,0 0-11488 0,0 0-2256 0</inkml:trace>
  <inkml:trace contextRef="#ctx0" brushRef="#br0" timeOffset="-206046.84">5927 7547 12895 0,'-3'3'1152'0,"1"-2"-928"0,1 1-224 0,0-2 0 15,1 1 1584-15,-1 1 272 0,0 0 48 0,-1 0 16 16,-1 3 192-16,2 0 32 0,2-1 16 0,1-1 0 16,-2-3-832-16,0 0-176 0,0 0-16 0,31 0-16 15,-18-3-416-15,1 1-96 0,1-3-16 0,0 0 0 16,1 2-336-16,0-2-80 0,-1 2-16 0,0 2 0 16,-15 1-160-16,23-2 0 0,-23 2 0 0,0 0 0 15,27 0 0-15,-27 0 0 0,0 0-176 0,0 0 176 16,0 0-1216-16,0 0-144 0</inkml:trace>
  <inkml:trace contextRef="#ctx0" brushRef="#br0" timeOffset="-205857.11">5946 7655 8287 0,'-4'5'368'0,"2"-3"80"0,0 0-448 0,1-1 0 0,1 1 0 0,1-2 0 0,0 2 1664 0,0-1 240 15,1 1 48-15,1 0 16 0,-3-2 448 0,0 0 80 16,0 0 32-16,0 0 0 0,0 0-512 0,39 3-96 15,-39-3-32-15,21-5 0 0,-10 0-672 0,2 0-144 16,0 3-32-16,1-3 0 0,1 2-688 0,1-1-144 16,-2-1-16-16,-14 5-16 15,26-5-176-15,-26 5 0 0,24-7 0 0,-13 5-15888 0</inkml:trace>
  <inkml:trace contextRef="#ctx0" brushRef="#br0" timeOffset="-205419.29">6669 7181 16575 0,'-2'-10'736'0,"-1"3"160"0,2 3-720 0,-1-1-176 0,0 2 0 0,1 3 0 0,0-2 1520 15,-2 0 272-15,-1-1 48 0,-4-2 16 0,1 1 64 0,-2 0 0 16,0 3 16-16,2 1 0 0,-1 2-624 0,2 2-128 16,0 0-32-16,0 3 0 0,-2 0-528 0,1 2-112 15,-1 3-32-15,-1 0 0 0,2 2-80 0,-2 0-16 16,2 5 0-16,0-2 0 0,1 2-144 0,0 1-48 16,2 1 0-16,0-1 0 15,4-20-192-15,-1 38 0 0,1-38 128 0,2 35-128 0,-2-35 0 16,0 0 0-16,13 47 0 0,-13-47 0 0,0 0 0 15,24 44 0-15,-24-44 0 0,0 0 0 0,27 36 0 0,-27-36 0 16,0 0 0-16,34 42 0 0,-34-42 0 0,0 0 0 0,33 48 0 0,-33-48 0 16,16 36 0-16,-16-36 0 0,10 42 0 0,-10-42 0 15,0 40 0-15,-4-21 0 0,-2-2 0 0,-1-1 0 16,-1 1 0-16,-2 0 0 0,-1-3 0 0,2-1 0 16,0-2 0-16,-1 1 128 0,-2-1-128 0,-1-3 0 15,0 1 0-15,0-5 0 0,1 0 0 0,0-2 0 16,3 0 0-16,1-4-288 0,1 2 64 0,3 0-16656 15</inkml:trace>
  <inkml:trace contextRef="#ctx0" brushRef="#br0" timeOffset="-205055.92">6913 7792 6447 0,'-4'0'272'0,"1"0"80"0,0 0-352 0,0 1 0 0,1 1 0 0,0-2 0 0,0 2 1440 0,-1-1 224 0,-3 3 32 0,-1 1 16 16,-1 2 560-16,0 0 112 15,1 0 32-15,2 3 0 0,-1-3-560 0,3 2-96 0,0 3-32 16,1-4 0-16,2-8-336 0,0 0-80 0,1 31-16 15,-1-31 0-15,0 0-464 0,0 0-112 0,0 0-16 0,32 27 0 16,-32-27-256-16,24-2-64 16,-10 0-16-16,-1-3 0 0,-2-1-208 0,2-2-32 0,0 1-128 0,0-5 192 15,0-2-192 1,0 0 0-16,-2 0 128 0,-3 1-128 0,-2 1 0 16,-4-1 0-16,-2 3 0 0,-3 0 0 15,-6 0 0-15,-2 4 0 0,-4 1 0 0,-2 2 0 0,-2 0-160 0,-1 2 160 0,1-2-128 0,1 3 128 16,0 3-896-16,1-2-112 0,3 0-16 15,2 2-14016-15</inkml:trace>
  <inkml:trace contextRef="#ctx0" brushRef="#br0" timeOffset="-204741.17">7039 6996 17503 0,'-3'-4'768'0,"1"3"176"0,2 1-752 0,-1 1-192 0,0 1 0 0,0 2 0 15,-1 1 1728-15,0 4 304 0,-2 4 64 0,-1 10 16 16,-1 3 160-16,0 2 32 0,1 1 16 0,0-3 0 16,4-2-1504-16,-1 0-304 0,2-24-64 0,3 45-16 0,-3-45-432 15,0 0 0-15,14 44 0 0,-14-44-15552 16</inkml:trace>
  <inkml:trace contextRef="#ctx0" brushRef="#br0" timeOffset="-203248.18">7460 7447 14735 0,'0'-3'1312'0,"0"3"-1056"0,0-2-256 0,0 2 0 15,-1 0 1168-15,0 0 176 0,0 0 48 0,-1-2 0 16,1 2 320-16,-2 2 64 0,-1 0 16 0,-1 5 0 16,1 0-704-16,-2 4-144 0,2 2-32 0,-1 1 0 15,-1 3-368-15,2 0-80 0,-2 3-16 0,2 0 0 16,1-2-192-16,0 0-64 0,3-18 0 0,1 30 0 0,-1-30-192 0,0 0 0 15,0 0 128-15,0 0-128 0,0 0 0 0,30 31 0 32,-24-34 0-32,2-1 0 0,-1-1 0 0,1-4 176 0,2 1-176 0,-2-1 160 15,0 0 112-15,1-3 32 0,-1 0 0 0,0-2 0 16,1 2-304-16,-3 0 0 16,1 0 0-1,-2-2 0-15,0 0 0 0,-2-1 0 0,-1 2 0 0,-2 0 0 0,-3 1 0 0,-2-1 0 0,-1 3 0 0,-2 0 0 0,1 4 0 0,-1 0 0 16,-1 2 0-16,-1-1 0 0,1 2 144 0,-2 0-144 15,2 2 0-15,1 1 144 0,-1 0-144 0,3 2 160 0,1 0-160 16,0 1 160-16,1 2-160 0,1-1 0 0,1 1 0 0,1-3 0 16,1 2 0-16,1-1-144 0,1 2 144 0,1-2-15024 15</inkml:trace>
  <inkml:trace contextRef="#ctx0" brushRef="#br0" timeOffset="-203052.14">7634 7532 16575 0,'0'0'736'0,"1"1"160"16,0 0-720-16,0-1-176 0,-1 0 0 15,0 0 0-15,1 2 1600 0,0-2 304 0,2 3 48 0,0-1 16 0,-3-2-240 0,0 0-64 16,0 0 0-16,0 0 0 0,0 0-672 0,0 0-144 16,0 0-16-16,32 31-16 0,-32-31-576 0,0 0-112 31,0 0-128-31,0 0-14512 0</inkml:trace>
  <inkml:trace contextRef="#ctx0" brushRef="#br0" timeOffset="-202571.19">7818 7323 10127 0,'0'0'896'0,"1"0"-704"0,-1 0-192 0,1 0 0 15,-1 0 1696-15,1 0 304 0,0 0 64 0,1-2 16 16,1 1 1040-16,2-1 208 0,1 0 32 0,1 0 16 16,1-1-1440-16,0 1-272 0,0-1-64 0,1 1-16 15,-9 2-816-15,20-1-176 0,-20 1-16 0,0 0-16 16,0 0-416-16,37 6-144 0,-37-6 0 0,0 0 144 31,0 0-144-31,0 0 0 0,0 0 0 0,35 28 0 0,-35-28 0 0,0 0 0 0,0 0 0 0,-3 19 0 16,0-14-128-16,-3 1 128 0,0 0 0 0,-3-1 0 15,2-1 0-15,-1 1 0 0,-3 0 0 16,0 0 0 0,0 2 0-16,0-2 0 0,-1 2 0 0,0-1 0 0,1 0 0 15,0 0 0 1,3 0 0-16,1-2 0 16,2 1 0-16,1 0 0 0,3-1 0 0,0 1 0 0,2 0 0 0,0-3 0 0,3 1 0 0,1 1 0 0,-5-4 0 0,0 0 0 15,0 0 0-15,37 5 0 0,-37-5 0 0,0 0 0 16,36 2 0-16,-36-2 0 0,0 0 0 0,39 5 0 15,-39-5 0-15,0 0 0 0,35 9 0 0,-35-9 0 16,0 0 0-16,0 0 0 0,0 0 0 0,36 20 0 16,-36-20 0-16,0 0 0 0,0 0 0 0,0 0 0 15,-5 30 0-15,-4-22 0 0,-2-1 0 0,-3 2 0 0,0 1 0 0,-4 1 0 16,0-1 0-16,0-1 0 0,-2 1 0 0,3-1 0 16,1-2 0-16,3 1 0 0,1-4 0 0,4 1 0 15,2-2-192-15,3-1-64 0,3-2 0 0,3 0-16176 16</inkml:trace>
  <inkml:trace contextRef="#ctx0" brushRef="#br0" timeOffset="-192031.83">8239 7503 5839 0,'-4'3'512'0,"4"-3"-512"15,-1 0 0-15,0 0 0 0,0 0 0 0,1-2 0 16,0 2 0-16,0-1 0 0,1-1 0 0,0 0 0 15,0 1 0-15,-1-2 0 0</inkml:trace>
  <inkml:trace contextRef="#ctx0" brushRef="#br0" timeOffset="-164715.31">8336 7370 9215 0,'1'-3'816'0,"-1"0"-656"15,0 1-160-15,-1 1 0 0,1 1 1344 0,-1 0 256 0,0-3 32 0,-1 0 16 0,0 2 512 0,-1-3 96 32,0 3 32-32,-2 1 0 0,1 0-864 0,0 3-160 0,1 0-48 0,-2 0 0 0,2 2-400 0,0 0-96 31,-1 0-16-31,1-2 0 0,0 3-176 0,1-1-32 15,0 1-16-15,-1 0 0 0,1 1 64 0,0 0 16 16,0 0 0-16,0 4 0 0,0 2-112 0,-1 0-32 16,1 0 0-16,0 0 0 0,0 0-32 0,1 1 0 15,0 3 0-15,1-17 0 0,1 31-192 16,-1-31-32-16,0 0-16 0,0 0 0 0,17 35-144 0,-17-35 0 16,0 0 0-16,31 0 0 0,-17-7 0 15,1-2 0-15,1-1 0 0,-1-1 0 0,-2 1 0 0,2-2 0 0,2-4 0 0,1-1 0 16,-1 0-368-16,-1 1 48 0,-3-1 16 0,1 3 0 31,-2-1-336-31,0-1-64 0,-4 3 0 16,-1-2-16-16,-1 1 144 0,-2-1 16 15,-1 1 16-15,-2 2 0 16,0 0 304-16,-2-1 64 0,0 5 16 0,0-1 0 0,0 6 160 0,0-1 0 0,0 3 160 0,-1 4-160 0,0-1 576 0,-1 3 0 0,1 2 16 0,0 0 0 0,2 0-208 16,-2 5-64-16,1-2 0 0,-1 1 0 0,1 2-144 0,0-1-48 15,1-1 0-15,1-2 0 0,-1-9 0 0,0 0-128 16,6 36 192-16,-6-36-64 0,0 0-128 0,0 0 160 15,12 42-160-15,-12-42 160 16,0 0 16-16,0 0 0 0,0 0 0 0,16 41 0 0,-13-34-176 16,0-2 160-16,-3-5-160 0,0 0 160 0,0 0-160 0,0 0 0 15,0 0 0-15,0 0 0 0,0 0 0 0,0 0 0 16,0 0 0-16,0 0 0 16,0 0-768-16,40 19-48 0,-34-24 0 0,1 2-14608 15</inkml:trace>
  <inkml:trace contextRef="#ctx0" brushRef="#br0" timeOffset="-163610.95">8869 7387 14735 0,'-1'0'640'0,"1"0"160"0,0 0-640 0,0-2-160 0,0 1 0 0,0 1 0 15,0 0 2048-15,1 0 368 0,0 0 80 0,0 0 0 16,1-1-96-16,0 1-32 0,1 0 0 0,0 0 0 15,0-1-1360-15,-1 1-288 0,2 0-48 0,0-2-16 0,0 0-464 16,-1-1-192-16,0 1 176 0,0-3-176 0,-1 0 0 0,0 0 128 16,-2 1-128-16,-1-3 0 0,0 2 0 0,-3 0 0 15,0 0 0-15,-2 1 0 0,-1-1 0 0,-1 0 0 16,0 3 0-16,-2 0 0 0,1 2 0 0,-1 2 144 16,-1 0-144-16,1 3 128 0,1 1 32 0,2 2 0 15,-1 0 0-15,2 2 0 0,0-1-160 16,1 2 192-16,0 2-192 15,0 0 192-15,2 2-192 16,1-1 0-16,0-2 144 16,2 0-144-16,1-1 0 0,0 1 0 15,-1-12 0-15,0 0 128 0,0 0-128 0,0 0 0 16,0 0 0-16,19 38 0 0,-14-35 0 16,0-3 0-16,1-2 0 0,0-1 0 15,0 0 0-15,2-3 0 0,-1-2 0 16,1-2 0-16,1 1 0 0,-1-2 128 15,1-1-128-15,1-3 0 16,-1 1 0-16,0-3 0 16,0 2 0-16,1-2 0 0,-2-1-384 0,-1 0 16 0,1-2 0 0,-3-1 0 15,0 0-96-15,-1-1-32 0,0 1 0 0,-2-2 0 0,1 1 96 0,-1-4 16 0,2 0 0 0,-2 2 0 0,1 3 208 0,-1 4 176 0,0 5-208 0,-1 3 80 0,0 2 336 0,-2 5 80 0,1 0 16 0,-1 4 0 0,0-1 544 0,0 2 112 0,-2 7 32 0,1 2 0 0,0 2-416 0,-1 2-96 16,0 6-16-16,0 4 0 0,0 5-256 0,0 0-48 16,0 2-16-16,1 0 0 0,0-4-144 0,1-1 160 15,0-4-160-15,1-24 160 0,2 42-160 0,-2-42 0 16,3 33 0-16,-3-33 128 0,0 0-128 0,10 35 0 15,-10-35 0-15,0 0 0 0,0 0 0 0,0 0 0 16,0 0 0-16,0 0 0 0,43 9-256 16,-36-17 0-16,1-1 16 0,0-1 0 15,1-2-1376-15,1-2-288 16,-2 0-48-16,0-3-16 16,1 1-336-16,-1-4-80 15,-1-1-16-15,-1 0 0 0,0 0 816 0,-1 4 176 16,0-2 16-16,-1 5 16 15,-1 2 1056-15,0 3 320 0,-1-1-128 0,0 5 128 0,-1 0 768 16,0 3 240-16,0 2 32 0,-1 2 16 0,-1 3 672 16,0 2 128-16,-1 3 16 0,0 0 16 15,-1 4-352-15,-1 1-64 16,2 0 0-16,-2 3-16 16,1 0-752-16,0-2-128 0,2 1-48 15,-1-4 0-15,0 0-160 0,1-3-48 16,1-10 0-16,-1 21 0 0,1-21-48 15,0 0-16-15,0 0 0 0,5 33 0 0,-3-28-256 16,1 0 0-16,0-3 0 0,2-1 0 16,0-1 0-16,2-1 0 0,-1-1 0 15,2-3 0 1,-1 0 0-16,2-2 0 0,0 0 0 16,0-4 0-16,0 1-384 0,0-1-128 0,0-2-16 0,0 1-16 15,0-2 64-15,0 0 16 0,-1-2 0 16,-2 1 0-16,-2 1 96 15,0 0 32 1,0 1 0-16,-2 1 0 0,0 3 336 16,0 0 0-1,-1 4 0-15,-1 0 0 0,0 1 0 0,0 2 128 0,-1 1-128 16,-1 2 192-16,1 1 256 0,0 0 64 0,-1 0 16 0,-1 3 0 16,1 1-80-16,-1 0-32 0,0 3 0 15,2 1 0-15,-1 0-128 16,0 1-32-16,1 2 0 0,0 3 0 0,0-1-64 0,1-15-32 15,0 34 0-15,0-34 0 0,-1 29 128 16,1-29 32-16,2 30 0 0,-2-30 0 0,0 0-64 16,9 43 0-16,-9-43 0 0,0 0 0 0,0 0-256 0,23 38 0 0,-23-38 128 15,0 0-128-15,0 0-256 0,0 0-96 0</inkml:trace>
  <inkml:trace contextRef="#ctx0" brushRef="#br0" timeOffset="-163327.11">9676 7356 9215 0,'-10'0'400'0,"3"2"96"0,1-2-496 0,1 1 0 0,3 1 0 0,0-2 0 0,0 1 944 0,-1 1 80 0,-4 2 32 0,0-1 0 0,-1 1 352 0,3 1 64 0,0-3 0 16,3 0 16-16,1 1 80 0,1-2 16 15,3 1 0-15,0-4 0 16,2 1-192-16,2-1-48 0,2 0 0 0,2-1 0 15,1 1-48-15,1-3-16 0,2 2 0 0,0-1 0 16,3 1-688-16,-2-1-144 0,2 1-16 0,0 1-16 16,0 0-240-16,-1-1-48 0,0 1-128 15,-3 0 192-15,-14 2-192 0,25-3 0 16,-25 3 0-16,21-4 0 16,-13 3-384-16,0-1-128 0,-1-1-32 15,-1 1-9632-15,-2 0-1920 16</inkml:trace>
  <inkml:trace contextRef="#ctx0" brushRef="#br0" timeOffset="-163062.34">9782 7193 9215 0,'-1'-7'816'0,"1"2"-656"15,0 2-160-15,0 3 0 0,0 0 1680 0,0 0 304 16,0-2 64-16,0 0 16 0,0-3 816 0,0 2 176 16,0 1 16-16,0 7 16 0,0 2-1040 0,0-7-192 15,2 31-64-15,-2-31 0 0,2 50-896 0,-2-19-176 16,0 1-32-16,-1 2-16 0,0-3-144 0,0 0-16 0,0-1-16 16,1-3 0-16,0 1-224 0,-1 0-32 0,1-28-16 0,1 50 0 15,-1-50-352-15,2 38-80 0</inkml:trace>
  <inkml:trace contextRef="#ctx0" brushRef="#br0" timeOffset="-161893.33">10517 7089 10127 0,'2'-3'896'15,"0"-1"-704"-15,-1 1-192 0,-1 3 0 0,0-2 1376 0,0 1 240 0,1-3 48 0,0-3 16 32,0 2 432-32,-1-5 64 0,0 3 32 0,-2 2 0 0,0 1-784 0,-2 0-144 15,-1 1-48-15,0 3 0 0,-1 2-512 0,-1-1-96 16,-2 3-32-16,1 1 0 0,0-1-240 0,-1 1-48 16,1 2-16-16,-1 0 0 0,-1 3-80 0,1-3-16 0,1 2 0 0,-1 3 0 15,-1 0 16-15,2 2 0 16,2-2 0-16,2 0 0 0,-1 4 32 15,2 1 0-15,1 2 0 0,2-19 0 0,0 45-112 16,0-45-128-16,7 52 176 0,-7-52-176 16,10 53 0-16,-10-53 0 0,12 52 0 0,-12-52 0 15,13 48 0-15,-13-48 0 0,14 51 0 0,-14-51 0 0,15 55 0 0,-15-55 0 0,14 47 0 0,-14-47 0 0,11 41 0 0,-11-41 0 16,3 32 0-16,-3-32 0 16,-5 29 128-16,0-17-128 0,-2 0 0 0,-2-2 0 0,-1 0 128 0,-2-1-128 15,1 0 0-15,-3-1 0 0,1-1 0 0,-1-2 0 16,1-2 0-16,0 0 0 0,1-5 0 0,3-1 0 15,2 1 0-15,1-5-10176 16,2 2-2096-16</inkml:trace>
  <inkml:trace contextRef="#ctx0" brushRef="#br0" timeOffset="-161687.9">10650 7655 13823 0,'1'0'1216'0,"0"-2"-960"0,0 2-256 0,-1 0 0 16,0 2 880-16,0-2 128 0,1 0 16 0,-1 3 16 16,1 1 544-16,-1 3 96 0,-2 2 32 0,0 3 0 15,0 3-432-15,-2 0-96 16,1 3-16-16,-1 1 0 0,2-2-288 0,-1 1-64 0,1-1-16 16,0-2 0-16,2-15-416 0,0 0-96 0,5 40-16 0,-5-40 0 15,0 0-272-15,0 0-224 0,0 0 32 0,0 0-13760 31</inkml:trace>
  <inkml:trace contextRef="#ctx0" brushRef="#br0" timeOffset="-161056.63">10811 7050 1839 0,'-1'-4'160'0,"0"1"-160"0,0 1 0 0,0 0 0 16,0 1 1152-16,0-1 192 0,0 0 32 0,-1-5 16 15,-3 0 528-15,-1-3 96 0,1 0 32 0,-1 1 0 16,2 0-160-16,-2-1-32 0,1 0 0 0,2 4 0 15,-1-2-176-15,2 4-32 0,-1-1-16 0,2 2 0 16,0 1-288-16,1 2-48 0,-1-1-16 0,1 1 0 16,1 1-240-16,0 1-48 0,-1-2-16 0,3 3 0 15,0-1-256-15,0-1-48 0,2 1-16 0,2-2 0 16,1 1-96-16,1-1-32 0,-2-1 0 0,2-1 0 16,1 1-272-16,2-3-48 0,-2 1-16 0,1-1 0 15,0 1-32-15,-1 1-16 0,0-1 0 0,0 1 0 16,-3 2-144-16,0 2 0 15,-3 1 0-15,-1 2 128 16,-1 1-128-16,-3 3 0 16,-3 2 0-16,-3-1 0 15,-1 3 0-15,-3-1 0 16,-4 5 0-16,0-2 0 0,-2 1 0 0,-1 0 0 0,0-1 0 0,-1 1 0 0,3-4 0 0,0 0 0 0,0-2 0 0,1 1 0 0,3-4 0 0,2 1 0 0,3-4 0 0,0 1 0 0,3-3 0 0,2-1 0 0,1 1 0 0,1-2 0 16,1 0 0-16,4-3 0 0,3 1 0 0,1-3 0 15,3 3-128-15,-1-1 128 0,0-1 0 0,2 3 0 16,2-1 0-16,2 2 0 0,-1 0 0 0,-16 0 0 15,29 5 0-15,-29-5 0 0,0 0 0 0,34 12 0 16,-34-12 0-16,0 0 0 0,0 0 0 0,0 0 0 16,24 38 0-16,-28-29 0 0,-1-2 0 0,-3 1 0 15,-1 1 0-15,-3-2 0 0,-1 0 0 0,-1 0 0 0,-1 0 0 16,-1-2 0-16,-1-2 0 0,2 0 0 0,0-2 0 0,2-1 0 16,2 2 0-16,1-2 0 15,4-2-512 1,2 1-48-16,2-2 0 0,3 1-11024 0,2-1-2224 0</inkml:trace>
  <inkml:trace contextRef="#ctx0" brushRef="#br0" timeOffset="-160868.35">10953 7145 16575 0,'0'-2'1472'0,"0"0"-1168"0,1 4-304 0,0 0 0 15,-1-2 1440-15,1 1 224 16,-1 1 64-16,0 0 0 0,2 0 224 0,1 3 48 0,-3-5 16 0,0 0 0 15,0 0-800-15,0 0-144 0,0 0-48 0,21 43 0 16,-21-43-672-16,0 0-144 0,0 0-16 0,0 0-16 31,0 0-736-31,0 0-144 0</inkml:trace>
  <inkml:trace contextRef="#ctx0" brushRef="#br0" timeOffset="-160551.5">11198 6901 13823 0,'0'-3'608'0,"0"1"128"0,0 2-592 0,-1 0-144 0,0 0 0 0,0 0 0 0,0 2 1440 0,-1 1 256 15,-1 0 48-15,0 1 16 0,-2 4 32 0,-1 1 16 16,1 2 0-16,-2-1 0 0,1 2-848 0,-1-2-160 16,3 1-32-16,-2-1-16 0,1 2 624 0,-1 2 128 15,0 0 32-15,0 3 0 31,1-1-1536-31,0 1-464 0,0 0-16 0,0-1 0 0,3-2 832 0,-1 0 160 0,3-14 48 0,0 0 0 0,0 0-272 0,7 41-48 16,-7-41-16-16,0 0 0 0,0 0-224 0,0 0 0 16,44 9 0-16,-31-13 0 0,1-4 0 0,1 1 0 15,-1-2 0-15,-2-1 0 0,-1-1 0 0,-2 1 0 16,-2 1 0 0,-3-1 0-16,-1 5 0 0,-4-3 0 0,-4 0 0 0,-1 1 0 0,-5 2 0 15,-2 0 0-15,-5 3-128 0,0 0 128 16,0 4-192-16,1-1 32 0,2 3 0 15,1 3-10336-15,1-1-2080 0</inkml:trace>
  <inkml:trace contextRef="#ctx0" brushRef="#br0" timeOffset="-159637.96">11463 7329 7359 0,'-2'-1'656'0,"1"-1"-528"0,0 0-128 0,0 2 0 16,0 0 912-16,1 2 160 0,-1-2 16 0,-1 2 16 15,1 0 496-15,-3 0 80 0,0 3 32 0,0-1 0 16,0 2-256-16,-1-1-48 0,2 1-16 0,-2 3 0 16,1 0-448-16,0 2-96 0,-1 1-16 0,0 2 0 15,1 1-176-15,-1 1-32 0,-1 1-16 0,2 2 0 0,0-3-32 0,0-1 0 16,2 1 0-16,-1-2 0 0,3-14-64 0,-1 24-32 15,1-24 0-15,0 0 0 0,0 0-144 0,0 0-16 16,0 0-16-16,0 0 0 0,42 21 0 0,-31-27 0 16,2-4 0-16,1-1 0 0,0-1 272 0,1-5 48 15,4-3 16-15,0-1 0 0,-1 0-640 16,-2-1 0-16,-3 2 0 0,-3 0 0 16,-3 1-224-16,-3 0 32 0,-3 5 16 15,-4-3 0-15,-2 3 176 0,-6 0 0 16,-1 0 0-16,-2 4 0 0,-1 3 0 15,-2 5 0-15,0 0 0 16,2 4 0-16,-1 2 0 0,1 2 0 16,2 2 0-16,1 1 0 0,3 2 0 0,1-2 0 15,3 0-160-15,2 1-15424 16</inkml:trace>
  <inkml:trace contextRef="#ctx0" brushRef="#br0" timeOffset="-159242.55">11683 7495 20271 0,'-1'-1'1792'0,"1"1"-1424"0,1 0-368 0,0 0 0 16,-1 0 1200-16,0 0 160 0,1 0 48 0,1 0 0 15,0 1 528-15,1 2 112 16,0 0 32-16,-1 2 0 0,-2-5-1184 0,0 0-224 0,0 0-48 0,0 0-16 16,0 0-608-16,0 0 0 0,14 40 0 15,-13-36 0-15,1-1-944 0,0 0-208 0</inkml:trace>
  <inkml:trace contextRef="#ctx0" brushRef="#br0" timeOffset="-158064.61">11969 7297 8287 0,'-5'1'736'0,"1"-1"-592"0,0 1-144 0,2-1 0 16,1 1 576-16,0-1 96 0,0 2 16 0,-2-2 0 16,0 1 720-16,-2 0 160 0,1 1 32 0,0-2 0 15,1 1-96-15,2 1-16 16,0-2 0-16,1-2 0 0,2 1-384 0,0-1-80 0,3 1 0 0,0-2-16 15,2 0 48-15,0-2 16 0,2 1 0 0,1-1 0 16,2 0 48-16,1-2 16 0,1 4 0 0,-1-1 0 16,1 2-240-16,0 0-32 0,-14 2-16 0,26 2 0 15,-26-2-528-15,0 0-128 0,0 0 0 0,37 16-16 16,-37-16-176-16,0 0 0 0,0 0 0 0,0 0 0 16,5 38 0-16,-11-31 0 0,-2 2 0 15,-1 0 0-15,-1-1 0 16,-3 1 0-16,-1 0 0 15,-2-1 0-15,1-1-128 16,0 3 128-16,1-5 0 0,1 2 0 0,-1 0 0 16,1-2 0-16,1-1 0 0,1 1 0 0,0-3 0 0,2 2 0 0,1-1 0 0,1-2 0 0,3 1 0 0,1-2 0 0,1 0 0 0,2 0 0 0,1 0 0 0,2-2 0 15,-1 1 0-15,4-1 0 0,1 1-128 0,0 0 128 16,1-1 0-16,1 1 0 0,0 0 0 0,1 1 0 16,0 1 0-16,-10-1 0 0,0 0 0 0,37 8 0 15,-37-8 0-15,0 0 0 0,40 16-128 0,-40-16 128 0,0 0 0 0,36 19 0 16,-36-19 0-16,0 0 0 0,0 0 0 15,0 0 0-15,0 0 0 0,34 28 0 0,-33-25 0 16,-1-1 0-16,-2 1 0 0,-2-1 0 0,0 0 0 16,-2 1 0-16,0-1 0 0,-2 1 128 15,-1-1-128 1,-2 0 0-16,0 1 0 0,-1 1 128 16,0-1-128-16,1-1 0 0,0 0 0 0,-1 1 0 0,1 0 0 15,1 1 0-15,1-3 0 0,2-1 0 0,1 1 0 0,2-2 0 0,-1 0-704 16,2-3-112-16</inkml:trace>
  <inkml:trace contextRef="#ctx0" brushRef="#br0" timeOffset="-154532.87">12539 7380 3679 0,'1'-2'320'0,"-1"2"-320"0,0-2 0 0,0 1 0 15,0 1 912-15,1 0 112 0,0-2 32 0,0-1 0 16,1 0 480-16,0-1 80 0,1 0 32 0,-1 1 0 16,-1 1-336-16,0-2-64 0,0 1-16 0,-1 0 0 15,1 1-176-15,0 1-32 16,0 0-16-16,0-2 0 0,0 1-272 0,0-1-48 0,-1 0-16 0,1 0 0 15,-1 1-208-15,1-2-32 0,0 2-16 0,1-2 0 16,-2-1 16-16,1 0 0 16,0 1 0-16,-1 1 0 0,0-2-32 0,0 3 0 0,-1-2 0 0,0 1 0 0,-1 1-96 0,-1 1-32 15,-1-1 0-15,0 2 0 0,0 0 48 0,-1 0 16 16,1 0 0-16,-2 2 0 0,0 1-96 0,-1 0-32 16,0 3 0-16,-1-1 0 0,2 2-64 0,-2 0-16 15,1 2 0-15,-1 1 0 16,2 0-128-16,-1 2 160 0,2-1-160 0,-1 1 160 0,1 0-160 15,1 0 0 1,0-2 0 0,1 1 128-16,1-1-128 0,0-1 128 15,1-1-128 1,0 1 128-16,1-4-128 0,2 2 160 0,0-3-160 0,1-1 160 0,-1-1 96 0,2-2 0 0,1 0 16 0,0-2 0 0,2 0 32 0,-1-1 0 0,2-1 0 0,1-2 0 0,0 2 112 0,1-5 32 0,2 2 0 0,-1-1 0 16,0-1-272-16,1 0-48 0,-1 0-128 0,1 0 192 15,-1-2-192-15,-1 1 0 0,1-1 0 0,-1 1 0 16,0-2 128-16,-2 0-128 0,0 0 0 0,-1 0 0 15,0 1 0-15,-1-1 0 0,0 0 0 0,-2 0 0 16,2-2 0-16,-2-1 0 0,-2-1-128 0,0 0 128 16,0 1-384-16,-1-2 0 0,-1-1-16 0,-1 1 0 0,1-2 256 0,-1 5 144 15,1 2-160-15,0 0 160 0,0 5 0 0,0 0 0 16,0 0 0-16,0 4 0 0,-1 0 320 0,0 2-64 16,1-1 0-16,-1 1 0 0,0 2 32 0,0 1 0 15,0-2 0-15,-1 2 0 0,0 3-48 16,0-2-16-16,-1 3 0 15,1 2 0-15,1 3-16 0,-2-1 0 16,2 1 0-16,-1 2 0 0,2-13-80 0,-5 42-128 0,5-42 176 0,-3 50-176 0,3-50 176 0,-3 52-176 16,3-52 160-16,-3 47-160 0,3-47 128 15,-1 39-128-15,1-39 0 0,0 31 144 0,0-31-144 16,0 0 0-16,0 0 0 0,4 35 0 0,-1-30 0 16,0-3 0-16,1-1 0 0,0-1 0 0,1-1 0 15,1-4 0-15,0 1 0 16,1-1 0-16,1-2-688 0,1 0-64 15,1-1-16-15,-1-1 0 16,1-2-1728-16,1 1-368 16,0-2-64-16,-1 0-16 0,-1 0 304 15,0-2 48-15,0 2 16 16,-2 0 0-16,0 2 1088 16,-1-1 208-16,0 1 64 0,0 1 0 0,-1 1 1024 0,-1 0 192 0,0 2 0 0,-1 0 160 0,0 1 832 0,-2 2 160 0,0 3 48 0,0 0 0 0,-1 0 720 0,0 2 160 0,-1 1 32 0,0 0 0 0,-1 3-480 0,-1 0-96 0,0 2 0 0,0 2-16 15,-2 2-656-15,-1 1-128 0,2 2-32 0,-2 2 0 16,1 2-192-16,0-3-64 0,1 2 0 0,1-2 0 15,3-16-16-15,-3 27-16 0,3-27 0 16,0 0 0-16,2 38-144 0,-2-38-16 0,0 0-16 16,0 0 0-16,0 0-112 0,0 0 0 0,19 37-128 0,-13-36 192 15,0-1 32 1,2-1 0-16,0-4 0 0,1 0 0 16,1 1-16-16,1-4 0 0,-1 1 0 0,0-2 0 0,0-2-208 0,-1 0 0 0,1 0 0 0,-3 1 0 15,1-2-416-15,0 0-80 0,-2-1-16 0,1 0 0 0,-2-1 128 0,-1-3 0 16,0 2 16-16,-1 0 0 0,-1-1 368 0,1 4-176 15,-2 2 176-15,0 0-128 0,0 4 128 0,-1 0 0 16,-1 4 0-16,0 0 0 0,0 0 256 0,0 4 0 16,-1 0-16-16,0 5 0 0,-1 0 192 15,0 3 32-15,-1 0 16 0,1 4 0 16,-1 2-192-16,0 1-32 16,4-17-16-16,-5 37 0 0,5-37-96 15,-3 34-16-15,3-34 0 0,0 0 0 0,1 35-128 0,-1-35 192 31,0 0-192-31,0 0 192 0,0 0-192 0,0 0 0 0,23 38 0 0,-18-35 0 0,0-1-368 0,1-2-96 16,-1 0-32-16,1 0-16544 0</inkml:trace>
  <inkml:trace contextRef="#ctx0" brushRef="#br0" timeOffset="-154030.55">13351 7318 10127 0,'-7'0'448'0,"1"0"96"0,1 0-544 0,2 0 0 0,1 0 0 0,1 0 0 16,0 0 1120-16,-2 0 112 0,0 0 32 0,0-1 0 15,1 0 480-15,1-1 112 0,4 0 0 0,1 1 16 16,4-1-208-16,2-1-32 0,1-1-16 0,3 0 0 16,2 0-320-16,1 1-64 0,3-2-16 0,-2 0 0 15,1 2-512-15,1-2-128 0,3 0 0 0,1-1-16 16,-1 1-272-16,0 1-48 0,-2-1-16 0,-1 0 0 16,-2 2-224-16,-2 1 0 15,-2-3 0-15,-2 2 0 0,-3 1-848 31,0 0-176-31,-3 0-16 16,0 0-8512-16,-3 1-1712 16</inkml:trace>
  <inkml:trace contextRef="#ctx0" brushRef="#br0" timeOffset="-153858.48">13547 7076 1839 0,'-1'-2'160'0,"0"0"-160"0,0 2 0 0,0 0 0 0,1 0 1472 0,-1 2 272 16,0 0 48-16,0 1 16 0,-1 4 736 0,0 5 144 0,-2 2 16 0,-1 7 16 15,1 4-608-15,-1 5-112 0,-1 1-16 0,1 2-16 16,0 0-496-16,1-2-112 0,-1-3-16 0,0-2 0 16,5-26-32-16,-5 44-16 0,5-44 0 0,-2 37 0 15,2-37-1104-15,0 0-192 0,3 36 0 0,-3-36-15440 16</inkml:trace>
  <inkml:trace contextRef="#ctx0" brushRef="#br0" timeOffset="-153039.26">14420 7050 11055 0,'1'-2'976'0,"1"1"-784"0,-1 0-192 0,-1 1 0 0,0-2 1072 0,1 1 160 16,0-1 48-16,0-3 0 0,0 1 448 0,2-1 112 16,-3 2 16-16,0 1 0 0,-1-2-400 0,-2 3-80 15,0 1-16-15,-1-2 0 0,-1 4-416 0,-1-1-96 16,0 3-16-16,-2-2 0 0,1 1-176 0,-1 2-32 0,0 1-16 0,0-1 0 16,1-2-256-16,1 1-48 0,-1 2-16 0,0 2 0 15,-1 0-96-15,1 2-32 0,1 2 0 0,-1 1 0 16,2 2 32-16,1 1 0 0,0 3 0 0,0 3 0 15,4-22-64-15,-3 51-128 0,3-51 192 16,-1 60-64-16,1-60-128 0,3 57 0 0,-3-57 144 16,4 57-144-16,-4-57 0 15,8 50 0-15,-8-50 0 0,11 40 0 0,-11-40 0 16,0 0 0-16,16 47 0 0,-16-47 0 0,0 0 0 16,13 43 0-16,-13-43 0 0,0 0 0 0,5 38 0 0,-5-38 0 0,-7 26 0 0,-1-13 0 0,0 2 0 0,-4-1 128 15,-1-2-128-15,-2 2 0 0,0-4 0 0,0 2 128 16,0-2-128-16,1-3 0 0,1 2 0 15,0-4 0-15,1 0 0 0,2-3 0 0,2-1 0 0,1-2 0 16,1-3 0-16,3-2-10512 16,2-1-2096-16</inkml:trace>
  <inkml:trace contextRef="#ctx0" brushRef="#br0" timeOffset="-152550.81">14471 7658 10127 0,'4'-2'448'0,"-2"-1"96"0,0 2-544 0,0-1 0 0,-1 1 0 0,1 0 0 15,1 1 1664-15,1-2 240 0,1-3 32 0,4 2 16 16,1-1 192-16,0-1 32 0,1 0 16 0,0 1 0 16,0 1-864-16,-2 0-176 15,0 1-48-15,0 2 0 0,-2-1-656 0,-1 1-144 0,-1 0-32 0,0 1 0 16,-3-1-272-16,0 3 0 0,-2 0 0 0,0 1 0 15,-2 0 224-15,0 1-64 0,-2 0-16 0,-2 0 0 16,1 2-144-16,-2-3 0 0,1 2 0 0,-2 0 128 16,1-1 0-16,1 0-128 0,0-1 192 0,1 0-64 0,2 0-128 15,0-3 192-15,0 0-192 0,2 1 192 0,1-1-192 0,0 1 160 16,1-2-160-16,1 0 160 0,2 0-160 0,0 0 192 16,2 0-192-16,-1 0 192 0,2 0 64 0,-1 0 32 15,3 0 0-15,-9 0 0 16,0 0-32-16,28 3-16 0,-28-3 0 0,0 0 0 15,0 0-112-15,38 11-128 0,-38-11 176 0,0 0-176 0,0 0 128 0,0 0-128 16,34 24 0-16,-34-24 0 0,0 0 0 16,0 0 0-16,0 0 0 15,0 0 0-15,-4 26 128 0,-1-21-128 0,-3-1 0 0,1-1 0 0,-1 0 144 0,0-1-144 16,1 1 0-16,-3-2 144 0,2 1-144 0,-1-2 192 0,0 0-192 0,1 0 192 16,2-2-192-16,0 2 0 0,2-1 0 0,2 0 0 31,1 1-384-31,1-2-64 0,0 0-16 0,3 1 0 15,2 1-2064-15,0-2-416 16</inkml:trace>
  <inkml:trace contextRef="#ctx0" brushRef="#br0" timeOffset="-152377.9">14786 7700 11967 0,'0'0'528'0,"1"0"112"0,0 0-512 0,0 2-128 0,-1-1 0 0,0 1 0 0,1 0 1984 0,0-1 384 16,-1-1 64-16,0 0 0 0,0 0-256 0,0 0-48 15,0 0-16-15,0 0 0 0,25 37-992 0,-25-37-208 16,0 0-32-16,0 0-16 0,0 0-624 0,0 0-240 31,0 0 176-31,0 0-9536 0,33 9-1904 0</inkml:trace>
  <inkml:trace contextRef="#ctx0" brushRef="#br0" timeOffset="-151969.15">15027 7477 7359 0,'-1'-2'656'0,"1"2"-528"16,1 0-128-16,-1 0 0 0,0 0 1648 0,0 0 288 0,-1 2 64 0,1-2 16 16,-1 0 416-16,0 1 96 0,-1 1 16 0,0 0 0 15,1 0-880-15,-2 1-160 0,0 2-32 0,0 1-16 16,-1 2-560-16,-1-1-96 0,-1 4-32 0,0 1 0 15,-1 2-224-15,0 1-48 0,0 4-16 0,0-2 0 16,0 4-144-16,-1-2-16 0,3 2-16 0,-1-2 0 31,1-1-128-31,5-18-32 0,-6 32 0 16,6-32 0-16,0 0 16 0,1 33 0 0,-1-33 0 16,0 0 0-16,0 0 0 0,0 0 0 0,0 0 0 0,31 38 0 15,-31-38-160-15,0 0 0 0,31 5 0 0,-20-8 0 0,-1 1 320 16,1-2-32-16,1-1 0 0,-1 0 0 0,0-3-48 0,-2 2-16 15,-1-1 0-15,-1 2 0 0,-2-3-224 0,-3 2 0 16,-3-1 0-16,-2 2 0 0,-2 0 0 0,-4-1 0 16,-3 1 0-16,-3 1 0 0,-3 2-160 0,0 1-32 15,0 1 0-15,1 1 0 16,0-1-352-16,1 3-80 16,3 0-16-16,1 1-15360 0</inkml:trace>
  <inkml:trace contextRef="#ctx0" brushRef="#br0" timeOffset="-151101.44">14622 6714 8287 0,'1'-3'736'0,"-1"1"-592"0,1 2-144 0,-1-2 0 0,1 2 1120 0,0-1 192 15,0-1 32-15,1 0 16 16,1-3 448-16,1 0 96 0,-1 3 16 0,0-3 0 0,0 1 64 0,0 1 0 15,-2 2 16-15,0 0 0 0,0 1-672 0,-2 1-144 16,0 0-32-16,-1 2 0 16,-2 1-416-16,-1 1-96 0,-1 3 0 0,-2 3-16 0,0 1-288 0,-1 5-48 15,0-1-16-15,-1 3 0 0,-1 2-144 0,1 2-128 0,0-2 192 16,1-1-192-16,3-1 128 0,1-2-128 16,5-17 0-16,-4 28 0 15,4-28 0-15,0 0 0 0,0 0 0 0,0 0 0 0,0 0 0 16,21 40 0-16,-13-37 0 0,2-3 0 15,0-2 0-15,1 1 0 16,1-2 0-16,0 0 0 16,1-2 0-16,1 0 0 15,1 0 0-15,-1-2 0 0,0 0 0 0,0 0 0 0,1-3 0 0,-1 2-144 0,-3 1 144 0,-1-1 0 0,-1 2-144 0,-3 0 144 0,-2-1-1664 0,-2 0-272 16,-3 2-48-16,-1-2-16 0,-2 2-1104 0,0 1-224 0,-2-1-32 0,0 1-16 16,-2 1 336-16,0-2 64 0,0 2 16 0,-1-1 0 15,2 1 1808-15,-1 1 384 0,2 0 64 0,-1 1 0 0,2 1 1904 0,0 0 368 16,1 3 80-16,1-1 16 0,-1-1 352 0,0 3 80 15,2 1 16-15,0 2 0 0,1 0-192 16,0 2-16-16,1-9-16 0,0 0 0 0,-2 49-416 0,2-49-96 16,-3 44-16-16,-1-23 0 15,4-21-464-15,-8 40-80 0,3-18-32 0,-4 0 0 0,2-1-336 16,-2 0-80-16,3-2-16 16,-1 0 0-16,2-3-352 0,1-1 0 15,2-3 0-15,2-12-13984 0</inkml:trace>
  <inkml:trace contextRef="#ctx0" brushRef="#br0" timeOffset="-146400.51">15733 7003 4671 0,'1'0'416'0,"-1"-2"-416"15,0 1 0-15,0 1 0 0,0 0 0 0,0 0 0 16,0-2 0-16,0 2 0 0,0 0 0 0,0-1 0 15,0 0 0-15,1-1 0 0,-1 0 0 0,1 1 0 0,0-1 0 0,0 0 0 16,0 1 0-16,0-1 0 0,0 2 320 0,-1-2 48 16,1-1 16-16,0 1 32 0,0-1 368 0,0 0 80 15,0 2 16-15,-1-4 0 0,1 2 272 0,-1 0 64 16,0 0 16-16,0 0 48 0,0 1 128 0,0-1 16 16,0 1 16-16,0 1 32 0,0 1-224 0,0-1-48 15,0 1-16-15,-1 0 32 0,0 1-192 0,0 0-32 0,0 1-16 0,-1-2 48 16,1 3-320-16,-1-1-64 0,0-1-16 0,0 3 32 15,1-2-96-15,-1 1-32 0,0 2 0 0,-1-2 48 16,0 1 736-16,0 3 160 0,0 2 16 0,-1 0 48 31,0 1-1728-31,-2 2-368 0,2-2-64 0,-1 1 32 0,-1 4 592 16,1-1 288-16,0 2-32 0,-1 1 0 0,6-17 16 0,-4 28 0 16,4-28 0-16,-4 29 48 0,4-29-128 15,0 0-32-15,2 38 0 0,-2-38 32 16,0 0 0-16,0 0 0 0,12 39 0 0,-12-39 0 0,0 0 16 0,0 0 0 0,0 0 0 0,29 37 0 0,-29-37-16 0,0 0-16 15,0 0 0-15,32 9 0 0,-23-9 48 16,3-5 16-16,0 1 0 0,1-4 0 16,0-1 16-16,1-3 16 0,1 0 0 0,-2-1 0 0,-1 1-144 0,0-2-128 15,1-1 192-15,-2-2-192 0,0-1 128 0,-3-2-128 16,-1 2 0-16,-2 0 0 0,0 2 128 0,-3 0-128 16,-1-1 0-16,-1 0 0 15,0 5 0-15,-1 0 0 0,0 3 0 0,-1 2 0 0,1 0 0 16,0 1 0-16,1 3 0 0,0 1 0 0,0 2 0 0,0 2 0 15,1 0 0-15,1 0 0 16,0 3-560-16,0-2-64 0,1 1-16 0,-3-4-16960 16</inkml:trace>
  <inkml:trace contextRef="#ctx0" brushRef="#br0" timeOffset="-146211.51">16004 7067 9215 0,'3'-3'400'0,"0"0"96"0,0 2-496 0,0-1 0 0,-2 0 0 0,1 1 0 15,0 1 2400-15,2-2 384 0,1 0 80 0,3-1 16 16,1 1-64-16,1-1 0 0,1 1 0 0,-1-1 0 16,-2 3-1152-16,0 0-256 0,1-2-32 0,0 1-16 15,-1 1-864-15,1-1-176 0,-1 1-48 0,-1-2 0 16,1 0-272-16,-2 1 0 0,1-1 0 0,-1 1-144 16,0-1-1264-16,-1 1-240 0,0 0-48 0,0-1-12320 15</inkml:trace>
  <inkml:trace contextRef="#ctx0" brushRef="#br0" timeOffset="-145755.59">16264 6963 3679 0,'5'2'0'0,"-3"-5"144"0,2-1-144 0,-2 2 208 0,0 2-208 0,-1 0 0 15,1 0 0-15,0-3 0 0,3-2 1504 0,2 2 256 0,-1-1 48 0,1-1 16 16,-1 3 928-16,0 0 192 0,-1 2 48 0,1-2 0 15,-1 0-576-15,1 2-112 0,0 0-32 0,1 0 0 16,-1 0-928-16,2 0-176 16,-1 2-32-16,1 0-16 0,0-2-752 0,-1 2-160 0,1 0-16 0,-2 1-16 15,1-1-176-15,-3 1 0 0,1-1 0 0,-1 0 0 16,-1 3 0-16,-3-2 0 0,1 0 0 0,-2 0 0 16,0 1 0-16,-4 1 0 0,-1 1 0 0,-1-1 0 15,-1-1 0-15,-3 2 0 0,-1 2 0 0,-1 0 0 16,0-1-160-16,0 0 160 15,0 0 0-15,0 0-144 0,3-2 144 0,2 0 0 16,1 0 0-16,1-1 0 16,3 1 0-16,2-3 0 0,3 0 0 0,2 1 0 0,1-2 0 0,3 0 0 0,2-1 0 0,2 0 128 0,2 0 0 0,1 0 16 15,1 0 0-15,0 0 0 0,1 0 64 0,0 1 16 16,0 2 0-16,-2 0 0 0,-15-3-224 0,28 8 0 16,-28-8 0-16,0 0 0 0,39 18 0 0,-39-18 0 15,0 0 128 1,0 0-128-16,28 35 0 0,-28-35 0 0,0 0 0 0,0 0 0 0,-10 34 0 0,1-27 0 15,-3 1 128-15,-2-2-128 0,-3 2 272 0,-1 1 16 16,-1-2 0-16,-2-1 0 0,-1 0-288 0,-1 1 0 16,-2-2 128-16,0 2-128 15,-1-1-1264-15,0 3-304 0</inkml:trace>
  <inkml:trace contextRef="#ctx0" brushRef="#br0" timeOffset="-145344.51">15464 7513 3679 0,'-5'2'320'0,"1"-2"-320"31,2 0 0-31,2 0 0 0,0 0 448 0,-1 0 32 0,-1 1 0 0,-1 1 0 0,0-2 384 0,0 0 80 16,2 0 16-16,2 0 0 16,2-2 640-16,2 1 128 0,2-1 16 0,3-1 16 15,2 1-144-15,2 0-16 0,4-3-16 0,2 2 0 0,3-1-16 0,2-3 0 16,2 2 0-16,3-2 0 16,5 1-208-16,3 0-32 15,1 1-16-15,2 1 0 0,3 1-336 0,0 1-64 16,-2 0-16-16,-1 1 0 0,1-1-96 15,2 2-32-15,3 0 0 16,4 0 0-16,-2 0-448 16,-1 0-80-16,-1 0-32 15,-2-2 0-15,-5-3-32 0,-3 2-16 16,0-1 0-16,-4 0 0 16,-2 0-160-16,-4 2 128 0,-2 2-128 0,-3-1 128 15,-2 1-128-15,-3 0 0 0,-17 0 0 0,26 1 0 0,-26-1 0 0,0 0 0 0,0 0 0 0,0 0 0 0,0 0-352 0,0 0-48 0,0 0-16 0,-1 5-10816 0,-7-5-2160 0</inkml:trace>
  <inkml:trace contextRef="#ctx0" brushRef="#br0" timeOffset="-144867.71">15919 7674 5519 0,'0'-2'496'0,"0"0"-496"15,1 1 0-15,0 1 0 0,0 0 1840 0,1-2 272 16,0 0 48-16,2-1 16 0,3-2 560 0,1 0 112 0,1-1 32 0,2-1 0 16,2 3-640-16,1 0-112 0,2-1-16 15,1 1-16-15,1 0-640 0,1 0-128 0,1 2-32 0,1 0 0 16,-2 2-592-16,1-2-112 0,-20 2-16 0,35 2-16 15,-35-2-240-15,31 7-32 0,-31-7-16 0,0 0 0 16,35 19-272-16,-35-19 0 0,0 0 0 0,0 0 0 16,22 36 0-16,-22-36 0 0,0 0 0 0,-4 28-144 15,-1-18-176-15,-3-1-48 16,-1-2 0-16,-1 0 0 0,-1 0 112 16,-2-1 32-16,-2 0 0 0,-1 1 0 15,0-2 224-15,-1 2 0 0,-1 0 0 0,1 1 0 0,3-2 0 0,1 0 0 0,2 0 0 0,2-1 0 0,4-2 0 0,2-1 0 16,2-1 0-16,3 0 0 0,2-1 224 0,4-1-64 15,1 0-16-15,3-1 0 0,1-1 528 16,2-1 96-16,3 1 32 0,0-1 0 0,2 1-464 0,2 0-80 16,-1 3-32-16,1-2 0 0,1 1-224 0,-2 0 0 15,-1-1 0-15,-2-1 0 0,-1 1 0 0,-1 1 0 16,1-2-176-16,-1 0-17952 0</inkml:trace>
  <inkml:trace contextRef="#ctx0" brushRef="#br0" timeOffset="-143817.14">17154 7432 6447 0,'-1'-1'576'0,"1"1"-576"0,0 0 0 0,0 0 0 16,0 0 976-16,0-1 96 0,0 1 16 0,1 0 0 15,0-2 896-15,0 0 192 16,1 1 48-16,1-2 0 0,1 1 64 0,-1 0 16 0,2 0 0 0,0-1 0 0,-1-2-512 16,1 2-80-16,0-1-32 0,1-1 0 0,-1 2-624 0,-1-2-128 15,2-1-32-15,-2 0 0 0,0 0-544 0,-1 0-112 16,0 0-32-16,-2-2 0 0,-1 2-208 0,0-1 0 16,-1 0 0-16,-1 0 0 0,-2 0 0 0,0 0 0 15,-2 2 0-15,-1-2 0 0,1 2 0 0,-2 3 176 16,0-2-176-16,0 3 160 0,0 1-160 0,1 1 160 15,-1 3-160-15,-1 0 160 0,1 2-160 0,0 3 0 16,0 0 0-16,0 3 0 0,0 2 0 16,1 1 0-16,0 4 0 0,0-1 0 31,2 2 0-31,5-20 0 0,-10 41 0 0,10-41 0 0,-5 32 0 0,5-32 0 16,0 0 0-16,-4 43 0 15,4-43 0-15,0 0 0 0,0 0 128 0,0 0-128 0,0 0 0 0,0 0 0 0,26 33 0 0,-18-38 0 0,1-1 0 0,-1-2 0 0,3-2 0 0,2-5 0 16,3-5 0-16,2-1-144 0,1-2 0 15,-1 0 0-15,-3 2-640 16,0-2-128 0,-2 3-32-16,-2-3 0 15,-2 2 336-15,-2-3 64 0,0 0 16 16,-4 0 0-16,1 0 528 0,0-1 0 16,-2 1 0-16,0-5 0 15,0 1 0-15,0-2 192 0,-1 3 0 0,0 4 0 0,0 4 448 0,0 4 64 0,0 5 32 0,-1 4 0 16,0 1 32-16,0 5 0 0,0 0 0 0,-1 3 0 0,0 2-384 0,0 3-80 0,-1 4-16 0,2-12 0 0,-5 29-96 0,5-29-32 0,-4 40 0 0,4-40 0 0,-4 52-160 0,4-52 0 15,-3 62 0-15,3-62 128 16,-1 60-128-16,1-60 0 0,-1 58 0 0,1-58 0 0,3 46 0 0,-3-46 0 16,6 37 0-16,-6-37 0 0,0 0 0 0,10 39 0 15,-10-39 0-15,0 0 0 0,0 0 0 0,0 0 0 16,0 0 0-16,0 0 0 0,31 32 0 0,-26-34 0 16,3 0-128-16,-1-3 128 31,2-2-1664-31,1 0-256 0,0-3-48 0,1 1-13472 0</inkml:trace>
  <inkml:trace contextRef="#ctx0" brushRef="#br0" timeOffset="-143436.65">17510 7226 9215 0,'1'-5'400'0,"0"3"96"0,0 0-496 0,0 1 0 0,-1 1 0 0,0 1 0 15,0 1 1952-15,-1 0 288 0,1 1 64 0,-2 1 16 16,2-4-144-16,0 0-48 0,-6 26 0 0,6-26 0 31,-7 26-752-31,7-26-160 0,-8 31-16 0,8-31-16 0,-5 31-416 0,5-31-64 0,0 0-32 0,-4 40 0 16,4-40-208-16,0 0-32 15,0 0-16-15,6 38 0 0,-6-38-192 0,0 0-32 16,0 0-16-16,0 0 0 16,0 0-176-16,33 20 0 0,-26-21 144 0,1-3-144 0,0 1 144 0,-1-1-144 15,1-1 192-15,0 0-192 0,0-2 192 16,1 0-192-16,-1-3 192 0,0 3-192 16,-3-2-160-16,2-1-144 0,-2 1-16 15,1-1-16-15,-2-2-32 0,0-1 0 0,0 0 0 0,0-4 0 0,-2 1 112 0,1-2 32 0,0 1 0 0,1 4 0 16,-2 0 224-16,1 3 0 0,1 3 0 0,-1-1 160 15,-1 4 176-15,0 0 48 0,0 3 0 16,-1 1 0-16,0 1 256 0,0 3 48 0,-1 1 16 0,0-5 0 16,0 0-128-16,-4 35-32 15,4-35 0-15,-5 36 0 0,5-36-288 16,-5 42-64-16,5-42-16 0,-2 43 0 0,2-43-176 16,2 38 128-16,-2-38-128 0,0 0 128 0,9 44-128 15,-9-44 0-15,0 0 0 0,0 0 0 0,27 38 0 0,-27-38 0 16,0 0 0-16,0 0 0 0,35 15-784 15,-24-15-144-15,-2-1-32 0,0 0-15168 16</inkml:trace>
  <inkml:trace contextRef="#ctx0" brushRef="#br0" timeOffset="-142869.81">18003 7380 6047 0,'-1'0'528'0,"0"0"-528"0,-1 0 0 0,1 0 0 0,0 0 1152 0,1 0 128 16,-1 0 32-16,1 0 16 0,-2 0 752 0,0 2 160 16,0-2 16-16,0 0 48 0,0 0-464 0,2 1-96 15,0-1-16-15,1 0 16 0,0-1-400 0,2 1-96 16,1-2-16-16,0 2 16 0,3-2-288 0,0 0-48 16,2-1-16-16,2 0 32 0,2 1-160 0,1 0-16 15,1-1-16-15,3 1 16 16,1-1-240-16,1 1-64 0,1 2 0 0,1-1 16 0,-2 0-272 15,0 1-48-15,-1-2-16 16,-2 2 32-16,-1 0-160 16,-1-2 0-16,-2 1-192 0,-2 1 192 15,0-2-672-15,-2 2-32 16,-2-2 0-16,0 1 16 0,-4 1-1792 16,0 0-352-16</inkml:trace>
  <inkml:trace contextRef="#ctx0" brushRef="#br0" timeOffset="-142664.07">18221 7178 3679 0,'-1'-4'320'0,"0"1"-320"0,2 1 0 0,0 0 0 0,-1 2 1584 16,0 0 240-16,1-1 48 0,-1-2 16 15,1 0 1104-15,-1 0 208 0,1 3 64 0,-1 3 0 0,0 1-960 0,0-4-192 16,0 0-48-16,-4 40 0 0,4-40-1056 0,-7 48-224 16,3-20-32-16,0 3-16 0,-1-2-416 0,5-29-96 15,-6 56-16-15,6-56 0 16,-2 46-208-16,2-46 0 0,2 35 0 0,-2-35 0 15,0 0-256-15,0 0-128 0</inkml:trace>
  <inkml:trace contextRef="#ctx0" brushRef="#br0" timeOffset="-142080.9">19043 7058 13983 0,'-3'-12'304'0,"0"4"64"0,1 0 16 0,0 2 16 0,2 4-400 0,0 0 0 16,0 0 0-16,-1-1 0 0,0-3 1984 0,0-3 320 15,-1 1 64-15,1 0 16 16,-1 1-672-16,0 1-144 0,1 3-32 0,-2 3 0 0,2 0-400 0,-3 2-96 15,0 0-16-15,-1 1 0 16,1 1-512-16,-3 1-128 0,2 2 0 0,-3-1-16 0,2 3-32 0,-2 0 0 0,0 3 0 0,0 2 0 16,-1 0-128-16,1 1-16 0,1 3-16 0,7-18 0 15,-13 40-16-15,13-40 0 0,-7 43 0 16,7-43 0-16,-2 46-32 0,2-46-128 16,7 51 192-1,-7-51-64-15,13 52-128 0,-13-52 0 0,17 50 0 0,-17-50 0 0,19 46 0 0,-19-46 0 16,20 45 0-16,-20-45 0 0,20 47 0 15,-20-47 0 1,16 43 0-16,-16-43 0 0,10 38 0 0,-10-38 0 0,0 0 0 0,-1 50 0 0,1-50 0 0,-11 26 0 0,2-13 0 0,-1-1 0 16,-1-2 128-16,-1 2-128 0,-1-4 0 0,-1 0 128 0,0-2-128 0,0-2 0 31,0-1 0-31,0-2 128 0,1-2-128 0,-1 0 0 0,2-3 0 16,1 1-10768-1,3-2-2112-15</inkml:trace>
  <inkml:trace contextRef="#ctx0" brushRef="#br0" timeOffset="-141781.65">19220 7546 8287 0,'-2'-5'368'0,"0"1"80"0,1 1-448 0,-1 3 0 0,1-1 0 0,1 1 0 15,-1 0 1264-15,0 1 160 0,-1-1 48 0,-1 0 0 16,0 3 32-16,-1 1 16 0,0 1 0 0,0 0 0 16,1 3-192-16,0 0-48 0,3-8 0 0,0 0 0 15,-7 30-368-15,7-30-80 0,0 0 0 0,-2 34-16 16,2-34-32-16,0 0 0 0,0 0 0 0,7 41 0 16,-7-41-48-16,0 0-16 0,0 0 0 0,0 0 0 15,32 40-144-15,-32-40-16 0,0 0-16 0,37 16 0 16,-37-16 96-16,34 5 32 0,-34-5 0 0,34 0 0 15,-16 0-112-15,-3-4-32 16,2 1 0-16,-2-2 0 0,0-2-336 16,-1 1-192-16,-1 0 192 0,-2-1-192 0,-1 0-864 0,-2 0-288 0,-1 0-48 0,-3 0-14752 0</inkml:trace>
  <inkml:trace contextRef="#ctx0" brushRef="#br0" timeOffset="-141577.52">19324 7539 7359 0,'0'-3'656'0,"0"1"-528"15,1 2-128-15,0 0 0 0,0 2 1280 0,0-2 208 0,0 1 48 16,1 1 16-16,-2-2 1536 0,0 0 304 0,0 0 64 0,0 0 16 16,17 47-1392-16,-17-47-288 0,0 0-48 15,3 53-16-15,-3-53-832 0,0 39-192 0,0-39-16 0,-1 36-16 16,1-36-384-16,0 0-80 0,-3 43-16 0,3-43 0 16,0 0-192-16,0 0 0 0,-1 33 0 0,1-33-10336 15,0 0-2000-15</inkml:trace>
  <inkml:trace contextRef="#ctx0" brushRef="#br0" timeOffset="-140757.54">19386 6775 8287 0,'1'-5'736'0,"0"3"-592"0,0 0-144 0,0-2 0 16,0 3 880-16,0-1 144 0,1-1 16 0,3-4 16 15,-1-1 1008-15,1-1 208 0,1 3 32 0,-3 1 16 16,1 0-432-16,-1 4-96 0,-2 1 0 0,-1 1-16 16,-1 4-576-16,-2 0-112 0,-2 4-32 0,0 0 0 15,-2 1-416-15,-1 3-64 0,0 0-32 0,-1 1 0 16,0-2-336-16,1 0-64 0,-1 0-16 0,2-2 0 15,1-1 64-15,2-2 16 16,0 0 0-16,2-4 0 0,2 1 48 0,1-2 0 16,2 1 0-16,1-3 0 0,2-2-256 0,2 1 144 15,2 1-144-15,2-2 128 0,-1 4-128 0,2-2 0 16,1 1 0-16,-1 3 128 0,1-1-128 0,-14-3 0 0,0 0 0 0,36 15 0 16,-36-15-144-16,0 0 144 0,0 0 0 0,0 0 0 15,26 33 0-15,-26-25 0 16,-1 0 0-16,-3-1 0 15,-1 1 0-15,-3-2 0 16,-1 1 0-16,0-2 0 16,-1 0 0-16,1-1 0 15,-2 1 0-15,0 0 0 0,0-3 0 0,0-2 0 0,1 2 0 0,1-2 0 0,0-2 0 0,0 0 0 16,1-2 0-16,1 1 0 0,2-2-1280 0,0-2-128 0</inkml:trace>
  <inkml:trace contextRef="#ctx0" brushRef="#br0" timeOffset="-140583.27">19392 6785 10127 0,'2'-3'896'0,"-1"1"-704"0,1 2-192 0,0-1 0 16,0 0 1392-16,-2 1 240 0,3-3 48 0,4-2 16 0,1 1 592 0,2-3 112 16,1 0 32-16,2-1 0 0,1 2-416 0,0-1-80 0,0 0-16 0,1 2 0 15,0 0-768-15,1 0-176 16,-1 2-16-16,0 0-16 0,-1 2-704 0,0 1-240 16,-2 0 144-16,-2 1-144 15,0 0-416-15,-2 2-160 0,-2 1-48 0,-1 1-14544 0</inkml:trace>
  <inkml:trace contextRef="#ctx0" brushRef="#br0" timeOffset="-140378.98">19625 6880 10527 0,'1'0'224'0,"-1"1"48"0,1 0 16 16,-1-1 32-16,0 2-320 0,0-2 0 0,0 1 0 0,1 3 0 0,0-1 2624 0,1 1 448 15,-2-4 112-15,0 0 16 16,0 0-704-16,0 0-128 0,0 0-16 0,0 0-16 15,29 40-1328-15,-29-40-272 0,0 0-48 16,0 0-16-16,0 0-672 0,25 9 0 0,-20-9-176 0,0 0-14320 0</inkml:trace>
  <inkml:trace contextRef="#ctx0" brushRef="#br0" timeOffset="-140029.38">19859 6752 13823 0,'1'0'608'0,"-1"-2"128"0,0 1-592 0,0 1-144 0,0 0 0 0,0 0 0 0,0 0 1376 0,0 0 240 16,0 0 48-16,0-2 16 0,-1 2 416 0,0 0 80 15,0 2 0-15,0-2 16 0,0 3-800 0,-1-3-176 16,1 2-16-16,-1 3-16 0,0-2-512 16,0 1-96-16,-1 1-32 0,0 2 0 0,0-2-256 15,1 2-48-15,-1 0-16 0,1 1 0 0,2-8-96 16,0 0-128-16,0 0 176 0,0 0-176 0,0 39 304 0,0-39-48 15,0 0-16-15,0 0 0 0,0 0 16 0,28 40 16 16,-28-40 0-16,0 0 0 0,0 0-80 0,31 29 0 16,-31-29-16-16,0 0 0 0,0 0-176 0,34 31 0 15,-34-31 144-15,0 0-144 0,0 0 0 0,0 0 0 16,0 0 0-16,28 33 128 0,-28-28-128 0,0-3 0 0,-1 1 0 16,-2 1 0-16,-1-3 0 0,-1 3 128 0,-3-3-128 0,0 0 0 15,-1 1 0-15,-1-1 0 0,-2 1 0 0,-3-1 128 16,-1-1-128-16,-2 1 0 0,-1 0 0 0,0 1 0 15,0-2 0-15,3-2-256 0,0-1 64 0,2 0 0 32,2-1-1760-32,2-1-352 0</inkml:trace>
  <inkml:trace contextRef="#ctx0" brushRef="#br0" timeOffset="-139872.82">19846 6706 12895 0,'0'-2'1152'0,"1"2"-928"0,1 2-224 0,-2-2 0 0,1 1 1216 0,3 1 208 15,1-2 48-15,0 2 0 0,5 1 1024 0,5-2 224 16,3 0 32-16,2 1 16 0,2-2-1136 0,0 1-224 16,1-1-64-16,-1-1 0 0,0 1-960 0,-3-2-208 15,-1 0-48-15,-2-1-14912 0</inkml:trace>
  <inkml:trace contextRef="#ctx0" brushRef="#br0" timeOffset="-136080.77">20252 7195 11055 0,'0'-3'976'0,"0"-1"-784"16,0 2-192-16,0 0 0 0,0 1 1152 0,0 1 176 0,0-4 32 0,-1 1 16 0,0-2 576 0,0 0 112 31,-1 1 32-31,0 2 0 0,-1 0-640 0,-1 4-128 0,-1 0-32 0,1 0 0 0,-2 5-480 0,0 1-112 15,-1 5 0-15,0 0-16 16,-1 3-192-16,0 3-48 0,1 3 0 0,-2-1 0 16,2 2-256-16,-1 0-48 15,2 0-16-15,-1-2 0 0,7-21 64 0,-8 36 16 16,8-36 0-16,0 0 0 0,-3 40-208 0,3-40 176 16,0 0-176-16,0 0 160 0,0 0-160 15,0 0 0-15,34 23 0 0,-24-27 0 0,3-1 320 16,2-4 16-16,2-1 16 15,1-2 0-15,-1 0 32 16,-1-2 16-16,1 1 0 0,-1-2 0 16,0-2-400-16,-3 0 0 0,-2-1 0 15,-4-2 0-15,-1 4 0 0,-4-5 0 16,-3 2 0-16,-3-3 0 0,-1 1 0 16,-1 2 0-16,-2 2 0 0,-1 1 0 0,1 4 0 0,-3 2 0 0,0 3 0 0,0 3 0 15,1 4 0-15,0 2 0 0,1 0 0 0,0 3 0 0,2 0 0 0,-1 2 0 0,2 0 0 0,1 3 0 0,2-1 0 0,3-9 0 0,0 0 0 0,0 0-10848 16,2 38-2080-16</inkml:trace>
  <inkml:trace contextRef="#ctx0" brushRef="#br0" timeOffset="-135908.1">20400 7347 3679 0,'3'0'320'0,"-1"0"-320"15,0 0 0-15,-1 0 0 0,0 2 2880 0,1-2 496 16,-1 3 96-16,1-1 32 0,2 0-1216 0,-4-2-240 15,0 0-64-15,0 0 0 0,0 0-576 0,29 29-128 16,-29-29-32-16,0 0 0 0,0 0-688 0,0 0-144 16,0 0-32-16,30 29 0 0,-25-25-544 0,0-3-112 0</inkml:trace>
  <inkml:trace contextRef="#ctx0" brushRef="#br0" timeOffset="-135498.35">20661 7153 14735 0,'-1'-5'1312'0,"1"3"-1056"0,0 1-256 0,0-1 0 16,0 2 768-16,-1 0 80 0,1 2 32 0,-1-2 0 15,1 1 848-15,-2 1 192 0,0 2 16 0,1 2 16 16,-2 2-416-16,-1 0-96 0,4-8-16 0,0 0 0 16,-9 30-528-16,9-30-96 0,0 0-32 0,-8 31 0 0,8-31-320 15,0 0-64-15,0 0 0 0,-2 38-16 0,2-38-112 16,0 0-32-16,0 0 0 0,0 0 0 15,0 0-224-15,0 0 0 0,34 31 128 0,-25-29-128 16,1 1 0-16,2-1 0 0,-1 1 0 0,0 0 0 16,0-1 0-16,0 2 0 0,-11-4 0 0,0 0 0 0,0 0 0 0,31 19 0 15,-31-19 0-15,0 0 0 0,0 0 0 0,0 0 0 16,0 0 0-16,0 0 0 0,10 43 0 0,-13-38 0 16,0 1 0-16,-1-1 0 0,-1 0 0 15,-1-2 0-15,-2 4 0 0,0-4 0 0,-2 1 128 0,0 0-128 0,-1 0 0 0,1-1 144 16,0 0-144-16,-1-1 160 0,-1 1-160 15,0-1 160-15,1-2 0 0,-1 0 0 0,2 0 0 0,0 0 0 16,1-2-160-16,1-1 0 0,1-1 144 0,0 1-144 31,2-3-320-31,0 0-128 16</inkml:trace>
  <inkml:trace contextRef="#ctx0" brushRef="#br0" timeOffset="-135324.47">20620 7201 3679 0,'3'-3'320'0,"-1"-2"-320"0,0 2 0 0,0 2 0 0,0 0 3520 15,-1 1 624-15,0 0 128 0,3-2 16 0,0 0-1472 16,3-1-320-16,1-2-48 0,3 3-16 0,1-3-320 0,0 0-64 16,2 1 0-16,3-1-16 0,1 0-992 0,1 0-192 15,3-2-32-15,-2 0-16 0,0 2-592 0,0 1-208 16,-3-3 144-16,-1 4-144 16,-2-1-192-16,-1 1-112 0,-3 0-16 0,0 3-10848 15,-2 0-2160-15</inkml:trace>
  <inkml:trace contextRef="#ctx0" brushRef="#br0" timeOffset="-134300.37">21182 7273 11967 0,'2'3'528'0,"0"-1"112"0,0-2-512 0,0 2-128 0,-2-2 0 0,1 0 0 0,0 0 1904 16,3 0 336-16,2 0 80 0,-1-2 16 16,3 2-48-16,-1-2-16 0,0-3 0 0,1 0 0 15,0-1-960-15,-1-1-192 0,0-1-32 0,0-1-16 0,-3 0-704 0,1-1-144 16,-2 0-32-16,-1 1 0 0,-2-1 48 0,-1 0 0 15,-2-1 0-15,-2 2 0 0,1 1 192 16,-4-1 32-16,1 2 16 0,-2 1 0 0,0 2-128 0,0 0-32 16,-1 3 0-16,0 4 0 15,1-1-80-15,0 2-32 0,-1 0 0 0,1 4 0 0,0 0-208 0,-1 2 144 16,0 3-144-16,1 2 128 0,1 1-128 16,-1 1 0-16,9-17 0 15,-13 37 0-15,13-37 0 0,-7 34 0 0,7-34 0 16,0 0 0-16,3 42 0 15,-3-42 0-15,0 0 0 0,0 0 0 0,29 29 0 0,-20-28 0 0,2-2 0 0,1-2 0 16,2-1 0-16,2-6 0 0,0 1 0 0,1-5 0 0,1-1 0 0,-2 0 0 0,0 0 0 0,-1-2 0 16,-1 1-128-16,-1 0 128 15,-2-2 0-15,-2-1 0 0,-1 0 0 0,-2-2 0 0,-1-1 0 0,-1-1 0 16,-2-1 0-16,2-2 0 0,-1 0 0 0,0 0 0 16,-1 0 0-16,0-3 0 0,1 1 0 15,-1 4 0-15,1 3 0 16,-1 2 0-16,0 5 0 0,0 2 128 0,-1 5 256 0,0 2 64 15,0 5 0-15,-1 0 0 0,0 5-192 0,0-5-16 0,0 0-16 0,0 0 0 0,-1 47-96 16,1-47-128-16,-3 45 176 0,3-45-176 0,-2 50 128 0,2-50-128 31,-3 57 0-31,3-57 0 0,-3 59 0 0,3-59 0 0,0 59 0 0,0-59 0 16,6 55 0-16,-6-55 0 0,6 43 0 0,-6-43 0 16,0 0 0-16,13 45 0 0,-13-45 0 15,0 0 0-15,0 0 0 0,0 0 0 0,26 37 0 0,-20-36 0 0,0-1 0 0,1-3 0 16,1 1-176-16,0-3 176 15,1-2-1536-15,-1-2-208 0,2 0-48 16,-1-1 0-16,2-1-1120 0,-3-2-224 16,1 0-64-16,0-2 0 15,-2-2 1056-15,0 0 208 0,1 1 32 0,-2-3 16 0,1 2 1152 0,-1 1 224 0,1-1 64 0,-2 5 0 0,1 0 1408 0,-1 3 272 0,-2 1 64 0,0 4 16 32,-1 2 768-32,-1 0 160 0,0 2 16 0,-1 4 16 0,-1 0-800 0,-1 2-144 0,2-6-48 15,0 0 0-15,-11 32-512 0,11-32-96 0,-9 29-32 16,9-29 0-16,-12 33-304 0,12-33-64 0,-12 38-16 15,12-38 0-15,-10 38 0 0,10-38 0 0,0 0 0 0,-4 48 0 16,4-48-96-16,0 0-32 0,0 0 0 0,14 40 0 16,-14-40-128-1,0 0 0-15,23 7 0 0,-15-10 0 0,1 0 0 0,1-3 0 0,2-1 0 16,1-3 0-16,0 1 0 0,0-3-192 0,1-2 64 0,0 2 128 16,0-2-1104-1,1-3-112-15,0 1 0 0,-1-4-16 16,-2 0 560-16,0-2 112 0,0-3 32 15,-1-1 0-15,-1 3 384 16,0 2 144 0,-2 4 0-16,-2 1-144 15,1 2 688-15,-2 6 144 0,-4 2 16 16,0 3 16-16,-2 3 368 0,0 3 80 0,-3 1 16 0,-2 3 0 0,1 3-592 0,5-10-112 0,-14 28-32 0,14-28 0 0,-16 38-192 0,16-38-32 0,-15 47-16 0,15-47 0 0,-13 55-208 0,13-55 176 16,-4 56-176-16,4-56 160 0,3 46-160 0,-3-46 160 15,0 0-160-15,18 45 160 0,-18-45-160 0,0 0 0 16,28 25 0-16,-28-25 0 0,0 0-256 0,27 6-16 15,-17-6-16-15,-1-5-16672 0</inkml:trace>
  <inkml:trace contextRef="#ctx0" brushRef="#br0" timeOffset="-133844.32">22025 7166 6447 0,'-5'-2'576'0,"1"2"-576"0,1-1 0 0,1 0 0 16,1 1 528-16,0 0 0 0,1 0 0 0,-1 0 0 16,0 0 832-16,-1-2 176 0,0 2 16 0,0 0 16 15,2 0 416-15,1 0 96 0,2-2 16 0,0 1 0 16,3 1-240-16,1-2-64 0,4 0 0 0,0 1 0 15,4-1-400-15,0 0-96 16,4-1-16-16,1-2 0 0,4 2-496 0,0-2-96 0,3 1-32 0,1 0 0 16,0 0-400-16,-2 1-96 15,-4 0-16-15,-2 0 0 0,-3 0-144 16,-3 0-144-16,-3 0 144 0,-2 1-208 0,-3 1-1328 0,-2 0-272 16,-3-1-48-16,-2 0-11872 0</inkml:trace>
  <inkml:trace contextRef="#ctx0" brushRef="#br0" timeOffset="-133655.58">22216 6965 11967 0,'0'-9'528'0,"0"4"112"0,1 0-512 0,-1 3-128 16,0 2 0-16,0-2 0 0,0 2 1472 0,0 0 272 16,0 0 48-16,0 2 16 0,-1 2 368 0,0 2 64 15,1-6 0-15,0 0 16 0,-4 46-784 0,4-46-176 16,-7 53-16-16,7-53-16 0,-6 61-512 0,6-61-112 15,-6 65 0-15,6-65-16 0,-3 68-416 0,3-68-80 16,0 62 0-16,0-62-10096 16,2 49-2000-16</inkml:trace>
  <inkml:trace contextRef="#ctx0" brushRef="#br0" timeOffset="-132286.79">22749 6870 6447 0,'0'-2'576'0,"2"0"-576"0,-1 2 0 0,1-3 0 16,0 1 976-16,-1 2 96 16,1-3 16-16,2-3 0 0,2 0 896 0,-1-3 176 0,2 2 32 0,-2-2 16 15,-1 2-448-15,-1-1-96 16,0 2 0-16,-2 0-16 0,0 2-560 0,-1-1-96 15,-2 0-32-15,0 1 0 0,-2 1-208 0,1 0-48 0,-2 3-16 0,-2-2 0 16,1 4-144-16,-1-1-32 0,-1 2 0 0,-1 2 0 16,-1 1-176-16,-1 1-32 0,0 0-16 0,0 3 0 15,-1 2-16-15,0 2 0 0,0 3 0 0,1 0 0 16,1 1-80-16,-1 1-32 16,2 2 0-16,1 0 0 0,8-21-160 15,-13 39 192-15,13-39-192 0,-8 45 192 0,8-45-192 16,-3 42 128-16,3-42-128 0,2 40 128 0,-2-40-128 0,8 43 0 15,-8-43 0-15,13 45 0 0,-13-45 0 16,17 45 0 0,-17-45 0-16,18 48 0 0,-18-48 0 0,21 50 0 0,-21-50 0 0,20 49 0 0,-20-49 0 0,17 50 0 0,-17-50 0 0,10 42 0 0,-10-42 0 0,0 0 0 15,2 58 0-15,-2-58 0 0,-9 33 0 0,9-33 0 16,-14 31 0-16,4-19 128 0,-2-1 112 0,-1 1 16 0,-1 0 0 16,-2-3 0-1,-2 1 192-15,0-2 32 0,2 0 16 0,-2 0 0 0,0-4-368 0,1-1-128 0,0 0 0 0,2-1 0 16,2-4 0-16,2 1 0 15,2-4 0-15,1 2-11280 0,4-1-2240 16</inkml:trace>
  <inkml:trace contextRef="#ctx0" brushRef="#br0" timeOffset="-131424.5">22851 7600 3679 0,'0'-4'320'0,"1"-1"-320"0,1 2 0 0,1-1 0 0,-1 2 2288 0,-1 0 384 15,1 1 80-15,1-3 0 0,3 1-64 0,1-4-32 16,2 0 0-16,-1-1 0 0,-1 4-336 16,0-1-64-16,-1 1-16 0,-3 1 0 15,0 3-896-15,-1 0-192 0,-2 0-48 0,-1 2 0 0,-1 1-496 0,-2 2-96 16,0 1-32-16,-4 2 0 0,1 1-272 0,-2 1-48 15,-1 2-16-15,2 2 0 0,0 0-144 0,8-14 0 16,-15 29 0-16,15-29 128 0,-10 28-128 16,10-28 0-16,0 0 0 0,-8 34 0 0,8-34 0 15,0 0 0-15,0 0 0 0,0 0 0 0,0 0 0 0,16 42 0 16,-16-42 0-16,0 0 0 0,0 0 0 0,0 0 0 16,29 14 0-16,-23-12 0 0,1 1 0 15,-3-1 0-15,2 1 0 0,-2-1 0 0,-2-2 0 0,1 2 0 0,0 0 0 0,-1-2 0 16,0 3 0-16,-2-3 0 0,1 1 0 0,-2-1 0 15,0 2 0-15,0-2 0 0,-1 0 0 16,-1-2 0-16,0 2 0 16,0-1 0-16,-1 1 0 0,0-2 0 0,0 1-160 0,-1 1 160 0,-1-2 0 0,1 1-144 15,-1 0-480 1,1-1-80-16,-2 0-32 0,1 1 0 16,-2-3-960-16,1 1-192 0,0-1-32 15,-1-1-16-15,2 0-192 0,-1-2-48 16,2 2 0-16,0-5 0 0,1 1 0 0,2-3-16 0,0 0 0 0,2-2 0 0,1 0-160 0,1-1-16 0,1 2-16 0,1 0 0 15,0 2 1552-15,0 1 304 0,1 2 64 0,-1-1 16 0,1 3 1360 0,-1 1 288 16,0 0 48-16,0 0 16 0,1 1 1104 0,-2 1 208 16,2 1 48-16,-1 0 16 0,0-1-192 0,2 1-32 15,0-1-16-15,1 1 0 0,0 0-544 0,2 0-128 16,0-1 0-16,0 0-16 0,1 1-352 16,2-2-64-16,1 1-16 0,0-2 0 0,1 1-256 0,2-1-64 15,0 2-16-15,1-1 0 0,-2-1-512 0,-2 2-112 16,-1 0 0-16,-1 2-16 0,-2-1-304 0,-3 0-272 15,-1 1 48-15,-2 2-17216 0</inkml:trace>
  <inkml:trace contextRef="#ctx0" brushRef="#br0" timeOffset="-130615.47">22899 7618 7679 0,'1'-3'688'0,"0"0"-560"0,0 2-128 0,-1 0 0 15,0-1 912-15,0 0 160 0,1-1 16 0,1-3 64 16,1-3 672-16,1 0 144 0,-1 2 16 0,-1-2 48 16,0 4-368-16,-1 0-64 0,0 2 0 0,-1 1 16 15,-1 2-496-15,0 0-96 0,-1 2-32 0,0 1 32 16,-1 2-176-16,0 2-16 0,3-7-16 0,0 0 32 15,-12 28-208-15,12-28-64 0,0 0 0 0,-12 41 32 0,12-41-288 16,-8 27-48-16,8-27-16 16,-7 27 32-16,7-27-128 0,0 0-32 0,-8 36 0 0,8-36 48 15,0 0-176-15,0 0 0 0,-9 35 0 0,7-28 0 0,1-2 0 16,0 0 0-16,-1 0 0 0,0 0 0 31,0-3-160-31,1 0 160 0,0-2-128 0,0 2 128 0,1-2 0 0,0 0 0 0,0 0-128 0,0-2 128 0,1 2 400 16,0-1 112-16,0 0 0 0,1-1 16 15,1-1-80-15,0 0-32 0,-1 1 0 0,3 0 0 0,0-2-112 0,-1 1-32 0,3 0 0 16,-2 0 0-16,3 2-48 0,-2-2-16 0,1-1 0 16,-1 3 0-16,1-2-208 0,-1 2 176 0,1-1-176 15,-1 2 160-15,2-3-160 0,-1 3 0 0,1-2 0 16,1 2 128-16,-1 0-128 0,0 2 160 0,1-2-160 16,-2 3 160-16,1-1-32 0,-1 0-128 0,-7-2 192 0,0 0-64 15,0 0-128 1,0 0 0-16,0 0 0 0,0 0 0 0,19 38 0 0,-21-31 0 0,-3 0 0 0,-2 1 0 15,-1-1 0-15,-2 1 0 0,-1-2 0 0,0 1 0 16,0 0 0-16,-1-2 0 16,0 0 0-16,0 0 0 0,1-1 0 0,0-2 0 0,2 1 128 0,0-3-128 15,1 0 0-15,3-3 0 0,0 1 0 0,1-2 0 32,1 1-816-32,3-2-80 0</inkml:trace>
  <inkml:trace contextRef="#ctx0" brushRef="#br0" timeOffset="-130307.65">23108 7745 9215 0,'0'-2'400'0,"0"1"96"0,1 1-496 0,-1-1 0 0,1 1 0 0,-1 0 0 15,1 1 1984-15,0-1 288 0,1 1 64 0,1 1 16 16,0 1 960-16,0-1 192 0,-3-2 32 0,0 0 16 16,0 0-1360-16,0 0-272 0,0 0-48 0,0 0-16 15,32 22-1104-15,-29-18-240 0,-3-4-32 0,0 0-16 16,0 0-464-16,0 0 0 0,0 0 0 0,0 0-17200 15</inkml:trace>
  <inkml:trace contextRef="#ctx0" brushRef="#br0" timeOffset="-129851.93">23260 7560 10127 0,'0'-1'896'0,"1"0"-704"0,0 1-192 0,-1 0 0 16,1 0 1152-16,-1 0 208 0,2 0 48 0,-1-2 0 15,2 2 1200-15,-1-2 240 0,0 1 48 0,0 1 16 16,1 0-832-16,-2 1-160 0,0 1-48 0,-1 0 0 16,0-2-816-16,0 0-160 0,0 0-48 0,0 0 0 15,-10 35-368-15,10-35-80 0,0 0-16 0,-11 33 0 16,11-33-256-16,0 0-128 0,-11 36 128 0,11-36-128 15,0 0 0-15,0 0 0 0,-2 40 128 16,2-40-128-16,0 0 0 0,0 0 0 0,0 0 0 16,0 0 0-16,0 0 0 0,31 31 0 0,-22-30 0 15,3 1 0-15,-2-2 0 0,0 2 0 0,-1 0 0 0,0-1 0 0,-9-1 0 0,0 0 0 16,0 0 0-16,28 18 0 16,-28-18 0-16,0 0 0 0,0 0 0 0,0 0 0 0,0 0 0 0,0 0 0 15,8 41 0-15,-11-37 0 0,-1 2 224 16,0 0-32-16,-1-1-16 0,-2-2 0 15,2 1 192-15,-1 1 32 16,1-3 16-16,-1 1 0 0,1-1-224 16,-2 0-32-16,1 0-16 0,-2-2 0 0,-1 1-144 0,0 1 0 0,-1-2 0 0,-2 0 0 0,0 0 0 0,0 0 0 15,-1 0 0-15,1-2 0 16,0 2-1344-16,1-1-208 16,2-1-48-16,-1 0-14464 0</inkml:trace>
  <inkml:trace contextRef="#ctx0" brushRef="#br0" timeOffset="-129699.9">23295 7492 18431 0,'1'2'816'0,"0"-1"160"0,0 0-784 0,0 1-192 0,1-2 0 0,0 0 0 16,0 0 1856-16,3 0 336 0,1 0 64 0,4 0 16 16,3 0-320-16,4-2-64 0,1 1-16 0,-1-2 0 15,0 0-976-15,-1-2-192 0,-1 1-32 0,-2 1-10944 16,-1-2-2192-16</inkml:trace>
  <inkml:trace contextRef="#ctx0" brushRef="#br0" timeOffset="-129114.91">23273 6669 12895 0,'-3'-4'1152'0,"2"1"-928"0,0 0-224 0,1 1 0 0,0-1 0 0,1 1-288 0,0 1 64 0,1-2 16 0,0-3 1456 0,2 0 288 15,2-4 64-15,0-2 16 16,0 2 144-16,-2-1 32 0,2 1 0 0,-2-1 0 16,-1 1-704-16,-1 0-144 0,0 1-32 0,-1 2 0 15,-1-3-336-15,0 6-64 16,-1-3 0-16,-2 3-16 0,1 1 144 0,0 1 16 0,-1 2 16 0,-1 0 0 15,-1 4-208-15,-1-2-32 16,-3 6-16-16,-1 3 0 0,-3 1 16 0,0 2 0 0,-1 4 0 0,-2 2 0 16,-3 4-144-16,1 4-32 0,-3 1 0 0,2 4 0 0,-1 2 0 0,4-1 0 15,1-1 0-15,3-2 0 16,12-31 0-16,-14 54-16 0,14-54 0 0,-1 45 0 0,1-45-80 16,0 0-16-16,19 45 0 0,-19-45 0 0,0 0-144 0,38 22 0 0,-20-22 0 15,1-4 128 1,-1 0 112-16,3-2 16 0,0-4 0 0,0-3 0 0,1 0-256 0,-6-4 144 0,-3 6-144 0,-3-4 128 15,-1-2-128 1,-5 0 0-16,-3 0 0 0,-2 0 0 0,-4 1 0 16,-3 1 0-16,-4-1 0 0,-1 3 0 0,-2 1 0 15,-2 4 0-15,-1 3 0 0,2 2 0 0,0 5-144 0,1 1 144 0,2 1 0 0,2 6 0 32,3-1-800-32,1 1-48 0</inkml:trace>
  <inkml:trace contextRef="#ctx0" brushRef="#br0" timeOffset="-121880.39">23636 7084 1839 0,'-1'-5'160'0,"0"0"-160"0,1 4 0 0,0 0 0 15,0-1 1920-15,0 2 336 0,0-1 80 0,0 0 16 0,-1 0-880 0,1-1-160 16,-1 1-32-16,1-1-16 0,-1 0-48 0,1 2 0 16,-1-2 0-16,1 0 0 0,0 1-96 0,0-1-32 15,0 0 0-15,0 1 0 0,0-1-256 0,-1 2-48 16,1-1-16-16,-1 1 0 0,1 0-128 16,-2 1-48-1,1 1 0-15,-2 3 0 0,0 0-352 0,1 2-80 0,-2 2-16 0,-1 3 0 0,1 3 128 0,4-15 32 16,-10 43 0-1,10-43 0-15,-6 54-128 0,6-54-32 0,-4 59 0 0,4-59 0 16,0 61-144-16,0-61 0 0,5 53 0 0,-5-53 0 31,0 0 0-31,15 52 0 0,-15-52 0 0,0 0 0 16,0 0 0-16,0 0 0 0,34 31 0 0,-28-31 0 0,2 0 528 0,-1-2 80 0,1-3 16 0,0 0 0 0,1-4 176 0,1 0 32 0,1-1 16 0,-1-2 0 16,0 0-592-16,-2-4-128 0,1 1-128 15,-3-1 176 1,1 0-176-16,-4-2 0 0,1 1 0 0,-1-3 0 0,-2 2 144 0,-1-2-144 0,-1 3 160 0,0 0-160 15,0 3 0-15,-1 0 0 0,1 0 0 0,0 2 0 16,0 1 0 0,1 3 0-1,0 3 0-15,0 1 0 16,-1 3-1552-16,1 2-256 0</inkml:trace>
  <inkml:trace contextRef="#ctx0" brushRef="#br0" timeOffset="-121675.32">23780 7221 9215 0,'-2'0'816'0,"0"0"-656"0,2 1-160 0,0-1 0 0,1 2 640 0,0-2 80 16,0 0 32-16,1 0 0 0,1 0 944 0,3 0 192 16,1 0 32-16,4 0 16 0,1-2-320 0,0-1-64 15,2 0-16-15,0 1 0 0,-1-2-496 0,0 1-96 0,0-2-32 16,-1 3 0-16,-3-2-576 0,-1 1-112 0,0 2-32 0,-3-1 0 31,-1 0-800-31,-2 2-160 0,-1-2-48 0,-2 2-10992 0</inkml:trace>
  <inkml:trace contextRef="#ctx0" brushRef="#br0" timeOffset="-121233.87">24000 7082 7359 0,'2'-6'656'0,"0"0"-528"0,1 3-128 0,-1 0 0 0,-1 0 896 0,0 2 128 16,0 1 48-16,0-2 0 0,1-1 1232 0,1-2 240 16,0 3 48-16,0 0 16 0,-1 0-1136 0,0 2-208 15,-1 2-48-15,-1 0-16 0,-1 3-336 0,-1 2-64 16,1 1-16-16,-3 3 0 16,0-1-400-16,1 1-96 0,3-11-16 0,-9 28 0 0,9-28-272 0,-6 25 160 15,6-25-160-15,0 0 128 0,-6 36-128 0,6-36 128 16,0 0-128-16,0 0 128 0,0 0-128 0,0 0 0 15,0 0 0-15,21 39 0 0,-16-37 0 0,2 1 0 16,0-1 144-16,1-1-144 0,0 1 0 16,-1 0 0-1,2 0 0-15,0 3 0 0,0-2 0 16,0 1 0-16,-9-4 0 16,0 0 128-16,0 0-128 0,33 22 0 0,-33-22 0 0,0 0 0 15,0 0 128-15,0 0-128 0,26 38 128 0,-26-38-128 0,0 0 0 0,0 0 0 0,0 0 0 16,0 0 128-16,0 0-128 0,-4 41 144 0,-1-38-144 0,1 0 160 0,-3 0 160 0,2-1 16 0,-2 0 16 0,1-2 0 15,-2 2-48-15,2-2-16 0,-2 0 0 0,1 0 0 16,-1 0-288-16,-1-2 160 0,2 2-160 0,-2-1 128 16,-1 0-128-16,-1-1 0 0,0 1 0 0,-1-1 0 15,0 2-384 1,1-2-64-16,0 1-16 16,1-1-13552-16</inkml:trace>
  <inkml:trace contextRef="#ctx0" brushRef="#br0" timeOffset="-121045.31">24026 7079 16239 0,'-1'-3'352'0,"0"1"80"0,1 2 16 0,0 0 0 0,2 0-448 0,-2 0 0 15,2 0 0-15,1 0 0 0,1 0 1840 0,1 0 272 16,3 0 48-16,3-2 16 0,2 2-224 0,1-4-32 16,2 1-16-16,-1 0 0 0,1 1-624 0,0 0-128 15,-2-1-32-15,-1 1 0 0,-2 2-896 0,-3 0-224 16,-1 0 0-16,-3 0-10304 15,0 2-2112-15</inkml:trace>
  <inkml:trace contextRef="#ctx0" brushRef="#br0" timeOffset="-120793.76">24304 7017 2751 0,'0'0'256'0,"0"0"-256"0,0 0 0 0,1 0 0 15,0 0 1472-15,0 0 256 0,0 1 64 0,2 1 0 16,1 0 496-16,2-1 96 0,3 2 32 0,0 3 0 0,-9-6-416 0,0 0-80 16,35 21 0-1,-35-21-16-15,0 0 1056 0,32 35 224 0,-32-35 32 0,0 0 16 16,23 50-3552-16,-23-50-720 0,9 45-144 0,-9-45-32 0,3 48 1216 0,-3-48 0 16,-4 47 256-16,4-47-32 0,-9 38-224 15,2-22 128-15,-2 1-128 0,-3 1 0 16,0-3 192-16,-3 0-64 0,-1 1-128 15,-3-3 192-15,0 0-192 16,-2 0 144-16,-1 0-144 0,-2-3-14816 0</inkml:trace>
  <inkml:trace contextRef="#ctx0" brushRef="#br0" timeOffset="-120304.24">23482 7178 4607 0,'1'-4'400'0,"0"1"-400"0,0-1 0 0,0 3 0 0,0-1 944 0,0 0 96 16,1-3 32-16,0-2 0 0,3-3 1040 0,-1 1 224 15,0-2 32-15,0 2 16 16,-1 1-416-16,0 3-96 0,-3 0-16 0,0 1 0 16,0 3-448-16,0-1-80 0,-2 2-32 0,-1 2 0 15,0 0-496-15,-1 4-96 0,-2 1-32 0,-1 4 0 0,-1 3-144 0,-1 4-16 0,-1 0-16 0,0 4 0 32,0 1-192-32,2 1-48 0,-1 2 0 0,4-2 0 0,0-1-48 0,5-23-16 0,-2 38 0 0,2-38 0 15,0 0-192-15,12 44 0 0,-12-44 128 16,0 0-128-16,0 0 0 0,38 32 0 0,-38-32 0 15,27 8 0-15,-13-6 0 16,1-2-128-16,0 0 128 0,1-3-15232 0</inkml:trace>
  <inkml:trace contextRef="#ctx0" brushRef="#br0" timeOffset="-118916.71">24551 7216 7359 0,'3'-2'656'0,"0"2"-528"16,-1 0-128-16,-1 0 0 0,0 0 784 0,0 0 128 15,0 0 32-15,2-2 0 0,3-1 1008 0,-1 1 208 16,1-1 32-16,-1 0 16 0,0 0-896 0,0 0-176 16,-1-2-48-16,0 1 0 0,0 1-384 0,0-2-64 15,-1 1-32-15,0-1 0 0,0-1 16 0,1 0 0 16,-2-1 0-16,1 2 0 0,0-3-32 0,-1 0 0 15,0 1 0-15,-1-1 0 0,0 1 112 0,-1-1 0 16,0 0 16-16,-1 3 0 0,0 0-128 0,-1 0-16 16,-2 2-16-16,0 2 0 0,0 1-176 0,-2 0-16 0,1 2-16 0,-2 0 0 15,0 1-192-15,-1 2-32 0,1 0-128 0,-1 2 192 16,2 0-192-16,-1 1 0 0,1 0 0 0,-1 1 0 16,1 1 0-16,0 2 0 0,2-2 0 15,-1 1 0-15,5-11 0 16,0 0-128-16,-8 33 128 0,8-33 0 15,0 0 0-15,0 0 0 0,-2 46 0 0,2-46 0 0,0 0 0 16,0 0 0-16,0 0 0 0,17 42 0 0,-11-37 0 0,1 0-128 16,0-3 128-16,1 0 0 0,2-2 0 0,0-3 0 0,0-2 0 0,0 1 0 0,-1-2 0 0,0-1 0 15,-1 2 0-15,-1-5 0 0,-2 3 0 0,0-2 0 16,-1-1 0-16,-2 0 0 0,-1 1 0 0,0-3-128 16,-2-1 128-16,0 0 0 0,0-1 0 0,-1-2 0 15,-1 0 0-15,1-2 0 0,1-1 0 16,0-2 0-16,0 0 0 0,0-3 0 0,1 2 144 0,0 1-144 15,1 0 128-15,0 4-128 0,0 0 432 0,0 1 0 16,1 4 0-16,0 2 0 0,0 1-48 0,0 2 0 0,2 2 0 16,0 0 0-16,-1 1-176 0,0 2-32 0,1 0-16 0,0 1 0 15,-2 1-160-15,1 3 192 0,0-1-192 16,0 0 192-16,-1 3-192 0,0 1 0 16,-2-6 0-16,0 0 0 0,0 0 0 0,4 44 0 0,-4-44 0 0,0 0 0 15,-1 52 0-15,1-52 0 0,-2 38 0 0,2-38 0 16,-2 40 0-16,2-40 0 0,-2 39 0 15,2-39 0-15,0 38 0 0,0-38 0 16,0 0 0-16,2 54 0 0,-2-54 0 0,0 0 0 16,0 0 0-16,6 49 0 0,-6-49 0 0,0 0 0 0,0 0 0 0,0 0 0 15,0 0 0-15,0 0 0 0,0 0 0 0,0 0 0 16,0 0-192-16,0 0 48 0,27 12 0 16,-24-19 0-16,0 0-1360 15,1 0-272-15,0-3-48 0,-1-1-16 0,0 1-272 16,1-4-64-16,0 2-16 15,0-4 0-15,2 0 128 0,0 1 16 16,-1 0 16-16,1 1 0 0,-1 2 880 0,2-2 160 0,-1 2 32 0,0 1 16 0,-1 2 944 0,0 0 0 0,0 3 240 0,-2 1-48 0,0 0 1216 0,-1 1 256 16,0 1 64-16,-1 1 0 0,0 1-64 0,-1 1-16 15,0 0 0-15,-1 1 0 0,0 1-512 16,0-1-112-16,-1 1 0 0,0 1-16 0,0 0-272 0,0 3-48 16,-1 1-16-16,0 2 0 15,0 0-304-15,3-9-64 0,0 0-16 0,-8 41 0 0,8-41-288 0,-5 33 160 16,5-33-160-16,-4 36 128 15,4-36-128-15,-3 37 192 0,3-37-192 0,0 0 192 0,1 53-192 0,-1-53 0 0,0 0 0 0,8 42 0 16,-8-42 0-16,0 0 0 0,0 0 0 0,0 0 0 16,0 0 0-16,30 33 0 0,-25-34 128 15,2-2-128-15,1 0 0 16,0-4 0-16,0 1 144 0,0-2-144 16,1-2 0-16,-1-1 0 0,0 1 0 0,0-2 128 0,-2-2-128 0,0-3 0 0,-2 1 0 15,1-3 0-15,0 1 0 16,-1 0 0-16,0-5 0 0,-1 3 0 0,1 4 0 0,-1-1 128 0,1 3-128 0,0 5 0 15,-2 1 0-15,-1 2 0 0,0 3 0 0,0 1 128 0,-1 2-128 0,0 2 0 16,0 1 0-16,-1 1 0 0,-1 3 304 16,1 0-16-16,-2 3 0 0,0-1 0 0,3-9-32 0,0 0 0 15,-9 36 0-15,9-36 0 0,0 0-256 0,-9 40 0 16,9-40 0-16,0 0 0 0,-8 44 0 0,8-44 0 16,0 0 0-16,-3 49 0 15,3-49 0-15,0 0 0 0,5 40 0 0,-5-40 0 0,0 0 0 0,0 0 0 16,21 45 0-16,-21-45 0 0,0 0 0 0,0 0 0 15,36 17 0-15,-26-17 0 0,-1 0 0 16,0-3-272-16</inkml:trace>
  <inkml:trace contextRef="#ctx0" brushRef="#br0" timeOffset="-117482.32">6235 8738 4607 0,'-5'0'400'0,"2"-2"-400"15,0 2 0-15,1 0 0 0,1 0 1264 0,0 0 160 16,1 0 48-16,-1 0 0 0,-1 0 176 0,0 2 32 0,-1-2 16 16,1 1 0-16,0 1 208 0,1 0 32 15,1 1 16-15,1-1 0 0,0-2-448 0,1 2-96 0,1-2 0 0,-1 1-16 16,4 1-576-16,1-4-112 15,2 1-32-15,1-1 0 0,2 0-112 0,2-3-32 16,1 0 0-16,1-1 0 0,0 0-32 0,2 2-16 0,2-4 0 16,1 2 0-16,1 0-208 0,-3 2-32 15,0-1-16-15,-2 0 0 16,-3 3-224 0,-2-2 0-16,-2 3 0 0,-10 1 0 0,0 0 0 0,0 0-192 0,25 0 192 0,-22 0-15488 0</inkml:trace>
  <inkml:trace contextRef="#ctx0" brushRef="#br0" timeOffset="-117278.16">6347 8563 2751 0,'-3'-6'256'0,"2"3"-256"16,0-2 0-16,1 2 0 0,0 3 2128 0,0 0 384 16,0 0 80-16,-1 0 16 15,1 0-144-15,-1 0-32 0,0 3 0 0,1 4 0 0,-1 1-368 0,1-8-80 16,0 0 0-16,0 44-16 0,0-44-864 0,0 40-160 15,0-40-48-15,-2 50 0 16,-1-22-512-16,1 1-128 0,-1 0 0 0,-1-3-16 0,1-3-240 0,3-23 0 16,-3 45 0-16,3-45-14240 0</inkml:trace>
  <inkml:trace contextRef="#ctx0" brushRef="#br0" timeOffset="-115636.03">7158 8459 11055 0,'1'-5'976'0,"-1"3"-784"0,0-1-192 0,0 1 0 0,0 2 960 0,-1-3 160 16,0-1 32-16,0-4 0 15,-1 0 512-15,0 0 96 0,0 1 32 0,0 2 0 16,0 1-320-16,-1 2-64 0,-1 2-16 0,1 2 0 0,-2 0-608 0,-2 2-112 15,0 4-32-15,-2-1 0 0,-2 2-208 0,0 3-48 16,-1 0-16-16,-1 4 0 16,2-1-48-16,0-1-16 0,1 3 0 0,-1 1 0 0,0 2-48 0,0 1 0 15,3 0 0-15,0 3 0 16,1 4-16-16,4-2-16 0,3-26 0 0,2 55 0 0,-2-55-16 16,13 55 0-16,-13-55 0 0,18 52 0 15,-18-52-208-15,21 47 0 0,-21-47 0 16,21 44 0-16,-21-44 0 0,0 0 0 0,21 53 0 0,-21-53 0 0,0 0-128 0,8 49 128 0,-8-49 0 15,-4 32 0-15,-3-17 0 0,-2 1 0 0,-2 0 0 0,-1-2 0 16,-2 3 0-16,0-4 0 0,0 0 0 0,1-1 0 16,0-3 0-16,1-3 0 0,2-2 0 0,0-2 0 15,1-1-224-15,3-4 16 0,0 1 0 0,3-2-14544 16</inkml:trace>
  <inkml:trace contextRef="#ctx0" brushRef="#br0" timeOffset="-114798.3">7307 9084 8287 0,'1'-2'736'0,"0"1"-592"0,-1 0-144 0,0 1 0 16,0 0 960-16,0 0 144 0,1-2 48 0,0 0 0 16,0 1 320-16,0-3 80 0,1 3 16 0,-2-1 0 15,1 0-192-15,-1 2-32 0,1-2-16 0,-1 1 0 16,-1 1-304-16,1 0-48 0,0-2-16 0,-1 2 0 15,1 0-256-15,-1 0-64 0,0 0-16 0,0 2 0 16,-1-1-256-16,0 1-48 0,-1 0-16 0,1 1 0 16,-1 1-160-16,-1 2-16 0,-1 0-128 0,0 3 192 15,-2 1-64-15,1 4 0 0,-2 1-128 0,1 4 192 16,-1-1 0-16,0 2 0 0,3 3 0 16,-1-4 0-16,1 1 16 15,2 0 0-15,0-1 0 16,0-1 0-16,3-18-208 15,-1 28 144-15,1-28-144 0,0 0 128 0,1 33-128 0,-1-33 0 0,0 0 0 0,0 0 128 0,0 0-128 0,0 0 0 0,0 0 0 0,0 0 0 0,0 0 0 0,0 0 0 16,35 16 0-16,-28-20 0 0,-2-1 0 0,2 0 0 16,-2 0 128-16,0-2-128 0,0 2 0 0,-2 0 0 15,0 1 0-15,-1-3 0 0,-1 4 0 0,-1-1 0 16,-1-1 0-16,-1 0 0 0,-1 3 0 0,0-3 0 16,-2 2 0-16,-1 0 0 15,-1 0 0-15,0-2 0 0,-2 0 0 0,1 3 0 0,0-3 0 0,-2 0 0 0,2 3 0 16,1 2 128-16,-1-2-128 0,3 2 0 0,0-2 0 0,1 2 0 15,1 0 0-15,0-1-176 0,1 1 176 0,1 0-14400 16</inkml:trace>
  <inkml:trace contextRef="#ctx0" brushRef="#br0" timeOffset="-112401.83">7401 8278 9215 0,'0'0'816'0,"0"-2"-656"16,0 2-160-16,-1-1 0 0,1 1 960 0,-1 0 144 15,1-1 48-15,-1-1 0 0,0 0 576 0,1-1 112 16,-1 1 16-16,0 1 16 16,1 0-448-16,0 0-80 0,0-1-32 0,0 2 0 0,0-2-416 0,1 1-96 15,0 1-16-15,1 0 0 0,0-2-176 0,1 0-32 16,1 1-16-16,2-1 0 0,-1 0-16 0,2-2 0 16,0 1 0-16,2 0 0 0,1 1-32 0,2-3 0 0,0 1 0 0,0 1 0 15,1 1-160-15,0-1-32 16,-2-1-16-16,1 1 0 0,-1 2-176 0,-1-2-128 15,0 1 144-15,-1-1-144 0,-2 2 160 16,-1-1-160-16,0 1 160 16,-3 0-160-16,1 1 128 0,-2 0-128 15,1 0 0-15,-3 0 144 0,0 0-144 0,0 2 0 0,-2 0 144 0,0 1-144 0,-1 0 0 0,-1 3 144 0,0 2-144 0,-1-1 0 16,0 2 128-16,0 1-128 0,-1 4 0 0,0 3 0 16,-1 4 128-16,0 3-128 0,1 2 0 0,0 0 0 15,-1 4 0-15,1 0 0 0,-2 0 0 0,2-2 0 0,1-4 0 0,2-4 0 16,0-2 0-16,0-4 0 15,0-2 0-15,1 0 0 0,0-5 0 0,0 0 0 16,1-4-480-16,-1-1-48 16</inkml:trace>
  <inkml:trace contextRef="#ctx0" brushRef="#br0" timeOffset="-112211.99">7380 8457 10127 0,'-3'0'896'0,"1"0"-704"0,2 2-192 0,0-2 0 0,1 0 1248 0,0 0 224 0,0 0 32 0,1 2 16 16,2-2 1392-16,3 0 288 16,3 0 48-16,1-2 16 0,1-1-864 0,2-1-160 0,3-1-48 0,-1-2 0 15,3-1-1152-15,0-1-224 0,3 0-48 0,-2-3-16 32,2 2-560-32,-1-1-192 0,-3 4 144 0,0-2-144 0,-2 3 0 0,-1-1 0 15,0 2-144-15,-2 0-16752 16</inkml:trace>
  <inkml:trace contextRef="#ctx0" brushRef="#br0" timeOffset="-110681.66">8049 8853 10127 0,'1'-1'896'0,"0"1"-704"0,0 0-192 0,-1 0 0 0,1-1 1408 0,-1 1 256 15,2-1 64-15,-1-1 0 16,1-1 352-16,1-1 80 0,0 1 16 0,-1 1 0 15,0-3-704-15,-1 0-128 0,1 3-16 0,-2-5-16 0,1 1-656 16,0 0-128-16,-1-1-16 0,-1-1-16 0,-1 0-48 0,0 0 0 16,0 1 0-16,-1 0 0 0,-1 0 16 0,0 0 0 15,-2-1 0-15,0 0 0 0,0 2-128 0,-1-1-16 16,1 2-16-16,-1 1 0 0,0-1-32 0,1 2 0 16,-2 1 0-16,1 2 0 0,0 2-144 0,1-1-128 15,-1 3 144-15,1 0-144 16,-1 2 0-16,2-1 0 0,-2 2 0 0,1 2 0 15,0-1 0-15,1 3 0 16,-1-1 0-16,0 4 0 16,2 1 0-16,-1 1 0 0,1-1 0 0,-1 0 0 0,1 2 0 0,0-2 0 0,1-1 0 0,0 0 0 0,1 0 0 0,0-4 0 0,2-10 0 0,0 0 0 15,0 0 128-15,7 35 0 16,-7-35-128-16,0 0 192 0,0 0-192 0,0 0 128 0,0 0-128 0,0 0 0 16,37 9 176-16,-30-13-176 0,1-1 192 0,0-1-192 15,1 0 192-15,1-3-64 0,0-1 0 0,-1-2-128 16,-1 3 0-16,2-3 0 0,0-2 0 0,-1 0 0 15,0-1 0-15,1-1 0 16,-1-3 0-16,-1 1 0 0,1 0 0 16,-3-1 0-16,2 0 0 15,-2-1 0-15,-1 2-368 16,-1-3 32-16,1-1 0 0,-2-4 0 16,0 1-400-16,-1 1-80 0,-1 1-16 15,1 1 0-15,-1 0 592 16,-1 4 240-16,0 3-192 0,-1 3 192 15,0 3 0-15,-1 2 0 0,1 2 144 0,-1 3-16 0,-1 2 384 0,1 0 64 0,-1 0 32 0,0 2 0 0,1 0-96 0,-1 1 0 0,0 2-16 0,0-1 0 0,1 1-240 0,-1 2-32 0,1 0-16 0,0 2 0 0,1 1-80 0,0 2-128 16,1-12 176-16,1 29-176 0,-1-29 176 0,3 40-176 16,-3-40 160-16,5 54-160 0,-4-25 128 15,2 1-128-15,0 2 0 0,0 0 144 16,0 0-144-16,-3-32 0 0,6 54 0 0,-6-54 0 0,9 40 0 0,-9-40 0 16,0 0 0-16,0 0 0 0,22 41 0 0,-16-39 0 0,2 0 0 15,-2-4 0-15,1-3-128 16,1-2 128-16,0-2-160 0,0-2 160 15,1 0-1920-15,-1-1-272 16,2-3-64-16,0 0-16 16,-1-2-1408-16,0 0-288 15,0 1-48-15,-1-1-16 0,-2-2 1360 0,1 0 272 0,-1 2 48 0,-1 3 16 0,-1 2 1728 0,0-1 352 0,0 3 64 0,-1-1 0 0,0 3 1408 0,-2 1 288 16,0 2 48-16,-1 3 16 0,0-1 864 0,0 3 192 0,-1 0 16 0,0 1 16 16,0 1-960-16,0 0-192 0,-1 0-32 0,-1 3-16 15,1 0-496-15,0-1-112 0,-1 4-16 0,0-1 0 16,0 0-80-16,0 3-32 0,2 1 0 15,-2 1 0-15,3-12-208 16,-4 27-64-16,4-27 0 0,-1 32 0 0,1-32-112 16,0 34-16-16,0-34-16 0,2 30 0 0,-2-30-160 15,0 0-16-15,6 34-128 0,-6-34 192 0,0 0-192 0,0 0 0 0,0 0 0 0,0 0 0 16,27 31 0-16,-20-32 0 0,0-3 0 0,2-1 0 0,-1-2 0 0,0-2-128 16,2 1 128-16,-1-3 0 15,1-1-576-15,-1-3 0 0,1 1 0 16,-1-2 0-16,-1 3-736 0,0-3-160 15,-1 0-16-15,1-1-16 0,-3 0 1088 16,0 1 224 0,-1 0 32-16,0 1 16 0,0 0 144 0,-1 2 128 0,-2 6-128 0,0 1 176 0,0 3 160 0,-1 2 48 0,-1 2 0 0,0 2 0 0,-2 2 320 0,-1 0 80 0,0 5 16 0,0 0 0 15,-1 4-336-15,-1 3-64 0,2 1-16 0,0 3 0 16,0 3-16-16,2-3-16 0,2-21 0 0,-1 43 0 16,1-43-32-16,2 31 0 0,-2-31 0 0,0 0 0 15,0 0-320-15,21 40 128 0,-21-40-128 16,0 0 0-16,0 0 0 0,0 0-256 0</inkml:trace>
  <inkml:trace contextRef="#ctx0" brushRef="#br0" timeOffset="-109737.26">9018 8724 8287 0,'-3'-2'736'0,"2"0"-592"0,0 2-144 0,0 0 0 0,1 0 576 0,-1 0 96 16,-1-2 16-16,-2 1 0 0,0-1 336 0,0-1 64 15,0 1 0-15,0 1 16 0,2 1 128 0,0 0 32 16,1 1 0-16,1-1 0 0,1 3-208 0,0 1-32 16,1-1-16-16,-1 0 0 0,-1-3 192 0,0 0 32 15,0 0 16-15,0 0 0 0,35 18 16 0,-35-18 0 16,26 2 0-16,-11-4 0 0,1 2-208 0,1-3-32 0,1 1-16 15,1-2 0-15,0 1-256 0,1-2-48 16,-2 1-16-16,-2 1 0 16,1-2-368-1,-1 1-80-15,0-1-16 0,-1 0 0 0,-2 1-224 16,-2-1 0-16,0 0 0 16,-2 3 0-16,-3-3 0 15,0 2-208-15,-2 1 16 0,-2 1-11232 0,-1 0-2240 0</inkml:trace>
  <inkml:trace contextRef="#ctx0" brushRef="#br0" timeOffset="-109562.33">9168 8540 13871 0,'-3'-3'304'0,"0"1"64"0,0 2 16 0,2 0 0 16,1 2-384-16,-1-1 0 0,1 1 0 0,-1 2 0 0,-1 4 1648 0,2-8 240 16,-3 28 48-16,3-28 16 0,-1 38-128 0,1-38-32 15,2 42 0-15,-2-42 0 0,4 45-656 0,-4-45-144 16,7 43-32-16,-7-43 0 0,8 40-576 0,-8-40-112 15,0 0-16-15,14 50-16 0,-14-50-240 0,0 0-192 16</inkml:trace>
  <inkml:trace contextRef="#ctx0" brushRef="#br0" timeOffset="-108868.59">10088 8329 14735 0,'-1'-3'1312'0,"1"1"-1056"0,0-1-256 0,-1 3 0 0,0-2 880 0,0 0 112 0,-2-1 32 0,-1-1 0 16,-1-2 656-16,-2-2 144 0,0 2 32 0,-1 0 0 15,1 1-192-15,0 2-48 0,0 2 0 0,1 1 0 16,0 1-848-16,0 1-192 16,-1 1-16-16,1 4-16 0,-1 1-224 0,0 3-64 15,-1 3 0-15,0 4 0 0,-1 3 48 0,0 5 0 0,1 4 0 0,1 3 0 16,1 1-128-16,1 0-32 0,1-2 0 0,0-3 0 15,1 1 112-15,1 3 32 16,1-2 0-16,2 2 0 16,-1-33-16-16,7 59 0 0,-7-59 0 15,10 51 0-15,-10-51-272 16,12 42 0-16,-12-42 0 0,0 0 0 0,14 45 0 0,-14-45 0 16,0 0 0-16,8 38 0 0,-8-38 0 0,0 0 0 15,3 38-128-15,-3-38 128 0,-4 22 0 0,1-11 0 16,-2-1 0-16,-1 1 0 15,2-1 0 1,-2-3 0-16,0 2 0 0,0-3 0 0,0 0 0 0,-2 0 0 16,2 0 0-16,-2-3 0 0,0 0 0 0,1 1 0 31,-3-2 0-31,2 0 0 0,1 1-1488 0,0-3-256 0</inkml:trace>
  <inkml:trace contextRef="#ctx0" brushRef="#br0" timeOffset="-108553.35">10083 8978 19343 0,'4'-5'848'0,"-1"3"192"0,1-1-832 0,-1 1-208 0,0 2 0 0,-2-1 0 0,2 0 1456 0,3-1 240 31,2 2 48-31,4-3 16 0,3-2-224 0,1 3-64 0,0-3 0 0,-2 1 0 0,2 3-512 0,-2-1-96 31,0 0-32-31,-2-1 0 0,-12 3-448 0,20-2-80 0,-11 2-32 0,-3 0 0 0,0 0-272 0,-2 0 0 16,-1 0 0-16,0 0 0 0,-1 2 0 0,-1-2 0 31,0 3 0-31,0-2 0 0,-1 0 192 0,-1 4-192 0,-1 0 192 0,0 1-192 0,-1 2 336 0,1 1-32 31,0-1-16-31,2-8 0 0,-4 22-144 0,4-22-16 16,-5 27-128-16,2-10 192 16,3-17-64-16,-7 35-128 0,7-35 176 0,-8 40-176 15,3-18 224-15,0-1-64 0,1-2-16 16,-1 0 0-16,0-4-144 15,5-15 160-15,-6 26-160 0,6-26 160 16,-5 16-160-16,3-9 0 0,1-4 0 0,-1-1 0 0,1-2-384 0,0-2 0 16,1-1 0-16,-1-2-16048 0</inkml:trace>
  <inkml:trace contextRef="#ctx0" brushRef="#br0" timeOffset="-108345.4">10193 9120 8287 0,'-3'-2'368'0,"2"0"80"0,-1 0-448 0,1 1 0 0,1 1 0 0,0 0 0 0,0 0 1728 0,-1 0 272 16,1 0 48-16,0 0 16 0,0 0 480 0,1 0 80 15,1-2 32-15,0 2 0 16,3-2-704-16,1 1-144 0,0-1-16 0,2-2-16 16,3 1-608-16,0 0-112 0,2-1-32 0,0-1 0 0,0 0-336 0,0 1-80 15,2-3-16-15,-2 3 0 0,-2 0-352 0,1 0-80 16,0 0-16-16,-2 1 0 0,0-2-144 0,-1 2 0 16,1-1 0-16,-2-1 0 15,0 2-1232-15,0-1-176 0</inkml:trace>
  <inkml:trace contextRef="#ctx0" brushRef="#br0" timeOffset="-107637.12">10287 8056 16575 0,'-3'-8'736'0,"0"4"160"0,1-1-720 0,2 2-176 16,0 2 0-16,-1 0 0 0,1-1 1184 0,-1 2 208 15,-1-5 32-15,0 0 16 0,-1 1 688 0,-1-1 144 0,2 0 32 0,-1 3 0 16,-1-2-704-16,0 3-128 0,1 2-16 0,-1 3-16 16,-2 0-880-16,1 2-176 0,-2 5-48 0,2 1 0 15,-3 5-112-15,2-1-32 16,0 3 0-16,0-1 0 0,0 2-64 0,2-2 0 0,0 0-128 0,4-18 192 15,-3 31-192-15,3-31 0 0,0 0 0 0,0 0 0 16,13 40 0-16,-13-40 0 0,0 0 0 16,0 0 0-16,33 16 0 0,-33-16 0 15,0 0 0-15,38 10 0 0,-38-10 0 0,0 0 0 16,40 14 0-16,-40-14 0 0,0 0-144 0,0 0 144 16,33 31 0-16,-33-31-144 0,0 0 144 0,0 0 0 0,0 0 0 15,4 38 0-15,-9-33 0 0,-1 0 0 0,-1 2 0 16,-1-3 0-16,-2 1 0 0,1-2 0 15,-2 0 0-15,-1-2 0 0,1 1 0 0,1-4 0 0,-2 1 0 0,3-2 128 0,1 0-128 0,0-2 0 16,1-1 0-16,1 0 0 0,2-1 0 0,1 0 0 16,1 1 0-16,2-2 128 0,1 1-128 0,2-2 0 15,2 0 0-15,-1 1 0 0,2 1 0 0,0-3 0 16,3 3 0-16,0-2 0 0,1-2 0 0,0 2 0 16,0 1 0-16,1 0-128 0,0-2 128 0,1 1 0 15,0 0 0-15,1-2 0 0,-1 0 0 0,1-1 0 16,-2 0 0-16,0 0-128 15,0-1 128-15,-1 1 0 16,-2 0 0-16,-1 2 0 0,-2-1 0 0,-3 1 0 0,-2-2 0 16,-2 3 0-16,-2 2 0 0,-3-1 0 15,-2 2 0-15,-4 3 0 0,-1 0 0 0,-2 3 0 0,-1 3 0 0,0 2 0 0,0-1-448 16,0 4-64-16</inkml:trace>
  <inkml:trace contextRef="#ctx0" brushRef="#br0" timeOffset="-104787.23">10954 8556 7359 0,'2'-2'656'0,"-1"-1"-528"0,0 3-128 0,-1-2 0 0,1 2 1344 0,-1-2 224 16,1 1 48-16,1-3 16 0,0-1 560 0,-1 2 112 0,0-1 32 15,-3 2 0-15,0 0-592 0,-1 1-112 0,0 1-32 0,-2 0 0 16,0 0-592-16,0 1-128 0,-1 1-32 0,0 0 0 16,1 0-176-16,-1 0-32 0,1 1-16 0,0 0 0 31,1 0-96-31,-1 0-16 0,1 0 0 0,1 0 0 16,0 1-64-16,1-2 0 0,0-1-16 0,1 3 0 0,1-3-160 0,0 3-16 0,1-3-16 0,0 0 0 15,1 1-80-15,0 1-16 0,1-1 0 0,1 1 0 16,1-1-144-16,-1 1 128 15,-4-3-128-15,0 0 128 0,0 0-128 0,0 0 0 0,35 26 0 0,-35-26 128 16,0 0-128-16,0 0 0 16,36 37 0-16,-36-37 0 0,0 0 0 0,29 36 0 0,-29-36 0 0,0 0 0 0,24 33-144 15,-24-33 144 1,0 0 0-16,22 34 0 0,-22-34 0 0,0 0 0 16,0 0 0-16,16 39 0 0,-16-39 0 0,0 0 0 0,0 0 0 15,0 0 0-15,-4 30 0 0,-1-25 0 16,0-1 0-16,-4 0 0 0,1 1 0 15,-1-2 0 1,-1 1 0 0,-1-3 0-16,-1 1 0 15,-1-2 0-15,0 0 0 16,0 0 0-16,1-2 128 0,-1 1-128 16,1-3 0-16,1 1 0 0,2 1 0 15,1-3 128-15,-1 2-128 16,3-1 0-16,1-3 0 15,1 1 0-15,2-2 0 0,1 1 0 16,1-2 0-16,2-2 128 0,0 2-128 16,2-2 0-16,3-2 0 0,-1 2 0 15,2-4 0 1,0 3 0-16,1 1 0 0,-1-1 0 16,3 0 0-16,0-2 0 15,1 0-128-15,1-1 128 0,0 1 0 16,1-3 0-16,1 2 0 0,-2-2 0 15,0 2 0-15,-2 0 0 16,0 1 0-16,-3 2 0 0,-1 1 0 16,-3 2 0-16,-2 1-128 15,-1 1 128-15,-2 0 0 0,-1 2 0 16,-1 0 0-16,-1 1 0 0,-2 1 0 16,-1 1 0-16,-2 2 0 15,-1 0 0-15,-1 3 0 0,0 1 0 16,1-2 0-16,0 3 0 0,-1 0 0 15,3-1 0-15,1 1-464 16,2-2 16-16,1 1 0 16,3-1-15856-16</inkml:trace>
  <inkml:trace contextRef="#ctx0" brushRef="#br0" timeOffset="-104724.32">11148 8654 15663 0,'4'0'1392'0,"1"-1"-1120"0,-2 1-272 0,0-2 0 0,-1 0 1584 0,2 1 256 0,2-1 48 0,5-2 16 0,5-1 208 0,3 0 64 0,2-2 0 0,-1 2 0 0,-3 0-896 0,0 3-160 0,-1-1-32 0,-2 0-16 0,-1 2-768 0,-2-2-160 0,-1 2-16 0,-2 0-128 0,0 1-928 0,-3-2-288 0</inkml:trace>
  <inkml:trace contextRef="#ctx0" brushRef="#br0" timeOffset="-104283.17">11518 8482 9215 0,'0'-2'400'0,"0"1"96"0,0 1-496 0,0-1 0 16,0 1 0-16,-1 0 0 0,1 1 1360 0,0 0 176 15,-1-1 48-15,0 2 0 16,1 1 544-16,-1-1 112 0,1 1 32 0,-1 1 0 0,1-2-512 0,0 2-96 16,0 2-32-16,0 1 0 0,0-7-608 0,0 0-128 15,0 0-32-15,1 38 0 0,-1-38-160 0,0 0-16 16,2 44-16-16,-2-44 0 0,0 0-352 0,2 46-64 15,-2-46 0-15,0 0-16 0,10 43-240 0,-10-43 144 16,0 0-144-16,0 0 128 0,24 33-128 0,-24-33 0 16,0 0 0-16,0 0 0 0,33 6 0 0,-23-9 0 15,0-2 0-15,0-2 0 16,1-1 0-16,0 0 0 16,0 0 0-16,0-2 0 0,1 1-160 0,-2-2 160 0,-3 3 0 0,2-2-144 15,1-3-336-15,-2 0-64 0,0 1-16 0,-2-2 0 16,0 0-144-16,-1 1-16 0,-1-1-16 0,-1 1 0 0,-1-1 592 0,0 2 144 0,0 1 0 0,-2 1 0 15,1 5 0-15,-1 0 128 0,0 5-128 0,-1 0 176 16,0 2 96-16,-1 2 32 0,0 2 0 16,0 3 0-16,-2 1 208 0,0 0 32 15,4-10 16-15,-5 28 0 16,5-28-128-16,-5 28-32 0,5-28 0 0,-4 32 0 0,4-32-160 0,0 0-48 0,1 40 0 0,-1-40 0 16,0 0-192-16,0 0 128 0,15 37-128 0,-15-37 0 15,0 0 0-15,0 0 0 0,0 0 0 0,34 10 0 16,-28-13 0-16,1-1 0 0,1-1 0 15,-1-1 0-15,2 0-144 0,-2-1-80 16,1-3-16-16,1 1 0 16,-2 0-2416-16,1-1-480 15</inkml:trace>
  <inkml:trace contextRef="#ctx0" brushRef="#br0" timeOffset="-103998.94">11922 8406 911 0,'-1'0'0'15,"1"-2"0"-15,0 2 0 0,0-1 0 0,0 1 1376 0,0 0 192 0,0 0 32 0,1-1 16 0,0 1 112 16,0-2 0-16,2 0 16 0,-2 1 0 0,1-1-416 0,1 0-96 16,1 1-16-16,-1-1 0 0,1 0 256 0,0 2 64 15,0-3 0-15,-1 3 0 0,1-2 320 0,1 2 64 0,-2 2 0 0,1-1 16 16,-4-1-80-16,0 0 0 16,0 0-16-16,0 0 0 0,28 40-816 0,-28-40-144 0,0 0-48 0,17 41 0 15,-17-41-384-15,0 0-64 0,13 47-32 16,-13-47 0-16,0 0-192 0,10 52-32 0,-10-52-128 15,3 33 192-15,-3-33-192 0,0 0 0 0,0 45 128 16,0-45-128-16,-9 36 0 0,2-18 0 16,-3 1 0-16,-2 0 0 0,-2 0 0 0,-1-1 0 0,0-1 0 0,-4 1 0 0,1 0-272 0,-2 1-112 15,-2-2 0-15,0 0-17584 16</inkml:trace>
  <inkml:trace contextRef="#ctx0" brushRef="#br0" timeOffset="-103557.39">10816 8504 9215 0,'-1'-8'400'0,"1"2"96"0,-1 1-496 0,0 2 0 0,1 1 0 15,-1 1 0-15,0 0 1232 0,-1-2 160 0,-2-1 16 16,0 1 16-16,-2-1 352 0,0 1 64 0,-1 1 16 0,0 2 0 0,-1 0-192 0,-1 3-48 16,1 1 0-16,-3 0 0 0,1 1-320 0,0 0-64 31,0 2-16-31,-1 2 0 0,1 3-80 0,0 0-32 16,2 2 0-16,0 4 0 0,-1 2-384 0,3 4-80 0,-1 2 0 0,3 5-16 0,0 2-352 0,4-1-64 15,3 0-16-15,-3-32 0 0,17 55-192 16,-17-55 0-1,32 45 0-15,-32-45 0 0,41 29 0 0,-41-29 0 0,47 21 0 0,-47-21-16960 0</inkml:trace>
  <inkml:trace contextRef="#ctx0" brushRef="#br0" timeOffset="-102068.76">12496 8622 13823 0,'-1'1'1216'0,"0"-1"-960"0,1 1-256 0,0-1 0 15,0 0 1088-15,0 1 192 0,-1 1 16 0,1-1 16 16,-1 1 928-16,1 1 176 16,1 0 32-16,-1 0 16 0,2 0-608 0,0-1-128 15,1-1-32-15,-1-1 0 0,3-1-720 0,-1-1-144 0,0 1-16 0,1-4-16 16,1 1-240-16,0-4-48 0,1 2-16 0,-1-4 0 16,0 0-352-16,-1 1-144 0,0-3 128 0,-1 3-128 15,-3-3 0-15,-1 2 0 0,-2-1 0 0,-3 4 0 16,-1-3 0-16,-3 5 0 0,-1-2 0 0,-2 1 0 15,-1 3 0-15,-3 0 0 0,0 3 0 0,2 0 0 16,-1 2 0-16,-1 1 0 16,1 2 0-16,0 2 0 0,3 0 0 15,0 5 0-15,1 0 0 16,1 0 0-16,2 2 0 0,0 0 0 16,2 3 0-16,0 2 0 15,6-19 0 1,-5 35 0-16,5-35 0 0,0 0 0 0,12 47 0 0,-12-47 0 0,0 0 0 0,0 0 0 0,38 32-144 0,-38-32 144 0,26 0 0 0,-13-3 0 0,2-2 0 0,0-2 0 0,-1-2 0 0,1-1 0 0,-1-2 0 0,0-2 0 0,0 0 176 0,-1-3-176 15,-2-1 128-15,-1 2-128 0,0-2 0 0,-2 1 0 16,-2 1 0-16,-2-3 0 0,-1 2 0 16,-2-3 0-16,-1 2 0 0,-1-3 0 0,1-2-128 0,-2-1 128 15,0-4 0-15,1 1 0 0,-1 1 0 0,1 1 0 16,0 0 0-16,1 2 0 0,0 0 0 0,0 5 0 16,1 5 128-16,1 3-128 0,-1 5 0 0,0 2 0 15,1 3 0-15,-1 3 0 0,0 2 128 16,-1 2-128-16,0-7 128 15,0 0-128-15,3 40 144 0,-3-40-144 0,3 43 256 0,-3-43-32 0,1 54-16 0,-1-54 0 16,2 64-208-16,-2-30 0 16,0 1 128-16,0-4-128 15,0-31 0-15,2 52 0 0,-2-52 128 0,2 52-128 0,-2-52 0 0,8 45 0 0,-8-45 0 0,0 0 0 16,16 50 0-16,-16-50 0 0,0 0 0 0,0 0 0 0,0 0 0 0,0 0 0 31,36 27 0-31,-31-31 0 0,3 0 0 0,-2-5 0 0,3 1 0 0,-1-3 0 16,1 1-576-16,0-3-128 15,1 0 0-15,1-3-16 0,0 1-2160 16,0-4-416-16,0 0-96 16,-1 0 0-16,1-2-192 15,-2 0-16 1,0-1-16-16,0-1 0 0,0 2 880 0,-3 0 176 16,1 1 48-16,-2 3 0 0,2 5 2288 15,-2 3 464-15,-1 2 80 16,0 3 32-16,-1 1 1856 0,-1 2 368 15,0 4 80-15,-2-2 16 0,0 4 0 0,0-5 0 16,0 0 0-16,-2 30 0 0,2-30-1008 0,-5 35-192 16,5-35-32-16,-5 41-16 0,5-41-624 0,-5 42-128 0,5-42-32 0,-6 43 0 0,6-43-128 0,-2 38-48 0,2-38 0 0,0 33 0 0,0-33-80 0,0 0-32 0,10 40 0 0,-10-40 0 0,0 0-352 0,0 0 128 0,0 0-128 0,37 29 0 0,-28-29 0 0,0-3 0 15,0-4 0-15,2 1 0 0,-1-2 0 0,-1 1 0 0,2-4 0 0,-1 1 0 16,-2 0 0-16,1-2 0 0,1-2 0 0,1 0 0 16,-1-3-464-1,-1 0-16-15,-2 1 0 16,1-3 0-16,-2 0-208 15,1 1-32-15,-1 0-16 16,0 2 0-16,-1 4 736 16,-2 0 0-16,1 5 0 0,-2 2 0 15,0 3 464-15,-1 0 48 0,0 2 0 0,-1 3 0 0,-1 0 256 0,-1 3 64 0,0 3 16 0,2-9 0 0,-5 28-384 0,5-28-80 0,-4 33 0 0,4-33-16 16,-4 38-192-16,4-38-48 0,-2 39 0 0,2-39 0 0,1 37 0 0,-1-37 0 0,6 37 0 0,-6-37 0 0,0 0-128 0,18 49 160 16,-18-49-160-16,0 0 160 15,25 33-160-15,-25-33 0 0,0 0 0 0,0 0 0 0,33 19-176 0,-27-21 176 16,2 2-128-1,-2-3-16208-15</inkml:trace>
  <inkml:trace contextRef="#ctx0" brushRef="#br0" timeOffset="-78522.67">3963 9829 14735 0,'0'0'1312'0,"1"0"-1056"0,-1 1-256 0,0-1 0 16,0 0 1008-16,1 2 144 0,0 0 16 0,0-1 16 15,-1 2 288-15,2 0 64 0,0-1 16 0,1 2 0 16,0-1 0-16,-1 0 0 0,0 2 0 0,1-1 0 16,-3-4-320-16,0 0-64 0,0 0-16 0,0 0 0 15,0 0-256-15,13 40-64 0,-13-40-16 0,0 0 0 16,0 0-224-16,0 0-32 0,16 38-16 0,-16-38 0 15,0 0-272-15,0 0-48 0,0 0-16 0,0 0 0 16,0 0-208-16,0 0 0 0,35 24 0 0,-29-26 0 16,1 0-1088-16,0-1-224 0</inkml:trace>
  <inkml:trace contextRef="#ctx0" brushRef="#br0" timeOffset="-78318.24">4351 9856 16575 0,'6'-6'1472'0,"-2"3"-1168"0,0 0-304 0,0 1 0 0,-1 1 976 0,-1 1 144 0,0 0 32 0,2 0 0 15,4 0 1056-15,-8 0 224 0,0 0 32 0,0 0 16 16,38 15-688-16,-38-15-144 0,0 0-32 0,0 0 0 16,29 43-800-16,-29-43-176 0,0 0-16 0,15 37-16 15,-15-37-416-15,0 0-64 0,0 0-128 0,0 0 176 31,0 0-896-31,0 0-176 0</inkml:trace>
  <inkml:trace contextRef="#ctx0" brushRef="#br0" timeOffset="-78113.44">4118 9556 13823 0,'-3'-8'1216'0,"2"4"-960"0,1 2-256 0,1 1 0 0,1 1 1344 0,-1 1 208 16,1 1 48-16,2 2 16 0,-4-4 1248 0,0 0 240 16,0 0 48-16,40 42 16 0,-40-42-1568 0,0 0-304 15,36 38-64-15,-36-38-16 0,0 0-1216 0,34 28 0 16,-34-28-256-16,0 0-15296 16</inkml:trace>
  <inkml:trace contextRef="#ctx0" brushRef="#br0" timeOffset="-76473.91">5399 9664 11967 0,'3'-6'1072'0,"-1"0"-864"0,-1 3-208 0,0 0 0 16,-1 1 1136-16,1-2 176 0,2-4 32 0,0-4 16 15,2-4 560-15,0 0 128 0,-2 2 0 0,-1 4 16 16,0 2-400-16,-2 2-96 0,0 4-16 0,-2 1 0 15,0 2-384-15,0 3-80 0,-1 1 0 16,0 4-16-16,-1 3-240 0,1 1-32 0,-1 4-16 0,-1 3 0 16,1 1-288-16,-1 5-64 0,1 3-16 0,0-1 0 15,1-4-224-15,0 3-64 0,0 5 0 16,1 1 0-16,1 1-128 16,2-4 0-16,-1-30 144 15,6 48-144-15,-6-48 0 0,0 0 0 0,0 0 0 0,24 40 0 16,-24-40 0-16,0 0 0 0,29-2 0 0,-17-6 0 15,1 1 128-15,1-4-128 16,2-3 160-16,0-1-160 0,2-4 192 0,-2 0-64 0,-2 0-128 0,2 1 192 0,-1 0-192 0,0 0 0 0,-2 1 0 0,-2 0 0 0,-2 1 0 0,-1-3 0 16,-3 2 0-16,-3-2 0 0,0 2 0 0,-3-1 0 0,-2-2 0 15,-1-1 0-15,-1-2 0 0,-2 3 128 0,2 0-128 16,-1 3 0-16,2 0 0 0,-1 5 0 0,2 0 0 16,1 3 0-16,0 2-144 0,0 3-128 15,1 1-32-15,2 2-16976 0</inkml:trace>
  <inkml:trace contextRef="#ctx0" brushRef="#br0" timeOffset="-76032.3">5864 9879 17503 0,'0'2'768'15,"1"-1"176"-15,0 1-752 0,0-1-192 0,-1-1 0 0,1-1 0 0,0 1 1792 0,0 0 336 16,1-2 64-16,1 1 16 0,1-3-64 0,-1 0-16 16,0-2 0-16,0-1 0 0,0 0-1024 0,0 0-208 15,-1-3-32-15,-2 3-16 0,0-2-464 0,-3 1-80 16,0 2-32-16,-1-2 0 0,0 4-96 0,-3 1-32 15,0 1 0-15,-3 2 0 0,1 2 0 0,-3 1 0 16,-1 3 0-16,-1 3 0 0,-1 2-144 0,1 3 160 0,1 0-160 16,0 5 160-16,1 0-160 0,3 3 128 15,2 1-128-15,0-1 128 16,3 0-128 0,1-2 128-16,3-20-128 0,0 36 128 0,0-36-128 0,0 0 128 0,17 38-128 0,-17-38 128 0,0 0 48 0,36 16 0 15,-36-16 0-15,30 0 0 0,-11-4-48 0,-1-3 0 0,3-1 0 0,-2-3 0 16,1 1-128-16,-3-2 0 0,1 1 0 0,-2-1 0 31,0 0-448-31,-3 0-112 0,-1 2-16 0,-3 0-16736 16</inkml:trace>
  <inkml:trace contextRef="#ctx0" brushRef="#br0" timeOffset="-73387.72">5999 9950 911 0,'-2'0'0'0,"1"-1"0"0,0 0 0 0,0 1 0 0,1-2 1008 0,0 1 112 16,0 1 32-16,0 0 0 0,-1-2 384 0,1-1 64 31,0 1 32-31,1 0 0 0,0 0 336 0,-1-1 64 15,2-1 16-15,0 1 0 0,0 1-112 0,1-1-16 0,0-1 0 0,0 1 0 0,-1 1-272 0,1 0-64 16,-1-1-16-16,-1 3 0 0,0 0-608 0,0-2-112 16,-1 2-16-16,-1 0-16 0,0 2-384 0,-1-1-80 15,0 1-16-15,-1 1 0 0,1 0-144 0,-1 0-48 16,-1 0 0-16,1 1 0 0,-1 1-144 0,-1 0 128 16,1-1-128-16,1 3 128 15,0 0-128-15,0 3 128 0,0-2-128 0,1 3 128 16,1-1 16-16,0 3 0 0,1-3 0 0,0 2 0 0,0-12-144 0,0 0 160 15,0 0-160-15,0 0 160 0,17 42-160 0,-17-42 0 0,0 0 0 0,0 0 128 16,0 0-128-16,0 0 0 0,37 8 0 0,-29-13 0 16,0 0 0-1,0-2 0-15,0-2 0 0,-1-1 0 0,2 0 0 16,-4 1-144-16,1-3 144 0,-1 1-208 0,-2 1-320 16,-1-2-64-1,-2 0-16-15,-1 1 0 0,-1 1-16 0,-2-1 0 0,-2 1 0 16,-3 0 0-16,0 0 400 0,-3 1 80 15,-1 2 16-15,0 2 0 0,-1 3 128 0,0 2 0 0,1 3 0 0,1 1 0 16,0 6 224-16,1-1 32 0,2 0 0 0,1 3 0 0,2 0-80 0,2-1-16 0,2 0 0 0,2-11 0 31,0 0-976-31,0 0-192 0</inkml:trace>
  <inkml:trace contextRef="#ctx0" brushRef="#br0" timeOffset="-72834.98">6230 9950 9215 0,'1'-2'400'0,"0"-1"96"0,0 1-496 0,0 0 0 0,-1 1 0 0,0 1 0 16,0-2 1456-16,1 1 192 0,-1-2 32 0,1 0 16 16,-1 1 64-16,-1-1 16 0,1 1 0 0,-2 0 0 15,1 0-288-15,-1 1-48 0,1-1-16 0,-2 0 0 16,0 1-400-16,0-1-64 0,0 0-32 0,1 0 0 15,-1-3-16-15,0 2 0 0,1-1 0 0,-1 1 0 16,2-2-256-16,-2 3-48 0,1-2-16 0,-1 3 0 16,1-1-240-16,-1 2-48 0,1 0-16 0,-1 3 0 15,-1 1-160-15,0 1-128 0,0 3 144 0,-3 3-144 16,1-1 0-16,-2 4 0 0,1 2 0 0,0 0 0 16,-2 1 0-16,1 1 0 0,1 0 0 0,2-1 0 0,0-1 0 31,2-2 0-31,1 0 0 0,1-4 0 0,1-10 0 0,0 0 0 0,0 0 0 15,0 0 0-15,0 0 0 0,0 0 0 0,29 33 128 0,-19-37-128 0,1 0 0 0,1-2 128 16,0-1-128-16,1-5 0 0,0 3 128 0,-2-1-128 16,1-1 0-16,-2 1 144 0,0 0-144 0,-2 0 0 0,-1 2 0 15,-3 0 0-15,0 3 0 0,-3-2 0 16,0 3 0-16,-1 1 0 0,-1-1 0 0,-1 1 0 0,0 3 0 16,-1 0 0-16,-1 0 0 0,1 0 0 0,-1 0 0 15,0 0 0-15,1 0 0 0,0 2 0 16,0-1 0-16,0 1 0 0,2 1 0 0,0 1 0 15,0-2 0-15,0 3 0 16,0 2 0-16,0 0 192 0,1 2-192 16,-1 1 192-16,1-10-64 0,-1 25 0 15,1-25 0-15,0 27 0 0,0-27-128 0,-2 24 160 16,2-24-160-16,0 0 160 0,1 38-160 0,-1-31 0 16,2 0 0-16,-1-2 0 0,1-3-128 15,0-1-64-15,0-2-16 0,0-1-11056 0,1-3-2192 16</inkml:trace>
  <inkml:trace contextRef="#ctx0" brushRef="#br0" timeOffset="-72677.64">6131 10007 10127 0,'-4'0'896'0,"3"2"-704"0,0-2-192 0,1 0 0 0,1 0 1984 0,-1 0 352 16,0 1 80-16,1 1 16 0,2 0 784 0,2 0 176 16,-5-2 16-16,0 0 16 0,0 0-1168 0,42 3-224 15,-28-5-48-15,1-1-16 0,2-1-1200 0,1-1-224 16,-1 1-48-16,-1-2-16 0,-2 1-480 0,-2 1 0 0,-2 1 0 15,-1-1-17728-15</inkml:trace>
  <inkml:trace contextRef="#ctx0" brushRef="#br0" timeOffset="-69526.79">6490 9761 10127 0,'-5'0'896'0,"2"0"-704"0,1 2-192 0,1-2 0 0,0 0 1312 0,0 0 224 16,-2 0 64-16,-2 0 0 0,-1 0 384 15,0 2 64-15,0-2 32 0,2 0 0 0,2 0-464 0,1 0-80 16,0 0-32-16,2 0 0 0,1 0-112 0,2 0-32 16,3 0 0-16,0 0 0 0,4-2-320 0,-11 2-64 15,25-3-16-15,-10 1 0 0,0 0-336 0,1 0-80 16,0-1-16-16,2 0 0 0,0 1-272 0,-1 0-64 15,-17 2-16-15,32-2 0 0,-32 2-176 16,0 0 0-16,34 2 0 0,-26-2 0 0,-8 0 0 16,0 0 0-16,0 0-144 0,0 0-11584 15,0 0-2320-15</inkml:trace>
  <inkml:trace contextRef="#ctx0" brushRef="#br0" timeOffset="-69319.63">6491 9885 15663 0,'-7'1'688'0,"4"1"144"0,0 1-656 0,2-3-176 0,0 0 0 0,1 0 0 16,1 0 2304-16,-1 0 416 0,2 2 96 0,1-2 0 15,2 0 32-15,2-2 0 0,-7 2 0 0,19-3 0 16,-8 1-1488-16,2 0-288 0,1-3-64 0,1 0-16 16,-2 3-656-16,1-3-128 0,2 0-16 0,0 1-16 15,-2 1-176-15,1-2 0 0,-1 2 0 0,-1 0 0 0,0 0-272 0,-13 3-96 16,25-3-16-16,-25 3-17152 15</inkml:trace>
  <inkml:trace contextRef="#ctx0" brushRef="#br0" timeOffset="-66233.16">6401 9836 1839 0,'-2'0'160'0,"0"0"-160"0,1 0 0 0,0 0 0 0,0 0 640 0,0 0 80 0,-2 0 32 0,-1-1 0 16,-1 0 736-16,-2-1 160 16,2 2 16-16,0-2 16 0,1 1 64 0,0 1 16 0,2 0 0 0,0-2 0 15,0 2-304-15,0 0-64 0,1-2-16 0,1 1 0 16,0 1-32-16,1-2-16 0,1 1 0 0,0 0 0 16,1-1-304-16,-1 1-48 0,2-3-16 0,0 1 0 15,0 1-272-15,1-2-64 0,2 0-16 0,0 0 0 16,1-3-144-16,2 0-16 0,0-3-16 0,1 3 0 0,0-2-176 0,1-1-16 31,2-1-16-31,-2 1 0 0,1 0-96 0,-2-1 0 0,1 1-128 16,-1-2 192-1,1 3-192-15,-2 0 176 0,1 0-176 0,-2 0 160 16,0 3-160 0,-1-2 192-16,-1 4-192 0,0 1 192 0,-1 1-192 0,-1 2 192 15,0 0-192-15,-2 2 192 0,1 1-192 16,0 2 0-1,-1 2 144-15,1-1-144 0,0 2 128 0,-4-8-128 16,0 0 160-16,0 0-160 0,0 0 192 0,19 43-48 0,-19-43-16 0,0 0 0 16,0 0 0-16,0 0 0 0,39 28 0 0,-39-28 0 15,0 0 48-15,36 2 0 0,-23-4 0 0,0-3 0 16,2 3 0-16,-1-5 0 0,1 3 0 0,0-2 0 0,-1-1-48 16,-1 0-128-16,0 1 192 0,-2 0-64 0,-2 0-128 0,0 1 0 0,-1 2 0 0,-2-2 0 0,0 3 0 0,-2 0 0 0,-2 1 0 0,-1 1 0 0,0 1-1408 0,-1 2-176 0</inkml:trace>
  <inkml:trace contextRef="#ctx0" brushRef="#br0" timeOffset="-65742.1">6547 9938 2751 0,'-4'0'0'0,"2"0"128"0,0 0-128 0,-1 2 144 0,2-2-144 0,1 0 0 15,-2 0 0-15,0 0 0 0,-3 0 1408 0,-1 0 256 0,-1 0 64 0,0 1 0 16,0 1 576-16,0 1 112 0,1-1 16 0,1 0 16 16,0-2-208-16,1 0-32 0,2 0-16 0,-1 0 0 15,1 0-416-15,1-2-96 0,2-1-16 0,1-1 0 16,1 0-576-16,0-2-128 0,2-1-32 0,1 0 0 15,1 0-336-15,0-3-64 0,3-1-16 0,0 3 0 16,1-1-144-16,0-1-48 0,1 1 0 0,2 2 0 16,0-1-128-16,0 0-16 0,2 2-16 0,0-1 0 15,0 0-160-15,0 3 192 0,0-3-192 0,-3 2 192 0,1 0-192 16,-2 0 0-16,1 3 0 0,-1-3 128 0,0 2-128 16,0 1 0-16,-2 2 0 0,-2 0 0 0,-8 0 0 15,0 0 0-15,0 0 0 0,0 0 0 0,0 0 0 16,28 40 0-16,-28-40 0 0,0 0 0 0,8 38 0 0,-8-38 0 15,0 0 0-15,9 41 0 0,-9-41 0 16,0 0 0-16,0 0 0 0,0 0 128 0,34 33-128 0,-24-33 192 16,2-5-192-16,1-2 192 15,1-2-192-15,0-1 128 0,0-1-128 0,0-1-11680 16,1-3-2416-16</inkml:trace>
  <inkml:trace contextRef="#ctx0" brushRef="#br0" timeOffset="-64142.84">7284 9628 911 0,'3'-5'0'0,"-1"0"0"0,0 3 0 0,0 0 0 16,-1 0 816-16,-1 1 80 0,1-1 0 0,1-1 16 15,2 1 752-15,-1-5 128 0,3 2 48 0,-2 0 0 0,-1 0 496 0,1 1 96 16,-1 0 32-16,-1 1 0 0,-1 1-176 0,1 1-48 16,-1 1 0-16,0-2 0 0,-1 4-528 0,0-2-112 15,-1 1-32-15,0 1 0 16,-1 1-640-16,0 1-128 0,-1 0-32 0,0 1 0 0,0 0-368 16,1 0-80-16,-2-2 0 0,0 1-16 0,0 0-96 0,0 2-16 15,-1 0 0-15,1 2 0 0,-1-3-16 0,0 4-16 16,2 0 0-16,-2-1 0 0,1 2 16 0,1 1 0 0,-1-2 0 0,1 1 0 15,1-1 16 1,1 1 0-16,0-1 0 0,1 0 0 0,0-1-64 16,1-3-128-1,-1-5 192-15,0 0-64 0,0 0-128 16,0 0 0-16,0 0 0 0,0 0 128 0,0 0-128 0,0 0 0 0,21 40 0 0,-20-38 0 0,1-1 0 16,0 1 0-16,-1 0 128 0,0 0-128 0,0 0 0 0,-1-1 0 15,0 1 0-15,0-1 0 0,0 3 128 0,-1-4-128 16,1 1 128-16,-1 0-128 15,1-1 0-15,-1 0 128 0,1 0-128 0,-1-1 0 0,0 1 0 0,1 0 0 16,-1-1 128-16,1 1-128 0,0 0 0 0,0 0 0 16,0 0 0-16,0 0 0 0,0 0 0 0,0 1 0 15,-1-1 128-15,1 1-128 0,0-1 0 0,0 0 0 0,0 0 0 16,0 0 0-16,0 2 0 0,1-2 0 16,-1 0 0-16,0 0 0 0,0 0 0 0,0 0 0 0,0-2 0 0,0 2 0 15,-1 0 0-15,1 0 0 0,1 0 0 0,-1 0 0 16,0 0 0-16,0 0 0 0,0 0 0 0,1 0 0 15,-1 0 0-15,0 0 0 0,0 0 0 16,1 0 0-16,-1 0 0 0,0 0 0 0,0 0 128 0,0 0-128 16,0 0 0-16,0 2 0 0,-1-2 0 0,1 0 128 15,0 0-128-15,-1 0 0 0,1 1 0 0,-1-2 0 16,1 1 0-16,0 0 0 0,0 0 128 0,0 0-128 16,-1-2 0-16,1 2 0 0,0 0 0 0,0 0 0 15,0 0 0-15,0 0 0 0,1-1 0 0,-1 0 0 0,0 1 0 16,1-2 0-16,0 2 0 0,-1 0 0 15,1 0 0-15,0 0 0 0,-1-2 0 0,0 1 0 0,0-1 0 0,0 2 0 16,1-1 0-16,-2 1 0 0,1 0 0 0,0-1 0 16,0 1 0-16,1 0 0 0,-1 1 0 0,0-1 0 15,0 1 128-15,1-1-128 0,-1 2 0 0,0-2 0 16,0 0 0-16,1 0 0 0,-1 1 0 16,0-1 0-16,0 0 0 0,0 0 0 15,0 2 0-15,0-4 0 0,0 2 128 0,0 0-128 0,-1-1 0 0,1 1 0 0,0 0 0 16,0 0 0-16,0 0 0 0,0 0 0 15,0 0 0-15,0 0 0 0,0-2 0 0,1 2 0 0,-1 0 0 16,0 0 0-16,0 2 0 0,0-2 0 0,0 0 0 0,0 0 0 16,0 0 0-16,1 1 0 0,-1 1 0 0,0-2 0 15,-1 0 0-15,1 0 0 16,0 0 0-16,1 2 0 0,-1-2 0 0,1 0 0 16,-1 0 0-16,1 0 0 0,-1 0 0 0,1 0 0 0,-1 0 0 0,1 0 0 0,0 0 0 15,-1 0 0-15,2-2 128 0,-1 2-128 0,0 0 0 16,-1-2 0-16,1 1 0 0,0 1 0 0,0 0 0 15,-1 0 0-15,1-2 0 0,0 2 0 0,-1-1 0 0,0 1 0 16,1-1 0-16,-1 1 128 0,1 0-128 16,-1 0 0-16,1 0 144 0,0 0-144 0,-1 1 0 15,1-1 128-15,0-1-128 0,0 1 0 0,1-1 0 16,0 1 0-16,1 0 0 0,0-2 128 0,0 2-128 0,2 0 0 16,-1-2 0-16,1 2 0 15,-1-2 0-15,1 1 0 0,2-1 0 0,-1 0 128 0,2 1-128 16,-1 1 0-16,0-2 0 15,0 2 0-15,1 0 0 16,-1 0 0-16,1 0 0 0,-8 0 128 0,0 0-128 0,0 0 0 0,0 0 0 16,0 0 0-16,37 25 0 0,-37-25 0 0,0 0 0 0,0 0 0 15,0 0 0-15,0 0 0 0,12 37 0 0,-14-32 0 16,0 2 0-16,-2-3 0 0,0 2 0 16,0 0 0-16,-1-1 0 0,-1 0 0 15,0-1 0-15,0 2 0 0,-2-1 0 0,1-1 0 0,0 1 0 0,-1-1 0 0,1 1 0 0,-3 0 0 0,2 0 0 0,-1 0 0 16,1 0 0-16,0-1 0 0,0 3 0 15,0-3 0-15,1 1 0 0,-1 0 0 0,2-1 0 0,-2-1 0 0,3 2 0 0,-3-3 0 16,2 3 0-16,-1-2 0 16,0-1 0-16,0 0 0 0,-1-2 0 0,1 2-128 15,-1-2-624-15,1-2-112 16</inkml:trace>
  <inkml:trace contextRef="#ctx0" brushRef="#br0" timeOffset="-63812.54">7238 9592 3679 0,'-5'-2'160'0,"2"0"32"0,1 1-192 0,0 1 0 0,1-2 0 0,1 2 0 16,0 0 1536-16,-1 0 272 0,0 0 48 0,-1-2 16 16,1 1 1040-16,0 1 208 15,1-2 32-15,2 1 16 0,2 0-480 0,1-1-112 0,1-1-16 0,2-2 0 16,1 1-944-16,3-1-192 0,2 0-32 0,3-2-16 16,2 1-576-16,0 0-112 0,1-2-32 0,2 2 0 15,1 0-320-15,-1 0-64 16,0 1-16-16,0 3 0 0,-2 0-256 0,-20 2 0 0,34 0 0 0,-34 0 0 15,0 0-208-15,38 6-160 0</inkml:trace>
  <inkml:trace contextRef="#ctx0" brushRef="#br1" timeOffset="-44337.5">2085 10941 5231 0,'3'-8'0'0,"-1"2"224"0,1-1-64 0,-1 2 0 0,-1 2-160 0,-1 1 0 0,2 0 0 0,1-5 0 0,1-3 1152 0,1-1 208 16,1-6 48-16,1 0 0 16,-2 3 336-16,0 0 80 0,-1 4 16 0,-2 1 0 15,-1 3 192-15,0 1 32 0,-1 4 16 0,-1-1 0 16,1 4-480-16,-2 1-80 0,0 3-32 0,-1 2 0 15,-1 2-512-15,1 3-96 0,-1 0-32 0,0 5 0 0,0 4-336 0,0 1-64 16,0 4 0-16,1 1-16 0,1 0-272 16,0 1-160-16,-1-1 192 15,1-2-192-15,1-5 0 16,1-3 0-16,0-18 0 0,3 28 0 0,-1-19 0 0,0-2 0 0,1 0 0 0,1-4 0 0,2-1 0 0,-1-2 0 16,2-2 0-16,-1-3 0 0,3-1-160 0,0-3 16 15,1 0 0-15,1-2-10016 16,1-1-2000-16</inkml:trace>
  <inkml:trace contextRef="#ctx0" brushRef="#br1" timeOffset="-44094.98">2332 10886 3679 0,'1'-4'320'0,"-1"0"-320"0,0 1 0 0,0 3 0 0,-1 0 1536 0,1 0 224 0,-1 2 48 0,-1 1 16 16,-1 1 224-16,-2 3 32 16,-1 0 16-16,-2 5 0 0,2-1-272 0,-2 2-48 0,1 1-16 0,-1 0 0 15,0 3-448-15,2-3-96 16,1 3 0-16,1-5-16 0,3 0-336 0,1-3-64 0,0-9-16 0,0 0 0 15,0 0-336-15,0 0-64 0,0 0 0 0,20 35-16 16,-20-35-240-16,0 0-128 16,0 0 128-16,0 0-128 0,41 8 0 0,-41-8 0 0,0 0 0 0,0 0 0 15,35 2 0-15,-28-2-192 0,1-4 192 0,-1-1-192 16,1 1-720 0,-1-4-160-16,2-1-16 0,-2 0-12208 15</inkml:trace>
  <inkml:trace contextRef="#ctx0" brushRef="#br1" timeOffset="-43484.81">2313 10884 3679 0,'3'-4'320'0,"-1"-1"-320"15,-1 0 0-15,0 3 0 0,0-1 1072 0,-1 1 144 0,1 0 16 0,0-1 16 16,1-3 480-16,-1-2 80 16,1-1 32-16,-2 2 0 15,0 1-80-15,-1 2-16 0,0-1 0 0,0 3 0 0,0 0-272 0,-1 4-64 16,0 0-16-16,1 1 0 16,-2 1-320-16,1 1-64 0,-1 2-16 0,1 0 0 15,0 2-160-15,1 1-16 0,-1 2-16 0,0 0 0 16,0 0-272-16,-1 2-48 0,0-1-16 0,1 0 0 15,-1 3-112-15,-2-1-32 0,1 0 0 16,-2-2 0-16,1 0-176 16,0-1-144-16,-1 1 192 0,0-1-192 15,0-2 192-15,0 1-64 0,0 0 0 0,1-2-128 0,1 0 144 0,0-2-144 0,2 0 0 0,0-1 144 0,2-2-144 0,0 0 0 16,0-1 0-16,1-2 0 0,1-1 0 0,1-1 0 16,2-4-192-16,1 0-15872 15</inkml:trace>
  <inkml:trace contextRef="#ctx0" brushRef="#br1" timeOffset="-43201.74">2106 11138 6447 0,'-3'0'272'0,"2"0"80"0,-1 0-352 0,1 0 0 0,0 0 0 0,1 0 0 16,0 0 1232-16,-1 0 176 0,0 1 48 0,-1 0 0 15,1 1 336-15,0-2 80 0,1 3 16 0,1-3 0 0,1 1-384 0,1 1-80 16,1-2-16-16,2 0 0 0,1 0-576 0,3-3-112 16,0 0-16-16,3 0-16 0,2-2-176 0,0-1-48 15,4 0 0-15,-2-2 0 0,1 1-464 0,0 0 0 16,1-3 0-16,0-2-12240 15</inkml:trace>
  <inkml:trace contextRef="#ctx0" brushRef="#br1" timeOffset="-42032.78">2607 10848 2751 0,'3'-3'256'0,"-1"0"-256"0,-1 1 0 0,1 1 0 0,-1-1 1344 0,0 2 240 0,1-3 32 0,1 1 16 15,1 0 432-15,1-3 96 16,1 0 16-16,-2 1 0 0,1-1-304 0,-1 2-48 15,-3 1-16-15,1 0 0 0,-2 2-608 0,-1 0-128 0,0 0-32 0,-4 0 0 16,0 2-240-16,-1 0-48 0,-3 1-16 0,-2 2 0 0,3-1-160 0,-4 1-48 16,-3 4 0-16,-2 1 0 15,3 0-64-15,0-1-16 0,2 0 0 0,-1 1 0 0,1 2-128 32,0 0-48-32,4-3 0 0,2 0 0 0,1 1-128 0,3-2-16 0,2 0-128 15,2-2 192-15,1-2-192 16,-3-4 0-16,0 0 0 0,0 0 0 0,0 0 0 0,35 20 0 0,-35-20 0 15,0 0 0-15,0 0 0 0,40 13 0 0,-40-13 0 16,0 0 0-16,0 0 0 0,39 10 0 0,-39-10 0 0,0 0 0 16,0 0-128-16,0 0 128 15,0 0 0-15,0 0 0 0,0 0 0 0,0 0 0 0,0 0 0 0,16 36 0 16,-20-32 0-16,-2 1 0 16,0-3 0-16,-3 1 0 0,1 1 0 0,-1-1 0 0,0-1 0 15,-2 0 0-15,1 3 0 16,-2-2 128-1,1-1-128-15,1 0 0 0,1 0 144 32,2-1-144-32,0 1 128 0,3-2-128 15,1-2 0-15,2 1 0 0,2-1 128 16,1 0-128-16,3-3 0 0,0 0-144 0,2 1 144 0,0-4-15376 0</inkml:trace>
  <inkml:trace contextRef="#ctx0" brushRef="#br1" timeOffset="-41866.04">2728 10861 17503 0,'2'-1'768'0,"-1"-1"176"0,0 1-752 0,0 0-192 15,0 1 0-15,-1 0 0 0,1 0 1536 0,1 0 288 16,1 1 48-16,0-1 16 0,3 1 176 0,-1-1 48 16,3 0 0-16,0 0 0 0,1 0-992 0,1-1-192 15,-1 0-32-15,1-1-16 0,0 0-704 0,0-1-176 16,0 2 0-16,-2-1-15552 0</inkml:trace>
  <inkml:trace contextRef="#ctx0" brushRef="#br1" timeOffset="-41685.5">2783 10910 16575 0,'-3'2'736'0,"2"-1"160"0,0 1-720 0,0-1-176 0,0 1 0 0,1 0 0 15,0-1 1616-15,-1 2 304 0,0 2 48 0,-1 0 16 16,1 5 464-16,0-1 112 0,0 1 0 0,-1 1 16 16,1 1-1200-16,0-1-240 0,0 0-48 0,-1-1-16 0,2 1-736 15,-1-2-144-15,2-1-16 0,0-2-16 0,2-1-160 0,-1-5 0 16,3 0 0-16,1-4 0 15,0-1-928 1,2-4-64-16</inkml:trace>
  <inkml:trace contextRef="#ctx0" brushRef="#br1" timeOffset="-41321.59">2979 10875 11967 0,'1'2'528'15,"-1"-1"112"-15,1 1-512 0,-1 0-128 0,-1 0 0 0,0 0 0 0,1 1 1440 0,-1 2 256 16,-1 2 48-16,-2 4 16 0,1 2 400 0,-2 3 80 15,0-1 0-15,0 1 16 0,-1-3-352 0,2 0-80 0,-1-1-16 0,1-4 0 16,2-2-944-16,1-1-192 0,2-3-32 0,0-2-16 16,0 0-496-16,0-4-128 0,1 1 0 0,0-2 0 15,1 0 0-15,-1-1 0 16,1-2 0-16,1-1 0 0,0 0 0 0,-1 0 0 0,2-2-128 0,1 0 128 16,-1 1-176-16,1 1 176 0,-1-1-208 0,1 0 80 15,-2 4 128-15,1-1-208 16,1 0 80-16,0 1 128 0,0 2-160 15,-1 0 160-15,1 1 0 16,-2 3-144 0,2-2 144-16,-1 4 0 0,0 0 0 0,0 1 0 0,-5-3 0 0,0 0 144 15,0 0-144-15,0 0 160 0,0 0-160 0,22 36 192 0,-22-36-192 16,0 0 192-16,0 0 384 0,4 37 96 0,-4-37 16 0,-3 19 0 16,1-12-240-16,-1 0-64 0,1 1 0 0,-1-1 0 0,0 0-96 0,-1-3-32 0,2 1 0 0,-1 0 0 0,0-3-256 0,1 0 160 15,1 1-160-15,1-5 128 0,1 1-128 0,1-1 0 16,1-3 0-16,1 0-17648 15</inkml:trace>
  <inkml:trace contextRef="#ctx0" brushRef="#br1" timeOffset="-40864.5">3303 10922 11967 0,'0'2'1072'0,"-1"1"-864"0,1-1-208 0,-1-2 0 16,1 1 832-16,0 1 128 0,-1-1 32 0,0 2 0 15,1 2 2000-15,1 0 400 0,2-3 64 0,0 0 32 16,2-2-1008-16,0-2-208 0,4 0-32 0,-1-2-16 16,3-1-1104-16,0 0-224 15,0-2-32-15,-1 2-16 0,-1-3-608 0,-1 2-240 0,2-2 176 0,-2-1-176 16,1 2 0-16,0-5 0 0,-2 3 0 0,-1 0 0 16,-3 1 0-16,-1-1 0 0,-1 4 0 0,-3-3 0 15,-1 4 0-15,-2-1 0 16,-2 0 0-16,0 3 0 0,-2 2 0 0,-1 0 0 0,-2 3 0 0,1 1 0 15,0 1 0-15,-1-1 0 16,-1 5 0-16,0 0 0 0,1 2 0 0,3-2 0 0,1 1 0 0,2 0 0 16,0 1 0-16,1-1 0 15,0 4 0-15,3-4 0 16,0-1 0 0,2-9 0-16,0 0 0 0,0 0 0 0,0 0 0 0,17 38 0 0,-17-38 0 0,0 0 0 0,0 0 0 0,42 24 0 0,-42-24 0 0,0 0 0 0,42 26 0 0,-42-26 0 15,0 0 0-15,44 35 0 0,-44-35 0 0,0 0 0 16,33 39 0-16,-33-39 0 0,0 0 0 0,16 37 0 15,-16-37 0-15,0 0 0 0,-5 38 0 0,-2-26 0 0,-2 5 0 16,-3-3 0-16,-2 2 160 0,1-2-160 0,-1-1 160 16,-3 0-160-16,0 0 320 0,-2-1-48 0,-1-1 0 0,-1-1 0 15,1-1-272-15,0-4 160 0,4-1-160 16,1-1 128-16,3-3-128 0,1-3 0 16,2-1 0-16,4-1 0 0,3-3-208 0,2-1-80 0</inkml:trace>
  <inkml:trace contextRef="#ctx0" brushRef="#br1" timeOffset="-40533.12">3945 10797 11055 0,'-1'-7'976'0,"0"2"-784"0,1 2-192 0,-1 1 0 0,1 0 1664 0,0 2 272 16,0-2 64-16,0 1 16 0,0 1 816 0,0 0 176 16,0 3 16-16,0 1 16 0,0-4-1040 0,0 0-208 15,0 36-32-15,0-36-16 16,-1 28-912-16,1-28-176 0,-2 40-32 0,0-14-16 0,1 3-368 0,-1 0-80 0,1-3-16 0,1-26 0 16,0 42-144-16,0-42 160 0,4 32-160 0,-4-32 160 31,0 0-160-31,0 0 0 0,0 0 0 0,15 37 0 0,-12-36 0 0,0 1 0 0,0-4 0 0,-1 1 0 15,1-4-448-15,-2 1 48 0,1-3 0 0,-3 2 0 32,0-2-3152-32,0 2-624 0,-4-2-128 0,-1 0-7776 0</inkml:trace>
  <inkml:trace contextRef="#ctx0" brushRef="#br1" timeOffset="-40359.55">3874 10991 8575 0,'-32'-19'192'0,"27"14"32"0,4 5 16 0,1 0 0 0,-1 0-240 0,-2 0 0 0,-1 0 0 0,0 0 0 0,-2 0 2688 0,2 3 512 16,1 0 80-16,3 1 32 0,0-4-224 0,0 0-32 15,0 0-16-15,34 19 0 0,-34-19-704 0,33 2-144 16,-33-2-16-16,39-2-16 0,-18-1-1312 0,0-2-256 16,1 1-48-16,1-4-16 0,-3 2-320 0,0-2-64 15,0 1-16-15,-2 0 0 0,0-2-128 0,0 2 0 16,-2-3 0-16,1 0 0 0,0 1 0 0,-2 0-176 16,-2 1 48-16,-1-1-12128 15,0 0-2416-15</inkml:trace>
  <inkml:trace contextRef="#ctx0" brushRef="#br1" timeOffset="-39822.47">4216 10621 13823 0,'-1'-7'608'0,"0"0"128"0,0 2-592 0,1 1-144 0,0 3 0 0,0 1 0 15,0 0 1776-15,0 0 320 0,0-2 64 0,0 4 16 16,-1 2 304-16,0 4 64 0,1-8 16 0,-2 24 0 16,2-24-736-16,-5 38-144 0,1-15-16 0,1-1-16 15,-1 2-768-15,-1-1-160 0,2-4-16 0,0 3-16 16,0 4-336-16,-1 1-64 0,2-1-16 0,2-26 0 15,-1 49-112-15,1-49-32 0,4 43 0 0,-4-43 0 0,8 35-128 16,-8-35 0-16,0 0 0 0,0 0 0 16,26 30 0-16,-26-30 0 0,0 0 0 0,22-4 0 15,-15-1 0-15,2-2 0 0,-3 0 0 16,1-2 0-16,1-2 0 16,-1-1 0-16,2 0 0 15,-3 1 0-15,1 2 0 0,-2 0 0 16,1 1 0-16,-2 1 0 0,1 2 0 15,0 1 0-15,-3 2 0 0,2-1 0 0,0 3 0 0,-1 3 0 0,-3-3 0 0,0 0 0 0,0 0 0 0,0 0 0 0,0 0 0 0,16 41 0 0,-16-41 0 0,0 0 0 16,11 37 0-16,-11-37 0 0,0 0 0 0,0 0 0 16,25 43 0-16,-25-43 0 0,0 0 0 0,0 0 0 15,39 26 0-15,-39-26 0 0,0 0 0 0,37 5 0 16,-37-5 0-16,28-5 0 0,-13 1 0 16,0-2 128-16,0 0-128 15,0-3 0-15,-1 0 160 16,0 0-160-16,-1-2 192 0,-2 0-192 15,-1 2 0-15,-2 0 0 16,1 0 0-16,-3-2 0 16,0 2 0-16,-2 0 0 0,0-1 0 0,-2 0 0 0,-1-1 0 0,0 2 0 0,-2 0 0 0,-2-2 0 15,-1-1 0-15,-2 0 0 0,-2 0 0 16,1 3 0-16,-1 2 0 16,-1 2 0-16,0 5 0 0,-1 0 0 0,1 4 0 0,0 2 0 0,1 3 0 0,-1 3 0 15,2 0 0-15,1 2 0 0,1 3 0 0,0 2 0 0,2 2 0 0,3-21 0 0,-2 41 0 0,2-41 0 0,6 32 0 0,-6-32 0 0,0 0 0 0,22 36 0 0,-22-36 0 0,0 0 0 16,0 0 0-16,42 24 0 0,-42-24 0 0,0 0 0 15,35-2 0-15,-22-1-18256 16</inkml:trace>
  <inkml:trace contextRef="#ctx0" brushRef="#br1" timeOffset="-39062.26">5197 10652 8287 0,'-4'-7'736'0,"1"4"-592"0,1 1-144 0,0 2 0 0,1 2 1792 0,0-2 320 15,-1 3 64-15,0 2 0 16,-2 4 592-16,-2 3 112 0,0 5 32 16,-2 4 0-16,1 5-880 0,-1 0-176 0,0 3-48 0,0 0 0 0,0 1-896 0,-2 3-176 15,1-3-32-15,1 0-16 0,-1 0-176 0,3-5-16 16,1-3-16-16,1-3 0 0,4-19-224 0,-3 26-32 16,3-26-16-16,0 0 0 0,0 0-208 0,0 0 0 15,0 0 0-15,0 0 0 0,0 0 0 0,16-9 0 16,-10-2 0-16,0-2 0 0,0-3 0 15,1 1 144-15,-1-1-144 0,1-1 128 16,-2 0-128-16,2-3 0 0,-1-2 0 0,0-4 0 16,-1 0 0-16,0-2 0 0,-1 1 0 15,-3-1 0-15,1 0 0 16,0 4 128 0,1 5-128-16,0 2 0 0,0 6 384 0,1 3-16 15,-1 3 0-15,1 4 0 0,-2 1-112 0,1 2 0 16,-3-2-16-16,0 0 0 0,0 0-48 0,18 35 0 0,-18-35 0 15,0 0 0-15,16 52-192 0,-16-52 128 0,12 43-128 0,-12-43 0 0,9 40 0 0,-9-40 128 0,9 48-128 0,-9-48 0 0,10 47 0 0,-10-47 0 0,10 38 0 0,-10-38 0 16,0 0 0-16,9 35 0 0,-9-35 0 0,0 0 0 16,0 0 0-16,0 0 0 15,0 0 0-15,0 0 0 0,0 0 0 0,0 0 0 0,9-4 0 16,-8-6 0-16,1 0 0 16,1-1 0-16,0-3 0 0,0-1 0 0,2-1 0 15,0-3 0-15,2-2 0 0,-1-1 0 16,2-2 0-16,-1-2 0 15,3 2 0-15,-2 3 0 16,0 0 0-16,0 7 0 0,0 0 0 16,-1 2 0-16,1 2 0 15,-2 1 0-15,1 5 0 0,-2 1 0 0,0 1 0 0,-1 4 0 0,-1 0 0 0,-3-2 0 16,0 0 0-16,0 0 0 0,0 0 0 0,11 34 0 0,-11-34 0 0,0 0 0 0,1 34 0 0,-1-34 0 0,0 32 0 0,0-32 0 0,0 35 0 0,0-35 0 0,0 31 0 0,0-31 0 16,1 36 0-16,-1-36 0 0,0 0 0 0,5 35 0 15,-5-35 0-15,0 0 0 16,0 0 0-16,19 40 0 0,-19-40 0 0,0 0 0 15,0 0-1136-15,0 0-112 0</inkml:trace>
  <inkml:trace contextRef="#ctx0" brushRef="#br1" timeOffset="-38736.69">5634 10745 11967 0,'0'-5'1072'0,"1"0"-864"0,-1 2-208 0,0 3 0 15,0 0 2192-15,0 0 400 0,-1-3 80 0,0 0 16 31,-1 0-224-31,-1 3-32 0,-1 3-16 0,-3 4 0 0,2 4-1120 0,-3 3-208 0,0 6-64 0,1 1 0 16,-1 2-368-16,1 0-80 0,1 2 0 0,1-1-16 0,5-24-320 0,-5 40-64 16,5-40-16-16,5 38 0 0,-5-38 48 0,0 0 16 15,21 34 0-15,-21-34 0 0,0 0-224 0,36 8 128 16,-21-11-128-16,1-5 0 0,1-1 640 16,0-3 48-16,1-3 0 0,-1-4 0 15,1 1-352-15,-3 0-64 31,-1 1-16-15,-1-3 0-16,-2 1-256 0,-2-3 0 16,-2 1 128-16,-6 2-128 15,-2 1 0-15,-4 0 0 16,-3 2 0-16,-5 0 0 0,-2 1 0 0,-3 3 160 0,0 1-160 0,-1 5 128 0,0 4-128 0,0 3 0 0,1 3 144 0,3 1-144 0,1 0 0 0,3 2 128 0,3 0-128 0,2 0 0 0,2 1 0 0,4-8 0 0,0 0 0 0,0 0 0 0,5 32 0 0,-5-32-128 16,0 0 128-16,0 0-18480 15</inkml:trace>
  <inkml:trace contextRef="#ctx0" brushRef="#br1" timeOffset="-37978.08">6046 10643 12895 0,'1'-4'576'0,"-1"1"112"0,1 2-560 0,-1-1-128 15,0 0 0-15,0 2 0 0,0 0 1536 0,0-1 288 16,0 1 48-16,0-2 16 0,-1 2 32 0,0 0 0 16,0 2 0-16,0-2 0 0,0 3-528 0,-1-1-112 15,0 1 0-15,0-1-16 0,1 1-432 0,-1 1-96 16,-1 2-16-16,0 0 0 0,-1 3 64 0,0 2 16 15,0 2 0-15,-1 2 0 0,1 4-224 0,-2-1-64 16,0 4 0-16,0-3 0 0,0 2-304 0,-1 0-64 16,3 0-16-16,-2-1 0 15,1-4-128-15,1 1 160 0,0-2-160 16,4-15 160-16,-4 20-160 0,3-15 0 16,1-4 0-16,0-2 128 0,2-1-128 15,0-5 0-15,2-1 0 16,0-3 0-16,0-1 0 0,2-3 0 0,0-1 0 0,1-3 0 0,-2 0 0 0,2 1 0 0,-2 0 0 15,1 2 0-15,0-1 0 0,-1 0 0 0,0 1 0 0,-2 2 0 0,1-3 0 0,-2-1 0 0,0 1 0 0,0 1 0 16,0 3 0-16,1 0 0 0,-1 3 0 0,1 2 0 16,0 2 256-16,-1 3 80 0,0 3 16 0,1 0 0 15,0 2-176-15,-3-2-48 0,0 0 0 0,0 0 0 16,0 0-128-16,0 0 0 0,19 41 0 0,-19-41 128 16,0 0-128-16,11 43 0 0,-11-43 0 0,7 35 0 15,-7-35 0-15,5 33 0 0,-5-33 0 0,0 0 0 16,6 47 0-16,-6-47 0 0,0 0 0 0,4 36 0 15,-4-36 0-15,0 0 0 0,0 0 0 0,4 33 0 0,-4-33 0 16,0 0 0-16,0 0 0 0,0 0 0 0,0 0 0 16,0 0 0-16,0 0 128 0,0 0-128 0,0 0 0 0,0 0 0 15,0 0 0-15,0 0 0 0,7-2 160 0,-4-7-160 16,0-3 192-16,2-3-192 0,1 1 160 0,0-3-160 0,2-1 128 0,-2-2-128 16,2 0 0-16,1-1 0 0,0-2 0 0,-1 2 0 15,1 4 0-15,0 3 0 0,-1 2 0 16,0 3 0-16,-2 4 0 15,2 3 0-15,-2 2 0 0,-6 0 0 0,0 0 0 0,0 0 0 16,0 0 0-16,33 40 0 0,-33-40 0 0,0 0 0 0,14 50 0 0,-14-50 0 16,6 42 0-16,-6-42 0 0,4 44 0 0,-4-44 0 15,1 42 0-15,-1-42 0 0,-1 34 0 0,1-34 0 16,0 30 0-16,0-30 0 0,0 0 0 0,-1 37 0 16,1-37 0-16,0 0 0 0,-6 21 0 0,2-16-18576 15</inkml:trace>
  <inkml:trace contextRef="#ctx0" brushRef="#br1" timeOffset="-36876.64">6660 10680 10127 0,'0'-2'896'0,"0"0"-704"0,1-1-192 0,-1 3 0 0,0 0 1280 0,0 0 208 16,0-2 48-16,0 0 16 15,1 1 320-15,-1 2 64 16,0 3 16-16,0 3 0 0,-1 3-192 0,1-10-32 0,-2 26-16 0,-1-10 0 15,0 1 64-15,-1 2 16 0,-1 0 0 0,-1 0 0 16,2 0-2048-16,-1 0-384 0,-1-3-96 0,-1 1-16 0,2 0 752 0,0-5 320 16,0 0-32-16,2-3 0 15,1-4 128-15,0-1 32 16,1-1 0-16,1-3 0 0,0-2-80 0,1-1-16 0,1-2 0 0,1-2 0 16,1 0-64-16,2-4-16 0,1-2 0 0,2-1 0 0,-1-3-272 0,1-1 0 15,0 1 0-15,1 0 0 16,-2 1 0-1,0-3 0-15,0 2 0 0,-3 1 0 0,2-1 0 0,-3 3 0 0,2 2 0 0,0 3 0 0,-1 1 0 16,0 1 0-16,0 3 0 0,0 3 0 16,-1-1 0-16,-1 4 208 0,-3-2-64 0,0 0-16 0,0 0 160 15,0 0 32-15,11 48 0 0,-11-48 0 16,0 29-128-16,0-29-32 0,-3 39 0 0,0-17 0 0,0 0-160 16,0-2 0-16,0-2 0 0,0-2 0 0,3-16 0 0,0 0 0 0,-4 30 128 0,5-24-128 15,0-4 0-15,0-2 0 0,1 0 0 0,1-5 0 16,0-1 0-16,2-2 0 0,0-1 0 15,-1-1 0 1,4-2 0-16,-1-4 0 0,2 1 0 16,1-2 0-1,0 1 0-15,-1 2 0 0,1 0 0 16,1-1 0-16,-2 1 0 0,0-2 0 16,0 3 0-16,-1 0 0 0,0 1 0 0,0 3 0 0,-1 2 0 0,-1 4 0 0,-2 1 0 0,0 2 0 0,-4 0 0 0,0 0 0 0,0 0 0 15,0 0 0-15,12 38 0 0,-12-38 0 0,0 0 0 0,1 44 0 16,-1-44 0-16,-2 38 0 0,2-38 0 15,-4 38 0-15,4-38 0 0,-3 38 0 0,3-38 0 0,-4 36 0 16,4-36 0-16,-1 28 0 0,1-28 0 0,0 0 0 16,0 0 0-16,4 34 0 0,-3-30 0 15,0-2 0-15,0-2 0 0,0-1 0 16,1 0 0-16,0-1 0 0,2-3 0 0,0 0-17696 16</inkml:trace>
  <inkml:trace contextRef="#ctx0" brushRef="#br1" timeOffset="-36481.74">7005 10816 6447 0,'0'-3'576'0,"0"3"-576"0,0-2 0 0,0 2 0 16,1 0 2336-16,-1 0 352 0,1 0 80 0,0 0 16 15,2 2 288-15,3-2 64 0,1 1 16 0,2-1 0 16,0 0-880-16,2-1-176 0,1 1-48 0,1-4 0 16,1 1-992-16,1 1-208 0,0-3-32 0,-1-1-16 15,1 0-416-15,-1-1-96 0,0 0-16 0,-1-2 0 16,-1 1-144-16,-3 1-128 0,0 0 144 0,-3 0-144 0,-1 0 0 0,-2 0 128 15,-2 3-128-15,-2-2 0 0,-2 1 0 0,-4-1 0 16,0 1 0-16,-3 1 0 0,-1 1 0 0,-1 0 0 16,-1 3 128-16,-1 1-128 0,1 3 0 0,-1 0 0 15,1 4 0-15,1-1 0 16,2 2 0-16,-1 1 0 0,3-1 128 0,1 3-128 16,1 2 0-16,1-2 0 15,5-12 0-15,-4 26 0 0,4-26 128 16,0 0-128-16,0 0 0 0,14 39 0 0,-14-39 192 15,0 0-64-15,0 0-128 0,45 18 192 0,-45-18-192 0,0 0 144 0,38 0-144 0,-20-2 128 16,0-5-128-16,0 0 0 0,-1 0 0 0,-1-1 0 0,0 0 0 0,0-2 0 0,-1 2 0 0,-1-3 0 31,-1 2-1456-31,0-2-272 16,0 2-48-16,-1-3-9104 16,-1 3-1840-16</inkml:trace>
  <inkml:trace contextRef="#ctx0" brushRef="#br1" timeOffset="-36244.78">7414 10614 1839 0,'0'-2'160'0,"0"0"-160"0,0 2 0 0,0 0 0 0,1-1 1984 0,-1-6 352 0,1 0 80 0,0-2 16 15,0-1 656-15,1 1 144 0,-1 4 32 0,0 0 0 16,0 2-784-16,-1 3-160 0,-1 3-16 0,0 0-16 0,0 3-752 0,-2 2-160 16,3-8-32-16,-6 21 0 0,1-4-448 0,1-1-112 15,-2 6-16-15,1-1 0 0,-1 0-336 0,0 1-80 16,0 1-16-16,-1 3 0 16,2-2-112-16,-1-2-32 0,2 1 0 0,0-4 0 0,4-19-48 15,-3 32-16-15,3-32 0 0,0 0 0 16,0 0-128-16,12 37 0 0,-12-37 0 0,0 0 0 0,0 0 0 15,23-5 0-15,-15-2 0 0,-2-3 0 16,2-2-480 0,-2 1-80-16,2-4-16 0,-3 1 0 15,1 0-2624-15,-2 0-512 16,-2 0-128-16,-2 2-9376 0</inkml:trace>
  <inkml:trace contextRef="#ctx0" brushRef="#br1" timeOffset="-36118.5">7361 10676 3679 0,'-21'-5'160'0,"13"3"32"0,5 1-192 0,2 1 0 0,0 1 0 0,0-1 0 0,-6 2 1632 0,-3 3 288 0,-1 0 48 0,-1 4 16 16,2 0 640-16,2-1 144 0,4 1 32 0,4-9 0 15,0 0-368-15,0 0-64 16,0 0 0-16,0 0-16 0,28 31-496 0,-15-32-80 0,2-1-32 0,1 0 0 16,1-3-544-16,-1-2-112 15,2 1-32-15,-1-2 0 0,2 1-656 0,0-3-128 16,0 2-16-16,0-3-16 0,-1 2-240 0,1-2 0 0,-1 1 0 0,1-2 0 16,0 1-592-16,-1 0-176 0,-1 0-16 0,-3 1-16336 15</inkml:trace>
  <inkml:trace contextRef="#ctx0" brushRef="#br1" timeOffset="-35410.44">7660 10394 6447 0,'0'-8'576'0,"-1"2"-576"0,1 3 0 0,0 0 0 0,0 1 2688 0,-1 0 448 15,1-6 64-15,-1-3 32 0,0-3-256 0,0 2-48 16,1 5-16-16,0 2 0 0,-1 5-896 0,0 3-176 16,1-3-48-16,0 0 0 0,-4 37-656 0,4-37-144 15,-5 41-32-15,0-15 0 0,0 2-512 0,0-2-128 16,0-1 0-16,1 2-16 0,-2 1-112 0,0 2 0 15,-1 2-16-15,1-1 0 0,2-2-48 0,-1-3-128 16,5-26 192-16,-3 38-64 0,3-38-128 0,0 0 0 16,2 33 0-16,-2-33 0 0,0 0 0 0,0 0 0 15,0 0 0-15,0 0 0 0,0 0 0 0,0 0 0 16,36 9 0-16,-26-16 0 0,0-2 0 16,0-2 0-1,0 0 0-15,0 0 0 0,-1 1 0 0,1-2 0 0,0 3 0 0,1-2 0 0,-2 2 0 0,-1 3 0 16,0 1 0-16,-1 0 0 0,-1 1 0 0,-2 2 0 0,1 1 0 0,-1 2 0 15,-1 0 0-15,0 2 0 0,-3-3 0 0,0 0 0 0,0 0 0 16,0 0 0-16,8 38 0 0,-8-38 0 16,0 0 0-16,2 35 0 0,-2-35 0 0,0 0 0 0,6 41 0 15,-6-41 0-15,0 0 0 0,0 0 0 0,26 38 0 16,-26-38 0-16,0 0 0 0,0 0 0 16,43 14 0-16,-29-16 0 0,1-1 0 0,1-3 0 15,1-2 0 1,-1-1 0-16,2-1 0 15,-1-2 0-15,-2-2 0 0,0 0 0 16,-1 0 0-16,-1 1 0 16,-3-1 0-16,-1 0 0 0,-3 2 0 0,-2-2 0 0,0 2 0 0,-4 1 0 0,0 1 0 0,-1 0 0 0,-2 1 0 0,-1 4 0 0,0 0 0 0,1 1 0 15,-1 6 0-15,-1 0 0 0,2 4 0 0,-1 0 0 16,0 3 0-16,4-9 0 0,-6 22 0 0,6-22 0 0,-7 28 0 0,7-28 0 0,-5 31 0 0,5-31 0 16,-4 26 0-16,4-26 0 0,0 0 0 0,2 38 0 15,-2-38 0-15,0 0 0 0,0 0 0 16,0 0 0-16,21 36 0 0,-21-36 0 0,0 0 0 15,0 0 0-15,21 0 0 0,-16-5 0 0,2 0 0 16,0-2 0-16,-1-2 0 16,1-1 0-16,-1 1 0 0,0-3 0 0,-1 0 0 0,-1 0 0 0,0 0 0 0,-3-2 0 15,1 2 0-15,-3 0 0 0,-1 1 0 0,-1 1 0 16,0-1 0-16,-2 1 0 0,-1-1 0 0,0 2 0 16,0 3 0-16,0-1 0 0,-1 4 0 0,2 2 0 0,-1 1 0 0,1 3 0 15,-1 0 0-15,0 4 0 0,2-2 0 16,-2 2 0-16,2 2 0 0,-1 1 0 15,5-10 0-15,-6 19 0 0,6-19 0 16,0 0 0-16,-4 28-144 0,4-28 144 0,0 0-192 16,0 0-11760-16,0 0-2352 0</inkml:trace>
  <inkml:trace contextRef="#ctx0" brushRef="#br1" timeOffset="-34630.58">8337 10660 19343 0,'0'0'1728'0,"0"0"-1392"15,0 0-336-15,0 0 0 0,0 0 1392 0,1 0 208 0,0 0 32 0,0-1 16 16,2 1 656-16,0-3 128 0,0 3 16 0,0-4 16 16,2 2-976-16,-1-3-192 0,0 0-32 0,1 0-16 15,0-2-800-15,-1 0-176 0,1 0-16 0,-2-3-16 16,0 3-240-16,-1-2 0 0,-2 0 0 0,-1 2 0 15,-1-1 0-15,-1 2 0 16,-1 2 0-16,-3 0 0 0,0-1 0 0,-1 3 0 0,-2 2 0 0,0 3 0 16,0 2 0-16,0 1 0 0,0 1 0 0,-1 5 0 15,2 0 0-15,-1 1 128 16,1 2-128-16,1 2 0 0,1 2 128 16,0-2-128-1,2 2 0-15,5-19 144 0,-7 28-144 0,7-28 0 16,0 0 0-16,0 0 0 0,6 38 0 0,-6-38 0 15,0 0 128-15,0 0-128 0,0 0 0 0,38 5 192 0,-26-10-192 0,1-3 192 0,0 0 32 0,1-2 16 0,0-1 0 0,-1-2 0 0,0-1-240 0,-1 0 128 16,0-2-128-16,-2 1 0 0,1 1 0 0,-3 1 0 16,1 0 0-16,-2 0 0 0,0-3 0 0,-2 2 0 15,0-3 0-15,-2 0 0 0,-1-1 0 0,-1-2 0 16,0-1 0-16,0-2 0 0,-1-1 0 16,1 0 0-16,-1 0 0 0,0 3 0 0,1 2 0 15,0 5 0-15,0 4 0 0,0 3 0 0,0 5 0 0,-1 2 0 16,-1 2 0-16,1-2 0 0,0 0 144 0,0 0-144 15,-4 43 128-15,4-43-128 0,-4 40 128 0,1-13-128 16,-2 8 128-16,1-1-128 0,0-1 0 16,0 4 0-16,0 1 128 15,2-1-128-15,-1-2 0 16,3-35 0-16,1 54 0 0,-1-54 128 0,7 38-128 0,-7-38 0 0,0 0 0 0,0 0 0 0,0 0 0 16,32 30-256-16</inkml:trace>
  <inkml:trace contextRef="#ctx0" brushRef="#br1" timeOffset="-33786.59">8673 10610 11967 0,'1'-1'1072'0,"0"1"-864"0,0 0-208 0,0-2 0 0,0 2 1504 16,1 0 256-16,0 0 48 0,1-2 16 0,2 2 784 0,0 0 144 16,2 0 48-16,-7 0 0 0,0 0-640 0,0 0-128 15,0 0-32-15,31 11 0 16,-31-11-1088-16,0 0-208 0,0 0-64 0,0 0 0 15,0 0-496-15,0 0-144 0,0 0 0 0,0 0 0 16,0 0-160-16,0 0-96 0,0 0-32 0,0 0-10848 16,0 0-2176-16</inkml:trace>
  <inkml:trace contextRef="#ctx0" brushRef="#br1" timeOffset="-33655.67">8682 10681 1839 0,'-1'2'160'0,"0"-2"-160"16,1 2 0-16,0-2 0 0,0 1 2032 0,-2 5 368 15,2-6 80 1,0 0 16-16,-4 33 496 0,4-33 96 0,0 0 32 0,6 36 0 0,-6-36-720 0,0 0-144 0,0 0-16 0,0 0-16 15,28 33-1136-15,-28-33-240 0,0 0-32 16,0 0-16-16,37 3-656 0,-27-6-144 0,-1-1 0 16,1-1-14624-16</inkml:trace>
  <inkml:trace contextRef="#ctx0" brushRef="#br1" timeOffset="-33171.99">9286 10476 7359 0,'0'-2'656'0,"0"0"-528"16,0-1-128-16,0 3 0 0,0 0 2160 0,-1 0 400 16,-1 0 64-16,1 1 32 0,-2 1 32 0,-1 2 16 0,-2 1 0 15,1 1 0-15,-1 1-912 0,1 1-176 0,0 2-32 16,1 0-16-16,-2-1-448 0,1 3-96 0,1-3 0 0,-1 3-16 16,5-12-368-16,-7 24-64 0,7-24 0 0,-8 26-16 15,8-26-160-15,-4 29-16 0,4-29-16 0,-2 36 0 16,2-36-128-16,2 35-32 0,-2-35 0 0,0 0 0 15,13 40-208-15,-13-40 176 0,0 0-176 0,0 0 160 16,34 27-160-16,-34-27 0 0,0 0 0 0,35 4 0 16,-19-7 224-16,2 1-32 0,-1-5-16 0,2 0 0 15,-1-1 0-15,1-1 0 0,1-2 0 0,-1-1 0 0,-1 2-176 16,-2-4 128-16,0 0-128 0,-3 0 128 16,-2 0-128-16,-1-1 0 0,-2 1 0 0,-1-1 0 15,-2 1 0-15,-4 0 0 0,0-3 0 16,-1 0 0-16,-1 0 0 0,-2-1 0 0,0 2 0 15,0 0 0-15,-1-2 0 0,1 1 0 0,1 1 0 0,1 3 0 0,1 0 0 16,0 4 0-16,1 2 0 0,1 1 0 0,1 3 0 16,1 2 0-16,-1-1 0 0,0 4-12416 15,-1 0-2448-15</inkml:trace>
  <inkml:trace contextRef="#ctx0" brushRef="#br1" timeOffset="-31975.62">9280 10398 4607 0,'2'-2'400'0,"-1"-2"-400"0,0 3 0 0,-1-1 0 15,1 1 1024-15,0-1 128 16,1 0 32-16,1-5 0 0,1 1 384 0,-1-2 80 0,0 3 16 0,-1 0 0 15,-1 0-448-15,-1 2-96 0,1 2-16 0,-2-2 0 16,0 3-32-16,-1 0-16 0,0 1 0 0,0 2 0 16,0 1 32-16,-1 3 16 0,0 3 0 0,1 3 0 15,2-13-80-15,-5 31-32 0,5-31 0 0,-5 41 0 16,5-41-368-16,-6 47-80 0,6-47-16 0,-5 45 0 16,5-45-320-16,-3 45-64 15,3-45-16-15,0 36 0 0,0-36-128 0</inkml:trace>
  <inkml:trace contextRef="#ctx0" brushRef="#br1" timeOffset="-30841.31">9674 10711 6447 0,'-1'-2'576'0,"0"0"-576"0,0 1 0 15,1-1 0-15,0 2 1264 0,0-2 144 0,-1-1 16 0,0-4 16 16,-1 0 736-16,1-2 160 0,1 1 32 0,-1 0 0 16,1 2-208-16,-1-1-48 0,1 2 0 0,0 2 0 15,0 0-640-15,0 2-128 0,1 1-16 0,-1 1-16 16,0 2-432-16,-2 3-96 0,0 2-16 0,2-8 0 15,-6 27-256-15,3-10-64 0,-1 2-16 0,-1 0 0 16,1 2-208-16,-3 1-32 0,2 1-16 0,-1-5 0 0,1-3-176 16,0 3 192-16,-2 0-192 15,1 3 192-15,1-6-48 16,1-3 0-16,4-12 0 0,-4 16 0 0,4-13-144 0,1-1 128 0,2-4-128 0,0-2 128 0,1-2-128 0,2-1 0 16,-1-4 0-16,2 1 0 0,-2 2 0 0,3-6 0 15,2-3 0-15,1-1 0 0,-1-4 0 0,-1 4 0 16,1 0 0-16,-3 2 0 0,-1 0 0 0,-1-1 0 15,0 2 0-15,-1 1 0 0,-1 0 0 0,0 4 0 16,0 2 0-16,0 2 0 0,-1 2 0 0,-1 1 0 16,0 2 0-16,0 2 0 0,-1 2 0 0,0-1 0 0,0 5 0 15,-1-1 0-15,1-6 240 0,0 0 16 0,-3 30 0 16,3-30 0-16,0 0-112 0,0 40-16 0,0-40 0 16,-1 27 0-16,1-27-128 0,0 0 0 0,0 37 0 0,0-37 0 15,0 0 0-15,0 0 0 0,0 36 128 16,0-29-128-16,-1-3 0 0,1-1 0 15,-1-1 0-15,0-1 0 0,0 1 0 0,0-4 0 16,0 1 0-16,1-1 0 0,-1-1 0 0,1-1 0 0,1-1 128 16,0 0-128-16,1-2 0 0,0-1 0 0,0-1 0 0,2 0 0 15,1 0 0-15,-1-2 0 0,2 0 0 0,0-1 0 16,0-2 0-16,1-2 0 0,1-1 0 0,0 0 0 16,1 1 0-16,0 0 0 0,0 3 0 0,0 2 0 0,0 3 0 15,-2 4 0-15,1 1 0 0,-3 3 0 0,-5 0 0 0,0 0 0 16,0 0 0-16,0 0 0 0,17 44 0 15,-17-44 0-15,-1 32 0 0,1-32 0 0,-3 36 0 16,3-36 0-16,-6 35 0 0,6-35 0 16,-6 29 0-16,6-29 0 0,-6 28 0 0,6-28 0 15,-5 24 0-15,5-24 0 0,0 0 0 0,-4 24 0 16,4-24 0-16,0 0 0 0,0 0 0 0,0 0 0 16,0 0 0-16,0 0 0 0,0 0 0 0,20-5 0 0,-14-2-288 0,2-2 16 15,0-1 0-15,0 0-17264 0</inkml:trace>
  <inkml:trace contextRef="#ctx0" brushRef="#br1" timeOffset="-30495.76">9967 10700 11055 0,'0'-3'976'0,"-1"1"-784"0,1 1-192 0,0 1 0 16,0 0 1712-16,0 0 288 0,-1 0 64 0,0-2 16 16,-1 2 144-16,-1 2 16 0,1 3 16 15,-2 0 0-15,-1 5-656 0,1 0-128 0,4-10-16 0,-10 28-16 16,10-28-560-16,-10 32-112 0,10-32-32 0,-7 34 0 15,7-34-288-15,0 0-48 0,-2 36-16 0,2-36 0 16,0 0-64-16,0 0 0 0,0 0-16 0,0 0 0 0,32 32-304 0,-21-32 160 16,0-3-160-16,1-3 128 0,1-1 144 0,1-5 32 15,0 2 0-15,0-3 0 16,-1 3-160-16,-2-4-16 0,0 2-128 16,-3-3 192-1,-1 4-192-15,-4-1 0 0,-2 0 0 16,-4 0 0-16,-1 1 0 0,-4 2 0 0,-1-1 0 0,-2 3 0 0,-2 1 0 0,-2 2 0 0,-1 4 0 0,2 1 0 0,-1 3 0 0,1 3 0 15,1 2 0-15,1 0 0 0,3 1 0 0,0 0 0 16,4-1 0-16,0 0 0 0,5-9 0 0,0 0 0 16,0 0 0-16,0 0 0 0,8 38 0 0,-8-38 0 15,0 0 0-15,0 0-160 16,36 10-480-16,-24-10-80 0,2-2-32 0,1-1-15600 16</inkml:trace>
  <inkml:trace contextRef="#ctx0" brushRef="#br1" timeOffset="-29945.94">10209 10685 3679 0,'1'-3'320'0,"-1"1"-320"16,0 0 0-16,-1 2 0 0,0-2 2624 0,0 2 448 0,0-3 80 0,-1 1 32 16,0-1-272-16,-1 1-48 0,-1 4-16 0,-1 1 0 15,2 2-1024-15,-2-1-208 0,1 4-32 0,0-1-16 16,-1 4-320-16,0 1-64 0,-1 2-16 0,0 0 0 16,2 3-512-16,-2-2-96 0,1 1-32 0,-1 1 0 15,1-1-32-15,5-16-16 0,-6 27 0 0,6-27 0 16,0 0-208-16,-5 30-32 0,5-30-16 0,0 0 0 15,0 0-224-15,0 0 0 0,0 0 0 0,0 0 0 16,14-1 0-16,-9-7 0 0,0-2 0 0,2-1 0 0,0-4 0 0,0 1 0 16,1 0 0-16,0-1 0 0,-1 1 0 0,0-1 0 15,1 2-128-15,-3-1 128 0,1-2 0 0,-1 3 0 16,0-1 0-16,-1-2 0 0,1 3 0 0,-1 1 0 16,1 3 0-1,-2 1 0-15,1 4 0 0,-1 2 0 0,1 2 0 0,-2 2 0 0,-2-2 240 16,0 0-48-16,0 0-16 0,0 0 0 0,12 38-16 0,-12-38 0 15,0 0 0-15,4 47 0 0,-4-47-160 0,2 34 0 16,-2-34 0-16,0 31 0 0,0-31 0 0,0 0 0 0,0 43 0 16,0-43 0-16,0 0 0 0,0 0 0 0,-2 30 0 15,2-28 0-15,-1 1 0 0,1-3 0 0,-1-2 0 0,2-1 0 16,-1-1 0-16,2-4 0 0,1 1 0 0,2-4 0 16,-2 1 0-16,3-2 0 0,1-1 128 0,0 0-128 15,0 1 0-15,1-1 0 0,-1 0 0 0,1-1 0 16,1 2 0-16,-1-2 0 0,-1 0 0 0,1 4 0 15,0 0 0-15,-1 4 0 0,-1 3 0 16,0 0 0-16,-1 1 0 0,0 2 0 0,-5 0 0 0,0 0 0 16,0 0 0-1,0 0 0-15,0 0 0 0,17 43 0 0,-17-43 0 0,0 0 0 0,0 40 0 0,0-40 128 0,-4 29 0 16,4-29-128-16,-6 31 192 0,6-31-64 16,-3 28-128-16,3-28 128 15,0 0-128-15,-3 32 128 0,3-32-128 0,0 0 0 0,0 0 0 16,0 0 0-16,0 0 0 0,0 0-144 0,0 0 144 0,0 0-18528 15</inkml:trace>
  <inkml:trace contextRef="#ctx0" brushRef="#br1" timeOffset="-28301.11">10547 10493 7359 0,'-3'0'656'0,"0"0"-528"0,1 0-128 0,1 0 0 15,1 0 1040-15,-1 1 176 0,-2 1 48 0,0-2 0 16,-2 2 768-16,1-1 144 0,1 0 48 0,0 1 0 15,2-2 112-15,1 1 32 0,2 1 0 0,2-2 0 16,0 2-720-16,2-2-144 0,-2 0-32 0,3 0 0 16,4 0-576-16,4-2-128 0,2 2-32 0,0-3 0 15,3 0-208-15,-3 0-32 0,0-2-16 0,1 1 0 0,0-1-160 0,1-1-16 16,-1 0-16-16,-2 1 0 0,-3 2-288 16,-1-1 0-16,-3 4 0 0,-1-2 0 15,-2 2 0-15,-2 0-224 0,0 2 64 16,-2-2 16-1,-2 2-1168-15,-1-1-224 0,-2 2-64 0,-2 0 0 16,0 0-1024-16,-2 1-192 0,0-1-64 0,-1 2-8832 0</inkml:trace>
  <inkml:trace contextRef="#ctx0" brushRef="#br1" timeOffset="-28091.13">10609 10563 2751 0,'-10'4'128'0,"4"-2"16"0,0 0-144 0,2 1 0 0,2-3 0 0,1 0 0 16,0 0 1728-16,-2 2 320 15,0-2 64-15,-1 0 16 0,1 0 512 0,0 2 112 0,2-2 0 0,2-2 16 16,2 2-96-16,0 0-32 0,1 0 0 0,0-2 0 15,2 2-528-15,-2-2-96 0,2 1-32 0,0 1 0 16,0 0-1024-16,0 0-224 0,2 0-32 0,-1 0-16 16,-7 0-368-16,0 0-64 0,23 0 0 0,-13-2-16 15,0 2-240-15,0-2 176 0,1 1-176 0,1-1 160 16,1 0-160-16,0-2 192 0,1 0-192 0,-1 1 192 16,1 0-192-1,0-2 0-15,0-1 0 16,0 2 128-16,-1-1-128 0,-2 1-224 0</inkml:trace>
  <inkml:trace contextRef="#ctx0" brushRef="#br1" timeOffset="-26180.38">11304 10147 4607 0,'1'-3'400'0,"-1"0"-400"0,1-1 0 0,-1 2 0 16,0 2 1264-16,1-2 160 0,0 1 48 0,0-1 0 16,0 0 160-16,2-2 32 0,-1 1 16 0,0-3 0 15,1 2-336-15,-1 0-64 0,0 1 0 0,-1 2-16 16,-1 0-256-16,-1-1-48 0,0 2-16 0,-1 2 0 16,-1-1-368-16,0 0-64 0,1 2 0 0,-1-1-16 15,-1 3-112-15,-1-3 0 16,0 5-16-16,-2-2 0 0,1 2 16 0,-1 0 16 0,0 1 0 0,1 1 0 0,-1 2 64 15,0 1 16-15,0 0 0 0,-1 3 0 16,1 1-160-16,0 1-48 0,-1 1 0 0,0-1 0 16,1 1 48-16,-1 0 16 0,1 1 0 15,-1-3 0-15,2-1 48 16,0-1 0-16,2-3 0 0,0 1 0 0,1-2-160 0,1-2-32 0,2-8 0 0,0 0 0 0,0 0-48 0,0 0-16 16,0 0 0-16,0 0 0 0,0 0-128 0,0 0 128 15,39 23-128-15,-28-28 128 0,2-1 96 0,1-1 16 16,2-3 0-16,0 0 0 0,1 1-80 0,0-1-16 15,0-2 0-15,-1 0 0 0,-3 1-144 0,-3 1 0 0,-1-1 0 16,-3 1 0-16,-2 0 0 0,-3 3 0 0,-2-2 0 16,-3-1 0-16,-1 3 0 0,-3 1 0 0,-3 0 0 0,0 1 0 15,-2 4 0-15,-1 1 0 0,-1 1 0 0,0 4 0 16,-1 1 0-16,1 2 0 0,1-1 128 0,1 3-128 16,2-1 0-16,2 1 0 0,0-1 0 0,2-1 0 15,3-2 0-15,3 2 0 0,1-4-128 0,1-1 128 16,0 2-560-1,3-3-32-15</inkml:trace>
  <inkml:trace contextRef="#ctx0" brushRef="#br1" timeOffset="-25943.49">11406 10246 8287 0,'-1'0'736'0,"1"0"-592"16,0 0-144-16,0 0 0 0,0 0 1264 0,1 0 208 15,-1 0 64-15,2 1 0 0,0-1 1024 0,2 2 192 16,1-2 64-16,-5 0 0 0,0 0-608 0,23 2-112 16,-13-2-32-16,2 0 0 0,1-2-848 0,1 2-160 15,0 0-32-15,2 0-16 0,2-3-336 0,-1 1-64 16,0 0-16-16,-2 0 0 0,-1-1-256 0,-1 1-48 16,-1-1-16-16,0 2 0 0,0-2-272 0,-2 0 0 15,0 1 0-15,-2-1 0 0,-1 1 0 0,-1 0 0 16,-1-1 0-16,-2-1 0 15,0 1-1216-15,-2 1-208 0,0 0-48 16,-1-1 0-16,-1 3-2080 0,-2-3-416 0</inkml:trace>
  <inkml:trace contextRef="#ctx0" brushRef="#br1" timeOffset="-25693.6">11622 10166 3679 0,'-7'-5'160'0,"4"0"32"0,1 3-192 0,1 2 0 0,1 0 0 0,0-2 0 16,-1-1 1360-16,0-4 240 0,-1 0 32 0,1-2 16 15,1-3 960-15,-1 2 192 0,2 1 32 0,0 4 16 0,0-2-464 0,0 4-80 31,-1 1-32-31,0 1 0 0,0 2-400 0,0 1-80 0,-2 4 0 0,0 1-16 0,0 0-576 0,-1 4-112 16,3-11-32-16,-8 31 0 0,8-31-608 0,-12 48-128 16,4-22-32-16,2 0 0 15,6-26-160-15,-11 47-128 0,11-47 192 0,-9 38-192 16,9-38 144-16,-7 33-144 0,7-33 0 0,0 0 144 16,-3 36-144-16,3-36 0 0,0 0 0 15,0 0 0-15,0 0-256 0,0 0-48 0,0 0 0 0,0 0-17056 0</inkml:trace>
  <inkml:trace contextRef="#ctx0" brushRef="#br1" timeOffset="-25080.1">11935 10072 9215 0,'-4'-4'816'0,"1"1"-656"0,1 0-160 0,0 1 0 0,0 1 640 0,1 1 80 0,0-2 32 0,-2 2 0 0,0-3 880 0,-3 1 176 16,1 1 48-16,1 0 0 0,0 1-176 0,1 0-16 31,1 1-16-31,1-1 0 0,1 1-352 0,0-1-64 16,2 0-16-16,2 0 0 0,0-1-480 0,1 0-96 15,2-1-32-15,1 1 0 0,1-1-64 0,2-1-16 16,0-1 0-16,0 2 0 0,0-3-208 0,1 2-64 16,0-1 0-16,0 1 0 0,1-2-112 0,0 2-16 15,-1 0-128-15,0 0 192 0,-2 0 48 0,0 1 0 16,-3 2 0-16,0-2 0 16,-2 2 16-16,0-2 16 0,-1 2 0 0,-3 0 0 0,1 0-16 0,-1 2 0 0,-1-2 0 0,0 2 0 15,-1 0-80-15,0 3-32 0,-1 0 0 0,0 2 0 16,2-7-16-16,0 0-128 0,-10 30 192 0,10-30-64 15,-8 25-128-15,8-25 0 0,-8 27 0 0,8-27 128 16,-11 33-128-16,11-33 0 0,-14 42 0 0,5-21 128 16,1 1-128-16,8-22 192 0,-16 43-192 15,16-43 192-15,-16 37-192 0,9-23 0 16,1-1 144-16,0-2-144 0,2-2 0 0,0 1 0 0,0-5 0 0,0 0 0 0,1-1 0 0,1-2 0 16,0 1 0-16,0-3 0 0,1 0 0 0,0-2-192 15,0 1 64-15,0-1 0 16,0 1-1872-16,-1-2-368 15,2 1-80-15,-1-1-12080 0</inkml:trace>
  <inkml:trace contextRef="#ctx0" brushRef="#br1" timeOffset="-24891.17">11917 10289 11055 0,'-3'-7'480'0,"-1"0"112"0,1 2-464 0,1 3-128 0,1 2 0 16,0-2 0-16,0 2 1664 0,0-3 320 0,-1 0 64 0,-2-1 16 16,1 0 480-16,1 1 80 0,1 0 32 0,1 1 0 15,0 2-720-15,0-1-144 0,2 0-16 0,1 1-16 16,1-3-576-16,0 1-112 0,3 0-32 15,0-1 0-15,2 1-368 0,2-3-80 0,2 0-16 16,3 1 0-16,0-3-288 0,3 2-64 0,2-3-16 0,1 2 0 16,2-1-208-16,-3 2 128 0,-3 0-128 0,1 2 0 15,0-1 0-15,-1 0 0 0,-2 1 0 0,-2 0 0 16,-2 3-192-16,-2-2-96 0,-1 2-16 0,-2 2-17648 16</inkml:trace>
  <inkml:trace contextRef="#ctx0" brushRef="#br1" timeOffset="-24192.98">11113 10586 9215 0,'-4'0'816'0,"2"0"-656"0,0-2-160 0,1 2 0 0,0 0 1024 0,-1 0 192 16,-2 0 16-16,-1-1 16 0,-2 1 16 0,-1 0 0 16,2 0 0-16,0 0 0 15,1 0-160-15,2 0-16 0,-1 1-16 0,0 1 0 0,2-2-256 0,0 2-48 16,2-1-16-16,0 0 0 0,0 1 144 0,1-2 48 15,1 0 0-15,2 0 0 0,2 0 224 0,0-2 48 16,2 1 16-16,4-2 0 16,1 0-176-16,3 1-32 0,1-3-16 0,2 0 0 15,5 0 576-15,2-1 112 0,6 0 32 0,1-2 0 16,2 2-1904-16,3 2-368 16,2-1-80-16,2 0-16 15,1 1 640-15,-1-1 0 16,0 2 0-16,3-1 192 0,2 1-192 15,0-1 0-15,2 3 144 16,-3-2-144-16,-1-2 0 0,-1 1 128 16,2-2-128-16,1-2 0 15,-2 2 0-15,1 0 0 0,-3 3 0 16,-3-2 0-16,-4 0 0 16,-3 2 0-16,-4-4 0 15,-1 2 0-15,-2 1-544 0,-2-1-128 16,-1 1-32-16,-5 3 0 15,-2-1-1280-15,-3 2-256 0,-3 0-48 16,-10 0-12400-16</inkml:trace>
  <inkml:trace contextRef="#ctx0" brushRef="#br1" timeOffset="-22838.76">11676 10671 7359 0,'-4'2'656'0,"2"-2"-528"16,0 0-128-16,1 0 0 0,0 1 944 0,-2-1 144 15,-1 2 48-15,-1-2 0 0,-2 2 816 0,0 0 160 16,1-2 48-16,1 1 0 0,2 1-80 0,0 0-16 16,2-2 0-16,0 0 0 0,1 0-528 0,1 0-96 15,1 0-32-15,1-2 0 0,1 0-352 0,0 1-80 0,2-1-16 16,0 0 0-16,2-1-160 0,0 1-32 0,0-1-16 0,3 1 0 15,0 0-224-15,1-1-32 0,2 1-16 0,-1 2 0 16,1 0-224-16,-14 0-32 0,27 5-16 16,-27-5 0-16,0 0-208 0,36 12 128 0,-36-12-128 15,0 0 0-15,0 0 0 0,0 0 0 0,29 33 0 0,-29-33 0 16,0 0 0-16,0 0 0 0,-6 29 0 16,0-21 0-16,-1 1 0 0,-1-1 0 15,-4 0 0-15,1 1 0 16,0-2 0-16,-1 0 0 15,0 1 0-15,0-2 0 0,2-1 0 16,-3 0 0-16,1-1 0 16,-1 1 0-16,3-2 0 0,0-1 0 15,3-2 0-15,2 2 0 16,2-2 0-16,2-2 0 0,0 2 0 0,2 0 0 0,0 0 0 0,1 0 0 0,2-1 0 0,1 0 0 0,2-1 0 0,2 1 0 0,2-1 0 0,1-1 0 0,2 0 0 0,0 0 128 0,1 0-128 0,1-1 0 0,0 1 192 0,0-1 0 16,0 1 0-16,1-2 0 0,1 1-192 0,-2-2 0 15,2 2 128-15,-1-1-128 0,-2 0 0 0,-1 1 0 16,0 1 0-16,-1-2 0 0,-2 2-192 0,-1 0-48 15</inkml:trace>
  <inkml:trace contextRef="#ctx0" brushRef="#br1" timeOffset="-22137.97">12732 10462 2751 0,'-5'-1'256'0,"1"0"-256"0,0 1 0 0,1-2 0 16,1 2 768-16,0 0 96 0,0 0 32 0,-2-2 0 15,-1 2 272-15,-5-1 64 0,0 1 16 0,0 0 0 16,2 0 416-16,0 0 64 0,0 1 32 0,3 1 0 15,-1 0-96-15,1-1-32 0,2 0 0 0,-1 1 0 16,0 1-160-16,2-3-16 16,1 2-16-16,0-1 0 0,0 1-224 0,2-2-32 15,0 0-16-15,0 0 0 0,3 0-160 0,2 0-48 0,1-2 0 0,0 1 0 16,4-1-128-16,-1-1-16 16,3 1-16-16,1 1 0 0,0 0-352 0,-2-1-64 0,1 0 0 0,1 1-16 15,2-1-176 1,0 2-48-16,0 0 0 0,-1 0 0 0,-1 2-144 15,-2-2 0-15,-1 0 0 16,-3 0 128-16,1 1-128 0,-3 1 0 16,0-2 0-16,-2 0 0 15,0 0 0-15,-1 0 0 0,-1 0 0 0,-2 0-176 0,0 2-1744 16,-1-2-336-16</inkml:trace>
  <inkml:trace contextRef="#ctx0" brushRef="#br1" timeOffset="-21937.83">12691 10572 5519 0,'-1'4'496'0,"1"-4"-496"15,0 0 0-15,0 0 0 0,1 2 1536 0,-1-2 192 0,1 1 64 0,1 3 0 16,-2-4 1120-16,0 0 224 0,0 0 64 0,0 0 0 16,0 0-272-16,29 9-48 0,-20-9-16 0,0-2 0 15,1 0-1152-15,0 0-240 0,3-1-32 0,0-2-16 0,0 3-912 0,1-2-192 16,0 1-48-16,0-2 0 0,0 3-272 0,0-3 0 16,0 2 0-16,-2-1 0 15,0 2-448-15,-1-1-128 0</inkml:trace>
  <inkml:trace contextRef="#ctx0" brushRef="#br1" timeOffset="-19314.04">13469 10168 15663 0,'0'-1'1392'0,"1"-2"-1120"16,-1 1-272-16,0 2 0 0,0 0 1120 0,0-1 160 16,1-2 48-16,-1 1 0 0,0-2 448 0,0 1 80 15,-1-2 32-15,0 3 0 0,0 0-464 0,-1 2-80 16,0-2-32-16,-2 4 0 0,2-1-592 0,-3 2-112 0,0 3-32 15,-1 0 0-15,-1 5-144 0,-4 2-48 0,0 3 0 0,-1 6 0 16,-3 2-48-16,0 2-16 0,1 4 0 0,-2 2 0 16,2-2-160-16,1 1-32 15,1 0-128-15,1-5 192 16,1-2 32-16,3-2 0 16,7-22 0-16,-10 44 0 0,10-44-80 15,-4 36-16-15,4-36 0 0,0 0 0 0,0 0-128 0,9 44 0 0,-9-44 0 16,0 0 0-16,0 0 0 0,0 0 0 0,27 3 0 0,-20-6 0 0,0-1 0 0,1-3 0 0,0 0 0 0,-1-1 128 0,2 0-128 0,-1 0 0 15,0 1 0-15,-2-2 128 0,1-1-128 16,-2 0 0-16,0 1 0 0,-2 0 0 0,-2-1 0 0,-1 1 0 16,1 2 0-16,-2 1 0 0,0 0 0 0,-1 1 0 15,-3-1 0-15,-1 0 0 0,0 3 0 0,-2 0 0 16,-1 2 0-16,0 1 0 0,1 0 0 0,-3 0 0 16,3 1 0-16,0 0 0 0,-1 1 0 0,3 1 0 15,2-1 0-15,0-1 0 0,2 1 0 0,0 0 0 16,1 0 0-16,2-1 0 0,1 1-304 0,1 0-32 15,1-2-16-15,2 0-16368 0</inkml:trace>
  <inkml:trace contextRef="#ctx0" brushRef="#br1" timeOffset="-19091.81">13538 10484 911 0,'6'0'0'0,"-2"0"0"0,-1 0 0 0,0 0 0 15,-1 2 1792-15,-1-2 256 0,1 0 64 0,1 1 16 16,1 0 16-16,-4-1 0 0,0 0 0 0,0 0 0 16,0 0 288-16,32 17 64 0,-32-17 16 0,0 0 0 15,0 0-544-15,0 0-112 0,0 0-32 0,0 0 0 16,0 0-752-16,22 36-160 0,-20-32-16 0,-2-4-16 16,0 0-608-16,0 0-112 0,0 0-32 0,0 0 0 15,0 0-128-15,25 5-256 0</inkml:trace>
  <inkml:trace contextRef="#ctx0" brushRef="#br1" timeOffset="-18667.8">13851 10304 11055 0,'3'-6'480'0,"-1"3"112"16,-1 0-464-16,0 0-128 0,0 1 0 0,-1 2 0 0,0 0 1632 0,1 0 304 0,0-3 64 0,-1 3 16 15,1-2 16-15,-2 4 0 0,-1 1 0 0,-1 2 0 16,1 1-320-16,-2 0-64 0,-1 3-16 0,0 0 0 16,-1 1-624-16,1 0-128 0,5-10-32 0,-10 21 0 15,10-21-272-15,0 0-48 0,-8 29-16 0,8-29 0 16,0 0-112-16,0 0-16 0,0 0-16 0,0 0 0 16,0 0-176-16,0 0-48 0,25 40 0 0,-17-37 0 15,-8-3 16-15,0 0 0 0,28 13 0 0,-28-13 0 16,0 0-32-16,31 14 0 0,-31-14 0 0,0 0 0 15,31 22-128-15,-31-22 0 0,0 0 0 0,0 0 128 16,36 30-128-16,-36-30 0 0,0 0 0 0,0 0 128 16,0 0-128-16,23 36 192 0,-23-36-192 15,0 0 192-15,0 0-192 0,0 0 192 0,0 0-192 0,0 0 192 0,0 0-64 0,-9 31 0 16,4-28 0-16,-2-1 0 0,0 0-128 0,-1-1 160 16,-3 0-160-16,-1 1 160 0,-2-1-160 0,0 1 128 15,-3 0-128-15,0 1 128 0,-1-1-128 16,0 0 0-16,0 1 0 0,0-1 0 0,1-1 0 0,1-1 0 15,2 0 0-15,1-1 0 0,2-4 0 0,2 2 0 16,2-3-224-16,1 0-11936 16,2 0-2400-16</inkml:trace>
  <inkml:trace contextRef="#ctx0" brushRef="#br1" timeOffset="-18494.89">13787 10307 12895 0,'1'-1'1152'0,"1"1"-928"0,0 0-224 0,-1 0 0 16,1 0 1856-16,0 0 320 0,3-2 64 0,4 1 0 15,4-1 768-15,5-1 128 0,2 0 48 0,2 0 0 16,3-2-1040-16,1-2-208 0,1 0-32 0,-1 2-16 16,-1-3-1248-16,-3 4-256 0,-2-1-64 0,-2 0 0 15,-4 2-320-15,-1 2 0 16,-1-1 0-16,-3 1-17920 0</inkml:trace>
  <inkml:trace contextRef="#ctx0" brushRef="#br1" timeOffset="-13517.48">2206 11527 14735 0,'-1'-3'1312'0,"1"1"-1056"0,0 2-256 0,0 0 0 0,1 0 384 0,-1 0 0 0,0 0 16 0,0-2 0 0,0 2 496 0,0 0 112 16,0 2 16-16,0 0 0 0,-1 4-128 0,1 2 0 31,0 1-16-31,-1 2 0 0,1 1-352 0,-1 2-64 0,0 0-16 0,0 2 0 0,-1 2-192 0,1 2-32 31,-2 2-16-31,0 0 0 0,1 1 144 0,-2 0 32 16,-1-1 0-16,1-3 0 0,0 1 0 0,0-2 16 16,1-2 0-16,3-3 0 0,-1-1 192 15,1-3 48-15,1 0 0 0,1-2 0 16,1-1-272-16,2-3-48 16,0 0-16-16,2-5 0 0,0-1-304 15,2-1 0-15,2-4 128 0,1-1-128 0,2-2 624 0,0-1 64 0,0-1 16 0,2-5 0 0,-1 1-512 0,1-2-192 0,-1 0 128 0,-1 0-128 16,-1 1 0-16,-1 0 0 0,1 0 0 0,0 2 0 15,-3 1 0-15,-2 0 0 0,-1 1 0 0,-1 2 0 16,-1-4 0-16,-2 2 0 0,-1 1 0 0,-1 1 0 0,-1 3 0 0,-1 2 0 16,-1 2 0-16,1 1 0 0,-2 1 0 0,0 2 0 15,0 1 0-15,0 0 0 0,1 1 0 0,-1 2 0 16,-1 1 0-16,1 3 0 0,0 1 0 0,0 2 0 16,-1 3 0-16,2 0 0 0,0-1 0 15,2 6 0-15,0-18 128 0,0 39-128 0,0-39 0 0,5 41 0 16,-5-41 0-16,7 41 128 0,-7-41 224 0,0 0 32 15,13 47 16-15,-13-47 0 0,0 0-224 0,0 0-48 16,0 0-128-16,30 40 192 0,-23-39-192 16,-1-1 0-16,1-1 0 0,-1-1 0 15,0-2 0-15,-1-1 0 0,3 0 0 0,-1-5 0 16,1 1-816-16,0 0-48 0</inkml:trace>
  <inkml:trace contextRef="#ctx0" brushRef="#br1" timeOffset="-13140.34">2680 11536 13823 0,'0'-2'1216'0,"0"-2"-960"0,0 3-256 0,0 1 0 16,-1 0 1120-16,0 0 176 0,0-2 48 0,0 0 0 15,-3 1 464-15,-1 1 112 0,0 3 0 0,-2 0 16 16,1 2-656-16,-2 1-144 0,0 1-32 0,0 1 0 16,-3 0-272-16,1 2-48 0,1 0-16 0,-1 0 0 0,0 1-272 0,1-2-64 15,0 1-16-15,0 2 0 16,-1 0 16-16,2-2 0 0,1-1 0 0,2 0 0 0,1-2-112 0,2-2 0 15,2-2-16-15,2 1 0 0,2-1-304 0,1-1 160 16,2-1-160-16,1 0 128 0,-8-1-128 16,0 0 0-16,38 2 0 0,-38-2-176 0,0 0 176 0,43 8 0 15,-43-8 0-15,0 0-128 0,38 12 128 0,-38-12 0 16,0 0 0-16,0 0-128 0,0 0 128 0,36 31 0 16,-36-31 0-16,0 0-128 0,-1 25 128 15,-2-17 0-15,-3 1 0 16,0-2 0-16,-2 3 0 15,-1-3 128-15,-2-2-128 0,-1 1 0 0,1-3 0 16,-1 0 0-16,0 0 0 0,1-2 128 0,0-1-128 0,2 0 0 0,1-2 0 0,2 0 128 0,0 1-128 0,3-4 0 0,1 1 0 0,3-1 0 16,1 0 0-16,1-2 0 0,4-1 0 0,1-1-16272 15</inkml:trace>
  <inkml:trace contextRef="#ctx0" brushRef="#br1" timeOffset="-12981.76">2779 11617 17503 0,'1'-5'768'0,"0"4"176"0,2 0-752 0,-1-1-192 0,-1 1 0 0,0 1 0 0,1 0 1600 0,0 0 304 16,2 0 48-16,3-1 16 0,1 0 176 15,0 1 32-15,3 0 16 0,-1 0 0 16,-1-2-960-16,0 2-192 0,1-1-32 0,-1 1-16 0,-1 0-784 0,0 0-208 16,-2 1 0-16,0 1-10624 15,-4 0-2208-15</inkml:trace>
  <inkml:trace contextRef="#ctx0" brushRef="#br1" timeOffset="-12806.86">2804 11700 8287 0,'-1'0'736'0,"0"0"-592"0,1 1-144 0,0-1 0 0,0 1 1136 0,0-1 192 0,0 3 32 0,0 1 16 16,0 1 992-16,1 2 192 16,-1 0 32-16,0 3 16 0,1-3-608 0,-1 2-112 15,0-1-32-15,0-1 0 0,1 2-1040 0,0-4-224 0,0 2-32 0,1-5-16 16,1 0-544-16,1-1 0 0,0-2 0 0,1-1-9216 31,1-2-1856-15</inkml:trace>
  <inkml:trace contextRef="#ctx0" brushRef="#br1" timeOffset="-12380.81">2978 11640 3679 0,'2'-2'320'0,"-1"2"-320"0,1 0 0 0,-2 0 0 0,0 0 1488 0,0 2 240 0,1-2 32 0,-1 3 16 0,2-1 448 0,-2 3 80 16,0 2 32-16,0 2 0 0,-2 1-288 0,1 0-64 15,-1 2-16-15,0-1 0 0,0-3-496 0,0 3-80 16,-1 0-32-16,1 2 0 0,-1-3-576 0,1-1-112 16,0-2-32-16,0 0 0 0,0-2-400 0,1-3-96 15,1 0-16-15,-1-2 0 0,0 0-128 0,1 0 0 16,0-2 0-16,0 0 0 0,0-2 0 0,1-1 0 16,0 0 0-16,0-3 0 15,1-1-192-15,1 0 0 0,1-1-16 0,0 0 0 16,2-1-1248-1,-1-1-240-15,-1 3-48 0,1-1-16 16,-1 3 416-16,1-3 64 0,1 1 32 0,-1-1 0 0,1 3 944 0,-1 0 304 0,0 3-160 16,1-3 160-16,1 4 144 0,-1-4 112 0,3 2 32 0,-2 0 0 0,2 1 608 15,-3 1 128 1,1 2 32 0,-2 0 0-16,1 1-112 0,-2 0-32 0,0 2 0 0,0 0 0 0,-1 4-160 15,-1 0-48-15,0 2 0 16,-1 1 0-16,-1-9-256 0,0 0-64 15,1 35-16-15,-3-20 0 0,0-1-64 16,0 1-16 0,-1-1 0-16,0-2 0 15,1 0-144-15,1-1-16 16,1-2-128-16,-1-1 192 0,2-4-192 16,0-1 0-16,2-1 0 0,-1-4 0 0,1 2-448 0,2-3-16 15</inkml:trace>
  <inkml:trace contextRef="#ctx0" brushRef="#br1" timeOffset="-11970.46">3229 11712 7359 0,'-2'5'656'0,"1"0"-528"16,1 0-128-16,0-2 0 0,0-2 1344 0,1 1 224 0,0-1 48 0,1 3 16 16,1-2 1056-16,-3-2 192 0,0 0 64 0,0 0 0 15,0 0-464-15,38 3-96 0,-28-7-16 0,0-2 0 16,0 0-1152-16,0-2-256 0,0 1-32 0,-1-1-16 16,0-1-688-16,-2 2-224 0,1 0 128 0,-3 0-128 15,1-1 0-15,-3 2 0 0,0-2 0 0,-2 1 0 16,0-1 0-16,-2 2 0 0,-1-1 0 15,-1-2 0-15,-1 4 0 0,-2-3 0 0,1 4 0 0,-3-1 0 16,2 1 128-16,-3 3-128 0,2 1 0 0,-1 3 0 16,-1 0 0-16,2 3 0 0,0 0 0 0,2 2 0 15,-1 2 0-15,1 2 0 0,1 0 0 0,1 2 0 16,1-1 192-16,2-13-192 16,0 30 192-16,0-30-192 0,0 0 288 15,11 42-48-15,-11-42-16 0,0 0 0 0,0 0-224 0,32 43 176 0,-32-43-176 16,0 0 160-16,33 26-160 0,-33-26 0 15,0 0 0-15,37 28 128 0,-37-28-128 0,0 0 0 0,0 0 144 0,37 36-144 0,-37-36 192 0,0 0-48 16,0 0 0-16,0 0 0 0,10 40-16 0,-15-32 0 16,-1 3 0-16,-4-3 0 0,0 3-128 0,-1-3 128 15,-1 1-128-15,-3-2 128 0,-3 1 16 0,-4 0 0 16,0 0 0-16,-1-1 0 0,-1 0 80 0,0-3 16 0,1 2 0 16,5-4 0-16,2-1-240 0,2-1 0 0,1-1 0 15,3-4 0-15,2 2 0 0,1-3 0 0,3-2 0 0,4 1-17920 16</inkml:trace>
  <inkml:trace contextRef="#ctx0" brushRef="#br1" timeOffset="-11165.71">3956 11731 10127 0,'-2'2'896'0,"0"-2"-704"0,0 1-192 16,1-1 0-16,1 2 1056 0,0-2 176 0,0 0 48 0,1 0 0 15,0 0 1040-15,1 0 224 16,1 0 32-16,1-2 16 0,2-1-368 0,0 0-80 0,2-1-16 16,-1-1 0-16,1-2-784 0,1-1-144 0,-1 0-48 0,-1 0 0 15,1 1-560-15,-1-2-112 0,0 0-32 0,-2-1 0 16,0 2-320-16,-2-1-128 0,-1 0 0 0,-1 1 144 15,-1-1-144-15,-2 1 0 0,-1 0 0 0,-1 2 0 16,-1 0 0-16,-2 1 0 0,0 2 0 0,-3 1 0 16,1 0 0-16,-1 0 0 0,1 2 0 0,-2 2 0 15,1 0 0-15,0 2 0 16,1 2 0-16,0 1 0 0,1 2 0 0,2 0 0 0,-2 1 128 0,3 4-128 16,0 0 0-16,0 3 0 15,3-1 0-15,-1 4 0 16,2-2 0-16,1-18 0 15,0 38 0-15,0-38 0 16,4 36 0-16,-4-36 0 0,0 0 0 0,0 0 128 0,21 39-128 0,-21-39 0 16,0 0 0-1,0 0 0-15,28 1 0 0,-20-5 0 0,0-4 0 0,2-1 0 16,0-2 0 0,0-2 160-16,3-4-160 0,1 1 160 0,-2-2-32 15,0 0 0-15,2 0 0 16,-2-2 0-16,-1 4-128 0,0-5 0 15,0 2 0-15,0-3 0 16,-1 3 0-16,-3-1 0 16,0 0 0-16,-4 1 0 0,1 0 0 15,-3-1 0-15,-1 0 0 0,-1-1 0 0,-1-1 0 0,0 1 0 0,-2 2 0 0,0 0 0 0,0 2 0 0,1 3 0 0,-1 2 0 0,0 3 0 0,1 4 128 0,2 1-128 0,0 3 128 0,0 1-128 0,0 3 320 0,0 1 0 0,0 3-16 0,-1 5 0 16,2-12-144-16,-2 31-32 0,2-31 0 0,0 48 0 0,0-20-128 0,-1 0 160 0,1 1-160 0,-1 0 160 0,0 3-160 0,-2-1 192 0,1-2-192 0,0-2 192 16,1 2-192-16,1-2 192 0,0-27-192 0,2 52 192 15,-2-52-192-15,5 38 0 0,-5-38 0 0,0 0 0 0,0 0 0 16,19 38 0-1,-19-38 0-15,12-2 0 0,-6-3 0 0,0-5 0 16,3 0-176-16,-3-4-18192 0</inkml:trace>
  <inkml:trace contextRef="#ctx0" brushRef="#br1" timeOffset="-11007.76">4261 11524 11055 0,'2'1'480'0,"-1"-1"112"0,0 0-464 0,0 2-128 16,0-2 0-16,0 0 0 0,1 0 1904 0,1 2 352 0,1-2 80 0,3 0 16 31,2 0 544-31,1 0 112 0,0-2 32 0,2-1 0 0,-2 1-1184 0,1-2-256 0,-1 1-32 0,0 0-16 16,0 0-1104-16,-2 2-208 15,-1-3-48-15,0 3-16 16,-2 1-896-16,0 1-176 0</inkml:trace>
  <inkml:trace contextRef="#ctx0" brushRef="#br1" timeOffset="-10822.74">4306 11652 8287 0,'-1'0'368'0,"0"1"80"0,1 1-448 0,0-2 0 0,1 2 0 0,-1-2 0 0,1 0 1920 16,0 3 320-1,1 0 48-15,0 0 16 0,-2-3 704 0,0 0 128 0,0 0 48 0,0 0 0 0,14 38-1088 0,-14-38-224 16,0 0-32-16,0 0-16 0,0 0-1280 0,13 38-256 16,-13-38-48-16,0 0-16 15,0 0-224-15,0 0 0 16,0 0 0-16,33 8-15776 0</inkml:trace>
  <inkml:trace contextRef="#ctx0" brushRef="#br1" timeOffset="-10456.92">4612 11598 5519 0,'5'-2'240'0,"-3"0"64"0,1 1-304 0,-1-1 0 0,0 0 0 0,-1 1 0 16,1 1 2160-16,1-2 368 0,0-2 80 0,2-1 16 15,0 1 496-15,-1-1 96 0,0 0 32 0,-2 2 0 16,0 1-656-16,-2-3-128 0,0 2-32 0,0 1 0 16,-1 1-1152-16,-2 0-224 0,0-2-48 0,-1 3-16 15,0-1-512-15,-3 1-96 0,1 1-32 0,-3 2 0 16,0-1-192-16,0 1-32 0,0 2-128 0,-2 1 192 16,0 0-192-16,1 2 0 0,0 0 128 0,1-1-128 15,3 0 0-15,1-2 0 0,1 3 0 0,1 0 0 16,1-1 0-16,2 1 0 0,1-2 0 15,-1-6 0-15,0 0 0 0,0 0 0 0,0 0 0 16,0 0 0-16,35 36 0 0,-35-36 0 0,0 0 0 16,0 0 0-16,35 22 0 0,-35-22 0 0,0 0 0 15,0 0 0-15,32 24 0 0,-32-24 0 0,0 0 0 0,0 0 0 16,0 0 0-16,0 0 0 0,0 0 0 0,23 38 0 0,-24-32 0 16,-2-1 0-16,-3 1 0 15,-2 0 0-15,-1-1 0 16,-1-2 0-16,-1 3 0 0,-2-1 0 0,0-3 0 0,-2 1 0 0,-1 1 0 0,1-4 0 0,0 1 0 0,2 1 0 15,2-2-144-15,3-2-17920 0</inkml:trace>
  <inkml:trace contextRef="#ctx0" brushRef="#br1" timeOffset="-10014.02">4978 11561 7263 0,'-2'1'640'0,"-1"0"-512"15,2 0-128-15,0 0 0 0,0-1 1152 0,0 2 208 16,-2-2 48-16,0 3 0 16,-3 0 1152-16,0 0 224 0,0-2 48 0,1 1 16 15,2-2-432-15,-1 2-96 0,0-2-16 0,0 0 0 0,0 0 64 0,-1 0 0 16,1 0 0-16,-2 1 0 0,0 1-2112 0,0 0-432 16,0 1-80-16,0 1 0 0,1 1 544 0,1-1 112 15,-2 2 32-15,1 1 0 0,1 2-240 0,0 1-64 16,-1 1 0-16,3 1 0 0,2-12-128 0,0 0 0 0,0 31 144 15,0-31-144-15,0 0 0 0,0 0-128 0,0 0 0 0,0 0 0 16,37 36-64-16,-37-36 0 16,0 0 0-16,30 4 0 15,-30-4-304-15,21 0-64 0,-12 0-16 0,-1-2-16384 16</inkml:trace>
  <inkml:trace contextRef="#ctx0" brushRef="#br1" timeOffset="-9652.52">5013 11612 5519 0,'-1'0'240'16,"0"0"64"-16,1 0-304 0,-1 0 0 0,1 0 0 0,0 0 0 0,0 0 1360 0,0 0 224 15,1 0 32-15,1 0 16 0,0-2 928 0,2 0 176 16,3-1 32-16,0-2 16 0,2 1-736 0,1-4-160 16,1 2-32-16,1 0 0 0,-1 2 144 0,1-3 32 15,2 3 0-15,-1 1 0 0,-1 1-1888 0,-1 2-368 16,-2 2-80-16,-9-2-16 0,0 0 320 0,0 0 144 15,0 0-16-15,37 33 0 0,-37-33-128 0,0 0 128 16,0 0-128-16,12 49 128 0,-12-49 0 0,0 30 0 16,0-30 0-16,-5 30 0 0,1-18 16 15,0 0 0-15,-2-3 0 0,1 0 0 16,1-1-16-16,-2-4 0 16,2-1 0-16,1-1 0 0,0-2 192 0,1-2 16 0,1-3 16 0,1 0 0 0,0-2-32 0,2-2-16 0,2-1 0 0,0-4 0 15,4-2-48-15,-1 0 0 0,2 1 0 0,0-2 0 16,2 0-112-16,0-2-16 15,1 1-128-15,0 2 192 0,0 1-192 0,-1 3 0 0,1 2 0 0,-1 1 0 16,-2 4-160-16,-1 0-32 0,1 3 0 0,-3 0 0 16,2 4-2048-1,-3 0-432-15</inkml:trace>
  <inkml:trace contextRef="#ctx0" brushRef="#br1" timeOffset="-9338.4">5347 11640 7359 0,'0'3'320'0,"1"-1"80"0,0-2-400 0,0 1 0 0,0-1 0 0,0-1 0 0,1 1 2192 0,1 0 368 15,2-2 64-15,1 0 0 0,1 1 480 0,2-2 96 16,-1 0 0-16,0 0 16 0,2-2-1024 0,-1 1-208 16,1-1-32-16,1 0-16 0,0-2-1136 0,1 1-224 15,0 0-64-15,0-2 0 0,-1 2-384 0,-1 0-128 16,1 0 0-16,-3 0 0 16,1 0 0-16,-4 1 0 0,0 1 0 0,-2-1 0 0,-1 0 0 0,-2 3-144 15,-1-3 144-15,-3 0-128 16,-1 3-304-16,-1-3-48 0,-3 1-16 0,-3 1 0 0,0 1 128 0,0 2 32 15,-2 0 0-15,2 1 0 0,2 3 336 0,-1 1 0 0,1 1 0 16,1 4 0-16,0-2 0 0,3 3 0 16,-1 0 0-1,2 1 0-15,1 0 0 0,0-1 128 16,1 0-128-16,3-11 192 0,0 0 160 16,-1 35 32-16,1-35 16 0,0 0 0 0,0 0 48 0,0 0 0 15,26 38 0-15,-26-38 0 0,0 0-320 0,29 5-128 0,-16-7 128 16,-1 0-128-16,0-1 0 0,1-2 0 0,1-2 0 0,0 0 0 0,1-2-304 15,-1 1-144-15,-1 0-16 0,1 0-15792 0</inkml:trace>
  <inkml:trace contextRef="#ctx0" brushRef="#br1" timeOffset="-1019.75">5749 11399 15663 0,'3'-3'1392'0,"1"-1"-1120"16,-2 1-272-16,-2 3 0 0,1-2 1264 0,2-3 192 15,1 1 32-15,2-4 16 0,1-1 768 0,-1 2 160 16,0-1 16-16,-3 4 16 0,0 0-944 0,-2 3-192 15,-1-1-48 1,-2 2 0-16,0 2-528 0,-1 1-112 16,-2 3-32-16,-1 2 0 0,-2 1-336 0,1 6-64 15,-2 4-16-15,-1 4 0 0,0 5-192 0,1 1 144 16,0 2-144-16,2-1 128 0,1 2 0 0,1-6-128 0,1 2 192 16,2-4-64-16,2-24 0 0,3 48-128 0,-3-48 192 15,8 42-64-15,-8-42 0 0,0 0-128 0,18 33 192 0,-18-33-64 16,0 0-128-16,0 0 0 0,35 5 0 0,-24-10 128 15,-2-2 0-15,1-3 0 0,0-2 0 16,-1 0 0-16,-1 1-128 0,-2-3 0 16,-1 0 0-16,0 1 0 0,-3 1-1152 15,-2 1-224-15,-1 1-32 0,-2 1-16 16,-2-1-2032-16,0 3-416 16</inkml:trace>
  <inkml:trace contextRef="#ctx0" brushRef="#br1" timeOffset="-863.21">5688 11538 7359 0,'-22'-2'320'16,"13"1"80"-16,4 1-400 0,2 0 0 0,2 0 0 0,0 0 0 0,-4 0 2016 0,-2 1 320 15,-2-1 64-15,-1 0 16 0,5 0 656 0,1 2 144 16,4-2 32-16,0 0 0 0,0 0-800 0,0 0-144 16,0 0-48-16,43 3 0 0,-43-3-832 0,33-5-160 15,-33 5-48-15,40-11 0 0,-20 6-768 0,-2-3-144 16,-2 2-48-16,1-2 0 0,-1 1-256 0,0-1 0 16,-2 2 128-16,-1 0-128 0,-13 6 0 0,21-8 0 15,-21 8-176-15,0 0-18096 0</inkml:trace>
  <inkml:trace contextRef="#ctx0" brushRef="#br1" timeOffset="-561.99">5890 11588 13823 0,'0'0'608'0,"0"0"128"0,0 0-592 0,0 0-144 0,0 0 0 0,0 0 0 16,0 0 2192-16,0 0 416 0,41 1 80 0,-41-1 0 15,33-5 0-15,-33 5-16 0,38-10 0 0,-38 10 0 0,34-9-1264 0,-19 4-240 16,0-2-48-16,-2 2-16 0,-2-1-784 0,-2 0-176 15,-3 2-16-15,-1-3-128 16,-2 4 0-16,-3-2 0 0,-2 1 0 0,-2 1 0 16,-1 1-576-16,-2 0-32 0,-3-1 0 0,-3 3 0 15,-1 0-96-15,0 3 0 16,-1-1-16-16,-1 2 0 0,2 1 592 0,1 0 128 0,1 2 0 0,2 0 0 16,1 1 256-16,1 1 32 0,3 1 16 0,1 1 0 0,4-11 464 0,-3 26 112 15,3-26 16-15,1 24 0 0,-1-24-96 0,0 0-16 16,17 33 0-16,-17-33 0 0,0 0-304 0,37 15-64 15,-37-15-16-15,33-3 0 0,-13-2-208 0,0-4-32 0,1 2-16 16,-1-4 0-16,0-2-144 0,0 1-192 0,0 0 32 16,0-2-18240-16</inkml:trace>
  <inkml:trace contextRef="#ctx0" brushRef="#br1" timeOffset="351.32">6639 11394 9215 0,'4'-9'816'0,"-1"4"-656"0,0 0-160 0,-2 0 0 0,0 3 1376 0,0 0 240 0,0-1 48 0,0-2 16 0,2-2 880 0,-1-1 160 16,0-3 32-16,-1 2 16 0,-1 2-656 0,-1 2-144 15,-1-1-32-15,0 3 0 0,-1 0-784 16,-1 3-176-16,1 0-16 0,0 3-16 0,-1-1-464 0,1 2-96 16,1 1 0-1,-1 2-16-15,0-1-160 0,0 2-16 0,3-8-16 0,0 0 0 0,-1 32-48 0,1-32-128 16,2 31 192-16,-2-31-64 0,4 39-128 0,-4-39 192 15,5 47-192-15,-5-47 192 0,1 52-192 0,-1-25 128 16,0 0-128-16,-2 6 128 16,0 2-128-16,-3-2 0 0,1 3 0 15,-1-7 0-15,-1-1 0 16,1-7 128 0,0-1-128-16,1-3 0 0,-2-4 0 0,0-1 0 15,0-3 0 1,-1-1 0-16,2-1 0 0,-1-4 0 0,2-2 128 0,-1-1-128 0,1-4 0 0,2-3 0 0,-1-1 0 0,0-3 0 0,1-1-416 0,0-3-64 0,1-1-16 0,-1-2 0 0,1 1-1872 0,-3-1-368 0,0 2-80 15,0-3 0-15,-1 0-960 0,-1 1-192 0,1 3-48 16,0 1 0-16,1 4 3200 0,0 1 640 0,2 4 176 0,0-1 0 16,1 3-128-16,1-3 128 0,2 4-192 0,1 0 192 0,0 0 1568 15,1-1 384-15,-4 3 80 16,0 0 48-16,25-7 1376 0,-25 7 256 0,27-7 64 0,-10 2 48 0,1 1-864 0,0-1-160 16,2 0-48-16,-1 0 48 0,0-2-1744 0,-1 0-352 31,2 1-64-31,-3 0 16 0,0 1-528 0,-1-1-128 0,-1 0 0 0,-15 6 0 0,28-9 0 0,-28 9-240 15,24-7 48-15,-24 7 32 16,21-5-736-16,-21 5-128 0,0 0-48 16,0 0-17680-16</inkml:trace>
  <inkml:trace contextRef="#ctx0" brushRef="#br1" timeOffset="995.56">6941 11512 1839 0,'0'0'160'0,"3"-2"-160"0,-1 1 0 0,0 0 0 0,-1 1 2816 15,0 0 512-15,0 0 128 0,0-2 0 0,1 0 224 0,1 1 32 0,-2-1 16 0,0 1 0 32,-1 1-1040-32,0 0-192 0,0 0-64 0,-3 13 0 15,3-13-1216-15,-8 21-240 0,4-11-48 0,0 4-16 16,-2 2-592-16,2 3-112 0,1-1-16 0,0-2-16 16,3-16-176-16,-2 25 160 0,2-25-160 0,0 0 160 15,0 0-160-15,0 0 0 0,29 29 144 0,-29-29-144 16,0 0 128-16,33-12-128 0,-18 3 128 0,-1-2-128 15,-1 0 160-15,0-3-32 0,1 0-128 0,-2 0 192 16,-1-1-192-16,-2 1 0 16,-1 2 0-16,-4 0 0 15,-3 3 0-15,-2-1 0 0,-4 1 0 16,-3 2 0-16,-3 0-160 0,-2 3 32 0,-3 1 0 0,-2 1 0 0,0 4-48 0,-3 0 0 0,3 2 0 0,-2 2 0 0,2 3 176 0,3 0-208 16,1 1 80-16,1 2 128 0,3-3 0 0,2 1 0 15,3 1 0-15,5-11 0 0,-4 17 0 0,4-17 0 16,0 0 0-16,0 0 0 0,0 0 0 0,0 0 0 15,0 0 0-15,39 17 0 0,-39-17 128 16,30-10 64-16,-13 4 0 0,1-3 0 16,0 0-64-16,1 0-128 15,1 0 192-15,0-2-64 0,-1 0-128 16,1 2 0-16,-1 2 0 0,0-1 0 16,-19 8 0-16,33-9 0 0,-33 9 0 15,29-6 0-15,-29 6 0 16,0 0 0-16,31 1 0 0,-31-1 0 0,0 0 0 0,0 0 0 15,0 0 0-15,31 24 0 0,-31-24 0 0,0 0 0 0,6 29 0 0,-6-29 0 16,0 0 0-16,1 35 0 0,-1-35 0 0,-1 25 0 0,1-25 0 16,-1 25 0-16,1-25 0 0,0 0 0 0,0 33 0 0,0-33 0 15,0 0 0-15,0 0 0 0,2 29 0 0,-2-29 0 0,0 0 0 0,0 0 0 0,0 0 0 16,0 0 0-16,0 0 0 0,0 0 0 0,-5 16 128 0,3-18-128 0,0-1 0 0,0-2 128 16,1-1-128-16,0-2 160 0,1 1-160 0,1-1 160 0,2-3-160 15,1-3 0-15,1 0 144 0,2-3-144 16,0 0 0-16,2 1 0 15,1-2 0-15,0 3 128 16,0 1-128-16,1 2 0 16,0 0 0-16,-1 3 0 0,0 0 0 15,-2 1 0-15,1 1 0 0,-2 2-128 16,-7 5-336-16,15-7-64 0,-15 7-16 16,0 0-17440-16</inkml:trace>
  <inkml:trace contextRef="#ctx0" brushRef="#br1" timeOffset="1328.76">7463 11518 5519 0,'1'-3'240'0,"-1"1"64"0,0 1-304 0,0 1 0 16,1-2 0-16,-1 2 0 0,0 0 720 0,1-1 96 15,-1 0 16-15,1-1 0 0,0 0-528 0,-1 1-112 16,0 1 0-16,0 0-16 15,0 0-1360-15,0 1-272 16,0-1-48-16,0 0-16 0,-3 9 1200 0,-1-5 320 0,0 1 0 0</inkml:trace>
  <inkml:trace contextRef="#ctx0" brushRef="#br1" timeOffset="1579.13">7299 11584 2751 0,'-5'0'256'0,"1"-2"-256"0,2 2 0 0,0-1 0 16,1 1 1248-16,1 0 208 0,0 0 32 0,-1 0 16 15,0 0 224-15,0-2 64 0,1 0 0 0,0 1 0 16,1 1-544-16,1-2-96 0,0 1-32 0,0 0 0 0,1-1-272 0,0-1-48 16,1 0-16-16,-1 0 0 15,1 0-208-15,0 0-64 0,1-1 0 0,-2 1 0 0,1-1-384 0,1 1-128 16,0-2 0-16,1 3 0 15,-1-3-576 1,0 3-160-16,-5 2-32 0,0 0-5696 0,14-5-1120 0</inkml:trace>
  <inkml:trace contextRef="#ctx0" brushRef="#br1" timeOffset="2586.17">7517 11484 4607 0,'-1'-2'400'16,"0"-1"-400"-16,1 3 0 0,0 0 0 0,0 0 976 0,-1 0 112 15,1-2 32-15,-1 0 0 0,0 1 992 0,0-1 208 0,0 1 48 0,1 0 0 16,0 1 0-16,-1 1 0 0,1 0 0 0,-1 1 0 15,0 1-352-15,1-3-64 0,0 0-16 0,-4 15 0 16,4-15-512-16,-5 17-96 0,5-17-32 0,-6 20 0 16,2-8-528-16,-1 2-128 0,0-1 0 0,-2 1-16 31,2 0-304-31,-1-3-64 0,1 1-16 0,0-3 0 16,0 1-240-16,2 0 176 0,0-3-176 0,1-2 160 0,0-2-160 0,2 0 0 0,0-3 144 0,0-2-144 15,0 2 0-15,1-2 128 0,1 0-128 0,-1-3 0 16,2 0 176-16,-1 0-48 0,2-2 0 15,-1 0 0-15,1 0-128 0,0-3 0 0,1 3 0 16,-1-1 0-16,1 0 0 0,-1-2 0 0,1 2 0 16,0-2 0-16,0 0 0 0,0 0 0 15,1 1 0-15,-1-3 0 0,3 2 0 0,-2-2 0 0,3 3 0 0,-2-2 0 0,1 2 0 0,1-1 0 16,1 2 0-16,-1 1 0 0,0 0 0 0,-1 2 0 31,-8 5 0-31,0 0 0 0,0 0 0 0,30 2 0 0,-30-2 0 0,0 0 0 0,0 0 0 0,22 36 0 16,-22-36 0-16,0 0 0 0,5 40 0 0,-5-40 0 15,-2 29 0-15,2-29 0 16,-5 29 0-16,1-15 0 0,0-2 0 16,0-2 0-16,4-10 0 0,-7 18 0 0,7-18 0 0,-6 14 0 0,4-11 0 15,-1 1 0 1,1-3 0-16,1 1 0 0,1-4 0 0,-1 1 0 0,2-3 128 0,0-1-128 0,2-2 0 0,1 0 0 0,1-3 0 0,1-2 0 16,1 0 0-16,1-2 0 0,0 2 0 0,2-3 0 15,-1 2-192-15,0-3 48 0,1 1 0 0,1 1 0 31,0 0 144-31,-1 2-160 0,-1 3 160 0,0 1-160 16,0 1 160-16,-2 2-128 0,-7 5 128 0,0 0-128 16,0 0 128-16,0 0 0 0,0 0 0 0,0 0 0 15,34 19 0-15,-34-19 0 0,0 0 128 0,4 31-128 16,-4-31 192-16,-3 24-48 0,3-24 0 16,-4 28 0-16,4-28-144 0,-7 28 160 0,4-13-160 0,-1-1 160 0,0-2-160 0,0-2 128 15,2 1-128-15,-1-1 128 0,3-10-128 0,0 0 0 16,0 0 144-16,0 0-144 0,0 0 0 0,0 0 0 15,0 0 0-15,0 0 0 0,0 0 0 16,0 0 0-16,0 0 0 0,0 0 0 0,0 0 0 0,0 0-208 16,0 0 48-16,18-9-18288 15</inkml:trace>
  <inkml:trace contextRef="#ctx0" brushRef="#br1" timeOffset="3099.61">8286 11468 8287 0,'0'-3'736'0,"-1"1"-592"0,1-1-144 0,-1 1 0 0,1 2 1424 0,-1-4 256 15,-1 1 48-15,-1-4 16 0,-1-3 944 0,0 3 192 16,-2 2 48-16,1 3 0 0,-2 2-608 0,1 2-112 16,-2 3-32-16,-1 2 0 0,0 4-1056 0,-2 2-224 15,1 3-32-15,1 4-16 0,-1 1-416 0,1 0-96 16,0 3-16-16,1-2 0 0,1 1-64 0,3-2 0 15,1-2-16-15,3-19 0 0,1 29 0 0,-1-29 0 16,0 0 0-16,0 0 0 0,0 0-112 0,35 14-128 16,-23-23 176-16,-1 0-176 0,0 1 368 0,2-5-48 15,2-2 0-15,0-5 0 0,1 2-448 16,-1-2-112-16,-3 4-16 16,-3-1 0-16,-3 3-256 0,-1 0-48 15,-2 0-16-15,-4 4 0 0,-2-1 288 0,-1 1 48 0,-3 3 16 0,0 0 0 0,-2 2 224 0,0 2 0 0,1 1 144 0,-2 2-144 16,1 5 528-16,1 0 16 0,0 0 0 0,1 4 0 15,1 0-224-15,1 1-32 0,0 1-16 0,5-11 0 16,-3 22-272-16,3-22 0 0,0 0 128 0,0 0-128 16,17 33 0-16,-17-33-304 0,0 0 64 15,36 8-11456-15,-36-8-2288 16</inkml:trace>
  <inkml:trace contextRef="#ctx0" brushRef="#br1" timeOffset="3465.75">8631 11366 8287 0,'11'-15'368'0,"-5"6"80"0,1-1-448 0,-3 3 0 0,-1 2 0 0,-2 3 0 0,1-3 2256 0,2-2 368 16,1-4 80-16,2-2 16 0,-2-1 608 0,-1 2 112 15,-1 3 16-15,-3 2 16 0,-1 2-1296 0,-1 3-272 16,-1 2-48-16,-2 0-16 0,2 3-912 0,-3 2-176 16,1 1-48-16,-1 1 0 0,0 3-432 0,0-1-80 15,0 3-32-15,0 2 0 0,0 1-160 0,0 3 192 16,1 2-192-16,1 0 192 0,0 4-192 0,0-2 192 15,4-22-192-15,-4 42 192 0,3-18-192 16,1-24 128-16,0 48-128 0,0-48 128 16,1 49-128-16,-1-49 0 0,3 50 0 0,-2-24 0 0,0 3 0 0,0-1 0 0,-1 0 0 0,-1-2 0 15,0 0 0-15,-1-4 0 0,-1 0 128 0,-2-3-128 16,-2 2 0-16,0-5 0 0,-1 3 0 16,-1-4 0-16,0-1 192 0,-1-2-64 0,0-2 0 0,0-2 0 15,0 0-128-15,-1-3 128 0,1-1-128 0,-1-4 128 16,1-2-128-16,-1-3 0 0,2-2 0 0,-1-5 0 15,1 0 0-15,0-4 0 0,1-1-224 0,0-2 80 32,2-2-1664-32,1-3-336 0,2-2-64 15,2-5-14112-15</inkml:trace>
  <inkml:trace contextRef="#ctx0" brushRef="#br1" timeOffset="3591.2">8426 11637 14671 0,'13'-18'1296'0,"-10"14"-1040"0,-2 4-256 0,-1 0 0 16,1-1 0-16,1 1 0 0,3-2-176 0,2-2 176 0,-7 4 3808 0,23-6 832 15,-23 6 160-15,33-8 64 0,-33 8-1824 16,33-8-368-16,-33 8-80 0,36-7 16 0,-36 7-1680 0,40-9-336 15,-20 3-64-15,2 2 32 0,-22 4-560 0,38-12-272 16,-38 12 16-16,35-12-18624 16</inkml:trace>
  <inkml:trace contextRef="#ctx0" brushRef="#br1" timeOffset="4173.29">9310 11456 12895 0,'-1'2'576'0,"1"-2"112"15,0 0-560-15,-1-2-128 0,1 2 0 0,0 0 0 0,1 0 1728 16,-1-2 304-16,2 1 64 0,-1-3 16 0,2 1 352 0,0-1 80 16,0-1 16-16,0 1 0 15,2-2-832-15,-1 1-176 0,0-1-16 0,0 0-16 0,0 2-672 0,-2-1-128 16,1 0-16-16,-1 1-16 15,-1 1-256-15,0-1-48 0,0 1-16 0,-2 1 0 0,1 0-80 0,-1-1-16 16,-1 0 0-16,-1 1 0 0,1 0-80 0,-2-2 0 16,-1 3-16-16,0-3 0 0,-1 3-48 0,0-2-128 15,-2 2 192-15,0-1-64 0,-1 2-128 0,-1 2 0 16,0-1 144-16,-2 2-144 16,0 2 0-16,-1 1 128 0,-1 1-128 15,0 4 0-15,1 1 0 0,0 2 0 16,-1 3 0-16,2 2 0 0,-1 4 0 15,1 3 0-15,1 0 0 16,1 0 0-16,1 3 0 0,1-2 0 16,1 1 0-16,1-2 0 15,4-3 0-15,2-23 0 16,4 38 0-16,-4-38 0 0,0 0 0 0,29 31 0 0,-29-31 0 16,0 0 128-16,45 10 16 0,-45-10 16 0,36-8 0 0,-18 2 0 0,-1 0-160 0,1-5 160 0,1 1-160 0,-3-2 160 0,-1 3-160 0,-2-3 0 0,1-1 0 0,-3 1 0 0,0 1 0 0,-4 2-304 0,-1 2 48 0,0 2 16 15,-3-2-848 1,0 3-160-16,-2 1-32 0,-1 0-15840 15</inkml:trace>
  <inkml:trace contextRef="#ctx0" brushRef="#br1" timeOffset="5720.49">9627 11474 4607 0,'0'0'400'0,"1"-2"-400"0,-1 2 0 0,0 0 0 0,0 0 1312 0,0 0 176 16,1 0 48-16,0 0 0 0,0 0 288 0,0-1 64 15,0 1 16-15,-1 0 0 0,0 0-512 0,0 0-112 16,0 0 0-16,0 0-16 0,0 0-256 0,0 1-48 15,0-1-16-15,0 0 0 0,0-1-64 0,0 1-16 16,0-1 0-16,1 1 0 0,0-2 208 0,0 2 32 0,1-2 16 0,-1 1 0 16,0-1-128-16,0 2-32 0,0-3 0 15,0 3 0-15,0 0-320 0,0-2-64 0,0 2 0 0,-1 0-16 16,0 0-240-16,0 0-32 16,0 2-16-16,0-2 0 0,0 0-272 0,0 1 160 0,-1-1-160 0,1 2 128 15,-1-2-128-15,1 0 0 0,-1 2 0 0,1-2 0 16,-1 0 0-16,1 1 0 0,0-1 0 0,-1 0 0 15,1 0 0-15,0 0 0 0,0-1 0 0,0 1 0 16,0 0 0-16,0 0 0 0,-1 0 0 0,1 0 0 16,0-2 0-16,0 2 0 0,0 0 128 0,0 0-128 15,0 0 128-15,0-2-128 0,-1 1 192 0,0 1-64 16,0 0 16-16,0 0 0 0,0-2 0 0,-1 2 0 16,0 0-16-16,0 0 0 0,0 0 0 0,-1 0 0 0,-1 0-128 15,0 2 160-15,1 1-160 0,-2 0 160 0,0 1-160 0,1 0 0 16,0 1 144-16,-1 0-144 0,2 0 0 0,-1 0 0 15,1 1 0-15,0 2 128 0,3-8-128 0,-5 14 0 16,5-14 0-16,-5 16 0 0,5-16 0 0,-4 18 128 16,4-18-128-1,0 0 0-15,-3 21 0 0,3-21 0 0,0 0 0 0,0 0 128 0,0 0-128 16,0 28 0-16,0-28 0 0,0 0 0 16,0 0 128-16,0 0-128 0,0 0 128 0,0 0-128 0,0 0 128 0,0 0-128 15,0 0 128-15,0 0-128 0,0 0 128 16,0 0-128-16,0 0 160 0,0 0-160 0,0 0 128 0,0 0-128 0,0 0 0 15,22-3 144-15,-21 1-144 0,0 2 0 16,0-1 0-16,-1 1 0 0,0 0 0 0,0 0 0 0,1 0 0 0,-1 0 0 16,0 0 0-16,0 0 0 0,0 1 0 0,0-1 0 15,0 2 0-15,0-2 0 0,-1 0 0 0,1 1 0 16,0-1 0-16,0 0 0 0,0 0 0 16,1 0 0-16,-1 0 0 0,0 0 0 0,0 0 0 0,0 0 0 0,-1 0 0 0,1-1 0 15,0 1 0-15,0 0 0 16,0 0 0-16,0 0 0 0,0 0 0 0,1 0 0 15,-1 0 0-15,0 0 0 0,0 0 0 0,1 0 0 16,-1 0 0-16,1 0 0 0,-1 0 0 0,1 0 0 0,-1 0 0 16,1 0 0-16,0 0 0 0,0 1 0 0,0-1 0 0,0 2 0 15,1-2 0-15,0 0 0 0,0 0 0 16,-2 0 0-16,0 0 0 0,0 0 0 0,0 0 0 0,0 0 0 16,0 0 0-16,0 0 0 0,0 0 0 0,0 0 0 15,0 0 0-15,28-3 0 0,-25 3 0 16,0-2 0-16,1 0 0 0,-1 0 0 0,2-1 0 15,-1-1 0-15,-1 3 0 0,0-2 0 16,1 0 0-16,-1 2 0 16,0-3 0-16,-1 1 0 0,2 1 0 0,-1 0 0 0,0-1 0 15,-1-1 0-15,0 1 0 16,1-1 0-16,-1-1 0 0,0 1 0 0,0-2 0 16,-1 0 0-16,1 0 0 0,-1-1 0 0,1-3 0 0,-1 1 0 0,1 0 0 0,-1-3 0 0,0 0 0 0,-2 0 0 0,0 0 0 0,-1 0 0 15,-1 0 0-15,-1 3 0 0,-2 2 0 0,-1 2 0 16,-2 3 0-16,-1 2 0 0,-2 2 0 0,0 3 0 0,0 0-320 15,-1 2 64-15,2 0 16 0,1 0 0 16,1 0-256 0,2 0-48-1,0 0-16-15,2-2-17088 0</inkml:trace>
  <inkml:trace contextRef="#ctx0" brushRef="#br1" timeOffset="6556.13">10005 11396 12895 0,'-1'0'1152'0,"0"1"-928"0,1 1-224 0,0-2 0 0,0 0 1568 0,0 0 272 32,-1 2 48-32,0-1 16 0,1 3 720 0,-1-3 128 0,1 0 48 0,1 1 0 0,0-2-768 0,0 0-160 15,1 0-16-15,1-2-16 0,0 0-880 0,0-2-160 16,1 1-32-16,1-2-16 15,-1 1-448-15,0-2-96 0,0 2-16 0,-1-4 0 0,-1 4-192 0,0-3 0 16,0 0 128-16,-1 2-128 0,0-1 0 0,-1 0 0 16,-1 1 0-16,-1 1 0 0,-1 1 0 0,-1-2 0 15,0 3 0-15,-2 0 0 0,-1 0 0 0,-1 1 0 0,2 2 0 0,-1 1 0 16,-1 2-192-16,0 1 192 16,-2 0-192-16,1 5 192 15,1-1-208-15,0 5 64 0,0 1 16 0,-1 3 0 0,1 2 128 0,0 3 0 16,1 1 0-16,0-1-128 15,1 1 128-15,0 1 0 0,1 0 0 0,2-6 0 0,3-19 0 0,-6 35 0 0,6-35 0 0,-2 31 0 0,2-31 0 0,0 0 0 32,0 0 0-32,12 34 0 15,-12-34 0-15,0 0 0 0,0 0 0 0,37 5 0 0,-27-11 0 16,1 0 176-16,1-2-176 0,1-4 192 16,0 1-192-16,1-2 0 15,1 0 144-15,-1 0-144 0,-1-1-192 0,-1 2-96 0,0-2-32 0,-2 2 0 0,-2 3 16 0,-1-2 0 16,-2 3 0-16,-1-1 0 0,0 2 304 0,-3 1-160 15,0 2 160-15,-1-1-128 0,0 1 128 0,-1 3 0 16,-1-1 0-16,0 4 0 0,0 1 256 0,0 0 0 16,2-3-16-16,-5 16 0 0,1-6 96 0,0 2 32 15,0 0 0-15,1 2 0 0,-1 2-208 0,0 1-32 16,1 2-128-16,-1-1 192 0,0 1-192 0,1-1 176 0,3-18-176 0,-5 32 160 16,5-32-160-16,-2 26 128 0,2-26-128 15,0 0 128-15,0 0-128 0,0 0 0 0,5 29 0 0,-5-29 0 16,2-2-368-16,0-1 0 0,1-2 0 0,-1-2-11280 15,0 0-2272 1</inkml:trace>
  <inkml:trace contextRef="#ctx0" brushRef="#br1" timeOffset="6745.33">9938 11527 19343 0,'-4'0'848'0,"1"0"192"0,1 2-832 0,1-2-208 16,1 0 0-16,0 0 0 0,0 0 2336 0,0 0 416 15,0 0 96-15,0 0 16 0,0 0-48 0,34-4 0 16,-34 4 0-16,27-8 0 0,-11 3-1808 0,0-1-368 16,1 0-80-16,1 0-16 0,0-1-368 0,-2 2-176 15,-16 5 160-15,32-8-160 0,-32 8 0 0,29-4-336 16,-29 4 48-16,27-2-18144 0</inkml:trace>
  <inkml:trace contextRef="#ctx0" brushRef="#br1" timeOffset="12412.09">11422 11271 9215 0,'-5'0'816'0,"2"-1"-656"0,0 1-160 0,2 0 0 0,0 0 1072 0,-1 0 176 31,-2 0 32-31,-1 0 16 0,-3 0 144 0,1-1 32 0,2 1 0 0,0-1 0 0,2 2 80 0,1 0 32 16,2-1 0-16,2 1 0 0,1 1-416 0,1-1-80 15,-4-1 0-15,0 0-16 0,0 0-240 0,0 0-64 32,38 11 0-32,-38-11 0 0,0 0-304 0,40 3-64 0,-20-4-16 0,2-1 0 0,2-3 192 0,1 1 48 15,-2-2 0-15,2 2 0 0,0-3-240 16,2 0-64 0,0 0 0-16,-1 0 0 0,0 2-128 0,-5 0-48 0,-5 1 0 15,-4 3 0-15,-12 1-144 0,0 0 0 0,0 0 0 0,0 0 0 0,0 0-176 0,0 0-16 0,0 0 0 0,-16 19 0 31,1-13-2048-31,-2 0-432 0</inkml:trace>
  <inkml:trace contextRef="#ctx0" brushRef="#br1" timeOffset="12886.78">11439 11302 7359 0,'-4'-3'320'0,"1"3"80"0,1-2-400 16,1 2 0-1,1 0 0-15,0 0 0 0,0 0 1184 0,0 0 160 16,-1 0 16-16,1 0 16 0,0 0 544 0,0 0 96 15,1 2 32-15,-1-2 0 0,2 1 16 0,-2-1 16 16,0 0 0-16,0 0 0 0,0 0-560 0,0 0-112 16,0 0-32-16,36 6 0 0,-36-6-400 0,0 0-80 15,37 2 0-15,-37-2-16 0,29 3-352 0,-29-3-64 16,36 5-16-16,-36-5 0 0,35 7-240 0,-35-7-48 16,0 0-16-16,43 19 0 0,-43-19-144 15,0 0 0-15,0 0 0 0,29 30 128 0,-29-30-128 16,0 0 0-16,0 0 0 0,0 0 0 0,-5 36 0 0,-1-29 0 15,-2 0 0-15,-3 1 0 0,1-2-128 0,-2 0 128 0,-2 1 0 0,1 0 0 16,1-2 0-16,-2 2 0 0,-1-3 0 0,-1 3 0 16,-1-2 0-16,1 0 0 0,1 0 0 0,-1 1 0 15,3 0-144-15,1-3 144 0,1 1 0 0,1 0 0 16,2 1 0-16,1-3 0 0,1 1 0 16,2-1 0-16,2-2 0 0,2 1 0 0,0-1 0 0,0 0 0 15,2-1 0-15,2-1 0 0,3-3 0 0,0 3 0 16,2-1 0-16,2-2 0 0,2-1 0 0,2 0 0 0,2 2 0 0,2-1 0 15,4 0 0-15,-1 1 0 0,-1 1 0 0,3-2 176 16,2 3-48-16,1 0-128 0,1 0 512 0,-3 2 0 16,-25 0 0-16,44 0 0 0,-44 0-256 0,37 0-48 15,-37 0-16-15,28 0 0 0,-28 0-192 16,0 0 0-16,26 0 0 0,-26 0 0 0,0 0 0 16,0 0 0-16,22-3-144 0,-22 3-17664 15</inkml:trace>
  <inkml:trace contextRef="#ctx0" brushRef="#br1" timeOffset="24431.41">12042 11486 12895 0,'0'0'1152'0,"-1"-2"-928"0,2 2-224 0,-1 0 0 16,0-1 768-16,0 0 128 0,0 1 0 0,0-3 16 16,1 1 640-16,-2 2 128 0,1 0 32 0,0 2 0 15,0 1-144-15,0 1-32 0,0 1 0 0,0 1 0 0,0 1-384 0,2-1-64 16,0 1-32-16,1-2 0 0,1 0-304 0,0 0-64 16,1-3-16-16,1-2 0 0,1-2-160 0,0-3-48 15,3 0 0-15,1-7 0 0,2 0 48 0,1-4 0 16,2-3 0-16,1-4 0 0,1-1-304 15,-2 0-48-15,0-2-16 0,-1 0 0 16,0 2-144-16,-2 0 0 0,0-2 0 16,-2 1 0-16,-1 0 0 0,-2 1 0 15,-1 3 0-15,-3 0 0 16,-2 0-144-16,-1 5 144 0,-1 1 0 16,-1 3 0-16,0 2 0 0,-2 3-128 0,-1 2 128 0,-1 3 0 0,0 4 0 0,-1 1 0 0,1 0 0 0,-1 3 0 0,1 2 0 0,-1 1 0 0,1 6 0 0,1 3 0 15,-1 4 0-15,1 2 0 0,2 6 0 0,-1-4 0 16,1-1 160-16,1 2-160 0,-1 7 160 0,0-1-160 15,1 2 128-15,0-4-128 0,0-2 0 0,0-6 144 16,1-2-144-16,1-4 0 0,-1-17 0 0,0 0 0 16,0 0 0-16,0 0 0 0,19 35 0 15,-12-35 0-15,-2-2 0 0,2-4 0 0,0 0 0 16,1-5 0-16,1 1 0 0,0-4-304 0,0-1 48 0,1-3 16 16,-1 1-704-1,0-3-144-15,0 0-16 0,-1 1-16 0,-2 0-160 16,1 0-48-16,0-3 0 15,1 2 0-15,-2 2 768 0,-1 2 160 0,-1 2 16 0,-1 2 16 0,0 0 368 0,-2 3 0 0,-2 4 0 0,0-2 0 0,-2 4 224 0,1 2 16 16,-1 0 0-16,0 2 0 0,0 0 448 0,0 2 80 16,1 4 32-16,-1 0 0 0,1 0-160 0,-1 1-48 15,1 4 0-15,0 4 0 0,1 0-208 0,-1 3-64 16,0 0 0-16,2 0 0 0,0 2-112 16,0-21-16-16,4 43-16 0,-4-43 0 15,7 33 64-15,-7-33 16 0,0 0 0 0,0 0 0 0,30 34-256 0,-30-34 0 16,0 0 128-16,30-3-128 15,-17-4-304-15,-1-2-96 0,0-1-32 16,0-2-15264-16</inkml:trace>
  <inkml:trace contextRef="#ctx0" brushRef="#br1" timeOffset="24637.77">12552 11411 10127 0,'-3'-1'896'0,"2"-1"-704"0,0 0-192 0,0 0 0 16,0 2 1904-16,1-2 336 0,-1 1 80 0,0-1 16 15,0-1 496-15,0 1 112 0,0 0 0 0,0 0 16 16,0 4-1296-16,-1 0-256 0,1 6-48 0,-1 3-16 0,0 3-608 0,-1 4-128 16,0 2-32-16,-1 1 0 15,-1 3-384-15,1 0-64 0,-2-3-128 0,2-3 176 0,2-3-176 0,-1-3 0 16,1 2 0-16,1-4 0 16,1-2-368-16,1-3 0 0,2-5 0 0,1-3 0 15,-1-3-2016-15,3-3-416 0</inkml:trace>
  <inkml:trace contextRef="#ctx0" brushRef="#br1" timeOffset="24841.69">12559 11416 9615 0,'-1'-8'192'0,"0"6"64"0,0-2 0 0,1 3 32 0,0 1-288 0,-1 0 0 0,1 0 0 0,0 1 0 0,0 3 3024 0,0 0 560 16,1 2 96-16,-1-6 32 0,0 0-1376 0,0 0-272 16,12 40-48-16,-12-40-16 0,0 0-976 0,0 0-192 0,23 44-32 0,-23-44-16 15,0 0-496-15,0 0-96 0,27 36-32 0,-27-36 0 16,0 0-160-16,0 0 0 0,0 0 0 0,18 34 0 31,-18-27-768-31,-2 0-144 0,-1-2-32 0,-1 2 0 16,-2-3-1312-16,1-2-272 0,-1 1-48 0,0-2-16 15,-2 0-320-15,1-1-64 0</inkml:trace>
  <inkml:trace contextRef="#ctx0" brushRef="#br1" timeOffset="24982.59">12526 11600 3679 0,'-19'-7'160'0,"16"7"32"0,3 0-192 0,0 0 0 0,-1-2 0 0,0 2 0 0,0-2 1568 0,-2 1 272 15,0-2 48-15,1 2 16 0,2-2 624 0,0 1 128 16,1 0 32-16,2 2 0 0,1-1-576 0,0 1-96 15,2 0-32-15,1-2 0 0,2 2-544 0,-2-1-112 16,1 0-32-16,1-1 0 0,0-1-784 0,0 0-144 16,1 1-48-16,-3 0 0 0,0-2-320 0,1 1 0 15,-2 0-192-15,1 1-14464 16</inkml:trace>
  <inkml:trace contextRef="#ctx0" brushRef="#br1" timeOffset="25297.56">12717 11210 8287 0,'-1'-4'368'0,"1"2"80"0,0 0-448 0,-1 0 0 0,1 2 0 0,-1-2 0 16,1 2 2048-16,-1-1 320 0,0-1 64 0,0 2 0 15,-1-3-64-15,-1 1-32 0,2 2 0 0,0-1 0 16,-1 2-864-16,0-1-192 0,-1 2-16 0,0 3-16 16,2 0-416-16,-1 2-64 0,0 0-32 0,1 5 0 0,1-12-64 0,2 24-16 15,-2-24 0-15,4 30 0 16,-4-30-288-16,8 38-64 0,-8-38-16 0,7 38 0 0,-7-38-128 16,10 36-32-1,-10-36 0-15,0 0 0 0,18 45-128 0,-18-45 0 0,0 0 0 0,0 0 0 16,0 0-848-16,35 27-160 0,-35-27-16 15,17-5-14144-15</inkml:trace>
  <inkml:trace contextRef="#ctx0" brushRef="#br1" timeOffset="25742.24">12878 11223 3679 0,'-3'-5'160'0,"0"1"32"0,2-1-192 0,0 2 0 0,1 1 0 0,-1 2 0 16,0-1 1984-16,0-2 336 0,0 0 80 0,-1-2 16 31,1 2 192-31,0 0 32 0,0 2 16 0,1 1 0 0,1 3-688 0,-1-1-144 0,0 3-32 0,0 2 0 16,0-7-512-16,0 0-96 0,2 31-32 0,-2-31 0 15,1 33-512-15,-1-33-96 16,2 39-32-16,-2-39 0 0,1 42-128 0,-1-42-48 0,5 40 0 0,-5-40 0 16,0 0-176-16,14 41-32 0,-14-41-128 0,0 0 192 15,0 0-192-15,0 0 0 0,0 0 0 0,37 11 0 16,-30-18 0-16,-1-3-192 0,1-1 192 15,0-1-208 1,0 0-560-16,-2-3-128 0,1 1 0 0,-1 0-16 0,-2 2-448 0,0-2-96 0,-1 2-16 0,-1 0 0 16,0 0 768-16,-2 0 128 15,-1 1 48 1,-1 1 0-16,0 1 528 0,1-1 0 0,-1 6 0 0,0-1 0 16,0 2 352-16,1 1 128 0,2 2 32 0,-2 2 0 0,1-1 608 15,-1 1 128-15,1 0 32 16,1 1 0-16,0 1-480 0,-1-1-96 0,2 4 0 0,-1-2-16 0,2 3-256 0,-2-8-48 0,0 0-16 0,8 32 0 0,-8-32-160 0,0 0-16 31,11 40-16-31,-11-40 0 0,0 0 0 0,15 41 0 0,-15-41 0 0,0 0 0 0,19 35-176 0,-19-35 128 16,0 0-128-16,0 0 128 0,0 0-128 0,0 0 0 15,0 0 0-15,38 19 0 16,-34-21-288 0,0-1 16-16,1-2 0 0,-3-1-15792 0</inkml:trace>
  <inkml:trace contextRef="#ctx0" brushRef="#br1" timeOffset="26006.72">13074 11128 6447 0,'0'-3'576'0,"0"0"-576"0,1 2 0 0,0 1 0 16,-1 0 1920-16,1 0 256 0,0 0 64 0,2-2 16 0,1 2 432 0,1 0 96 15,-5 0 16-15,0 0 0 16,0 0-816-16,0 0-176 0,45 24-16 0,-45-24-16 15,0 0-816-15,36 33-144 0,-36-33-48 0,0 0 0 0,38 42-128 0,-38-42-16 16,0 0-16-16,27 41 0 0,-27-41-288 0,0 0-48 16,14 47-16-16,-14-47 0 0,0 32-80 0,-5-16-32 15,0-2 0-15,-4 2 0 16,-1 1 112-16,-2 0 32 0,0-2 0 16,-2-2 0-16,1 1-288 0,-1 0 0 15,0-2 128-15,0-2-128 0,2 0 0 0,1-3-304 0,1 0 64 0,1-3-11056 0,2-1-2208 0</inkml:trace>
  <inkml:trace contextRef="#ctx0" brushRef="#br1" timeOffset="26889.67">13332 11337 9215 0,'-1'0'816'0,"0"-2"-656"0,1 2-160 0,0 0 0 0,0 0 1360 0,0-1 240 0,-1 0 64 0,1 0 0 16,-1-1 768-16,1 2 144 0,0-2 48 0,1 2 0 16,1 0-880-16,-1 0-160 15,0 0-48-15,0 2 0 0,1-2-384 0,1 3-96 16,-1 1-16-16,0-1 0 0,-2-3-400 0,0 0-64 0,0 0-32 0,0 0 0 15,0 0-352-15,0 0-64 0,10 32 0 0,-9-28-128 16,-1 1 128-16,0-4-128 0,0 1 0 0,0-1 0 16,1-2 0-16,0-1 0 0,0 0 0 0,0-2 0 0,0 0 0 0,1 0 0 31,0-3 0-31,1 1 0 0,-1 0-240 0,0-1 48 0,-1-1 16 16,1 2 0-16,1-1-912 0,-1 2-176 0</inkml:trace>
  <inkml:trace contextRef="#ctx0" brushRef="#br1" timeOffset="27503.91">13475 11546 911 0,'2'-3'0'0,"0"1"0"0,0 0 0 0,0 1 0 0,0-1 2416 0,-1 0 400 0,2 0 64 0,1-3 32 16,4 0-464-16,2-7-80 0,2 0-32 0,1 0 0 15,0-2-1184-15,0-2-224 0,-1 2-48 0,0-3-16 16,-1 0-176-16,0 1-48 0,-1-4 0 0,-1 2 0 16,1 1-432-16,-3-2-80 0,0 3-128 15,-2-6 176-15,0 3-16 0,-1-4 0 0,-2-1 0 0,0 0 0 0,0 3 0 0,-2 2 0 16,-1 2 0-16,-1 3 0 0,1 2 96 15,-1 5 32-15,0 0 0 0,-1 2 0 16,1 3 288-16,-1 2 48 16,1 1 16-16,1 2 0 0,-1 3 640 0,0 1 128 15,1 4 16-15,-1 3 16 0,0 3-1616 0,1 0-320 16,1-17-64-16,-1 40-16 0,1-40 576 0,0 36 272 16,0-36-16-1,2 44-16-15,-2-44-112 0,3 43 0 0,-3-43-128 0,5 39 192 0,-5-39-192 16,0 0 0-16,12 42 128 0,-12-42-128 15,0 0 0-15,0 0 0 0,0 0 0 0,0 0 0 0,36 16 0 0,-30-20 0 16,2-4 0-16,0-1 0 0,0 0-304 0,0-3 0 0,0-2 0 0,1 0 0 16,-1 2-480-16,-1-3-112 0,1 1 0 0,-2-3-16 15,1 3 144-15,-2-2 16 0,0-3 16 0,-2 2 0 0,-1-2 464 0,-1 2 80 16,0 2 32-16,-2 2 0 0,1 4 160 0,-1 2 0 0,1 2 0 0,-1 2 0 16,-1 3 128-1,-1 2 96-15,0 2 32 0,0 2 0 0,0 1 1216 0,-1 3 256 16,1 1 64-16,1 1 0 15,0 3-1664-15,1 4-320 0,0-3-64 16,1-16 0-16,2 38 624 0,-2-38 128 0,4 41 16 0,-4-41 16 0,9 37 96 0,-9-37 16 0,0 0 0 0,21 48 0 16,-21-48-304-16,0 0-48 15,27 30-16-15,-27-30 0 0,0 0-272 0,0 0 0 0,36 22 0 0,-36-22 0 32,0 0-576-32,0 0-112 15</inkml:trace>
  <inkml:trace contextRef="#ctx0" brushRef="#br1" timeOffset="28497.37">11355 11832 2751 0,'-9'0'256'0,"1"-2"-256"0,2 2 0 0,3-1 0 16,1 1 752-16,-4-1 96 0,-5-1 32 0,-6 0 0 15,-3-1-80-15,-3 0-16 0,2 1 0 0,2-2 0 16,2 3 368-16,0-1 80 0,2 0 16 0,2 1 0 16,0-1 128-16,2 0 32 0,2 0 0 0,2 0 0 15,0 1 192-15,2-1 32 0,0 4 16 0,3-2 0 0,0 0-240 0,3 1-32 16,2 1-16-16,1 0 0 16,-4-2-384-16,0 0-80 0,0 0 0 0,39 14-16 0,-39-14-432 15,0 0-64-15,50 12-32 16,-50-12 0-16,38 7-176 0,-38-7-48 0,51 7 0 0,-51-7 0 15,66 8 64-15,-30-4 16 0,1-2 0 16,0-2 0-16,0 1-16 0,-1-2-16 0,0 1 0 0,1 0 0 16,0 1 64-16,1 0 16 0,2 2 0 0,2-3 0 0,3 0-128 0,-2-3 0 15,0 1-128-15,-1 0 192 0,-2 0-32 0,1-1-16 0,2 3 0 16,2-2 0-16,2 0-144 0,-2 1 192 0,0-1-192 16,-2 0 192-16,-2 0-192 0,-1 1 128 0,0 1-128 15,3 3 128-15,1-1-128 0,0 0 0 0,-1 1 0 16,-1-3 0-16,-1 0 128 0,-1 0-128 15,0 2 0-15,0-1 128 16,2 3 16-16,0-2 0 16,2 1 0-16,-1-1 0 0,1-2-144 0,-3 0 192 15,-3 0-192-15,3 0 192 16,2 0-192-16,2-2 160 16,4 1-160-16,1-1 160 0,-2-2-160 0,-1-1 128 0,-1 0-128 0,0 1 128 15,0 1-128-15,2 1 0 0,3 1 0 0,-2 1 0 0,-4-2 0 0,2 1 0 0,1-2 0 0,-1 3 0 0,-1 0 0 0,3 0 0 0,1 0 0 0,-2 0 0 0,-1 0 0 0,-3 0 0 16,-2-3 0-16,-1 3 0 0,1-2 0 0,2-1 0 15,1 3 0-15,1-4 0 0,-2 1 0 16,-3-2 0-16,-2 1 0 0,0-3 0 0,0 3 0 0,-1-2 0 16,0 1 0-16,-1 1 0 15,0-1-336-15,-3 0 0 0,-1 3 0 0,-5 0-11120 16,-3-1-2240-16</inkml:trace>
  <inkml:trace contextRef="#ctx0" brushRef="#br1" timeOffset="30368.79">11533 12024 10127 0,'-4'0'896'0,"1"0"-704"16,1 0-192-16,0 0 0 0,0 0 1104 0,0 0 192 15,-2 0 48-15,-3 0 0 0,0 0 224 0,0 3 48 16,-1-2 16-16,3 1 0 0,1 1-336 0,1-2-64 16,2 2-16-16,0-1 0 0,1 1-416 0,1-1-96 15,0 0 0-15,2 0-16 0,1-2-160 0,-1 1-16 0,2 1-16 0,0-2 0 16,1 0 16-16,0 0 16 0,3-2 0 0,0 1 0 16,3-1 16-16,0 0 0 0,2 0 0 0,0-1 0 15,1 1-144 1,1 1-16-16,-16 1-16 0,33-2 0 0,-33 2-240 15,33-1-128-15,-33 1 128 0,35 1-128 0,-35-1 0 16,33 3 0-16,-33-3 0 0,0 0 128 0,42 7-128 16,-42-7 0-16,0 0 0 0,29 2 0 0,-22-2 0 15,0 0-128-15,-3 0 128 0,0 0-128 0,-2 0-592 16,-1 0-112-16,-1 0-32 0,-2 2 0 0,-2-1-1824 16,0 1-352-16,-2 0-80 0,-1 1-7760 0</inkml:trace>
  <inkml:trace contextRef="#ctx0" brushRef="#br1" timeOffset="30873.76">11570 12082 7743 0,'-10'0'160'15,"3"0"32"-15,0 0 16 0,3 0 32 0,1 0-240 0,1 0 0 0,-1 0 0 0,-1 0 0 0,-3-2 1952 0,-1 1 352 16,0-3 64-16,2 1 48 0,1 1 0 0,2-1 0 16,3-2 0-16,-1 2 32 0,1 0-656 0,1 0-144 15,-1 1-32-15,2-1 48 0,-1 1-608 0,1 2-112 16,0 0-32-16,1 0 48 0,-1 2-352 0,2 1-64 15,1-1-16-15,-5-2 48 0,0 0-256 0,0 0-32 0,0 0-16 0,42 33 48 16,-42-33-192-16,0 0-128 0,39 26 192 16,-39-26-64-16,0 0-128 0,48 19 0 0,-48-19 0 15,0 0 128-15,48 18-128 0,-48-18 0 0,0 0 0 0,39 15 0 16,-39-15 0-16,0 0 0 0,0 0 0 0,36 17 0 16,-36-17 0-16,0 0 0 0,0 0 0 0,0 0 0 15,0 0 0-15,5 33 0 0,-11-27-128 0,-2 2 128 16,-1 0 0-16,-2-1 0 0,-1 0-144 15,-1-2 144-15,0 2 0 0,-1-2-192 0,0 0 192 0,-1-1-192 0,0 1 64 16,-1-3 0-16,2 3 0 0,0-3 0 0,0 0-16 16,0 1 0-16,1 0 0 0,1 0 0 0,1 0 144 0,1 0 0 15,2-1 0-15,0 1 0 0,3-1 0 0,0 0 0 16,2 0 0-16,2 1 0 0,1-2 0 0,0 1 0 16,1-2 0-16,2 2 0 15,0-2 0-15,2 0 144 0,0 0-16 0,2 0-128 0,0 0 400 0,3-2-16 16,0 2-16-16,-10 0 0 15,27-2-112-15,-27 2 0 0,30-3-16 0,-30 3 0 0,35-1-80 16,-35 1-16-16,40-2 0 0,-19 0 0 0,2 0-16 16,-23 2-128-16,44-3 192 0,-22 1-64 0,-4 0-128 15,0-1 128-15,-2 2-128 0,-1-2 128 16,-2 0-128 0,-3 1 0-16,-1 1 0 0,-3-1 0 0,-1 2-192 0,-1 0-32 15,-3 2 0-15,-1-1-17248 0</inkml:trace>
  <inkml:trace contextRef="#ctx0" brushRef="#br1" timeOffset="32749.91">12155 12310 11967 0,'-1'2'1072'0,"0"0"-864"0,0-2-208 0,1 0 0 15,0 0 1136-15,0 1 176 0,0 0 32 0,-1 1 16 16,2 1 352-16,0 0 64 0,1-1 16 0,1-2 0 15,3-2-528-15,0 0-112 0,1-2 0 0,0 0-16 16,3-3-336-16,0 0-64 0,1-3-16 0,0-2 0 0,1 0-240 0,0 0-48 16,0-2-16-16,0 0 0 0,0 0-176 0,0 0-48 15,-1 0 0-15,-1-3 0 0,0 2-192 0,-2 1 0 16,1-1 128-16,-2-2-128 16,1 0 0-16,-4 0 0 0,2 3 0 0,-3-2-160 15,-1 2 160-15,-1 1-160 16,-1 1 160-16,-2-1-160 0,1 3 160 15,-2 0 0-15,0 3-144 0,0 1 144 0,0 3 0 0,1 0 0 0,0 3 0 0,-1 0 0 0,1 3 0 0,0 1 128 16,0 1-128-16,2 2 128 0,-2 3 16 0,1 0 0 16,1 6 0-16,-1 0 0 0,1 3 160 0,0 2 16 0,0 2 16 15,0-23 0-15,3 46-144 0,-3-46-16 0,1 41-16 0,-1-41 0 16,4 36-160-16,-4-36 160 0,0 0-160 16,8 40 160-16,-8-40-160 0,0 0 0 0,0 0 0 0,0 0 0 15,0 0 0-15,25 35 128 0,-21-35-128 0,1 0 0 16,0-2 0-16,0-3 0 0,1 0 128 0,1-3-128 15,1-1 0-15,2-2 0 0,0-1-160 0,0-4 160 32,1 0-576-32,1-2-32 0,0-2 0 15,0 0 0-15,1-1-832 16,-1-1-160-16,0 3-48 0,-3 0 0 16,0 1-368-16,-1 3-80 15,-2 1-16-15,-1 2 0 0,-1 0 768 0,0 3 128 16,-1 1 48-16,-1 1 0 0,-1 2 848 0,-1 1 160 0,0 0 160 0,0 3-208 0,0-1 640 0,-1-1 128 0,0 3 16 0,-1 0 16 0,1 3 576 0,-1-1 112 0,0 3 32 0,1-1 0 0,-1 2 16 0,1 1 0 15,-1 2 0-15,0 1 0 0,1 5-64 0,0 2-16 16,1 3 0-16,0-20 0 0,2 42-272 0,-2-42-48 16,3 45-16-16,-3-45 0 0,3 41-272 0,-3-41-64 15,0 0-16-15,14 42 0 0,-14-42-272 16,0 0-48-16,0 0-16 0,0 0 0 16,36 29-544-16,-36-29-96 15,0 0-32-15,26-3-15280 0</inkml:trace>
  <inkml:trace contextRef="#ctx0" brushRef="#br1" timeOffset="33342.25">12749 12085 5519 0,'-1'-1'496'0,"1"1"-496"16,0 0 0-16,-1 0 0 0,1-2 1552 0,0 2 224 0,0 0 32 0,-1 0 16 15,0 0 688-15,1 2 144 0,0 0 32 0,-1 3 0 16,1 4-512-16,-1 1-112 0,0 3-16 0,0 2 0 15,0 5-816-15,0-2-160 0,-2 4-48 0,0-3 0 16,1 2-496-16,-2-2-96 0,0 0-32 0,0-2 0 16,1-1-144-16,0-3-16 0,2 0-16 0,0-5 0 15,1-1-224-15,0-3 0 0,2-2 0 0,-1-2 0 16,2-2-512-16,-1-2-80 0,2-3-32 0,0-1 0 16,1-3-1904-16,0-1-384 0,0-3-80 0,-1 1-16 15,1 0-560-15,-2-3-112 0,1 1-32 0,-3-1 0 31,1 3 1968-31,-1-3 384 0,0 1 80 0,-1-1 0 0,1 0 1664 0,-1 3 320 16,0 3 64 0,1 4 0-16,1 1 848 0,0 2 176 0,-1 2 16 0,2 2 16 15,0 0 448-15,0 2 96 16,-3-2 0-16,0 0 16 0,0 0-304 0,0 0-64 0,0 0-16 0,29 33 0 0,-29-33-912 0,0 0-176 0,0 0-32 0,28 38-16 0,-28-38-288 0,0 0-48 0,26 38-16 16,-26-38 0-16,0 0 0 0,24 40-16 15,-24-40 0-15,0 0 0 0,17 39-288 16,-17-39-48-16,0 0-16 0,6 34 0 0,-6-34-144 0,0 0 0 15,-2 25 0-15,0-18 0 0,-1-5 0 0,0 0-192 0,1-2 32 16,-3 0 16 0,1-1-1232-16,0-2-240 0,-2-2-48 15,0 0-16-15,-2-2-976 0,-1 0-192 16,-1-1-32-16,-2 0-16 16,0-1 208-16,-2 0 32 0,1 1 16 0,0 0 0 0,1-2 1616 0,1 3 336 0,1 0 64 0,2 1 16 0,0 0 1856 0,3 3 368 15,0 0 80-15,2 2 16 0,1 1 32 0,1 0 16 0,2 3 0 0,1-2 0 16,-1 0 240-16,3 2 48 0,-4-3 16 0,0 0 0 0,0 0-272 15,0 0-64-15,39 10-16 0,-39-10 0 16,0 0-1008-16,34-3-208 0,-34 3-48 16,26-7 0-16,-13 4-448 0,-1-2-320 15,2 0 64-15,-1 1-15264 0</inkml:trace>
  <inkml:trace contextRef="#ctx0" brushRef="#br1" timeOffset="33594.27">13009 12007 5519 0,'1'-6'496'0,"0"1"-496"0,0 1 0 0,0 1 0 0,-1 3 1360 0,0-2 176 16,0 2 48-16,0 0 0 0,1-3 1248 0,0 3 256 15,-1 0 48-15,-1 5 16 0,0 0 320 0,0 5 64 16,0 4 16-16,-3 4 0 0,1 2-2688 0,0 3-544 0,1 1-96 0,-1 0-32 16,1 1 240-16,1-1 32 0,1-1 16 15,0-23 0-15,6 37-224 0,-6-37-64 0,0 0 0 0,0 0 0 16,23 38-192-16,-23-38 0 0,0 0 0 0,0 0 0 15,33 2-224-15,-24-6-32 0,2-2-16 0,-2-2 0 32,1 0-1328-32,-2-2-272 0,2 1-48 0,-2-2-8016 0,0 1-1600 0</inkml:trace>
  <inkml:trace contextRef="#ctx0" brushRef="#br1" timeOffset="33956.8">13163 12036 3679 0,'0'-12'160'0,"0"6"32"0,0-2-192 0,-1 4 0 16,1 2 0-16,0 1 0 0,0 1 1888 0,0-2 336 0,1-1 64 0,-1 0 16 15,1 2 192-15,-1 1 32 0,1 2 16 0,-1 5 0 16,0-7-432-16,0 0-64 0,1 30-32 0,-1-30 0 0,1 29-704 0,-1-29-144 31,1 32-16-31,-1-32-16 0,1 30-432 0,-1-30-96 0,0 0-16 0,6 38 0 0,-6-38-256 0,0 0-48 16,0 0-16-16,0 0 0 0,19 37-272 0,-19-37 0 31,0 0 0-31,0 0 0 0,0 0 0 0,0 0 0 0,28-8 0 0,-22 3 0 0,-1-5-224 0,1 1-48 16,0-2-16-16,1-1 0 15,-2 0-736-15,1 0-128 0,-1 0-48 0,-1 0 0 16,0 1 144 0,-1-2 32-16,-1 3 0 15,-2-1 0-15,1-1 368 0,-2 3 80 16,1 1 0-16,0 2 16 16,0 1 384-16,-1 2 176 0,1 2-160 0,-1 2 160 0,0-1 160 0,0 3 128 0,0 1 32 0,0 1 0 0,0 2 528 0,0 0 112 0,-1 1 32 0,1 1 0 0,0 3-80 0,1 0-16 15,0-12 0-15,0 25 0 0,0-25-224 16,0 0-48-16,3 32-16 0,-3-32 0 15,0 0-288-15,0 0-48 0,11 35-16 0,-11-35 0 16,0 0-256-16,0 0 0 0,0 0 128 0,0 0-128 16,0 0-464-16,0 0-160 15,0 0-16-15,37 15-14432 0</inkml:trace>
  <inkml:trace contextRef="#ctx0" brushRef="#br1" timeOffset="34492.88">13412 12010 7535 0,'-1'-2'160'16,"1"2"32"-16,0 0 16 0,-1 0 16 0,1 0-224 0,0-1 0 0,1 1 0 0,0-1 0 0,0 1 2096 0,0-2 368 15,1 1 80-15,1-1 16 0,0 0-48 0,-2 1 0 16,2-1 0-16,1 1 0 0,-1 0-672 0,-1-1-144 16,0 2-32-16,1-2 0 0,0 2-624 0,1-1-128 15,-2 1-16-15,2 0-16 0,0 0-208 0,-1 1-32 16,1 1-16-16,0 0 0 0,-4-2-208 0,0 0-32 15,0 0-16-15,0 0 0 0,0 0-48 0,0 0-16 16,32 40 0-16,-32-40 0 0,0 0-64 0,15 38-16 0,-15-38 0 0,7 33 0 16,-7-33-96-16,2 34 0 0,-2-34-128 15,-2 37 192-15,-3-19-192 0,-1 0 0 16,0-4 128 0,-2 1-128-16,-1 1 0 0,-2-2 0 0,0 1 0 0,-3-1 0 15,-1 1 0-15,-1 0 0 0</inkml:trace>
  <inkml:trace contextRef="#ctx0" brushRef="#br1" timeOffset="79271.03">15240 11627 18431 0,'-6'2'1632'0,"1"0"-1312"0,2 1-320 0,3-3 0 0,0 0 672 16,-3 2 64-16,-2 0 16 0,-3 1 0 0,-2 4 848 0,2-5 192 15,1 3 16-15,1-3 16 0,4-1-256 0,2-1-48 16,2-1-16-16,2-1 0 15,0 2-544-15,3-3-96 0,1 1-32 0,2 2 0 0,1-2-160 0,2 2-32 16,0-2-16-16,-13 2 0 16,30 0-144-16,-30 0-32 0,33 0 0 0,-33 0 0 0,29 0-208 0,-14-1-48 15,1 1-16-15,1-2 0 0,-2-1-176 16,0-1 0 0,-1 0 0-16,-1 0 128 0,-2 0-128 0,-2-1 0 15,1 0 0-15,-4 1 0 0,0 0-832 16,-3 1-80-16,-3 2-32 0,-2 1-16160 0</inkml:trace>
  <inkml:trace contextRef="#ctx0" brushRef="#br1" timeOffset="79442.8">15298 11736 911 0,'-8'7'0'0,"3"-2"0"0,0 1 0 0,3-5 0 0,1 1 2720 0,1-2 464 0,-1 2 80 0,0 1 32 16,0 0 480-16,1-3 80 0,0 0 32 0,0 0 0 16,0 0-1024-16,0 0-208 0,0 0-32 0,35 15-16 15,-23-15-1200-15,1-3-256 0,1 0-32 0,-1 0-16 16,2 0-704-16,-1-1-144 0,4-1-16 0,0-2-16 0,-1 2-224 15,1-2 0-15,0 0 128 0,-1 0-128 16,2-2 0-16,-3 1-192 0,1-1 48 0,-2 2-11952 16,2 0-2368-1</inkml:trace>
  <inkml:trace contextRef="#ctx0" brushRef="#br1" timeOffset="80377">15727 11503 21183 0,'0'-2'1888'0,"0"1"-1504"15,1-1-384-15,-1 2 0 0,1 0 1600 0,-1 0 240 16,2 0 48-16,-1-1 16 0,1 0 336 0,0-1 80 16,1 2 16-16,-1 0 0 0,2 2-1168 0,-2 0-224 15,0 1-48-15,-2-3-16 0,0 0-496 0,0 0-80 16,0 0-32-16,0 0 0 0,0 0-128 0,11 42-16 15,-11-42-128-15,0 0 192 0,0 0-64 0,-5 31-128 0,2-23 176 0,3-8-176 16,0 0 208-16,0 0-64 0,-5 32-16 0,5-32 0 16,0 0 0-16,0 0 0 0,0 0 0 0,0 0 0 15,0 0-128-15,12 39 0 0,-12-39 0 0,0 0 128 16,0 0-128-16,31 10 0 0,-31-10 0 0,21 1 128 16,-21-1-128-16,26 5 0 0,-26-5 0 15,0 0 0-15,37 7 0 0,-37-7 0 16,0 0 0-16,32 12 0 0,-32-12 0 0,0 0 0 0,0 0 0 15,30 16 0-15,-30-16 0 0,0 0 0 0,0 0 0 16,0 0 0-16,0 0 0 0,0 32 0 0,-6-26 0 0,-1 2 0 16,-3-1 0-16,-2 1 0 0,-1 0 0 0,0 2 0 0,0-2 0 0,-1 1 0 15,1-3 0-15,-1 2 0 0,0-1 0 0,1-2 0 16,1-1 0-16,2-2 0 0,-1-2 0 0,3 0 0 16,1-2 0-16,-1 0 0 0,3-3 0 0,0-2 0 15,0 0-160-15,3-2-12400 16,-1-3-2480-16</inkml:trace>
  <inkml:trace contextRef="#ctx0" brushRef="#br1" timeOffset="80597.82">15752 11515 12895 0,'-2'-3'1152'0,"2"1"-928"0,0 1-224 0,1 1 0 16,0-1 1744-16,-1 1 304 0,1-2 64 15,2-1 16-15,1-2 1072 0,1 1 224 0,3-1 32 0,2 0 16 16,1 3-1424-16,1-3-272 0,3 2-64 0,1 0-16 15,1 0-976-15,0 0-192 0,2-1-32 0,-1 1-16 16,0-1-320-16,-2 1-160 16,0-2 160-16,-1 3-160 0,-1 0 0 0,-1-1 0 0,0 0 0 0,-2 1 0 15,-1 2-192-15,0-1-96 0,-10 1-16 0,0 0-17680 16</inkml:trace>
  <inkml:trace contextRef="#ctx0" brushRef="#br1" timeOffset="80836.68">16106 11669 15663 0,'-3'7'688'0,"0"-4"144"0,1 2-656 0,1-1-176 16,1-4 0-16,0 2 0 0,1 1 3008 0,-1-3 560 15,0 0 112-15,0 0 32 0,0 0-704 0,0 0-128 0,26 33-16 0,-26-33-16 16,0 0-1696-16,0 0-352 0,36 10-64 0,-36-10-16 15,19-2-448-15,-11 1-80 0,-8 1-32 0,17-3 0 16,-11 0-160-16,1 0 0 16,-3 0 0-16,1-1-12608 0,0 1-2464 0</inkml:trace>
  <inkml:trace contextRef="#ctx0" brushRef="#br1" timeOffset="81512.57">16449 11483 10127 0,'-4'0'896'0,"0"0"-704"0,2 0-192 0,1 0 0 16,0-1 1536-16,1 1 288 0,-3 0 48 0,-3-2 16 16,0 2 1152-16,0-1 224 0,1 1 64 0,0-2 0 15,2 2-1104-15,1 0-224 0,2-2-32 0,2 1-16 16,2-1-896-16,1 1-176 15,2 0-48-15,1-1 0 0,2-1-496 0,2 1-96 16,1-1-32-16,1 1 0 0,0 2-208 0,0-2 176 16,-14 2-176-16,26 2 160 0,-26-2-160 0,25 5 0 0,-25-5 0 0,0 0 128 15,0 0-128-15,32 19 0 0,-32-19 0 0,0 0 0 16,0 0 0-16,0 0 0 0,0 0 0 0,-6 36 0 16,-1-27 0-16,-2-2 0 0,-2 0 0 15,0 0 0-15,-2 1-144 16,-2 1 144-16,1 0 0 0,-2 1 0 0,1-3 0 15,0 2-128-15,1-2 128 16,2 0 0 0,3-2 0-16,1 0 0 0,1-2 0 0,2 1 0 0,3-1 0 15,1-1 0-15,2-1 0 0,1 0 0 0,2-1 0 0,-4 0 0 0,15-2 0 0,-4 0 0 0,-1 0 0 0,2-1 0 0,2 0 0 16,3 1 144-16,1 0-144 0,-1-1 128 0,-1 3-128 0,2-2 128 0,-2 2-128 0,2 0 0 0,-18 0 0 0,33 5 0 16,-33-5 0-16,28 5 0 0,-28-5 0 15,0 0 0-15,0 0 0 0,0 0 0 0,0 0 0 0,23 33 0 31,-28-27 0-31,-5 4 0 0,-2 0 0 0,-2-1 0 16,0 1 0-16,-2 1 0 16,-2 1 0-16,1 0 0 15,0 0 0-15,1-2 0 0,0-1 0 16,2 1 0-16,-1 1-128 16,3-3 128-16,1-2 0 15,2-3 0-15,4 2 0 0,0-5 0 16,2 0 0-16,2-3 0 0,2-1-704 15,2-1-112-15,2-2-16 0,1 0-16128 0</inkml:trace>
  <inkml:trace contextRef="#ctx0" brushRef="#br1" timeOffset="82065.56">16979 11318 1839 0,'2'-2'160'0,"-1"0"-160"0,0 0 0 0,0 1 0 16,-1 1 1488-16,0 0 272 0,1-2 48 0,-1 1 16 15,1-1 592-15,0 1 112 0,-1 0 32 0,0 1 0 16,1-2-384-16,-1 0-80 0,1 2-16 0,-1 0 0 16,1 0-160-16,-1 0-16 0,1 0-16 0,0 0 0 15,0 0-480-15,-1 0-112 0,1 2-16 0,0-2 0 16,-1 0-400-16,0 2-96 0,0-2-16 0,-1 2 0 15,2-2-320-15,-1 2-80 0,0-2-16 0,0 3 0 16,0-3-176-16,0 1-48 0,0 0 0 0,1 0 0 16,-1-1-128-16,0 2 160 0,0-2-160 0,0 0 160 15,1 0-160-15,-1 1 0 0,1-1 144 0,-1 0-144 16,1 0 0-16,-1 1 144 0,0-1-144 0,1 0 0 0,0 2 192 0,-1-2-192 16,1 0 192-16,-1 1-192 15,0 1 192-15,1-2-192 0,-1 2 192 0,0-2-192 0,1 1 160 0,-1 1-160 16,1 0 128-16,-1-2-128 15,0 2 128-15,1-2-128 0,-1 2 128 0,0-1-128 0,0 1 160 0,1-1-160 16,-1 1 192-16,1 0-192 0,0-1 160 0,-1 0-160 16,1 1 128-16,-1-2-128 0,0 0 128 0,0 0-128 15,0 0 128-15,0 0-128 0,0 0 128 0,4 38-128 16,-4-38 0-16,0 0 128 0,3 48-128 0,-3-48 0 16,3 47 0-16,-3-47 128 0,0 63-128 0,-1-21 0 15,-1 2 144-15,-1 11-144 0,1 9 0 16,-6 5 0-16,0 5 0 15,-3 2 128-15,-2-1-128 0,-1-1 0 16,1 1 0-16,6-8-19616 16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10-23T17:53:14.285"/>
    </inkml:context>
    <inkml:brush xml:id="br0">
      <inkml:brushProperty name="width" value="0.05292" units="cm"/>
      <inkml:brushProperty name="height" value="0.05292" units="cm"/>
      <inkml:brushProperty name="color" value="#002060"/>
    </inkml:brush>
    <inkml:brush xml:id="br1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3595 6572 1839 0,'0'0'160'0,"-1"-2"-160"0,1 1 0 0,0 1 0 0,0 0 416 0,-1 0 48 15,1-2 16-15,-1 2 0 0,0-3 320 0,1 3 64 16,-1-2 16-16,0 2 0 16,0 0-112-16,0 2 0 0,1-1-16 0,-1 1 0 0,1 1-176 0,0 1-48 15,-1 0 0-15,1 1 0 0,0 0-64 0,0 2-16 16,-1 0 0-16,1 3 0 0,0 0-128 0,0 1-48 16,0 1 0-16,0 0 0 0,0 2-48 0,0 3-16 15,0 1 0-15,-1-1 0 0,1 0 16 16,-1 4 0-16,0 3 0 0,0 5 0 0,1 3 32 15,-1 2 16-15,0 4 0 0,1-3 0 16,-1-1-48-16,-1 1-16 16,0-2 0-16,0 1 0 15,0 1 176 1,-1-1 16-16,1 1 16 0,-1 2 0 0,1 1 96 16,1 0 0-16,-1 3 16 0,0-3 0 0,0-1-64 15,-1-1-16-15,1-4 0 0,1 2 0 0,-1 4 16 0,1 0 0 0,0 5 0 0,0 1 0 0,-1-3-96 0,0 0-32 0,0-1 0 0,1-2 0 0,0 0 64 0,-1 3 16 0,0 3 0 0,2 2 0 16,0 4-48-16,0 1-16 0,-1-3 0 15,1-1 0-15,0-1 16 0,0 5 0 0,2 6 0 16,-1 1 0-16,0 0-32 0,-1-2 0 0,-1-2 0 16,1-5 0-16,0-3-32 0,0-4-16 0,0-6 0 0,0-3 0 15,0-5-288-15,0-4 0 0,0 0 0 0,0-24 0 0,1 35 0 0,-1-35 0 16,1 26-192 0,-1-14 192-16,-1-3-464 0,1-1 0 0,-1-1 0 15,1-2 0-15,0-1-656 0,0 1-128 16,0-4-32-16,0 1 0 15,0-2-704-15,0-3-128 0</inkml:trace>
  <inkml:trace contextRef="#ctx0" brushRef="#br0" timeOffset="551.46">3592 6602 911 0,'-2'-1'0'0,"1"0"0"16,1-1 0-16,-1-1 0 0,1 1 640 0,0-1 32 0,0-1 16 0,-1-6 0 15,-1-1 64-15,1-2 16 0,1 1 0 0,0 1 0 16,0 1-48-16,0 1 0 0,0 1 0 0,1 4 0 16,-1 2-48-16,0 2-16 0,-1 2 0 0,0 5 0 15,0 0 112-15,-1 5 32 0,-2 7 0 0,-1 0 0 16,1 6-224-16,-2 1-64 0,0 1 0 0,0-1 0 16,0 0-144-16,-2-2-48 15,1-2 0-15,0-1 0 0,1-2-128 0,-1-3-16 16,3-2-16-16,-1-2 0 15,0 0 32-15,3-4 16 16,-1-2 0-16,2-3 0 0,1-3-80 0,1 0-128 0,1-3 176 0,0-1-176 0,0-4-512 0,1-1-192 0,1 0-64 0,0-3 0 16,-1 0-368-16,2-1-80 0,0-4 0 0,1-1-4624 15</inkml:trace>
  <inkml:trace contextRef="#ctx0" brushRef="#br0" timeOffset="724.38">3579 6583 2751 0,'6'-16'128'0,"-4"11"16"0,-1 3-144 0,-1 2 0 15,0 0 0-15,0 0 0 0,1 0 816 0,1-2 128 16,0 2 16-16,0 2 16 0,0 0 560 0,-1-2 96 15,1 5 32-15,1-3 0 0,-1 1-400 0,1-1-80 16,-1-1-16-16,2 0 0 0,-1-1-352 0,2 2-80 16,-2-1-16-16,1 3 0 0,1 0-192 0,-2 2-32 0,-3-6-16 0,0 0 0 15,12 38-224-15,-12-38-32 0,7 45-16 0,-4-19 0 16,-1 0-16-16,0 5 0 16,0 7 0-16,0 5-6688 0,2 4-1344 15</inkml:trace>
  <inkml:trace contextRef="#ctx0" brushRef="#br0" timeOffset="2145.42">3529 8852 911 0,'0'-1'0'0,"-1"0"0"0,1 1 0 0,-1 0 0 0,1 0 752 0,0 0 64 16,0 0 16-16,-1 0 0 0,1 0 272 0,-1-2 64 0,1 2 16 0,-1 0 0 15,0 0-256-15,0 0-48 0,0 2-16 0,0-2 0 16,1 0-16-16,0 1 0 0,0 0 0 0,0 1 0 16,-1 1-32-16,1 2-16 0,0-1 0 0,0 2 0 15,-1 1-208-15,1 4-32 0,0 3-16 0,1-1 0 16,-1 3-192-16,0 1-32 0,0 1-16 0,1 4 0 15,-1 4-48-15,1 2 0 0,1 4 0 16,-1 3 0-16,1 2 0 16,0 1-16-16,-1-2 0 15,0 2 0-15,0 0 96 0,0-5 32 0,-1-2 0 0,0 0 0 0,1 2 144 0,-1-2 16 0,0 0 16 0,1-3 0 0,-1 0-368 0,0-4-176 16,0 0 160-16,-1-5-160 0,1 0 0 0,-1-7 0 16,0-2 0-16,0-1 0 0,0-4 0 15,0-1 0-15,0-2 0 0,0-2 0 16,0 0 0-16,1 0-192 0,0-2 192 0,0 0-208 15,0-3-384-15,1 0-80 0,-1-1-16 16,-1-2 0-16,1-1-640 16,-1-1-128-16,0 1-16 15,0-3-16-15,-1 0-112 0,1 0-32 16,-1-2 0-16,-1 0 0 0,0-2 608 0,-1 1 112 0,0-2 16 0,-1-1 16 0,0-1 432 0,-2 2 96 0,2 3 16 0,-1 0 0 0,1 2 464 0,1 2 80 16,0-2 32-16,0 2 0 0,1 1 736 0,0 1 160 0,0 0 16 0,1 3 16 15,0-2 48-15,1 2 0 16,1 0 0-16,-1 3 0 0,1-1-240 0,0 3-32 15,0 0-16-15,0 0 0 0,0 0 16 0,0 1 0 0,1 1 0 0,-1 3 0 16,2-1-112-16,0 4 0 0,1-1-16 16,0 4 0-16,-1 3-272 31,-2-14-48-31,10 32-16 0,-10-32 0 0,12 44-240 0,-7-18-48 16,3 3-16-16,-1 2 0 0,-1-3-176 0,0 1 0 0,0-5 0 15,-2-1 128-15,1-1-128 0,-5-22 0 0,8 30 0 0,-8-30-176 0,0 0-464 0,0 0-112 16,0 0-16-16,0 0 0 15,0 0-656-15,31-4-144 0,-25-7-32 0,-2-2-8192 0</inkml:trace>
  <inkml:trace contextRef="#ctx0" brushRef="#br0" timeOffset="2282.82">3615 9452 911 0,'1'-18'0'0,"-1"10"0"0,-1 6 0 0,1 0 0 0,0 2 1408 0,0 2 208 16,-1-2 48-16,-2 0 0 0,0 4 592 0,-2 4 128 15,-1 4 32-15,-2 4 0 0,2 6-48 16,-2 2-16-16,0 6 0 0,0-1 0 0,0 2-624 0,1-1-112 15,-1 1-16-15,2-5-16 0,2-3-784 0,1-6-160 16,2-4-16-16,4-4-14464 0</inkml:trace>
  <inkml:trace contextRef="#ctx0" brushRef="#br0" timeOffset="2897.21">2845 7788 12895 0,'-5'-10'1152'0,"1"6"-928"0,1-1-224 0,1 2 0 16,1 3 192-16,1 0 0 0,-1 0 0 0,-2 1 0 15,-1 3 784-15,-1 1 160 0,-1 3 16 0,-1 5 16 16,-2 4-336-16,1 0-64 0,1 5 0 0,0 3-16 16,0 3 80-16,1 6 32 0,-1 2 0 0,1 2 0 0,1 4 48 0,-1-4 16 15,-1-5 0-15,2-4 0 0,-1-4-384 0,2-4-80 16,-1-1-16-16,2-6 0 0,1-2-288 0,0-3-160 16,2-3 160-16,0-3-160 0,0 0 0 0,0-6-320 15,2 1 64-15,1-5 0 16,2-2-864-16,1-7-160 0,3-4-48 0,0-3-6160 15,3-4-1216-15</inkml:trace>
  <inkml:trace contextRef="#ctx0" brushRef="#br0" timeOffset="3213.25">2856 7713 7359 0,'10'-31'320'0,"-5"11"80"0,0 6-400 16,-1 2 0-16,-3 8 0 0,0 1 0 0,1 1 1488 0,0-1 224 0,3-4 32 0,-1 2 16 16,2 3 528-16,-1 6 96 0,-5-4 32 0,8 34 0 15,-5-6-784-15,-1 8-160 0,0 4-16 0,0 5-16 16,0 3-544-16,1 4-128 0,0 0 0 0,0 3-16 15,2-1-416-15,1-4-80 16,0-8 0-16,1-6-16 0,-1-8-416 0,-6-28-80 0,13 36 0 16,-13-36-16-16,0 0-768 15,0 0-160-15,0 0-16 0,0 0-16 16,0 0 480-16,0 0 112 0,0 0 0 0,15-2 16 16,-17-10-800-16,-3-2-176 0,0 0-16 0,-3-3-16 15,-2 2-480-15,-3-3-112 16,-3-2-16-16,0 0 0 0,-2-2 704 15,0 0 144-15,2-3 32 16,0 3 0-16,1 2 640 16,4 3 128-16,2 5 16 0,1 4 16 0,4 2 1904 0,0 3 368 0,3 1 80 0,1 4 0 0,4-2 432 0,1 2 80 0,4-2 0 0,1 1 16 0,-10-1-32 0,0 0-16 0,43-1 0 0,-43 1 0 0,40-5-1200 0,-16 1-240 15,1-1-64-15,2-1 0 16,1 0-1120-16,0 1-224 0</inkml:trace>
  <inkml:trace contextRef="#ctx0" brushRef="#br0" timeOffset="5262.26">4466 6477 3679 0,'0'0'320'0,"-1"0"-320"16,1 0 0-16,0 0 0 0,0 2 512 0,-1-2 48 16,0 0 0-16,-1 0 0 0,0 1 272 0,-2-1 48 15,2 2 16-15,-2-2 0 0,1-2 16 0,-1 1 16 16,2-1 0-16,-1 1 0 0,-1-2 144 0,1 0 16 16,0 0 16-16,-2-1 0 0,1 1-96 0,0-1-32 15,1-1 0-15,-2 2 0 0,1-1-80 0,-2-1-32 16,1 2 0-16,-1-1 0 0,-2-1-96 0,1 0-32 15,-3 3 0-15,0-2 0 0,1 3-96 0,1-2-32 16,0 3 0-16,-1 0 0 0,2 0-32 0,-1 1-16 16,1 2 0-16,0 1 0 0,2-3-176 15,-1 2-48-15,2 0 0 0,0 0 0 16,1 1-336-16,1-2 0 0,0 0 0 0,2 1 128 16,0 0-128-16,0-1 0 0,0 0 0 0,0 0 0 15,1 1 0-15,-1 0 0 0,2 1 0 16,-2 1-128-16,1 2 128 0,0 0 0 0,-1 2 0 0,1 3 0 15,0 2 0-15,0 3 0 0,0 2 0 16,-1 3 0-16,1 2 0 16,-1 2 0-16,0 2 0 0,0 0 0 15,-1 3 0-15,0-2 0 0,0-1 0 16,-1 3 0-16,1 6 0 0,-1 4 0 0,1 0 0 0,0 1-128 0,1-4 128 0,-1-2-192 0,1-1 192 0,-1-6-192 0,1-1-64 0,0-2 0 0,0 7-16 0,0 0 0 0,1 3 272 0,0 0 0 16,-1 2-128-16,0-1 128 0,0 1 0 0,0-5 0 15,-1 1 0-15,0-3 0 0,0 2 0 16,-1 2 0-16,0 1 0 0,1 4 0 0,-1 1 0 0,-1-1 0 15,2-1 0-15,-1-2 0 0,1-2 0 0,-1-2 0 16,0 3 0-16,2-2 0 0,0 1 0 0,0 0-160 0,0 1 160 16,0-3-128-16,0 0 128 0,1 1 0 0,-1-2 0 0,1-3 0 15,-1-3 0-15,0 1 0 0,1 1 0 16,-1-2 0-16,1 2 0 0,0 0 0 0,-1 1 160 0,0 0-160 16,2 1 144-16,-1-3-144 0,-1-2 128 0,0-2-128 15,0-23 160-15,4 44-160 0,-2-23 192 0,-1 1-192 16,0-6 176-16,0 3-176 0,-1-19 160 0,4 45-160 15,-3-19 0-15,1-2 0 0,-1 2 0 0,0-1 0 16,0 0 0-16,-1-1 0 0,1-3 0 0,-1-2 0 16,1-2 0-16,0 2 0 0,0-3 0 0,0 1 0 15,-1 2 0-15,1-5 0 0,-1 0 0 0,0 0 0 16,1-4 0-16,-1 0 0 0,0 1 0 0,0 1 0 0,0 2 0 0,0 1 0 16,0-3 0-16,0 0 0 0,0 0 144 0,-1 1-144 15,0-1 128-15,0 3-128 0,0 1 128 16,-1 0-128-16,1-2 0 0,-1 1 128 0,1 0-128 0,0-1 0 15,0 2 0-15,0-4 0 0,1-2 176 0,-1 2-48 16,0 0-128-16,0 1 192 0,0 0 0 0,0-2-16 16,0-2 0-16,0-3 0 0,0 0 32 0,1 2 16 15,-1-2 0-15,1 2 0 0,0-1 0 0,0-2 0 16,-2-1 0-16,2 1 0 0,0 2-64 0,1 0-16 16,-1 2 0-16,0 0 0 0,1-3-16 0,-1-1-128 0,1-1 192 0,-1 1-64 15,1 1 16-15,0-3 0 16,0 0 0-16,-1 0 0 15,1-1 112-15,0-2 32 0,0 0 0 0,-1 0 0 0,1 0 16 0,0 0 0 0,-1-4 0 16,1 1 0-16,0 0-80 0,0 2-16 16,0 0 0-16,1-1 0 0,0 2 48 0,1 0 0 15,-1 0 0-15,1 0 0 0,2 2 64 0,-1-2 0 0,-2-2 16 0,3 4 0 16,-5-2-96-16,0 0-32 0,0 0 0 0,32 39 0 16,-32-39-208-16,0 0 176 0,24 32-176 0,-24-32 160 15,0 0-160-15,0 0 0 0,39 33 0 0,-39-33-12032 31,0 0-2464-31</inkml:trace>
  <inkml:trace contextRef="#ctx0" brushRef="#br0" timeOffset="6955.32">4737 10090 911 0,'1'0'0'0,"-1"0"0"0,1 0 0 0,0 0 0 0,-1 0 624 0,0 0 32 15,2 0 16-15,0-2 0 0,1 2 336 0,2-2 64 16,0 1 16-16,-1-1 0 0,3 0-48 0,-3 1 0 16,1-1 0-16,1 2 0 0,-1 0-128 0,0-1-16 15,1 1-16-15,1 0 0 0,-1 1-304 0,2-1-64 16,-1 0-16-16,2 0 0 0,-9 0-208 15,0 0-32-15,0 0-16 0,38 5 0 16,-38-5 0-16,0 0 0 0,35 0 0 0,-35 0 0 0,0 0 16 0,42 0 0 16,-42 0 0-1,0 0 0-15,46 2-96 0,-46-2-16 0,0 0 0 0,46 3 0 16,-46-3 48-16,0 0 0 0,49 6 0 0,-49-6 0 16,0 0 64-16,54 10 0 0,-54-10 16 15,0 0 0-15,56 12-16 0,-56-12 0 16,45 7 0-16,-45-7 0 0,55 6 144 0,-55-6 32 15,58 4 0-15,-58-4 0 0,58 2-16 0,-58-2 0 0,57 0 0 0,-57 0 0 0,58 0-112 0,-58 0-32 0,58 0 0 0,-58 0 0 16,66 0-16-16,-31 0 0 0,1 0 0 0,-1 0 0 16,0-2-112-16,0 1-16 0,-4-1-128 15,1 0 192-15,1 0 64 0,0 0 16 0,0 1 0 0,3-1 0 16,3 0-16-16,2-1-16 0,0 2 0 0,-2-2 0 16,2 0-64-16,-2-2-16 0,0 3 0 15,1 0 0-15,1 0-32 0,1 1 0 0,1-2 0 0,-1 1 0 0,0-2 48 0,-3 1 0 16,0-1 0-16,1 1 0 15,0 1 16-15,3 2 16 16,2-2 0-16,1 1 0 0,-4 0-48 0,0-2-16 0,0 2 0 0,1-2 0 0,0 2 16 0,3 1 0 16,-1 2 0-16,1 0 0 0,1 1-32 0,-1-3 0 15,-2 0 0-15,-2 0 0 0,1-2-128 0,1 4 128 16,1 0-128-16,1 1 128 0,3-2-128 0,-1-2 128 16,-1 1-128-16,0-4 128 0,3 1 0 0,-2 0-128 15,1 2 192-15,3 0-64 0,1-1 0 0,-1-1 0 16,-2-2 0-16,-1 1 0 15,0 1 48-15,0 1 0 0,4 4 0 16,-1-2 0-16,-3-2-48 0,0 2 0 0,1-3 0 0,-3 3 0 0,-2 0 0 0,3 1-128 16,4 3 192-16,-2-1-64 0,-4-2-128 0,-1 0 160 0,0-1-160 0,0 0 160 15,1 2-160-15,0-1 128 0,1 3-128 0,2-3 128 16,0 1-128 0,-3-4 0-16,-3 1 144 0,0-1-144 0,2 2 160 0,1 0-32 0,4 2-128 0,-1-2 192 15,0-2-16-15,-3-1-16 16,1 0 0-16,-1 0 0 0,-1 2 0 0,2-1 0 0,0 2 0 0,1 0 0 15,2 0-32-15,-1-3-128 0,0 0 192 16,-2 0-64-16,-2 1-128 0,2 2 128 0,2 2-128 0,0 0 128 16,0-2-128-16,-2-2 0 15,-2-1 144-15,-1-1-144 16,1 3 0-16,1 1 128 0,2 0-128 16,1 0 0-16,0 0 0 0,-2-2 0 0,1 0 0 0,-4-1 128 0,-2 3-128 0,2 0 0 0,3 1 0 0,-1-1 128 0,2 2-128 0,-3-2 0 15,-1-2 0-15,0 2 128 0,-3 0-128 0,2 2 0 16,0 0 128-16,2-1-128 0,0 1 0 0,-1-2 128 31,-3 0-128-31,-1 1 0 0,-2 0 0 0,-2 1 0 0,-2-1 0 0,2 3 0 0,1 0 0 0,0 1 0 16,0 0 0-16,-1-2 0 15,-36-3 0-15,62 5 0 0,-32-3 0 0,-30-2-11680 0,61 2-2320 16</inkml:trace>
  <inkml:trace contextRef="#ctx0" brushRef="#br0" timeOffset="8828.19">4839 6430 1839 0,'0'-1'160'0,"0"-1"-160"0,0 2 0 0,0-3 0 15,0 1 304-15,-1 2 16 0,1 0 16 16,0-2 0-1,0 0 624-15,-1-1 128 0,1 0 32 0,-1 0 0 0,1 0 80 0,0 0 16 0,-1-1 0 0,-1 3 0 16,0-1 0-16,0 0 0 0,0 0 0 0,-1 1 0 16,2 1 64-16,-1 0 32 15,-1 0 0-15,-1 0 0 0,1 1-208 0,1 1-32 0,-2 0-16 0,-1 1 0 0,2 2-320 0,-2 1-64 32,-1 4-16-32,1-1 0 0,-1 1-208 0,0 2-64 15,0 2 0-15,0 2 0 16,0 1-16-16,2 0-16 0,-1 4 0 0,0-2 0 15,2 2-16-15,0 1 0 16,0-3 0-16,1-2 0 0,1-1 160 0,1-1 16 0,2-2 16 0,-2-13 0 0,0 0-240 0,0 0-48 16,18 43-16-16,-18-43 0 0,0 0-224 0,0 0 0 15,0 0 0-15,0 0 0 0,46 24 0 0,-37-22 0 16,1-2-128-16,-1 0 128 16,0 0-768-16,0 0-32 0,1-2-16 0,-2 2-8464 0,0-1-1712 0</inkml:trace>
  <inkml:trace contextRef="#ctx0" brushRef="#br0" timeOffset="9112.98">4941 6645 3679 0,'0'0'320'0,"0"0"-320"15,0 0 0-15,-1 0 0 0,1 2 1200 0,0-2 160 16,-1 3 48-16,0-1 0 0,0 5 288 0,0 0 64 16,-1 3 16-16,1-1 0 0,-1 1-464 0,0 1-96 15,1-2 0-15,-1 2-16 0,1-4-576 0,1 1-112 16,-1 0-32-16,0-4 0 0,0-1-272 0,1 2-48 16,0-2-16-16,0-1 0 15,0 0-944-15,1 0-192 0</inkml:trace>
  <inkml:trace contextRef="#ctx0" brushRef="#br0" timeOffset="9660.68">4991 6442 3679 0,'0'-3'320'0,"0"0"-320"0,0 1 0 0,0 2 0 0,-1 0 944 0,1-4 112 0,-1 1 32 16,1-2 0-16,-1-2 400 0,-1 1 96 0,1 0 16 0,0 1 0 15,0 1 64-15,0 1 32 16,0 1 0-16,0-1 0 0,0 3-288 0,0 1-48 15,1 1-16-15,-1 3 0 0,1-1-240 0,-1 2-48 16,0 3-16-16,0 2 0 0,0 1-352 0,-1 3-80 0,1 2-16 0,-2 1 0 16,1 1-352-16,0 0-80 15,0 3-16-15,-2-1 0 0,0-2-144 0,0 0 0 16,0 0 144-16,-1-3-144 0,0-1 240 16,0-1-32-16,0-2 0 0,0-1 0 0,1-1-16 0,1-3 0 0,2 0 0 0,-1-2 0 0,0 2-192 0,1-4 128 15,1 4-128-15,0-3 0 0,1-1 0 0,0 1 0 16,1 1 0-16,0-2 0 15,-2 1-560 1,2-1-96-16,0-1-32 0,1 2-13008 0</inkml:trace>
  <inkml:trace contextRef="#ctx0" brushRef="#br0" timeOffset="9964.67">5064 6688 6623 0,'2'-3'128'0,"-2"-1"48"0,2 3 0 0,-1-1 16 0,0 1-192 0,0 1 0 0,0-1 0 0,1 1 0 16,1 0 1776-16,-1-2 304 15,1 4 64-15,0-1 16 0,-1 2-960 0,-1 2-192 0,-1 2-48 0,0-1 0 16,-1 2-272-16,-1 0-64 0,0 1-16 0,-1-2 0 16,1 1-64-16,-2-1-16 0,1 1 0 0,-1-2 0 0,2 1-80 15,-1-5-32 1,-1 3 0-16,1-2 0 0,0 0-416 0,0-2 0 16,1-1 0-16,1-1-10336 0</inkml:trace>
  <inkml:trace contextRef="#ctx0" brushRef="#br0" timeOffset="10406.09">5329 6450 6447 0,'0'-3'272'0,"0"0"80"0,1 1-352 15,-1 1 0-15,0-1 0 0,0 1 0 16,1 1 976-16,0-2 128 0,0 1 32 0,0 0 0 0,0-1 608 0,0 0 128 16,0 1 32-16,0 1 0 0,-1 3-432 0,0-1-64 15,0 1-32-15,0 4 0 16,0-1-128-16,0 4-32 0,0 2 0 0,-1 0 0 0,0 2-352 0,-1 2-80 31,1 4-16-31,-1-2 0 0,0 4-208 0,-1-3-48 16,1 0-16-16,0-5 0 0,1 0-320 15,1-2-176-15,1-4 192 0,0 0-192 16,1-2-144-16,0-2-144 16,0-2-32-16,1-2-8848 15,-1 0-1776-15</inkml:trace>
  <inkml:trace contextRef="#ctx0" brushRef="#br0" timeOffset="10803.16">5554 6377 1839 0,'2'-3'160'0,"-2"1"-160"15,1 1 0-15,0 0 0 0,-1 1 1200 0,1 0 208 16,0-2 32-16,1-1 16 0,0-1 1168 0,0 1 256 16,1 1 32-16,1 0 16 0,-1 1-384 0,0 1-80 15,1 1-16-15,0 1 0 0,-1 0-528 0,2 0-128 0,1 3 0 0,-1 0-16 16,0-3-816-16,-1 3-144 16,-4-5-48-16,0 0 0 0,0 0-192 0,0 0-32 15,31 38-16-15,-31-38 0 0,0 0-128 0,18 36-16 0,-18-36-16 0,0 0 0 16,13 47-112-16,-13-47-32 0,2 36 0 15,-4-18 0-15,-2 2-48 0,-2-1-16 0,0 0 0 0,-2-1 0 16,-1-1-160-16,0-3 0 0,-1 1 0 0,-1-1 128 16,0 0-128-16,-1-1 0 0,0 0 0 0,-3 0 0 15,0 0-528 1,-3 0-144-16</inkml:trace>
  <inkml:trace contextRef="#ctx0" brushRef="#br0" timeOffset="12336.22">4841 7029 4607 0,'1'-3'400'0,"-1"1"-400"0,0 2 0 0,0 0 0 0,0 0 1120 0,0 0 144 15,0-1 16-15,0 0 16 0,0-1 176 0,-1 0 16 16,0 1 16-16,0-1 0 0,-1 4-416 0,1-2-96 31,-1 1-16-31,0 1 0 0,-1 0-144 0,-1 0-48 0,2 1 0 0,-2 2 0 0,-1-1-80 0,1 3-32 16,-2-2 0-16,1 2 0 0,1 0-160 0,-1 1-48 31,0 1 0-31,0 3 0 0,-2 2 64 0,1 3 16 16,0-1 0-16,1 3 0 0,-1 2-96 0,2 2-32 15,1 2 0-15,2-4 0 0,0 0-80 16,2-1-16-16,1-4 0 16,-2-16 0-16,0 0-80 0,14 41-32 15,-14-41 0-15,0 0 0 0,0 0-208 0,0 0-256 16,0 0 48-16,40 30 16 0,-31-30-1312 0,-1-2-256 16,0-1-48-16,2 0-9600 15</inkml:trace>
  <inkml:trace contextRef="#ctx0" brushRef="#br0" timeOffset="12854.8">4905 7155 3679 0,'0'0'320'0,"0"0"-320"16,0 0 0-16,0 0 0 0,0 0 1328 0,-1 0 192 16,2 0 32-16,-1-2 16 0,1 1 352 0,1-1 80 15,1 2 16-15,0-2 0 0,1 2-560 0,1-2-112 16,0 1-32-16,1 1 0 0,0 0-288 0,2 0-48 16,-2 1-16-16,1 1 0 0,0 0-208 0,-1 0-48 15,0 4-16-15,-1 0 0 0,-1 1-224 0,0-2-32 16,-1 3-16-16,-1 0 0 0,0 0-160 0,-1-1-48 0,0 0 0 15,-2 0 0-15,1 0-208 0,-2 1 176 0,0-2-176 0,-2 2 160 16,0-2-160-16,0 0 0 16,0-2 0-16,0 3 0 0,-2-2 0 0,-1-2 0 0,2 4 0 15,-2-3 0-15,0 1 0 16,0 0 0-16,-2-1 0 16,2 1 0-16,-1 1 0 0,3-2 0 0,-1 1 0 0,2-1 0 0,1-2 0 0,0 3 0 0,2-2 0 0,0-1 0 15,1 0 0-15,0-2 0 0,1 1 0 0,2-1 0 0,0 2 0 0,0-4 0 16,1-1 0-16,2 2 0 15,0-2 352-15,1 0-16 0,0 0 0 16,0 1 0 0,2 1 160-16,-2 1 16 0,2-1 16 15,-1 1 0-15,-8 0-224 0,0 0-48 0,0 0-16 0,0 0 0 0,38 7-112 0,-32-4 0 0,-1 1-128 0,0-2 192 0,-1 1-192 0,-1 0 0 16,1-1 0-16,-2 0 0 16,1-1-384-16,0-1-128 0,0-1-32 15,0-1-14112-15</inkml:trace>
  <inkml:trace contextRef="#ctx0" brushRef="#br0" timeOffset="13099.59">5145 7297 1839 0,'1'-3'160'0,"-1"3"-160"0,1-2 0 0,0 1 0 15,0 0 1856-15,-1 1 320 0,1 0 80 0,1 0 16 16,1 0 768-16,0 0 160 0,1 0 16 0,0 2 16 15,-2 0-1200-15,1 2-240 0,-1 1-64 0,0 1 0 16,-1 1 256-16,-1-2 32 0,-1 3 16 0,-1 0 0 16,-2 2-2032-16,1-2-576 0,-1 1-16 0,-2 0-16 15,2 0 608-15,-2 1 0 0,2-3 0 0,0-1 192 16,-1 2 656-16,1-3 144 0</inkml:trace>
  <inkml:trace contextRef="#ctx0" brushRef="#br0" timeOffset="13730.45">5422 7074 5519 0,'0'0'496'0,"0"-2"-496"0,1 2 0 0,-1 0 0 15,0 0 1216-15,0-2 128 0,1 1 48 0,0-1 0 16,0 0 592-16,0 1 112 0,0-1 16 0,0 2 16 15,0 2-272-15,0 1-48 0,0 0-16 0,-1 3 0 16,1 0-544-16,-1 1-112 0,-1 3-32 0,0 1 0 16,0 1-528-16,-1 2-96 0,0 0-32 0,0 0 0 15,-1 0-208-15,-1 1-48 0,3 1-16 0,-2-1 0 16,1-1-176-16,2-2 0 16,0-2 0-16,-1-2 0 0,2-3-400 0,-1 0-112 0,2-3-32 15,1-2-8288-15,0-2-1648 0</inkml:trace>
  <inkml:trace contextRef="#ctx0" brushRef="#br0" timeOffset="14077.39">5610 7027 3679 0,'2'-4'160'0,"-1"1"32"0,1 0-192 0,-2 1 0 0,1 2 0 0,0 0 0 0,0-2 1344 0,1 1 208 0,1-1 48 0,1 1 16 16,1 0 736-16,0-1 144 0,-1 2 16 0,2 2 16 16,0 0-64-16,-6-2-16 0,0 0 0 0,0 0 0 15,0 0-736-15,0 0-160 0,36 43-16 0,-36-43-16 16,0 0-512-16,17 40-112 0,-17-40 0 0,0 0-16 31,14 40-304-31,-14-40-48 0,8 30-16 0,-8-30 0 0,4 32-112 16,-2-15-16-16,-3-2-16 15,-1 0 0-15,0 0-192 0,-3-1-48 16,-1 1 0-16,-3-1 0 16,-1 0-128-16,-1 0 0 0,0 0 0 0,-3-1 0 0,-1 0-576 0,-2-1-160 0</inkml:trace>
  <inkml:trace contextRef="#ctx0" brushRef="#br0" timeOffset="26982.86">6560 6363 5519 0,'-1'-3'496'0,"1"1"-496"16,0 0 0-16,-1 2 0 0,0 0 768 0,0-2 48 16,0-1 16-16,-1 0 0 15,0-1 160-15,-1-3 32 16,2 2 16-16,-1 3 0 0,1-1-160 0,-1 1-48 0,0 0 0 0,0 1 0 16,0 1 192-16,0 0 16 0,0 0 16 0,-2 0 0 15,0 3 112-15,0-1 32 16,0-1 0-16,-2 3 0 0,1 1-144 0,-2 0-32 0,2 1 0 0,-2 3 0 0,-1 2-208 0,0 3-48 15,-1 0-16-15,1 3 0 0,1 2-176 0,-1 0-16 32,2 2-16-32,1 0 0 0,0 0-144 15,3 1-16 1,2-22-16-16,1 39 0 16,-1-39-160-16,0 0-16 0,13 44-16 0,-13-44 0 15,0 0-176-15,0 0 0 0,0 0 0 0,35 32 0 16,-27-31 0-16,1 2 0 0,-9-3 0 0,0 0-176 0,0 0-336 0,0 0-64 0,45 13 0 0,-37-13-16 0,1 1-1328 0,-1 1-272 0</inkml:trace>
  <inkml:trace contextRef="#ctx0" brushRef="#br0" timeOffset="27374.92">6729 6346 3679 0,'0'-4'160'0,"0"1"32"0,0 1-192 0,0 2 0 0,0 0 0 0,-1-2 0 16,1 2 1024-16,-1 0 176 0,1 0 16 0,0 0 16 15,-2 2 304-15,1 0 48 0,-2 3 16 16,1-1 0-16,-1 4-48 0,1-1 0 0,-1 2 0 0,-1 1 0 16,1 2-288-16,0 2-64 0,-1 0-16 0,0 1 0 15,0 3-352-15,1-1-64 0,0-3 0 0,-1 2-16 16,1 1-320-16,0-2-64 0,1-1-16 0,-1-2 0 16,2 0-352-16,0-1 0 0,0-1 0 15,0-2 0-15,0-2-576 16,1 0-176-16,0-2-32 15,0 0-6944-15,0-4-1376 0</inkml:trace>
  <inkml:trace contextRef="#ctx0" brushRef="#br0" timeOffset="27599.27">6837 6510 9215 0,'3'0'400'0,"-1"-2"96"0,1 2-496 0,-2 0 0 16,-1 2 0-16,1-1 0 0,0 0 1584 0,0 2 208 0,1 4 64 16,0 0 0-16,-1 4 32 0,-1-11 16 0,0 25 0 0,-3-11 0 15,-1 0-656-15,0 0-128 0,0-2-32 0,-2-3 0 16,2 1-528-16,0-5-112 0,0 2-32 0,1-3 0 16,1-1-416-16,1-3-320 0,1 0 48 0,2-3-12000 15</inkml:trace>
  <inkml:trace contextRef="#ctx0" brushRef="#br0" timeOffset="28087.58">7170 6374 911 0,'-1'0'0'0,"0"0"0"0,0 0 0 0,0-2 0 0,1 2 1200 0,0 0 144 15,0 0 48-15,0 0 0 0,1-1 432 0,1 0 96 16,1-1 0-16,-1 0 16 0,2 1-80 0,2-1 0 16,-1-1-16-16,1 1 0 0,0 1-496 0,1 0-80 15,0 1-32-15,0-2 0 0,0 2-192 0,1 2-32 16,-1-2-16-16,0 2 0 0,-1 1-304 0,1 1-64 0,-3 1-16 0,1-1 0 15,-2 2-352-15,1 0-80 0,-1 2-16 16,0-1 0-16,-2 0-160 0,1-2 192 0,-2 2-192 0,0 0 192 16,-1-2-192-16,0 1 0 0,-1 0 0 0,-2 0 0 15,0-1 0-15,-1 0 128 0,-1 2-128 16,0-1 0 0,-1 0 0-16,-1 0 128 0,1 0-128 0,-4 1 0 15,1 0 0-15,0 0 128 16,-1 0-128-16,0 0 0 0,2 1 0 0,2-4 128 0,1 1-128 0,2 0 0 0,0-1 0 0,2-1 128 0,1-1-128 0,1 1 0 15,1-1 128-15,0-2-128 0,1 0 128 0,1 2-128 0,1-2 192 0,0 1-32 16,2 1-16-16,0 0 0 0,2-2 304 0,0 3 64 16,-8-3 16-16,0 0 0 0,0 0-144 0,38 6-48 15,-28-5 0-15,-1 1 0 16,-9-2-208-16,0 0-128 0,31 2 160 0,-22-2-160 16,1 0 0-16,-2 0 0 0,0-2 0 15,1 0 0-15,0 1-1344 0,-1-1-192 0</inkml:trace>
  <inkml:trace contextRef="#ctx0" brushRef="#br0" timeOffset="28387.91">7543 6357 7359 0,'3'-1'320'0,"0"-1"80"0,0 1-400 0,-1 1 0 0,0 0 0 0,-1 0 0 15,1-2 1792-15,2 2 256 0,2 0 64 16,2 2 16-16,2-1 272 0,-10-1 48 0,0 0 16 0,0 0 0 16,44 20-560-16,-44-20-112 0,0 0-32 0,0 0 0 15,37 36-528-15,-37-36-96 0,0 0-32 0,0 0 0 0,29 45-512 0,-29-45-96 16,0 0-32-16,7 34 0 0,-8-22-240 16,-3-1-48-16,-1 3-16 0,-3-2 0 0,0 3-160 0,-2-1 0 15,-3 0 0-15,-1 0 0 16,-2-1-576-16,-1 0-64 15</inkml:trace>
  <inkml:trace contextRef="#ctx0" brushRef="#br0" timeOffset="28920.33">8494 6301 9215 0,'-2'-5'816'0,"1"3"-656"0,0 0-160 0,0 0 0 0,0 1 512 0,0 1 64 0,-1 0 0 0,-1 0 16 0,-1 1 1456 0,-2 1 304 0,-1 0 48 16,-3 1 16-16,3 4-432 0,-2-1-64 0,-1 2-32 0,2-1 0 16,0 2-528-16,-1 2-96 0,2 1-32 0,0 1 0 15,1 1-352-15,0 3-80 0,2 2-16 0,0-3 0 16,1-1-272-16,2 2-64 0,1-17-16 0,4 35 0 15,-4-35-192-15,0 0-48 0,21 43 0 0,-21-43 0 32,0 0-192-32,0 0-192 0,39 37 48 15,-39-37 0-15,0 0-1552 0,36 7-304 16</inkml:trace>
  <inkml:trace contextRef="#ctx0" brushRef="#br0" timeOffset="29280.18">8759 6294 7711 0,'0'0'336'0,"-1"2"80"0,1-2-416 0,-1 1 0 0,1 1 0 0,-1 0 0 15,0-1 1392-15,-1 3 192 0,0 3 32 0,-2 0 16 16,0 5 688-16,-2 1 144 0,2 2 32 0,-2-1 0 16,0 3-640-16,1 0-128 0,1 0-32 0,-1 0 0 15,1 1-752-15,-1 1-160 0,2-2-16 0,0-2-16 16,1 0-560-16,2-15-192 0,0 0 144 0,2 31-144 15,-2-31-128-15,0 0-128 0,0 0 0 0,0 0-8960 16,0 0-1776-16</inkml:trace>
  <inkml:trace contextRef="#ctx0" brushRef="#br0" timeOffset="29589.71">8924 6496 5871 0,'0'-3'128'0,"0"1"16"0,1 0 16 0,0 1 16 0,-1 1-176 0,0 0 0 0,1 0 0 0,0-2 0 15,1 2 2368-15,0-1 448 0,0 1 96 0,0 1 16 16,-1 1-560-16,-1 3-128 0,0 0 0 0,-2 3-16 16,-1 0-976-16,-1 4-192 0,0 0-32 0,-2 0-16 15,-1 2-448-15,-2 0-96 0,1-1-16 0,0 0 0 16,1-3-448-16,1-3 0 0,1 0 0 0,1-4-13088 16</inkml:trace>
  <inkml:trace contextRef="#ctx0" brushRef="#br0" timeOffset="30413.62">9349 6374 5519 0,'-3'-2'496'0,"2"2"-496"0,0-1 0 0,0 1 0 0,0-1 896 0,0 1 96 15,1 0 16-15,-1 0 0 0,-1-2 832 0,1 0 160 16,0 1 48-16,-1-1 0 0,2-1-256 0,0 1-64 15,2 1 0-15,-1 0 0 0,1-1-400 0,0 1-96 16,2-1-16-16,-2 0 0 0,2 1-192 0,1-1-64 16,-2 2 0-16,3 0 0 0,0 0-96 0,0 2-32 15,1-1 0-15,0 1 0 0,0 1-320 0,2-1-64 16,-2 2 0-16,1-1-16 0,-2-1-176 0,0 1-48 16,-2-1 0-16,1 0 0 15,-1 0-208-15,-2 1 176 0,0-2-176 0,-1 1 160 16,-1 0-160-16,-1 0 0 0,-1 1 144 0,1-1-144 0,-2 1 0 0,-2 0 0 15,0 0 0-15,-3 2 0 0,0 0 0 0,-1-1 0 16,1 0 0-16,-1 2 0 0,-1-1 0 0,0 2 0 16,2-4 0-16,0 2 0 0,0 0 0 0,1-1 0 15,0 1 0-15,2-1 0 16,0 1 0-16,1-3 0 0,1 1 0 0,1 0 0 16,1 0 0-16,0-2 0 0,1 1 0 0,0-1 0 0,2 0 0 0,-1 2 0 0,1-3 0 0,0 1 0 15,2 0 0-15,1-1 0 0,-1 2 0 0,2-2 0 16,0 1 0-16,2 1 0 0,-8-2 0 0,0 0 0 15,0 0 0-15,38 14 0 0,-38-14 0 0,0 0 0 16,0 0 0-16,44 22 0 0,-44-22 0 16,0 0 0-16,0 0 0 0,0 0 0 0,32 30 0 0,-30-25 0 15,-3 2 0-15,-1-2 0 0,-1-1 0 16,-1 2 128-16,-2 0-128 0,0-1 0 0,0 0 0 0,-1-1 128 0,-1 0-128 0,-1 0 128 16,-1-2-128-16,0 1 128 0,1 1 48 0,1-3 16 15,0 3 0-15,1-4 0 0,0 0-192 0,2 0 0 16,-1 0 144-16,3 0-144 0,-1 0 0 0,1-2 0 15,1 0 0-15,0 1-128 16,2-1-1088-16,1-1-192 16</inkml:trace>
  <inkml:trace contextRef="#ctx0" brushRef="#br0" timeOffset="32321.94">9714 6316 1839 0,'0'-3'160'0,"0"0"-160"0,1 3 0 0,-1-2 0 16,0 2 992-16,0-1 160 0,1 0 48 0,0-4 0 16,0 0 432-16,0 1 96 0,1-3 0 0,1 3 16 15,-1 1 176-15,1 0 48 0,0-1 0 0,1 1 0 16,0 3-256-16,0 0-48 0,3 0-16 0,-1 0 0 16,2 2-288-16,0 1-48 0,-8-3-16 0,0 0 0 15,0 0-336-15,43 31-80 0,-43-31-16 0,0 0 0 16,30 35-320-16,-30-35-64 0,0 0-16 0,24 38 0 15,-24-38-224-15,0 0-48 0,0 0-16 0,17 39 0 16,-17-39-48-16,0 0-128 16,0 0 192-16,0 42-64 0,-4-33-128 0,-3 0 0 0,-2 1 144 15,-3 2-144 1,-1 1 0-16,-2 0 0 0,-1 1 0 0,-1 0 128 16,1 1-384-16,-2-3-80 0,1-1-16 0,2 1-10144 0,1-2-2048 0</inkml:trace>
  <inkml:trace contextRef="#ctx0" brushRef="#br0" timeOffset="34034.99">10485 6304 2751 0,'3'-3'256'0,"-1"-1"-256"0,0 3 0 0,-1-1 0 0,0 2 960 0,0-1 128 16,1-2 48-16,2-2 0 0,1 1 688 15,0-2 144-15,1 1 16 0,-2 1 16 16,-1 1-144-16,0-1-48 0,0 3 0 0,-2-1 0 0,-1 2-464 0,0 0-80 15,-1 0-32-15,0 2 0 0,-1-1-416 0,-1 3-96 16,1-1-16-16,-3 1 0 16,0 1-320-16,-1 2-80 0,-2 3-16 0,0-1 0 0,-1 3-128 0,-1 2-32 15,1 1 0-15,1-1 0 0,1-2 32 0,1 3 0 16,-1 5 0-16,2-1 0 0,-1 3 192 16,2-1 32-16,1 2 16 15,1-1 0-15,2-22 112 16,3 40 32-16,-3-40 0 0,0 0 0 0,15 40-304 15,-15-40-64-15,0 0-16 0,0 0 0 0,0 0-160 0,39 27 0 16,-29-25 0-16,-1-2 0 16,0-2-896-16,1 1-144 0</inkml:trace>
  <inkml:trace contextRef="#ctx0" brushRef="#br0" timeOffset="34465.67">10736 6342 1839 0,'2'-8'160'0,"-1"4"-160"0,-1-1 0 0,1 2 0 16,-1 1 1088-16,0 2 192 0,0 0 48 0,0-1 0 0,1 0 736 0,-1-1 160 16,0-1 16-16,0 3 16 0,-1 0-320 0,0 3-64 15,-1-1-16-15,0 2 0 0,-1 2-448 0,1 1-112 0,-1 2-16 16,0 1 0-16,-2 4-304 0,1 0-64 0,0-2-16 0,-1 2 0 15,1 2-208-15,0 1-48 0,0 0-16 0,-1-1 0 16,1 1-304-16,0 0-64 0,1-2-16 0,1-1 0 16,1-1-240-16,1-1 0 0,-1-4 0 0,1-2 0 15,1-1-1568 17,-1-3-208-32,2-2-32 0,2-4-10672 0</inkml:trace>
  <inkml:trace contextRef="#ctx0" brushRef="#br0" timeOffset="34775.68">10839 6460 7775 0,'2'-1'336'0,"0"0"80"0,0 1-416 0,-1 0 0 0,0 0 0 0,0 0 0 15,1 0 1072-15,-1 1 128 0,1 0 16 0,0 1 16 16,1 3 736-16,-1 0 144 0,0-1 16 0,-2 2 16 16,-1 1-736-16,-1 2-128 0,-2-2-48 0,1 2 0 31,-1-1-624-31,-2 1-128 0,1-2-32 0,-1 3 0 0,1-3-448 0,0 0 0 0,1-2 0 0,1 2-7616 31,-1-5-1600-31</inkml:trace>
  <inkml:trace contextRef="#ctx0" brushRef="#br0" timeOffset="35232.75">11193 6268 5519 0,'0'0'496'0,"0"0"-496"0,0 0 0 0,0 0 0 16,-1 0 1024-16,0 0 128 0,0 2 0 0,-2 1 16 15,0 0 832-15,-1 1 176 0,-1 1 16 0,0 2 16 16,-1-2-816-16,0 4-176 0,-1-1-16 0,1 3-16 16,-2 1-176-16,0 0-48 0,1 4 0 0,0-1 0 0,3-3-304 0,-1 2-64 15,0 0-16-15,1 1 0 0,4-15 80 0,-2 28 16 16,2-28 0-16,0 0 0 0,0 0-160 0,7 42-48 15,-7-42 0-15,0 0 0 0,0 0-208 0,0 0-32 16,0 0-16-16,36 21 0 0,-27-21-16 0,0-2 0 16,0 1 0-16,-1 0 0 0,1-2-192 15,-2-1 0-15,1 1 0 0,-1 1 0 16,0-3 0-16,-1 1-128 16,0 1-16-16,-3 1 0 0,1-1-960 15,-1-1-192-15,-1 3-48 0,-1-1-7488 0,-1 0-1488 16</inkml:trace>
  <inkml:trace contextRef="#ctx0" brushRef="#br0" timeOffset="35424.22">11219 6342 2751 0,'-2'-5'128'0,"1"2"16"0,0 3-144 0,0-2 0 0,0 4 0 0,0-2 0 16,1 3 1664-16,-2-1 320 0,0 4 48 0,-3 2 16 16,0 4 640-16,-2 3 128 0,0 1 16 0,-1 4 16 15,0 0-800-15,1 2-144 0,0 0-48 0,1 1 0 16,-2 0 320-16,3-3 48 0,1-4 16 0,0 0 0 31,2-4-2240-31,2-1-640 0,0-2-16 0,1-5-16 0,1-1 32 0,1-3 0 0,1-3 0 0,3-1-13264 16</inkml:trace>
  <inkml:trace contextRef="#ctx0" brushRef="#br0" timeOffset="35690.87">11515 6237 13823 0,'6'-2'608'0,"-1"2"128"0,0 0-592 0,-1 0-144 0,-2 0 0 0,0 2 0 16,1 1 2016-16,2-1 368 0,-5-2 80 0,0 0 16 15,0 0 16-15,37 38 16 0,-37-38 0 0,0 0 0 16,23 52-1024-16,-23-52-208 0,8 38-32 0,-8-38-16 15,1 42-576-15,-1-42-112 0,-7 46-32 0,0-23 0 16,-2 1-320-16,-3 0-64 0,-4-1 0 0,-3-1-128 16,-1 0 0-16,-4 1-144 0,-3-2-16 0,-5 1-16784 15</inkml:trace>
  <inkml:trace contextRef="#ctx0" brushRef="#br0" timeOffset="36906.5">6478 7058 1839 0,'-2'-3'160'0,"1"1"-160"0,0 2 0 0,0-3 0 0,0 3 896 0,0-2 128 16,1 2 48-16,-1-1 0 0,0-2 976 0,-2 0 208 15,-1 0 48-15,1 0 0 0,0 2-320 0,0-1-64 16,-1 2-16-16,1 0 0 0,0 2-560 0,-1-2-128 16,0 4 0-16,1-1-16 0,-2 3-336 0,-1 0-64 15,0 2-16-15,-2 1 0 0,0 2-256 0,-1 2-48 0,0 3-16 0,0-2 0 16,3-1-80-16,-1 2-32 16,1 4 0-16,-2 0 0 0,4 3 48 0,1-3 16 15,0 2 0-15,2-2 0 0,1-19-112 16,3 36-32-16,-3-36 0 0,0 0 0 15,18 47-272-15,-18-47 0 0,0 0 0 0,0 0 0 16,40 30-880-16,-40-30-224 0,0 0-48 16,39 6-12544-16</inkml:trace>
  <inkml:trace contextRef="#ctx0" brushRef="#br0" timeOffset="37253.74">6588 7148 12895 0,'-1'0'576'0,"1"0"112"16,1 0-560-16,0 0-128 0,0 0 0 0,0 0 0 0,2 0 1088 0,0 0 192 0,2 0 48 0,3 0 0 15,2 0-288-15,0 0-48 16,2 2-16-16,-12-2 0 0,0 0-176 0,0 0-32 16,41 13-16-16,-41-13 0 0,0 0-352 0,0 0-64 0,0 0-16 0,30 38 0 15,-29-30-192-15,-1 0-128 0,-1 1 160 0,-3 0-160 16,0 1 192-16,-1-2-48 0,-2 1-16 0,1-2 0 15,-2 2 16-15,0-1 0 0,0 0 0 0,-1 1 0 16,1-1-144-16,-1-1 160 16,-1 1-160-16,2-2 160 0,2-1-160 0,1 0 0 0,1 2 0 15,1-2 128-15,2-3 32 16,0 1 0-16,2-1 0 0,2 0 0 0,0-2 240 0,1-1 48 16,0 0 16-16,2-2 0 15,0 1 64-15,3-2 16 0,-2-1 0 0,1 0 0 16,1 0 0-16,-1 0 0 15,0 1 0-15,0-1 0 0,0 0-304 16,2 3-64-16,-2 0-16 0,1 2 0 0,0-3-160 0,-1 3 0 0,0-2 0 0,0 2-14864 0</inkml:trace>
  <inkml:trace contextRef="#ctx0" brushRef="#br0" timeOffset="37507.4">6946 7265 11967 0,'0'-3'528'0,"0"1"112"0,0 1-512 0,0-1-128 0,1 2 0 0,0 0 0 16,0 0 2240-16,0-1 432 0,1 1 80 0,1 0 0 15,0 3 96-15,0-2 16 16,1 4 0-16,-1-1 0 0,-1 3-1296 0,0 2-256 16,-1 0-48-16,0 0-16 0,-1 2-720 0,-1-1-144 0,-1 1-16 0,0-1-16 15,-1 1-352-15,0-1 128 0,-1-3-128 0,2 0 0 31,-1 1-640-31,-1 0-192 0</inkml:trace>
  <inkml:trace contextRef="#ctx0" brushRef="#br0" timeOffset="37885.87">7266 7138 14735 0,'1'-1'640'0,"0"0"160"0,0 1-640 0,0 0-160 0,0-2 0 0,-1 2 0 15,2 0 1536-15,0-1 256 16,0-1 64-16,3 2 16 0,2-3-32 0,-1 1-16 0,1 2 0 0,1 0 0 31,-2 2-624-31,2 1-128 0,-2-1-32 0,-6-2 0 0,0 0-576 0,0 0-112 16,0 0-32-16,0 0 0 0,36 34-144 0,-33-26-48 0,0 0 0 0,-2-1 0 15,-2 1-128-15,-1-1 0 0,-1 2 0 0,-1-2 0 32,-1 2 128-32,0 0-128 0,-3-1 128 0,1-1-128 0,-2 3 0 0,0-3 0 15,-1 2 128-15,2 1-128 0,0-2 0 0,3 0 0 16,0 0 0-16,3-1 0 0,0 1 0 0,2-2 0 16,1 0 144-16,1-3-144 0,2 2 256 15,0-2 0-15,2-1-16 0,1-2 0 0,2 1 112 0,0-2 32 0,1-1 0 0,1 0 0 0,0-1-192 0,1 0-16 16,1 1-16-16,-1-2 0 0,0 1-160 0,0 0 0 31,0 0 0-31,0 0-10864 16,0 0-2192-16</inkml:trace>
  <inkml:trace contextRef="#ctx0" brushRef="#br0" timeOffset="38563.85">7711 7068 7359 0,'0'-3'656'0,"1"2"-528"0,0-1-128 0,0 2 0 0,0-1 1056 16,0 0 176-16,1-1 48 0,2-1 0 0,1-1 992 16,3 1 208-16,1 3 32 0,0 2 16 0,-9-2-176 0,0 0-48 15,0 0 0-15,42 32 0 16,-42-32-1040-16,0 0-224 0,27 52-32 0,-27-52-16 0,0 0-592 15,14 52-112-15,-14-52-32 0,1 35 0 16,-4-18-128-16,-2-3-128 0,0 0 144 0,-4 0-144 16,1 0 128-16,-2 1-128 0,-1-1 0 0,-2-2 144 15,1 2-688-15,-1-4-144 0,1-1-16 0,-1 1-13840 0</inkml:trace>
  <inkml:trace contextRef="#ctx0" brushRef="#br0" timeOffset="39132.94">8520 6989 9215 0,'1'-3'816'0,"-1"1"-656"0,-1 2-160 0,0-2 0 15,0 2 1392-15,0 0 240 0,0-2 48 0,-2 1 16 16,-2 1 352-16,0 1 64 0,-1 3 0 0,-1 1 16 16,0 2-720-16,-1 2-160 0,-1 3-32 0,1 3 0 15,1 0-304-15,-2 3-64 16,1 5-16-16,0 0 0 0,2-2-192 0,0 2-32 0,1 3-16 0,1 0 0 0,3 0-80 16,1-26-32-16,4 43 0 0,-4-43 0 15,11 38-320-15,-11-38-160 0,0 0 160 0,25 36-160 16,-25-36-592-1,0 0-224-15,33 5-32 0,-20-11-13616 16</inkml:trace>
  <inkml:trace contextRef="#ctx0" brushRef="#br0" timeOffset="39528.53">8651 7084 9215 0,'-2'-3'400'0,"0"1"96"0,1 0-496 0,1 1 0 0,0 1 0 0,0 0 0 15,0 0 1584-15,1-2 208 0,1 2 64 0,2-1 0 16,0 0 224-16,2 1 48 0,1-2 16 0,1 2 0 16,1 2-416-16,0-1-64 15,-9-1-32-15,0 0 0 16,0 0-768-16,45 13-160 0,-45-13-16 0,0 0-16 0,0 0-352 0,0 0-80 16,38 29-16-16,-38-29 0 15,0 0-224-15,0 0 128 0,0 0-128 0,0 0 0 0,16 45 0 16,-17-39 0-16,-1 2 0 0,-1-1 0 0,-2 0 0 0,-1 0 0 15,-1 0 0-15,-2 0 0 0,1 1 0 16,-2 1 0 0,-1-2 0-16,0 2 0 15,3-1 0-15,0-2 0 0,1 2 0 0,3-3 0 0,2 2 0 0,1-2 0 16,2 2 0-16,1-3 0 0,2 1 0 0,3-3 0 0,0 1 0 0,2-2 0 0,-9-1 0 0,0 0 0 16,38 3 144-16,-24-5-144 0,1 1 128 0,1 0-128 15,1-3 0-15,-1 1 128 16,0 0-448-1,-1 2-112-15,0-2-16 0,0 0-13840 16</inkml:trace>
  <inkml:trace contextRef="#ctx0" brushRef="#br0" timeOffset="39704.08">9140 7198 9215 0,'1'0'400'0,"-1"0"96"0,1 2-496 0,-1-2 0 0,0 0 0 0,0 1 0 15,0 0 2224-15,0 2 336 0,1 2 80 0,-1 1 16 0,0 4-208 0,0-1-32 16,-1 3-16-16,-1-2 0 16,0 2-1120-16,-2-1-208 0,0 1-48 0,-1 0-16 0,-2-2-528 0,1 0-96 15,-1-1-32-15,0 0 0 16,0-2-352-16,0 0-256 0,1-2 32 0,-1 0-13936 16</inkml:trace>
  <inkml:trace contextRef="#ctx0" brushRef="#br0" timeOffset="40220.91">9396 7047 4607 0,'-4'-3'192'0,"2"0"64"0,0 1-256 0,1 1 0 0,1-1 0 0,0 2 0 16,1-1 1728-16,-1 0 288 0,1-3 64 0,1 1 16 15,2 0 512-15,1 2 96 0,1 0 32 0,1 1 0 16,2-2-288-16,1 2-48 0,3 0-16 0,0 2 0 16,-13-2-1040-16,28 1-192 0,-14 0-64 0,-14-1 0 15,0 0-576-15,36 8-128 0,-36-8-32 0,0 0 0 16,0 0-352-16,0 0 0 0,0 0 0 0,0 0 128 0,0 0-128 0,0 0 0 15,17 42 0-15,-25-35 0 0,-2 1 0 16,-3 1 0-16,2-4 0 0,-2 3 0 0,-1-2-144 0,0 1 144 16,4-3-160-16,-1 1 160 15,-1 0 0-15,1 0 0 0,1 0-128 16,1-1 128-16,2 1 0 16,2 0 0-16,2-1 0 15,2-1 0-15,3 0 0 0,1-1 0 0,0 0 0 0,3 0 0 0,1-2 0 0,3 0 0 0,1 1 0 0,2-1 0 0,2 0 0 0,-1 0 0 16,3 0 0-16,-1 0 0 0,-16 0 0 0,28 2 0 0,-28-2 0 0,0 0 0 15,0 0 128-15,38 9-128 0,-33-4 0 16,-4 0 0-16,-2-1 0 0,-2 4 0 0,-4-1 0 0,-3 2 0 16,-4 2 0-16,-2 0 0 0,-2 1 0 0,-2-1 0 15,0 1 0-15,-1 1 0 0,3 0 0 0,0-4 0 16,4 0-176-16,2-3 176 16,3-1-192-16,2-3 192 15,5 0-832-15,2-4-64 0,2-2-16 0,5-4-13776 16</inkml:trace>
  <inkml:trace contextRef="#ctx0" brushRef="#br0" timeOffset="40476.03">9738 6991 10127 0,'1'3'896'0,"0"-3"-704"0,1 3-192 0,-2-2 0 0,2 1 1952 0,-1-2 352 15,1 3 80-15,2 2 16 0,-4-5 96 0,0 0 0 16,0 0 16-16,40 38 0 0,-40-38-1264 0,0 0-256 15,40 33-48-15,-40-33-16 0,0 0-160 0,39 31-16 16,-39-31-16-16,0 0 0 0,36 35-224 0,-36-35-64 16,0 0 0-16,21 36 0 15,-21-36-320-15,0 0-128 0,1 41 0 0,-8-25 144 16,-3-1-144-16,-4 1 0 0,-1 3 0 0,-4-1 0 16,0 2-144-16,-2-4-16 0,2-2 0 0,0-2-10272 0,2 0-2064 15</inkml:trace>
  <inkml:trace contextRef="#ctx0" brushRef="#br0" timeOffset="40852.04">10572 6958 10127 0,'-5'0'448'0,"1"-2"96"0,1 2-544 0,2 0 0 0,0 2 0 0,-1-2 0 0,0 2 1760 0,-2 0 240 0,0 4 48 16,-4 1 16-16,0 2 320 0,-1 3 64 0,-1 0 16 0,1 0 0 15,1 2-688-15,-2 0-144 0,2 5-32 0,-1 0 0 16,2 0-640-16,0 2-144 0,0 3-32 0,3 0 0 16,0 2-208-16,4-26-32 0,-1 45-16 0,1-45 0 15,7 41-320-15,-7-41-64 0,0 0-16 0,20 47 0 32,-20-47-496-32,0 0-96 0,0 0-32 0,46 31-15632 15</inkml:trace>
  <inkml:trace contextRef="#ctx0" brushRef="#br0" timeOffset="41293.51">10720 7126 1839 0,'-8'-1'0'0,"2"0"160"0,1 1-160 0,3-2 0 0,1 2 0 15,1 0 0-15,-1-2 1648 0,0 1 288 0,0-1 64 0,1-1 16 16,0 1-128-16,2-2-32 0,1 1 0 0,1-2 0 16,2 3-400-16,0-2-96 15,1 1-16-15,1 1 0 0,2 1 64 0,1 1 16 0,1 0 0 0,-1 1 0 16,-11-1-336-16,0 0-80 0,0 0-16 0,40 21 0 15,-40-21-464-15,0 0-80 0,0 0-32 0,0 0 0 16,22 43-416-16,-22-33 0 0,-1 1 0 0,-3-2 0 16,0 0 0-16,-2 1 0 0,-2 0 128 0,-2 0-128 15,-1-1 0 1,-1 2 0-16,0-1 0 16,0-3 0-16,0 2 0 15,-1-3 0-15,1 0 0 0,0 2 0 16,2-2 0-16,0-1 0 0,3 0 0 0,1 2 0 0,2-2 160 0,2 0-160 15,3 0 192-15,1 1-192 0,1-1 224 0,0-2-64 0,4 1-16 0,0-3 0 0,-7-1 64 0,0 0 16 0,33 0 0 0,-21-1 0 0,2-3-224 0,-1 1 0 16,1-2 0-16,0-1 0 16,1 0-1008-1,-2 2-240-15</inkml:trace>
  <inkml:trace contextRef="#ctx0" brushRef="#br0" timeOffset="41497.49">10985 7186 3679 0,'1'0'320'0,"0"0"-320"0,1 0 0 0,-1 0 0 16,0 0 2256-16,0 0 384 0,1 0 80 15,-1 0 16-15,3 2 592 0,2-1 128 0,0 2 32 0,1 0 0 16,-7-3-1552-16,0 0-304 16,0 0-64-16,0 0-16 0,0 0-1040 0,40 24-224 0,-36-19-32 0,0-1-9792 15,0-1-1936-15</inkml:trace>
  <inkml:trace contextRef="#ctx0" brushRef="#br0" timeOffset="42128.08">11016 7233 3679 0,'-1'0'320'0,"0"0"-320"0,1 0 0 0,0 0 0 0,0-2 896 0,0 2 96 16,-1-1 32-16,0 1 0 0,0-2 784 0,0 1 176 0,0 0 16 0,1-1 16 16,0 0 32-16,0 1 16 15,0 1 0-15,1 1 0 0,1 1-144 0,0 1-16 16,0 1-16-16,0 4 0 0,0 0-512 0,-2-8-96 0,0 0-32 0,7 38 0 16,-7-38-800-16,2 29-144 0,-2-15-48 0,-1-1 0 15,0-2-256-15,0-2 0 16,-1-2 0-16,-1 0 0 15,2-4-512-15,-2-1-96 0</inkml:trace>
  <inkml:trace contextRef="#ctx0" brushRef="#br0" timeOffset="43046.07">11276 6977 5519 0,'0'-5'496'0,"0"3"-496"0,0 0 0 0,0 0 0 0,1 1 1072 0,-1 1 112 0,1-2 32 0,0 1 0 0,1-1 1088 0,0-2 208 31,0 1 48-31,-1-1 16 0,0 3-80 0,0-1 0 0,-1 1-16 0,0 2 0 0,0-1-832 0,-2 2-176 15,-1 3-16-15,0 0-16 0,-1-1-848 0,1 4-160 32,-2-1-48-32,0 2 0 0,-1 1-192 0,-1 2-32 0,2 2-16 0,-2 2 0 15,1 2-144-15,-1 0 0 16,2 2 144-16,0-2-144 16,2-4 0-16,1 0 0 0,1-1 0 0,1 0 128 15,0-13-128-15,0 0 0 0,0 0 0 0,0 0 128 16,0 0-128-16,27 36 0 0,-18-36 0 0,1-1 128 0,0 0 80 0,1-1 32 0,1-3 0 0,1 0 0 15,1 0-64-15,-2 0-16 0,1-1 0 0,-1 1 0 16,-2 1-160-16,-2 1 0 0,0-2 0 0,0 0 0 31,-2 3-1088-31,1-6-112 0,-3 4-16 0,1-3-8992 0,-2 2-1808 0</inkml:trace>
  <inkml:trace contextRef="#ctx0" brushRef="#br0" timeOffset="43208.48">11360 7013 4607 0,'-2'-1'400'0,"0"1"-400"0,1 0 0 0,1 0 0 15,-1 3 1712-15,0-3 256 0,0 2 48 0,-2 3 16 0,-1 0 784 0,-1 4 176 16,1 2 16-16,0 2 16 0,1-6-672 0,0 3-144 16,-1 6-32-16,-1 2 0 0,0 5-928 0,-2 0-192 15,2 1-32-15,-2-3-16 0,2-1-432 0,2-2-96 16,0-1-16-16,2-1 0 0,1-16-464 0,0 0 128 16,5 33-128-16,-5-33 0 15,0 0-1232-15,0 0-304 0</inkml:trace>
  <inkml:trace contextRef="#ctx0" brushRef="#br0" timeOffset="43453.9">11523 6974 3679 0,'2'-2'320'0,"0"1"-320"0,0 0 0 0,0 1 0 15,1-2 2672-15,-1 2 464 0,1 0 80 0,2 0 32 16,4 0 144-16,2 0 16 0,-11 0 16 0,30 4 0 15,-30-4-1520-15,0 0-304 0,43 17-64 0,-43-17-16 16,0 0-560-16,36 31-96 0,-36-31-32 0,0 0 0 16,27 54-352-16,-27-54-80 0,8 38-16 0,-8-38 0 15,-4 41-208-15,-3-16-48 0,-6 4-128 0,-3 0 192 16,-4 1-192-16,-2-2 0 0,-1-1 0 0,-1-3 0 16,-1-1-496-16,-2-3-144 0</inkml:trace>
  <inkml:trace contextRef="#ctx0" brushRef="#br0" timeOffset="44347.93">4781 7972 7359 0,'1'-2'656'0,"0"0"-528"0,0-2-128 0,-1 3 0 16,1 1 1232-16,-1-2 224 0,0 0 32 0,0-1 16 16,2-2 528-16,-1 0 96 0,-1 1 32 0,0 2 0 15,-1-1-688-15,-1 3-144 0,-2 1-32 0,0 3 0 16,-1-2-464-16,-2 4-80 0,-1 2-32 0,-2 2 0 0,-2 3-128 0,1 0-16 0,0 4-16 0,0 4 0 31,0 0 0-31,2 6 0 0,-1-1 0 0,3 2 0 0,0 0 64 0,3 1 16 16,0-3 0-16,2 2 0 0,1 2-128 0,2-1 0 15,2 1-16-15,-3-30 0 16,13 54-240-16,-13-54-32 0,19 44-16 0,-19-44 0 16,0 0-208-16,36 43-288 0,-36-43 64 0,0 0 16 0,38 13 208 0,-38-13 0 15,28-1 192-15,-13-1-16256 16</inkml:trace>
  <inkml:trace contextRef="#ctx0" brushRef="#br0" timeOffset="45238.91">4953 8127 8287 0,'-2'0'736'0,"1"0"-592"16,0 0-144-16,0 0 0 0,0 0 1536 0,0 2 288 0,-1-1 48 0,-2 1 16 15,0 1 416-15,0 0 96 0,1 0 16 0,2 0 0 16,1-1-528-16,2-2-96 0,1 1-32 0,1-1 0 15,1 0-704-15,2-1-144 0,0-1-16 0,1-1-16 16,1 0-368-16,-1 0-64 0,0 0 0 0,0 0-16 16,0 1-112-16,0 2 0 0,-1 0-16 0,-2 0 0 15,-1 3-176-15,-1 1-128 0,-1-2 144 0,-1 3-144 16,-1 2 0-16,-2 0 128 0,-2-2-128 0,1 3 0 16,-2-2 0-16,-1 2 0 0,1 1 0 0,-3-1 0 0,1-1 0 0,0 1 0 15,0-3 0-15,0 0 0 16,-1 2 0-16,1-1 0 15,-1 0 0-15,2-3 0 16,0 1-128-16,0-1 128 0,-1 2 0 16,1-1 0-16,1-2-144 0,1 1 144 0,1 0 0 15,0 1-144-15,1-3 144 0,1 0 0 0,0 1 0 0,1 1 0 0,1-3 0 0,-1 2 0 0,2-2 0 0,0 0 0 0,0 0 0 0,2-2 0 16,-1 2 0-16,2-2 0 0,0 1 0 0,0 1 0 16,2-2 0-16,0 2 0 0,1 0 0 0,2 2 128 15,0-2-128-15,0 3 0 16,-10-3 0-16,0 0 0 0,0 0 0 15,0 0 0-15,41 19 0 0,-36-14 0 0,-3 2 0 0,-1 0 0 16,-2 0 0 0,-1 0 0-16,-1 0 0 0,-3 1 128 0,0 1-128 0,-3-2 0 15,1 0 0-15,0 0 128 16,-1 0-128-16,0 0 0 0,1-1 0 0,-2-1 128 16,2 1-128-16,-1-3 0 0,0 1 128 0,2-1-128 0,1 1 0 0,0-1 0 0,1 0 0 0,3 0 0 0,0-2 0 0,1 1 0 0,2-1 0 0,1-1-128 15,1 0-1184 1,2-1-224-16</inkml:trace>
  <inkml:trace contextRef="#ctx0" brushRef="#br0" timeOffset="45443.69">5140 8362 13823 0,'3'0'608'0,"-2"2"128"0,1-2-592 0,-1 0-144 15,0 1 0-15,-1 0 0 0,1 1 1600 0,0 1 304 0,0 2 48 0,0-1 16 16,0 6-32-16,-1-3 0 0,-1 3 0 15,0-1 0-15,-1 3-592 0,0-2-112 16,0 1-16-16,0-3-16 0,1 1-704 0,-1-2-144 16,0 0-32-16,1 0-10048 15,0-4-2000-15</inkml:trace>
  <inkml:trace contextRef="#ctx0" brushRef="#br0" timeOffset="45963.66">5473 8124 10127 0,'1'0'896'0,"-1"-2"-704"0,0 1-192 0,0 0 0 0,0 1 1728 0,0 0 320 0,0-2 64 0,0-1 16 0,0 1 496 0,1-1 112 0,-1 2 16 0,0 0 0 0,0 2-816 0,0 0-144 31,0 2-48-31,0 4 0 0,1 0-816 0,-1 2-160 16,-1 3-48-16,1 2 0 0,0-2-384 0,-1 2-80 16,-1 1 0-16,0 1-16 0,0 2-240 0,0 0 128 15,-1 3-128-15,1-2 0 0,1 2 0 0,-2-3 128 16,2-1-128-16,0-2 0 0,2-3-144 0,0 0-80 16,2-5-16-16,-1-1-16272 15</inkml:trace>
  <inkml:trace contextRef="#ctx0" brushRef="#br0" timeOffset="46295.32">5705 7996 8287 0,'4'-7'368'0,"-1"2"80"0,0 2-448 0,-1 0 0 0,-1 1 0 0,0 1 0 16,1 1 2320-16,0-3 384 0,1 1 80 0,1 0 16 0,0 0 496 0,1-1 96 16,-2 3 32-16,0 3 0 15,2 1-1216-15,0 2-240 0,-5-6-48 0,0 0-16 16,0 0-1088-16,23 44-224 0,-23-44-32 0,0 0-16 16,20 52-304-16,-20-52-64 0,0 0-16 0,18 50 0 15,-18-50-16-15,6 34 0 0,-6-34 0 0,3 32 0 16,-3-17-144-16,-3 1 0 0,1 1 144 0,-4-3-144 15,-1 1 0-15,0 1 0 16,-1-2 0-16,-2 0 128 0,1-1-128 16,-1 1 0-16,-2-3 0 15,-2 1-12128-15,-1 0-2368 16</inkml:trace>
  <inkml:trace contextRef="#ctx0" brushRef="#br0" timeOffset="47461.69">6456 7935 6447 0,'1'-3'576'0,"-1"-1"-576"0,0 1 0 0,-1 1 0 15,1 2 1184-15,-1-3 128 0,-1 0 32 0,-1-3 0 16,0-1 368-16,-1 0 80 16,-2-2 0-16,-1 3 16 0,-1 2-144 0,1 2-48 0,-1 0 0 0,0 4 0 31,2 2-240-31,-2 1-48 0,2 2-16 0,-2 3 0 0,2 0-320 0,-2 6-64 0,-1 3-16 0,1 4 0 15,-1 3-144-15,2 1-16 0,0 4-16 0,-1-1 0 16,2-1-256-16,0-1-48 0,2-4-16 0,2-1 0 16,0-3-96-1,1-1 0-15,2-1-16 16,-1-18 0 0,0 0-304-16,9 38 0 0,-9-38 0 0,0 0 0 0,0 0-384 0,0 0-176 0,0 0-32 0,47 17-15216 0</inkml:trace>
  <inkml:trace contextRef="#ctx0" brushRef="#br0" timeOffset="48013.43">6537 8032 6447 0,'-1'-2'272'0,"0"0"80"0,1 2-352 0,0 0 0 0,0 2 0 0,0-2 0 31,-1 0 2416-31,1 2 400 0,0 0 96 0,0 3 16 16,1-2 192-16,1 1 32 0,2-2 16 0,0 1 0 16,1-1-1712-16,1 1-352 0,1-3-64 0,1 1-16 15,-1 0-320-15,1-1-64 0,2 2 0 0,-2-1-16 16,-8-1-160-16,0 0-16 0,0 0-16 0,0 0 0 16,39 23-304-16,-39-23-128 0,0 0 128 0,0 0-128 15,0 0 0-15,0 0 0 0,15 38 0 0,-17-31 0 16,0-1 0-16,-2 0 0 0,-1 1 0 0,-1 0 0 15,0-2 0-15,-2 2 0 16,1-1 0-16,-1 0 0 0,-1-1 0 16,1-1 0-16,0 1-144 15,-1-2 144-15,1 0 0 16,1-2-128-16,2 1 128 0,0 1 0 0,2-2 0 0,1 1 0 16,0 0 0-16,2 0 0 0,0 0 0 0,0-1 0 0,2 1-128 0,0 0 128 0,-1-1 0 0,2 1 0 0,1-2 0 15,0 1 0-15,0 0 0 0,1 1 0 0,0-2 0 0,-1 3 0 0,1 0 0 0,0 1 144 16,0-2-144-16,0 3 128 0,-1 0-128 0,0-1 128 15,0 1-128-15,-1 0 128 0,1-2-128 0,-1 4 0 0,0-3 0 16,-1 1 128-16,0 0-128 0,-2-1 0 0,0-1 0 0,-1 2 0 16,-1-3 192-16,-2 2-64 0,-1-1 0 15,-1 2 0-15,-2-1 256 0,0 2 64 0,-2-2 0 16,0 3 0-16,-2-2-192 16,0-3-16-16,-2 3-16 0,1 0 0 0,-1-1-224 15,1-1 0-15,1-1 128 16,1 1-128-16,4-3 0 15,1 0-288-15,1-2 64 0,3-1-17056 16</inkml:trace>
  <inkml:trace contextRef="#ctx0" brushRef="#br0" timeOffset="48455.66">6896 8240 911 0,'-1'-2'0'0,"1"0"0"0,1 2 0 0,0-2 0 0,-1 2 2496 0,1 0 432 15,0 0 80-15,0-2 0 0,2 2 32 0,0 0 0 16,0 2 0-16,2-2 0 0,0 3-768 0,-2-2-160 15,1 4-16-15,0 0-16 0,-2-1-800 0,1 4-144 16,0-3-48-16,-2 4 0 0,0-2-416 0,-1 0-96 16,-2 3 0-16,-1-3-16 0,-1 2-288 0,-1 1-48 15,0-1-16-15,-1 0 0 0,1 1-208 0,1-3 0 16,0-1 0-16,0-2-10944 16,1-1-2176-16</inkml:trace>
  <inkml:trace contextRef="#ctx0" brushRef="#br0" timeOffset="49102.45">7201 8053 5519 0,'-1'-2'496'0,"1"-1"-496"16,0 3 0-16,0-2 0 0,0 2 1456 0,0 0 192 0,1-2 32 0,0 0 16 0,2-3 704 0,0 0 144 15,2 3 16-15,1-1 16 0,0 1-176 0,2 0-32 16,0 4-16-16,1-2 0 0,0 2-656 0,-9-2-128 16,0 0-32-16,0 0 0 15,39 12-816-15,-39-12-160 0,0 0-48 0,0 0 0 0,0 0-256 0,43 26-48 16,-43-26-16-16,0 0 0 0,0 0-192 0,0 0 0 16,27 38 128-16,-24-31-128 15,-2-2 0-15,0 2 0 0,-2-2 0 0,-1 0 0 0,-2 1 0 0,-1 0 0 16,-1 0-128-16,-2 0 128 0,-1 1 0 0,-2 2 0 0,0-2-128 15,-1 2 128-15,-1 1-320 0,0-3-16 16,0 0 0-16,2 1 0 16,3-2 32-16,0 2 16 15,1-2 0-15,2-1 0 16,2 0 288-16,0-3 0 0,3 3 0 16,1-4 0-1,1 1 0-15,1-2 0 0,4 0 0 0,-1-2 0 0,4 1 160 16,0-3-160-16,3 1 160 0,-1 1-160 15,2-2 304-15,0 1-48 0,0 2 0 16,0-1 0 0,-1 0-64-16,2 2-32 0,-1-2 0 0,-1 2 0 15,0 0-160-15,-3 0 128 0,0 2-128 16,-3-2 128-16,-1 1-128 0,-1-1 0 16,-1 1 0-1,0-1-11024-15,-2-1-2160 0</inkml:trace>
  <inkml:trace contextRef="#ctx0" brushRef="#br0" timeOffset="49308.18">7619 7989 9215 0,'1'-2'816'0,"0"2"-656"0,-1 0-160 0,1-2 0 0,0 2 1920 0,0 0 368 0,1-1 64 0,1 1 16 15,2-2 448-15,1 1 80 0,1 2 32 0,1 1 0 16,-8-2-992-16,0 0-192 0,0 0-32 0,0 0-16 16,46 32-736-16,-46-32-128 0,0 0-48 0,26 37 0 15,-26-37-368-15,0 0-80 0,21 43-16 0,-21-43 0 16,0 0-144-16,9 42-48 0,-8-30 0 0,-3 3 0 15,-2 1-128-15,-1-3 192 0,1-2-192 0,-3 1 192 16,1 0-192-16,-3 0 192 16,-2 2-192-16,-1-3 192 0,-1-1-496 15,0 0-80-15</inkml:trace>
  <inkml:trace contextRef="#ctx0" brushRef="#br0" timeOffset="49815.05">8446 7866 8287 0,'-1'0'736'0,"1"-2"-592"0,0 2-144 0,-1 0 0 0,1 0 1536 0,-1 0 256 15,0 0 64-15,-2 2 16 0,1-2 416 0,-3 0 80 16,0 3 0-16,1-1 16 0,1 1-624 0,-2 1-128 16,1 0-32-16,-1 1 0 15,0 0-368-15,0 2-80 0,0 1 0 0,1 3-16 0,-2 1-304 0,1 1-64 16,1 2-16-16,-1 2 0 0,1 2-288 0,1 5-48 15,0 0-16-15,1 4 0 0,1-2-80 0,2-1 0 16,-1-25-16-16,5 42 0 0,-5-42-112 0,0 0 0 16,19 48-16-16,-19-48 0 0,0 0-176 0,33 34 0 15,-33-34 0-15,0 0 0 16,0 0-704-16,49 22-128 0,-49-22-32 0,33-2-15728 16</inkml:trace>
  <inkml:trace contextRef="#ctx0" brushRef="#br0" timeOffset="50478.73">8691 7938 2751 0,'-5'-1'256'0,"1"1"-256"16,2-2 0-16,0 2 0 0,1-2 2032 0,1 2 352 0,-1-1 80 0,1 1 16 15,-1-2 192-15,0 0 32 0,1 0 16 16,1-1 0-16,1 1-464 0,2-1-80 0,0 1-32 0,2 0 0 16,0-1-656-16,3 1-128 0,0 1-16 0,1 0-16 15,0 1-592-15,1 0-112 16,-11 0-32-16,0 0 0 0,37 7-320 0,-37-7-64 0,0 0-16 0,0 0 0 16,40 18-192-16,-40-18 128 0,0 0-128 0,0 0 0 0,0 0 0 0,0 0 0 31,0 0 0-31,9 39 0 0,-15-32 0 0,-1-1 0 15,-2 3 0-15,-1-1 0 16,0 1 0-16,-1 0 0 0,-2 0 0 0,0-1 0 0,0 1 0 0,0-1 0 16,0-1-144-16,2 1 144 0,0-4-160 15,1 2 160-15,3-1-160 0,1-2 160 16,3 0 0-16,0 2-144 0,2-3 144 0,1 0 0 0,3-1 0 0,0-1 0 0,0 2 0 0,3-4 0 16,2 1 0-16,2-1 0 15,2 0 0-15,0 0 0 0,2 1 0 0,-1-1 0 0,2 2 0 0,-15 0-128 16,31 0 128-16,-31 0 0 0,30 2 0 0,-30-2 0 0,0 0 0 0,0 0 0 15,44 15 0-15,-44-15 0 0,0 0 0 0,0 0 0 0,0 0 0 0,0 0 0 16,7 35 0-16,-14-28 128 0,-2 3-128 16,-2 0 0-16,-1 1 0 0,-3 1 128 0,-1 0-128 0,-1 0 0 31,1-1 0-31,-1-1 0 16,2-3 0-16,0 0 0 0,1-2 0 0,3 0 0 15,3-3 0-15,0-2 0 0,5 1-912 0,0-1-112 0,3-1 0 0,4-1-14096 16</inkml:trace>
  <inkml:trace contextRef="#ctx0" brushRef="#br0" timeOffset="50695.77">9001 8172 8287 0,'2'-2'368'0,"-1"-1"80"0,1 1-448 0,-1-1 0 16,0 3 0-16,0 0 0 0,-1 0 2096 0,2-2 336 0,0 2 64 0,0 0 0 15,0 2-32-15,0 1-16 0,0 0 0 0,-2 3 0 16,-1 1-1088-16,-1 3-208 0,-2-1-64 0,-1 2 0 16,-1 1-384-16,-2 1-96 0,0 0-16 0,-1-2 0 15,1 1-336-15,1-3-80 0,-1 1-16 0,3-1-14624 16</inkml:trace>
  <inkml:trace contextRef="#ctx0" brushRef="#br0" timeOffset="51441.55">9349 7928 9215 0,'-3'-2'816'0,"3"1"-656"0,0 1-160 0,0 0 0 16,0 0 1392-16,1 0 240 0,0-2 48 0,0 0 16 16,1-1 736-16,2 1 128 0,0-3 48 0,3 1 0 15,0 1-624-15,2 1-128 0,1 0-32 0,0 1 0 16,2 1-720-16,0 0-144 0,-12 0-16 0,0 0-16 16,42 5-384-16,-42-5-80 0,0 0-16 0,40 10 0 0,-40-10-144 0,0 0-48 15,0 0 0-15,0 0 0 0,40 26-256 0,-37-22 0 16,-2 1 128-16,-2 1-128 0,0 0 0 0,-4-1 128 15,-1 1-128-15,-2 0 0 16,-1 1 208-16,-2 1-64 0,-1 0-16 0,0-1 0 0,0 1-128 16,-1-2 0-16,1 2 144 0,0-3-144 15,2 2 0-15,2-3 0 16,0-1 0-16,4 1 0 16,1-3 0-1,2 1 0-15,1-1 0 0,1 0 0 0,2-1 0 0,-1 0 0 0,2-1 0 0,2 0 0 0,-1 1 0 16,3-2 0-16,0 1 0 0,0 1 0 0,2 0 0 0,-1 0 0 15,-9 0 0-15,0 0 0 0,0 0 0 0,39 10 0 0,-39-10 0 0,0 0 0 16,0 0 0-16,0 0 0 0,39 28 0 0,-39-28 128 16,0 0-128-16,0 0 0 0,0 0 0 0,0 0 0 0,0 0 0 0,5 36 0 0,-8-33 0 15,-2 2 128-15,0-1 0 0,0 1 16 0,-1-2 0 16,-1 0 0 0,0 2 16-16,0 0 0 0,0-3 0 0,-1 1 0 15,1 2-160-15,-3-2 0 16,1 0 0-16,0 0 128 0,1 0-128 15,0 0 0-15,1 0 0 16,-1 0 0-16,1-1 0 16,-1 1 0-16,1-1 0 0,1 0 0 15,2-2-512 1,-1 2 32-16,2-2 0 0,1 0-10864 0,0 1-2176 0</inkml:trace>
  <inkml:trace contextRef="#ctx0" brushRef="#br0" timeOffset="51741.68">9735 7841 3679 0,'2'-1'320'0,"0"1"-320"0,-1-2 0 0,0 2 0 0,0 0 1824 0,-1 0 288 0,3 0 64 0,1 0 16 15,2 2 576-15,0-1 112 0,-6-1 32 0,0 0 0 16,0 0-672-16,36 25-144 0,-36-25-32 0,0 0 0 15,0 0-496-15,40 38-96 0,-40-38-32 0,0 0 0 16,32 38-544-16,-32-38-96 0,0 0-32 0,25 42 0 16,-25-42-384-16,0 0-96 0,9 43-16 0,-10-30 0 15,-3 3-272-15,-1-2 128 0,-2 0-128 0,-2 0 0 16,-1 0 208 0,-1-2-64-16,-1 0-16 15,0 0 0-15,-2-2-128 0,-1-1 0 16,-1 0 0-16,-2-1-11568 0,0-1-2304 0</inkml:trace>
  <inkml:trace contextRef="#ctx0" brushRef="#br0" timeOffset="52231.15">10480 7802 10127 0,'2'-2'896'0,"-1"0"-704"16,-1 1-192-16,0 1 0 0,0 0 1728 0,0 0 320 15,1-2 64-15,-1 2 16 0,1-2 640 0,-1 1 128 16,0-1 32-16,-2 2 0 0,2 0-880 0,-3 2-192 15,0-2-16-15,-1 5-16 0,0-2-912 0,-2 1-176 16,1 4-32-16,-3-1-16 0,1 2-304 0,-2 4-64 0,1 0-16 0,1 1 0 16,-1 1-48-16,3 4 0 0,-3 2 0 0,2 2 0 15,1 2-80-15,0 0-32 16,4 1 0-16,0-2 0 0,1-24-144 0,4 43 128 0,-4-43-128 16,0 0 128-16,19 46-128 0,-19-46 0 15,0 0 0-15,0 0 0 0,41 33-144 0,-41-33-64 16,0 0-16-16,39 4-17392 0</inkml:trace>
  <inkml:trace contextRef="#ctx0" brushRef="#br0" timeOffset="52877.09">10781 7833 911 0,'-2'0'0'0,"0"0"0"16,2-3 0-16,-1 3 0 0,0 0 2192 0,0 0 368 0,0 0 64 0,0-2 0 15,0 2 640-15,0-2 112 16,0 2 16-16,1-3 16 0,0 1-480 0,2 0-112 0,2 1 0 0,-1-1-16 15,3 0-1200-15,0 0-256 0,1-1-32 0,0 1-16 16,2 0-752-16,-2 1-160 0,1 1-16 0,1-2-16 16,-1 2-224-16,0 0-128 0,-2 2 160 0,0-2-160 15,-1 3 128-15,-1-1-128 0,0 3 0 0,-3-3 0 16,0 3 0-16,0 0 128 0,-1-3-128 0,-2 3 0 16,2 2 0-16,-3-3 0 0,-1 4 0 0,0 1 0 15,1-4 0-15,-2 2 0 0,0 2 0 0,0 1 0 16,-1-2 128-16,1 1-128 0,0 0 0 15,-1-1 144 1,2-1-144-16,-1 0 128 0,1 0-128 0,-2 0 128 16,1-3-128-16,0 1 0 15,1-2 144-15,-1-1-144 16,1 1 0-16,-2 1 0 0,2-1 0 16,-2-1 0-16,0 0 0 0,1 0 0 15,-1 1 0-15,1-1 128 0,0 1-128 16,1-1 0-16,2-2 0 0,0 2 0 0,0-2 0 15,2 1 0-15,1-1 0 0,2-1 0 0,1 1 0 0,2-3 0 16,1 0 0-16,3 0 0 0,-1 0 0 16,1 0 0-16,1 0 0 0,0 0 0 15,1 3 0-15,0-2 0 0,-12 2 0 0,0 0 0 0,34 5 0 0,-34-5 0 0,0 0 0 0,0 0 0 0,43 16 0 0,-43-16 0 0,0 0 0 0,0 0 0 0,0 0 0 0,0 0 0 0,0 0 0 0,29 36 0 0,-32-32 0 0,-1-1 0 0,-2 2 0 0,-2-1 0 16,0-1 0-16,-1 1 128 0,-2 0-128 0,0-3 0 16,0 1 0-16,-1 1 0 0,0-3 0 0,0 2 128 15,-1-2-128-15,1 1 0 0,2 1 0 0,1 0 0 16,0 0-336-16,1 1 16 0,2 2 0 0,1 1-17136 15</inkml:trace>
  <inkml:trace contextRef="#ctx0" brushRef="#br0" timeOffset="53270.95">11165 8008 9215 0,'-1'0'816'0,"1"0"-656"0,0 0-160 0,0 0 0 16,0 0 1664-16,0 0 288 0,0 0 64 0,0 0 16 15,0 0 576-15,1 0 112 0,0 0 32 0,0 2 0 16,1-1-640-16,-1 2-112 0,2 2-16 0,-3 1-16 16,2 1-816-16,-1 3-176 0,-1-1-16 0,0 1-16 15,-1 1-624-15,0-1-112 0,0-1-16 0,-2 1-16 16,-1-1-176-16,-1-2 0 15,2 0 0-15,-1-2-11088 0,1-2-2256 0</inkml:trace>
  <inkml:trace contextRef="#ctx0" brushRef="#br0" timeOffset="53980.02">11447 7740 13823 0,'0'-2'1216'0,"-1"2"-960"0,1 0-256 0,-1 0 0 16,0 2 1520-16,0-2 256 0,1 1 48 0,-2 1 16 16,-2 3 256-16,0-1 48 0,0 4 16 0,-2 1 0 15,0 3-1072-15,2 2-192 0,-2 0-64 0,0 0 0 16,1 1-384-16,0-1-96 0,1 0-16 0,-2 2 0 31,2 1-48-31,-1-2-16 0,0-1 0 0,3 0 0 16,-1-2 96-16,2-3 16 0,2 0 0 0,1 0 0 15,0-1-64-15,-2-8 0 0,0 0 0 0,0 0 0 16,0 0-176-16,41 19-144 0,-29-19 192 0,1 0-192 16,2-1 160-16,-1-2-160 15,-1 0 128-15,-2-1-128 0,1 0 0 0,-2 0 0 16,1-3-224-16,-3 3 80 16,-2-1-672-16,0 0-128 0,0 0-16 15,-3 0-16-15,-1 2-832 0,-1 0-176 16,-1 0-16-16,-1 0-10448 0</inkml:trace>
  <inkml:trace contextRef="#ctx0" brushRef="#br0" timeOffset="54152.16">11489 7850 8287 0,'-1'-5'368'0,"0"2"80"0,1 2-448 0,-1 0 0 0,1 1 0 0,0 0 0 0,0 0 1792 0,-1 2 256 0,1 0 64 0,-2 2 16 15,1 2 928-15,-1 4 176 0,0 0 32 0,0 3 16 16,0-1-1056-16,-1 3-224 16,-1 0-32-16,1 2-16 0,-1 0-944 0,-1 0-192 0,1 0-48 0,-1 1 0 15,0-1-368-15,0-3-80 0,1 1 0 0,1-2-16 16,3-1-304-16,-1-2 128 0,1 0-128 0,0-10 0 31,0 0-416-31,0 0-192 0,0 0-32 0,0 0-15968 0</inkml:trace>
  <inkml:trace contextRef="#ctx0" brushRef="#br0" timeOffset="54443.81">11681 7738 10127 0,'1'-4'448'0,"-1"1"96"0,1 1-544 0,0 1 0 0,-1 1 0 0,1-2 0 0,0 2 2368 0,0-2 384 15,2 0 64-15,1-1 0 0,0-2 224 0,2 3 32 16,-1-2 16-16,0 1 0 0,2 1-1200 0,0 1-240 16,0 1-48-16,1 0-16 0,-1 1-832 0,-7-1-176 15,0 0-16-15,0 0-16 0,0 0-256 0,43 33-48 16,-43-33-16-16,0 0 0 0,21 38-80 0,-21-38-16 15,0 0 0-15,14 49 0 0,-14-49-128 0,4 38 160 16,-4-38-160-16,-4 39 160 0,-1-16-160 16,-5 0 0-16,-2 1 0 15,-3-1 0-15,-1 0 0 16,-2-2 0-16,0 0 0 16,-3-1 0-16,1-2 0 0,-2-4-304 0,0-2 48 0,2 0-17600 0</inkml:trace>
  <inkml:trace contextRef="#ctx0" brushRef="#br0" timeOffset="59302.51">4782 8992 8287 0,'2'-4'736'0,"-1"1"-592"0,-1 1-144 0,0 2 0 0,0 0 1360 0,0-2 240 15,1 1 64-15,0-3 0 0,0 1 480 0,0-2 96 16,0 2 32-16,0 0 0 0,-1 1-368 0,-1 1-80 15,1 1-16-15,-1 0 0 0,0 0-768 0,0 0-144 16,1 0-48-16,-2 3 0 0,1-1-352 0,-1 0-80 16,-1 3-16-16,-1 2 0 15,0 0-208-15,-2 0-64 0,0 5 0 0,-3 2 0 0,1 3-128 0,-1 3 160 16,-1 5-160 0,1 1 160-16,0 2-160 0,1 3 0 0,2-1 144 0,0-1-144 0,3-2 224 15,2-1-32 1,0-3 0-16,2-5 0 0,1-2 96 0,-2-16 16 0,0 0 0 0,0 0 0 0,26 35-304 0,-26-35 160 15,0 0-160-15,0 0 128 0,42 1-128 0,-28-6 0 0,1 0 0 0,-1-2-176 32,1 2-528-32,-1 0-96 0,0 1-32 0,-1 3-14400 15</inkml:trace>
  <inkml:trace contextRef="#ctx0" brushRef="#br0" timeOffset="59968.39">5023 9020 15663 0,'0'-2'1392'0,"0"1"-1120"16,0 0-272-16,0 1 0 0,0 0 1072 0,-1 0 144 16,0 0 48-16,0-2 0 0,0 2 160 0,-2-2 48 15,1 4 0-15,-2-2 0 0,0 3-704 0,0 1-144 16,-1 3-32-16,-1 0 0 0,1 2-208 0,-1 1-64 16,0 2 0-16,-2 0 0 0,3 2 48 0,-2 0 0 15,1 2 0-15,0 2 0 0,2 0 80 0,0 1 0 16,1-1 16-16,1-2 0 0,1 0 32 0,1-4 0 0,1 2 0 0,1-2 0 15,1-3-176-15,0 2-48 0,-3-11 0 16,0 0 0-16,0 0-144 0,0 0-128 0,26 35 192 16,-19-32-192-16,-7-3 128 0,0 0-128 15,0 0 0-15,35 1 0 0,-25-3 0 0,1-3 160 0,1 0-160 0,-1-1 128 16,1-2-128-16,-1 1 0 0,0 1 0 0,-1-2 0 16,1 1 0-16,-3-1-144 0,-1 2 0 0,1-2-10224 15,-1 2-2032-15</inkml:trace>
  <inkml:trace contextRef="#ctx0" brushRef="#br0" timeOffset="60184.62">5080 9132 13823 0,'-3'-1'608'16,"1"0"128"-16,0 1-592 0,1 0-144 0,1 0 0 0,0 1 0 0,-1 0 1360 0,0 1 240 15,-1 3 64-15,0 2 0 0,-1 3 384 0,-1 3 64 16,-1 2 32-16,0 2 0 0,-1 3-544 0,1 1-96 15,-2 2-32-15,1 1 0 0,-1 1-576 0,2-3-112 16,0-3-16-16,1 0-16 0,2 0-304 0,1-2-64 16,0-2-16-16,2-2 0 0,1-3-368 0,1-3 0 0,2-2 0 15,-1-2-16352-15</inkml:trace>
  <inkml:trace contextRef="#ctx0" brushRef="#br0" timeOffset="60406.95">5262 9348 21183 0,'0'0'944'0,"1"0"192"0,0 1-912 0,0 0-224 0,0-1 0 0,0 0 0 0,0 2 1536 0,0-2 256 16,0 3 48-16,2 2 16 0,0 2-272 0,-1 0-48 15,-1 0-16-15,-1 0 0 0,-1 3-640 0,-2-1-128 16,-2 1-32-16,0 2 0 0,-1 1-320 0,-2 0-64 15,0 1-16-15,-2-3 0 0,0 2-320 0,0-2 0 16,0 1 0-16,0-4-16416 0</inkml:trace>
  <inkml:trace contextRef="#ctx0" brushRef="#br0" timeOffset="60784.45">5611 9054 21183 0,'-1'-2'944'0,"1"-1"192"0,0 3-912 0,-1-2-224 0,1 2 0 0,-1 2 0 0,1-2 1552 0,-1 3 272 15,0-1 48-15,-1 5 16 0,1 2-336 0,-2 5-64 16,0 1-16-16,0 4 0 0,1 0-768 0,-1 4-144 16,-1 1-48-16,-2 2 0 0,2-2-224 0,-2 0-48 15,1-2-16-15,1-4 0 16,1 1-96-16,0-5-128 0,2 1 176 0,0-4-176 0,0-1 0 0,1-3 0 15,0-2 0-15,1 0-10720 16,1-3-2144-16</inkml:trace>
  <inkml:trace contextRef="#ctx0" brushRef="#br0" timeOffset="61053.35">5823 9011 5519 0,'2'-4'496'0,"0"1"-496"0,0 2 0 0,-1 0 0 0,0 1 2352 0,1-2 368 15,-1-1 80-15,4 0 16 16,1-1 512-16,-1-1 128 0,3 0 0 0,-3 3 16 16,1 2-1168-16,-1 2-224 0,1 1-48 0,-6-3-16 15,0 0-928-15,0 0-176 0,22 35-32 0,-22-35-16 0,0 0-352 0,17 49-80 16,-17-49-16-16,8 44 0 0,-8-44-192 0,5 45-32 15,-4-21-16-15,-3-3 0 16,0 0-176-16,-2-2 128 0,-1 2-128 0,-2-4 128 0,-2 1-128 0,-1-1 0 16,0-2 0-1,-1-1 0 1,-2 1 0-16,0-3 0 0,-1-1 0 0,0 1-18160 0</inkml:trace>
  <inkml:trace contextRef="#ctx0" brushRef="#br0" timeOffset="61637.21">6502 8926 10127 0,'0'-4'896'0,"0"1"-704"0,1 1-192 0,0 1 0 0,-1 1 736 0,0-2 112 0,2 2 32 0,-2-2 0 16,1-1 976-16,0 1 208 0,-1-3 48 0,-1 3 0 15,1 0-304-15,-1 1-48 0,-1 1-16 0,-1 1 0 16,-1 1-656-16,1 0-128 0,-2 3-16 0,0 2-16 16,-1 0-336-16,-1 2-64 0,-1 1-16 0,0 4 0 15,0 3-48-15,0 0-16 0,1-1 0 0,-1 6 0 0,1-1-112 0,-1 5-16 16,2 0-16-16,1 2 0 0,1 1 112 16,2-1 32-16,1-2 0 15,1-2 0-15,2-2-112 0,-2-22-16 16,8 37 0-16,-8-37 0 15,0 0-320-15,24 43 0 0,-24-43 0 0,0 0 128 0,0 0-128 0,39 33 0 16,-39-33-128-16,0 0-16672 0</inkml:trace>
  <inkml:trace contextRef="#ctx0" brushRef="#br0" timeOffset="62034.75">6751 8921 11055 0,'0'-2'976'0,"0"0"-784"0,0 2-192 0,0 1 0 0,-1-1 2000 16,0 1 368-16,-1-1 64 0,-1 2 0 0,0-1-368 0,-1 3-80 15,-2 0 0-15,1 1-16 0,-1 0-720 0,0 3-144 16,-1 3-16-16,0 1-16 0,-1 2-288 0,1 1-48 15,0 1-16-15,0-2 0 0,-1 3-240 0,2-1-48 16,-1 1-16-16,1-1 0 0,-1 1-64 0,1 0-16 16,0-2 0-16,1 0 0 0,0-3-80 0,1 0 0 15,2 0-16-15,0-2 0 0,2-3 64 0,1 0 16 32,2-2 0-32,0-1 0 0,-3-4-176 0,0 0-16 0,0 0-128 0,0 0 192 15,45 8-192-15,-45-8 0 0,29-1 0 0,-29 1 0 16,32-3 224-16,-32 3-48 0,34-4-16 0,-16 2 0 15,-1-1 16-15,-2 0 0 16,1-2 0-16,-3 0 0 0,-1 2-176 0,-1-4 0 0,-1 2 0 0,-2 0 0 0,-1 0 0 0,-1-1 0 0,0-1 0 16,-3 2 0-1,-1 0-1440-15,-2 2-320 0</inkml:trace>
  <inkml:trace contextRef="#ctx0" brushRef="#br0" timeOffset="62258.9">6846 9042 11967 0,'-2'-2'528'0,"0"2"112"0,1 2-512 0,-1-2-128 16,1 2 0-16,0 1 0 16,0-1 1600-16,-2 3 304 0,-1 2 48 0,-2 5 16 0,-1 2 528 0,0 5 128 15,0 0 0-15,-1 2 16 0,2 3-560 0,-1-2-112 16,1 1-32-16,0-2 0 16,1-1-912-16,-1-1-192 0,1-1-48 0,1-1 0 0,0-3-464 0,1 0-80 15,1-2-32-15,0-4 0 0,0-2-208 0,2-3 0 16,0-1 0-16,1-2-11616 15,2-2-2256-15</inkml:trace>
  <inkml:trace contextRef="#ctx0" brushRef="#br0" timeOffset="63077.85">7021 9256 16575 0,'0'-2'1472'0,"0"1"-1168"0,0 1-304 0,0 0 0 0,0 0 2096 0,0 0 352 16,0-2 80-1,0 1 16-15,-1 1-176 0,0-2-16 0,0 2-16 0,1 2 0 16,-1-1-1232-16,0 1-240 0,2 3-48 0,-1 0-16 15,-1 2-480-15,0-2-80 0,1 2-32 0,-2 0 0 16,0 2-208-16,-1-2 0 0,0 2 0 0,-1-1 0 16,0-1 0-16,0 0 0 0,-2 1 0 0,1 0 0 15,0 0-304-15,-1-1 0 0,2-2 0 0,-1-1-16144 16</inkml:trace>
  <inkml:trace contextRef="#ctx0" brushRef="#br0" timeOffset="63488.36">7177 9075 14735 0,'4'-4'640'0,"-1"1"160"0,0 2-640 0,0 0-160 15,-1 1 0-15,0-2 0 0,0 2 1696 0,2-1 304 0,3-1 64 0,2 0 16 16,1 1-32-16,1-1 0 0,0 2 0 15,0-1 0-15,-1 2-544 0,-1-1-112 0,-9 0-32 16,0 0 0-16,0 0-400 0,39 10-96 0,-39-10-16 0,0 0 0 16,0 0-336-16,0 0-80 0,39 28-16 15,-39-28 0-15,0 0-272 0,0 0-144 0,0 0 160 0,9 37-160 16,-12-29 144-16,-3-1-144 0,1 1 128 0,-3 1-128 16,0 0 0-16,-1-1 128 0,-2 1-128 0,1 0 0 15,0-1 0-15,0-2 0 0,0 0 0 0,1 0 0 16,1-1 0-16,1-1 0 0,1-1 0 0,2 0 0 0,1 0 0 15,2-1 0-15,0 1 0 0,1-2 0 0,2 1 0 0,0-1 0 16,2 1 0-16,1-2 0 16,1 1 0-16,1-2 0 0,0 1 0 0,0-3 0 0,2 3 0 0,0-2 0 15,0 0 0-15,2 0 0 0,-1-1 0 0,-1 1 128 16,1-1-128-16,0 1 0 0,-10 2 0 0,23-4 0 16,-14 3 128-16,1-3-128 0,-10 4-272 15,21-4-96-15,-12 3-16 0,-1-1-16944 16</inkml:trace>
  <inkml:trace contextRef="#ctx0" brushRef="#br0" timeOffset="63751.58">7655 8881 11967 0,'-2'3'1072'0,"0"1"-864"0,1-2-208 0,1 0 0 16,0-1 1712-16,1 1 288 0,-1 4 64 0,0 2 16 15,2 2 416-15,0 4 64 0,-2-14 32 0,0 0 0 16,15 38-528-16,-15-38-96 0,0 0-32 0,0 0 0 16,30 43-656-16,-30-43-128 0,0 0-16 0,24 38-16 15,-24-38-640-15,0 0-128 0,21 44-32 0,-21-44 0 16,6 32-192-16,-6-16-128 0,-2-2 128 0,0 3-128 16,-5-2 0-16,-1 1 0 0,-1-1 0 0,-3 0 128 15,0 2-128-15,-2 0 0 0,1-1 0 16,-3 1 0-16,-1-3 0 0,-1 1 0 15,-3-1 0-15,0-2-18320 16</inkml:trace>
  <inkml:trace contextRef="#ctx0" brushRef="#br0" timeOffset="64256.92">8437 8858 14735 0,'1'-1'1312'0,"0"1"-1056"15,-1-2-256-15,0 2 0 16,0 0 1760-16,0 0 288 0,0 0 64 0,0 0 16 15,0 0 0-15,0 2 0 0,-2 1 0 0,0-1 0 0,-1 0-720 0,0 1-128 16,0 2-48-16,-2-1 0 0,0 3-320 0,1 0-64 16,-2 4-16-16,1 2 0 0,-2 0-240 0,1 3-48 0,-2 5-16 0,1 1 0 31,-1 3-272-31,1 1-48 0,-1 4-16 0,1-1 0 0,1 1-64 0,1-2-128 0,2-2 176 16,2-3-176-16,1-23 128 0,4 36-128 15,-4-36 0-15,0 0 0 0,15 38 0 0,-15-38 0 16,0 0 0-16,0 0-17984 0</inkml:trace>
  <inkml:trace contextRef="#ctx0" brushRef="#br0" timeOffset="65437.77">8766 8928 5519 0,'0'-2'496'0,"-1"0"-496"0,1 0 0 0,0 1 0 16,0 1 1472-16,0 0 208 0,-1 0 48 0,1 0 0 15,-1 0 384-15,0 0 96 0,0 0 16 0,0 3 0 0,-1-3-672 0,1 2-128 16,0 0-16-16,-1 0-16 15,0 1-352-15,0 0-64 0,0 1-16 0,0 1 0 0,-1 0-208 0,0 1-48 16,-1 2-16-16,1 1 0 0,-1-1-192 0,0 2-48 16,1-2 0-16,-1 4 0 0,0 0 0 15,-2 2-16-15,1 1 0 0,0 1 0 0,2 0 128 0,0-4 16 16,1 3 16-16,1-4 0 0,1-11-208 16,0 0-64-16,4 32 0 0,-4-32 0 0,0 0-192 0,0 0-128 15,0 0 128-15,0 0-128 16,28 35 0-16,-28-35 0 0,0 0 0 0,0 0 0 0,35 0 0 0,-25-3 0 15,0 1 0-15,0 0 0 16,0 0 0-16,-1-1 0 0,2-1 0 0,-1 1 0 0,1 1 0 0,-1-3 0 16,-1 2 0-16,-2 0-128 0,2 0-80 0,-3 0-16 0,1-2 0 0,-1 3-10656 31,0-3-2112-31</inkml:trace>
  <inkml:trace contextRef="#ctx0" brushRef="#br0" timeOffset="65642.19">8873 8997 911 0,'-1'-7'0'0,"-1"2"0"0,0 0 0 0,1 3 0 16,1 0 3200-16,0 2 544 0,0 0 112 0,-1-2 32 15,0 2-944-15,-2-1-176 16,1 4-32-16,-2-1-16 0,0 6-832 0,-1 1-160 0,-1 5-48 0,0 3 0 16,-2 4-304-16,-1 2-64 0,1 3-16 0,-1 0 0 15,0-1-688-15,1 0-144 0,0-1-16 0,2-2-16 0,1-6-432 0,0 0 128 16,3-1-128-16,0-6 0 0,1 1 0 0,1-3 0 15,0-2 0-15,1-3-16480 16</inkml:trace>
  <inkml:trace contextRef="#ctx0" brushRef="#br0" timeOffset="65894.45">9027 9182 12895 0,'2'0'576'0,"0"0"112"0,2 1-560 0,-3-1-128 0,0 1 0 0,0-1 0 16,-1 0 1952-16,1 2 352 16,0 1 80-16,1 0 16 0,-1 1 32 0,-1 3 16 0,0-2 0 0,-1 2 0 15,-1 0-848-15,0 1-192 16,-1 1-16-16,-2 0-16 0,1 1-800 0,-2-1-176 0,0 3-16 0,-3 0-16 15,2-2-368-15,-2 1 0 0,2-1 0 0,-1-1-10784 16,1-2-2224-16</inkml:trace>
  <inkml:trace contextRef="#ctx0" brushRef="#br0" timeOffset="66601.7">9382 8916 15663 0,'-2'-6'688'0,"1"3"144"16,1-2-656-16,0 3-176 0,0 0 0 0,1 1 0 15,0 0 1712 1,0 0 304-16,1-4 64 0,2 1 16 0,2-1 48 0,0 0 16 0,4 3 0 0,-1-1 0 0,1 1-464 0,1 2-96 31,1 0 0-31,-12 0-16 0,0 0-880 0,37 5-192 0,-37-5-16 0,0 0-16 0,35 7-240 0,-35-7-48 16,0 0-16-16,0 0 0 15,0 0-176-15,42 14 128 0,-36-11-128 0,-2 1 128 0,-2-1-128 0,0 1 0 16,-2 1 0-16,-1-3 0 0,-2 3 0 0,-1 0 0 16,-1-1 128-16,-1 4-128 0,-3-3 0 0,0 2 0 15,0-1 0 1,-3 0 0-16,2 0 0 15,-1 2 0-15,-1-3 0 0,2 2 0 0,0-3 0 16,0 1 0-16,-1 1 0 16,3 0 0-16,1-1 0 15,2-1 0 1,1 1 0-16,3-2 0 0,-1 0 0 16,2 0 0-16,1-2 0 0,1 1 0 0,3 0 0 0,0-2 0 0,2 0 0 0,0 0 0 15,3 0 0-15,1 0 0 0,0 0 0 0,-11 0 0 0,25 0 0 0,-25 0 0 0,0 0 0 0,40 5 0 0,-40-5-128 0,0 0 128 0,36 12 0 0,-36-12 0 16,0 0 0-16,0 0 0 0,37 24 0 0,-37-24 0 15,0 0 0-15,0 0 0 0,0 0 0 0,5 38 0 16,-10-31 0-16,-2 1 0 0,-2-2 160 0,-2 1-160 16,0 0 320-16,-1 0-64 0,0-2 0 0,-1 0 0 15,0-1-256-15,-2 1 128 0,1-2-128 0,1-1 0 0,1-1 0 16,1-1 0-16,3 0 0 0,0-1 0 0,3 1 0 0,1-2 0 16,2-1 0-16,2-1 0 15,3 1-320-15,1-2-128 16,1 0-32-16,4-1-17056 0</inkml:trace>
  <inkml:trace contextRef="#ctx0" brushRef="#br0" timeOffset="66942.64">9873 8777 7359 0,'1'-1'656'0,"0"1"-528"0,0 0-128 0,0 0 0 16,0 0 2240-16,0 1 400 0,1 1 96 0,0-2 16 15,3 3 224-15,-5-3 48 0,0 0 16 0,0 0 0 16,0 0-1200-16,34 35-240 0,-34-35-64 0,0 0 0 16,0 0-672-16,35 43-144 0,-35-43-16 0,0 0-16 15,23 36-128-15,-23-36-32 0,0 0 0 0,19 42 0 16,-19-42-192-16,9 33-32 0,-9-33-16 0,6 33 0 15,-6-33-160-15,3 36-128 0,-3-36 192 0,-1 33-192 16,-1-16 176-16,-1-1-176 0,-4 1 160 16,-1 2-160-16,-4-1 208 15,-2 4-48-15,-2-1-16 16,-2-2 0-16,1 3-144 0,-4-3 0 0,-1 2 0 0,-3-2 128 0,-3-2-128 0,-4 1 0 0</inkml:trace>
  <inkml:trace contextRef="#ctx0" brushRef="#br0" timeOffset="67607.98">8343 9267 7359 0,'-1'0'656'0,"1"0"-528"0,0 0-128 0,0 0 0 15,0 0 1264-15,0-2 208 0,0 2 64 0,0 0 0 16,0 0 528-16,-1-2 112 0,1 1 32 0,0 1 0 15,0 0-288-15,1 1-48 0,-1 1-16 0,0 0 0 16,1 1-432-16,-1 1-80 0,1 1-32 0,0 1 0 16,0 2-384-16,1-3-80 0,0 3-16 0,-1 0 0 15,2 0-256-15,1-1-64 0,0 0-16 0,-4-7 0 16,0 0-160-16,0 0-16 0,0 0-16 0,0 0 0 16,33 40-112-16,-33-40-32 0,0 0 0 0,0 0 0 15,43 19-160-15,-43-19 0 0,0 0 0 0,0 0 128 0,43 13-128 16,-43-13 0-16,0 0 0 0,0 0-17280 15</inkml:trace>
  <inkml:trace contextRef="#ctx0" brushRef="#br0" timeOffset="68491.28">10554 8765 4607 0,'2'-4'400'15,"-1"1"-400"-15,1-2 0 0,-1 2 0 0,-1 1 960 0,0 2 96 16,0 0 32-16,1-4 0 0,0 1 1232 0,1-2 256 16,-1 1 48-16,0 1 16 15,0 0-576-15,-2 0-112 0,0 3-32 0,0 0 0 0,-1 1-592 0,0 1-128 16,-1 1-32-16,-2 3 0 0,0 2-464 0,-1-1-80 15,-1 5-32-15,-2 2 0 0,1 0-96 0,0 4-32 16,-3 2 0-16,2 2 0 16,0-1-224-16,0 3-48 0,2-2-16 0,0 0 0 0,1-1 208 0,0 2 64 31,3 5 0-31,-1 1 0 0,1-3-80 16,2 0-16-16,1-26 0 15,3 40 0-15,-3-40-352 0,0 0 144 16,13 40-144-16,-13-40 0 0,0 0 0 0,0 0 0 15,0 0 0-15,0 0 0 0,42 23-240 0,-35-24 0 0,3 1 0 16,-2 0-15728-16</inkml:trace>
  <inkml:trace contextRef="#ctx0" brushRef="#br0" timeOffset="69501.84">10763 8853 5519 0,'1'-2'496'0,"0"-1"-496"0,0 1 0 0,1 1 0 0,-2 1 1824 0,1-2 272 15,1-1 48-15,0-1 16 0,1-3 656 0,-1 2 128 16,0 0 16-16,0 0 16 0,-1 3-832 0,-1 0-160 16,0 2-48-16,0-2 0 0,-1 1-592 0,1 1-112 0,-1 1-16 0,-1 1-16 15,0-1-528-15,0 2-96 16,-1 2-32-16,-1 0 0 0,0 2-336 0,-1 2-64 0,-1 2-16 0,0 2 0 16,-2 4-128-16,1-1 0 0,-1 3 0 0,-2 0 128 15,1 2-128-15,1 1 0 0,-1-5 0 0,1 4 0 16,1-2 128-16,-1 1-128 0,4-2 0 15,0-3 128-15,2-2 0 0,2-1-128 0,2-3 192 16,1-3-64-16,1-2-128 0,2-2 0 0,2-1 0 16,1-2 0-16,2-1 0 0,2 0 0 15,1-3 0-15,0-1 128 0,1 3 224 16,0-4 32 0,2 4 16-16,-2-2 0 15,-1 3-272-15,-1-3-128 0,0 3 0 0,0-3 128 16,-1 2-128-16,-2 0 0 0,-2 0 0 0,0 0 0 15,-2 1-208-15,-2 0-32 0,-1 1 0 0,-2-1 0 16,0 1-2448-16,-1 0-512 0</inkml:trace>
  <inkml:trace contextRef="#ctx0" brushRef="#br0" timeOffset="69676.91">10839 8976 6447 0,'-3'-7'272'0,"1"4"80"0,0 1-352 0,1 0 0 0,1 2 0 0,0 0 0 0,0 0 1968 0,-1 2 320 16,0-1 64-16,0 2 16 0,0 3 192 0,-2 1 64 0,-1 4 0 0,0 1 0 31,0 2 384-31,-1 0 96 0,1 3 16 0,-3 2 0 15,1 0-2384-15,-1 0-480 0,1 0-80 0,-1 0-32 0,1 0 368 0,0 0 64 0,1-3 0 0,1 1 16 16,2-3-320-16,1-2-64 0,2-3-16 0,1 0 0 16,0-1-192-16,0-3 0 0,1 0 0 0,1-3-17344 15</inkml:trace>
  <inkml:trace contextRef="#ctx0" brushRef="#br0" timeOffset="69928.12">11072 9108 7775 0,'6'0'336'0,"-2"0"80"0,-1 0-416 0,0-2 0 0,-1 2 0 0,-1 2 0 0,0-2 992 0,1 1 112 15,1 1 32-15,-1 1 0 0,1 2 688 0,-2 1 144 16,-3 0 16-16,0 2 16 0,-1-1-592 0,-3 3-112 0,0 0-16 0,-2 1-16 15,0 2-384-15,-1-2-80 16,1-1-16-16,2-1 0 0,-1 0-352 0,2-4-80 0,2 0-16 16,0 0 0-1,2-3-528-15</inkml:trace>
  <inkml:trace contextRef="#ctx0" brushRef="#br0" timeOffset="70386.52">11456 8840 10127 0,'-2'-6'448'16,"1"3"96"-16,0 0-544 0,0 0 0 0,1 2 0 0,0 1 0 0,-1 0 2112 0,0 0 320 16,-1 0 64-16,-1 0 16 0,0 1-336 0,-1 2-64 0,-1 2 0 0,0 2-16 15,0 1-784-15,0 2-160 0,0 3-16 0,-1 2-16 16,0 3-416-16,-1-1-64 0,1 1-32 0,-1-1 0 16,0 1-96-16,0 2 0 0,1-2-16 0,-1 2 0 15,1-2 144-15,1-1 16 0,2-2 16 0,0-1 0 16,1-2-192-16,1-2-32 0,1-10-16 15,0 0 0-15,0 0-256 0,0 0-48 0,0 0-128 16,0 0 192-16,0 0-192 0,39 26 0 0,-28-26 0 16,1-2 0-16,1-1 0 15,0 1 0-15,1-1 0 0,0 1 0 0,0-2 0 16,0 1 0-16,0-2 0 16,-1 1 0-16,-1 1 0 0,0-2 0 15,0-1 0-15,-1 1 0 0,-3 1-144 0,1-2 144 16,-1 0 0-16,-2 0-144 0,0 1-1824 15,-1-1-352-15,-2 0-80 16,-1 2-12416-16</inkml:trace>
  <inkml:trace contextRef="#ctx0" brushRef="#br0" timeOffset="70560.32">11532 8902 10127 0,'-1'-2'448'0,"-1"-2"96"0,1 1-544 0,0 2 0 16,0 1 0-16,1 0 0 0,-1 0 1952 0,0 1 288 0,-1 1 48 0,-1-1 16 16,1 3 256-16,-2 0 48 15,0 6 16-15,0 0 0 0,-1 1-592 0,-1 4-112 16,2-1-32-16,-1 2 0 0,0 3-704 0,0 0-144 0,-1 3-16 15,2-3-16-15,-1 2-432 0,1-5-64 0,2 1-32 16,1-3 0-16,0-1-352 0,1-2-128 0,0-1 0 0,0-1 144 16,1-2-144-16,0-1 0 0,-1-2 0 0,2-2-17904 15</inkml:trace>
  <inkml:trace contextRef="#ctx0" brushRef="#br0" timeOffset="70828.92">11714 8814 17503 0,'3'-4'768'0,"-1"1"176"0,2-1-752 0,-3 3-192 16,1-1 0-16,-1 2 0 0,1-1 2272 0,1 0 416 15,2-1 96-15,3-1 16 0,1 3-352 0,-9 0-64 16,0 0-16-16,0 0 0 0,37 17-1216 0,-37-17-256 15,0 0-64-15,26 36 0 0,-26-36-400 0,0 0-96 16,21 52-16-16,-21-52 0 0,9 40-64 0,-9-40-32 16,3 42 0-16,-4-20 0 0,-1 2-96 0,-2 2-128 15,-1 0 176-15,-4 0-176 0,-1 0 128 0,-1 0-128 16,-1-2 0-16,0-3 0 16,1 0 0-16,-2-4 0 0,-1 0 0 0,-1-1-18368 15</inkml:trace>
  <inkml:trace contextRef="#ctx0" brushRef="#br0" timeOffset="72502.05">12035 6204 6447 0,'0'-2'576'0,"0"0"-576"0,1 1 0 0,-1 1 0 0,1-2 1024 0,-1 0 80 16,1-1 32-16,0 1 0 0,0-3 496 0,0 0 96 31,0 1 32-31,-1 1 0 0,1-1-480 0,-1 3-112 15,1 1-16-15,-1 0 0 0,0-2-272 16,0 2-64-16,0 2-16 0,1-2 0 0,0 0-288 0,1 1-48 16,1-1-16-16,1 2 0 0,1-2 208 0,2 0 48 15,0 2 0-15,2-2 0 0,2 0 0 0,1 0 0 16,0-2 0-16,-1 2 0 0,0 0-256 0,-1 0-64 16,2 0 0-16,-2-2 0 0,1 1 0 0,-3 1 0 15,0-2 0-15,-1 1 0 16,-2 0-80-16,-1 1-32 0,-1 0 0 0,-2 0 0 15,0 0-144-15,-1 0-128 0,0 1 144 0,-1 0-144 0,-1 1 160 0,-1 3-160 0,-1 0 160 0,1-1-160 16,0 1 0-16,-1 0 0 0,-1 2 0 0,1 2 0 16,-1 1 128-16,1 0-128 0,0 0 0 15,0 2 0-15,0 1 0 0,2 0 0 0,-2 3 0 0,2-2 0 16,0-2 0-16,0 2 128 0,1 5-128 0,0 1 0 16,0 1 0-16,1 2 0 0,0-23 128 0,1 47-128 15,-1-47 0-15,0 50 0 0,0-22 0 0,0-28 0 16,1 55 0-16,-1-29 0 0,1 0 0 0,0 1 0 15,-1-4 0-15,0-23 128 0,1 45-128 0,-1-45 0 0,2 48 0 0,-2-48 0 16,1 53 0-16,0-26 0 0,-1 1 0 16,0-1 0-16,0 1 128 0,1 1-128 0,-1-29 0 0,1 47 128 15,-1-47-128-15,1 50 0 0,-1-50 304 16,1 47-48-16,-1-47 0 0,2 49 0 0,-2-49-64 16,1 52 0-16,0-25-16 0,0 2 0 15,0 2-176-15,0-3 160 16,0 0-160-1,-1-2 160-15,0 3-160 0,0 0 0 16,0-1 0-16,-1-2 0 0,1 2 0 0,0-1 0 0,0 1 0 0,1 1 0 0,-1 0 0 0,1-1 0 16,-1 2 0-16,1-1 0 0,-1-6 0 0,0-23 0 0,1 50 0 0,-1-50 0 0,0 44 0 0,0-44 128 0,2 46-128 0,-2-20 128 15,1-2 160-15,0 2 32 0,-1-2 0 16,0 2 0-16,1 2-32 0,-1-3 0 0,-1 1 0 0,1-1 0 16,0-4-112-16,-1 2-32 0,0-2 0 0,1-21 0 15,-1 40-144-15,1-40 192 0,0 40-192 0,0-40 192 16,1 40-192-16,-1-40 160 0,2 38-160 0,-2-38 160 15,2 38-160-15,-2-38 160 0,3 38-160 16,-3-38 160-16,2 36-160 0,-2-36 128 0,1 35-128 0,-1-35 128 16,1 33-128-16,-1-33 0 0,1 36 144 0,-1-36-144 15,0 35 0-15,0-35 0 0,0 36 0 0,-2-17 128 16,2-19-128-16,1 38 0 0,-1-38 0 16,1 36 0-16,-1-36 0 0,1 30 0 0,-1-30 0 15,1 28 0-15,-1-28 0 0,0 27 144 0,0-27-144 0,0 23 0 0,0-23 208 0,0 23-64 16,-1-12-16-16,1-11 0 0,0 22-128 0,0-22 128 15,1 25-128-15,-1-25 128 0,0 29-128 16,0-15 0-16,-1 2 144 0,1-2-144 0,0 1 0 0,0 2 0 16,-1-3 0-16,1 1 128 0,0 0-128 0,0-1 0 0,0-2 0 15,0-12 0-15,1 26 0 0,-1-26 0 0,1 25 0 0,-1-25 128 16,2 23-128-16,-2-23 0 16,0 0 0-16,5 33 128 0,-5-33 0 0,0 0 0 15,5 31 0-15,-5-31 0 0,0 0-128 0,2 31 0 0,-2-31 128 0,1 20-128 16,-1-8 128-16,0 1-128 15,0-13 128-15,1 24-128 0,-1-12 0 0,0-1 128 0,0-3-128 0,0 1 0 16,0-1 176-16,0 0-48 0,0 0 0 0,1-3 0 16,-1 2-128-16,0-3 192 0,0 1-192 0,0 0 192 15,-1-3-192-15,0 1 160 0,1-1-160 0,-2 0 160 16,1 1 0-16,-3-3 0 0,0 2 0 0,0-2 0 16,-2 2 96-16,-1 1 0 0,-2 2 16 0,-3 4 0 15,-2 1-80-15,-3 6-32 0,-5 3 0 0,-3 6 0 16,-1 1-160-16,-3 3 0 0,-3 5 0 0,-1 1 0 0,-1 1 0 0,4-3 0 15,2 0-160-15,-1-2-20832 16</inkml:trace>
  <inkml:trace contextRef="#ctx0" brushRef="#br0" timeOffset="74280.25">11839 9931 8287 0,'-2'0'736'0,"-2"0"-592"0,2 0-144 0,1 0 0 16,1 0 1040-16,-2-2 176 0,-1 2 48 0,-1-3 0 16,-2 1 784-16,1-2 144 0,0-1 48 0,2 2 0 15,1 1 80-15,1-3 32 0,1 0 0 0,-1 3 0 16,2 0-576-16,-1-1-112 0,0 3-32 0,0-2 0 16,0 4-480-16,0-2-112 15,0 0-16-15,1 1 0 0,0 3-400 0,0-2-96 0,0 1-16 0,1 2 0 0,-2-5-272 0,0 0-64 16,0 0-16-16,0 0 0 0,0 0-160 0,20 40 192 15,-20-40-192-15,0 0 192 0,0 0-192 0,0 0 192 16,41 31-192-16,-41-31 192 0,0 0-64 0,0 0-128 16,46 25 192-16,-46-25-64 0,0 0 0 0,0 0 0 15,45 20 0-15,-45-20 0 0,0 0-128 16,0 0 192-16,0 0-192 0,38 21 192 0,-38-21-192 16,0 0 128-16,0 0-128 0,0 0 128 0,0 0-128 0,0 0 192 15,0 0-192-15,8 36 192 0,-13-27-48 0,-1-2 0 16,0 2 0-16,-2 0 0 0,-3 4-144 0,-2-1 192 15,-1 2-192-15,-1 0 192 0,-1 1-192 0,-1-1 0 0,1-2 144 0,0-1-144 16,-1 0 0-16,1-3 0 0,0-3 0 0,0 0-19904 16</inkml:trace>
  <inkml:trace contextRef="#ctx0" brushRef="#br0" timeOffset="75319.87">4832 9957 15663 0,'2'0'1392'0,"-1"-2"-1120"0,0 0-272 0,-1 1 0 16,0 1 1600-16,1 0 272 0,1-2 48 0,2-2 16 15,0 1 672-15,1-2 128 0,0 1 16 0,0 1 16 16,-1-1-992-16,0 1-208 0,-1 1-32 0,-1 2-16 15,1 0-880-15,-1-2-192 0,1 2-16 0,-1 0-16 16,-1 2-224-16,-1-2-64 0,0 0 0 0,-1 2 0 31,0-2-128-31,-2 2 128 0,0 1-128 0,-1-1 128 0,-1 3-128 0,-2-1 128 0,0 2-128 0,0 0 128 0,-1 0-128 16,-1 0 0 0,0 2 0-16,-3-2 128 0,1 2-128 15,-1-1 0-15,-1 2 0 16,-1-2 0-16,1 0 832 0,0-1 144 0,0 0 32 15,0-1 0-15,1 1-1632 16,0 0-320-16,1-1-64 0,1-1-16 0,1-1 832 0,0 2 192 0,1-1 0 0,1 1 0 0,0 0 0 0,2-3 0 16,0 3 0-16,0 0 0 0,3-3 0 0,-1 2 0 15,1 2 0-15,0-4 0 0,1 0 0 0,1 0 0 16,0 1 0-16,2-1 0 0,0 1 0 0,0-3 0 16,0 1 0-16,2 0 0 0,0-1 0 0,1-1 128 15,0 0-128-15,2 1 0 0,-1-3 208 16,0 3-64-16,1-2-16 0,0-1 0 15,0 3 0-15,1-2-128 0,0 4 192 0,0-2-64 0,-1 3-128 0,-7-3 0 0,0 0 144 0,0 0-144 16,0 0 0-16,39 24 0 0,-39-24 0 0,0 0 128 16,0 0 720-16,36 37 160 0,-36-37 16 0,0 0 16 31,37 29-1616-31,-37-29-336 0,0 0-64 0,45 21-16 0,-45-21 784 16,0 0 208-16,48 12 0 0,-48-12 0 15,34 0 0-15,-34 0 0 0,32 2 0 0,-32-2-18800 0</inkml:trace>
  <inkml:trace contextRef="#ctx0" brushRef="#br0" timeOffset="76419.32">7663 10256 18431 0,'-1'0'1632'0,"1"0"-1312"0,0 0-320 0,1 0 0 0,-1 0 1056 0,0 0 144 0,0 2 16 0,-1 0 16 15,1 4 640-15,-1 0 128 0,0 2 32 0,1 1 0 16,-2 3-624-16,1 0-112 0,0 2-16 0,-1 1-16 16,1 2-480-16,0 1-80 0,0 1-32 0,0 0 0 15,0 2 0-15,0-2 0 16,0 0 0-16,1 3 0 0,-1 1-256 0,0 1-48 0,1-1-16 0,-1-1 0 15,1-3-224-15,0 0-128 0,0-19 160 0,1 30-160 16,-1-18 0-16,0-2 0 0,0-10 0 16,0 0 0-16,0 0 0 0,0 0 0 0,0 0 0 15,12-5 0-15,-9-4-928 16,1-3-224-16,1-2-64 0,-1-3-15808 0</inkml:trace>
  <inkml:trace contextRef="#ctx0" brushRef="#br0" timeOffset="76876.52">7686 10358 11567 0,'-3'-5'256'0,"0"1"48"16,0 3 16-16,1-1 0 0,1 2-320 0,0 0 0 0,1 0 0 0,-1 0 0 0,-1 0 2240 0,0 0 368 0,0 0 80 0,1-1 0 16,1 1-80-16,1-1-32 15,2-2 0-15,0 1 0 0,2-1-576 0,1-1-112 16,1-1-32-16,1 0 0 0,2 1-1088 0,-1-1-208 16,1 0-48-16,1 1-16 0,-11 4-288 0,0 0-48 0,35-3-16 0,-35 3 0 15,0 0-144-15,0 0 128 0,43 7-128 0,-43-7 128 16,0 0-128-16,0 0 0 0,0 0 0 0,38 31 0 31,-38-31 0-31,0 0 0 0,0 0 0 0,0 0 0 0,6 29 0 0,-10-25 0 0,-1 3 0 16,-2-2 0-16,0 0 176 15,-4 2-48-15,-1 0-128 0,-2-1 192 16,1 0-64-16,-2 1-128 16,-2 0 176-16,1 0-176 0,2 0 128 0,1-2-128 0,2 2 0 0,2-2 0 0,0 2 0 0,1-2 160 0,2 0-160 0,-1 2 128 0,4-3-128 0,0-2 128 15,0 2-128-15,2 0 128 0,0-2-128 0,1-2 0 16,2 2 0-16,0-1 0 0,1-1 0 0,0 0 0 15,3 0 0-15,0-1 0 0,3-1 0 16,-9 2 0 0,0 0 128-16,32-1-128 0,-32 1 0 0,0 0 192 0,37 3-192 0,-37-3 192 15,0 0-192-15,51 13 0 0,-51-13 0 0,0 0 128 0,48 22-128 0,-48-22 0 16,0 0 0-16,0 0 0 0,40 30 0 0,-40-30 0 16,0 0 0-16,0 0 0 0,-1 33 224 0,-6-26-32 15,-2 1-16 1,-4 1 0-16,-4 0-32 0,-2 0 0 0,-4 1 0 15,-3-1 0-15,-3 3-144 16,-2-2 0-16,0 2 0 0,0-1 128 0,2-1-128 0,1-3 0 0,3 0 0 0,0 0-19120 0</inkml:trace>
  <inkml:trace contextRef="#ctx0" brushRef="#br0" timeOffset="81585.16">13426 6357 6447 0,'1'-1'576'0,"1"-2"-576"0,-1 1 0 0,-1 2 0 16,1 0 960-16,-1-2 64 0,0 1 32 0,2-2 0 0,0 0 416 15,-1-2 96-15,1 2 16 0,-1 1 0 0,0 0-288 0,-1 2-48 16,1 0-16-16,-1-2 0 0,0 2-160 0,0 0-48 16,0 2 0-16,0-2 0 0,0 0-128 0,0 2-48 15,0-2 0-15,-1 0 0 0,1 0-80 0,-1 0-32 16,1 0 0-16,0-2 0 0,0 2-16 0,0-2 0 15,0 1 0-15,0 1 0 0,0-2-272 0,0-1-48 16,0 1-16-16,-1 0 0 0,0 0-240 0,-1-1-144 16,1 1 160-16,-3-1-160 0,0 2 0 0,0 0 0 15,-1 1 0-15,-2-2 0 0,1 4 0 0,-2-2 0 16,0 1 0-16,-1 2 0 0,-1 0 0 0,-1 3 0 16,3-2 0-16,-2 3 0 0,-1 0 0 0,-1 2 0 15,1 1 0-15,-1-3 0 0,3 2 0 16,-1 1-128-16,-2 2 128 0,-1 2 0 15,-1-1 0-15,1 3 0 0,-1 5 0 0,2 0 0 16,0 0 0-16,2 5 0 0,0 0 0 0,0 1 0 0,2-1 0 0,1-3 0 0,1 1 0 0,2-4 0 16,2 0 256-16,2-20-32 0,1 34-16 0,-1-34 0 15,0 0 16-15,0 0 0 0,29 40 0 0,-29-40 0 16,0 0-224-16,36 4 0 0,-16-8 0 16,2-5 0-16,1-1 0 15,0-5 176-15,2 1-176 0,-2-2 160 16,0-1-160-16,-3 0 0 0,1 1 0 15,-2 2 128 1,-1 2-128-16,-2-2 0 0,2 3 0 16,-2 0 0-1,-1 2 0-15,-1 0 0 0,-1 1 0 16,-2 1 0-16,-1 2 0 0,-2-1 0 0,0 3 0 16,-2-2 0-16,-1 3-128 15,-1-2 128-15,0 1 0 0,-1 0 0 0,-1 1 0 0,0 0 0 16,0 0 0-16,-2 1 0 0,1-1 0 0,-1 0 0 0,0 1 0 0,-1 1 0 0,1 0 0 0,-2 0 0 0,-1 0 128 0,-2 1-128 0,2 3 0 0,-3-1 0 0,1 1 0 0,1 2 0 0,-1 0 0 0,0 2 0 0,1-2 0 0,0 4 0 0,0 0 128 0,2-1-128 0,-1 3 0 0,0 0 128 15,2 0 96-15,0-1 16 16,1-1 0-16,1-1 0 0,-1-9-112 0,0 0-128 0,0 0 176 0,0 0-176 16,0 0 128-16,0 0-128 0,28 33 0 0,-20-35 0 15,2 0 0-15,0-5 0 0,2 2 0 0,-1-5 0 16,0 1 160-16,0 0-160 0,-1-1 128 0,1-2-128 16,-4 2 0-16,0-1 0 0,-2-1 0 0,-1 1 0 15,-1 1 0-15,-3 0 0 0,0 1 0 0,-1 2 0 16,-3-1 0-16,-1-1 0 0,0 2 0 0,-2 2 0 15,0 0 0-15,-2 1 0 0,-2 1 128 0,1 3-128 0,0-2 0 0,0 4 0 16,0-1 0-16,0 1 0 0,2 0 0 16,0 0 0-16,3 3 128 0,-1 0-128 0,3-1 0 0,-1 1 0 15,2 0 0-15,1 0 0 0,1 0 0 16,2-1 0-16,1-1 0 0,0 0 0 0,2-1 0 0,2 0 0 16,2-4 0-16,0-1 0 15,2 0 0 1,1-1 0-16,3-3-144 15,0 0 144-15,0-1 0 0,-1 2 0 0,-2-2 0 0,1 2 0 0,-1 0 0 0,1 2 0 0,0-1 0 0,0 0 0 0,-2 1 0 0,0 1-128 16,0 1 128-16,-1 2 0 0,0 0 0 0,-2 0 0 0,0 0 0 0,0 0 0 16,-2 2 0-16,0-2 0 0,-1 1 0 0,-1 1 0 15,-1 0 0-15,-1-1 0 16,0 0 0-16,-1 1 0 0,0 1 0 0,-1 0 0 16,0 0 0-16,0 1 0 0,0 1 160 15,-2-1-160-15,0 3 160 0,-2 0-160 16,1 3 304-16,-1-1-48 15,0 0 0-15,-1 1 0 0,0 2-96 0,-1-2-32 0,2 1 0 0,-2-1 0 0,1-1-128 0,2 1 192 0,-1-1-192 0,0-2 192 16,2-2-192-16,1 0 128 0,1-1-128 0,0-4 128 16,0 1-128-16,1-2 0 0,1 1 0 0,2-3 0 31,0-2 0-31,1-1 0 0,2 2 0 0,-1-4 0 0,1 2 0 0,0-3 0 31,1-1 0-31,1 0 0 0,-1 1 0 0,0-3 0 0,1 2-144 0,-2 0 144 16,1 2 0-16,-2 0 0 0,2-1 0 15,-1 2 0-15,-1 1 0 16,0 0 0-16,0 1 0 16,0-1 0-16,0 1 0 0,-2 1 0 0,1 2 0 0,-1 1 0 15,-1 0 0-15,0 1 0 0,-1 1 0 0,0 0 0 0,-1 2 0 0,0 1 0 0,-1 1 0 0,-1 2 0 0,0 1 0 0,-1 1 0 0,0 0 0 0,-1 1 0 0,2 1 0 0,-3-1 0 16,1 2 0-16,-1-2 0 0,1-1 0 0,-1 0 0 16,1-1 0-1,0-2 0-15,1-2 0 0,2 0 0 0,-1-2 0 0,0-2 0 0,2 0 0 16,-1 0 0-16,1-1 0 0,-1 0 0 0,1-1 0 0,0-3 0 15,1 2 0 1,0-1 0-16,1 1 0 0,0-4 0 0,-1 2 0 0,2 0 0 0,0-1 0 0,0-2 0 16,3-1 0-16,-1 0 0 0,1-1 0 0,1-2-192 0,1 0 192 0,0 1-160 47,0 1-800-47,1-2-144 0,1 0-48 15,0 0 0-15,-1 3 416 16,-1-1 80-16,1 3 16 0,-1 0 0 0,-3 2 512 0,2 1 128 0,-3 3 0 0,1 1 0 0,-3 0 320 0,1 4 80 0,0 1 32 0,-1 1 0 15,-3-6 256-15,0 0 48 0,2 33 16 0,-2-19 0 0,-2 3-384 16,0 0-80-16,-2 1-16 0,1 4 0 16,-1-3-96-16,0 0-32 0,1-3 0 0,3-16 0 0,-2 27-144 0,2-27 160 15,0 0-160-15,0 0 160 0,0 0-160 0,0 0 0 16,0 0 0-16,0 0 0 16,0 0-656-16,0 0-112 0</inkml:trace>
  <inkml:trace contextRef="#ctx0" brushRef="#br0" timeOffset="82090.96">14447 6230 7359 0,'0'-2'656'0,"-1"-1"-528"0,1 3-128 0,-1-2 0 15,1 2 1920-15,-1 0 368 0,1-2 64 0,-1-1 16 16,-2 2 64-16,0 0 32 0,0 1 0 0,0 2 0 15,0 1-896-15,0 4-176 0,0 2-48 0,-1 0 0 16,2 3-448-16,-1 3-112 0,-2 4-16 0,1 0 0 16,-2 4-192-16,0 1-64 0,0-5 0 0,0 0 0 15,0 5 160-15,-1 0 32 0,0 2 0 0,1-3 0 16,0-2-128-16,2-1-32 0,1-4 0 0,3-16 0 16,-4 25-352-16,3-17-192 15,1-8 192-15,0 0-192 0,0 0 128 0,0 0-128 0,0 0 0 0,0 0 0 16,0 0 0-16,0 0 0 0,1 5 0 0,0-9 0 0,0-1 0 15,0 0 0-15,0-2 0 16,0 0 0-16,0-1 0 0,2 0 0 0,0 1 0 16,2-1 0-16,-2 2 0 15,3 0 0-15,1-1 0 0,1 2 0 16,-1-2 0-16,1 2 0 0,0 1 0 16,0 0 0-16,1-1 0 15,1 1 0-15,0 2 0 0,-1 1 0 0,-1 1 0 16,-8 0 0-16,0 0-128 0,0 0 128 0,0 0 0 15,0 0 0-15,36 27 0 0,-36-27 0 0,0 0 0 0,0 0 0 0,0 0 0 0,4 40 0 16,-6-32 0-16,-2-3 0 0,-1 4 0 16,0-2 0-16,-2-1 0 0,0 0 0 15,-1-1 0-15,0-1 0 0,0 1 0 16,-2-2 0-16,0-1 0 0,0 0 0 0,0-2 0 16,0 2 0-16,-1-2 0 0,2 0 0 0,2 1 0 0,0 1 0 15,2-2 0-15,1 1 0 0,0 1 0 0,2 0 0 0,2-2 0 0,0 0 0 0,1-2 0 0,2 0 0 0,2 1 0 0,2-4-17344 0</inkml:trace>
  <inkml:trace contextRef="#ctx0" brushRef="#br0" timeOffset="82295.7">14593 6374 21183 0,'2'-2'944'0,"-1"1"192"0,0 0-912 0,1 1-224 16,-1 0 0-16,-1 0 0 0,1-2 1792 0,1 2 304 15,2 0 64-15,0-2 16 0,3 1-320 0,1 1-64 16,2-2-16-16,-1 2 0 0,-1 0-1008 0,0 0-208 15,1 0-48-15,-2 2 0 0,-7-2-512 0,0 0 0 16,0 0 0-16,0 0 0 0,0 0 0 0,0 0-320 16,0 0 32-16,0 0 16 15,0 0-1200-15,26 33-256 0,-28-30-32 0,-1 2-16 16,-3-2-992-16,1 3-208 0</inkml:trace>
  <inkml:trace contextRef="#ctx0" brushRef="#br0" timeOffset="82499.99">14631 6477 11967 0,'-1'5'528'0,"0"-1"112"0,1-1-512 0,-1 1-128 0,1-1 0 0,-1-1 0 15,0 0 1344-15,0 3 256 0,-1 4 32 0,0 1 16 16,-2 4 768-16,0 1 144 16,1-1 48-16,0 0 0 0,1-2-672 0,0-3-128 0,1 1-16 0,0-3-16 15,1 0-1184-15,0-4-224 16,1 1-48-16,1-1-16 0,-1-3-304 0,0 0 0 0,2 0 0 0,-1-3-10352 15,2-2-1968-15</inkml:trace>
  <inkml:trace contextRef="#ctx0" brushRef="#br0" timeOffset="82895.64">14848 6401 6447 0,'4'0'576'0,"-2"0"-576"15,0 0 0-15,0 2 0 0,-1-2 2336 0,-1 1 352 16,0 1 80-16,1 1 16 0,0 1 48 0,-1 3 16 0,0-7 0 0,0 0 0 15,0 30-816-15,0-30-176 0,-4 26-16 0,4-26-16 16,-6 29-608-16,2-15-112 0,-1-1-16 0,0 1-16 31,-1-2-656-31,1-1-128 0,0-1-32 0,0-1 0 0,2-2-256 0,-1-2 0 16,2-3 128-16,0 0-128 0,0-1 0 0,1-2 0 16,1-1 0-16,0 0 0 0,0-3 0 0,2-3 0 15,1-1 0-15,1 0 0 0,0-2 128 0,1-1-128 0,1 2 0 0,-1-4 0 16,3 2 0-1,-2 0 0-15,2 0 0 0,-1 2 0 0,-1-1 0 16,3 1 0-16,0 1 0 0,0-1 0 16,1 1 0-16,-1 3 0 15,1 0-128-15,-1 3 128 16,0 0 0-16,-1 2 0 0,-1 1 0 0,0 0 0 0,0 2 0 0,-7-2 0 0,0 0 0 0,0 0 0 0,0 0 0 16,0 0 0-16,28 37 0 0,-28-37 0 0,0 0 0 0,3 37 0 0,-3-37 0 15,-3 28 0-15,3-28 0 16,-6 28 0-16,6-28 0 0,-8 22 0 0,5-12 0 0,-2-3 0 0,2 0 0 0,0-3 0 0,2-1 0 15,1-1 0 1,0-1 0-16,0-2 0 16,2 1-544-16,1-5-112 0,2 2-32 0,-1-3-15568 15</inkml:trace>
  <inkml:trace contextRef="#ctx0" brushRef="#br0" timeOffset="83543.3">15131 6524 12207 0,'4'0'256'0,"0"0"64"0,0-1 16 0,-2 0 16 0,0 1-352 16,-1-2 0-16,1 2 0 0,2-1 0 0,2-3 2816 0,0 0 480 0,3-1 96 0,0-1 32 0,-1-1-1600 16,-2 2-320-16,1-2-64 0,-1 0-16 15,0 1-688-15,-1-2-144 0,-1 1-16 0,-1-2-16 16,0 1-160-16,-2 1-16 0,-1 0-16 0,-1 1 0 0,-1 2 0 0,-2 0 0 16,0 0 0-16,-3 1 0 0,1 3 16 0,-3 2 0 15,1 3 0-15,-1-1 0 0,-1 2-256 0,0 3-128 16,1 0 128-16,0 3-128 0,-1 2 128 0,2 0-128 15,1 3 128-15,-1 0-128 16,3-3 0-16,-1 2 0 0,6-16 0 16,-5 29 128-16,5-29 0 0,0 0 16 0,0 0 0 0,0 0 0 15,17 35 16-15,-17-35 0 0,0 0 0 0,25-2 0 16,-16-2-160-16,3-3 0 0,-1-1 0 0,0-1 128 0,0-1 0 0,-1-2 0 0,1 1 0 0,-1-1 0 16,1 0-128-16,-2 0 0 0,-2 0 0 0,-1 3 0 15,0-1 0-15,-3 1 0 0,0 3 0 16,0 0 0-16,-2 1 0 0,0 3 0 0,-1 2 0 15,0 1 0-15,0 2 0 0,-1 2 0 0,0 0 0 0,0 3 0 16,1-8 176-16,0 0-48 0,-2 32-128 0,2-32 192 16,0 0 64-16,4 40 16 0,-4-40 0 0,0 0 0 15,0 0-272-15,17 43 160 0,-17-43-160 16,0 0 128-16,0 0-128 0,35 10 160 0,-24-13-160 0,0-1 160 16,0-3-160-16,1 0 0 0,1-5 0 0,0 0 128 0,1-2-128 15,0 0 0-15,-1-1 0 0,2-4-176 16,0 1-720-1,1-2-128-15,0 1-48 0,0 0 0 16,-1-2 176-16,-1 2 48 16,-2 0 0-16,-1 0 0 0,0 1 576 15,-3 1 112-15,1 2 32 0,-3 3 0 0,0 1 320 0,-3 6 64 0,1 0 0 0,-2 2 16 0,-1 4 768 0,0 1 160 0,-1 3 16 0,-2-1 16 0,1 2-528 0,-2 3-96 16,-1 0-32-16,0 3 0 0,0 0-336 0,-1 2-80 16,-2 5-16-16,0 2 0 0,-2 2-144 0,1 2 128 15,0 2-128-15,-2 0 128 0,2-1 0 0,0 1-128 16,2-1 192-16,1-2-64 0,5-24-128 0,-5 39 128 0,5-39-128 15,0 0 128-15,0 0-128 0,2 32 0 0,0-32 0 16,0 0 0-16,2-3 0 0,-1-1 0 16,1-1 0-16,-2-5 0 15,1-2-480-15,0 0-80 0,1-2-16 0,-3 2 0 16,-1 0-2352-16,-1-2-464 0,-2 0-112 0,-2 0-10352 0</inkml:trace>
  <inkml:trace contextRef="#ctx0" brushRef="#br0" timeOffset="83717.17">15405 6357 4607 0,'-9'-1'400'0,"4"1"-400"0,3 1 0 0,2-1 0 15,0 1 2800-15,0-1 464 0,0 0 112 0,1 2 16 16,1 3 512-16,2-2 128 0,-4-3 0 0,0 0 16 16,0 0-1440-16,39 15-304 0,-39-15-48 0,0 0-16 0,47 6-1328 0,-28-8-272 15,1 1-48-15,0-2-16 16,-1 0-368-16,0-3-80 0,0 0 0 0,0-1-128 0,-1 2 0 16,0-2 0-16,0 2 0 0,-3 0-12368 15,1-2-2512-15</inkml:trace>
  <inkml:trace contextRef="#ctx0" brushRef="#br0" timeOffset="83890.02">15813 6345 17503 0,'6'0'768'0,"-1"0"176"0,-1 0-752 0,1-1-192 0,-2 1 0 16,-1 0 0-16,2-2 2160 0,2 0 400 0,3 1 64 0,4-3 32 16,3 1-32-16,-1-2-16 15,-2 1 0-15,0 1 0 0,-1 1-1584 0,-3 0-320 0,0 0-64 0,-2 1-16 16,-1 1-624-16,-2 1-256 0,-1 1 0 0,-2 1-11072 31,-1 0-2208-31</inkml:trace>
  <inkml:trace contextRef="#ctx0" brushRef="#br0" timeOffset="84067.86">15901 6415 13823 0,'-1'3'608'0,"0"0"128"0,1 0-592 0,-1-2-144 0,1 1 0 0,-1 0 0 0,1-1 2352 15,-1 3 432-15,-1 3 96 0,-1 0 0 0,3-7 128 0,-7 28 0 16,7-28 16-16,-9 32 0 0,9-32-1664 0,-7 30-336 15,7-30-64-15,-5 29 0 0,5-29-768 0,0 0-192 16,0 31 0-16,0-31 0 0,0 0-160 0,0 0-112 16,0 0-32-16,0 0-16544 15</inkml:trace>
  <inkml:trace contextRef="#ctx0" brushRef="#br0" timeOffset="84756.9">16085 6412 7359 0,'6'-4'320'0,"-3"2"80"15,0-1-400-15,-1 3 0 0,-1 0 0 0,-1 0 0 0,0 0 2432 0,0 0 384 0,1 3 96 0,-1-1 16 16,0 2-288-16,-1 2-48 0,-2 3-16 0,-1 0 0 16,4-9-720-16,-7 26-160 0,3-14-32 0,4-12 0 15,-4 27-544-15,4-27-112 16,0 0-32-16,1 31 0 16,-1-31-512-16,0 0-96 0,0 0-32 0,0 0 0 0,0 0-336 0,0 0 0 0,34 23 0 0,-28-28 128 31,2 3-128-31,-1-5 0 0,0 2 128 0,0-4-128 0,1 1 192 0,-1-1-48 0,-1-1 0 0,1 1 0 15,-1-3-144-15,-2 1 0 0,0 1 0 16,-1-1 0-16,-2 0 0 16,-1 2 0-16,0 0 0 0,-2 1 0 15,-2-1-144-15,-2-1 144 0,-3 1 0 0,-1 1 0 0,0 2 0 0,-2 3 0 0,-1 1 0 0,0 0 0 0,0 4-224 0,1 0 64 16,0 3 16-16,1-1 0 0,3 0 144 0,1 1 0 16,0 1 0-16,3-1-128 0,0-1 128 0,1 1 0 31,2 0 0-31,2-3 0 0,0 1 0 0,3-1 0 0,0-1 0 0,3-1 0 0,0-1 0 15,2-1 0 1,0-1 0-16,0 1 128 0,1-3-128 0,1 0 192 0,2 1-64 0,2-4 0 0,1 2-128 0,2-2 0 0,-1 1 0 16,2-1 128-1,-2 2-128-15,1 0 0 0,0 1 0 0,-3 2 0 0,0 0 0 0,-2 1 0 0,-1 2 0 32,-12 0 0-32,0 0 0 0,0 0 0 0,0 0 0 0,35 19 0 0,-35-19 0 0,0 0 0 0,0 0 0 31,0 0 0-31,1 43 0 0,-6-31 0 0,0 2 0 15,0 0 0 1,-1 0 0-16,1-2 0 0,0 1 128 0,0-2-128 16,2-2 208-16,0-2-16 0,0 1-16 0,1-4 0 0,1-1-32 0,0 1 0 0,1-4 0 0,0 0 0 15,1 0-16-15,0-2-128 0,1-1 192 0,0-1-64 16,2-1 0-16,-1-2-128 0,1 0 192 0,2-2-64 16,-2 1-128-16,3-1 192 15,0-1-192-15,2-1 192 0,0-1-192 16,2 0 0-16,1-2 0 15,1 2 0-15,-1 1 0 16,0 0 0-16,1 4 0 0,-2-2 0 16,-1 4-176-16,1 2 176 0,-3 0-128 15,0 2 128-15,-1 1 0 16,-1 0 0-16,1 1 0 0,-2 2 0 0,-5-3 0 16,0 0 0-16,0 0 0 0,0 0 0 0,0 0 0 0,24 41 0 0,-24-41 0 0,0 0 0 0,2 38 0 0,-2-38 0 0,-1 28 0 0,1-28 128 0,0 0-128 0,-2 39 144 0,2-39-144 0,0 0 160 0,0 0-160 0,4 37 160 15,-4-37-160-15,0 0 160 0,0 0-160 0,0 0 0 16,0 0 0-16,0 0 0 0,0 0 0 0,30 6 0 15,-24-11 0-15,2-1 0 16,-1-3-1216-16,2 2-160 0</inkml:trace>
  <inkml:trace contextRef="#ctx0" brushRef="#br0" timeOffset="85134.53">16939 6316 17503 0,'9'0'768'0,"-3"0"176"0,0 0-752 0,-5 0-192 0,0 0 0 0,1 0 0 15,-1 0 1456-15,1-2 256 0,1 2 48 0,-1-1 16 16,0-1-112-16,-3 1-32 0,-1-1 0 0,-3 2 0 16,0 0-480-16,-2 0-112 0,0 2-16 0,-3-2 0 15,-1 3-384-15,-1 0-96 0,0 1-16 0,0 1 0 0,-1 0-240 0,-2 2-48 16,-2 1-16-16,-1 3 0 0,2-1 16 0,2 1 0 16,3-2 0-16,4-1 0 0,1-3 384 15,2 2 80-15,3-3 0 0,1 1 16 0,0-5-528 0,0 0-192 16,0 0 144-16,0 0-144 15,0 0 0-15,33 12 128 0,-33-12-128 0,0 0 0 0,30 7 0 0,-30-7 0 16,0 0 0-16,33 13 0 0,-33-13 0 0,0 0 0 16,0 0 0-16,35 32 0 0,-35-32 0 15,0 0 0-15,0 0 0 0,11 38 0 0,-11-38 0 16,-7 19 0-16,1-12 0 0,-1 0 0 0,-1 1 0 16,-2-1 0-16,0 0 0 0,-2-1 0 0,0 2 0 0,-1-4 0 15,-1 1 144-15,0 0-144 0,1-3 128 0,0 0-128 0,2 1 160 16,1-3-160-16,2 0 0 0,2 0 0 0,1 0 0 0,3-3 0 15,0 1 0-15,1 1-160 0,2-2 0 16,1 0-17632-16</inkml:trace>
  <inkml:trace contextRef="#ctx0" brushRef="#br0" timeOffset="85345.14">17114 6598 16575 0,'4'2'1472'0,"-1"0"-1168"0,-1 0-304 0,-2-2 0 0,0 1 2848 0,0 1 512 15,1 1 96-15,-1-3 32 0,0 0-800 0,0 0-144 16,0 0-48-16,0 0 0 0,0 0-1856 0,8 40-368 16,-9-38-80-16,-1 1-17312 0</inkml:trace>
  <inkml:trace contextRef="#ctx0" brushRef="#br0" timeOffset="90401.91">14075 7288 911 0,'1'-3'0'0,"0"1"0"0,-1-1 0 0,0 1 0 0,1 2 800 0,0-2 80 15,0-1 16-15,0-4 0 0,2 0 592 0,-1 0 128 16,1-2 32-16,1 2 0 0,-1 2 0 0,0 1 0 16,-2 1 0-16,2 0 0 0,-1 3-32 0,0 3 0 15,0 0 0-15,-1 5 0 0,-1-8-128 0,0 25-16 16,0-25-16-16,-2 39 0 0,0-15-480 0,-1-3-80 16,0 2-32-16,0 0 0 0,-1-4-352 0,0 2-80 15,1-2-16-15,0 0 0 0,0-4 32 16,1 0 0-16,1 0 0 15,1-4 0-15,1-1-192 0,1-3-48 0,-1-1 0 0,2-3 0 0,0 0-208 0,2-2 0 0,0-2 0 16,0-2 0-16,2 0 128 0,-1-3-128 0,3-1 0 0,0-2 144 16,2-1-144-16,1-2 192 0,0-2-192 0,0 2 192 15,1-2-192-15,-1 0 0 0,1-3 0 16,1 1 0-16,-1 1 0 0,-1-2 0 16,1 1 0-16,-1 0 0 0,-1-1 0 0,-1 0 0 0,-1-1-144 0,-1 3 144 0,-1 1 0 0,-2 2 0 15,0 0 0-15,-1 3 0 0,-3 2 0 0,0 2 0 16,0 3 0-16,-1 0 0 0,0 1 0 0,-2 2 0 15,1 3 0-15,-2-2 0 16,-1 5 0-16,-1 0 0 0,1 1 0 16,-2 1 0-16,1 3 0 15,-2 0 128-15,1 2-128 16,0-2 0-16,2-2 0 0,-1 1 0 0,2 0 0 0,1-2 0 0,1-1 0 0,1-2 176 0,1 0-176 0,2-3 160 0,0 2 0 0,1-3 0 16,2-2 0-16,0 0 0 0,0 0-160 0,1 0 0 15,1-2 0-15,0-1 128 0,2 1-128 0,1-1 0 16,-1 0 0-16,0-2 0 0,0 1-160 15,0-2 160-15,1-1 0 0,-2 0-144 16,0 1-1408 0,0-3-288-16,1 2-48 0,-2-2-11872 0</inkml:trace>
  <inkml:trace contextRef="#ctx0" brushRef="#br0" timeOffset="90747.8">14605 7160 6447 0,'3'-3'576'0,"-2"-1"-576"0,0 3 0 0,0-1 0 0,0 2 1984 0,-1 0 304 0,0 0 48 0,0 0 16 15,0 0 288-15,0-2 64 0,-1 2 16 0,0 0 0 16,-1 2-736-16,-2-2-160 0,0 3-32 0,0 1 0 16,-3 1-624-16,1 0-128 0,-3 3-16 0,1 0-16 15,-1 1-368-15,-2 1-80 0,0 2-16 0,0 1 0 16,0 0-128-16,0-1-32 0,2 1 0 0,0-2 0 16,3 1-192-16,2-3-32 0,2-2-16 0,1 1 0 0,3-2-144 0,1-3 0 15,2 2 144-15,0-3-144 0,-5-2 0 0,0 0 0 16,0 0 0-16,36 5 0 0,-36-5 0 0,0 0 0 15,34 7 0-15,-34-7 128 16,0 0-128-16,0 0 144 0,40 15-144 0,-40-15 160 16,0 0-160-16,0 0 0 0,0 0 0 0,0 0 128 0,0 0-128 0,27 35 128 15,-28-31-128-15,-2 3 128 0,-2-2 48 16,-1 0 0-16,-2 2 0 0,0-3 0 0,-1 2-48 0,-2 0-128 16,-1-1 192-16,0 0-64 0,0 0-128 0,0 0 0 15,1-1 0-15,0 1 0 0,1 0 0 0,2-3 0 0,3 0 0 0,1 1 0 16,2-3 0-16,2 0 0 0,2-2 0 0,3-1-18032 15</inkml:trace>
  <inkml:trace contextRef="#ctx0" brushRef="#br0" timeOffset="90936.93">14765 7252 16575 0,'2'0'1472'0,"0"0"-1168"0,-1 0-304 16,0 0 0-16,0 0 1728 0,0 1 272 0,2 0 64 0,1-1 16 0,-4 0 112 15,0 0 32-15,0 0 0 0,34 10 0 0,-34-10-1312 0,0 0-256 32,30 2-48-32,-21-2-16 0,2 0-464 0,-3 2-128 0,0-2 0 0,-1 0 0 15,-2 1-768-15,-1 1-160 0</inkml:trace>
  <inkml:trace contextRef="#ctx0" brushRef="#br0" timeOffset="91079.86">14818 7342 5519 0,'-2'2'496'0,"1"1"-496"0,1-1 0 0,0-1 0 0,0 1 1936 0,-1 1 304 16,-1 0 48-16,0 5 16 0,-1 1 432 0,1 0 80 0,0 3 32 0,1-3 0 16,1-1-832-16,0-1-160 0,0-1-48 15,1-1 0-15,1-1-1232 0,0 1-256 0,1-1-64 0,-1-2 0 16,1-2-256-16,-1 0-256 0,2 0 64 16,1-2-13632-16</inkml:trace>
  <inkml:trace contextRef="#ctx0" brushRef="#br0" timeOffset="91488.28">15014 7252 12895 0,'1'-2'576'0,"-1"2"112"0,0 0-560 0,0 0-128 0,0 0 0 0,0 2 0 16,0-1 1536-16,-1 2 256 16,1 1 64-16,-2 4 16 0,1 2 496 0,-1 2 112 0,0 2 16 0,0 0 0 15,0 0-928-15,0 1-176 16,0-4-48-16,0 1 0 0,1 0-624 0,-1-2-128 15,1-1-16-15,0-2-16 0,-1 1-384 0,1-2-176 0,-1-1 160 0,0-2-160 0,0-1 0 0,0 0 128 32,2-4-128-32,0 1 0 0,0 0 0 0,0-4 0 0,2-1 0 0,2-2 0 0,0-1 0 0,0-1 0 15,2-2 0-15,-1 0 0 0,2 0 0 0,-1 0 0 16,1 0 0-16,-1-2-160 0,2 0 160 16,-2 2 0-16,1 1 0 15,-2 1 0-15,2 3 0 16,-2-1 0-16,3 2 0 15,-3 1-128-15,1 2 128 0,-2 1 0 16,0 1 0 0,1 1 0-16,-1 1 0 0,-1 2 0 0,-3-3 0 0,0 0 128 0,0 0 160 0,0 0 32 0,0 0 16 0,19 37 0 0,-19-37-80 15,0 0-32-15,0 0 0 0,6 43 0 0,-6-43-224 0,0 0 176 0,-2 35-176 16,0-23 160-16,0-2-32 0,-1-2 0 0,1 0 0 0,0-2 0 0,2 0-128 0,-1-1 128 0,1 0-128 0,0-4 128 16,1 0-128-16,-1-1 0 0,2 0 0 0,1-2 0 31,2 0-464-31,-1-3-80 15</inkml:trace>
  <inkml:trace contextRef="#ctx0" brushRef="#br0" timeOffset="91915.64">15304 7323 14735 0,'2'0'640'0,"0"0"160"15,1 0-640-15,-1-2-160 0,-2 2 0 0,1 0 0 0,1-1 2000 0,2 0 368 16,2 0 80-16,2-1 16 0,2-3-32 0,0 0-16 15,1 1 0-15,1-4 0 0,-1 4-1232 0,-2-3-240 16,0 2-48-16,-1-2-16 0,-1 2-480 0,0-2-80 16,-3 1-32-16,0 0 0 0,-2-1-288 0,-1 2 160 15,-1 0-160-15,-3 1 128 0,0-1-128 0,-2 0 192 16,-3 3-192-16,0 0 192 0,-2 2 0 0,-2 2 16 16,2 0 0-16,0 1 0 0,2 2-80 0,-2 1 0 0,1 2-128 15,2-1 192-15,-1 2-192 0,3 1 128 16,1 0-128-16,2-1 0 15,2 0 128-15,0-9-128 16,0 0 0-16,0 0 144 0,0 0-144 0,0 0 0 0,30 34 0 0,-30-34 0 0,0 0 0 0,0 0 0 0,36 14 0 0,-36-14 0 16,0 0 0-16,0 0 0 0,41 26 0 0,-41-26 0 15,0 0 0-15,0 0 0 0,28 38 0 0,-28-38 0 16,0 0 0-16,1 33 0 0,-4-21 0 16,-1-1 0-16,-2-1 288 0,-1 2 32 0,2-4 0 0,-4 1 0 0,0 2 0 15,-2-1 0-15,-1 0 0 0,1-1 0 0,-1-1-128 0,1-2-32 16,0 0 0-16,-1-3 0 0,1 0-160 0,0-1 0 15,1-2 0-15,0 0 0 0,4 0 0 0,0-2 0 16,3-1 0-16,2 1 0 16,1 0-1136-16,2 0-208 15</inkml:trace>
  <inkml:trace contextRef="#ctx0" brushRef="#br0" timeOffset="92246.94">16135 7150 11055 0,'4'-10'480'0,"-1"2"112"0,-1 1-464 0,0 1-128 0,-1 4 0 0,-1-1 0 15,1 1 2320-15,0-3 448 0,0-2 96 0,0 0 16 16,0 0-224-16,-1 3-32 0,-1 3-16 0,-1 4 0 15,-1 4-1296-15,-1 5-256 0,-1 5-48 0,0 3-16 16,0 6-560-16,-1 0-112 0,1 3-32 0,0 0 0 0,-1-1-128 0,3 0-32 16,-1-2 0-16,4-26 0 0,-3 43 64 0,3-43 16 15,0 0 0-15,8 38 0 0,-8-38-208 0,0 0 0 16,0 0 128-16,0 0-128 0,0 0 0 16,0 0 0-16,0 0 0 0,0 0 0 15,25 1-608-15,-25-9-112 0,-1-2-32 0,-2 1-14800 0</inkml:trace>
  <inkml:trace contextRef="#ctx0" brushRef="#br0" timeOffset="93035.49">15966 7235 1839 0,'-4'1'160'0,"1"1"-160"0,1-2 0 0,1 1 0 0,2 0 2000 0,0 1 368 0,1-1 80 0,1 3 16 16,-3-4 1296-16,0 0 256 0,0 0 48 0,0 0 16 16,46 31-1312-16,-46-31-256 15,0 0-48-15,44 14-16 0,-44-14-1104 0,32 3-208 16,-14-3-48-16,-1-1-16 0,1-2-688 0,-1 0-128 0,1 0-16 0,-1-4-16 15,0 0-224-15,0-2 0 0,-1 1 0 0,-1-1 0 16,-2 2 0-16,0-3-192 16,-2 1 192-16,-1-1-208 0,-1 1-1472 15,-1-1-304-15,-2 1-48 0,-2-1-16 0,0-1-464 16,-2 1-112-16,0-4 0 16,0 0-16-16,-1 2 720 15,-1-2 160-15,1-3 32 0,-1 2 0 16,1-1 1728-1,0 2 384-15,1 2 64 0,-1-1 16 0,1 4 816 0,0 1 176 0,0 2 16 0,-1 4 16 0,0 0 112 0,0 4 32 0,0-2 0 0,-1 5 0 0,-1 3-320 0,0 1-64 0,-1 3-16 0,2-12 0 0,-5 33-368 0,1-12-80 16,0 0-16-16,0-2 0 0,0 3-144 16,0 1-48-16,0 1 0 0,0-1 0 0,4-23-64 0,-6 44 0 15,6-44-16-15,-3 40 0 0,3-40-240 0,2 32-64 16,-2-32 0-16,0 0 0 16,0 0-192-16,14 39 0 0,-14-39 0 0,0 0 0 0,0 0 0 15,0 0 0-15,34 7 0 0,-24-12 0 0,0-1 0 0,1-2 0 0,2-1 0 0,-1-1 0 16,0-1 0-16,1 0 0 0,-1-1 0 0,0 1 0 15,-1 2 0-15,0 1 0 0,-2 1 0 16,-2 2 0-16,1 1 0 16,-3 2 0-16,1 1 0 0,-1 1 0 0,-2 3 0 0,1-1 0 15,-4-2 0-15,0 0 0 0,0 0 0 0,0 0 0 0,6 34 0 0,-6-34 0 16,0 0 0 0,0 0 0-16,5 42 0 0,-5-42 0 0,0 0 0 0,0 0 0 0,0 0 0 0,26 35 0 15,-26-35 0-15,0 0 0 0,31 7 0 0,-19-7 0 16,1-3 0-16,0-1 0 0,1-1 0 15,-1-1 0-15,0-2 0 16,0-1 0-16,0 0 0 0,-1-1 0 16,0 0 0-1,-3 1 0 1,0 2 0-16,-1-3 0 0,-2 1 0 0,0 0 0 0,-2-1 0 16,0-2 0-16,-2 2 0 0,-2-1 0 15,0 1 0-15,-2-1 0 0,1 2 0 16,-2-1 0-1,0 3 0-15,-1 1 0 0,0 3 0 32,0 0 0-32,-1 0 0 0,-1 3 0 0,1 0 0 0,0 0 0 0,0 3 0 0,0 0 0 0,0 1 0 15,0 3 0-15,0 2 0 16,-1 1 0-16,2 4 0 16,-1 0 128-16,2 4-128 0,-1 2 0 15,4-20 0-15,-5 41 0 0,5-41 0 16,-1 40 0-16,1-40 240 15,0 0 0-15,12 40 0 16,-12-40 0-16,0 0-96 0,0 0-16 16,36 28 0-16,-36-28 0 0,26 0-128 0,-10-4 0 15,2-3 0-15,-1 0-12240 0,3-3-2480 0</inkml:trace>
  <inkml:trace contextRef="#ctx0" brushRef="#br0" timeOffset="94877.58">17184 6844 5199 0,'0'-4'192'0,"0"-1"32"16,1 2 16-16,-1 3 32 0,1-1 1664 0,-1 0 336 0,1-4 64 0,1 0 16 15,0-1 128-15,0 0 16 0,0 2 16 0,1 2 0 16,-1 2-400-16,0 3-96 16,-1 3-16-16,0 3 0 0,-1-9-528 0,0 0-96 0,-3 44-32 0,3-44 0 15,-5 42-624-15,2-21-128 16,3-21-16-16,-3 38-16 0,3-38-336 0,-2 29-64 0,2-29-16 0,0 0 0 16,0 0-144-16,0 0 0 0,0 0 0 0,0 0-176 15,0 0-656-15,0 0-144 0,41 14-32 0,-32-26 0 31,1 0-1824-31,0-1-368 0,0 0-80 0,-1-3-16 16,-1 1-608-16,0-2-112 0,0 3-16 0,-1-1-16 0,-1 2 3216 0,-1 1 656 0,1 0 176 16,-2 2 0-16,-1 4 0 0,-1-2 0 31,-1 4-160-31,-1 1 160 0,0 3 1552 0,-1 1 368 0,-1 3 80 0,0 1 16 0,-2 3 1088 0,1 1 224 0,-1 2 32 0,0 1 16 0,0 2-576 16,0 1-112-16,1-1-32 0,0 0 0 0,1-1-1408 0,1-2-288 15,2-2-48-15,0 0 0 16,-1-9-736-16,0 0-176 0,0 0 0 0,0 0-11648 0,0 0-2352 15</inkml:trace>
  <inkml:trace contextRef="#ctx0" brushRef="#br0" timeOffset="96735.5">17418 7096 11055 0,'-1'2'976'0,"0"-1"-784"0,0 0-192 0,0-1 0 16,0 2 864-16,0-1 128 0,-1 3 32 0,0 1 0 15,-3 3 656-15,0 1 144 0,0 3 32 0,-1-1 0 0,2 3-320 16,-1-2-64-16,-1 0-16 0,1 0 0 16,-1 0-352-16,1 0-64 0,-2-2-16 0,2-1 0 15,0 0 0-15,-1-1-16 0,3-1 0 0,-2 0 0 16,2-3-272-16,0 1-48 0,0-2-16 0,0-1 0 0,1 0-416 16,1-2-64-16,0 0-32 0,1 0 0 0,0-1-160 0,1-2 0 15,0 0 0-15,1-2 0 0,1 1 0 0,0-3 0 16,1 0 0-16,0-2 0 0,1 1-320 0,1-2 48 15,0-1 16-15,2-3 0 16,-1 4-320-16,1-2-48 0,0 0-16 0,1 0 0 16,2 0 192-16,-2 3 48 0,1-2 0 0,0 3 0 15,0 1 400-15,-1 1 0 16,-2 2 0-16,1 2 0 0,-2-1 0 16,0 3 0-16,-3 0 0 0,2 3 0 0,-5-3 288 15,0 0-16-15,0 0 0 0,0 0 0 0,0 0 144 0,13 47 32 0,-13-47 0 0,0 0 0 0,0 34-128 0,0-34-32 0,-4 21 0 0,2-11 0 16,-1 1-48-16,-1-3-16 0,0 1 0 0,1-1 0 15,-1-2-96-15,0-1 0 16,0-1-128-16,2-3 192 0,1 1-192 0,0-4 176 0,0 1-176 0,2-3 160 16,1 0-160-16,0-2 0 0,3-1 144 15,1-2-144-15,-1-1 0 16,3-1 0 0,1-1 0-1,1-1 0 1,-1-1-272-16,2 0-80 0,0 0-16 0,1-3 0 0,-2 3-496 0,0 2-96 0,0-2-32 0,0 5 0 0,-3 1 416 0,1 4 96 0,-1-1 16 15,-1 5 0-15,-2-2 464 0,-1 4 0 0,0 1 0 0,-1 3 0 0,-2-6 208 0,0 0 96 0,0 0 16 0,0 41 0 0,0-41 224 0,-2 26 48 16,-1-12 16-16,0 1 0 0,3-15-160 0,-6 28-16 16,2-14-16-16,1 0 0 0,0-2-144 0,3-12-16 15,0 0-16-15,0 0 0 0,-1 31-96 0,1-28-16 16,1-1 0-16,1-2 0 0,0 0-128 0,0 0 0 16,0-3 0-16,1-1 0 15,0 1-640-15,2-3-144 0,0 0-48 0,-1 0-14864 16</inkml:trace>
  <inkml:trace contextRef="#ctx0" brushRef="#br0" timeOffset="96939.82">17784 7053 9215 0,'3'0'400'0,"-1"-2"96"0,1 2-496 0,-2 0 0 0,1 2 0 0,-1-2 0 15,1 2 2000-15,0-2 304 0,2 0 64 0,2 3 16 16,1-1 512-16,-1 0 112 0,-6-2 0 0,0 0 16 15,0 0-1120-15,0 0-240 0,31 8-32 0,-26-6-16 16,-1 0-1120-16,0 0-240 0,-2-1-32 0,1 1-16 16,-2 1-912-16,-1-1-176 0,-1 2-32 0,-1-2-8976 15,0 1-1792-15</inkml:trace>
  <inkml:trace contextRef="#ctx0" brushRef="#br0" timeOffset="97097.11">17792 7138 2751 0,'-1'0'256'0,"-1"0"-256"0,2 2 0 0,-1-2 0 0,1 1 1616 0,-1 3 288 31,-1-1 48-31,-1-1 16 0,0 6 864 0,-3 1 176 0,0 5 48 0,1 0 0 0,-1 1-560 0,0 2-128 16,0-1 0-16,2 1-16 0,-1 1-880 0,5-18-192 15,-7 26-16-15,7-26-16 0,0 0-784 0,0 0-144 16,0 0-48-16,0 0 0 16,0 0-768-16,0 0-144 0,0 0-48 0,0 0-14096 15</inkml:trace>
  <inkml:trace contextRef="#ctx0" brushRef="#br0" timeOffset="97474.93">18018 7050 10127 0,'3'1'896'0,"-3"1"-704"0,1 0-192 0,-1 1 0 16,0-1 2352-16,-1-1 432 0,1 3 96 0,0 5 0 16,0-9-416-16,0 0-96 0,-8 48 0 0,3-29-16 15,-2 3-656-15,-1-1-128 0,0-1-32 0,1 0 0 16,-1-4-304-16,3-2-64 0,-1 0-16 0,2-4 0 15,1-3-704-15,0-2-128 0,1-3-48 0,0 0 0 16,2-2-272-16,-1-2 0 0,1 0 0 0,0-3 0 16,1-2 128-16,-1 0-128 0,3-4 0 0,0 1 0 0,0 0 0 0,1-2 0 15,0 0 0-15,2 0 0 0,-2 0-160 16,3-2 16-16,-1 0 0 16,2 0 0-16,0-3-48 15,0 3 0-15,2 2 0 16,-2 3 0-16,0 0 192 0,1 4-128 0,-2 2 128 0,0 3-128 0,-1 0 128 0,0 3 0 0,-6-3 0 0,0 0 0 0,0 0 192 0,0 0-16 15,22 38-16-15,-22-38 0 0,0 0 64 0,0 0 16 16,8 49 0-16,-8-49 0 0,0 0-32 0,-2 41 0 16,2-41 0-16,-4 27 0 0,4-27-80 0,-5 23 0 0,3-16-128 15,0 2 192-15,1-4-192 0,-2 2 0 0,0-5 0 16,1 0 0-16,0-1 0 0,1-1 0 0,1-1 0 0,-1-3 0 31,2 2-688-31,-1-5-176 0,2 4-32 16,1-6-16400-16</inkml:trace>
  <inkml:trace contextRef="#ctx0" brushRef="#br0" timeOffset="97697.14">18303 6800 14735 0,'0'4'640'0,"0"0"160"0,0 1-640 0,1-1-160 0,0-1 0 0,-2-2 0 0,1 3 1440 0,0 2 256 16,0-6 48-16,0 0 16 0,-1 39 256 0,1-39 48 15,-5 32 16-15,5-32 0 0,-8 28-352 0,4-17-64 16,0-1 0-16,-1-2-16 0,3-1-672 0,0-2-128 16,0-2-16-16,1 0-16 15,0-3-624-15,1 0-192 0,1 0 0 0,1-3 0 16,2 0-1024-16,0-3-320 0,4-1-64 0,0-5-13872 0</inkml:trace>
  <inkml:trace contextRef="#ctx0" brushRef="#br0" timeOffset="97838.28">18455 6747 8287 0,'1'2'736'0,"-1"-1"-592"0,0 1-144 0,-1-1 0 16,0 0 2624-16,-1 1 480 0,0 3 96 0,-1 1 32 16,-1 5-96-16,-3 1 0 0,0 2-16 0,-2 2 0 15,0 1-1392-15,0 0-256 0,0-2-64 0,2 0-16 16,1-3-592-16,3 0-112 0,1 0-32 0,1-5 0 31,2 0-912-31,1-2-176 0</inkml:trace>
  <inkml:trace contextRef="#ctx0" brushRef="#br0" timeOffset="98359.19">18787 7093 15663 0,'0'-5'1392'0,"1"3"-1120"0,-1 0-272 16,1-1 0-16,0 3 1168 0,0-5 176 0,0 2 48 0,1-3 0 15,0-1 1216-15,0 0 240 0,-1 2 48 0,-2 3 16 16,0-1-1088-16,-1 4-224 0,-1 1-32 0,-1 2-16 16,0 4-864-16,-2-2-176 0,1 4-48 0,-2 2 0 15,1 2-224-15,-1 3-48 0,1 0-16 0,-1-1 0 16,4 1-176-16,3-17 192 16,-4 33-192-16,4-33 192 0,0 0-192 0,0 0 0 15,11 42 144-15,-11-42-144 0,0 0 0 0,30 8 0 0,-17-11 0 0,1-2 0 0,2-4 0 0,1 0 144 16,1-1-144-16,-1-4 0 0,-1 3 128 15,-2-2-128 1,0 1 0-16,-2-2 0 0,-2 1 0 0,-2 0 0 16,-3 1 0-16,-3 0 0 15,-3 1 0-15,-4 1 0 0,-2-1 0 0,-3 3 0 0,-3-2 0 0,-1 4 0 0,-2 1 0 0,0 4 0 16,0 1 0-16,0 1 0 0,1 3 0 0,0 0 0 0,1 2 0 0,1 2 0 16,2 0 0-16,2 0 0 0,1 1 0 0,3-2 0 0,2 0 0 15,1 0 0-15,2-2 0 0,2-2 0 0,2 1-160 0,1-1-11600 31,3-1-2320-31</inkml:trace>
  <inkml:trace contextRef="#ctx0" brushRef="#br0" timeOffset="98861.44">19143 6982 12895 0,'1'-3'1152'0,"0"1"-928"16,0 2-224-16,-1 0 0 0,0 0 1312 0,0-2 224 0,0 1 32 0,0-1 16 15,0 1 864-15,0 0 176 16,-1 2 48-16,0 0 0 0,0 4-784 0,-1 2-160 0,1 0-16 0,1-7-16 0,0 0-640 0,-3 41-128 16,3-41-32-16,-2 40 0 0,2-40-384 0,-4 48-96 15,0-20-16-15,0 0 0 0,1 3-48 0,-1 2-16 16,-1 0 0-16,0-2 0 0,-1 5-128 16,1-8-16-16,5-28-16 0,-4 48 0 15,4-48-176-15,0 0 0 0,1 38 0 0,-1-38 0 16,0 0 0-16,0 0 0 15,0 0 0-15,0 0 0 0,0 0-512 0,0 0-16 0,8-3-16 0,-7-4 0 16,-1-5-1328-16,0-1-272 16,0-1-48-16,-1-1-16 0,0 0-736 0,-1-2-128 0,1-1-48 0,1-4 0 31,-1-2 16-31,1-2 0 0,0 1 0 0,0 1 0 0,0-2 2016 0,0-1 384 0,0-2 96 0,3 2 16 0,0 3 1104 0,0 5 208 0,2 0 48 0,0 7 16 31,1 2 1056-31,0 4 208 0,1-1 32 0,2 3 16 0,0 1 240 0,0 0 48 0,1 1 16 16,-1 1 0-16,2 2-592 0,0 1-112 0,-1-2-32 0,1 2 0 15,-11-2-768-15,0 0-176 0,34 10-16 0,-34-10-16 16,0 0-384-16,0 0-80 0,34 17-16 0,-34-17 0 16,0 0-208-16,0 0 144 0,0 0-144 0,0 0 128 15,0 0 128-15,0 0 32 16,-4 41 0-16,-8-35 0 0,0 1 96 0,-2 0 32 0,-1 0 0 0,-2 1 0 0,0 1-96 0,1-2-32 16,2 0 0-16,-1-1 0 15,3 0-288-15,1-1 128 16,3-3-128-16,3 1 0 0,2-1-304 0,3-2-160 0,2-2-48 0,3-1-16064 15</inkml:trace>
  <inkml:trace contextRef="#ctx0" brushRef="#br0" timeOffset="99239.79">19370 7055 17503 0,'-1'1'1552'0,"1"1"-1232"0,2-2-320 0,-1 2 0 0,0-2 1664 0,0 0 256 15,1 0 64-15,2 1 16 0,2 0 480 0,1-2 80 31,3 0 32-31,1-1 0 0,2-3-1344 0,2 0-272 0,1 0-48 0,1-2-16 16,-1 0-544-16,2 0-112 16,1-2-32-16,-2 0 0 0,1 1-224 0,-1-1 0 15,-1 1 0-15,-2-1 0 0,-2-1 0 0,-3 1 0 0,-4-1 0 0,-1 2 0 16,-4 0-176-16,-3 1 176 0,-3-1-160 0,-3 4 160 16,-1 0 0-16,-3 1-144 0,-3 3 144 0,0 2 0 15,0 3 0-15,-2 0 0 0,0 4 0 0,-2 4 0 16,3 0 0-16,0 1 176 15,2 5-176-15,1 0 192 16,2 0 112-16,1 0 16 16,2 3 16-16,1-3 0 0,3 2 48 15,5-21 16-15,-4 36 0 0,4-36 0 0,0 0-176 0,12 41-32 0,-12-41-16 0,0 0 0 0,0 0-176 0,44 27 0 0,-44-27 0 0,29 2 128 0,-13-4-128 0,1-2 0 16,0-2 0-16,2-2 0 16,-1 0-512-1,-1-2-96-15,3-1-16 0,1-3-17136 16</inkml:trace>
  <inkml:trace contextRef="#ctx0" brushRef="#br0" timeOffset="99572.37">19746 6953 19343 0,'-1'5'848'0,"0"-4"192"0,2 2-832 0,0-2-208 16,-1-1 0-16,0 0 0 0,1 0 976 0,3 0 160 0,1 2 16 0,0-2 16 16,3 0 112-16,0-2 32 0,1 1 0 0,1-3 0 15,-2 2-48-15,1-3-16 16,1 2 0-16,-1 0 0 0,0-1-384 0,0 2-80 0,0 2-16 0,-1 0 0 15,-1 2-384-15,-3 2-64 0,-4-4-32 0,0 0 0 16,0 0-288-16,0 0 128 0,15 46-128 0,-15-46 0 16,-4 29 160-16,4-29-160 0,-8 33 128 15,1-18-128-15,0 1 208 0,-1-1-32 16,-1-2-16-16,2-1 0 16,0-5 96-16,2 0 32 15,-2 1 0-15,3-4 0 0,0-2 160 0,2-2 16 0,0 0 16 0,2-2 0 0,1-3-160 0,1-3-16 0,2-1-16 0,1-4 0 0,2 0-80 0,0-1-16 16,2 0 0-16,1 0 0 0,2-3-192 15,0 0 128-15,1 0-128 0,0-1 0 0,2-1 0 16,0 0 0-16,0-2 0 0,1 2 0 0,0 2-320 0,0 3-64 16,-1 2-16-16,-2 5 0 15,-1 0-1024-15,-1 5-208 16,-2 0-32-16,-1 4-14736 16</inkml:trace>
  <inkml:trace contextRef="#ctx0" brushRef="#br0" timeOffset="100218.02">20112 7050 11967 0,'3'0'1072'0,"-1"-2"-864"0,1 1-208 0,-1 0 0 16,0-2 1440-16,-1 1 240 0,3-1 48 0,4-3 16 15,1-3 688-15,2-2 128 0,0 2 16 16,-2-2 16-16,-2 3-752 0,-1-2-160 16,-2 1-16-16,0 2-16 0,-2-2-848 0,-2 2-160 15,-1-1-48-15,-3 2 0 0,2 1-336 0,-4 2-64 16,-1 3 0-16,-1 0-16 0,-1 2-176 0,-1 3 192 0,-1 1-192 0,-1 2 192 15,-1 2-48-15,1 1 0 16,-1 1 0-16,1 1 0 0,1 0-144 0,1 2 0 16,1-1 144-16,1 0-144 0,3-2 160 0,-1-2-32 0,6-10-128 15,0 0 192-15,0 0-32 0,-1 35-16 0,1-35 0 16,0 0 0-16,0 0-144 0,0 0 0 0,31 12 0 0,-22-14 128 16,1-1-128-16,1-2 0 0,-1-1 0 15,1-1 0-15,0 0 0 16,0-2 0-16,0 0 0 0,-1-2 0 0,1 2-256 0,-3 0 64 0,0-1 0 0,0 0 16 0,-2 1-16 0,-1 1 0 15,-2 1 0-15,-1 0 0 0,-2 2 192 0,-1 1 0 16,0 1 0-16,-2 3-128 0,0 0 128 0,-1 2 0 16,2 3 0-16,-2 0 128 15,0 0-128-15,1 2 176 0,-1 1-176 0,1 0 192 0,3-8 0 0,0 0 16 0,-5 32 0 0,5-32 0 16,0 0-80-16,0 0-128 16,0 0 176-16,15 40-176 0,-15-40 144 0,0 0-144 0,0 0 0 15,29 9 144-15,-19-9-144 0,1-4 0 16,0 1 0-16,1-1 128 15,0-2-128-15,1-3 0 16,-1 2-192-16,1-5 192 0,1 2-1104 16,2-3-112-16,-1 0 0 0,0 1-16 0,0-2-816 0,-1 0-144 0,-1 0-48 0,-1-3 0 0,-1-1 1008 0,-2 1 192 0,-1-2 32 15,-2 0 16-15,0 2 1168 0,-4 0 224 0,0-1 48 0,-2 4 16 0,0 2 1216 16,-2 4 240-16,1 4 64 0,-3 0 0 0,1 3-192 0,-2 3-16 16,2 2-16-16,-2 0 0 15,0 3-784-15,1 0-144 0,-2 4-48 16,1 1 0-16,5-12-464 0,-12 31-112 0,12-31-16 15,-12 44 0-15,5-21-192 16,7-23 144-16,-12 47-144 0,6-23 128 16,6-24 32-16,-9 45 0 0,9-45 0 15,-5 38 0-15,5-38-160 0,0 0 0 16,2 40 144-16,-2-40-144 0,0 0 0 0,0 0 0 0,0 0 0 0,0 0 0 16,0 0 0-16,0 0 0 0,27 2 0 0,-23-11 0 0,0-3-576 0,-1 0-64 0,1-2-32 15,-1 0 0-15,-2-3-2560 16,-2 3-512-16</inkml:trace>
  <inkml:trace contextRef="#ctx0" brushRef="#br0" timeOffset="100408.19">20329 6869 4607 0,'-1'0'400'0,"1"0"-400"0,0 0 0 0,-1 0 0 0,-1 1 2688 0,-2 1 448 0,0 1 80 0,-3 2 32 16,1 2 464-16,0 4 80 0,2 1 32 0,4-12 0 31,0 0-1280-31,-1 34-256 0,1-34-48 0,0 0-16 0,0 0-1184 0,0 0-224 0,40 33-48 0,-28-31-16 16,2-2-448-16,0 0-96 15,2-4-16-15,1 0 0 0,0-2-192 0,0-3 144 0,2 1-144 0,-2-1 128 16,0-2-128-16,1 3 0 0,-3-2 0 0,2 4 0 31,-2-2-768-31,0-1-96 0,0 2-16 0,-2-1-16720 31</inkml:trace>
  <inkml:trace contextRef="#ctx0" brushRef="#br0" timeOffset="100550.45">20678 6861 12895 0,'4'0'576'0,"0"-2"112"0,1 2-560 0,-2-1-128 0,0 1 0 0,-1 0 0 0,1 0 1936 0,0-2 368 16,6 2 64-1,3-2 0-15,2-1 560 0,0-1 96 16,0 3 32-16,-2-2 0 0,-2 2-1648 0,-1-1-320 16,-1 2-64-16,-2 0 0 0,0 0-1024 0,-2 0 0 15,-1 2-224-15,0-2-15664 0</inkml:trace>
  <inkml:trace contextRef="#ctx0" brushRef="#br0" timeOffset="100738.74">20691 6977 12895 0,'1'2'576'0,"-1"-2"112"0,2 1-560 0,-2 1-128 0,1-2 0 0,-1 2 0 15,0-2 2672-15,0 2 496 0,0 3 96 0,1 0 32 16,-1-5 80-16,0 0 16 0,-4 28 0 0,4-28 0 0,-7 24-1920 0,1-11-384 16,1 0-80-16,-2 1-16 15,1 0-688-15,-1-1-144 0,2 1-32 0,0-2 0 0,2-1-128 0,3-11 0 16,0 0 0-16,0 0 0 15,0 0-384-15,0 0-96 0,0 0-32 0,0 0-17200 16</inkml:trace>
  <inkml:trace contextRef="#ctx0" brushRef="#br0" timeOffset="101465.28">20922 6930 18431 0,'-1'3'1632'0,"0"-2"-1312"16,1 1-320-16,-1-1 0 0,0 1 1248 0,0 0 176 0,-2 2 48 15,-2 4 0-15,-1 4 784 0,6-12 176 0,-14 29 16 0,14-29 16 16,-13 32-688-16,13-32-144 16,-10 35-32-16,10-35 0 0,0 0-848 0,-5 42-176 0,5-42-48 0,0 0 0 15,0 0-336-15,12 42-64 0,-12-42 0 0,0 0-128 16,0 0 128-16,29 12-128 0,-19-14 0 0,0-1 0 16,0-1 144-16,0-3-144 0,2 0 0 0,0-3 144 15,0 0-144-15,-2-2 0 16,0 0 0-16,0 1 0 0,-3 0 0 0,0 1 0 15,-4 0 0-15,0 0 0 0,-2 1 0 16,-2 0 0-16,-2-1 0 0,-2 1 0 16,-2 0 0-16,-1 1 0 0,-2 1 0 0,0 1 0 0,-2 3 0 0,1 0 0 0,-1 4 0 0,0 1 0 0,1 2 0 0,1-1 0 15,0 4 0-15,0-3 0 0,3 1 0 0,0 0 0 16,3-1 0-16,0 0 0 0,2 1 0 0,1-2 0 16,2 0 0-16,1-1 0 0,2 1 0 0,0-3 0 15,4 0 0-15,0-3 0 16,1 1 0-16,2-1 0 0,1-1 0 15,1-1 0-15,1-1 0 16,1 0 0-16,1-1 0 16,-2 0 0-16,-1 2 0 0,0-2 0 0,1 0 0 0,1 0 0 0,-1 0 0 0,-1-1 0 0,1 2 0 0,-2-1 0 0,-1 4 0 0,-1-1 0 0,-1 1 0 0,-1 3 0 15,-2 0 0-15,-1 2 0 0,-5-2 0 0,0 0 0 16,0 0 0-16,0 0 0 0,0 0 144 16,6 43-144-16,-6-43 144 0,0 0-144 15,-10 33 192-15,6-21-192 0,-1-2 176 0,-1 1-176 16,1 1 160-16,-1-1-160 15,2-2 160-15,-1-1-160 16,1 1 160-16,1-3-160 16,1-1 128-16,0-1-128 0,2-3 0 0,0 0 144 0,0-1-144 15,2-1 0-15,-1 0 0 16,1-1 128-16,2-3-128 0,-1 0 0 0,1-1 0 0,1-2 0 0,1 2 0 16,0-2 0-16,2-1 0 0,-1-1 0 0,2 1 0 0,1-3 0 0,1 0 0 0,0-2 0 0,2 0 0 0,-1-1-176 0,0-1 176 0,1 2-128 0,0 1-16 0,-1 1 0 15,0 3 0-15,-2 2 0 0,0 3 144 0,-1 1 0 16,-2 3 0-16,-1 0-128 0,-6 0 128 0,0 0 0 15,0 0 0-15,0 0 0 0,0 0 0 0,19 43 0 16,-19-43 0-16,0 0 0 0,-2 40 0 16,2-40 0-16,-6 31 0 0,6-31 128 15,-11 33-128-15,3-19 0 0,1 5 0 16,-1-2 128-16,8-17-128 0,-13 30 176 0,13-30-176 16,-8 24 192-16,8-24-192 0,0 0 0 0,0 0 0 0,0 0 0 15,0 0 0-15,0 0 0 0,0 0 0 0,0 0-18640 0</inkml:trace>
  <inkml:trace contextRef="#ctx0" brushRef="#br0" timeOffset="102299.97">21400 7036 19343 0,'0'0'1728'0,"1"0"-1392"0,0 0-336 0,-1 0 0 16,1 0 1312-16,-1 0 192 15,1 0 32-15,0 0 16 16,0 2 1168-16,0 1 224 0,-1 2 64 0,0-1 0 15,-2 4-1360-15,0-2-272 0,2-6-48 0,0 0-16 0,-10 26-896 0,5-16-176 16,0 0-48-16,1-3 0 16,-1 1-192-16,0-1 0 0</inkml:trace>
  <inkml:trace contextRef="#ctx0" brushRef="#br0" timeOffset="103078.04">22177 6702 6447 0,'1'0'576'0,"-1"0"-576"0,1 0 0 0,-1 0 0 0,1 0 992 0,-1-2 96 0,1 2 0 16,1-2 16-16,1 1 608 0,-2-1 112 0,2 0 32 0,-1 1 0 15,-1-1-576-15,0 2-128 0,0 0 0 0,-1 0-16 16,-1 0-752-16,1 0-160 0,-1 0-32 0,0 2 0 16,-1-2-192-16,0 1 0 0,1 1 0 0,0-2 0 15,-1 2 0-15,1-2 0 0,-1 1 0 0,1-1 0 16,0 2 352-16,1-2 80 0,-1 0 16 0,2 0 0 16,-1 0 1008-16,1 0 208 0,1 0 32 0,-1 0 16 15,0 0-304-15,0-2-48 0,1 2-16 0,-2-1 0 16,2 1-336-16,-1-2-80 0,0 2-16 0,-1-2 0 15,1 1-448-15,0 1-80 0,-1 0-32 0,0-2 0 0,0 2-208 0,-1 0-144 16,1 0 192-16,-1 0-192 0,0 0 128 0,-1 0-128 16,1 0 0-16,0 2 0 0,-1-2 144 0,0 3-144 15,0-1 0-15,0 1 144 0,-1 0-16 0,1 1-128 16,-3 3 192-16,0 3-64 0,0 1 0 0,-1 3 0 16,0 3 0-16,-2 2 0 15,0 2-128-15,0 1 0 16,-1 1 0-16,1 1 128 0,-1 0-128 0,0-1 0 31,1 1 0-31,0-4 0 0,1-2 0 0,7-18 0 0,-7 26 0 0,7-26 0 0,0 0 0 0,0 0 0 0,0 0 0 0,0 0 0 0,0 0 0 0,0 0 0 16,35 12 0-16,-23-19 0 0,1 0 0 0,0-3 0 0,-1 3 0 0,0-2 0 15,0-1-288-15,0 3-96 0,0-2 0 16,-1 1-16-16,0 2-1344 16,-2 0-272-16,-1 2-48 0,-1-1-16 15,-3 1-1360-15,-1 3-272 0</inkml:trace>
  <inkml:trace contextRef="#ctx0" brushRef="#br0" timeOffset="103343.79">22007 6889 2751 0,'-17'-5'128'0,"8"3"16"0,-1 1-144 0,-1 0 0 0,6 1 0 0,2 0 0 0,0 0 1840 0,-2 0 336 16,-3 1 64-16,-1 0 0 0,-1 1 848 0,1-1 176 15,5 3 16-15,3-3 16 0,3 1-672 0,3-2-128 0,5 2-16 16,3-2-16-16,4-2-864 0,2-1-192 0,3-1-16 15,1 0-16-15,3 0-864 0,1-3-160 0,2 0-32 0,-2 0-16 0,-3 0-304 0,-1 0 0 16,0-1 0-16,0 0 0 0,-1 0 0 0,0 1-192 16,-2 0 16-16,0-2 16 15,-3 4-1472 1,-1-3-288-16,-3 2-64 16,-1 0-12512-1</inkml:trace>
  <inkml:trace contextRef="#ctx0" brushRef="#br0" timeOffset="103883.82">22428 6439 11967 0,'1'-7'528'0,"0"4"112"0,0 1-512 0,0 0-128 0,-1 2 0 0,1 2 0 0,-1 0 2112 0,-1 3 384 0,0 2 64 0,1-7 32 0,0 0 352 0,-6 47 64 15,6-47 0-15,-12 50 16 0,12-50-1168 0,-15 55-224 0,7-27-48 0,-1-1-16 0,9-27-672 0,-15 52-128 16,6-26-16-16,9-26-16 16,-16 45-448-16,16-45-96 0,-12 42 0 0,12-42-16 15,-9 36-176-15,9-36 160 0,0 0-160 0,-6 43 160 0,6-43-160 0,0 0 0 31,0 0 0-31,0 0 0 0,0 0 0 0,0 0 0 0,22 40 0 16,-17-44 0-16,3 1 0 0,-1-2 0 0,3-4 0 16,-1 0 0-16,2 1 0 0,0-4 0 15,0 0 0-15,1 1 0 32,0 1 0-32,0 1 0 0,0-1 0 0,0 0 0 0,-2 3 0 0,-1 2 0 0,-2 2 0 0,0 2 0 0,-2 1 0 0,-3 2 0 0,0 3 0 0,-2-5 0 15,0 0 0-15,0 0 0 0,-6 40 0 0,6-40 0 16,0 0 0-16,-11 45 0 0,11-45 0 15,-5 31 0-15,5-31 0 16,0 0 0-16,-1 38 0 0,1-38 0 16,0 0 0-16,0 0 0 0,0 0 0 0,30 24 0 0,-22-24 0 0,3-2 0 0,1-1 128 0,3-2-128 15,2 0 0-15,-1-3 0 0,3 0 0 0,-1-1 0 16,0 1 0-16,1-1 0 0,-2-3 0 0,0 2 0 16,-1-2 0-16,-2 1 0 0,-1 1 0 0,-1-1 0 15,-2-1 0-15,-1 1 0 0,0-2 0 0,-4-1 0 16,1-3 0-16,-3 1 0 0,0 1 0 0,-1 0 0 0,-1 2 0 0,-2 2 0 15,-1 3 0-15,-2 1 0 0,0 2 0 0,-2 3 0 16,-1 2 0-16,-1 2 0 0,0 1 0 0,-1 3 0 16,0 2 0-16,-2 2 0 0,1 4 0 0,0 2 0 15,1 0 0-15,9-16 0 0,-15 35 0 0,15-35 0 16,-10 37 0-16,10-37 128 0,-4 35 32 0,4-35 0 16,0 0 0-16,8 44 0 0,-8-44-160 0,0 0 192 15,0 0-192-15,34 32 192 0,-34-32-192 16,26 6 0-16,-12-7 0 0,1-1 0 15,1-4 0-15,0 0-256 16,1-2 48-16,1-1-18544 0</inkml:trace>
  <inkml:trace contextRef="#ctx0" brushRef="#br0" timeOffset="104409.31">23030 6846 11055 0,'-1'-3'480'0,"0"2"112"0,1-1-464 0,0-1-128 0,0 1 0 0,0 2 0 0,0-1 1296 0,1-2 240 16,0 0 64-16,1-5 0 0,1 2 800 0,1-2 160 16,0 1 48-16,1 0 0 0,1 0-816 0,0 0-176 15,1-1-16-15,0 2-16 16,2-2-752-16,1 2-128 0,0 0-48 0,-1 0 0 16,1 3-192-16,0-1-32 0,-2 3-16 0,0 1 0 0,-1 1-112 0,-2 3-32 15,-5-4 0-15,0 0 0 0,0 0-96 0,0 0-32 16,18 47 0-16,-18-47 0 0,0 0-144 0,0 48 0 15,0-48 0-15,-6 33 0 0,6-33 0 16,-9 33 0-16,9-33 0 0,-10 24 0 0,5-12 0 16,1-5 0-16,-1-2 0 0,0-1 0 0,2-3 0 0,0-1 160 0,0 0-160 15,1-1 160-15,0-2 96 0,2-1 0 0,1-3 16 0,1 0 0 16,1-2 80-16,2-1 16 16,-1 0 0-16,3-1 0 0,-1-1-112 0,3 0 0 0,2-2-16 0,0-1 0 15,2-1-240-15,1 0 144 0,1-3-144 0,-1 2 128 16,2 0-128-16,0-2 0 15,1 5 0-15,-3 1 0 0,-2 5 0 0,0 1 0 0,-2 2 0 16,-1 2 0 0,-2 1-768-16,0 2-128 0</inkml:trace>
  <inkml:trace contextRef="#ctx0" brushRef="#br0" timeOffset="104752">23331 6832 11967 0,'0'0'1072'0,"1"0"-864"0,0 0-208 15,0 0 0-15,0 0 1184 0,0 0 192 0,0 0 32 0,2-1 16 16,4 0 1584-16,1-1 304 0,2 0 64 0,3-1 16 16,1-2-1264-16,1 1-240 0,2-1-48 0,-1 0-16 15,3-2-864-15,-2 2-192 0,0-2-16 0,0 0-16 16,-3 0-512-16,-2 0-96 16,-1-1-128-16,-1 1 176 0,-2 0-176 0,-3 0 0 0,-2 0 0 15,-2 0 0-15,-2 2-192 0,-3 0 192 0,-1 1-192 0,-3 1 192 16,0 3-416-16,-4 0 32 15,-1 2 16-15,-2 1 0 0,0 3 176 0,-1 0 16 0,2 2 16 16,1 1 0-16,0 0 160 0,1 1 0 16,0 3 0-16,0 0 0 0,1 3 400 15,1-2 16-15,1 3 0 0,0-3 0 0,2 1 224 0,7-15 32 16,-8 25 16-16,8-25 0 0,0 0-368 0,0 0-64 16,10 41 0-16,-10-41-16 0,0 0-96 0,31 16-16 0,-16-13 0 0,1-3 0 0,2-3-128 15,0-2 0-15,1 1 0 0,0-3 0 0,2 0 0 0,-3-3-192 16,1 3 32-16,-1-2-18320 15</inkml:trace>
  <inkml:trace contextRef="#ctx0" brushRef="#br0" timeOffset="105255.74">23762 6448 19343 0,'-1'2'1728'0,"0"-1"-1392"0,0 1-336 16,0 0 0-16,1 1 1472 0,-2-1 208 0,-1 3 48 0,-2 6 16 16,0 4-384-16,-2 4-80 0,-1 5 0 0,0 2-16 15,0 0-240-15,0 0-32 0,-1 1-16 0,2-1 0 16,0-3-320-16,0-2-64 0,7-21-16 0,-11 45 0 16,11-45-288-16,-7 40-64 0,7-40-16 0,0 0 0 15,0 46-208-15,0-46 0 0,0 0 0 0,0 0 0 16,0 0 0-16,0 0 0 0,33 18-192 0,-25-20 192 15,2-3-1104-15,0-2-112 0,1 0-32 0,1-2-13584 16</inkml:trace>
  <inkml:trace contextRef="#ctx0" brushRef="#br0" timeOffset="105938.54">23877 6709 4607 0,'-4'3'400'0,"1"-1"-400"15,1 0 0-15,0 0 0 0,1 1 1696 0,1-1 256 16,-1-1 48-16,-1 3 16 0,0 0 352 0,1 4 80 15,1-8 16-15,0 0 0 0,0 0-32 0,0 0-16 16,0 0 0-16,0 0 0 0,0 0-816 0,0 0-144 16,0 0-48-16,33 21 0 0,-25-25-752 0,1-1-144 15,-1 0-48-15,0-2 0 0,1-2-464 0,-1 1 0 16,0-1 0-16,-3-1 0 0,1 1 0 0,-3-1 0 0,0 1 0 0,-2-1 0 16,-1 3-128-16,-3 0 128 0,-1 0 0 0,-3 2 0 15,-1 3-144-15,-2 0 144 0,-1 2 0 0,0 3-144 16,-1 1 144-16,0 3-192 0,-1 2 192 0,0 3-192 15,0 0 192-15,0 3 0 16,-1 1-144-16,2 0 144 0,1 1 0 0,2 0 0 16,0 1 0-16,0-1 0 0,9-17 128 15,-9 31-128-15,9-31 192 0,0 0-64 0,0 0 16 0,11 42 0 0,-11-42 0 0,0 0 0 0,28 8-144 0,-16-11 0 16,1-2 0-16,0-1 128 0,2-1-128 0,-2-1 0 16,1-1 144-16,-2-1-144 15,-1 3 0-15,-2-2-256 0,0-3 32 0,0 2 16 0,-2-2-144 0,0 3-32 16,-2-2 0-16,-1 2 0 0,-1 0 384 15,-1 0 0-15,-2 3 0 0,0 1 0 0,-2 2 0 16,0 0 192-16,-1 3 0 0,-1 1 0 16,2 3 320-16,-3 1 64 0,0 0 0 0,1 4 16 0,0 1-64 15,-1-1-16-15,5-9 0 0,0 0 0 16,-5 33-192-16,5-33-64 0,0 0 0 0,0 0 0 0,0 0-256 16,18 38 128-16,-18-38-128 0,0 0 0 0,26 8 0 0,-16-10 0 0,2-2 0 15,-2 0 0-15,0-1 0 0,1-2-256 16,1 0 64-16,1-4 0 31,1-1-816-15,-1-1-144 15,-2 2-48-15,-1 0 0-16,1-1 96 0,-2 0 16 0,-2-1 0 0,1 1 0 15,-2-2 736 1,0 2 160-16,-2-2 16 0,0 0 16 0,-1 0 464 0,-1 0 80 15,0 0 32-15,-1 1 0 0,-1 2 480 0,0 1 112 0,1 3 16 0,-1 2 0 0,0 1-240 0,0 3-32 0,0 2-16 0,-1 1 0 0,0 2-400 0,-1 2-80 0,-1 2 0 0,3-8-16 0,-6 27-96 0,6-27-16 0,-9 34 0 0,9-34 0 0,-10 41-128 0,10-41 160 0,-14 53-160 0,7-24 160 0,7-29 16 0,-11 55 0 0,11-55 0 0,-4 51 0 0,4-51-176 0,1 38 0 16,-1-38 0-16,0 0 128 16,0 0-128-16,0 0 0 0,22 36 0 0,-16-37 0 0,-2-4-336 0,2 1 0 15,-1-6 0-15,1-2 0 32,-1 0-2112-32,-2-2-432 0,0 0-64 0,-1 2-11568 0</inkml:trace>
  <inkml:trace contextRef="#ctx0" brushRef="#br0" timeOffset="106156.99">24083 6674 1839 0,'-2'-2'160'0,"1"1"-160"15,1 2 0-15,0-1 0 16,-1 0 2016-16,-2-1 368 0,-2-1 80 0,-1 1 16 16,-2 1 800-16,2 0 176 0,-1 3 16 0,2 0 16 0,2-1-816 0,0 2-176 0,2-1-16 0,1 0-16 15,1-1-736-15,1 0-160 16,2 0-32-16,0-2 0 0,2 1-704 0,1-1-160 0,1-1-32 0,1 1 0 31,1-2-336-31,3 0-80 0,2-3-16 0,1 0 0 16,1-1-208-16,1 0 144 0,1 0-144 0,-1 0 128 0,0-1-128 0,-1 0 0 15,0 0 0-15,-1 0 0 0,-1-2-224 0,-1 2-32 16,-1-1 0-16,-2 1-11712 16,1 0-2368-16</inkml:trace>
  <inkml:trace contextRef="#ctx0" brushRef="#br0" timeOffset="106331.14">24330 6546 6447 0,'7'-6'576'0,"-1"2"-576"0,-1 2 0 0,0-1 0 0,-2 3 1168 0,-1-2 128 16,0 2 32-16,2-3 0 0,3 1 1712 0,2 0 352 0,0-1 64 0,0-2 0 16,1 3-1216-16,-2 1-256 0,-1 0-64 0,-3 1 0 31,1 0-1408-31,-2 0-304 0,-1 2-48 16,0-2-9312-16,-1 2-1872 0</inkml:trace>
  <inkml:trace contextRef="#ctx0" brushRef="#br0" timeOffset="106520.97">24310 6685 3679 0,'-7'5'320'0,"2"0"-320"0,1 2 0 0,1-5 0 16,2 0 1472-16,0 1 240 0,0-2 32 0,-1 3 16 0,0 1 1632 16,2-5 336-16,0 0 64 0,-12 30 16 0,12-30-1616 0,0 0-320 15,-9 29-64-15,9-29-16 0,0 0-1072 0,0 0-208 16,0 0-64-16,-7 35 0 0,7-32-448 0,0-1 0 15,0 0 0-15,3-1-160 16,0-2-1008-16,2 1-208 0,0-3-32 16,1-1-11184-16</inkml:trace>
  <inkml:trace contextRef="#ctx0" brushRef="#br0" timeOffset="107215.76">24441 6693 1839 0,'0'-1'160'0,"0"1"-160"0,0 0 0 0,0 0 0 0,-1 1 1856 0,0 1 320 16,1-2 80-16,-1 0 16 0,-1 3 1040 0,0 1 208 0,-3 3 32 0,-1 0 16 15,6-7-960-15,-11 19-192 0,11-19-48 0,-13 21 0 16,13-21-768-16,-12 24-176 0,12-24-16 0,0 0-16 16,-9 31-560-16,9-31-128 0,0 0 0 0,0 0-16 15,0 0-448-15,0 0-96 0,15 38-16 0,-11-36 0 16,-2-1-128-16,2-1 0 0,1-1 0 0,1-1 0 16,1-1 0-16,1-3 0 0,0 0 0 0,2-3 128 15,-2 2-128-15,0-3 0 0,2 1 0 0,-2 0 0 16,-1 1-256-16,0-3 64 15,-1 1 0-15,0-2 16 0,-1 3-160 16,-3-3-48-16,0 2 0 16,-1-2 0-16,-1 1 384 0,-2 2-176 0,0 3 176 0,0 0-128 0,-3 0 128 0,-2 3 0 0,-1 0 0 0,-1 3 0 0,0 0 0 0,-2 2 0 15,1 2 128-15,-1 2-128 0,0 0 256 0,0 2-32 16,1-1 0-16,-1 1 0 0,3 0 96 0,1 0 32 16,1 1 0-16,1-4 0 0,4 0-112 0,1-1-32 15,0-1 0-15,2-1 0 0,2 0-208 0,2-2 128 16,0-2-128-16,2 0 0 15,-1-1 0-15,2 1 0 0,1-3 0 16,-1 1 0-16,-3 2 0 0,3-1 0 0,1-4 0 0,3 0 0 0,1-1 0 0,0 1-128 0,0 0 128 0,1-2-208 16,-2 2 48-16,1-1 16 0,-1 1 0 0,-1 2 0 15,-1 1 144-15,-1-1 0 0,-2 3 0 0,-2 1 0 16,0 1 0-16,-1 0 0 0,-1 3 0 0,-1 0 128 16,-3-3 0-16,0 0 16 0,0 0 0 0,0 0 0 15,0 0 32-15,0 47 0 0,0-47 0 16,0 0 0-16,-13 35-176 0,13-35 192 15,-13 24-192-15,13-24 192 0,-13 24-192 0,13-24 0 16,-11 19 0-16,11-19 0 16,0 0 0-16,-11 24 0 0,8-15 128 15,0-5-128-15,1-1 0 0,1 0 0 0,0-1 0 0,1-2 0 16,0-2 0-16,0 0 0 0,2-1 0 0,-2 0 0 0,2-3 0 16,1 0 0-16,1-1 128 0,1-2-128 0,2-1 0 0,1-2 0 0,1 0 0 0,1 1 0 15,1-1 0-15,1-2 0 0,0 2 0 0,1-2 0 0,0 2 0 0,-1-2 0 16,1 4 0-16,-3-1 0 0,0 3 0 0,0 3 0 15,-2 1 0-15,-1 3 0 0,-2 1 0 0,-1 1 0 16,-1 3 0-16,-3-4 0 0,0 0 0 0,0 0 0 16,0 0 0-16,-9 41 0 0,9-41 0 0,0 0 0 15,-16 38 0-15,16-38 0 0,-14 27 144 16,4-12-144 0,1-1 160-16,0 0-160 0,0 1 128 0,0-3-128 0,3-1 0 0,6-11 0 15,0 0 0-15,-12 27 0 0,10-20 0 0,2-3 0 16,1 1-128-16,1-2-128 0,0-2-32 0</inkml:trace>
  <inkml:trace contextRef="#ctx0" brushRef="#br0" timeOffset="109821.37">24824 6749 13823 0,'0'-2'1216'16,"1"-1"-960"-16,0 3-256 0,1-2 0 15,-1 2 704-15,0 0 112 16,0-2 16-16,2 0 0 0,1-1 1552 0,2-2 320 0,-1 1 64 0,1-1 16 0,-1 2-608 0,0 0-112 15,0 2-16-15,-1-3-16 16,0 3-816-16,0-1-176 16,-1 1-16-16,2 1-16 0,-1 0-656 0,-1-2-128 0,2 1-32 0,0 0 0 0,0-1-192 0,0-1 0 15,-1 1 0-15,0-3 0 0,1 3 0 0,-1-3 0 32,-2 0 0-32,0 1 0 0,-1-2 0 0,-1 2 0 0,-1 0 0 0,-1 1 0 0,0-2 0 0,-1 3 0 15,-2 2 0-15,-1-2 0 0,-1 4 0 0,0-1 0 16,-2 2 0-16,0 0 0 0,1 2 0 0,-2-1 0 15,1 4 0-15,-1-1 0 0,2 2 176 0,-2 1-176 16,1 0 192-16,-1 1-192 0,1-1 128 0,0 1-128 16,2 1 0-16,1 0 0 0,2-5 128 31,1 0-128-31,3 0 0 0,0-2 0 0,2-3 128 16,0 1-128-16,3-1 0 0,1-2 0 0,0-2 160 15,2 0-160-15,0-1 128 0,1 1-128 0,0-3 0 16,2 2 128-16,0-1-128 0,-1-3 0 0,0 2 0 0,0 0 0 0,-2 0 0 0,0-1 0 0,1 0 0 0,-3 0 0 15,1-2 0-15,-2 2 0 0,1 0-128 0,-3 0 128 16,1 0 0-16,-2 2 0 16,-1 2 0-16,0-1 0 0,-1 1 0 0,-2 0 0 15,0 2 0-15,0 0 0 0,0 2 0 0,0 1 0 0,-1 1 0 16,0 0 0-16,0 0 0 0,0 2 0 0,0 2 0 0,-1 1 128 16,1 2-128-16,0 1 128 0,2 0 32 0,-1 0 0 15,2-12 0-15,0 0 0 0,0 0-160 0,0 0 192 16,9 48-192-16,-4-44 192 0,1 1-192 15,2-4 0-15,1-1 0 0,1-3 0 16,3 0 0-16,1-4 0 0,0-1 0 0,1-1 0 16,0-2-592-16,1-1-112 0,2-3 0 0,-1 1-16 15,0-2-1552-15,-1-1-304 0,-2 0-64 0,0 1-16 16,-2-2 624-16,-2 0 128 0,-1 0 32 0,0-2 0 0,-2-1 1664 0,0-2 336 0,0 0 64 0,-1 1 0 16,-1 3 1104-16,-1 2 224 15,-1 2 32-15,-2 4 16 0,-1 4 144 0,0 4 16 16,-2 3 16-16,0 1 0 0,-2 3-400 0,-1 3-64 15,-1 3-32-15,-2 4 0 16,-1 5-608-16,9-19-112 0,-15 42-16 0,15-42-16 16,-16 50-304-16,6-23-48 0,10-27-16 15,-16 54 0-15,16-54 16 0,-12 52 0 0,12-52 0 0,-8 50 0 0,8-50-144 16,1 47 192-16,-1-47-192 0,0 0 192 0,16 50-192 0,-16-50 0 0,0 0 0 0,0 0 0 0,37 22-224 0</inkml:trace>
  <inkml:trace contextRef="#ctx0" brushRef="#br0" timeOffset="110956.66">13672 8098 16575 0,'1'-12'1472'0,"-1"8"-1168"0,0-3-304 0,0 3 0 0,1 3 640 0,-1 1 64 16,0 0 0-16,0-2 16 0,1 4 1520 0,-1 0 288 15,0-2 64-15,0 0 16 0,0 38-560 0,-2-18-128 16,-1 3 0-16,-1 3-16 0,-1 0-944 0,-2 1-176 16,0 1-32-16,-1-1-16 15,-1 0-352-15,2-2-80 0,-1-2-16 0,2-2 0 0,2-2-112 0,0-7-32 16,3-3 0-16,1-3 0 0,1-3-144 0,1-5 0 16,0 1 144-16,1-4-144 0,2-1 0 0,-1-3 0 15,1-2 0-15,1 1 128 0,1-4-128 0,0-1 0 16,3-2 0-16,-2 1 0 0,-2 2-128 0,2-2 128 15,-1-1-128 1,1 0 128-16,-1-2 0 0,0 0-128 0,0 3 128 0,-1-1 0 16,2 0 0-16,-2 5 0 0,1 0 0 15,-1 4-128 1,1 2 128-16,-1 4 0 0,-1 2 0 0,0 2 0 16,-2 3 0-16,-3-5 0 0,0 0 0 0,0 0 0 0,11 44 0 0,-11-44 0 0,1 34 0 0,-1-34 128 0,-2 31-128 15,-1-14 0-15,0 2 0 0,-1-3 128 0,1 1-128 0,-1-3 0 0,1-2 0 0,0-3 0 16,1-1 0-16,1-4 0 0,0-1 0 0,-1-1 0 15,1-2 0-15,1-2 0 0,0 1 0 0,1-3 128 16,1-3-128 0,0 0 0-16,1-1 0 0,1-3 0 15,2 1-224-15,-1-4 32 16,3 0 16-16,0-1 0 0,0 0-320 0,1 0-64 0,0-4-16 0,-1 2 0 0,1 1-48 0,-2-1-16 16,1 0 0-16,1 1 0 0,-1 2 448 0,-1 3 192 0,2 3-192 0,-2 3 192 0,0 3 0 0,-1 2 0 15,-1 2 0-15,-5-2 0 0,0 0 224 0,0 0 64 16,11 40 16-16,-11-40 0 0,0 34 304 0,-2-16 64 15,0-1 16-15,0 0 0 16,-1-1-288-16,-1 3-48 16,-1-1-16-16,1-3 0 0,0-3-64 0,1 0-16 0,2-4 0 0,0-2 0 0,1-1-256 0,1-3 160 15,0-2-160-15,1 0 128 16,0-2-128-16,0-1 0 0,1 1 0 0,-2-2 0 0,2-2-192 0,0 0 0 0,1-1-16 16,-1 2-17488-16</inkml:trace>
  <inkml:trace contextRef="#ctx0" brushRef="#br0" timeOffset="111460.2">14120 8212 12895 0,'1'0'1152'0,"0"0"-928"0,1 0-224 0,-1 0 0 16,0 0 1920-16,0 0 352 0,0 0 64 0,1 0 16 16,1 0 336-16,1 0 80 15,3-1 16-15,-1 0 0 16,1-4-1184-16,-1 2-224 0,2-1-48 0,-2-3-16 0,2 2-544 0,-3-2-128 0,2 1 0 0,-2 0-16 15,0-1-400 1,-2 0-80-16,0 1-16 0,-2 0 0 0,-1 0-128 0,-3 1 0 16,0 2 0-16,-2 0 0 0,-1 3 0 15,-2 0 0-15,-1 1 0 0,-1 3 0 0,-1 1 0 0,0 2-144 16,0 2 144-16,1 1 0 0,0 2 0 16,0 0-128-16,1 2 128 0,0 0 0 15,3 0 0-15,1 0 0 16,0-2 0-16,3 0 0 15,0-2 0-15,1-1 0 16,1-9 0-16,0 0 0 0,0 0 0 16,0 0 0-16,0 0 0 0,0 0 144 0,0 0-144 0,0 0 0 0,0 0 144 0,40 5-144 15,-34-10 0-15,2-2 128 0,0 0-128 0,1-2 0 0,0-1 0 16,-1 3 0-16,0-2 0 0,-1 1 0 0,-1 1 0 0,-1 0 0 0,0 1 0 0,-2 2-128 0,0 0 128 0,-1 2-160 0,-1 2 160 0,0 0-160 16,-2 2 160-16,0 0 0 0,-1 1 0 0,0 4 0 15,0-3 0-15,0 4 0 0,0-1 0 0,0 2 0 16,1 1 0-16,0-3 128 0,0 2-128 15,1-9 128-15,0 0 16 0,0 0 16 16,0 0 0-16,0 0 0 0,0 0 48 0,0 0 16 0,0 0 0 0,0 0 0 16,39 24-96-16,-31-29 0 0,0-2-128 15,0-2 192-15,2 2-192 0,2-4 0 0,-1 0 0 0,-1 2 0 16,0 0-1072 0,0 0-304-16,0 0-64 0,1 0-15152 15</inkml:trace>
  <inkml:trace contextRef="#ctx0" brushRef="#br0" timeOffset="111930.63">14357 8142 12895 0,'-2'0'576'0,"0"-1"112"0,1 1-560 0,0 0-128 0,1-2 0 0,0 1 0 0,1 1 1824 0,0-2 336 15,1 0 64-15,2-3 16 0,1 0-192 0,0-1-16 16,2 1-16-16,-2 1 0 0,1 1-560 0,0 0-112 16,-1 1-32-16,1-1 0 0,-1 3-480 0,1-2-112 15,-2 2-16-15,1 0 0 0,1 2-320 0,-1-1-80 0,0 3-16 0,-1-3 0 16,-4-1 96-16,0 0 0 0,0 0 16 0,0 0 0 15,0 0 0-15,0 0 0 0,30 32 0 0,-30-32 0 16,0 0-144-16,0 0-16 0,0 0-16 0,0 0 0 16,0 0-224-16,11 38 176 0,-10-35-176 0,-2 1 160 15,1-1-160-15,-2 1 0 0,1-1 0 0,-1 2 0 16,-1-1 0-16,0 1 0 0,-1 0 128 16,2-1-128-16,-2 1 0 0,0 0 0 15,1 0 0-15,0-2 0 0,0 1 0 0,0-2 128 16,1 0-128-16,0 1 0 0,1-3 144 15,0 0-144-15,1 0 160 0,0-3-160 0,1 1 144 0,0 0-144 16,1-3 128-16,1-2-128 0,0 2 0 16,1-2 128-16,-1 0-128 15,2-2 0-15,1-1 0 16,-1 0 0-16,2-1 0 0,0 1 0 16,0-3 0-16,2 1 0 15,-1-1 128-15,0-1-128 0,2 2 0 16,-1-1 0-1,1 1 0-15,-1 2 0 0,2 0 0 0,-2 1 0 0,0 2 0 16,0 0 0-16,0 3-448 16,-3 1 0-16,1 1-16 0,-3 1 0 15,1 2-2256-15,-2 0-448 0</inkml:trace>
  <inkml:trace contextRef="#ctx0" brushRef="#br0" timeOffset="112606.88">14559 7897 5519 0,'2'-3'496'0,"0"0"-496"0,-1 0 0 0,-1 3 0 15,0 0 1456-15,1-1 192 0,1-4 32 0,2 1 16 16,-1-3 752-16,1 2 160 0,-1 0 16 0,0 3 16 16,-1-1-208-16,-1 3-64 15,-1 0 0-15,0 3 0 0,-1 0-640 0,0 1-144 0,0 3-32 0,-1 2 0 16,-1 0-528-16,-1 2-96 0,0 3-32 0,-2 0 0 15,0 5-464-15,-1 0-112 16,1 2 0-16,-1 1-16 0,0 1-16 0,0 1 0 16,0 0 0-16,-1 0 0 0,2-3-112 0,-1-1-32 0,0 1 0 15,0-1 0-15,1 2-144 16,0-5 160-16,2 0-160 0,0-1 160 16,4-16-32-16,-3 27-128 0,3-27 192 15,0 0-64-15,2 32-128 0,-2-32 0 16,0 0 144-16,0 0-144 0,0 0 0 0,0 0 0 0,0 0 0 0,40 10 128 15,-32-13-128-15,3-7 0 0,1 1 128 16,1-3-128-16,0 0 0 0,0-1 0 16,0-2 0-16,-1 0 128 15,1 1-128-15,-2 0 0 16,-2 0 0 0,-1 1 0-16,-1 2-224 0,-3 0-16 0,0 4 0 15,-3 1 0-15,-2 2-1040 0,-3 0-192 16,0 3-64-16,-4 1-15296 0</inkml:trace>
  <inkml:trace contextRef="#ctx0" brushRef="#br0" timeOffset="112842.32">14348 8091 6447 0,'-9'0'272'0,"2"0"80"0,2 0-352 0,0 0 0 0,3 1 0 0,0-1 0 15,0 2 1952-15,-1-2 320 0,-3 2 64 0,0 0 16 16,-2 1 944-16,3-1 192 0,-1-1 32 0,3 1 16 16,2 0-752-16,0-2-160 0,2 1-16 0,0-1-16 15,2 0-1344-15,1-1-272 0,1 1-48 0,1-2-16 16,0-1-592-16,3-1-128 0,-1 1-32 0,2-2 0 15,2 0-160-15,0 1 192 0,2-3-192 0,2 0 192 16,2 0-64-16,0 2 0 0,2-3 0 0,-1 2 0 0,2-1-128 16,-2 2 128-16,2 0-128 0,-3 2 128 15,1-1-128-15,-3 0 0 16,0 1 0-16,-2 0 0 16,-1 1 0-16,0 0 0 0,-1-1 0 0,-2-2 0 0,0 2 0 15,0-1 0-15,-2 2 0 0,0-1 0 0,-1-1-240 0,-1 0 32 0,1 0 0 0,-1 0-18160 0</inkml:trace>
  <inkml:trace contextRef="#ctx0" brushRef="#br0" timeOffset="113345.79">14776 8008 911 0,'-2'0'0'0,"0"2"0"0,2-2 0 0,0 0 0 16,-1 1 1920-16,-1 1 320 0,0-1 48 0,-2 3 16 15,1 0 1328-15,-2-1 272 0,1 2 48 0,1-3 16 16,1 1-864-16,2-2-160 0,1-1-48 0,2-1 0 0,1-2-1312 0,2 1-272 31,1-3-48-31,2 0-16 0,0-2-576 0,2 1-112 0,-1 0-32 0,0-2 0 0,2 2-352 0,0-1-176 16,-1 2 160-16,-1 0-160 0,0 1 0 15,0 2 128-15,-10 2-128 0,0 0 0 16,0 0 0-16,0 0 0 0,37 16 0 0,-37-16 0 0,0 0 0 0,15 40 0 16,-15-40 0-16,5 40 0 15,-5-40 0 1,-1 38 0-16,1-38 0 0,-4 36 0 0,2-22 0 0,-1 1 0 0,-1-1 0 0,-2-2 0 0,2-1 128 0,0-1-128 0,0-1 0 16,1-4 144-16,0 0 16 0,1-3 0 0,1 1 0 0,0-3 0 15,1-2 16-15,0 1 0 16,0-3 0-16,0 1 0 0,1-2-16 0,0-2 0 0,1 1 0 0,0-1 0 15,1-1-160-15,0 1 128 0,1-1-128 0,1-1 128 16,1-3-128-16,1-1 0 0,3 0 0 0,-1-4 0 16,0 1 0-16,1-2 0 0,1-2 0 0,-2-1 0 15,1 2 0-15,0-2 0 0,1 4 0 0,-2 1 0 16,1 3-288-16,-1 2 64 0,1 3 16 0,1 1 0 31,-2 2-1008-31,-1 3-192 0,1 0-32 16,-3 2-15776-1</inkml:trace>
  <inkml:trace contextRef="#ctx0" brushRef="#br0" timeOffset="113658.95">15160 7954 17503 0,'4'-4'768'0,"-1"1"176"0,1 0-752 0,-3 2-192 0,1 0 0 0,-1-1 0 0,1 2 2224 0,0 0 400 16,3-3 96-16,1-2 16 0,1 3 32 0,-1 0 16 15,2 2 0-15,-2 0 0 0,0 0-1600 0,0 0-320 16,-1 2-64-16,-1 0-16 0,1-1-608 0,-5-1-176 15,0 0 0-15,0 0 0 16,0 0-256-16,0 0-128 0,0 0-32 0,0 0 0 16,0 0-1792-16,0 0-352 0,8 39-80 0,-12-31-16 15,-1-3-384-15,-1 3-80 0,-2 0-16 0,1 1 0 16,-1-1 832 15,1 1 176-31,0-2 16 16,1 1 16-16,1 1 1808 0,0-2 288 0,-1 1 192 0,2 0-16 0,1 1 1392 15,0-1 288-15,0 0 48 0,0 2 16 0,3-10 512 0,-4 21 128 0,4-21 0 0,-6 25 16 0,6-25-208 0,-4 30-32 0,0-15-16 16,4-15 0-16,-4 29-848 0,4-29-160 16,0 0-32-16,0 33-16 0,0-33-848 0,0 0-160 0,0 0-48 0,0 0 0 0,0 0-208 0,0 0 0 0,0 0 0 0,36 21-12112 15,-28-28-2352 1</inkml:trace>
  <inkml:trace contextRef="#ctx0" brushRef="#br0" timeOffset="113942.57">15340 8018 10127 0,'1'-2'896'0,"0"2"-704"16,0 0-192-16,-1-1 0 0,0 1 1792 0,1 0 336 15,1 0 64-15,0 0 16 0,1 0 704 0,1 0 144 16,1 3 16-16,-1-1 16 0,-4-2-864 0,0 0-176 16,0 0-48-16,0 0 0 0,32 38-992 0,-32-38-208 15,0 0-32-15,22 45-16 0,-22-45-288 0,15 35-48 16,-15-35-16-16,14 38 0 0,-14-38-112 0,0 0-32 15,22 50 0-15,-22-50 0 0,0 0-128 0,21 37-128 16,-21-37 144-16,0 0-144 0,0 0 0 16,0 0 0-16,0 0 0 0,33 21 0 0,-29-24-176 15,-1-2-80-15,0-2 0 0,1-2-16 16,-1-1-2480-16,0-2-480 16</inkml:trace>
  <inkml:trace contextRef="#ctx0" brushRef="#br0" timeOffset="114067.97">15586 8053 13823 0,'2'-17'608'0,"-2"11"128"0,0 3-592 0,-1 1-144 0,1 2 0 0,-1 0 0 15,-1 0 2336-15,-1 0 432 0,-5 0 96 0,-4 5 16 16,-3-1 16-16,-3 6 16 0,-1 2 0 0,-2 3 0 16,-2 1-1280-16,-1 5-256 0,-4 0-48 0,1 3-16 15,-3 2-544-15,0 1-128 0,1 3 0 0,1-4-16 16,5-2-304-16,4-5-64 0,5-3-16 0,3-4-18992 16</inkml:trace>
  <inkml:trace contextRef="#ctx0" brushRef="#br0" timeOffset="116884.82">16271 7933 7359 0,'3'-4'656'0,"0"0"-528"0,-1 0-128 0,-1 3 0 16,-1-1 1744-16,0 2 320 0,2-4 64 0,1-6 16 16,1-3 992-16,0 0 208 0,-1 1 48 0,-2-2 0 15,-1 2-800-15,-1 2-160 0,-2-1-16 0,0 1-16 16,-1 3-1120-16,1 0-208 0,-1 1-48 0,0 0-16 0,0 3-560 0,0-1-96 16,-1 2-32-16,1-1 0 0,0 3-192 0,-1 1-128 15,1 3 160-15,-2 0-160 0,0 2 0 0,2 0 128 16,-1 4-128-16,0 2 0 15,0 0 0-15,1 3 0 0,1 1 0 0,-1 5 0 16,4-21 0-16,-6 47 0 0,6-47 0 0,-2 53 0 16,2-53 0-16,0 57 0 0,0-24 0 15,0-3 0-15,0-30 0 16,1 55 0-16,-1-55 0 0,1 50 0 0,-1-50 0 16,-3 47 0-16,3-47 0 0,-7 41 0 0,2-22 0 0,-1-3 0 0,-1 1 0 0,0-1 0 0,-1-3 0 0,-1 0 0 0,1-3 0 15,1-2 0-15,0 0 0 0,1-4 0 0,1-1 0 0,0-3 0 16,2 0-192-16,0-3 32 0,0-3 0 0,2-3 0 31,0-3-1632-31,1-2-320 16</inkml:trace>
  <inkml:trace contextRef="#ctx0" brushRef="#br0" timeOffset="117089.54">16055 8106 23039 0,'-4'3'1024'0,"2"0"192"0,1 0-960 0,1-1-256 0,1 1 0 0,0-3 0 16,0 2 2480-16,2 1 448 0,-3-3 80 15,0 0 32-15,0 0-1744 0,0 0-336 0,38 21-80 16,-38-21-16-16,23 0 0 0,-10-4 0 0,2 0 0 0,-1-2 0 16,2-1-528-16,1 2-96 0,0-3-32 0,-1 2 0 15,1-2-208-15,-1 1 0 0,-1 2 0 0,-2 1 0 16,0-1-624-16,-2 0-112 0,1 3-32 0,-12 2-16640 16</inkml:trace>
  <inkml:trace contextRef="#ctx0" brushRef="#br0" timeOffset="117623.76">16386 8080 7023 0,'0'-3'144'0,"0"0"48"0,0 1 0 0,1 0 0 0,-1 0-192 0,0 0 0 0,1 1 0 0,0-3 0 0,0 0 2688 0,1-2 512 0,-1 0 80 15,0 0 32-15,0 2-464 0,-1 3-96 0,0 1 0 0,-1 3-16 16,-1 2-752-16,-1 1-160 0,0 4-32 0,-2 3 0 16,1 0-640-16,0 1-128 15,0 3-16-15,1-3-16 0,3-14-480 0,-4 29-80 0,4-29-32 0,0 0 0 16,0 0-192-16,12 35-32 15,-12-35-16-15,0 0 0 0,0 0-160 0,38 6 128 0,-26-11-128 0,1-1 128 16,0-1-128-16,1-2 128 0,1-3-128 16,0 0 128-16,-2-1-128 0,-2 0 0 15,-1 0 0-15,-2 0 0 16,-2 0 0-16,-3 0 0 0,-3 1 0 0,-3 0 0 0,-2 1-144 16,-5 3 144-16,0 1-192 0,-2 0 192 0,-1 4-352 0,-1 1 32 0,0 1 16 0,0 2 0 15,1 1 304-15,0 2 0 0,2 1-128 0,1 1 128 0,1 1 0 0,1 0 192 16,1 0-16-16,1 0-16 0,3-2 96 15,0 2 0-15,3-2 16 0,1-3 0 0,2 1-80 0,1-1-32 16,3-2 0-16,1 0 0 0,2-3-160 0,1-1 128 16,1-1-128-16,1-2 128 0,1 0-128 0,2 0 0 15,-1-2 0-15,0 2 128 0,-1 1-128 0,1-2 0 16,1 2 0-16,1 0 0 0,0 3 0 0,-2 0 0 16,-15 3 0-16,30 0 0 0,-30 0 0 0,0 0 0 15,38 17 0-15,-38-17 0 0,0 0 0 0,0 0 0 16,30 44 0-16,-30-44 0 0,0 0 0 0,7 37 0 15,-7-37 0-15,-3 21 0 0,0-11 0 16,-1-1 0-16,-1-1 0 16,-1-2 0-16,0 1 0 15,0-2 0-15,0-3 0 0,2-2 0 0,0 1 0 0,0-2 0 0,2-1 0 0,1-3 128 0,0-2 48 0,1 0 0 0,2-2 0 0,1-3 0 16,3 1 0-16,0-2 0 0,2-1 0 0,1-3 0 16,1 0-176-16,1-1 0 0,1 1 0 0,0 1 128 15,0 3-128-15,1-1 0 0,1 2 0 0,0 1 0 16,-1 2-272-16,0 1-48 0,-1 4 0 0,-1-1-12384 15,0 4-2480-15</inkml:trace>
  <inkml:trace contextRef="#ctx0" brushRef="#br0" timeOffset="118661.37">17399 7894 8927 0,'3'-6'192'0,"-1"1"32"16,0 2 16-16,-1 1 16 0,0 0-256 0,-1 2 0 0,0 0 0 0,0-2 0 0,0 1 3520 0,0 1 656 15,0 0 128-15,-1 3 32 0,-1 1-1072 0,-1 3-192 0,0 3-64 0,-1 1 0 16,4-11-1584-16,-5 32-320 0,5-32-64 0,-7 36-16 15,7-36-576-15,-4 42-128 0,4-42-32 0,-2 40 0 16,2-40-96-16,0 38 0 0,0-38-16 0,0 0 0 16,0 42-176-16,0-42 0 0,0 0 0 0,-4 29 0 15,1-23 0-15,2-3 0 0,-2-3 0 0,0 0 0 32,0 0-384-32,0-2-64 0,0-2-16 0,-1-1 0 15,1-2-1648-15,0-1-320 0,-2-1-64 0,1-3 0 0,0 0 304 16,-2-1 64-16,1 0 16 0,-1-1 0 0,-2-2 880 15,0 1 176-15,0-3 32 0,-2 0 16 32,0 2 208-32,2 4 32 0,0 1 16 0,1 6 0 0,2 0 624 0,-1 2 128 0,1 3 0 0,2 1 0 0,0 3 1552 15,0 1 304-15,1 0 64 16,0 2 16-16,2-7 256 0,0 0 48 0,0 0 16 0,0 0 0 16,12 43-320-16,-12-43-64 0,0 0-16 0,0 0 0 15,42 26-800-15,-42-26-160 0,33 7-48 0,-33-7 0 0,38-2-512 16,-17-1-96-16,2-2-32 0,1-2 0 15,0 0-208-15,-1-3 128 0,-2 1-128 0,-1 0 0 0,-2-1 0 0,1 0 0 16,-1-2 0-16,-1 1 0 0,-1-1 0 0,-3-2 0 16,0 2 0-16,-3-2 0 0,-3 2 0 0,0-2-128 0,-4 0 128 15,-2-1-208-15,-1-1 0 0,-3-1 0 0,-1-2 0 16,-2 1 0-16,1 0 80 0,-2 2 128 0,0-3-208 16,0 1 80-16,1 3 128 0,-1 3 0 0,4 0 0 15,-1 7 0-15,2 3 0 0,1 2 0 0,1 3 0 0,-1 3 0 16,1-6 0-16,0 0 192 0,0 36-64 15,0-36 0-15,-2 38 16 0,2-38 16 16,-3 40 0-16,3-40 0 0,-7 50-160 0,3-24 128 0,2 0-128 16,2-26 128-16,-5 50-128 0,5-50 128 0,-1 42-128 0,1-42 128 15,0 38-128-15,0-38 0 0,0 0 0 0,0 0 0 16,10 39 0-16,-7-35 0 0,2-4 0 0,-1-2 0 16,2-3 0-16,-1 0 0 0,3-2 0 15,-2-2 0-15,2 2 0 0,-1-3 0 16,1 0 0-16,-2-1 0 0,2 1 0 0,-2 1 0 0,1-1 0 0,-2 4 0 0,0 0 0 0,-2 2 0 15,1 1 0-15,-1 1 0 0,-1 2 0 0,0 0 0 16,-1 1 0-16,-1 3 0 0,0-2 0 16,0 3 0-16,0 2 0 0,0-7 0 15,0 0 0-15,0 0 0 0,0 39 0 0,0-39 0 16,0 0 0-16,0 0 0 0,15 38 0 0,-15-38 0 0,0 0 0 0,0 0 0 16,39 23 0-16,-39-23 0 0,27 3 0 0,-27-3 0 15,33-3 0-15,-16-4 0 0,1 2 0 16,0-2 0-16,0 0 0 0,2-3 0 15,-3 3 0-15,2-2 0 16,-3 0 0-16,1-1 0 0,-1 2 0 16,-3-1 0-16,0-1 0 0,-2 3 0 0,-1-2 0 0,-2-1 0 0,-1 1 0 0,-3 2 0 0,-2-1 0 0,-3-1 0 0,-1 3-144 0,-2-2 144 15,-2 2 0-15,-1 0 0 0,0 1 0 0,-3 3 0 16,0 0 0-16,0 0-128 0,1 2 128 0,0 2 0 16,1 1 0-16,0 0 0 0,1 3 0 0,1 0 0 15,0 4 0-15,1 0 0 0,1-1 0 0,4-9 0 16,-7 27 0-16,7-27 0 0,-3 31 128 0,3-31-128 15,-1 32 128-15,1-32-128 0,0 0 176 0,8 43-176 16,-8-43 224-16,0 0-64 0,0 0-16 0,33 28 0 16,-33-28-144-16,26 3 0 0,-12-4 0 15,0-2 0-15,1-3-144 0,2-1-112 16</inkml:trace>
  <inkml:trace contextRef="#ctx0" brushRef="#br0" timeOffset="120394.38">18658 7949 4607 0,'0'-5'400'0,"0"3"-400"0,0-2 0 0,-1 3 0 15,1-1 1904-15,-1 2 288 0,1-2 64 0,0 1 16 16,-1-1 1424-16,0 0 272 0,1-3 64 0,0 0 16 16,0 3-848-16,0-2-192 0,2 0-16 0,-1 1-16 15,0 0-1760-15,0 0-336 0,0-2-80 0,1 1-16 16,0-1-560-16,-1 0-224 0,1-1 176 0,-1 0-176 15,-1 0 0-15,-1 0 0 0,-2 0 0 0,0 0 0 0,0 2 0 0,-3-1 0 16,1 0 0-16,-4 3 0 0,0 2 0 0,-1 3 0 16,-1 1 0-16,-1 3 0 0,0 1 0 15,-1 3 0-15,0 1 0 0,1 5 0 16,1-1 0-16,0 4 0 0,2 0 0 16,1 2 0-16,2 0 0 0,1-2 0 0,5-20 0 0,-2 36 0 15,2-36 0-15,0 0 0 0,0 0 0 0,20 38 0 0,-20-38 0 0,0 0 0 16,33 0 0-16,-19-6 0 0,0-2 0 0,1-4 0 15,0 0 0-15,0-2 0 0,0 1 0 0,-2-2 0 0,1-2 0 16,-2 1 0-16,-2 3 0 0,-2-1 0 0,-1 0 0 16,-2 1 0-16,-1 2 0 0,-2 4 0 0,-1-1 0 15,-2 2 0-15,0 1 0 0,-1 1 0 0,0 4 0 0,0 0 0 16,-1 2 0-16,0 2 0 0,0 4 0 0,-1-1 0 16,0 4 0-16,4-11 0 0,-4 24 0 0,4-24 144 15,0 0-16-15,0 36-128 0,0-36 192 0,0 0-64 16,0 0-128-16,16 40 0 15,-16-40 144-15,0 0-144 0,0 0 0 0,34 12 0 0,-25-14 0 16,0-1 0-16,2-2 0 16,-2-1 0-16,2-2 0 0,-1-1 0 0,0-2-224 0,2-1-64 0,0-1-16 0,-1-1 0 15,1 2-1664 1,-1-4-336-16,1 1-64 0,0-1 0 16,0-1-1296-16,-2-2-256 0,1 1-48 15,-2-2-16-15,0-1 1296 16,-2-3 256-16,1 1 48 15,-3-3 16-15,0-3 2176 0,-1 3 432 0,-1 2 80 0,-2 5 32 0,1 4 2208 0,0 4 432 0,-1 7 80 0,-1 2 32 0,0 4-32 0,-1 1-16 0,0 3 0 0,1-6 0 0,0 0-1088 0,-5 38-224 16,5-38-32-16,-10 47-16 0,5-18-928 0,-2 2-176 16,1 0-32-16,-2 2-16 0,2-5-240 0,-1 1-48 15,2-1-16-15,0-4 0 0,5-24 16 0,-4 46 0 16,4-46 0-16,-2 37 0 16,2-37-256-16,0 0 0 0,4 35 128 0,-4-35-128 0,0 0 0 0,0 0 0 15,0 0 0-15,9-4 0 0,-6-3 0 0,1-3 0 16,1-2 0-16,-1-1 0 0,2 0 0 0,-1-1 0 15,0 0 0-15,0-1 0 16,0-1 0-16,2 1 0 0,-1-1 0 0,1 0 0 0,0 4 0 0,0 0 0 0,0 2 0 0,1 3 0 16,-2 2 0-16,1 4 0 0,-1 0 0 0,-1 3 0 15,-5-2 0-15,0 0 0 0,0 0 0 0,0 0 0 16,0 0 0-16,22 40 0 0,-22-40 0 0,0 0 0 16,1 36 0-16,-1-36 0 0,-6 26 0 0,6-26 0 15,-8 25 0-15,2-14 0 0,0-1 0 0,-1-3 0 16,-1 2 0-16,0-4 0 0,0 0 0 0,0-2 0 0,0 0 0 15,-1-3 0-15,0 0 0 0,0-2 0 0,0 0 0 16,1-1 0-16,1-2 0 0,0 3 0 0,3 0 0 0,-1 0 0 16,3 0 0-16,0 1 0 0,1 1 0 0,1 0 0 15,2 1 0-15,0 1 0 16,1-2 0-16,-3 0 0 0,0 0 0 0,0 0 0 0,0 0 0 16,28 4 0-16,-28-4 0 0,18 0 0 0,-9-1-192 0,2-2 192 15,0 0-192-15,1-2 192 0,-1 1-416 0,1-1 32 16,0-1 0-16,-1 0 0 15,2-1-288-15,-3 0-48 0,1 2-16 16,-2-2 0-16,1 0 32 16,-1-1 16-16,1 2 0 0,-2-2 0 0,-2 4 496 15,0-3 192-15,-1 2-128 0,-2 1 128 0,0 1 0 0,-1 0 144 0,-1 1 0 0,-1 2 0 0,-1-2 400 0,0 2 80 0,0 0 16 0,-1 0 0 16,0 2-144-16,1-2-32 0,0 0 0 0,-2 2 0 16,2 1-208-16,-2 0-32 15,1 1-16-15,-1 0 0 0,1 4-80 0,-1-1 0 0,0 2-128 16,3-9 192-16,0 0-64 0,-4 27 0 15,4-27-128-15,0 0 192 0,0 0-192 0,9 38 0 16,-9-38 128 0,0 0-128-16,0 0 0 0,0 0 0 0,36 22 0 0,-36-22 0 0,18-3 0 0,-6 0 128 0,1-4-128 0,0-1 0 15,0-1 0-15,1 0 0 0,1-3 0 0,-1 0 0 16,0 0 0-16,-2 0 0 16,-2 3 0-16,0-3 0 0,-2 0 0 0,-3 1 0 0,-3 1-128 0,-2-1 128 0,-2 1-144 0,-3 2 144 15,-2-1-208-15,-5 2 80 0,-1 2 128 16,-1 0-160-16,-2 5 160 0,-1 1-160 0,2 3 160 15,-1-1 0-15,-1 6 0 0,0 0-128 0,2-2 128 0,2 3 0 16,1 2 0-16,2-3 0 0,1 3 0 0,1-3 0 16,3 1 0-16,1 0 0 15,4-10 0-15,0 0 0 0,0 0 0 0,0 0 0 0,0 0 0 0,0 0 0 16,0 0 0-16,0 0 0 0,33 27 0 0,-22-31 0 16,1 0 0-16,3 0 128 0,0-2-128 15,2-1 0-15,1 0 0 0,0 0 0 0,3-1 0 0,-1-1 0 0,0 2 0 16,0-3 0-16,-1 1 0 0,0 0 0 0,-1-1 0 15,-3 0 0-15,1-1 0 0,-3 1 0 0,-1 1 0 0,-2-1-128 32,-1 3 128-32,-2-2 0 0,0 2 0 15,-2 2 0-15,-1 0 0 0,-1 2 0 0,-1 1 0 0,-1 2 0 16,1 2 0-16,-2 1 0 0,1 0 0 16,-1 1 0-16,0-4 0 0,0 0 0 0,0 0 0 0,3 34 0 15,-3-34 0-15,0 0 128 0,5 38-128 0,-5-38 0 16,0 0 0-16,6 42 128 0,-6-42-128 15,0 0 0-15,0 0 0 0,15 40 144 0,-15-40-144 16,0 0 0-16,0 0 128 0,0 0-128 0,0 0 0 0,0 0 0 16,31 29 0-16,-27-31 0 0,1 1 0 15,-1-1 0-15,3 0 0 0,-1-3 0 0,1 0 0 0,0 1 0 0,2-2 0 0,-1 2 0 16,1-3 0-16,-1 2 0 0,0 0 0 0,-1 0 0 16,2 1 0-16,0-3 0 0,-1 2 0 0,-1-2 0 15,0 0 0-15,-1-1 0 0,-1-1 0 0,1 1 0 16,-1-1 0-16,-1-2 0 0,0-3 0 0,0 1 0 15,-1-1 0-15,-3 0 0 0,1 0 0 16,0-2 0-16,-1-1 0 0,0 2-144 16,-1 4-1488-1,0 4-288-15</inkml:trace>
  <inkml:trace contextRef="#ctx0" brushRef="#br0" timeOffset="120740.03">19776 7824 11567 0,'6'-1'256'0,"-3"-1"48"0,1 0 16 0,-2 1 0 0,0 1-320 0,-1-2 0 0,2 1 0 0,-1 0 0 16,4-4 3264-16,1 0 592 0,1 3 112 0,0-3 32 16,0 1-992-16,1 1-208 0,-1 2-48 0,0 0 0 15,-2-1-1472-15,2 2-320 0,1-2-48 0,-1 1-16 16,1-1-512-16,0 1-128 0,0-1 0 0,0 1-16 16,0-2-240-16,-1 0 0 0,-1-1 0 0,0 1 0 15,-1-2 0-15,-1 0 0 0,-1 2 0 0,-2-3 0 16,-1 1 0-16,-2 1 0 0,-1-3 0 0,-2 3 0 15,-2-1 0-15,-1 1 0 0,-1 2 0 0,-3 0 0 16,0 0 0-16,-1 2 0 0,-1 2 0 0,0 0 0 16,0 4 0-16,1 0 0 0,0 2 0 0,2 1 0 15,1 2 0-15,1 2 0 0,3 0 0 16,5-13 0 0,-9 29 176-16,9-29-16 0,0 0 0 0,1 43 0 0,-1-43 0 0,0 0 0 0,0 0 0 0,30 35 0 0,-30-35-32 0,30 7 0 15,-30-7 0-15,33 1 0 0,-12-4-128 0,2-1 0 16,0-2 0-16,2 0-18416 0</inkml:trace>
  <inkml:trace contextRef="#ctx0" brushRef="#br0" timeOffset="122595.28">20650 7655 6447 0,'2'0'576'0,"0"-5"-576"16,0 3 0-16,-2 2 0 0,0 0 1424 0,1-2 176 16,0-1 48-16,0-2 0 0,0-1 1232 0,-1-2 240 31,0 1 48-31,-1 1 16 0,-1 0-368 0,-2-1-64 0,1 0 0 0,-2 1-16 0,1 0-1104 0,-2 1-224 15,0 1-32-15,0-1-16 0,1 0-624 0,0 3-128 16,-1 0-32-16,1-1 0 0,1 3-368 0,-1-2-80 16,1 2 0-16,0 2-128 0,0-1 128 0,1 3-128 15,0-2 0-15,0 5 0 16,-1-2 0-16,0 5 0 0,4-10 0 0,-6 26 0 16,6-26 0-16,-7 38 0 0,7-38 0 0,-8 49 0 0,8-49 0 15,-6 59 0-15,3-27 0 0,-1 1 0 16,0 2 0-16,0 3 0 0,-1 0 0 0,1 0 0 0,0-2 0 15,0-1 0-15,1 0 0 0,-1-6 0 0,4-29 0 0,-8 44 0 0,8-44 0 0,-8 35 0 16,8-35 0-16,-9 26 0 0,5-17 0 0,-1-2 0 16,1 0 128-16,0-2-128 0,0-3 0 0,1-2 0 15,1 0 0-15,0 0 0 0,1-2 0 0,-1-3 0 32,2 0 0-32,-1-1 0 0,1-2 0 0,-1-1 0 0,1-1-400 31,1-2-96-31,-1-4-16 0,0-1-17280 0</inkml:trace>
  <inkml:trace contextRef="#ctx0" brushRef="#br0" timeOffset="122799.69">20380 7892 9215 0,'-1'-1'816'0,"1"0"-656"0,1 1-160 0,-1 0 0 0,1 0 2320 0,0 0 432 16,0 0 96-16,1 0 16 0,0 0 528 0,2-2 96 16,1 1 32-16,0 1 0 0,2 0-1440 0,-1-2-288 15,2 0-48-15,0 1-16 0,1-2-944 0,1 0-192 16,2-2-32-16,0 0-16 0,1 0-272 0,0-2-48 15,0 3-16-15,1-2 0 0,0 2-208 0,1-1 144 16,-1 0-144-16,0 1 128 0,-1-1-128 0,-2 2 0 16,-1 1 0-16,1 0 0 15,-1 0-352-15,0 2-48 0,0-2-16 0,0 1-17520 0</inkml:trace>
  <inkml:trace contextRef="#ctx0" brushRef="#br0" timeOffset="123177.8">20834 7726 11967 0,'2'0'1072'0,"-1"0"-864"0,-1 0-208 0,0 0 0 16,0 0 2080-16,1 2 368 0,-1-1 80 0,1 1 16 0,0 3 512 0,-1-1 96 15,-1 1 32-15,-1 1 0 16,2-6-1216-16,0 0-240 0,-6 25-64 0,2-17 0 0,-1 3-864 0,2 1-176 16,-2-1-48-16,5-11 0 15,-7 23-336-15,7-23-80 0,0 0-16 0,0 0 0 0,-2 35-144 16,2-35 160-16,0 0-160 0,0 0 160 0,0 0-160 0,0 0 0 15,29 12 0-15,-18-15 0 0,0-3 0 0,0 0 0 16,2-1 0-16,1-3 0 0,-1 2 0 0,1-2 0 16,-1 0 0-1,-1-2 0-15,0 1 0 0,-1 1 0 16,-1 1 0-16,-2-1 0 16,1 1 0-16,-4 1-144 15,0 1 144-15,-2 1 0 0,-1 0 0 16,-1 2-128-16,-1-1 128 0,0 3 0 0,0 1 0 0,-1 1 0 0,0 1 0 0,-1 1 0 0,1 1 0 0,-2 1 0 0,1 0 0 0,-2 4 0 0,2-1 0 0,-1 2 0 15,0 1 0-15,-1 2 0 0,4-12 0 0,0 0 128 0,-3 38-128 0,3-38 0 16,0 0 160-16,0 0-160 0,11 43 160 0,-11-43-160 16,0 0 128-16,0 0-128 0,0 0 0 0,37 23 144 15,-28-23-144-15,1-1 0 0,0-2 0 0,0-2 0 16,0 0-176-16,1-4-64 0,0 2-16 0,0-2-18096 16</inkml:trace>
  <inkml:trace contextRef="#ctx0" brushRef="#br0" timeOffset="123571.97">21225 7646 12895 0,'-1'-3'576'0,"0"1"112"0,1 2-560 0,-1-2-128 16,1 2 0-16,0 0 0 0,-1 2 2432 0,1-2 464 15,0 2 96-15,1 1 16 0,-1-3 16 0,0 0 16 16,0 0 0-16,0 0 0 0,0 0-1360 0,0 0-272 16,31 21-48-16,-23-21-16 0,1 0-832 0,1 0-160 15,1 0-32-15,0 0-16 16,0 0-176-16,-1 0-128 0,1 2 144 0,-1-2-144 0,-10 0 0 0,0 0 128 15,26 7-128-15,-26-7 0 0,0 0 0 0,0 0 0 16,0 0 0-16,0 0 0 0,0 0 0 0,15 40 0 16,-19-30 0-16,-4 0 0 0,-1 0 0 0,-1 3 0 15,-3-1 0 1,-2 0 0-16,-1 2 0 0,-2 1 128 0,0-1-128 0,-1 0 0 16,1-1 0-16,3-2 0 15,3-2 0-15,3-2 0 16,3 0 144-16,3-2-144 0,3-2 128 0,3-1-128 0,2 0 128 0,2-2-128 0,2-2 128 0,3 0-128 0,1-1 128 0,0 1-128 0,0-3 0 0,3 0 128 15,1 1-128-15,0-3 0 0,-1 2 0 0,0 0 0 16,-1 0 0-16,-2 3 0 0,-4-3 0 0,-1 3 0 0,-2 1-192 16,-1-1-80-16,-3 1-16 0,-2 0 0 15,-1 1-1760-15,-3 0-368 16,-3 0-64-16,-2 0-16 16,-2 0-2240-16,-1-2-448 0</inkml:trace>
  <inkml:trace contextRef="#ctx0" brushRef="#br0" timeOffset="123760.71">21268 7816 4191 0,'-59'-27'192'0,"53"24"32"0,6 3-224 0,-1 0 0 16,0-2 0-16,-2 1 0 0,-2-2 3280 0,0 1 624 15,-3-2 112-15,1 1 16 0,1 1-384 0,2 0-96 16,1 2-16-16,3 2 0 0,1 0-1056 0,1 1-224 16,-2-3-32-16,0 0-16 0,0 0-1312 0,0 0-272 15,38 15-48-15,-38-15-16 0,27 3-304 0,-13-3-64 16,3-2-16-16,0 1 0 0,0-2-176 0,1 0 0 16,-1-2 0-16,0 1 0 0,1-3 0 0,-2 3 0 15,0-2-144-15,-3 1 144 16,0-1-1280-16,-1 0-160 15,1 2-32-15,-1-3-15632 0</inkml:trace>
  <inkml:trace contextRef="#ctx0" brushRef="#br0" timeOffset="124106.35">21456 7702 1839 0,'-1'0'160'0,"0"-2"-160"0,1 1 0 0,1 0 0 0,2 1 2224 0,-3-2 400 0,2 1 96 0,1-1 16 16,3-1 1056-16,0-1 224 0,4-3 32 0,2 2 16 15,0-2-1424-15,0 2-272 16,0 1-64-16,1 1-16 0,-1 0-1088 0,1 0-224 0,0 2-32 0,0-1-16 15,-1 2-480-15,-1 0-80 0,-11 0-32 0,23 2 0 16,-23-2-160-16,0 0-48 0,29 5 0 0,-29-5 0 16,0 0 16-16,0 0 0 0,0 0 0 0,0 0 0 0,31 28-16 0,-31-28 0 15,0 0 0-15,0 0 0 0,0 0-128 0,-9 33 160 16,3-23-160-16,-3-1 160 16,0-1-160-16,-3 3 128 0,0 1-128 0,-2 1 128 15,1-1-128-15,0 1 128 0,1-1-128 16,3-3 128-16,1 1 32 0,4-1 0 0,1-1 0 0,2-4 0 0,1-4-160 0,0 0 192 15,0 0-192-15,0 0 192 0,0 0-192 0,30 19 0 16,-30-19 0-16,19 0 0 0,-8-2 0 0,0 0 0 16,2 1 0-16,-1-1 0 0,0 0 0 0,0-1 0 15,0 1 0-15,-1-1 0 16,0 0 0-16,-2 2 0 0,-1-3 0 0,0 1 0 0,-2 2-352 0,-1-2 48 0,-1 0 16 16,-2 0 0-1,-2 1-1184-15,0-1-256 0,0-1-32 0,-4-1-16 16,-1 2-2208-16,-1-1-448 0</inkml:trace>
  <inkml:trace contextRef="#ctx0" brushRef="#br0" timeOffset="124295.21">21554 7762 13823 0,'-18'-3'608'0,"11"3"128"0,2 0-592 0,3-2-144 0,2 2 0 0,0 0 0 15,-1 2 2208-15,-1-1 416 0,-1 1 64 0,1 2 32 16,2-1 672-16,3 2 128 0,-3-5 16 0,0 0 16 16,0 0-1904-16,36 10-384 15,-36-10-80-15,32 2-16 0,-14-2-736 0,2-3-160 0,-1 0-16 0,2-1-16 16,-2 0-240-16,1-2 128 0,0 2-128 0,-3-3 0 15,-1 3 0-15,-1-2 0 0,1 1 0 0,-1-1 0 16,-1 1-720-16,0 0-96 16,-1 0-16-16,-3-2-10944 0,-2 2-2208 15</inkml:trace>
  <inkml:trace contextRef="#ctx0" brushRef="#br0" timeOffset="124642.82">21866 7622 11055 0,'1'-5'480'0,"-1"3"112"0,0 1-464 0,1 0-128 15,0 0 0-15,0 1 0 16,0 0 1968-16,0 0 368 0,1 1 80 0,1 1 16 0,-3-2 624 0,0 0 128 0,0 0 16 0,0 0 16 15,13 38-1264-15,-13-38-256 0,0 0-48 0,4 45-16 16,-4-45-800-16,0 0-144 0,7 44-48 16,-7-44 0-16,0 0-336 0,0 0-80 0,19 48-16 0,-19-48 0 15,0 0-208-15,0 0 0 0,31 20 0 0,-24-20 0 16,1-1 0-16,-1-4 0 16,2 1 0-16,-2-4 0 15,1-1-592-15,0-2-16 0,-1 1 0 16,1-4 0-16,-2 2-608 15,1-3-112-15,-2 1-16 16,1-2-16-16,-1 1 416 0,-1 1 96 16,1 0 16-16,-1 0 0 0,0 0 672 15,0 0 160-15,-2 2 0 0,2 2 0 0,-1 1 720 0,0 4 144 0,-1 2 32 0,-2 3 0 0,2 1 256 0,-2-1 64 0,0 0 16 0,0 0 0 0,0 0-448 0,-1 49-80 16,1-49-32-16,-3 45 0 0,3-45-432 0,-8 59-96 16,4-26-16-16,-2 2 0 0,0 2 16 0,0-1 0 15,1-1 0-15,1-2 0 0,4-33 16 0,-8 60 0 16,4-31 0-16,4-29 0 0,-13 47-160 0,4-29 0 15,0-3 0-15,-2-2 0 16,-2-4 0-16,-1-5 0 0,-1 0 0 16,-1-4 0-16,0-2-192 15,-5-3-32-15,-2-2 0 0,-1-2-18080 0</inkml:trace>
  <inkml:trace contextRef="#ctx0" brushRef="#br0" timeOffset="126185.52">22755 7639 5519 0,'4'-5'496'0,"-1"-2"-496"0,-2 4 0 0,0 2 0 0,-1 1 1184 0,1-1 144 16,2-4 16-16,1-1 16 0,0-2 944 0,2-1 192 16,-1 1 48-16,-2 1 0 0,-1 2-240 0,-1 1-32 15,-1 2-16-15,-2 1 0 0,-2 1-704 0,0 0-144 16,-2 3-16-16,-2-1-16 0,-2 3-544 0,-3 2-96 16,-1-2-32-16,-2 3 0 0,-1 0-144 0,2 0-48 15,-2 2 0-15,1-1 0 0,1 0-224 0,0 0-48 16,2-1-16-16,1 1 0 0,3-2-80 0,3 1-16 0,1-2 0 15,2 1 0-15,2-2-128 0,3 0 0 16,1 0 0-16,-3-5 0 0,0 0 0 0,0 0 0 16,0 0 0-16,34 24 0 0,-34-24 0 0,0 0 0 0,38 18 0 0,-38-18 0 15,0 0-144-15,43 24 144 16,-43-24-192-16,0 0 192 0,34 22-320 0,-34-22 64 0,0 0 0 0,0 0 0 16,0 0 112-16,0 0 144 0,0 0-208 0,0 0 80 15,0 0 128-15,-5 38 0 0,-5-34 0 16,-2-2 0-16,1 0 0 15,-1 1 128-15,-2 0-128 0,-1 0 0 0,2 0 128 0,0 0-128 0,0-1 160 0,1 1-160 0,2-1 192 16,2-2-48-16,1 2-16 0,4-2 0 0,1 0-128 0,3-2 0 16,2 0 0-16,3-3-11104 15,2 0-2208-15</inkml:trace>
  <inkml:trace contextRef="#ctx0" brushRef="#br0" timeOffset="126642.18">23013 7532 23039 0,'0'-3'1024'0,"0"3"192"0,1 0-960 0,-1 0-256 16,0 0 0-16,0 0 0 0,0 0 1632 0,-1 3 288 15,0-1 48-15,0 3 16 0,-1 2-576 0,-2 1-128 0,1 3 0 0,-1-1-16 16,-1 3-432-16,1 2-96 0,-2 2-16 16,0 1 0-16,-1 2-496 0,1 0-96 0,-2 2-128 15,1-1 176-15,-1-1-176 0,1 1 0 16,-1 1 0-16,-1-1 0 0,3-3 0 0,0-1 0 15,6-17 0-15,-6 28 0 0,6-28 0 0,0 0 0 0,0 0 0 0,0 0 0 16,0 0 0-16,0 0 0 0,0 0 0 0,41 19 0 31,-30-26 0-31,1 0 0 0,1 0 0 0,0-3 0 0,0 2-416 0,-1 0 32 16,-1-2 16-16,-1 1 0 31,-2 0-864-31,-1 1-176 0,-3-1-48 0,-3 0 0 0,-2 0-896 0,-4-1-176 0,-1 2-32 0,-4-1-16 16,-2 0-960-16,-2 1-192 0,-1 1-48 0,0 0 0 0,1 2 3008 0,-1 1 608 15,-2 1 160-15,0 1 0 0,-2 0 0 0,0 4-144 16,1 0 144-16,-1 1-128 0,3-1 400 0,0 2 96 16,3 0 16-16,1 0 0 0,3 0 1360 0,2 1 272 15,3 0 48-15,2-3 48 0,3 1 1008 0,1-1 208 16,3 1 32-16,1-3 32 0,4 0-656 16,1 0-128-16,3-3-32 15,2-1 16-15,0 1-1056 0,3-2-192 16,0-2-64-16,2 0 32 0,1-2-864 0,2-1-192 0,1 0-16 0,2-1 0 0,1 1-240 0,0-2 0 0,-1 1-144 0,-1 1 144 15,-4 1-336-15,-4 2 16 0,0 1 0 0,-2 2-12320 32,-2 0-2480-32</inkml:trace>
  <inkml:trace contextRef="#ctx0" brushRef="#br0" timeOffset="127338.12">23195 7693 10127 0,'2'0'448'0,"0"2"96"0,1-2-544 0,0 0 0 0,-1 0 0 0,0 0 0 15,0-2 2064-15,3 2 304 0,1-3 64 0,5 1 16 0,1-2 368 16,0-1 80-16,-2 0 16 0,-1 0 0 0,0-2-1200 16,-1 2-240-16,-3-2-64 0,1 1 0 15,-2 0-864-15,-1-1-176 0,-1 0-48 0,-1 0 0 0,-1 1-160 16,-2 0-32-16,0 1-128 0,-3 1 192 0,-1-1-48 0,0 2-16 16,-2 1 0-16,-3 2 0 0,0 3 64 0,1 1 0 15,0 1 0-15,0 2 0 0,0 1-192 0,2 3 192 16,-1 0-192-16,0 2 192 0,1 1-192 15,1 0 160-15,-1 3-160 0,8-17 160 16,-12 31-32-16,12-31 0 0,0 0 0 0,-5 33 0 16,5-33 176-16,0 0 16 0,0 0 16 0,0 0 0 0,0 0-176 0,31 23-32 15,-22-25-128-15,3-2 192 0,-1-1-192 0,0-2 128 16,2-1-128-16,0 0 0 0,-2 0 0 0,1-1 0 0,0-1 0 16,-1 1 0-16,-1-1 0 0,-1 0-128 0,-2 1 128 0,-1 0-208 15,-3-1 48-15,0 3 16 0,-1 2 0 16,-1 1 0-16,-2-1 144 0,0 2 0 0,0 1 0 0,-2 2-128 15,2 2 128-15,-2 1 0 0,0 2 0 0,-1-1 0 16,1 3 0-16,0 0 0 16,0 3 128-16,0 0-128 15,3-10 176-15,0 0-48 0,-5 32 0 0,5-32 0 0,0 0 48 0,0 0 0 0,0 0 0 0,8 46 0 16,-8-46-176-16,0 0 160 0,0 0-160 0,31 14 160 16,-19-16-160-16,0-1 0 0,3-2 0 0,-1-2 0 0,2-1 0 15,0-3 0-15,2-3 0 0,-1 0 0 16,1-3-640-1,-2-1-16-15,1 1 0 0,-2 0 0 16,-3 0-768-16,0 1-160 16,-1-1-16-16,-2-1-16 0,0 2 416 0,-1-2 96 0,-1 1 16 0,-1 1 0 0,0-2 832 0,-2 5 256 0,0 1 0 0,-1 3 0 0,-2 4 800 0,-1 3 288 15,-1 2 48-15,-1 2 16 0,-1 3 128 0,0 0 16 16,-1 4 16-16,4-9 0 0,-10 25-544 0,2-7-96 16,1 1-32-16,-2 3 0 0,2 1-336 0,-1 1-80 15,8-24-16-15,-13 51 0 0,13-51 16 0,-10 47 0 16,10-47 0-16,-4 41 0 0,4-41-224 15,-2 36 0-15,2-36 0 16,0 0 0-16,0 0 0 0,5 42 0 0,-3-39 0 0,1-3 0 16,0 0-144-16,0-3-80 0,-1-1-16 0,1-5 0 15,1 2-1168-15,-2-2-224 0,1-2-48 0,-3 2-16 16,1-1-1760-16,-3-1-368 16,-1-1-64-16,-2-2-7312 15</inkml:trace>
  <inkml:trace contextRef="#ctx0" brushRef="#br0" timeOffset="127492.01">23482 7591 1839 0,'0'0'160'0,"0"0"-160"0,-1-2 0 0,0 1 0 0,-1-1 1856 0,-1 1 352 0,-2-2 64 0,0 0 16 15,0 1 1008-15,0-1 208 0,2 3 32 0,0 0 16 16,3 1-144-16,1 1-16 0,1-2-16 0,2 2 0 16,1-2-1472-16,0 0-304 0,3 0-48 0,-1-2-16 15,1 0-1024-15,0 1-192 0,1-1-64 0,1-2 0 16,2-1-128-16,0 1-128 0,2-2 144 0,0 0-144 16,2 0 0-16,0-2 128 0,1-1-128 0,-3 3 0 15,-1-1 0-15,-1 2 0 0,1-2 0 0,0 3 0 16,-2 1-1152-1,-2 0-112-15,-3 3-16 0,1 0-15936 0</inkml:trace>
  <inkml:trace contextRef="#ctx0" brushRef="#br0" timeOffset="127822.95">23625 7636 14735 0,'1'2'1312'0,"0"-2"-1056"16,1 1-256-16,-1-1 0 0,0 2 1600 0,1-2 256 15,2 0 48-15,1 2 16 0,-5-2 1232 0,0 0 256 0,25 7 48 0,-17-5 16 16,1-2-1744-16,1 0-368 0,0 0-64 0,0-2-16 15,1 0-768-15,1-2-176 0,0-1-16 0,1 1-16 16,0-2-304-16,0-1 0 0,1 0 0 0,-2 0 0 16,-1-1 0-16,-1 1 0 0,0-1-176 0,-4 0 176 31,-1 1-560-31,-3-1 0 0,-1 2 0 0,-3 1 0 16,-3 2-176-16,-1 1-32 0,-2 0-16 0,-1 2 0 0,-2 2 208 15,0 0 32-15,0 0 16 0,-2 4 0 0,0 0 336 0,-1 2 64 0,0 1 128 16,1 3-208-16,2-3 576 0,0 3 112 15,2 2 32 1,-1 1 0-16,2 1 480 0,0-1 96 16,8-15 32-16,-10 27 0 0,10-27-336 0,0 0-64 0,0 0-16 0,0 0 0 0,8 41-448 0,-8-41-80 0,0 0-32 0,25 8 0 0,-12-8-144 0,1-2 128 15,3 1-128-15,0-3 128 0,1 1-128 0,2-2-192 16,0-2 32-16,1 1-12064 16,-1-1-2400-16</inkml:trace>
  <inkml:trace contextRef="#ctx0" brushRef="#br0" timeOffset="128436.21">23980 7516 6447 0,'-1'-3'272'0,"1"0"80"0,0 1-352 0,0 2 0 0,0 0 0 16,0 0 0-16,0 0 2320 0,0 0 400 0,0 3 80 0,0 1 16 16,0-4 704-16,0 0 128 15,0 0 48-15,-4 38 0 0,4-38-1568 0,0 0-304 0,-12 47-64 0,12-47-16 16,-12 36-656-16,12-36-128 0,-13 36-16 0,13-36-16 15,-13 30-464-15,13-30-80 0,-9 24-32 0,9-24 0 16,0 0-224-16,0 0-128 0,0 0 128 0,0 0-128 16,0 0 0-16,0 0 0 0,0 0 0 0,0 0 0 15,0 0 0-15,0 0 0 0,19 3 0 0,-13-12 0 16,2-1 0-16,0-2-160 0,0-2 160 0,2 2-208 16,0-4 0-16,-1 1 0 0,2-2 0 0,-1 1 0 15,1 1 208 1,-2-1 0-16,-1 2-160 0,1 1 160 0,1-1 0 0,-1 0 0 0,0 5 0 15,-2 4 0-15,-1 0 0 0,-1 3 0 16,-2 2 0-16,-1 2 0 0,-1 3 0 0,-1 0 128 0,0-5-128 0,0 0 128 0,-8 35 32 0,8-35 0 16,-11 36 0-16,11-36 0 0,-15 38-160 0,15-38 0 15,-16 40 144-15,8-18-144 16,0-1 0-16,-1-2 128 0,9-19-128 0,-13 31 0 0,13-31 0 16,-9 21 0-16,5-16 0 0,2 0 128 0,1-3-128 0,2-2 0 0,0-2 0 15,3-3 0-15,1 0 0 0,1-2 0 16,3-3 0-16,1-1 0 0,2-3 0 0,0-1 0 0,1-1-176 0,-1 1 176 15,-1-1-352-15,1-1 32 16,1-3 0-16,2-1 0 16,-1 0-416-16,2 0-80 15,-2-3-16-15,1 3 0 16,-1 4 496-16,-1 2 80 0,-2 4 32 0,-3 5 0 0,-2 3 224 0,-2 3 0 0,-2 2 0 0,-2-2 0 0,0 0 560 0,0 0 48 0,-8 38 16 0,8-38 0 16,-14 35-96-16,14-35-16 0,-16 41 0 0,6-19 0 15,2-1-256-15,-2 2-64 0,0 1-16 0,0-2 0 16,2-1-48-16,8-21-128 0,-12 33 192 0,12-33-64 15,0 0-128-15,-7 31 0 0,6-27 0 0,1-1 0 0,1-1 0 0,1-4 0 16,0-1 0-16,2 0 0 16,0-3-128-16,1-1-64 0,1-2-16 15,0-1 0-15,1 1-1456 16,0-3-272-16,1-2-64 0,0-1-13824 0</inkml:trace>
  <inkml:trace contextRef="#ctx0" brushRef="#br0" timeOffset="128924.6">24234 7641 11967 0,'1'2'1072'0,"1"-2"-864"0,-1 0-208 0,0 0 0 16,0-2 1920-16,1 2 352 0,1 0 64 0,3 0 16 16,1 0 576-16,2-2 112 0,1 1 32 0,-2 1 0 15,1 0-896-15,0-2-192 0,-1 2-16 0,1-1-16 32,1 0-1088-32,0-2-224 0,-1 1-32 0,1-1-16 15,1-1-400-15,-1 0-192 0,1-1 160 0,-1 2-160 16,-1-2 0-16,0-2 0 0,-1 2 0 0,0-2 0 15,-3 1 0-15,0 0 0 0,-1-1 0 0,0 0 0 16,-1 0 0-16,-2 0 0 0,-1 0 0 0,-3 1 0 0,0 0 0 0,0 1 0 16,-2 1 0-16,-3 1 0 0,0 1 0 0,-1-1 0 15,-2 3 0-15,0 3 0 0,0 0 0 0,0 2 0 16,0 1-128-16,0 1 128 0,1 3 0 0,0-1 0 16,-2 3 0-16,2 2 0 0,1 0 0 15,1 1 0-15,8-15 144 16,-11 30-144-16,11-30 272 0,0 0-16 0,-1 41-16 0,1-41 0 0,0 0-64 0,0 0-16 15,0 0 0-15,30 40 0 0,-20-38-160 0,2 1 0 16,0-3 144-16,1-2-144 0,0-1 0 16,1 0 0-16,-1-3 0 0,0 1 0 15,0-1-512-15,0-2-112 16,0 1-16 0</inkml:trace>
  <inkml:trace contextRef="#ctx0" brushRef="#br0" timeOffset="129317.84">24601 7468 21183 0,'-4'2'944'0,"0"0"192"0,0 1-912 16,3-1-224-16,0-1 0 0,0 3 0 0,0-2 2112 0,-2 3 368 0,3-5 80 0,0 0 0 0,-15 33-528 16,15-33-112-16,-13 32-32 0,13-32 0 15,-10 32-864-15,10-32-192 0,0 0-16 0,-9 41-16 16,9-41-496-16,0 0-112 0,-8 33 0 0,8-33-16 16,0 0-176-16,0 0 0 0,0 0 0 0,-11 28 0 0,9-26 0 15,0-2 0-15,1 0 0 0,-1-2 0 0,1 1 0 0,1-4 0 16,0 0 0-16,1 2 0 0,1-4 0 0,0-2 0 15,2 1 0-15,2-3 0 0,2 1 0 0,1-5 0 16,2 1 0-16,1 0 0 16,2-2-144-16,-1-1 144 0,1 1 0 0,-1 1 0 15,0 3 0-15,-2-2-128 16,1 4 128-16,-3 2 0 16,-1 2 0-16,0 2 0 0,-3 2 0 0,0 1 0 0,-2 4 0 0,0-1 0 0,-3-2 0 0,0 0 0 0,0 0 0 0,0 0 144 0,1 43-144 0,-1-43 192 15,0 0-64-15,-12 46-128 0,12-46 192 16,-9 37-64-16,9-37 0 0,-9 38-128 0,9-38 192 15,-5 38-64-15,5-38-128 0,0 0 0 0,-3 45 144 0,3-45-144 16,0 0 0-16,0 0 0 0,0 0 0 0,0 0 0 16,0 0 0-16,0 0 0 0,0 0 0 0,28 7 0 15,-22-17 0-15,1-1-240 0,1-2 48 16,1-1 0 0,0 0-1408-16,-1-2-256 0,2 1-64 15</inkml:trace>
  <inkml:trace contextRef="#ctx0" brushRef="#br0" timeOffset="129743.17">24959 7355 11055 0,'6'-3'480'0,"-2"0"112"16,-2-1-464-16,-1 3-128 0,-1 1 0 0,0 0 0 0,1 0 2096 0,-2 0 400 16,0 3 64-16,-2-1 32 0,0 3 256 0,-1 0 48 15,0 4 16-15,4-9 0 0,-11 24-1184 0,11-24-256 16,-12 33-32-16,12-33-16 16,-12 38-560-16,12-38-112 0,-13 40-32 0,13-40 0 0,-10 36-288 0,10-36-64 15,-9 40-16-15,9-40 0 0,-7 43-176 0,7-43-48 16,-1 38 0-16,1-38 0 0,0 0-128 0,1 40 0 15,-1-40 0-15,0 0 0 0,0 0 0 0,0 0 0 16,0 0 0-16,0 0 0 0,0 0 0 0,32 13 128 16,-26-21-128-16,3-2 0 15,-1-1 0-15,1-3 0 0,1 1-192 0,0-1 192 16,0 0-848-16,-1-3-48 0,1 3-16 0,-4 0 0 16,0-3-1696-16,-3 3-336 0,0 0-64 0,-2 2 0 15,-3 0-128-15,-3 3 0 0,-3 2-16 0,-3 3 0 0,-2 1 816 16,-4 0 160-16,-3 3 48 0,4 0 0 15,6 0 768-15,-2 0 144 0,-2 1 48 0,-1 3 0 0,2-2 2720 0,1 3 560 0,-3 0 96 0,3 0 32 16,6-1 896-16,-1-1 192 0,1 1 48 0,1 1 0 16,2-2-560-16,1-1-128 15,1 0 0-15,2 0-16 0,1-2-688 0,0 1-144 0,4-1-32 0,-1-1 0 16,2-1-976-16,-1 1-192 0,0-2-32 0,0 0-16 0,0 0-352 16,0 1-80-16,-1-2-16 0,3 1 0 0,1-2-144 0,1 1 0 15,3-1 0-15,3-1 0 0,2-2 0 0,3 1 0 16,2-1 0-16,3 1 0 0,2-2 0 0,2-1 0 15,5 3 0-15</inkml:trace>
  <inkml:trace contextRef="#ctx0" brushRef="#br0" timeOffset="131927.41">13792 8907 21183 0,'0'-2'1888'0,"0"1"-1504"16,0-1-384-16,-1 2 0 0,0 0 1456 0,0-2 208 16,1 0 64-16,-3-1 0 0,1-2 496 0,-2-1 96 15,2 0 32-15,-1 2 0 0,1 1-960 0,-1-1-192 16,2 3-48-16,-1-1 0 0,2 2-640 0,-3 2-144 0,1 1-32 0,-2 2 0 16,0 2-144-16,-2 2-16 15,-1 3-16-15,-3 5 0 0,1 3-160 0,-2 1 192 0,-1 4-192 0,0-1 192 16,-1-1-192-16,0 1 0 0,-1 1 0 15,2-2 128-15,1-2-128 0,3-4 0 0,3-2 0 16,5-15 0-16,0 0 0 0,0 0 0 0,0 0 0 0,0 0 0 16,0 0 0-16,0 0 0 0,0 0 0 0,38 15 0 15,-24-24 0-15,1-3 0 0,2 0 0 0,-1 0 0 16,-1 1 0-16,0-1 0 0,1 0 0 0,1-2-176 16,0 2-80-16,-2-2 0 0,0 0-16 0,-2 4 0 0,-3 0-64 15,2 1-16-15,0-3 0 0,0 0 0 0,-2 3 112 16,-1-1 32-16,-1 1 0 0,-3 4 0 0,1 0 208 15,-4 0 0-15,0 3 0 0,-1 2 0 0,-2 0 0 0,0 3 0 16,-1 1 0-16,-1 1 0 0,-1 3 256 16,-1 1-64-16,1 3-16 0,-1 2 0 0,1 3 48 15,4-17 16-15,-6 33 0 0,6-33 0 0,0 0-240 0,4 42 176 16,-4-42-176-16,0 0 160 0,0 0-160 0,0 0 0 16,44 19 0-16,-29-23 128 0,2-2-128 15,0-3 160-15,2 0-160 0,-1-1 160 0,-2 0-160 0,1-3 192 16,0 0-192-16,-2-1 192 0,-1 0-192 0,-2 1 0 15,0 0 0-15,-5 0 0 0,-2 2 0 0,-2 0 0 0,-3 3 0 0,-2-1 0 16,-2 0 0-16,-3 4 0 0,0-3 0 0,-2 2 0 16,-2 0 0-16,2 2 0 0,0-1 0 0,0 0 0 15,3 1 0-15,0 1 0 0,2 1 0 0,2-1-18560 16</inkml:trace>
  <inkml:trace contextRef="#ctx0" brushRef="#br0" timeOffset="132100.44">14192 8858 14735 0,'1'2'1312'0,"0"-2"-1056"0,0 2-256 0,0-2 0 16,0 0 2400-16,-1 0 416 0,2 0 96 0,0 1 16 0,3 0 80 0,0 1 0 15,1-2 16-15,1-2 0 16,-1 2-1648-16,2-1-336 0,-1 1-64 0,0-1-16 0,2 1-752 0,-2 0-208 16,1 1 0-16,-2 0-11680 15,-1 1-2400-15</inkml:trace>
  <inkml:trace contextRef="#ctx0" brushRef="#br0" timeOffset="132226.17">14216 8976 19343 0,'-3'7'848'0,"0"-2"192"0,0-1-832 0,1 1-208 0,2-3 0 0,-1 1 0 0,0-1 2128 0,0 5 384 16,0 0 80-16,-3 5 16 0,4-12-16 0,-6 28 0 0,6-28 0 16,-3 24 0-16,3-24-1520 0,0 0-304 0,0 0-64 15,0 0-16-15,1 32-560 0,1-30-128 0,2-2 0 16,0-3-17984-16</inkml:trace>
  <inkml:trace contextRef="#ctx0" brushRef="#br0" timeOffset="132493.13">14515 8724 6447 0,'0'-1'576'0,"0"0"-576"0,0-1 0 0,0 2 0 16,0 0 2240-16,0 0 352 0,0-2 64 0,-1 1 16 15,0 1 864-15,-1 0 176 0,-1 5 48 0,0-1 0 16,-2 6-1104-16,0 2-224 0,-2 2-32 0,-1 6-16 0,-2 1-1424 0,1 4-272 16,-1-1-64-16,0 2-16 0,0-2-352 0,0 0-64 15,1-3 0-15,3-3-16 0,1-3-176 0,5-15 192 16,0 0-192-16,-2 31 192 0,2-31-192 0,0 0 0 16,0 0 0-16,0 0 0 0,0 0 0 0,32 10 0 15,-24-14 0-15,1-4 0 16,2 1-496-16,0-4-80 0,1-2 0 0,1 1-11312 15,1-1-2256 1</inkml:trace>
  <inkml:trace contextRef="#ctx0" brushRef="#br0" timeOffset="132697.95">14682 8672 4607 0,'3'-7'400'0,"-1"1"-400"0,-1 5 0 16,-1 1 0-16,-1 1 2688 0,1 0 448 0,0-1 80 0,0-1 32 16,0 2 592-16,-1 4 128 0,-4 5 32 0,-2 7 0 15,-2 6-1568-15,-2 3-304 0,-2 5-64 0,0 2-16 16,0 0-1024-16,0 3-192 0,0-5-64 0,3 2 0 15,1-5-384-15,1 0-64 0,8-28-32 0,-6 43 0 16,6-43-160-16,0 0-128 0,5 44 192 0,-5-44-192 16,0 0 128-16,0 0-128 15,0 0 0-15,33 9 0 0,-25-14 0 0,1-2 0 0,2-1 0 0,-1-3 0 16,1-1-576 0,0 0-112-16</inkml:trace>
  <inkml:trace contextRef="#ctx0" brushRef="#br0" timeOffset="133219.26">15132 8594 6447 0,'3'-5'576'0,"1"0"-576"0,-1 5 0 0,-3 0 0 16,0 1 2464-16,2-1 384 0,1 0 80 15,0 2 16-15,-3-2 752 0,0 0 144 0,0 0 48 0,7 43 0 16,-7-43-1776-16,-9 47-368 16,3-19-64-16,-2 5-16 15,-1 1-1024-15,1-1-192 0,-1 2-64 0,0-4 0 0,1-4-64 0,0-3 0 0,2-1-16 0,0-3 0 16,6-20-32-16,-8 38 0 15,8-38 0-15,-6 29 0 0,6-29-80 0,0 0-32 0,0 0 0 0,0 0 0 16,0 0-32-16,0 0 0 16,0 0 0-16,0 0 0 0,0 0-128 0,0 0 128 0,0 0-128 0,19-6 128 15,-14-4-128-15,-1-4 0 0,3 0 0 0,-1-1 0 16,2-1 0-16,0-1 0 0,0 1 0 0,2 1 0 0,-1 1 0 16,1 2 0-16,0 3 0 15,0 4 0 1,-1 0 0-16,-1 3 0 15,1 2 0-15,-2 0 0 0,-7 0 0 0,0 0 0 16,0 0 0-16,0 0 0 0,0 0 0 0,29 38 0 0,-29-38 0 16,0 0 0-16,0 0 0 0,5 38 0 0,-5-38 0 0,0 0 0 15,-8 26 0-15,2-19 0 0,0 0 0 0,-1 0 0 0,1-2 0 0,-1-1 0 0,-2 1 0 0,-1-2 0 16,0-1 0-16,-2-2 0 0,1 2 0 16,-1-2 0-16,1-2 0 0,1 2 0 0,1-2 0 15,1 0 0-15,0 1 0 0,3-1 0 16,1-1 0-16,3 1 0 15,1 0 0-15,3-2 0 0,1 1 0 0,4-2-18560 0</inkml:trace>
  <inkml:trace contextRef="#ctx0" brushRef="#br0" timeOffset="133629.56">15365 8890 13823 0,'0'0'1216'0,"0"0"-960"16,1 0-256-16,-1 0 0 0,1 2 2544 0,0-2 464 15,0 0 80-15,1 0 32 0,3 1 256 16,0 1 48-16,3-1 16 0,0 0 0 0,1 0-2016 16,1 1-400-16,1-2-64 0,-1 0-32 0,3-3-672 0,-1 1-256 15,1-1 176-15,1-1-176 0,-1-3 0 0,1 2 0 16,-2-2 0-16,0 0 0 0,-2 0 0 0,-1 0 0 16,-1-3 0-16,-4 0 0 0,1 1 0 0,-4 0 0 15,-1-2 0-15,-2 0 0 0,-2 4 0 0,-2-1 0 16,-2 2 0-16,-1 0 0 0,-2 3 0 0,-3 3 0 15,-1 0 0-15,0 3 0 0,2 3-176 16,1 1 176-16,1 5-160 16,1 0 160-16,1 1 0 0,0 2-144 15,2 0 144-15,0 1 0 0,2-2 0 0,0 3 144 0,5-17 0 0,-5 30 0 0,5-30 112 0,0 0 0 0,4 36 16 0,-4-36 0 16,0 0-96-16,0 0-32 0,32 26 0 0,-32-26 0 16,23 1-144-16,-10-2 0 0,1-1 0 15,0 0 0-15,0-1 0 16,1-2 0-16,-1 3 0 15,-1-4 0-15,2 0-448 0,0 0-112 16</inkml:trace>
  <inkml:trace contextRef="#ctx0" brushRef="#br0" timeOffset="133833.46">15824 8812 26719 0,'-2'3'1184'0,"0"-1"240"0,1 1-1136 0,1-1-288 15,0 0 0-15,0-1 0 0,1 0 2624 0,0 2 448 16,-1-3 112-16,0 0 16 0,0 0-1648 0,0 0-320 0,32 29-64 16,-32-29-16-16,0 0-704 0,34 9-128 15,-34-9-48-15,0 0 0 0,32 2-272 0,-24-2 0 16,2-2 0-16,-4 1 0 16,1 1-368-16,-5 0-80 0,0 0 0 0,-2 1-12112 0,-2 1-2416 15</inkml:trace>
  <inkml:trace contextRef="#ctx0" brushRef="#br0" timeOffset="133928.07">15863 8921 11967 0,'-14'12'528'0,"9"-10"112"0,3 1-512 0,2-3-128 0,0 0 0 0,-1 1 0 0,0 2 3072 0,0 2 576 0,1-5 112 0,0 0 16 16,0 0-256-16,0 0-48 0,0 0-16 0,0 0 0 15,27 33-2080-15,-27-33-416 0,0 0-96 0,0 0-16 16,34 5-656-16,-27-5-192 0</inkml:trace>
  <inkml:trace contextRef="#ctx0" brushRef="#br0" timeOffset="135453.1">13075 9974 6447 0,'-2'-5'576'0,"0"2"-576"0,1 1 0 0,0 1 0 15,1 0 2304-15,0 1 336 0,0 0 80 0,0-2 16 16,0 2 48-16,-1-2 16 0,1 2 0 0,-1 2 0 16,0 0-304-16,0 0-64 0,1 6-16 0,-1 1 0 0,1-9-1072 0,-2 33-192 31,-1-11-64-31,-1 6 0 0,0 0-672 0,-3 6-144 0,1 2-16 0,-3 2-16 15,1 2-64-15,-1 0-16 0,-1 0 0 0,2-4 0 16,0-3-160 0,0-2 192-16,1-3-192 0,1-4 192 15,3-3-192 1,3-21 0-16,-3 31 0 0,3-31 0 0,0 0 0 0,0 0 0 16,0 0 0-16,0 0 0 0,0 0-528 0,0 0-96 15,19-5-16-15,-11-7-16816 0</inkml:trace>
  <inkml:trace contextRef="#ctx0" brushRef="#br0" timeOffset="135925.76">13042 10017 18431 0,'1'-4'816'0,"0"0"160"0,1 2-784 0,-1 0-192 0,0 2 0 0,0 0 0 16,0 0 1936-16,1 0 352 0,4 2 64 0,0-2 16 16,3 2 176-16,-9-2 32 0,0 0 16 0,36 5 0 15,-36-5-1344-15,32 5-272 0,-32-5-48 0,35 2-16 16,-35-2-608-16,40 1-128 0,-40-1-32 0,37 5 0 15,-37-5-144-15,0 0 0 0,40 13 0 0,-40-13 0 0,0 0 0 16,0 0 0-16,0 0 0 0,7 43 0 16,-16-31 0-16,-1-1 0 0,-2-1 0 0,-3 2 0 15,-6 0-176-15,-1 2 48 0,-1-2 0 16,0-2 0-16,-1 1-48 0,-2-1 0 16,2 1 0-16,0-3 0 15,3-1 32-15,1 0 0 16,5-3 0-16,2 1 0 0,2-2 144 15,3-3-160-15,4 2 160 0,1-2-160 16,2-1 480-16,4 0 112 16,1-1 16-16,4-1 0 0,-1 1 0 0,2-1 0 15,2 2 0-15,2 0 0 16,0-1-112-16,-13 2-16 16,34 2 0-16,-34-2 0 0,35 7-64 0,-35-7 0 15,37 14-16-15,-37-14 0 16,37 19-112-16,-37-19-128 0,37 26 176 0,-37-26-176 15,33 26 176-15,-33-26-176 0,0 0 160 0,40 34-160 0,-40-34 0 16,0 0 128-16,0 0-128 0,35 28 0 0,-35-28 0 0,0 0 0 16,0 0 0-16,0 0 0 0,0 0 0 0,30 1 0 0,-27-4 0 0,0 0 0 15,0-2-576-15,0 1-64 0,0-1-16 16,1-1-18208-16</inkml:trace>
  <inkml:trace contextRef="#ctx0" brushRef="#br0" timeOffset="136176.5">13460 10118 20271 0,'-1'0'896'0,"-1"0"192"0,1 0-880 0,0 0-208 0,1 0 0 0,0 0 0 0,1 0 1520 0,-1 0 256 16,1 0 48-16,1 0 16 0,0-2 80 0,3 2 32 16,0 0 0-16,1-1 0 0,1 2-448 0,1-1-96 15,-8 0 0-15,0 0-16 0,38 2-704 0,-38-2-144 16,32 3-32-16,-32-3 0 0,35 3-272 0,-35-3-64 15,35 4-16-15,-35-4 0 0,33 2-160 0,-33-2 0 16,26 0 0-16,-26 0 128 0,0 0-128 0,29 2 0 16,-22-2 0-16,-2-2 0 0,-1 2-192 15,-2 0 0-15,-1 0-16 0,-1-1-11952 0,-2 2-2368 16</inkml:trace>
  <inkml:trace contextRef="#ctx0" brushRef="#br0" timeOffset="136664.68">13486 10287 2751 0,'-2'2'256'0,"1"-2"-256"0,0 0 0 0,0 0 0 15,1 0 3712-15,0 0 704 0,0 0 144 0,-1 1 32 16,1 1-512-16,0 0-112 0,0 0 0 0,1 0-16 16,0 1-1632-16,1-1-320 0,0-1-64 0,3 1-16 15,1-2-1136-15,-6 0-224 16,0 0-48-16,27-2-16 0,-27 2-176 0,26-3-48 0,-26 3 0 0,30-6 0 0,-30 6-144 15,33-6-128-15,-33 6 192 0,31-5-192 0,-31 5 128 16,28-2-128-16,-28 2 0 0,0 0 0 0,35 0 0 16,-35 0 0-16,0 0 0 0,26 0-12912 15,-26 0-2560-15</inkml:trace>
  <inkml:trace contextRef="#ctx0" brushRef="#br0" timeOffset="138506.84">14431 9502 11055 0,'0'0'976'0,"1"-2"-784"0,0 2-192 0,0 0 0 0,0 0 1184 0,-1-2 192 15,2 1 32-15,0-1 16 0,0-1 768 0,1-1 160 16,0 1 16-16,0 1 16 0,-1-1-560 0,0-1-112 16,0 2-32-16,-1-1 0 0,1-1-592 0,-1 1-112 15,0 1-16-15,-2 0-16 0,0-1-240 0,-1 0-32 16,-1 1-16-16,-1 1 0 0,-2 0-128 0,0-1-16 16,-2 2-16-16,-4-2 0 0,0 1-192 0,-1 1-48 15,0 0 0-15,0 1 0 0,1 1-64 0,0-2-32 0,1 2 0 0,2 0 0 16,1 0-160-16,1 1 0 15,2-1 144-15,0 1-144 0,1-2 0 0,1 2 0 16,0-2 0-16,0 1 128 16,1 0-128-16,0-1 0 0,1 1 0 0,-1 0 0 0,2-1 0 0,0 0 0 0,0 1 128 0,0-2-128 15,0 1 160-15,0-1-32 0,0 2-128 0,0-2 192 16,0 0-192-16,1 2 176 0,0 1-176 16,0-2 160-16,0 0-160 0,1 2 128 0,0 2-128 0,-2-5 128 0,0 0-128 15,0 0 0-15,0 0 0 0,11 43 128 16,-11-43-128-16,0 0 0 0,5 41 0 0,-5-41 0 0,1 34 0 15,-1-34 0-15,0 40 0 0,0-40 0 16,-1 46 0-16,0-20 0 16,0 2 0-16,0 0 0 0,-2 5 0 0,1 0 0 15,1 1 0-15,0-1 0 0,0 0 0 0,-1 0 0 0,0-3 0 0,0-1 0 0,0 0 0 0,-1 0 0 16,1-1 0-16,1 1 0 0,-2 4 0 0,0-2 0 16,0 4 0-16,0-2 0 15,0-2 0-15,-1-2 0 0,1 1 0 16,0 0 0-16,3-1 0 15,-2 0 0-15,0 0 0 0,2 1 0 0,-1-1 0 0,2 2 0 0,0-2 128 0,2 4-128 0,1 5 0 0,1-1 0 0,-1-2 0 0,-1-3 0 16,-3-32 0-16,11 54 128 0,-11-54-128 16,15 48 0-16,-15-48 0 0,15 35 0 0,-15-35 0 15,0 0 0 1,24 35 0-16,-24-35 0 0,0 0 128 0,0 0-128 0,0 0 160 0,34 17 0 0,-34-17 0 16,0 0 0-16,0 0 64 0,0 0 16 0,0 0 0 0,0 0 0 15,37 22-48-15,-37-22-16 16,0 0 0-16,0 0 0 0,16 33-48 0,-16-33 0 0,0 0 0 15,13 36 0-15,-13-36-128 0,0 0 0 0,0 0 144 16,20 35-144-16,-20-35 0 0,0 0 0 0,0 0 0 0,0 0 0 16,40 11-192-16</inkml:trace>
  <inkml:trace contextRef="#ctx0" brushRef="#br0" timeOffset="141669.32">14722 9526 6447 0,'3'-3'576'0,"-1"-2"-576"0,0 3 0 15,-1 0 0-15,0 2 1088 0,1-2 128 16,2-5 0-16,1-1 16 0,2-3 864 0,-1 1 160 16,0 0 48-16,-3 3 0 0,0 0-48 0,-2 5 0 0,0-2 0 0,-2 3 0 15,-1 1-544-15,-1 3-112 0,1-1-32 0,-3 2 0 32,1 1-640-32,-1 0-128 0,-1 3-32 0,0 3 0 0,-1 1-272 0,1 3-64 0,-1 2-16 0,1 1 0 15,-1 3-208-15,1-2-32 0,1 0-16 16,1 0 0-16,1 0-16 0,1-3 0 0,0 4 0 15,2-20 0-15,1 32 16 0,-1-32 0 16,0 0 0-16,10 35 0 0,-10-35-160 0,0 0 0 0,0 0 0 0,0 0 128 16,36 20-128-16,-25-22 0 0,2-4 0 0,1-3 128 0,2-2 0 0,1-3 0 15,0-1 0-15,1-1 0 0,-1-4-128 0,-1-1 0 16,-2 0 0-16,-1-1 0 0,-2 1 0 0,-1 0 0 16,-4 0 0-16,-2 2 0 0,-2 2 0 0,-4 1 0 15,-2 1 0-15,-3 1 128 0,-3 2-128 0,-2 0 0 16,-2 5 0-16,0 0 0 0,1 5 0 0,0 2 0 15,0 1 0-15,0 3 0 0,1 3 0 0,1 2 0 16,0-2 0-16,4 3 0 0,1-1-240 0,4 0 32 16,1 0 0-16,1-1 0 15,0-8-1712-15,0 0-320 0</inkml:trace>
  <inkml:trace contextRef="#ctx0" brushRef="#br0" timeOffset="142282.15">15017 9614 9215 0,'0'-2'816'0,"0"1"-656"0,2-1-160 0,-2 1 0 0,0 1 1712 0,0 0 304 16,0-2 64-16,0 0 16 16,1 0 640-16,0-1 128 0,0 1 16 0,0 2 16 0,0 0-640 15,0 2-128-15,0 1-16 0,0 1-16 0,0 2-704 0,0 2-144 16,0 0-32-16,-1-8 0 0,0 0-672 0,0 0-144 15,5 31-16-15,-3-24-16 0,1-1-240 0,0-2-128 16,-1 0 128-16,2-2-128 0,0 0 0 0,0-2 0 16,0 0 0-16,0-2-18112 0</inkml:trace>
  <inkml:trace contextRef="#ctx0" brushRef="#br0" timeOffset="142847.87">15303 9424 11679 0,'0'-7'256'0,"0"4"48"0,0-1 16 0,0 1 16 0,1 3-336 0,-1-2 0 0,0 2 0 0,0 0 0 0,-1-3 3232 0,0 3 576 15,0-2 112-15,-1 2 32 0,-1 2-1280 0,-1 1-256 16,-1 2-48-16,1-1-16 0,-1 4-1056 0,0 1-208 16,-2 0-32-16,2 3-16 0,-2 0-576 0,2 1-112 15,-1 0-32-15,1-1 0 0,2-2-112 0,1 1-16 16,1-3-16-16,0 1 0 0,1-9-176 0,0 0 192 15,0 0-192-15,0 0 192 0,0 0-192 0,0 0 0 16,0 0 0-16,40 24 128 0,-40-24-128 0,0 0 0 16,0 0 0-16,41 10 128 0,-41-10-128 0,0 0 0 15,0 0 0-15,36 25 0 0,-36-25 0 0,0 0 0 0,0 0 0 16,21 38 0-16,-21-38 0 0,0 0 0 16,0 0 0-16,7 35 0 0,-7-29 0 0,-2 0 0 15,0 0 0-15,-2-2 0 16,0 1 0-16,-2-2 128 0,0 1-128 15,-1-2 0-15,0 1 144 0,-1-1-144 16,1 0 160-16,-2-1-160 16,0 1 128-16,-2-1-128 0,0 0 0 15,-1-1 0 1,0 2 0-16,-1-2 0 0,0 0 0 16,-1 0 0-16,2-2-320 15,1 0-96-15,1-1-32 0,2-4-17328 16</inkml:trace>
  <inkml:trace contextRef="#ctx0" brushRef="#br0" timeOffset="142963.45">15262 9400 8287 0,'4'-7'368'0,"-1"4"80"0,0 0-448 0,-1 2 0 0,-2 1 0 0,1 0 0 0,0 0 2272 0,1 0 368 0,2 0 80 0,1 0 16 0,3 1 512 0,-8-1 96 0,0 0 32 0,31 4 0 0,-31-4-1024 0,28 0-208 15,-10-1-32-15,0-1-16 16,0 0-1184-16,2 0-224 0,0-1-48 0,1 1-16 0,-2-1-464 0,-2 3-160 16,1-1 0-16,-3 0 144 15,-15 1-544-15,26 1-112 0</inkml:trace>
  <inkml:trace contextRef="#ctx0" brushRef="#br0" timeOffset="147823.18">16222 9533 8287 0,'3'-5'736'0,"-1"0"-592"0,0 3-144 0,0-1 0 0,-1 3 1088 0,0-3 192 15,3-3 48-15,2-1 0 0,0-5 880 0,1 0 176 0,-1 3 48 0,-1 0 0 0,-1 3-352 0,-2 2-64 32,0 0-16-32,-1 3 0 0,0 1-608 0,-2 3-128 0,0 0-32 0,0 3 0 0,-2 1-272 0,2 5-48 15,-2 0-16-15,0 4 0 0,3-16-288 0,-6 43-64 16,2-19-16-16,0-1 0 0,0 0-160 0,-1 0-48 15,-1 1 0-15,1 1 0 16,-1-4-128-16,2 1-16 0,-1-5-16 16,2-1 0-1,1-3-160-15,1-2 0 16,1-4 0-16,1-2 0 0,1 0-656 0,1-3-176 16</inkml:trace>
  <inkml:trace contextRef="#ctx0" brushRef="#br0" timeOffset="149228.29">17171 9457 6447 0,'0'0'576'0,"0"-2"-576"0,1 1 0 0,-1 1 0 15,1 0 1376-15,-1 0 160 0,1-2 48 0,-1 1 0 0,1 0 752 0,-1-3 160 16,2 0 16-16,-2 2 16 16,0 0-544-16,0 0-128 0,0 0 0 0,-1 1-16 0,0 1-576 0,0 0-112 15,-1 0-32-15,0 0 0 0,-1 3-208 0,0 0-32 16,0 1-16-16,-2 3 0 15,0 0-240-15,-1 2-48 0,1 5-16 0,-3 1 0 0,3 2-64 0,-2-1-16 16,1 3 0-16,1 0 0 16,0-3-208-16,2-1-32 0,3-15-16 0,-4 28 0 15,4-28-80-15,0 0-16 0,0 0 0 0,6 34 0 0,-6-34-128 16,0 0 128-16,0 0-128 0,0 0 128 0,0 0-128 0,0 0 160 16,35 5-160-16,-29-8 160 0,0-2-160 0,0 1 160 15,2-2-160-15,-1 0 160 16,1-2-160-1,1 1 0-15,-1-2 0 0,1-2 0 0,0 0 0 16,-1 2 0-16,-1-2 0 0,-1 1 0 0,0-2 0 16,0-2 0-16,0 0 0 0,-2-1 0 0,1-1 0 0,-2 0 0 0,0-1 0 0,-3 2 0 0,0-2 0 0,0 3 0 0,-3 0 0 0,-2 2 0 15,0 2 0-15,-4 4 0 0,-1-1-144 0,-1 6 144 16,-2 1 0-16,1 3 0 0,2 0 0 0,-2 3 0 16,-1 5 0-16,1 0 0 0,1 1 0 0,2 2 0 0,2-2 0 15,1-2-128-15,3 1 128 0,3-11 0 0,0 0-176 0,0 0 32 16,0 0 0-16,0 0-17712 15</inkml:trace>
  <inkml:trace contextRef="#ctx0" brushRef="#br0" timeOffset="149495.75">17481 9566 18767 0,'-6'2'400'0,"3"-2"96"16,2 0 16-16,0 0 32 0,0 0-544 0,1-2 0 0,1 2 0 0,0-2 0 0,0 2 3120 0,1-3 512 0,0 1 96 0,1-1 32 15,2 1-1536-15,-2 2-304 0,1-1-64 0,0 2-16 16,-1 1-1024-16,-3-2-208 0,0 0-32 0,0 0-16 16,0 0-304-16,0 0-64 0,0 0-16 0,31 29 0 15,-31-29-176-15,0 0 0 0,0 0 0 0,0 0 0 16,0 0 0-16,0 0 0 15,0 0 0-15,34 17-18528 0</inkml:trace>
  <inkml:trace contextRef="#ctx0" brushRef="#br0" timeOffset="149998.32">17731 9357 22111 0,'-3'0'976'0,"2"0"208"0,0 0-944 0,0-2-240 16,1 2 0-16,0 0 0 0,1 0 2272 0,-1 0 416 15,1 0 64-15,0 0 32 0,2 0-640 0,1 0-128 16,1 0-32-16,-1 0 0 16,3 0-1136-16,-1 2-224 0,2-2-48 0,0 1-16 0,-8-1-368 0,0 0-64 15,0 0 0-15,35 11-128 0,-35-11 128 0,0 0-128 16,0 0 0-16,0 0 0 15,36 19 0-15,-36-19 0 0,0 0 0 0,0 0 0 0,0 0 0 0,0 0 0 0,0 0 0 0,0 0 0 16,0 40 0-16,-7-35 0 0,-2 0 0 0,-2 0 0 16,-2 2 0-16,1-2 0 15,-3 2 0-15,0-3 0 0,1 4 0 0,1-4 0 16,0 4 0-16,1-2 0 0,1-1 0 16,2 0 0-1,3 2 0-15,0-2 0 0,4-1 0 0,2 1 0 16,0-2 0-16,4-1 0 0,-4-2 0 0,0 0 0 0,0 0 0 0,33 8 0 0,-33-8 0 0,25 2 0 0,-25-2 0 0,28 0 0 0,-28 0 0 0,30 4 0 15,-30-4 0-15,0 0 0 0,43 14 0 0,-43-14 0 32,0 0 0-32,0 0 0 0,37 26 0 0,-37-26 0 0,0 0 0 0,0 0 0 15,0 0 0-15,0 0 0 0,3 39 0 0,-10-32 0 16,0-2 0-16,-3 2 0 0,-1 0 0 0,-1 1 0 0,-2-2 192 0,0 1-192 16,0-3 192-16,0-1-192 0,0 0 192 0,2-1-192 15,1-1 192-15,0 0-192 0,2-1 0 0,2 0 0 31,-1 0 0-31,3-1 0 0,0 1 0 0,2-1-224 16,1 1 32-16,1 0-18496 0</inkml:trace>
  <inkml:trace contextRef="#ctx0" brushRef="#br0" timeOffset="150628.43">18604 9443 15663 0,'2'-1'688'0,"0"0"144"0,-1 0-656 0,1 1-176 16,-1-1 0-16,0 0 0 0,1 1 1760 0,0-2 320 16,2-1 64-16,0-2 16 0,1 2 384 0,0-1 80 15,0 0 0-15,-1 1 16 0,0 1-1024 0,-3-2-208 16,1 3-32-16,-1 1-16 0,-1 0-656 0,0 0-128 15,0 0-16-15,-1 0-16 0,-1 1-272 0,1 1-48 16,-2 0-16-16,1 0 0 0,-1 0-208 0,1 1 176 0,-1-1-176 0,1 1 160 16,0-1-160-16,-1 0 128 0,1 1-128 0,-1 0 128 15,1 1-128-15,-1-1 128 0,0 1-128 0,0 1 128 16,0 0-128-16,0 3 192 0,0 0-192 0,-1-1 192 16,4-7-192-16,-5 22 128 0,5-22-128 15,-6 26 128-15,6-26-128 0,-4 28 0 0,4-28 0 0,0 0 128 16,2 40-128-16,-2-40 0 15,0 0 0-15,0 0 0 0,0 0 0 0,29 32 0 0,-29-32 0 16,22-3 0-16,-8-2 0 0,1-2 0 16,2-2 0-16,0-2 0 15,1 0 0-15,1-3 128 0,0 2-128 0,0-2 0 0,-2 1 0 0,-1 0 0 16,1-3 128-16,-3 2-128 0,-2 1 0 0,-3-1 0 0,-2 2 0 0,-2 0 0 0,-3 1 0 0,-5 1 0 16,-3-2 0-16,-2 3 0 0,-2 2 0 0,-5-2 0 15,-3 1 0-15,-4 3 0 0,0 3 0 16,0-1 0-16,-2 6 0 0,2-1 0 0,4 3 0 0,-1 0 0 15,2 1 0-15,3 2 0 0,1-3-288 0,2 2 64 16,3-2 16-16,3 0-18288 0</inkml:trace>
  <inkml:trace contextRef="#ctx0" brushRef="#br0" timeOffset="152609.59">14783 10192 11055 0,'0'-4'976'0,"-1"1"-784"15,1 1-192-15,-1 1 0 0,1 1 1488 0,-1-2 256 16,-1 0 48-16,0-3 16 0,0 0 736 0,-1 1 144 15,0 1 16-15,-1 1 16 0,0 2-848 0,-1 2-160 16,1 1-48-16,-1 1 0 0,-1 3-656 0,1 0-144 0,-1 4-32 0,1 0 0 16,-2 3-272-16,1 3-64 0,0 2-16 15,1-1 0-15,-2 4-224 0,1-3-32 0,1 2-16 0,0-2 0 16,2-2-64-16,2-3-16 0,1-14 0 0,-1 24 0 16,1-24-128-1,0 0 192-15,0 0-192 0,0 0 192 0,0 0-192 0,0 0 0 16,0 0 0-16,35 18 128 0,-29-22-128 15,3 0 128-15,-2-1-128 0,2 0 128 16,1 0-128-16,0-2 0 0,-1-2 0 0,2 1 128 0,0-1-128 0,0-2 0 0,-1-2 0 0,0 0 0 0,0 0 0 0,-1-4-224 16,-2 1 80-16,-1-1 16 0,-2 1 0 0,-1-1 0 15,-2 0 0-15,-2 1 0 0,-1 2 128 0,-2-1-192 16,-3 1 192-16,-1-3-192 0,-3 5 192 0,0 1-208 16,0 2 80-16,0 6 128 15,-2 0-128-15,1 4 128 0,0 3 0 16,2 1 0-16,1 2 0 0,2 0 0 0,1 3 0 0,2-1 0 0,1 3-192 0,3-12 192 15,0 29-160-15,0-29-11136 16,0 0-2224-16</inkml:trace>
  <inkml:trace contextRef="#ctx0" brushRef="#br0" timeOffset="152814.24">15007 10221 17503 0,'-1'2'768'0,"0"-2"176"0,0 3-752 0,0-1-192 0,0 0 0 0,1 0 0 0,0 0 2400 0,-1 3 448 0,0 2 96 0,1-7 0 16,-2 23-480-16,2-23-96 0,0 0-32 0,4 32 0 15,-4-32-1456-15,0 0-304 0,0 0-48 0,0 0-16 16,0 0-784-16,0 0-176 0,0 0-16 0,41 12-16128 16</inkml:trace>
  <inkml:trace contextRef="#ctx0" brushRef="#br0" timeOffset="153192.42">15290 10076 14735 0,'0'0'640'0,"-1"0"160"0,1 0-640 0,-1 0-160 16,0 1 0-16,1 0 0 0,-2 1 2448 0,0 3 464 16,-3 0 96-16,0 3 0 0,-3 5 0 0,0-1 0 15,1 1 0-15,-1 0 0 0,0 2-1600 0,0-1-320 16,1-2-64-16,0 2 0 0,3-4-640 0,0 1-128 15,1-2-32-15,1 0 0 0,2-9-224 0,0 0 128 16,0 0-128-16,0 0 0 0,0 0 0 0,20 35 128 16,-20-35-128-16,0 0 0 0,0 0 0 0,0 0 0 0,40 20 0 15,-40-20 0-15,0 0 0 0,0 0 0 16,38 20 0-16,-38-20 0 0,0 0 0 0,0 0 0 0,0 0 0 16,37 26 0-16,-37-26 0 0,0 0 0 0,0 0 0 15,0 0 0-15,0 0 0 0,0 0 0 16,0 0 0-16,0 0 0 0,0 0 0 0,0 0 0 0,0 0 0 0,3 30 0 15,-10-27 0-15,-1-3 0 0,-1 2 0 0,-2 1 0 16,0-1 0-16,-2-1 0 0,-2 0 0 0,0 2 0 0,-3 2 0 16,3-3 0-16,1 0 0 0,-2 0 0 0,0 1 0 0,-1-1-288 15,1-2 64-15,3-2 16 16,5-1-1024 0,2-3-208-16</inkml:trace>
  <inkml:trace contextRef="#ctx0" brushRef="#br0" timeOffset="153334.39">15241 10111 9215 0,'1'0'816'16,"0"0"-656"-16,0 1-160 0,-1 1 0 0,1-2 2864 0,0 2 528 16,1 0 128-16,0 1 0 0,-2-3 192 0,0 0 16 15,0 0 16-15,0 0 0 0,38 24-1872 0,-38-24-368 16,0 0-80-16,38 2-16 0,-23-5-1024 0,0 0-192 16,2-1-64-16,0-1 0 0,0 1-128 0,1-1-192 15,-1 0 32-15,2-1-17904 0</inkml:trace>
  <inkml:trace contextRef="#ctx0" brushRef="#br0" timeOffset="154956.94">16072 10098 13823 0,'1'-3'1216'0,"0"0"-960"0,-1 1-256 0,0 2 0 15,0 0 1792-15,0-2 304 0,0 0 64 0,0-1 16 16,0-2 320-16,-2 1 64 0,0 1 0 0,-1 3 16 16,1 0-1088-16,-3 2-208 0,-1 3-64 0,0 0 0 15,-1 4-560-15,0 2-112 0,0 1-32 0,-1 2 0 16,1 1-176-16,0 2-32 0,1 2-16 0,-1 0 0 0,2 0-160 0,0-3-128 15,0 2 144-15,3-2-144 16,2-16 144-16,-2 26-144 0,2-26 128 0,0 0-128 0,0 0 128 16,0 0-128-16,0 0 0 0,14 34 128 15,-10-32-128-15,0-2 0 0,1-2 0 16,-1 1 0-16,1-2 128 0,1 1-128 0,-2 0 0 16,2-2 128-16,-1 1-128 0,1-2 0 0,-1 1 144 15,1-2-144-15,1 0 0 0,0-4 0 16,0 1 0-16,0 0 0 0,0-1 0 15,0-1-128-15,1-2 128 0,-1-1-192 0,-2 2-64 0,0-4-32 0,-1-1 0 0,-1 0 0 0,0-2 64 0,-3 0 16 0,-2 3 0 0,-1-1 0 16,-1 5 64-16,-3 1 16 0,1 3 0 0,-3 4 0 16,-2 3 128-16,-1 2 0 0,-1 3 0 0,1 3 0 15,1 2 0-15,0 3 0 0,3-2 0 0,-1 2 128 16,2 2-128-16,0 0 176 0,4-2-176 0,0 2 192 16,1-2-192-16,2-12 0 0,0 0 0 0,0 0-16560 15</inkml:trace>
  <inkml:trace contextRef="#ctx0" brushRef="#br0" timeOffset="155193.91">16264 10211 23039 0,'-2'0'1024'0,"1"-2"192"0,0 1-960 0,0 1-256 16,1 0 0-16,0 0 0 0,0 1 2112 0,0-1 384 15,-1 2 80-15,1 0 16 0,1-1-480 0,-1 3-112 16,0-4-16-16,0 0 0 0,0 0-1264 0,0 0-256 16,0 0-48-16,0 0-16 0,18 36-400 0,-18-36 0 15,0 0 128-15,0 0-128 16,0 0-320-16,0 0-80 0</inkml:trace>
  <inkml:trace contextRef="#ctx0" brushRef="#br0" timeOffset="155733.22">16487 10014 11055 0,'0'-1'976'0,"1"0"-784"0,-1-1-192 0,0 2 0 16,0 0 3024-16,1-1 560 0,0 1 128 0,0-2 0 15,0 0-192-15,-1 1-32 0,1 1-16 0,-2 1 0 16,1 1-1936-16,-2 0-400 0,0 1-80 0,0 1-16 0,-2 1-656 15,0 2-144-15,1-1-32 0,-2 2 0 0,0 1-80 0,1-1 0 16,1 1-128-16,0-1 192 16,1-1-192-16,2-7 128 0,0 0-128 0,0 0 0 15,0 0 0-15,8 40 0 16,-8-40 0-16,0 0 0 0,0 0 0 0,0 0 0 0,33 36 0 0,-33-36 0 0,0 0 0 0,0 0 0 16,47 26 0-16,-47-26 0 15,0 0 0-15,37 14 0 0,-37-14 0 0,0 0 0 0,0 0 0 16,38 21 0-16,-38-21 0 0,0 0 0 0,0 0 0 15,0 0 0-15,0 0 0 16,18 38 0-16,-18-38 0 0,-5 15 0 0,0-6 0 0,-2-2 0 0,1 0 0 0,-2 0 0 0,-2 0 0 0,1-1 0 16,-1 0 0-16,0-1 0 15,-2 1 0-15,-1-3 0 0,2 2 0 0,0-4 0 0,-1 1 0 0,2-5 0 16,0 1 0-16,1-3 0 0,4-1 0 0,0-2 0 16,2-2 0-1,2-2 0-15,2-1 0 0,0-2 0 0,2 1 0 0,2-3 0 0,1-1 0 16,3 1 0-16,1 0 0 0,0 0 0 0,2 1 128 0,0 3-128 15,1 0 0-15,0 1 0 0,-1 2 0 0,0 2 0 16,-1 0 0-16,-1 3 0 0,-1 0 0 0,-2 1 0 0,0 0 0 16,-3 1 0-16,-2 2 0 15,0-1 0-15,-2 0 0 0,-1 0 0 0,0-3 0 0,-1 2 0 16,-2-1 0-16,-1 1 0 16,0-2 0-1,-4 1 0-15,1-1 0 16,-2 1 0-16,-1 1 0 0,-1-2 0 15,-1 3 0-15,0-3 0 16,-1 3 0-16,0-1 0 0,0 3-320 0,2 0-128 0</inkml:trace>
  <inkml:trace contextRef="#ctx0" brushRef="#br0" timeOffset="157351.62">17367 9990 11055 0,'1'-2'976'0,"0"0"-784"0,-1 2-192 0,0 0 0 16,0 0 1488-16,0 0 256 0,0-2 48 0,-1 1 16 16,1 1 528-16,-1 0 96 0,-1 3 32 0,-2-1 0 15,1 5-720-15,-1 0-144 16,-2 3-16-16,0 2-16 0,-1 4-544 0,0 1-96 0,0 3-32 0,0 1 0 15,0 4-320-15,0-1-80 16,0 0-16-16,2-1 0 0,1-1-96 0,1-4-32 16,3-18 0-16,-1 34 0 0,1-34-80 0,0 0-16 0,0 0 0 0,0 0 0 15,21 38-80-15,-21-38-32 0,16-3 0 0,-6-2 0 16,1-3 48-16,1-2 0 16,1-2 0-16,1-2 0 15,0-1-192-15,0-1 128 0,-1-1-128 0,-2 1 128 0,0-1-128 16,-3 1 0-16,1 1 0 0,-4 1 0 0,-1-2 0 0,-2 2 0 15,-2 1 0 1,-4-1 0-16,-1 2 0 0,-2 0 0 0,-1-2 0 16,-2 2 0-16,-2 0 0 0,0 3 0 0,0 0 0 31,0 4 0-31,1 2 0 0,0 1 0 16,0 4 0-16,1 1 0 0,1 1 0 15,2 1 0-15,1 0 0 0,2 0 0 16,0 3 0-16,3-2 0 15,1 1 0-15,2-2-12032 0,-2-5-2432 0</inkml:trace>
  <inkml:trace contextRef="#ctx0" brushRef="#br0" timeOffset="157526.01">17565 10132 16575 0,'-3'-2'736'0,"0"2"160"0,1-1-720 0,0 1-176 0,2 0 0 0,0 0 0 15,0 0 1664-15,-1 1 288 0,1-1 64 0,0 2 16 16,1 1 448-16,0 0 80 0,-1-3 32 0,0 0 0 15,0 0-944-15,0 0-192 0,0 0-48 0,23 42 0 0,-23-42-832 0,0 0-192 16,0 0-16-16,0 0-16 0,31 31-352 16,-31-31 128-16,0 0-128 0,0 0-11712 15,26 0-2368-15</inkml:trace>
  <inkml:trace contextRef="#ctx0" brushRef="#br0" timeOffset="158022.82">17740 9993 10015 0,'2'-3'208'0,"-1"1"48"0,1 0 16 0,0 0 32 0,0 1-304 0,-1 1 0 0,1-2 0 0,0-1 0 0,2 1 3408 0,2 0 624 16,0-2 128-16,1 1 32 0,-2 2-928 0,1-1-176 0,-2 2-32 15,-4 0-16-15,0 0-1456 0,0 0-304 16,0 0-48-16,0 0-16 0,0 0-816 0,38 14-160 0,-38-14-48 0,0 0 0 15,0 0-192-15,31 6 144 0,-31-6-144 16,0 0 128-16,0 0-128 0,34 4 0 0,-34-4 0 16,0 0 0-16,0 0 0 0,0 0 0 0,0 0 0 0,0 0 0 0,0 0 0 15,0 0 0-15,0 0 0 0,0 0 0 0,0 0 0 0,4 40 0 16,-14-32 0-16,-2-2 0 0,-1 2 0 0,0-1 0 16,-1 0-144-16,0-2 144 0,1 2 0 15,1-3 0-15,2 1-128 16,1 0 128-16,3-3 0 0,1 1 0 0,3 0 0 0,1-1 0 15,2 0 0-15,1-1 0 0,3 0 0 0,1-1 0 0,-6 0 0 0,0 0 0 16,29-2 0-16,-29 2 0 16,23-2 0-16,-23 2 0 0,24-2 0 0,-24 2 0 0,25 0 128 15,-25 0-128-15,0 0 0 0,35 6 144 0,-35-6-144 0,0 0 0 16,0 0 0-16,34 19 128 0,-34-19-128 0,0 0 0 0,0 0 0 16,0 0 128-16,11 36-128 15,-14-28 0-15,-3 0 0 0,-1 0 128 0,-4 1 0 0,-2 1 0 16,0-1 0-16,-1 0 0 0,-1 1-128 15,-2-3 0-15,-1 0 0 16,2 0 128-16,-1-2-128 0,2-3 0 0,3-2 0 0,3-1 0 16,3-2-432-16,4-2-64 15</inkml:trace>
  <inkml:trace contextRef="#ctx0" brushRef="#br0" timeOffset="159440.25">18590 9993 11967 0,'2'-3'1072'0,"0"1"-864"0,-1 0-208 0,-1 2 0 15,0-2 1440-15,0 1 240 0,0-1 48 0,0-1 16 16,1 1 976-16,-2-2 192 0,-1 4 32 0,-1 0 16 15,0 2-1024-15,0 0-208 0,-3 1-32 0,0 4-16 16,0-2-672-16,-2 4-144 0,2 3-32 0,-2 2 0 16,0 2-352-16,0 1-80 0,1 4-16 0,0-1 0 15,1 1-128-15,2 0-16 0,4-21-16 0,-3 40 0 16,3-40-16-16,0 0 0 0,13 41 0 0,-13-41 0 16,0 0-80-16,37 16-128 0,-37-16 176 0,34-2-176 15,-16-4 192-15,1-2-192 0,-1-2 192 16,2-3-192-16,-1 0 160 15,0-3-160-15,-4 1 128 0,0 1-128 16,-2 0 0-16,-1-2 0 0,-2 1 128 0,-2-1-128 0,-2 3 0 0,-3-1 0 0,-1 2 0 0,-3 0 0 0,-3 1 0 0,-2 1 0 16,-2 1 0-16,-4-1 0 0,-2-1 0 0,-3 1 0 15,0 1 0-15,0 1 0 0,-1 1 0 0,2 2 0 16,0 5 0-16,2 0 0 0,2 3 0 0,1 3 0 16,0 2 0-16,1 1-18624 0</inkml:trace>
  <inkml:trace contextRef="#ctx0" brushRef="#br0" timeOffset="161174.26">14743 10686 8287 0,'-2'-3'736'0,"1"0"-592"0,0 3-144 0,1 0 0 0,0 0 1504 0,-1-1 272 0,1 0 48 0,-2-3 16 16,-1 1 912-16,0 0 176 0,1 1 32 0,-1 1 16 31,2 0-688-31,-2 1-144 0,1 1-32 0,0 0 0 16,0 1-800-16,-1 3-160 0,1 0-48 0,-3 3 0 16,0 1-608-16,0 3-128 0,-1 4-32 0,-1 1 0 15,0 1-32-15,0 2-16 0,0-2 0 0,0 2 0 16,1-1-112-16,3-2-32 0,1-3 0 15,2-14 0-15,0 0-16 0,0 0 0 0,0 0 0 0,0 0 0 16,0 0-128-16,0 0 0 0,43 20 0 0,-31-28 0 16,2-2 0-16,2-2 0 0,1-2 0 15,-1-1 128-15,0-1-128 16,-1 1 0-16,-2-1-192 0,-1 0 192 16,-2 1-480-1,-4 1 32-15,-2 3 0 16,-3-2 0-16,-1 1 0 15,-2-1 0-15,-2 3 0 0,-2-2 0 16,-3 0 240-16,-2 0 48 0,-2 3 16 16,-1 2 0-16,-1-1 144 15,2 6 0-15,0 0 0 0,0 2 0 16,4 4 256-16,0 1 0 0,2 1-16 0,1 2 0 0,2 0-112 0,2 2 0 0,2-10-128 0,0 0 192 16,0 0-320-16,12 39-80 0,-12-39-16 0,0 0-16368 0</inkml:trace>
  <inkml:trace contextRef="#ctx0" brushRef="#br0" timeOffset="161329.48">14904 10759 11967 0,'-1'-1'1072'0,"0"1"-864"0,1 1-208 0,-1-1 0 16,1 2 2352-16,0-2 416 0,0 2 96 0,-1 1 16 0,1 1 432 16,0 4 80-16,0-1 32 0,0-7 0 0,0 0-1728 0,1 33-352 15,-1-33-64-15,0 0 0 0,0 0-736 16,8 33-144-16,-8-33-16 0,0 0-16 0,0 0-368 0,0 0 128 16,0 0-128-16,0 0 0 0,35 9-208 0,-26-15-112 15</inkml:trace>
  <inkml:trace contextRef="#ctx0" brushRef="#br0" timeOffset="161724.4">15249 10595 13823 0,'2'-3'1216'0,"1"0"-960"16,1 2-256-16,-3-1 0 0,0 2 2080 0,-1 0 368 0,0 0 80 0,1 0 16 15,0 0 912-15,-1 2 192 0,-1 0 48 0,-1 3 0 16,-1 1-1904-16,-1 2-368 15,-1 2-80-15,-2 2 0 0,1 4-896 0,-2-1-160 0,0 3-32 0,-1-1-16 16,1 0-240-16,1-3 128 0,1 0-128 0,2-2 0 16,1-3 0-16,1-4 128 0,2 2-128 0,0-4 0 15,2-1 0-15,1 0 0 0,0-2 0 0,3-1 0 16,0 0 0-16,1-3 0 0,2 1 0 0,0 0 0 16,2 0 0-16,-1-1 0 0,-10 4 0 0,22-2 0 15,-22 2 0-15,0 0 0 0,37 2 0 16,-37-2 0-16,0 0 0 0,0 0 0 15,0 0 0-15,38 19 0 0,-38-19 0 0,0 0 0 0,0 0 0 0,0 0 0 16,3 37 0-16,-7-29 0 0,1-1 0 0,-4 1 0 16,1-1 0-16,-1 0 0 0,0-2 128 0,-2 2-128 0,0-2 224 0,-2 2 0 15,2-3 0-15,-2-1 0 0,1 1-80 0,-2-3-16 16,0 1 0-16,0-2 0 0,0-3-128 0,0 1 0 16,2-1 0-16,-1 0 0 0,1-2 0 0,1-1-224 15,2-1 48-15,2 0-12624 16,2-3-2544-16</inkml:trace>
  <inkml:trace contextRef="#ctx0" brushRef="#br0" timeOffset="161866.92">15219 10654 15663 0,'1'-4'688'0,"0"1"144"16,1-1-656-16,-1 1-176 0,1 3 0 0,-1-1 0 0,1 0 2400 0,2-1 448 0,2-1 96 0,4-2 0 16,0 1-112-16,2-2-16 0,2 2-16 0,0 0 0 15,0 1-1488-15,2 0-288 0,0-1-64 0,1 1-16 16,-1-1-752-16,1 1-192 0,1-1 0 0,-2-1-17664 15</inkml:trace>
  <inkml:trace contextRef="#ctx0" brushRef="#br0" timeOffset="163396.81">16016 10590 2751 0,'2'-1'256'0,"1"0"-256"0,-1 1 0 0,-1-2 0 15,-1 2 1632-15,1 0 288 0,2-3 48 0,0 1 16 16,2-1 1248-16,0-1 256 0,-1 1 48 0,-1 1 16 0,-1 0-704 0,-1 1-144 16,-1 1-16-16,-1 1-16 15,-1 1-912-15,0 1-176 0,-2 1-48 0,1-1 0 0,-1 4-800 0,-2-1-160 16,2 2-48-16,-3 4 0 0,2-2-256 0,-2 6-48 16,0 0-16-16,-1 6 0 0,2-1-208 0,0 2 128 15,2-1-128-15,1-1 0 0,3-21 0 16,0 36 0-16,0-36 0 15,0 0 0-15,0 0 0 0,26 35 0 0,-26-35 0 0,0 0 0 16,39-4 0-16,-22-6 0 0,0-1 0 0,0-1 0 0,-2 2 0 0,0-4 0 16,1-3 0-16,0-1 0 0,-3 1-256 0,-1 0 48 0,-3 1 16 15,-1 2 0-15,-3 2 48 0,0 0 16 16,-4-2 0-16,-3 2 0 16,-2 2 128-16,-2 0 0 0,-3 1 0 0,-3 2 0 0,0 2 128 15,-1 0-128-15,-1 1 128 0,0-1-128 0,-1 3 256 0,0 1 0 0,1 1-16 0,0 1 0 16,2 1-112-16,2 3-128 0,1 0 176 0,3 2-176 15,1-3 0-15,3 3 0 0,1-2 0 0,3 0 0 16,-2-5-256-16,0 0-128 0,0 0 0 16,0 0-17344-16</inkml:trace>
  <inkml:trace contextRef="#ctx0" brushRef="#br0" timeOffset="163585.44">16282 10692 16575 0,'-2'0'1472'0,"0"2"-1168"0,1-2-304 0,0 1 0 0,0 1 2176 0,0 0 384 16,-2 1 80-16,0 1 16 16,-2 4 96-16,0 1 32 0,2 1 0 0,0 1 0 0,3-11-1408 0,0 0-288 15,1 29-48-15,-1-29-16 0,0 0-736 0,0 0-160 16,0 0-128-16,0 0 192 0,34 21-464 0,-25-23-96 16,-2-2-16-16,0 0-17088 0</inkml:trace>
  <inkml:trace contextRef="#ctx0" brushRef="#br0" timeOffset="163963.93">16530 10502 12895 0,'0'-2'1152'0,"0"2"-928"0,0 0-224 0,0 0 0 15,0 0 2400-15,1 0 432 0,-1-1 96 0,0 0 16 16,0 1 608-16,0 0 128 0,-1-2 32 0,1 2 0 15,-1 0-2112-15,0 0-400 16,0 2-96-16,0-1-16 0,-1 2-768 0,0 0-144 16,-2 2-48-16,1-1 0 0,0 4-128 0,-2-1 192 0,0 4-192 0,1-1 192 15,0 0-192-15,-1 1 128 0,1 4-128 0,-1 0 128 0,1 0-128 0,0 2 128 16,-2 2-128-16,1 2 128 16,-1 0 0-1,1 1-128-15,0-3 192 0,1 0-64 0,1 0-128 0,3-19 0 16,-2 31 144-16,2-31-144 0,0 0 0 0,4 33 0 0,-4-33 0 0,0 0 0 0,0 0 0 0,0 0 0 15,0 0 0-15,38 7 0 0,-28-12 0 0,-1-2 0 16,3-3 0-16,-1 1 0 0,1-3 0 0,0 1 128 16,-1-1-128-16,-1 0 0 15,-2 0 0-15,-1 0 0 16,-2 0 0-16,-2 0 0 0,-1 1 0 16,-4 1 0-16,-3 3 0 15,-3-3 0-15,-2 4 0 16,-2 3 0-16,-2 0 0 0,2 3 0 0,-1 3 0 0,-2 2 0 0,-1 4 0 0,0 0 0 0,-1 1 0 0,4 2-208 0,1-3 16 0,5 1-18624 0</inkml:trace>
  <inkml:trace contextRef="#ctx0" brushRef="#br0" timeOffset="165648.43">17298 10529 9423 0,'2'-1'832'0,"-1"1"-656"0,1-2-176 0,0 1 0 16,-1 0 1648-16,-1 1 288 0,2-4 64 0,2-1 16 0,2 0 1120 0,-1-2 240 15,1 2 32-15,-2-3 48 0,0 4-608 0,-1-1-128 16,-1 0-32-16,0 3 48 16,-2 0-1184-16,0 0-224 0,-2 2-48 0,0 2-16 0,0-1-800 0,-1 0-144 15,0 4-48-15,-1 0 48 16,-1 1-320-16,0 3 0 0,-1 4-128 0,0-1 128 0,-1 4-192 0,1 2 192 16,-2 2-208-16,2 2 208 15,1 2-192-15,0 0 48 0,3-1 16 0,-1-3 128 0,3-20-192 16,1 34 48-16,-1-34 16 0,0 0 0 15,0 0-32-15,0 0 0 0,0 0 0 0,30 29 160 0,-20-33-224 0,-1-2 80 16,2-3 16-16,1-3 128 0,-1 0-192 0,1-2 48 16,1-3 16-16,-2 1 0 0,0-3 128 0,0 1-128 15,-3 3 128-15,-1-2-128 0,-1 1 128 0,-2 1 0 0,-2 2 0 0,-2 0 0 16,-2 1 0-16,-1 1 0 0,-3 1 0 16,1-1 0-16,-3 3 0 0,1-1 0 0,-2 2 0 15,-1 1 0-15,0 2 0 0,0 2 0 0,1 0 0 0,-1 4 0 16,1 0 0-16,1 3 0 0,0 2 0 0,0 0 0 15,3 1 0-15,-2 1 0 0,1 2 0 0,-1-1 0 16,2 1-240-16,3-1-16 0,0 0 0 0,2-10-17792 16</inkml:trace>
  <inkml:trace contextRef="#ctx0" brushRef="#br0" timeOffset="165853.85">17542 10584 13823 0,'-2'0'1216'0,"1"0"-960"0,1 2-256 0,0-2 0 0,0 0 2544 0,0 0 464 0,1 0 80 0,0 2 32 16,-1-2 48-16,0 0 16 0,0 0 0 0,0 0 0 0,0 0-1792 0,0 0-368 0,24 38-64 0,-24-38 0 0,0 0-736 0,0 0-224 15,0 0 128-15,0 0-11968 0,0 0-2400 0</inkml:trace>
  <inkml:trace contextRef="#ctx0" brushRef="#br0" timeOffset="166310.43">17749 10469 9215 0,'0'0'816'0,"0"1"-656"0,1 1-160 0,1-2 0 16,-1 0 2944-16,-1 0 576 0,2 0 96 0,1 1 32 15,-3-1 48-15,0 0 16 0,27 1 0 0,-27-1 0 0,24-2-2240 16,-24 2-432 0,26-3-80-16,-14 1-32 0,-12 2-656 0,25-3-128 0,-25 3-16 0,23-2-128 0,-23 2 0 0,0 0 0 15,28 2 0-15,-22 1 0 0,-3-1 0 0,-1 1 0 32,-1 1 0-32,-3-1 0 0,0 2 0 15,-5 1 0-15,0 0 0 16,-4 0 0-16,0 2 0 15,-2 1 0-15,-1-2-128 16,-3 3 128-16,-2-1 0 0,1 0 0 0,0-1 0 0,3 1-144 0,3-4 144 0,2 2 0 0,4-2 0 0,1-1-128 0,2-1 272 0,3 0 64 0,0-3 16 0,0 0 0 16,0 0 80-16,0 0 16 0,0 0 0 0,42 6 0 15,-42-6-144-15,25-4-32 0,-25 4 0 16,26-2 0-16,-26 2-144 0,0 0 192 0,36 3-192 16,-36-3 192-16,0 0-192 0,34 11 128 15,-34-11-128-15,0 0 128 0,0 0-128 0,0 0 0 16,38 24 0-16,-38-24 0 0,0 0 0 0,0 0 0 0,0 0 0 15,-5 30 0-15,-3-23 0 0,-1 0 0 16,-2 3 0-16,0-3 0 0,-1 0 192 0,-2 0-64 0,-3 0 0 0,-1-1 0 16,-2-1-128-16,2-2 0 0,1-2 144 0,1 1-144 15,4-4 0-15,3-1 0 0,1 2 0 0,5-3-12624 16,1 0-2528 0</inkml:trace>
  <inkml:trace contextRef="#ctx0" brushRef="#br0" timeOffset="167711.51">18649 10560 11967 0,'0'-3'1072'0,"0"1"-864"0,-1 1-208 0,1 1 0 16,0 0 1648-16,0-2 272 0,-1 1 64 0,-1-2 16 0,-1 0 624 0,-1-2 112 0,1 1 16 0,-2 1 16 15,1 1-976-15,0 2-208 0,0-2-48 0,0 1 0 31,0 2-576-31,1 1-112 0,-2 1-16 0,1 1-16 0,0 1-368 0,-1 2-64 0,0 1 0 0,-1 3-16 16,0 3-96-16,1 0-16 16,-1 5 0-16,1 0 0 0,0 2-80 0,2 2-32 0,3-23 0 0,-2 37 0 15,2-37-144-15,0 0 128 0,0 0-128 0,23 39 128 16,-23-39-128-16,0 0 0 0,31 4 144 16,-17-8-144-16,3-4 128 15,0-2-128-15,3-4 160 0,0-3-160 0,1-1 192 0,-2-2-64 0,-1-1-128 0,-2 2 192 0,-4 1-192 16,-1 1 0-16,-2 0 0 0,-2 1 0 0,-3 1 0 15,-3 1 0-15,-3 0 0 0,-3 2 0 0,-4 0 0 16,-3 3 0-16,-3 1 0 0,-5 2 0 0,0 3 0 0,-2 1 0 16,1 6 0-16,0 0 0 0,1 2 0 0,2 2-160 15,2 1 160-15,1 2-128 16,2 1-384 0,2-2-80-16</inkml:trace>
  <inkml:trace contextRef="#ctx0" brushRef="#br0" timeOffset="168922.16">14283 10959 1839 0,'-1'-5'160'0,"0"1"-160"32,0 1 0-32,0 0 0 0,0 1 672 0,1 1 96 0,0-1 32 0,0-1 0 0,1-1 160 0,-1-4 48 15,1 0 0 1,0 1 0-16,1 1-352 0,-1-1-64 16,1 5-16-16,-1-3 0 0,0 2-304 0,0 0-64 15,0 2-16-15,0-3 0 0,-1 3 0 0,1-1-16 16,-1-1 0-16,1 1 0 0,-1 0 448 0,1 0 80 0,-1 1 32 0,1-3 0 15,-1 3 416-15,0-2 64 0,0 0 32 0,1 0 0 16,-1 0 96-16,0 1 32 0,-1-2 0 16,0 1 0-16,1 1-32 0,-1-1-16 0,0 1 0 0,0 2 0 15,0-1-144-15,-1 0-32 0,1 2 0 0,-1 0 0 16,1 1-240-16,-1 1-48 0,1 2-16 0,0 1 0 16,0 0-368-16,1 3-80 0,0 3-16 0,0-12 0 15,3 29-160-15,-3-29-32 0,5 35-16 0,-5-35 0 16,7 38-176-16,-7-38 0 0,9 38 144 15,-9-38-144-15,8 37 0 0,-8-37 144 0,0 0-144 16,11 46 0-16,-11-46 144 0,0 0-144 0,9 41 0 16,-9-41 144-16,0 0-16 0,6 39-128 0,-6-39 192 15,4 31-64-15,-4-31 0 16,0 31-128-16,0-31 192 0,-2 33-64 0,1-18-128 16,-1 1 0-16,1 0 144 0,-1 1-144 15,1-2 0-15,0-1 0 0,0 1 0 0,0-2 128 0,1 0-128 0,-1-2 0 0,1-11 0 0,-1 18 0 0,1-18 0 0,0 0 0 16,-1 15 0-16,1-13 0 0,0-2 0 0,0 0 0 15,1 0 0-15,-1-2 0 0,1 2 0 0,-1-3 0 16,1 0 0-16,-1 0 0 16,2-2 0-16,0 1 0 0,0 1 0 0,0-2 128 15,0 2-128-15,1 1 144 16,-2 0-144-16,2 2 160 0,-1 0-160 0,1 1 0 16,-1 2 144-16,0 0-144 0,-2-3 128 0,0 0-128 0,0 0 160 0,0 0-160 0,23 40 160 0,-23-40-160 0,0 0 160 0,0 0-160 15,29 33 128-15,-29-33-128 0,0 0 0 0,0 0 0 16,37 22 160-16,-37-22-160 0,0 0 160 15,0 0-160-15,38 14 176 0,-38-14-176 16,0 0 192-16,0 0-192 0,0 0 160 0,39 8-160 0,-39-8 128 16,0 0-128-16,0 0 0 0,33 0 128 0,-33 0-128 0,18-4 0 15,-11 2 0-15,0 0 0 0,3-3 0 0,-1-2-18496 16</inkml:trace>
  <inkml:trace contextRef="#ctx0" brushRef="#br0" timeOffset="170337.11">14778 11244 2751 0,'1'-2'256'0,"-1"2"-256"0,0 0 0 0,0 0 0 0,0 0 480 16,-1 0 48-16,1 0 16 0,0-1 0 0,-1 1 272 0,0-1 48 15,1 2 16-15,-1-1 0 0,0 1-80 0,0-1-16 16,0 0 0-16,1 0 0 0,-1 0 544 0,1-1 96 16,-1 0 32-16,1-1 0 15,0-1 416-15,0 1 96 0,0-3 16 0,0 3 0 16,-1-3 0-16,1 0 0 0,-1 1 0 0,1 1 0 16,-1 0-544-16,1 1-96 0,-1 0-32 0,-1 2 0 0,1 0-544 0,-1 1-128 15,-1 2 0-15,0 0-16 0,-1 3-288 0,1 0-48 0,-1 1-16 0,-1 3 0 16,0 4-64-16,-2 2-16 15,1 6 0-15,0 0 0 16,2 1-16-16,-2 0-16 0,2 1 0 0,2 0 0 0,0-3-160 16,0-4 0-16,2-17 144 15,2 28-144-15,-2-28 0 0,0 0 128 0,0 0-128 0,0 0 0 0,0 0 0 0,0 0 144 0,26 32-144 0,-20-36 0 16,2 0 192-16,0-3-64 0,1 0 0 0,2-5-128 16,1 0 192-16,1-1-64 0,0-2 0 0,-1-4-128 15,0 2 0-15,1-1 0 0,-2 0 0 0,-2 2 0 16,-2-1 0-16,0 0 0 0,-2 0 0 0,-2 0 0 15,-2 2 0-15,-2-2 0 0,-3 3 0 0,-1-2-144 16,-2 4 144-16,-1 0 0 0,-1 2 0 0,0 3 0 16,-1 2 0-16,0 3 0 0,0 2 0 0,0 2 0 0,-1 1 0 15,2 4 0-15,2-2 0 0,-1 4 0 0,3 1 0 0,1-1 0 16,2 0 0-16,1 1 0 16,1-10-768-16,0 0-64 15,0 0 0-15,0 0-16272 0</inkml:trace>
  <inkml:trace contextRef="#ctx0" brushRef="#br0" timeOffset="170494.95">15008 11320 23951 0,'0'3'1056'0,"0"-1"224"0,0 1-1024 0,-1-1-256 0,1 0 0 0,0-1 0 31,1 3 1744-31,-1-1 304 0,0 3 48 0,0-6 16 0,0 0-832 0,3 30-176 0,-3-30-16 0,0 0-16 16,0 0-1072-16,0 0 0 15,0 0-128-15,0 0-15488 0</inkml:trace>
  <inkml:trace contextRef="#ctx0" brushRef="#br0" timeOffset="170904.3">15213 11209 16575 0,'-3'3'736'0,"0"-1"160"0,1 0-720 0,0 0-176 0,0 1 0 0,1-1 0 0,-1 1 2048 0,1-1 368 16,-2 6 80-16,-3 3 0 0,1 3 224 0,-2 1 32 16,1 1 16-16,0 0 0 0,2 1-1248 0,-1-2-256 15,5-15-48-15,-4 28-16 0,4-28-752 0,-1 24-160 16,1-24-32-16,0 0 0 0,0 0-256 0,0 0 128 16,22 35-128-16,-22-35 0 0,0 0 128 0,0 0-128 15,34 7 0-15,-34-7 0 0,0 0 0 0,0 0 0 16,43 8 128-16,-43-8-128 0,0 0 0 0,0 0 0 15,38 16 128-15,-38-16-128 0,0 0 0 16,0 0 0-16,0 0 0 0,0 0 0 0,26 33 160 0,-26-27-160 16,-2-2 128-16,-2 3-128 0,-3-3 192 15,0 2-32-15,-2 0-16 0,-1-1 0 16,-2 1-144-16,-1-3 160 16,-1 0-160-16,-1-1 160 0,-1-1-160 15,0 1 0-15,0-4 0 16,1-1 0-16,0-2 0 15,1 1 0-15,3-4-144 0,2-1 144 0,2-3-1200 16,2 0-128-16,2-2-16 16,3-5-16016-16</inkml:trace>
  <inkml:trace contextRef="#ctx0" brushRef="#br0" timeOffset="170967.9">15177 11235 17503 0,'2'-2'768'0,"-1"0"176"0,0 1-752 0,0 1-192 0,0 0 0 0,0 0 0 0,0 0 2496 0,2 0 480 0,2 0 96 0,2 0 0 0,-7 0-448 0,0 0-80 0,37-2-32 0,-37 2 0 0,35-2-1616 0,-15-3-320 15,1 0-64-15,2 1 0 0,0-2-704 0,2 0-144 16</inkml:trace>
  <inkml:trace contextRef="#ctx0" brushRef="#br0" timeOffset="171644.96">16099 11209 15663 0,'-3'-2'1392'0,"2"1"-1120"15,0-1-272-15,1 2 0 0,0 0 1808 0,0-1 304 0,-1 0 64 0,0-3 16 16,0 1 688-16,-1 0 144 0,-1 0 32 0,1 2 0 16,0 1-1328-16,0 0-272 0,0 2-48 15,-1 0-16-15,-1 3-880 0,0 1-192 16,1 1-16-16,-3 2-16 0,2 2-144 0,-2 3-16 0,0-2-128 0,0 5 192 16,0 0-192-16,1 1 144 0,-2 4-144 0,3-1 128 15,-1 0-128-15,1 3 128 0,2-1-128 16,2-23 128-16,0 39-128 0,0-39 192 0,5 31-192 0,-5-31 192 15,0 0-192-15,0 0 0 0,0 0 144 0,36 24-144 16,-26-27 0-16,1-3 0 0,1-1 0 0,0-4 0 16,-2 2 0-16,1-3 0 0,0-5 0 0,-1 2 0 0,1-3 0 0,-2-1 0 15,-1-2 0-15,0 0 0 16,-2 0 0-16,-2 4 0 0,-1-2 0 0,-3 2 0 0,-2 3 0 0,-3-2 0 16,0 2 0-16,-4 1 0 0,-1-1 0 0,-2 2 0 15,-1 3 0-15,-1 1 0 0,0 2 0 0,-1 1 0 16,1 3 0-16,1 4 0 0,3 1 0 0,1 2 0 15,0 1 0-15,2 1 0 16,3 1 0-16,0 0 0 0,2 0 0 0,2-1 0 0,2 0-208 0,-2-7-16 16,0 0 0-16,0 0-18160 0</inkml:trace>
  <inkml:trace contextRef="#ctx0" brushRef="#br0" timeOffset="171833.8">16269 11358 23951 0,'1'0'1056'0,"0"-2"224"0,-1 2-1024 0,1-1-256 0,0 1 0 0,-1 1 0 16,1-1 2128-16,0 2 368 0,1 1 80 0,-2-3 16 15,0 0-816-15,0 0-176 0,0 0-16 0,15 33-16 16,-15-33-1104-16,0 0-208 0,0 0-64 0,0 0-11840 31,0 0-2368-31</inkml:trace>
  <inkml:trace contextRef="#ctx0" brushRef="#br0" timeOffset="172210.48">16472 11154 12895 0,'-1'0'1152'0,"1"0"-928"16,0 0-224-16,-1 0 0 0,1 1 2128 0,-1 1 384 16,0 0 80-16,-1 1 16 0,-1-1 800 0,1 3 176 15,-1 2 16-15,1-2 16 0,-1 3-1840 0,1 0-368 16,1-2-80-16,-1 3-16 0,0-3-848 0,-1 4-160 15,1-2-48-15,-1 1 0 0,2 0-256 0,-1 1 128 16,0-1-128-16,0 3 0 0,-1 0 176 0,3-12-176 16,-2 23 160-16,2-23-160 0,0 0 192 0,0 0-48 15,7 34-16-15,-7-34 0 0,0 0-128 0,0 0 192 16,0 0-192-16,0 0 192 0,39 18-192 0,-39-18 192 0,0 0-192 0,0 0 192 16,39 6-192-16,-39-6 0 0,0 0 0 15,0 0 0-15,41 16 0 0,-41-16 0 16,0 0 0-16,0 0 0 0,0 0 0 0,37 26 0 0,-37-26 0 15,0 0 0-15,0 0 0 16,0 0 0-16,2 31 128 0,-7-26-128 0,0-1 0 0,-2 2 0 0,-2 0 0 0,-1-1 0 16,-2 2 0-16,0-2 128 0,0-2-128 0,-1 1 0 15,2-2 128-15,-1 0-128 0,0-2 0 0,1 0 128 16,1-2-128-16,1-2 0 0,3-1 0 0,-1-1 0 16,2 0-240-16,0-3-16 0,2-1-16 0,1-4-18560 15</inkml:trace>
  <inkml:trace contextRef="#ctx0" brushRef="#br0" timeOffset="172351.79">16449 11176 18431 0,'0'0'816'15,"1"0"160"-15,0 1-784 0,0 0-192 0,1-1 0 0,0 2 0 0,0-2 2608 0,1 1 464 16,-3-1 112-16,0 0 16 0,0 0-592 0,39 11-112 16,-39-11-32-16,29 1 0 15,-29-1-1552-15,33-1-304 0,-33 1-64 0,31-4-16 0,-16 1-528 0,1-2 0 16,-16 5 0-16,30-8-18032 0</inkml:trace>
  <inkml:trace contextRef="#ctx0" brushRef="#br0" timeOffset="173719.46">17299 11200 5519 0,'1'-5'496'0,"0"2"-496"0,0 1 0 0,0 1 0 16,-1 0 1392-16,0-1 176 0,1-1 32 0,1-3 16 16,-1-2 1312-16,0 1 256 0,0-1 48 0,-1 0 16 15,-1 2-352-15,0-1-64 0,0 3-16 0,-1 1 0 16,-1 1-1088-16,0-1-208 0,0 3-48 0,0 0-16 15,-1 1-768-15,0 3-160 0,0 1-16 0,0 3-16 16,-2 3-272-16,1 3-48 0,-1 0-16 0,0 5 0 16,0 3-160-16,0 6 128 0,-1 3-128 0,2 0 128 15,2 2-128-15,0-5 0 16,2 3 0-16,2-5 0 0,-1-26 0 16,8 44 0-16,-8-44 0 0,0 0 0 0,23 35 0 0,-23-35 0 0,0 0 0 0,36-6 0 0,-20-2 0 0,0-5 0 15,5-3 0-15,-2-5 0 0,3-6 0 16,-1-1 0-16,-1-3 0 0,-3 5 0 0,-3 0-176 0,-4 2-64 15,-2 3-16-15,-3 2 0 16,-3 0-256-16,-4 2-64 16,-3 1-16-16,-2 2 0 0,-2-1 336 0,-4 1 64 15,-2 2 0-15,-3 0 16 0,0 3 176 0,0 2 0 0,2 2 0 0,0 3 0 0,2 4 256 0,0 0-32 16,1 6 0-16,2-1 0 0,0 2 32 0,2 3 0 16,4-2 0-16,0-1 0 0,2 5-256 0,2-2 0 0,1-12 0 15,0 0-11584 1,10 33-2336-16</inkml:trace>
  <inkml:trace contextRef="#ctx0" brushRef="#br0" timeOffset="173924.14">17599 11344 15663 0,'-4'0'688'0,"1"0"144"0,1 0-656 0,1 0-176 0,1 0 0 0,0 0 0 15,0 0 2672-15,1 2 496 0,0-1 96 0,1 3 32 0,0-1-352 0,-2-3-64 16,0 0 0-16,0 0-16 16,0 0-1712-16,0 0-352 0,20 40-64 0,-20-40-16 0,0 0-528 0,0 0-192 15,0 0 144-15,0 0-144 16,0 0-432-16,0 0-160 0</inkml:trace>
  <inkml:trace contextRef="#ctx0" brushRef="#br0" timeOffset="174348.35">17805 11122 13823 0,'0'2'1216'16,"1"-1"-960"-16,0 0-256 0,-1-1 0 0,1 2 2144 0,0-1 384 0,-1-1 80 0,0 0 16 16,0 0 448-16,0 0 80 0,0 0 32 0,44 19 0 15,-44-19-1808-15,26 0-352 0,-26 0-80 0,27-3-16 16,-27 3-672-16,24-5-128 0,-14 3-128 0,-1-2 192 15,-1 3-192-15,-2-1 0 0,-1-1 0 0,-3 3 0 16,-1 0 0-16,-2 3 0 0,-2-1 0 0,-2 1 0 16,-2 1 0-16,-2 2 0 0,-2 2 0 0,-3 0 0 15,1 1 0-15,-1 0 0 0,-2 3 0 0,-1-1 0 16,2 0 0-16,1 1 0 0,2-3 128 0,3-2-128 16,3 0 240-1,3 0-48-15,2-2 0 0,1-5 0 0,0 0 96 16,0 0 16-1,0 0 0-15,0 0 0 0,41 19-176 0,-41-19-128 0,28 0 192 0,-28 0-192 0,33-2 144 0,-33 2-144 0,35 0 0 0,-35 0 144 0,36 2-144 0,-36-2 0 16,33 7 0-16,-33-7 0 0,0 0 0 0,36 17 0 16,-36-17 0-16,0 0 0 0,0 0 0 15,0 0 0-15,16 38 128 0,-22-31-128 16,-1 2 0-16,-4 1 192 16,-3 2-192-16,-4 2 192 15,-2-2 0-15,-2 0 16 0,-1 0 0 16,0 0 0-16,-1-3-64 0,1 0-16 0,0-1 0 0,4-2 0 0,0-3-128 0,5-1 0 15,5-1 0-15,4-2-12576 0,4-1-2544 0</inkml:trace>
  <inkml:trace contextRef="#ctx0" brushRef="#br0" timeOffset="175263.26">18554 11206 6447 0,'0'-2'576'0,"0"2"-576"0,0 0 0 15,0 0 0-15,0 0 1280 0,1-1 128 16,0 0 48-16,-1-1 0 0,0 0 816 0,0-1 160 16,0 1 48-16,-1-1 0 0,1 2-80 0,-2 0-16 0,1 1 0 0,0-2 0 15,-1 2-464-15,-1 0-80 0,1 0-32 0,-2 0 0 16,0 2-720-16,0-2-128 0,-1 2-48 0,0 0 0 16,1 3-400-16,-2 0-96 0,1 0-16 0,-1 2 0 15,0 2-224-15,-1 1-48 0,0 4-128 0,-1 1 192 16,1 2-192-16,-1 1 176 0,2 2-176 0,-1 0 160 15,3-1-160-15,-1 0 160 16,5-19-160-16,-2 36 160 0,2-36-160 16,0 0 192-16,10 35-192 0,-10-35 192 0,0 0-192 0,0 0 0 0,0 0 0 0,43 12 128 0,-30-19-128 0,1 0 0 15,1-3 144-15,1-4-144 0,0 1 128 0,0-2-128 16,0-2 160-16,-3 0-160 0,-2 3 0 0,-1 0 0 16,-2 0 0-16,-1 2 0 0,-1-2 0 0,-4 0 0 15,0 2 0-15,-2 0 0 0,-2 0 0 0,-3 0 0 16,-3 0 0-16,-2 2 0 0,-3-1 0 0,-3 2 0 15,-1 1 0-15,-4 4 0 0,2-1 0 0,-2 5 0 16,0 0 0-16,1 2 0 0,1 1-224 0,3 1-32 16,2 3-16-16,4 0-18224 0</inkml:trace>
  <inkml:trace contextRef="#ctx0" brushRef="#br0" timeOffset="176587.99">19012 9206 10127 0,'-1'0'896'0,"1"0"-704"0,0 2-192 0,0-2 0 16,0 0 1440-16,-1 0 256 0,1 2 48 15,0-1 16-15,-1 3 352 0,2-1 64 0,0-1 0 0,-1 0 16 16,2 0-464-16,1-2-112 0,0 1-16 0,1-1 0 0,1 0-400 0,0-1-96 16,2-1-16-16,0 1 0 15,2 0-384-15,-1-1-96 0,0-1-16 0,2 1 0 16,-1 0-192-16,-1 1-32 0,-1 1-16 0,0 0 0 0,0 0-144 16,1 0-16-16,-1 1-16 0,1 0 0 0,-3 2-176 0,1-3 160 15,-1 3-160-15,-1-3 160 0,1 2-160 0,-2-2 0 16,-1 0 0-16,0 0 128 0,0 0-128 0,-2 0 0 15,0 1 0-15,0-1 0 0,-1 1 0 0,0-1 0 16,-1 2 0-16,0-2 0 0,0 1 128 0,-1 1-128 16,1 1 128-16,-1 0-128 0,1 0 128 0,0 0-128 15,-1-1 128-15,1 1-128 0,0 1 176 0,0-1-48 16,0 2-128-16,2 1 192 0,-2-1-16 0,0 2-16 16,0 1 0-16,1 1 0 0,-1 0-32 0,1 1-128 15,-1 0 192-15,1 2-64 0,1-12-128 16,0 0 0-16,-3 37 144 0,3-37-144 15,0 0 128-15,-3 41-128 0,3-41 128 16,-1 30-128-16,1-30 0 0,0 0 144 0,4 50-144 0,-4-50 0 16,3 38 128-16,-3-38-128 0,3 41 0 0,-3-41 0 0,6 40 0 0,-6-40 0 0,6 40 0 0,-6-40 0 15,8 38 0-15,-8-38 0 0,6 40 0 0,-6-40 0 16,6 45 128-16,-6-45-128 0,3 45 0 0,-3-45 0 16,2 43 0-16,-2-43 0 0,0 42 128 0,0-42-128 15,0 41 0-15,0-41 0 0,0 35 128 0,0-35-128 16,0 34 0-16,0-34 0 15,2 31 128-15,-2-31-128 0,1 33 0 16,-1-33 0-16,3 33 0 0,-3-33 0 0,2 35 128 0,-2-35-128 0,3 36 0 0,-3-36 0 0,0 40 0 0,0-40 0 16,0 40 0-16,0-40 0 0,-1 46 0 0,1-46 0 15,-3 39 128-15,3-39-128 16,-2 37 0-16,2-37 0 0,-2 38 0 0,2-38 0 0,-3 40 0 16,3-40 0-1,-2 39 0-15,2-39 0 0,-1 39 128 0,1-39-128 0,-1 38 0 0,1-38 0 16,-1 36 0-16,1-36 0 0,2 38 0 0,-2-38 0 15,-1 35 0-15,1-35 0 0,-1 35 128 0,1-35-128 0,-3 36 128 0,3-36-128 0,-3 37 192 0,3-37-192 16,-3 37 144-16,3-37-144 0,-5 38 0 0,5-38 144 16,-5 33-144-16,5-33 0 0,-3 33 0 15,3-33 128-15,-3 33-128 0,3-33 0 0,-2 31 0 16,2-31 0-16,0 0 0 0,-1 40 0 0,1-40 0 16,0 0 0-16,3 38 0 0,-3-38 0 0,0 0 0 0,3 34 128 15,-3-34-128-15,0 0 0 0,4 32 144 0,-4-32-144 16,0 0 144-16,0 0-144 0,5 38 192 0,-5-38-192 15,0 0 192-15,0 0-192 0,4 38 192 0,-4-38-192 0,0 0 192 0,3 30-192 16,-3-30 192-16,0 0-192 16,0 0 176-16,6 32-176 0,-6-32 160 15,0 0-160-15,0 0 176 0,0 0-176 0,0 0 192 0,5 32-192 16,-5-32 192-16,0 0-192 0,0 0 192 0,0 0-192 0,0 0 192 16,0 0-64-16,0 0 0 0,1 30-128 0,-1-30 208 15,0 0-64-15,0 0-16 0,0 0 0 0,-3 24 16 0,3-24 0 16,0 0 0-1,0 0 0-15,-4 18-16 0,4-18-128 0,0 0 192 0,0 0-64 0,0 0 0 0,-5 18-128 16,4-14 192-16,-1-2-64 0,2 0-128 16,-2 1 192-16,0 0-192 15,-1 0 192-15,0 0-192 0,0 0 160 0,-1 2-160 0,0-2 160 0,-1 1-160 0,0 3 128 16,-2-3-128-16,-1 4 128 0,-2 1-128 0,-1 0 128 0,-2 3-128 0,-3 0 128 16,-2 2-128-16,-1 1 0 0,-4 4 0 0,-5-4 0 15,-5 0-208-15</inkml:trace>
  <inkml:trace contextRef="#ctx0" brushRef="#br1" timeOffset="182476.91">20597 10166 18431 0,'1'0'1632'0,"1"-2"-1312"0,0 2-320 0,-2 0 0 16,1 0 1168-16,0 0 176 0,1-2 16 0,1 1 16 16,2-1 544-16,0-1 96 0,2 1 32 0,-2-2 0 15,2 1-192-15,-3 0-48 0,1 1 0 0,0 0 0 16,-2 0-784-16,0 0-176 0,-1 1-16 0,0-1-16 15,-1 2-432-15,-1-1-64 0,0 1-32 0,-2 0 0 16,0 0-128-16,-3 0-32 0,1 3 0 0,-4-2 0 0,1 3-128 0,-3-2 0 31,-1 3 0-31,-2 0 0 0,-1-1 0 0,-3 1 0 0,-2 0 0 0,-2 0 0 16,-2 2 0-16,-2-2 0 0,-3 2 0 16,-2 2 0-16,-3-2 0 0,-2 5 0 0,-2 0 0 0,-1 0 0 0,2 0 0 0,1-3 0 15,4 1 0-15,3-1 0 0,2-1 0 0,3-2 0 16,3 1 0-16,3-4 0 0,1-1 0 15,2 0 0-15,2-4 0 0,2 2 0 0,2-2 0 0,2 0 0 16,2-1 0-16,1 1 0 0,2 1 0 0,2-1 0 16,1 1 0-16,2 0 0 0,1-1 192 0,1 2-64 15,1-2 0 1,2 2 0-16,-1 0-128 0,1 0 0 16,2 0 0-16,0 2 0 0,-1-2 0 0,0 2 0 15,-1-2 0-15,1 1 0 16,-1 0 0-16,1 1-144 0,-1 1 144 0,1-1-18736 15</inkml:trace>
  <inkml:trace contextRef="#ctx0" brushRef="#br1" timeOffset="182792">20461 10296 3679 0,'2'-2'320'0,"1"0"-320"16,-1 2 0-16,-2 2 0 0,1-2 1216 0,2 0 192 15,0 0 16-15,1 0 16 0,3 0 32 0,-1 1 16 0,1 0 0 0,-2 1 0 0,-5-2-144 0,0 0-48 32,0 0 0-32,0 0 0 0,0 0 160 0,0 0 16 15,0 0 16-15,0 0 0 0,0 0-208 0,-14 22-32 0,6-20-16 0,-1 0 0 0,-2 1-400 0,0 0-64 16,-2-1-32-16,-1 0 0 0,0 1-112 0,-3 1-32 16,-2 0 0-16,-1 0 0 15,-2 1-272 1,-2 0-48-16,-1 1-16 0,-2 0 0 0,-1 2-64 0,-1-1-32 15,0 1 0-15,1-1 0 16,3 1-160-16,0 0 192 0,4-3-192 0,2 0 192 0,3 0-64 0,3-1-128 16,2-1 192-16,3 1-64 0,3-1-128 0,1-1 0 0,2 0 0 0,4-1 0 15,1 0-432 1,3-1-16-16</inkml:trace>
  <inkml:trace contextRef="#ctx0" brushRef="#br1" timeOffset="183328.47">20292 10042 8287 0,'4'-4'736'0,"-2"0"-592"0,0 3-144 0,1-2 0 0,-2 2 1120 0,0 1 192 15,2-2 32-15,2-3 16 0,1-1 912 0,-1 2 176 16,0 1 48-16,-2-1 0 0,-2 3-256 0,-1 1-32 15,-2 0-16-15,-1 1 0 0,-1 1-624 0,0 0-128 16,-1 1-32-16,-2 1 0 0,0-1-528 0,-1 4-112 16,-1-3-32-16,-1 4 0 0,0-3-352 0,-2 3-80 15,0 1-16-15,-2 2 0 0,0 1-160 0,-2-1-128 16,1 2 144-16,-2 1-144 0,-2 0 128 0,-1 1-128 0,-2 2 0 0,-2 1 144 16,-1-1-144-16,1-1 0 15,1 1 0-15,-1 0 0 0,0 1 128 16,0 1-128-16,2-4 0 15,3-1 128-15,2 0-128 0,2-4 0 0,3 1 144 0,3-2-144 0,2-1 160 0,1-1-32 16,2 0-128-16,4-7 192 0,0 0-192 0,0 0 176 0,0 0-176 0,0 0 160 16,0 0-160-16,-6 36 192 0,6-36-192 0,0 0 192 15,0 0-192-15,0 0 128 0,0 0-128 0,0 0 128 16,0 0-128-16,0 0 128 0,9 40-128 0,-9-40 128 0,0 0-128 0,0 0 0 16,0 0 0-16,0 0 128 0,0 0 16 15,0 0 0-15,0 0 0 0,0 0 0 0,0 0 0 16,0 0 0-16,0 0 0 0,0 0 0 0,24 14 32 0,-22-14 0 15,1 0 0-15,-1 0 0 0,1 0-48 0,1 2-128 16,1-2 192-16,-1 3-64 0,1-1-128 0,1 1 192 16,-6-3-192-16,0 0 192 0,35 18-64 0,-35-18-128 15,35 24 192-15,-35-24-64 16,42 28-128-16,-42-28 128 0,49 32-128 0,-23-17 128 16,-1 0-128-16,1 2 0 15,2-3 0-15,2-2 0 0,2-2-256 0</inkml:trace>
  <inkml:trace contextRef="#ctx0" brushRef="#br1" timeOffset="185315.56">21019 10033 4607 0,'-3'-4'400'0,"1"3"-400"0,1 1 0 0,0-2 0 16,1 2 1952-16,0 0 304 0,1 0 64 0,0 0 16 16,0-2-176-16,1 2-48 0,2 0 0 0,-1 0 0 15,2 0 160-15,1 2 32 0,1-2 0 0,1 1 0 16,-8-1-640-16,23 1-112 0,-9-2-16 0,1 0-16 16,4-1-544-16,0-1-96 0,3-2-32 0,-2 1 0 15,1-1-496-15,-4 0-96 0,0 1-32 0,-3 1 0 0,-3 1-224 16,-2-1 0-16,-2 3 0 0,-3-2 0 15,-1 2-448-15,-3 2-16 0,-1-1-16 0,-3 3 0 16,-2-1-1888-16,-1-1-384 0,-1 2-80 0,-2-1-16 16,1 0 336-16,-3 0 64 0,1 0 16 0,0-2 0 15,1 3 1568-15,1-3 320 0,0 1 64 0,1 0 16 0,3-2 656 0,-1 2 144 16,1-1 32-16,2 1 0 0,1 0 848 0,0 1 160 16,1-1 32-16,1 2 16 0,1 1 48 0,0 0 0 15,-1-5 0-15,0 0 0 0,0 0-320 0,6 45-48 16,-6-45-16-16,1 31 0 15,-1-31-336-15,-1 38-80 0,1-38-16 16,-5 42 0-16,1-22-144 0,0 1-48 0,0 0 0 16,4-21 0-16,-7 38-288 0,7-38-176 15,-4 29 192-15,4-29-192 0,0 0 0 0,0 0 0 16,4 33 0-16,0-31 0 0,1 0-288 0,0-5-112 0,3-2-32 0,3-3-15008 0</inkml:trace>
  <inkml:trace contextRef="#ctx0" brushRef="#br1" timeOffset="185725.27">21512 9827 24879 0,'2'-7'1088'0,"-1"4"256"0,1 1-1088 0,-1 0-256 0,0 2 0 0,-2 2 0 15,2-2 1040-15,-2 3 160 0,0 3 16 0,-1 4 16 0,-1 2 208 0,-1 4 32 16,-2 6 16-16,-1 4 0 0,-1 1-496 0,1 2-96 16,-2 3-32-16,1-1 0 0,1 4-224 0,-2-2-32 15,1 3-16-15,1 1 0 0,0-2-288 16,1-1-64-16,2-1-16 0,0-4 0 15,1-3-224-15,3-26 0 0,-3 43 0 0,3-43 0 0,0 30 0 16,0-30 0-16,0 0 0 0,0 0 0 0,0 0 0 0,0 0 0 16,0 0 0-16,0 0 0 0,0 0 0 0,15-3 0 15,-13-8 0-15,0-1 0 16,0-2 0-16,-1 0 0 0,0 0 0 16,-1-3 0-16,1 3 0 0,-1 0-128 0,1 0 128 0,0 4 0 0,1-1 0 0,0 3 0 0,2 1 0 0,1 0 0 15,0 2 0-15,2 0 0 0,1 3 0 16,0-3 0-16,3 1 0 0,0 3 176 0,0-2-176 15,1 2 160-15,-12 1-160 0,25 1 160 0,-25-1-160 0,0 0 160 16,34 13-160-16,-34-13 0 0,0 0 0 0,0 0 0 16,31 40 0-16,-31-40 0 0,0 0 0 0,5 48 0 15,-5-48 0-15,-3 33 0 0,3-33 0 16,-10 32 0-16,5-17 0 0,-2-3 0 16,1 0 0-1,0-2 0-15,3-4 0 16,1-3 0-16,1-2 0 0,2-2 0 0,2-4 0 0,1-2 0 0,4-2 0 0,0-2-18288 0</inkml:trace>
  <inkml:trace contextRef="#ctx0" brushRef="#br1" timeOffset="186125.79">21761 10256 19343 0,'0'0'848'0,"0"-2"192"0,1 2-832 0,1-3-208 0,-1 3 0 15,1-2 0-15,1 0 1104 16,1 1 176-16,2-3 48 0,4 1 0 0,2-2 368 0,1-1 80 0,1 1 16 15,0 2 0 1,1 1-224-16,0-2-32 0,-15 4-16 0,32-3 0 0,-16 1-608 0,-1 1-112 0,-15 1-32 0,31-3 0 16,-17 0-448-16,0 0-80 0,-1 0-32 0,-1 0 0 15,0-2-208-15,0 0 0 16,0 0 0-16,-2-3 0 0,0 2 0 0,-1-2 128 0,0-1-128 16,-2-1 0-16,-1 1 0 0,-2-1 0 15,-1-1 0-15,-1 1 0 0,-2 1 0 16,-2-1 0-16,-1 1 0 15,0 2 0-15,-2 2 144 0,-1 2-16 16,-1 1 0-16,-2 4 0 0,-3 1 64 16,-2 4 0-16,-3 1 0 0,-1 5 0 0,-5 2-192 0,0 3 192 0,-1 1-192 0,2 1 192 0,1 1-192 0,3 1 160 0,1 1-160 0,4 0 160 15,3-1 80-15,3-1 16 16,3-4 0-16,4-17 0 0,0 0 16 0,0 0 16 0,20 40 0 0,-20-40 0 0,35 7-32 0,-13-7-16 16,3-2 0-16,1-3 0 0,0 0-112 15,2-2 0-15,1 0-128 0,1-2 192 0,0 2-192 0,-3 2 0 16,-3-2 0-16,0 3-13232 15,0-1-2640-15</inkml:trace>
  <inkml:trace contextRef="#ctx0" brushRef="#br1" timeOffset="187204.87">22742 9751 7359 0,'2'-3'656'0,"-1"1"-528"15,0 0-128-15,-1 2 0 0,0 0 1216 0,0 0 224 16,0 0 32-16,1 0 16 0,0-2 464 0,-1 4 96 16,-1 0 0-16,0 3 16 0,-1 4-160 0,2-9-48 15,0 0 0-15,-7 43 0 0,7-43-640 0,-3 47-128 16,1-16-16-16,1 2-16 0,-1 1-112 0,0 1-32 15,0 1 0-15,0-3 0 0,2-33-160 0,-7 57-48 0,2-25 0 0,1-2 0 16,4-30-384-16,-7 54-96 16,7-54-16-16,-3 45 0 0,3-45-208 0,0 0 0 0,0 43 0 15,0-43 0-15,0 0 0 0,0 0 0 0,0 0-192 16,0 0 192 0,26 0-1216-16,-19-10-144 15,0-1-32-15,2-1-13600 0</inkml:trace>
  <inkml:trace contextRef="#ctx0" brushRef="#br1" timeOffset="187506.47">22878 10045 3679 0,'1'-5'320'0,"0"3"-320"0,0 0 0 0,-1 0 0 0,0 1 2112 0,0 1 368 16,0-3 64-16,-1-1 16 0,1-1 320 0,-2 0 64 15,0 1 0-15,-1 1 16 16,-2 1-864-16,1 2-176 0,-1 0-48 0,-1 0 0 16,1 2-768-16,-2 1-144 0,1-1-48 0,-1 1 0 0,0 4-400 0,-1-3-64 15,-1 2-32-15,0 0 0 0,0 1-288 0,-1 0-128 16,0-1 128-16,-1 2-128 0,1 0 0 0,0-3 0 15,0 4 0-15,1-4 0 16,3 2 0-16,1-3 0 0,1 1 0 0,2-1 0 0,2-1 352 0,0 0-16 16,2 0 0-16,1 1 0 0,2-3 144 0,-1 0 32 15,2 1 0-15,0-2 0 16,1 3 0-16,0-3 0 0,-7 0 0 0,0 0 0 0,31 6-208 0,-31-6-48 16,0 0 0-16,33 8 0 15,-33-8-96-15,0 0-32 0,33 7 0 0,-33-7 0 0,0 0-128 0,0 0 0 0,35 10 0 16,-35-10 128-16,0 0-128 0,0 0 0 15,23 2 0-15,-18-2 0 0,1-2 0 16,0 0-192-16,0-1 32 0,1-1-18240 0</inkml:trace>
  <inkml:trace contextRef="#ctx0" brushRef="#br1" timeOffset="187962.16">22972 10042 5519 0,'-1'-3'240'0,"1"2"64"0,1-1-304 0,-1-1 0 15,0 3 0-15,0 0 0 0,1 0 1472 0,-1 0 256 16,1 0 32-16,0 0 16 0,1 3 688 0,-1 1 144 16,-1 3 16-16,0-7 16 0,0 0-656 0,0 0-128 15,1 43-16-15,-1-43-16 0,-2 31-608 0,2-31-128 16,-5 38-32-16,5-38 0 0,-6 37-192 0,6-37-32 16,-3 34-16-16,3-34 0 0,0 0-400 0,-3 38-80 15,3-38-16-15,0 0 0 0,0 0-320 0,0 0 128 16,0 0-128-16,0 0 0 0,0 0 0 0,0 0 0 0,0 0 0 0,17-2 0 31,-14-8-224-31,0-2-112 0,0 0-32 0,-1 0 0 16,0 0-400-16,0 0-96 0,-1-2-16 0,1 2 0 0,0-2 416 0,-1 2 80 0,0 0 0 15,1-2 16-15,-1 3 368 0,0 1 0 0,0-1 0 32,0 2 0-32,1 3 144 0,1 0 0 0,0 1 0 0,1 2 0 15,-1 0 576 1,1 1 112-16,2 0 32 0,-1 2 0 0,2-3-128 0,0 1-32 0,1 0 0 0,1 1 0 0,-1-1-192 0,1 1-32 0,0 1-16 0,0-1 0 0,-9 1-128 0,0 0-16 15,0 0-16-15,31 12 0 0,-31-12-176 0,0 0-128 16,0 0 192-16,0 0-192 16,19 45 160-16,-19-45-160 0,0 0 128 15,-4 42-128-15,4-42 128 0,-7 29-128 16,7-29 128-16,-10 27-128 0,10-27 128 16,-8 23-128-16,8-23 0 0,0 0 128 0,0 0-128 0,0 0 0 0,-4 26 0 15,5-25 0-15,1-1 0 0,0-3 0 0,2 0 0 16,0-2 0-16,1 1-1424 0,1-3-224 0</inkml:trace>
  <inkml:trace contextRef="#ctx0" brushRef="#br1" timeOffset="188404.09">23242 10090 9215 0,'1'-2'400'0,"-1"-1"96"0,1 1-496 0,0-1 0 0,0 1 0 0,-1 2 0 15,1-2 1840-15,0-1 272 0,1 1 48 0,1-1 16 16,1-1 576-16,-1 0 112 0,-1 3 16 0,0 1 16 15,0 1-736-15,-1 3-160 0,-1 0-16 0,0 2-16 16,0-6-864-16,0 0-160 0,-7 30-48 0,7-30 0 16,-7 24-400-16,7-24-96 0,-9 26-16 0,9-26 0 15,-8 28-128-15,8-28-16 0,0 0-16 0,-5 31 0 16,5-31-80-16,0 0-16 0,0 0 0 0,0 0 0 16,0 0-128-16,0 0 0 0,0 0 144 0,29 24-144 15,-22-29 128-15,-1 3-128 0,2-3 128 0,0-2-128 16,1 0 0-16,1 0 128 0,0-3-128 0,0 1 0 0,-1-1 0 15,0-1 0-15,-1 1 0 16,-1-2 0-16,-1 0 0 0,-1 0 0 16,-2 0 0-16,-1 1 0 15,-1-1 0-15,-2 1 0 16,-1 3 0-16,0-4 0 0,-3 3 0 0,-1 2 0 0,1-1 0 0,-2 4 0 0,0-1 0 0,0 5 0 0,-2-2 0 0,0 4 0 0,0 3 0 0,-2-2 0 16,1 3 0-16,-1-1 0 0,1 2 0 0,1 0 0 0,0 0 0 0,3-2 0 15,1 0 0-15,1 0 0 0,3-1 0 16,0 1 0-16,1-3 0 0,2 1 0 0,0-1 0 0,2-2 0 15,2 2 0-15,0-2 0 0,1-2 0 16,-1 2 0 0,2-2-1808-16,0 0-288 0</inkml:trace>
  <inkml:trace contextRef="#ctx0" brushRef="#br1" timeOffset="188941.41">23457 10047 8287 0,'1'-2'736'0,"1"-1"-592"0,-1 1-144 0,0 2 0 0,-1 0 1920 0,2-1 336 16,-2 0 80-16,2-1 16 0,1-1 1136 0,0-1 224 15,0 2 64-15,-1 1 0 0,-1 1-1664 0,0 0-320 16,0 2-64-16,-1 0 0 0,0 4-960 0,-1-2-176 16,1-4-32-16,0 0-16 0,0 0-288 0,-5 38-48 15,5-38-16-15,0 0 0 0,-6 40-64 0,6-40 0 16,0 0-128-16,-4 36 192 0,4-36-32 0,0 0-16 15,0 0 0-15,0 0 0 0,10 40-144 0,-10-40 0 16,0 0 144-16,0 0-144 0,0 0 0 0,0 0 0 16,26 0 0-16,-20-6 128 0,1 0-128 0,0-3 0 15,1 2 0-15,0-5 0 0,-1 3 0 0,2-1 0 16,-2-2 0-16,1-2 0 0,0 2 0 16,-1 0 0-16,0-1 0 0,-1 0 0 15,0 1 0-15,-1-2 0 16,0 2 0-16,0-2 0 15,-2 3 0 1,1 1 0-16,-1 0 0 0,-1 3 0 0,-1 2 0 0,0 4 0 16,-1 0 0-16,0 1 128 0,0 2-128 0,0 0 0 0,0 4 128 15,0-6-128-15,0 0 0 0,0 0 128 0,0 0-128 16,-2 41 0-16,2-41 0 0,0 0 128 0,1 39-128 0,-1-39 0 16,0 0 0-16,4 45 128 0,-4-45-128 0,0 0 0 15,10 40 0-15,-10-40 0 0,0 0 0 0,0 0 128 0,0 0-128 0,26 36 0 16,-26-36 0-16,0 0 0 0,0 0 0 0,26 2 0 15,-18-6 0-15,-2-1 0 16,3-2 128-16,-1-2-128 0,0-1 128 16,1-1-128-16,-3-2 128 0,1 1-128 0,-2 0 128 15,0 0-128-15,-1-2 128 0,-2 2-128 0,0 0 160 0,-1-1-160 0,0 3 128 0,-1 0-128 0,-2 2 0 16,0 2 144-16,-1 1-144 0,-1 1 0 0,0 1 0 0,1 1 0 0,-1 2-256 0,1 0-16 0,2 0-16 16,1 0-18064-16</inkml:trace>
  <inkml:trace contextRef="#ctx0" brushRef="#br1" timeOffset="189367.2">23947 9694 6623 0,'-1'-4'128'0,"1"1"48"0,0 0 0 0,0 1 16 0,1 1-192 0,0 0 0 0,-1 1 0 0,1-2 0 16,0-1 2752-16,1-2 496 0,1 1 96 0,0-1 32 0,0 2-368 0,-1-1-64 16,0 1 0-16,1 1-16 0,-2 2-1232 0,1-2-240 15,0 1-48-15,-1 1-16 0,0 1-752 0,-1 1-128 16,0 0-48-16,0 3 0 0,0-5-144 0,0 0-16 15,0 0-16-15,-3 34 0 16,3-34-48-16,0 0-16 0,-10 49 0 0,10-49 0 0,-12 48-32 0,6-18-16 16,-2 1 0-16,-1 6 0 15,0 0 96-15,0-1 32 0,-1 1 0 16,3-5 0-16,7-32-64 0,-7 54-16 0,7-54 0 0,0 42 0 16,0-42-224-16,0 0 128 0,0 0-128 0,17 43 0 0,-17-43 128 0,0 0-128 0,24 7 0 0,-14-10 0 15,0 1 0-15,-1-4 128 16,1 0-128-16,-1-1 0 0,0-1 0 0,-2-1-240 15,0 0 48-15,-1 0-17728 0</inkml:trace>
  <inkml:trace contextRef="#ctx0" brushRef="#br1" timeOffset="189900.93">24021 10038 11967 0,'-2'2'528'0,"0"0"112"0,1-1-512 0,1 1-128 0,0-2 0 0,0 0 0 0,1 0 2320 0,-1 0 432 16,2 0 96-16,-1 0 16 15,2 2-304-15,0-2-64 0,1-2-16 0,2 2 0 0,0-2-1200 0,1 1-256 0,1-1-32 0,1 0-16 16,2 0-496-16,-2-1-96 0,2 0-32 0,0 0 0 15,0 0-224-15,1-2-128 0,0 0 160 0,-1 1-160 16,0-2 0-16,-3 2 0 16,0-3 0-16,-1 2 0 15,-2-2 0-15,-2 1 0 0,0 0-160 0,-2 0 160 16,-1 0-144-16,-3-1 144 0,0 2-160 0,-1 0 160 16,-3 2-208-16,0 2 48 0,-3-1 16 0,-2 0 0 15,1 4-80-15,-1 0-16 0,1 2 0 0,1 1 0 16,-1 0 240-16,0 2 0 0,0 2 0 0,0 1 0 15,1 0 128-15,1 2 64 0,0 0 0 16,0 2 16-16,1-2 240 16,1 0 64-16,7-12 0 0,-10 24 0 15,10-24 16-15,0 0 16 0,0 0 0 0,-3 34 0 16,3-34-96-16,0 0-32 0,0 0 0 0,0 0 0 0,0 0-208 16,36 26-32-16,-36-26-16 0,19 3 0 0,-7-3-160 15,0 0 0-15,2-2 0 0,-1-1 0 16,1 1 0-1,0-2 0-15,-1-1 0 0,1 0 0 16,-2 0-448-16,1-2-128 16,0-1-32-16,1 0-16960 0</inkml:trace>
  <inkml:trace contextRef="#ctx0" brushRef="#br1" timeOffset="190565.91">24364 10039 14735 0,'-2'0'640'0,"1"-1"160"0,1 1-640 0,0-2-160 0,1 2 0 0,0 0 0 16,0-2 2032-16,0 1 368 0,1-1 80 0,1-1 16 0,0-1 192 0,2-1 32 15,1 0 16-15,0 0 0 0,1 0-1248 0,-2 1-240 16,1-1-48-16,-1-2-16 0,2 2-752 0,-3 0-160 15,1-1-16-15,-2 0-16 0,0 2-240 0,0-1 0 16,-1-2 128-16,-1 2-128 0,0-3 0 0,0 0 0 16,-1 1 0-16,-1-1 0 0,-1 0 0 0,-1 1 0 15,1 1 0-15,-3 1 0 0,0 3 0 0,0 0 0 16,-1 2 0-16,0 0 0 0,-1 2 192 0,0 1-48 16,-1 2-16-16,0 1 0 0,0 2-128 0,-2-1 0 15,1 4 0-15,0 0 128 0,-1 1-128 0,0 1 0 16,-1 0 0-1,2 0 0-15,-1 3 128 0,1-1-128 16,2-1 0 0,7-14 128-16,-10 26 0 0,10-26-128 15,0 0 192-15,0 0-64 0,0 0-128 0,5 39 0 0,-5-39 0 16,0 0 128-16,22 5-128 0,-13-8 0 0,4 0 0 16,0-4 128-16,1 0-128 0,2-2 0 15,2-1 144-15,1-2-144 16,-4 2 0-16,0-3 0 15,-1 1 0-15,-1-1-128 0,0 0-144 0,-2 0-32 0,0-2 0 0,-2 0 0 0,-1 1-112 0,-2-3-32 0,-1-1 0 0,0 0 0 0,-1-1 448 0,-3 0-128 0,2-3 128 0,-2-3 0 0,1 1 0 0,0-3 0 0,1 0 0 0,-1-2 0 0,1-2 0 0,1 5 0 16,1 2 0-16,-2 6 0 0,1 2 224 0,-1 6-32 16,0 2 0-16,-2 4 0 0,1 4 192 0,-1 1 16 15,-1 3 16-15,-1 5 0 0,1-9-96 0,0 0-32 16,-7 40 0-16,7-40 0 0,-9 38-128 16,9-38-32-16,-13 50 0 0,5-22 0 15,0-1 0-15,0 3-128 0,0 1 192 16,1 0-64-1,-1 0 0-15,3-1-128 16,5-30 192-16,-9 55-64 0,9-55-128 16,-2 44 128-16,2-44-128 0,0 0 128 0,6 56-128 0,-6-56 0 15,0 0 0-15,15 38 0 0,-15-38 0 0,0 0 0 0,0 0 0 0,0 0 0 0,36 21 0 0,-29-23 0 16,1-1 0-16,-1-4 0 16,2 0 0-16,0 0 0 0,-1-3-192 0</inkml:trace>
  <inkml:trace contextRef="#ctx0" brushRef="#br1" timeOffset="191072.42">24690 9990 16575 0,'1'0'736'0,"0"-2"160"16,1 2-720-16,0-2-176 0,-1 2 0 0,0 0 0 0,0 0 2144 0,2-2 400 0,0 1 80 16,2-1 0-16,1-1-128 0,2 0-16 0,-1 0-16 0,1-3 0 0,0 3-1264 0,1-2-256 15,1 2-48-15,-2-2-16 0,-1-2-624 0,0 0-128 16,0-3-128-16,-1 1 176 0,-1 0-176 0,-1-1 0 15,-1 0 0-15,-1-2 0 16,-1 3 0-16,-1 0 0 0,-3 1 0 0,-1-1 0 0,-2 3 192 0,-3 1-64 16,0 2 0-16,-2 3 0 0,0 2 112 0,-1 1 16 15,0 1 0-15,1 3 0 0,-1 1-128 0,0 3 0 16,0 0-128-16,0 2 192 16,1 3-192-16,0-1 144 0,2 2-144 15,0-2 128-15,9-15-128 0,-11 27 0 0,11-27 144 0,0 0-144 0,0 0 176 0,0 43-48 16,0-43 0-16,0 0 0 0,0 0-128 0,0 0 128 15,0 0-128-15,35 32 128 0,-27-31-128 0,1 1 0 0,1-2 0 0,1 0 128 16,-1-2-128 0,0 1 0-16,2 0 0 0,-1-2 0 15,0 1 0-15,-1-1 0 0,-2 3 0 0,-2 1 0 32,1 1 0-32,-7-2 0 0,0 0 0 0,0 0 0 0,0 0 0 0,0 0 0 0,13 45 0 0,-13-45 0 0,-7 36 0 0,7-36 0 15,-13 47 0-15,13-47 0 0,-16 50 0 0,7-22 0 16,0-1 0-16,-1-1 0 0,1 0 0 0,-2-3 0 0,2-2 128 0,-1-3-128 0,2-2 0 0,-2-2 0 15,2-2 0-15,1-2 0 0,-2-3 256 0,2 0-16 16,-1-1-16-16,-1-3 0 0,0-1-32 0,-2-2 0 16,-2 0 0-16,0-2 0 15,-2-1-192-15,-1-1 0 16,1-1 128-16,1-2-128 0,1 2 0 0,0-3 0 16,1-1 0-16,1 1 0 0,4 0-400 0,1-2 16 0,4-1 16 15,1-1-18448-15</inkml:trace>
  <inkml:trace contextRef="#ctx0" brushRef="#br1" timeOffset="191599.21">24849 10052 8287 0,'5'-5'368'0,"-2"1"80"0,1 1-448 0,-1 1 0 0,-1 0 0 0,-1-1 0 16,0 3 928-16,1-3 96 0,1 1 32 0,2 0 0 15,0-2 1648-15,-1 1 336 0,0 0 64 0,-1 1 16 0,-2 1-640 16,1 0-128-16,-2 1-32 0,1 0 0 0,0 0-976 0,1 0-192 16,0 0-32-16,2 0-16 0,-1-2-256 0,2 1-48 15,1-1-16-15,0-1 0 0,1 0-368 0,1 0-80 16,0 0-16-16,1-2 0 0,1 1-176 0,-1-3-144 16,1 2 192-16,-1-3-192 0,-1 2 144 0,0-2-144 15,0-1 0-15,-2-3 144 16,0 1-144-16,-2 1 0 15,0-2 0-15,-3 2 0 0,0 1 0 0,-2 0 0 16,-2-1 0-16,0 1 0 16,-3 4 0-16,-1-3 0 0,0 4 0 0,-2 2 0 0,-1 0 176 0,-1 2-48 0,0 2-128 0,0 0 192 0,3 0-64 0,-2 3 0 0,1 0-128 0,1 0 192 15,0 2-48-15,2-3-16 0,-1 4 0 0,0-2 0 16,1 3 16-16,-3 2 0 0,3-1 0 16,-2 1 0-16,2-1 0 0,0 1 0 0,1 1 0 0,-1-2 0 15,1-1-16-15,1 1-128 0,-1 1 192 16,1 1-64-16,1-1-128 15,3-11 192-15,0 0-192 0,-1 34 192 0,1-34-192 0,0 0 192 0,0 0-192 0,22 36 192 16,-22-36-192-16,0 0 0 0,45 19 144 0,-45-19-144 0,41 7 0 16,-18-7 128-16,0 0-128 0,-1-3 0 15,-1 1 0-15,-1 0 0 0,-2-3 0 0,0 1 0 0,-1 1 0 0,-3-1 0 16,-1 1 0-16,-3 0 0 0,-3 1 0 0,-2 0 0 16,-3 2 0-16,-3 0 0 15,-2 0-416-15,-2 0 0 16,-2 2 0-16</inkml:trace>
  <inkml:trace contextRef="#ctx0" brushRef="#br1" timeOffset="191719.65">25179 10173 30399 0,'-1'0'2704'16,"1"2"-2160"-16,1-2-544 0,-1 0 0 0,-1 0 160 0,1 0-160 0,-1 1 128 0</inkml:trace>
  <inkml:trace contextRef="#ctx0" brushRef="#br1" timeOffset="192413.31">21037 10742 27647 0,'0'0'2448'0,"-1"0"-1952"0,2 0-496 15,-1 0 0-15,1 0-128 0,-1 0-128 0,1-2-32 0,1 2 0 16,2-3-16-16,1 1 0 0,3-1 0 0,0 1 0 16,2 1 496-16,2-2 112 0,2 1 16 0,5 1 0 15,2-1 448-15,6 1 80 0,3 1 32 0,5-2 0 16,4 1 48-16,4 0 16 0,4-1 0 0,4 0 0 0,6 1-80 0,3-1-16 16,5-1 0-16,4 0 0 15,6-1-192-15,7-1-32 0,6 1-16 16,2-1 0-16,-7 0-272 15,8-2-48 1,9 0-16-16,0 0 0 0,-6 0-80 0,3 0 0 0,6 0-16 0,-1-1 0 16,-7 2-176-16,5 0 0 0,3-2 144 0,-6 2-144 0,-12 2 0 0,7-1 128 0,6 0-128 0,-1 3 0 0,-6-2 160 0,-2 1-32 15,0 1-128-15,-3 1 192 16,-3 2-192-16,-6 1 0 0,-2-2 0 0,-7 2 0 0,-1-2 0 0,-9 1 0 16,-5 1 0-16,0 0 0 0,0-2 0 15,-2 1 0-15,-2 0 0 0,-4 1 0 0,-7-2 0 0,-6 0 0 16,-3 1 0-16,-4 1 0 0,-3-2 0 0,-3 2 0 0,-3-2 0 0,-4 0 0 15,-5 0 0-15,-3 0 0 0,-4 0 0 0,-4-2 0 32,-2-1-800-32,-6 1-96 0,-5-2-32 0</inkml:trace>
  <inkml:trace contextRef="#ctx0" brushRef="#br1" timeOffset="192901.87">22152 10939 1839 0,'-27'-3'0'0,"12"1"160"15,1 1-160-15,-3 0 0 0,8-1 0 0,7 1 0 0,-5-1 1040 0,-9-1 176 16,-4-1 48-16,-5-1 0 0,0 0 1344 0,1 1 272 15,4 1 48-15,4 1 16 0,3-1-352 0,3 3-64 32,1 1-16-32,2 1 0 0,2-2-592 0,1 2-128 0,2-1-32 0,0 1 0 15,2 0-736-15,1-1-128 16,1 0-48-16,-1 1 0 0,3-2-576 0,0 3-112 0,0-3-32 16,0 1 0-16,1 1-128 0,0-2 0 0,1 0 0 0,1 2 0 15,-2-2 0-15,2 0 0 0,-1 0 128 0,1 0-128 16,0 0 0-16,-7 0 128 0,17 1-128 0,-17-1 128 15,18 1 128-15,-18-1 32 16,25 2 0-16,-25-2 0 0,33 3 208 0,-13-3 32 16,4 2 16-16,4-2 0 0,2 0-64 0,7 0-16 0,5-2 0 0,8 2 0 15,4-3-144-15,6 1-16 0,4 0-16 0,3-2 0 0,4 0-80 0,4 1-16 16,8 0 0-16,3-2 0 0,3 0-16 0,5 0-16 16,8-2 0-16,0 0 0 0,0 0-160 0,1-2 128 15,5 0-128-15,-1 1 128 0,-1-2-128 0,-3 1 0 16,-3 0 0-16,-2-1 0 0,-5 5 0 0,-5-2 0 15,-6 3 0-15,-10-1 0 0,-8 2-128 0,-4 3-64 16,-4 0-16-16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10-23T22:56:52.325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15091 8020 1839 0,'0'-1'160'0,"0"0"-160"0,1 1 0 0,-1 0 0 16,0-2 512-16,0 1 80 0,1-1 16 0,-1-1 0 16,1 1 208-16,0-2 32 0,0 1 16 0,-1-2 0 0,1 2-32 15,0-1-16-15,-1 0 0 0,1 1 0 0,-1 2 0 16,1 0 0-16,-1-1 0 0,0-1 0 16,0 3 128-16,0-2 16 0,0 2 16 0,0-1 0 15,0 2-96-15,0 1-32 0,0-2 0 0,-1 1 0 16,0 3-272-16,1-3-64 0,-1 0-16 0,0 2 0 0,1 1-208 15,0-1-32-15,0-1-16 0,0 3 0 0,1 0-48 0,-1-2-16 16,1 1 0-16,-1 0 0 0,1 1 48 0,-1 0 16 16,0 0 0-16,1-1 0 0,-1 2 16 0,1 0 0 15,-1 2 0-15,0 1 0 0,0-9-64 0,0 0 0 16,2 29 0-16,-2-15 0 0,0-2 64 0,0 4 16 16,0 1 0-16,0 2 0 0,-1-3-80 0,0 3 0 15,0 0-16-15,0 3 0 0,0 4-16 0,-1 2 0 0,2 0 0 16,-2 1 0-16,1-1-32 0,0-2 0 0,1 1 0 0,0-3 0 15,0-1-128-15,0-2 0 0,1 1 0 16,0-1 0-16,-1-21 0 0,2 38 0 16,-1-18 0-16,-1-20 0 0,3 37 0 0,-2-18 0 15,1 2 0-15,-1 1 0 0,1 1 0 0,-1 1 0 0,0 0 128 0,-1 1-128 16,0 1 0-16,0 1 160 0,0 1-160 0,-2-2 160 16,0 0-160-16,0-2 160 0,0-3-160 0,-1 3 160 15,2 1-160-15,-1-2 0 0,-1 0 0 0,1-2 0 16,0-1 0-16,1-2 0 0,1-18 128 0,-2 35-128 15,1-20 0-15,1 0 0 0,0-15 0 0,-1 26 0 0,1-26 160 16,0 22-160-16,0-22 192 0,0 0-192 0,2 25 320 0,-2-25-32 16,0 0-16-16,0 0 0 0,0 0-272 0,0 0 0 15,0 0 0-15,0 0-8864 16,0 0-1872-16</inkml:trace>
  <inkml:trace contextRef="#ctx0" brushRef="#br0" timeOffset="562.17">15089 8035 1599 0,'1'-7'0'0,"0"1"0"0,0 0 0 0,-1 3 144 0,1 0-144 0,-1 1 0 0,0 0 0 0,0-2 0 0,1-2 992 15,-1-1 160-15,1 0 48 0,-1 0 0 0,0 2 480 0,-1 1 112 16,0 1 0-16,0 3 16 0,0 0-512 0,-1 0-96 0,0 1-32 15,0 1 0-15,0 0-288 0,1 0-64 16,-1 0-16-16,0 1 0 0,0 0-80 0,0 1-16 16,-1 1 0-16,1 0 0 0,0 2-64 0,-2 1-32 15,1 1 0-15,0 2 0 0,1-2-224 0,-2 3-64 0,0 3 0 16,0-1 0-16,-1 0-192 16,0 1-128-16,1-4 128 0,-1-1-128 0,1 1 128 15,0-3-128-15,2-1 160 0,0-2-160 0,1-1 0 0,1-1 0 16,2-3 0-16,0-2 0 15,1-1-448-15,0 1-128 0,2-5-16 0,1 0-10288 0</inkml:trace>
  <inkml:trace contextRef="#ctx0" brushRef="#br0" timeOffset="712.23">15110 7990 4607 0,'1'-9'192'0,"-1"3"64"0,1-1-256 0,-1 5 0 0,1 0 0 0,-1 1 0 16,0 1 1536-16,1-2 272 0,0 0 48 0,0 1 16 15,1 1 80-15,0 3 16 0,0 2 0 0,-2-5 0 16,0 0-592-16,11 36-112 0,-11-36-32 0,10 35 0 15,-10-35-464-15,11 37-112 0,-11-37-16 0,14 35 0 16,-14-35-352-16,0 0-80 0,21 49-16 0,-21-49-7760 16,12 33-1568-16</inkml:trace>
  <inkml:trace contextRef="#ctx0" brushRef="#br0" timeOffset="1158.21">14991 8956 9215 0,'-7'-4'400'0,"4"0"96"0,-1 3-496 0,1-3 0 0,1 3 0 0,1-1 0 16,-1 0 864-16,0-1 80 0,-2-2 16 0,-1-1 0 0,1-2 256 0,0 1 64 15,1 2 16-15,2 1 0 0,1 1-64 0,0 1-16 16,1 2 0-16,2 1 0 15,1 3 256-15,-4-4 64 0,0 0 0 0,0 0 0 0,22 33-560 0,-22-33-96 16,0 0-32-16,22 50 0 0,-22-50-368 0,17 43-80 16,-17-43-16-16,17 42 0 0,-17-42-64 0,13 38 0 15,-13-38-16-15,12 38 0 0,-12-38-176 0,9 31-128 16,-9-31 192-16,8 29-192 0,-8-29 0 16,0 0 0-16,10 30 0 0,-10-30-144 15,0 0-752-15,0 0-160 0,0 0-32 0,0 0-12416 0</inkml:trace>
  <inkml:trace contextRef="#ctx0" brushRef="#br0" timeOffset="1352.86">15174 9059 7359 0,'-1'-4'320'0,"1"1"80"0,0 1-400 0,0 1 0 0,0 1 0 0,-1 3 0 0,1-1 1744 0,0 0 272 0,-2 5 48 0,-1 3 16 15,-1 5-128-15,0 3-32 0,-2 1 0 16,0 1 0-16,0 0-832 0,-1-1-160 15,1 3-32-15,0-6-16 0,2 1-208 0,0-2-32 0,1-1-16 0,1-3 0 0,2-2-448 0,0-3-176 32,0-6 128-32,0 0-12256 0</inkml:trace>
  <inkml:trace contextRef="#ctx0" brushRef="#br0" timeOffset="2093.83">15459 8450 6447 0,'1'-3'576'16,"0"0"-576"-16,-1 3 0 0,0 0 0 16,0 0 1360-16,0 0 176 0,-1-2 16 0,0 2 16 0,0 0 448 0,-1 0 96 15,0 2 0-15,0 1 16 0,-2 4-816 0,0 0-160 16,1 2-48-16,-1 1 0 0,0 2-432 0,0 0-96 16,0 4 0-16,-2 1-16 0,1 2-176 0,-2 0-48 15,0 2 0-15,-1 1 0 0,1-3-128 16,-1 3-16-16,1-2-16 0,1-1 0 0,0-2-176 0,1-2 0 15,2-2 0-15,0-3 128 0,2-2-128 0,1-4 0 16,1 0-160-16,0-4 160 16,2-2-1328-16,-1-3-160 0,3-1-48 0,-1-2-9104 0</inkml:trace>
  <inkml:trace contextRef="#ctx0" brushRef="#br0" timeOffset="2301.31">15441 8482 9215 0,'1'-7'400'0,"0"0"96"0,0 3-496 0,0 1 0 0,0 1 0 0,0 2 0 15,0 0 1520-15,0-3 208 0,2 1 32 0,0 0 16 16,2 2 64-16,0 0 16 0,-5 0 0 0,0 0 0 0,0 0-688 0,0 0-128 16,0 0-16-16,36 38-16 0,-36-38-400 0,0 0-80 15,24 45-16-15,-24-45 0 16,15 45-128-16,-15-45-16 0,11 52-16 0,-6-22 0 0,-3 2-144 0,1 0-16 16,-1 2-16-16,-1-4 0 0,1-3-176 15,-1-4 0-15,-1-23 0 0,3 29 0 16,-3-29 0-16,0 0-256 0,0 0 64 0,0 0-12816 0</inkml:trace>
  <inkml:trace contextRef="#ctx0" brushRef="#br0" timeOffset="2534.77">15410 8684 11967 0,'-4'-5'528'0,"2"1"112"0,0 3-512 0,2-1-128 15,0 1 0-15,0 1 0 0,0 0 1504 0,0 0 272 0,0 1 48 0,2 1 16 0,2-1-112 0,0 1-32 16,-4-2 0-16,0 0 0 0,0 0-544 0,0 0-96 16,41 7-32-16,-41-7 0 0,22-5-672 0,-22 5-144 15,21-5-16-15,-10 3-16 16,0-2-896-16,1 1-176 0</inkml:trace>
  <inkml:trace contextRef="#ctx0" brushRef="#br0" timeOffset="3968.35">16016 8018 9215 0,'1'-3'816'0,"0"1"-656"0,-1 2-160 0,0-2 0 0,0 2 1472 0,0-1 272 15,1 1 48-15,0-3 16 0,0 0 512 16,0 0 112-16,1-1 0 0,-1 3 16 0,0 1-672 0,-1 1-144 16,0 1-32-16,-1 3 0 0,1-1-400 0,-1 4-96 15,1 1-16-15,-2 3 0 16,1 2-432-16,-1 1-80 0,1 1-32 0,-1 0 0 0,1 1-352 0,-1 0-64 15,1-2 0-15,0 0-128 0,1-1 0 0,0 1 0 16,0-3 0-16,0-1 0 16,0-1-560-1,0-10-160-15,0 0-48 0,0 0-14688 0</inkml:trace>
  <inkml:trace contextRef="#ctx0" brushRef="#br0" timeOffset="4688.04">15944 8534 5519 0,'-1'0'496'0,"0"0"-496"16,0 0 0-16,0 0 0 0,1 0 1280 0,-1 0 144 15,1 0 48-15,-3 3 0 0,0-2 608 0,0 0 128 16,0 2 32-16,1-1 0 0,0 0-240 0,1-1-32 16,0 3-16-16,0-3 0 0,0 3-496 0,1-3-112 15,1 1 0-15,0 0-16 0,0 0-528 0,1-1-96 16,0 1-32-16,1-2 0 0,1 0-112 0,1 0-32 15,0 0 0-15,1 0 0 0,0 0-128 0,1 0-16 0,-1 0-16 16,1 0 0-16,0 0-64 0,1 2-16 0,-8-2 0 0,0 0 0 16,0 0-160-16,0 0-128 0,0 0 192 0,38 26-192 15,-38-26 0-15,0 0 0 0,0 0 0 0,0 0 0 16,9 36 0-16,-10-27 0 0,-1-2 0 0,-1 3 0 16,0-3 0-16,-3 2 0 0,0 1 0 0,0-1 0 15,-1-2 0-15,-2 1 0 0,1 1 0 0,-1-1 0 16,0 1 0-16,0-3 0 0,-1 4 0 0,0-3 0 15,0 0 0-15,-1 3-144 0,3-1 144 0,-1-2 0 0,0 3 0 16,3-3-160-16,0 0 160 0,1-2 0 16,3 0 0-16,1-1 0 0,2-2 0 0,1-1 0 0,2 1 0 15,2-4 0-15,2 1 0 0,1-2 0 0,2 0 0 16,1-2 0-16,2 0 0 0,-1 1 0 0,0-1 464 16,1 0 0-16,1 0 0 0,1 0 0 0,0 3-224 15,-1-3-48-15,-15 5-16 0,30-5 0 0,-30 5-176 16,0 0 0-16,35-2 0 0,-35 2 0 0,0 0-336 0,0 0-48 15,39 5-16-15,-39-5-16848 0</inkml:trace>
  <inkml:trace contextRef="#ctx0" brushRef="#br0" timeOffset="5307.56">15949 9118 15663 0,'-5'0'688'0,"3"0"144"0,1 0-656 0,0 0-176 0,0-2 0 0,1 2 0 16,0 0 1152-16,-1 0 192 0,0-3 32 0,0 1 16 0,1 2 512 0,0-3 96 15,1 3 32-15,0-2 0 16,0 2-512-16,1-2-112 0,1 0 0 0,1 1-16 16,0 1-384-16,-1 0-80 0,3-2-16 0,-1 2 0 15,1 0-272-15,-6 0-64 0,0 0-16 0,0 0 0 0,0 0-256 0,0 0-48 16,42 10-16-16,-42-10 0 15,0 0-80-15,0 0-16 0,0 0 0 0,0 0 0 0,39 23-144 16,-39-23 0-16,0 0 0 0,0 0 0 0,0 0 0 16,0 0 0-16,0 0 0 0,17 37 0 0,-18-29 0 0,-1-3 0 15,0 2 0-15,-2-1 0 0,-1 0 0 16,-1 1 0-16,0 0 0 0,-1 0 0 0,-2 0 0 0,-1 0 0 0,1 1 0 16,-1-2 0-16,1 0 0 0,-2 0 0 15,2-1 0-15,0 0 0 0,0 0 0 0,1 0 0 0,1-2 0 16,0 0 0-16,1 0 0 0,0 0 0 15,1 0 0-15,2-2 0 0,0 1 0 0,1-1 0 16,2-1 0-16,1 0 0 0,2 0 0 0,1-1 0 0,1 1 128 16,-5 0-128-16,0 0 192 0,25-3 0 0,-25 3 0 0,0 0 0 15,34-4-16-15,-34 4 0 0,0 0 0 0,40 0 0 16,-40 0-176-16,0 0 160 0,42 5-160 0,-42-5 160 16,0 0-160-16,0 0 128 0,0 0-128 0,37 22 128 15,-35-16-128-15,-2-1 0 0,-2 2 0 0,-2 1 0 16,-1 1 0-16,-3-2 128 0,-4 5-128 15,-1-2 0-15,0-3 0 0,-3 2 0 0,-3-1 128 0,-4 0-128 16,-2 0-144-16</inkml:trace>
  <inkml:trace contextRef="#ctx0" brushRef="#br0" timeOffset="12319.59">11683 7783 1839 0,'1'0'160'0,"-1"-2"-160"0,0 1 0 0,0 1 0 0,0 0 640 15,1 0 80-15,-1 0 32 0,1-2 0 0,1 1 304 0,0 0 64 16,1 1 16-16,-1-2 0 0,0 2-224 15,0 0-32-15,0 2-16 0,1-2 0 16,1 0-224-16,-2 1-32 0,1 0-16 0,1-1 0 0,0 0-144 0,-1 0-16 16,2 0-16-16,-1 0 0 0,0 0-176 0,0-1-48 15,1 0 0-15,-2 1 0 0,2-2 64 0,-1 2 0 16,-1 0 0-16,2-2 0 0,0 2 16 0,-1 0 16 16,1-1 0-16,0 1 0 0,-1 0-80 0,2-2-16 15,-2 2 0-15,1 0 0 0,1-2-48 0,-2 2-16 16,1 0 0-16,1 0 0 0,0 0 16 0,0 0 0 15,-1 0 0-15,2 0 0 0,-1-1-144 0,1 1 192 16,0 0-192-16,0 0 192 0,0-2-64 0,0 2-128 16,2-1 192-16,-2 0-64 0,1 1-128 0,1 0 0 15,-2-2 0-15,1 1 0 0,-1 1 0 0,1 0 0 0,1 0 0 0,-1 0 0 16,0 0 0-16,2-2 0 0,-1 2 0 0,0-2 0 16,0 2 0-16,0-1 0 0,0 1 128 0,1 0-128 15,0 0 0-15,0 0 0 0,0 0 0 0,0 0 0 16,0-2 0-16,-1 2 0 0,1 0 0 0,1 0 0 15,-1-1 0-15,1 0 0 0,-1 2 0 0,1-2 0 16,-1 1 0-16,0 0 0 0,1 0 0 0,1-2 0 16,-1 2 0-16,0-2 0 0,1 1 0 0,0-2 0 0,-1 1 0 0,0 0 0 15,2 0 0-15,0-1 0 0,1 1 0 16,0-1 0-16,0 0 0 0,1-1 0 0,-1 2 0 16,0-1 0-16,0 1 0 0,-1 0 0 0,1 0 0 0,-1-1 0 15,0 1 0-15,-1 2 0 0,2-2 0 0,-1 1 0 16,0 1 0-16,-1-2 0 15,1 2 0-15,-1-1 0 0,1 1 0 0,-1-1 0 16,0 1 0-16,0 0 0 0,0-2 0 0,1 1 0 0,0 1 0 0,-1-2 0 16,1 2 0-16,-1-2 0 0,-2 1 0 0,2 1 0 15,3-2-144-15,-2 0 144 0,1 2 0 0,0-2 0 0,-1 0 0 0,1 1 0 16,1-1 0-16,-1 1 0 16,1 0 0-16,-1 0 0 0,0 1 0 0,0 0 0 15,-14 0 0-15,28 0 0 0,-15 0 0 16,1 0 0-16,0 0 0 0,-14 0 0 0,0 0 0 0,40 5 0 15,-26-5 0-15,-1 1 0 0,1-1 0 0,-14 0 0 0,0 0 0 0,42 2 0 16,-42-2 0-16,0 0 0 0,40 3 0 0,-40-3 0 16,0 0 0-16,41 3 0 0,-41-3 0 0,0 0 0 15,44 3 0-15,-44-3 0 0,0 0 0 0,44 6 0 16,-44-6 0-16,0 0 0 0,47 6 0 0,-33-6 0 16,0 2 0-16,-1-2 0 0,2 0 0 0,-1 0 0 15,0 0 0-15,0 0 0 0,0-2 0 0,-1 2 0 16,0 0 0-16,0 0 0 0,0-2 0 15,-1 2 0-15,0 0 0 0,1 0 0 0,0 0 0 0,0 0 0 16,-13 0 0-16,0 0 0 0,40 4 128 0,-27-3-128 16,-13-1 0-16,0 0 0 0,41 5 0 0,-41-5 0 15,0 0 0-15,41 3 0 0,-27-2 0 0,-1-1 0 0,0 2 0 16,0-2 0-16,-1-2 0 0,1 2 0 0,-1-1 0 16,-1 1 0-16,1 0 0 0,1-2 0 0,-1 1 0 15,0 0 0-15,1 1 0 0,-1-2 0 0,0 0 0 0,1 1 0 16,0-1 0-16,-1 2 0 0,2-2 0 0,-1 1 0 15,0 1 0-15,1-2 0 16,-1 2 0-16,0-1 0 0,0 0 0 0,0 1 0 0,0 0 0 0,1 0 0 16,0 0 0-16,-1 0 0 0,0 1 0 0,0 0 0 15,-1-1 0-15,0 2 0 0,0-2 0 0,-12 0 0 16,0 0 0-16,37 5 0 0,-24-4 0 0,-1 1 0 16,1-2 0-16,0 0 0 0,-1 2 0 15,0-2 0-15,-1 0 0 0,0 0 0 0,1 0 0 0,0-2 0 16,1 2 0-16,-1-2 0 0,0 1 0 0,0 1 128 0,-2-2-128 15,1 2 0-15,-3 0 128 0,0-2-128 16,1 1 0-16,-3 1 144 0,1-2-16 0,-2 2-128 16,1 0 192-16,-2 0-64 0,0 0-128 0,0 0 0 15,-1 0 0-15,1 0 0 0,0 0 0 0,0 0 0 16,-1 0 0-16,0 0 0 0,1 0 0 0,-1 0 0 16,0 0 0-16,1 0 0 0,0 0-144 0,-1 0 144 0,1-1 0 0,-1 1 0 15,2 0-128-15,-2 0 128 0,1-1 0 0,1 1 0 16,-2 0 0-16,2 0 0 0,0-2 0 0,-1 2 0 15,1-1 0-15,0 1 0 0,0 0 0 0,0 0 0 16,0-2 0-16,1 2 0 0,0 0 0 0,0-2 0 16,0 1 0-16,2 1 0 0,-2-2 0 0,2 1 144 15,-2 1-144-15,1-1 0 0,-1 1 0 0,1 0 128 16,-1-2 160-16,1 2 32 0,-1 0 0 0,0 0 0 16,-2-2 320-16,0 2 80 0,2-1 16 0,-3 1 0 15,2 0-256-15,-1 0-48 0,-2 0-16 0,0 0 0 0,-1 0-192 0,-1 0-32 16,0 0-16-16,-2 0 0 15,1 1-176-15,-2 1 0 0,-1 0 0 0,0-2 0 16,1 1-704-16,-2 0-240 0</inkml:trace>
  <inkml:trace contextRef="#ctx0" brushRef="#br0" timeOffset="12929.54">14475 7574 5519 0,'-4'-2'496'0,"2"2"-496"0,-1 0 0 0,2 0 0 0,0 0 864 0,-1 0 80 0,-1-2 16 0,-2 2 0 15,-2-2 64-15,0 1 32 16,-2 2 0-16,1 1 0 0,1 0-64 0,0-2-16 16,2 5 0-16,0-2 0 15,1 1-144-15,2 0-48 0,0-1 0 0,0 2 0 16,2-3 96-16,0 1 16 0,2 1 0 0,0-1 0 0,2-3 32 0,1 2 16 0,0-2 0 0,2 0 0 16,0-2 256-16,3 0 48 15,-1 1 16-15,0-1 0 0,1 0-384 0,0 1-80 0,1-1-16 16,0 2 0-1,1 0-304-15,-1 2-64 0,1-2-16 0,-12 0 0 0,0 0-192 0,0 0-32 0,46 13-16 0,-46-13 0 16,0 0-160-16,0 0 192 16,0 0-192-16,40 26 192 0,-34-19-192 0,-2-3 0 15,-1 2 0-15,0 0 128 0,-1-1-128 0,-1 0 0 16,0-3 0-16,-1 3 0 0,-1 0 128 0,-2-2-128 16,0 0 0-16,0 0 128 0,-1 2-128 0,-2-3 0 15,-1 3 0-15,-1 0 128 0,-2-1-128 0,-1 2 0 16,-2 0 0-16,-1 1 128 0,-1-2-128 0,-1 5 0 0,-2-4 0 0,-1 2-10656 15,-4 2-2160 1</inkml:trace>
  <inkml:trace contextRef="#ctx0" brushRef="#br0" timeOffset="14215.94">11914 7713 911 0,'0'-1'0'0,"0"1"0"0,0-2 0 0,0 2 0 16,0-2 400-16,0 1 0 0,0-1 0 0,0-1 0 0,0 0 400 0,1-1 80 16,-1-1 16-16,-1 1 0 15,2 0 32-15,-2 0 16 0,1 0 0 0,0 2 0 0,1-1 112 16,-1-1 32-16,1 3 0 0,-2-1 0 0,1 0 80 0,0 2 32 15,0-2 0-15,-1 2 0 0,1-1-128 0,-2 1-32 16,1 1 0-16,-1-1 0 0,0 2-96 0,0-2-32 16,-1 1 0-16,2 0 0 15,-2-1-160-15,0 2-48 0,0-1 0 0,0 1 0 0,1 0-48 0,-2-1-16 16,1 1 0-16,-1 0 0 16,0 0-96-16,0 0-32 0,-1 1 0 0,0-2 0 0,0 1-112 0,-1 0-16 15,0 0-16-15,-1 0 0 0,-2 1-96 0,1 0-16 16,-1 0 0-16,-2 0 0 0,0 0-16 0,-3 0-16 15,0 2 0-15,0-2 0 0,-1 0-16 0,-1-1 0 16,2 1 0-16,-1-1 0 0,2 0 48 0,1 1 16 16,0-1 0-16,0-1 0 0,1 3-80 0,1-4-32 15,0 3 0-15,1 1 0 0,-1 1-160 0,3-3 0 16,0 1 144-16,2 1-144 0,-1-1 0 0,2-1 0 0,-1 1 0 0,2-1 0 16,0 0 0-16,2 1 0 0,1-3 0 15,0 2 0-15,0-2 0 0,0 0 0 0,0 1 0 0,1-1 0 16,0 0 0-16,0 1 0 15,0-1 0-15,1 0 0 0,0 2 0 0,1-2 0 16,-1 0 0-16,1 1 128 0,0 1-128 0,1-2 0 16,-2 1 128-16,2 1-128 0,0-2 128 0,0 2-128 0,-1-1 128 0,2 0-128 15,0 1 144-15,0 1-144 0,0-1 192 0,1 3-192 16,1-3 176-16,0 1-176 0,1 2 160 0,0-2-160 16,1 0 160-16,1 2-160 0,0-2 160 0,1-1-160 15,-11-2 160-15,0 0-160 0,39 8 160 0,-39-8-160 0,0 0 128 0,41 6-128 16,-41-6 0-16,0 0 144 0,40 10-144 0,-27-9 0 15,-13-1 144-15,0 0-144 0,41 9 0 0,-41-9 0 16,0 0 0-16,0 0 0 0,51 12-304 16</inkml:trace>
  <inkml:trace contextRef="#ctx0" brushRef="#br0" timeOffset="15536.68">12955 6881 6447 0,'0'1'576'0,"-1"-1"-576"0,1 0 0 0,0 2 0 16,0-2 784-16,0 1 48 15,-1 1 16-15,0 3 0 0,0 1 480 0,0 2 80 0,0 1 32 0,0 1 0 16,-1 1-464-16,1 1-80 0,1 0-32 0,-1 0 0 16,1 0-272-16,0 1-48 15,1-2-16-15,-1-1 0 0,1 1-128 0,0-2-16 16,0-1-16-16,0-3 0 0,-1 2-208 0,1-4-32 16,1 1-128-16,0-2 192 0,0 0-192 0,0-1 0 15,1-2 0-15,-1-1-6352 16,0 0-1248-16</inkml:trace>
  <inkml:trace contextRef="#ctx0" brushRef="#br0" timeOffset="16043.74">12939 6901 6447 0,'-1'-5'272'0,"0"1"80"0,1 1-352 0,-1 1 0 0,1 0 0 0,0 1 0 16,0 1 1024-16,0-2 144 0,0 0 32 0,0-1 0 15,0 1 160-15,0-1 48 0,0 1 0 0,1 2 0 16,1 0-80-16,1 0-16 0,1 0 0 0,0 0 0 16,2 0-448-16,1 0-96 0,1-1 0 0,1 0-16 15,-1-1-208-15,1 0-32 0,1 1-16 0,0-1 0 16,1 2-192-16,0-3-48 0,-1 1 0 0,-1 2 0 16,0 0-112-16,-1 0-16 0,-1 0-128 0,0 0 192 15,-2 0-192-15,-1 2 128 0,0 1-128 0,-3-1 0 16,-1 1 144-16,-1 1-144 0,-1 1 128 0,-3 1-128 15,0 2 144-15,-3-1-144 0,-1 1 160 0,0 1-160 0,-3-2 0 16,0 3 0-16,1 1 0 0,-1-3 0 0,0 2 0 0,0-1 0 16,2-2 0-16,0 0 0 0,1 0 0 15,3-2 0-15,0-3 0 0,3 0 0 0,1 0 0 0,1-2 128 16,1-2-128-16,2 0 0 0,1-2 0 0,2-1 0 16,1 2 0-16,0-4 0 0,1 2 0 0,1 1 0 15,0 1 0-15,1-2 0 0,1 4 0 16,-1 0 0-16,0 1 0 0,1 0 0 0,0 2 0 0,-1 0 128 15,-1 2-128-15,1 0 0 0,-9-4 208 0,0 0-48 16,0 0-16-16,0 0 0 0,36 30 80 0,-31-24 16 0,-3 1 0 0,-1 0 0 16,-1-1 80-16,-1 2 0 0,-1-3 16 0,-2 2 0 15,-2 0 112-15,0 0 32 0,-2-2 0 0,0 2 0 16,0 0 32-16,-2 0 16 0,-1 0 0 0,-1 0 0 16,-1 0-256-16,-2 0-48 0,1-1-16 0,1-1 0 15,3-2-208-15,0 0 176 0,1 0-176 0,-1-1 160 16,-1-1-160-16,2-1 0 0,0-1 0 0,0-2-15360 15</inkml:trace>
  <inkml:trace contextRef="#ctx0" brushRef="#br0" timeOffset="17066.14">12037 6602 1839 0,'5'-4'160'0,"-4"1"-160"16,1-2 0-16,0 3 0 0,-1 1 848 0,0 0 144 16,0 1 32-16,0-3 0 0,1-2 640 0,0 2 144 15,-2 0 32-15,1 0 0 0,-1 1-368 0,-1 2-64 16,-2 2 0-16,0 1-16 0,-1 1-336 0,0 3-64 16,0 1-16-16,-1 2 0 0,1 2-160 0,-2 1-48 15,0 3 0-15,1 2 0 0,-1-1-272 0,0 3-64 0,-2 4-16 0,2 0 0 16,0-3-288-16,2 0-128 15,-2 1 128-15,2 1-128 0,1-1 0 0,1-4 0 0</inkml:trace>
  <inkml:trace contextRef="#ctx0" brushRef="#br0" timeOffset="17824.96">12857 6560 12895 0,'-1'0'1152'0,"0"0"-928"0,1 0-224 15,0 2 0-15,0-2 1104 0,0 0 176 0,0 0 48 0,1 0 0 16,1 0 208-16,0 0 32 0,4 0 16 0,1 0 0 16,2 0-496-16,0-2-112 0,0 0-16 0,2 1 0 15,0-1-128-15,-1-1-48 0,2 1 0 0,0 2 0 16,0-1-144-16,-1 1-16 0,0 1-16 0,-1-1 0 16,0 2-288-16,-2 1-48 0,0-1-16 0,-3-1 0 0,0 3-256 15,-2-4 0-15,-1 3 128 0,-1 1-128 16,-2 1 0-16,-1-1 0 0,0 1 0 0,-2 0 0 15,-2 2 128-15,0-1-128 0,-2 1 0 0,-1 1 0 16,2-2 0-16,-3 1 0 0,0 2 0 0,-1 0 0 16,-1-2 0-16,1 1 0 0,2-1 0 0,0 0 0 0,2-3 0 15,0 1 0-15,3 0 0 0,0-3 0 0,2 1 0 0,2-1 0 16,0 1 0-16,1-3 0 0,2 0 128 0,1-2-128 16,1 1 0-16,3-1 0 0,0 0 0 0,0 1 0 15,2-1 0-15,0 0 0 0,0-1 176 0,1 1 16 16,3-1 16-16,1 0 0 0,-1 0 112 0,1 0 0 15,-1 3 16-15,0-3 0 0,1 1-336 0,0 0 0 0,0 0 0 0,0-1 128 16,-1 1-128-16,1-1 0 0</inkml:trace>
  <inkml:trace contextRef="#ctx0" brushRef="#br0" timeOffset="18748">13963 6484 5519 0,'-3'0'496'16,"1"0"-496"-16,2 0 0 0,-1 0 0 0,1 0 1104 0,-1 0 128 0,-1 1 32 0,-2-1 0 15,0 1 560-15,-1-1 112 0,0 2 32 0,2-2 0 16,-1 0-48-16,2 1 0 0,0-1 0 0,1 2 0 15,1-2-192-15,1 0-64 0,1-2 0 0,2 1 0 16,0-1-368-16,2 1-80 0,2-2 0 0,1 0-16 0,1 1-432 0,1 1-96 16,0-2-16-16,1 2 0 0,1-3-400 0,0 3-64 15,0-1-32-15,-1 0 0 0,0 1-160 0,-1 1 0 16,-1 1 144-16,-1 1-144 0,-1 0 0 0,-1-1 0 16,-2 1 0-16,-2 1 128 0,0 0-128 0,-3 1 0 15,-1 0 0-15,-2 1 0 0,-2 2 0 0,0-3 0 16,-2 4 0-16,-1-2 128 0,-2 2-128 0,0-1 0 15,-2 0 0-15,-1 1 0 0,-1 1 0 0,-2 2 0 0,0-1 0 0,0 2 128 16,2-2-128-16,2-1 0 0,1-1 0 0,2 0 0 16,2-1 0-16,0-2 0 0,3 1 0 15,3-2 0-15,1 0 0 0,1-1 0 16,2-1 0-16,4 0 0 0,0-1 256 0,2-1 48 0,1-1 0 0,1-1 0 16,2 2 64-16,1-1 16 0,1 1 0 0,-2 1 0 15,-13-1-176-15,0 0-16 0,42 7-16 0,-30-4 0 16,-12-3-48-16,0 0 0 0,0 0 0 0,0 0 0 15,44 28-128-15,-40-21 0 0,-1 0 144 0,-1 3-144 16,-3-1 0-16,-2 0 0 0,1-1 0 0,-4 1 128 0,-1 1 32 16,-5 1 16-16,-1 1 0 0,-2 1 0 0,-4 0-176 15,-3 0 0-15,-4 1 144 0,-4 0-144 0,-1 1 0 0</inkml:trace>
  <inkml:trace contextRef="#ctx0" brushRef="#br0" timeOffset="157090.34">18290 6403 1839 0,'-1'0'160'0,"0"1"-160"15,0-1 0-15,0 0 0 0,2 0 576 0,-1 0 64 0,-1 2 32 0,-1-2 0 16,-1 0-64-16,0 2-16 0,2-2 0 0,-2 0 0 15,2 0-112-15,-1 0-32 0,1 0 0 0,0 0 0 0,1-2-64 0,0 2-32 16,0 0 0-16,0-2 0 16,1 1-112-16,0-1-32 0,1 2 0 0,-1-3 0 15,2 1-80-15,-2 1 0 0,2-2-128 0,1 0 192 16,0-2 64-16,-1 3 0 0,3-3 0 0,-1 0 0 16,0 1 0-16,2-3 16 0,0 2 0 0,0 0 0 15,0-1 0-15,1 0 0 0,2-1 0 0,-1 0 0 16,2 0 64-16,0-3 16 0,2 1 0 0,1 0 0 0,1 0 96 15,0-1 0-15,2 0 16 0,2-1 0 16,1 1 0-16,2-1 0 0,2-1 0 0,1-1 0 0,1 1 48 16,1 0 16-16,0-2 0 0,0 2 0 0,-2 0 16 0,3-2 0 15,2 1 0-15,1-1 0 0,2 1 144 0,3-1 16 16,4-3 16-16,2 3 0 0,-1-1-80 0,0 1 0 16,1-1-16-16,-3 0 0 0,-3 3-144 0,3 0-32 15,2 1 0-15,1 0 0 0,1 2-128 0,-1 0-48 16,0-1 0-16,-4-2 0 0,-3 5 96 0,-1 0 16 15,2 0 0-15,-1 1 0 0,1 2 16 0,-2 2 16 16,0-1 0-16,0 3 0 0,-3-2-240 0,-1 2-48 16,-1 0-128-16,-4 2 192 0,-1-1-192 0,-4 1 0 0,-3 0 128 15,-2-1-128-15,-1 1 0 0,-1 0 0 0,-13-2 0 16,0 0 0-16,0 0 0 0,36 14 0 16,-31-9 0-16,0-2 0 0,-1 0 0 0,-1 0 0 0,0 0 0 15,-1-1 0-15,0 1 0 0,-1-1 0 0,1 0 0 0,-2-1 0 16,1 1 0-16,-1 0 0 0,1-2 0 15,-1 1 0-15,1 1-192 0,-1-2 0 0,0 0 16 0,0 0 0 32,0 0-1200-32,1 0-240 0,1 0-48 0,-1 0-6768 0,0-2-1344 0</inkml:trace>
  <inkml:trace contextRef="#ctx0" brushRef="#br0" timeOffset="157982.23">19841 5713 3679 0,'-1'-4'320'0,"-1"3"-320"0,1-1 0 0,1 2 0 15,0-1 704-15,-1 0 64 16,1-1 0-16,-2-1 16 0,0-2 224 0,0 1 32 0,0-1 16 0,1 0 0 16,0 1-16-16,0 3 0 15,1-1 0-15,-1 0 0 0,1 2 0 0,-1 2 0 0,1-2 0 0,1 2 0 16,-1 3-48-16,2-3-16 0,-1 4 0 0,2 0 0 15,-3-6-32-15,0 0-16 16,0 0 0-16,0 0 0 0,21 46-256 0,-21-46-48 0,0 0-16 16,0 0 0-16,30 43 32 0,-30-43 0 0,0 0 0 0,0 0 0 0,41 39-64 15,-41-39-16-15,0 0 0 0,40 24 0 16,-40-24 32-16,0 0 16 0,42 17 0 0,-42-17 0 16,0 0-160-16,39 19-48 0,-39-19 0 0,0 0 0 15,0 0-144-15,36 23-16 0,-36-23-16 0,0 0 0 0,0 0-32 16,0 0-16-16,0 0 0 0,-8 43 0 15,-2-36 16-15,-4 2 16 0,-3 1 0 0,-2 0 0 16,-1 1-208-16,0-3 128 0,0 3-128 0,-2 0 0 16,-4 2 0-16,-2 0 0 0,2 0 0 0,0 0-11040 15,6-2-2112-15</inkml:trace>
  <inkml:trace contextRef="#ctx0" brushRef="#br0" timeOffset="159621.47">20574 5628 1839 0,'0'-2'160'0,"-1"2"-160"16,0-2 0-16,0 2 0 0,1 0 416 0,-1-1 48 16,0 1 16-16,-1-4 0 0,0 1 128 0,0 1 32 0,0-3 0 0,1 0 0 15,-1 3 0-15,1-3 16 0,0 2 0 0,0-1 0 16,0 0-80-16,1 1 0 0,-1 0-16 0,0 1 0 16,0 0-224-16,-2 2-32 0,0-2-16 0,-1 2 0 15,0 2 0-15,-2-2 0 0,0 1 0 16,-2 0 0-16,1 1-32 0,-3 1 0 15,2-1 0-15,0 1 0 0,-1 1 112 0,-1-2 16 16,2 1 0-16,-1-1 0 0,1 1-16 0,1-1 0 16,-1 1 0-16,2-1 0 0,0 1-64 0,0-1-16 0,0 0 0 0,1 1 0 0,0 1 0 15,-1-1 0-15,1-1 0 0,0 0 0 0,0 3 112 16,-1-2 32-16,1 1 0 0,-2 1 0 16,1 2-128-16,-2-2-32 0,1 3 0 0,-2 0 0 0,1 2-32 0,0-1-16 15,-1 2 0-15,1 0 0 0,0 1-224 16,-2-1 144-16,1 2-144 0,0 0 128 0,1 0 0 0,-2-1 0 15,3 1 0-15,-1-1 0 0,2 0 208 16,0-2 48-16,1 1 0 0,-1 1 0 0,1-1-128 0,-1 0 0 16,1 0-16-16,-2 1 0 0,1 0 16 0,1 0 16 15,-2 0 0-15,2 0 0 16,-1 2-16-16,0-2-16 0,-1 2 0 0,2-4 0 0,0 0-80 0,0 1-16 16,-1 3 0-16,-1 0 0 0,-2 1-144 0,2 2 128 15,-1-1-128-15,1 0 128 0,0-2-128 16,-1 1 128-16,2 1-128 0,-1-1 128 15,2 0 0-15,0-2-128 0,0 1 192 0,2 0-64 0,-2-2 64 16,1 0 0-16,0 0 0 0,0 1 0 0,1-1-48 0,0-1 0 16,1 1 0-16,-1-1 0 0,1-1 0 0,0 2 0 15,0 2 0-15,0-3 0 0,1 1-144 0,0 0 128 16,1 2-128-16,-1-2 128 0,0 0-128 0,0 0 0 16,1-12 144-16,0 0-144 0,0 43 0 0,0-43 144 0,-1 29-144 0,1-29 0 15,0 30 128-15,0-30-128 0,-2 36 0 0,2-36 0 16,-1 35 128-16,1-35-128 0,0 0 144 0,2 45-144 15,-2-45 160-15,0 0-160 0,6 41 160 0,-6-41-160 16,0 0 208-16,10 40-48 0,-10-40-16 0,0 0 0 0,13 40 48 0,-13-40 16 16,0 0 0-16,13 41 0 15,-13-41-64-15,0 0-16 0,14 41 0 0,-14-41 0 16,0 0-128-16,16 44 192 0,-16-44-192 0,0 0 192 16,15 41-192-16,-15-41 192 0,0 0-192 0,0 0 192 15,22 46-64-15,-22-46 0 0,0 0 0 0,0 0 0 16,25 38-128-16,-25-38 192 0,0 0-192 0,0 0 192 15,32 31-64-15,-32-31 0 0,0 0 0 0,0 0 0 16,39 29 64-16,-39-29 0 0,0 0 0 0,0 0 0 16,41 19 32-16,-41-19 16 0,0 0 0 0,34 14 0 15,-34-14-64-15,0 0-16 0,41 10 0 0,-41-10 0 16,29 5-16-16,-14-3 0 0,0-2 0 0,0-2 0 0,1 2 32 16,0-1 0-16,-1-1 0 0,1-1 0 0,0 1-176 15,0 1 192-15,-2 0-192 0,0-2 192 0,0 1-192 0,-1-1 160 16,0 1-160-16,-1 0 160 0,0 0-160 0,1-1 128 15,-2-2-128-15,1 2 128 0,-1-1-128 0,1-1 0 16,0 1 0-16,0-4 0 0,0 4 0 0,1-5 0 16,1 1 128-16,1-1-128 0,-1-1 0 0,0-1 0 15,1 1 0-15,0-4 0 0,1 2 0 0,-1-2 0 16,0-1 0-16,-2-1 0 0,-1-1 0 0,1-2 0 0,-1 3 128 16,-1-3-128-16,-1 1 0 0,0 0 0 0,0-1 0 0,0 1 0 15,0-2 0-15,0 0 0 0,0-2 0 0,0 0 0 16,1-1 0-16,-2 1 0 0,0-1 0 0,0 1 0 15,-1-1-128-15,-2 4 128 16,0-1 0-16,-1-3 0 0,1 0 0 0,0-1 0 16,-1 0 0-16,0-1 0 0,-1 3 0 0,-1 1 0 0,1-1 0 0,-1 0 0 15,0-1 0-15,-1 1 0 0,0 1 0 0,0 0 0 16,-1 2 0-16,-1-3 0 0,0 3-144 0,-1-2 144 16,0-1 0-16,0 1 0 0,-1 0 0 0,0-3 0 15,1 5 0-15,-1-2 0 0,0 0 0 0,0 0 0 16,-1-1 0-16,0-2 0 0,0 0 0 0,-1 1 0 0,0 2 0 15,0 1-128-15,-1-1 128 0,0 2 0 0,0-2 0 16,-3 2 0-16,1 0 0 0,-1 2 0 16,-2 1 0-16,1 2 0 0,-1-1 0 0,-1 1 0 15,0 2 0-15,-2 0 0 0,0 1 0 0,-2 1 0 0,0-2 0 0,-1 2 0 16,0-1 0-16,-1 1 0 0,0 1 0 0,0-1 0 16,-1 1 0-16,0-2 0 0,1 3 0 0,-2-2 0 15,1 1 0-15,-1 0 0 0,0 2 0 0,1 2 128 16,-2-3-128-16,1 2 0 0,0 0 0 0,-1 3 144 15,1 0-144-15,-1 1 128 16,1 2-128-16,-3 0 0 0,1 2 0 0,-3 0 128 0,1 2-128 0,-1 1 0 16,1 3 0-16,1 3 0 0,-1 1 0 0,0 2 0 0,0 3 0 0,-3 2 0 15,-1 7-624 1,-3 5-48-16,-2 1-16 0,2 3-15760 0</inkml:trace>
  <inkml:trace contextRef="#ctx0" brushRef="#br0" timeOffset="164405.76">17327 5821 1839 0,'6'-11'160'16,"0"2"-160"-16,-2 2 0 0,-3 5 0 0,0-1 448 0,1 0 64 16,2-5 16-16,2-4 0 0,1-3 176 0,-1-2 16 15,-1 3 16-15,-3 2 0 0,-1 3 64 0,-3 4 16 16,-3 1 0-16,-1 4 0 0,-2 2 272 0,-2 2 64 15,-2 1 16-15,-1 0 0 0,-2 3-608 0,1 0-128 0,-1 1-32 0,1-1 0 16,0 0-96-16,1 1-32 0,2-2 0 0,-1 0 0 0,1 0-96 0,0 2-32 31,1 0 0-31,0 2 0 0,1 1 32 0,-2 2 0 16,0 3 0-16,0 4 0 0,-1 1-176 0,0 3 0 16,-1 4 144-16,1-1-144 0,1-3 0 0,0 4 0 15,0 5 0-15,-2 2 0 0,0 6 224 0,0 0-32 0,2 1 0 0,0 0 0 16,1-3 0-16,1 0 0 0,2 3 0 15,-1-4 0-15,2 3-192 0,0-3 0 0,1-1 128 16,2-1-128-16,0-4 128 0,0 0 0 0,2 0-128 0,-1-3 192 16,1-3-16-16,1 2-16 0,0 5 0 0,0 1 0 15,1 0 48-15,0-2 16 0,0-2 0 0,1 0 0 16,-2-31-64-16,4 55-16 0,-4-55 0 0,4 52 0 16,-4-52-16-16,4 47-128 0,-4-47 192 15,5 52-64-15,-5-52-128 0,6 50 128 0,-6-50-128 0,11 47 128 16,-11-47-128-16,13 38 0 0,-13-38 0 0,0 0 128 15,29 44 16-15,-29-44 0 0,0 0 0 0,40 23 0 0,-40-23 544 16,32 5 96-16,-17-6 32 0,1-1 0 0,1-2-176 16,0-2-16-16,2-1-16 0,-1-2 0 15,2-1-176-15,-1 1-48 0,-4 2 0 16,2-5 0-16,1 0 32 0,-1 0 0 16,3-2 0-16,-1-2 0 15,0 1 16-15,0-2 0 0,2-1 0 16,-1-2 0-16,-1 2-192 0,1-3-48 0,3-4 0 0,0-1 0 0,1-2-64 0,1-2-128 15,-1-1 176-15,-2 0-176 0,-3 5 0 0,1-5 0 0,-2 0 0 16,1-4 0-16,-3 6 0 0,0-7 0 0,1-4 0 0,0 0 0 0,-1-3 0 0,-2 0 0 16,1 1 0-16,-3 2 0 0,-1 5 0 0,-2 0 0 0,-1 0 0 15,0 2 0-15,-4-1 0 0,0 4 0 0,-1-1 0 16,-1 0 0-16,-2 3 128 0,-1 2-128 16,-1-2 0-16,-1 2 0 0,0 4 192 0,-2-2 0 0,-1 0-16 0,0 1 0 15,2 5 64-15,-3-5 16 0,-1-3 0 16,-2-2 0-16,-1-2-96 0,-2 0-16 0,0 0 0 0,-1-1 0 15,0 2-144-15,-1 3 192 16,-1 2-192-16,1 1 192 0,-2 4 0 0,-1 3 16 0,1 2 0 0,-6 4 0 16,-4 0-16-16,-2 6-16 0,1 1 0 0,1 1 0 0,3-1-176 0,-5 3 0 15,-5 3 0-15,-5 2 128 0,-1-1-128 0,0 3 0 16,2 0 0-16,1-1-176 16,2 2-144-16,3 0-16 0,4-1-16 0,2 0 0 15,1 3-672-15,1 4-128 0</inkml:trace>
  <inkml:trace contextRef="#ctx0" brushRef="#br0" timeOffset="166316.24">18000 6610 4607 0,'-2'2'400'0,"1"0"-400"0,0-2 0 0,1 0 0 16,0 0 528-16,0 0 32 16,0 2 0-16,-1-2 0 0,-1 3 208 0,1-3 32 0,1 0 16 0,0 0 0 15,2-3 0-15,0 0 0 0,2-2 0 0,2-1 0 16,0-1-128-16,3-1-32 0,0-3 0 0,3-1 0 16,2-2-272-16,2-2-48 0,1-1-16 0,2 0 0 15,-1 1 16-15,1-1 0 0,2 0 0 0,3-3 0 16,2-2-112-16,2 0-32 15,-1 2 0-15,0 2 0 16,-1 0-1024-16,-2 1-192 0,-3 3-64 0,0 2-5776 0</inkml:trace>
  <inkml:trace contextRef="#ctx0" brushRef="#br0" timeOffset="172922.69">17204 7510 6447 0,'0'0'576'0,"0"0"-576"0,0-2 0 0,0 2 0 16,0 0 896-16,0 0 80 0,0 0 16 0,-1 0 0 0,0-2 480 0,0-1 80 15,0 1 32-15,-1 0 0 0,0 1-288 0,1-2-48 16,0 2-16-16,0-3 0 0,0 1-224 16,1 0-48-16,-1 1-16 0,1 0 0 0,0-1-112 0,0-1-32 15,0 1 0-15,0 1 0 0,-1 0-160 0,1 1-48 16,-1 1 0-16,0 0 0 0,0 0-16 0,-1 0-16 15,1 1 0-15,-2 1 0 0,1 0-224 0,1 1-32 16,-1 2-16-16,0-1 0 0,0 0-144 0,0 0-16 16,1 1-128-16,0-1 192 0,0 0-192 0,1 1 0 15,0-3 0-15,0 1 0 0,0 0 128 0,1-1-128 0,-1 1 0 0,0-2 0 16,1 2 160-16,-2 1-160 0,1-1 160 16,0-1-160-16,-1 1 208 0,0 1-48 15,0 1-16-15,0-1 0 0,0 2 32 0,-1-2 0 0,0 1 0 16,-1 2 0-16,2-4-48 0,0 4-128 0,0-3 192 0,1 1-64 15,0 0-128-15,0-1 0 0,0 1 144 0,0 0-144 16,0 0 0-16,0 0 0 0,0 1 0 0,0-1 0 16,0-1 0-16,0 0 0 15,0 1 0-15,0 1 0 0,0-1 0 0,1 0 0 0,-1-1 0 16,0 2 0-16,0 0 0 0,0-1 0 0,0 1 0 0,0-2 0 0,0 1 0 16,1-1 0-16,-1-1 0 0,0 2 0 15,0-1 0-15,1 0 0 0,-1 1 0 0,1 0 0 16,-1-2 0-16,0 2 0 0,0-1 0 15,0 0 0-15,1 0 0 0,-1 0 0 0,1 0 0 0,0-1 128 0,0 2-128 0,0-3 0 16,1 0 0-16,-1 1 0 16,1 0 0-16,0 1 0 0,0-2 0 0,0 0 0 15,1 1 0-15,-1 0 0 0,0-1 0 0,0 0 128 0,1 1-128 0,-1-1 0 16,0 3 0-16,0-3 128 0,-1 0-128 0,0 1 0 16,1 0 128-16,-1-1-128 15,1 2 0-15,-1-2 0 0,1 1 0 0,0-1 128 0,-1 1-128 0,1-1 0 16,0 0 0-16,0-1 0 0,0 1 0 15,1 0 0-15,-1-1 0 0,0 1 0 0,1 0 0 16,-1-2 144-16,2 0-144 0,-2 1 0 0,1-1 192 0,1 0-192 16,-1 0 192-16,0 0-192 0,1 0 192 0,-1 0-64 0,1 1 0 15,-2-1-128-15,1 0 128 0,0 0-128 16,0 2 0-16,0-2 0 0,-1 1 0 0,1 1 0 0,-1-1 0 16,0 1 0-16,0 0 0 0,-1-2 0 15,1 1 0-15,0-1 0 0,0 1 0 0,0-1 0 16,0 0 0-16,1-1 0 0,-1 0 0 0,1-1 0 15,0 0 0-15,0-1 0 0,0 2 128 0,1-2-128 16,-1 2 0-16,0-3 0 0,-1 3 160 0,1-3-160 16,-1 3 128-16,1-1-128 0,-1 0 0 0,0 0 128 15,-1 1-128-15,0 1 0 0,0-2 0 0,1 2 0 0,-1 0 128 16,0-2-128-16,1 2 0 0,-1-1 0 0,1 1 0 16,-1 0 0-16,0-2 0 0,0 2 0 0,0-1 0 0,1 0 0 15,0-1 0-15,-1-1 0 0,1 1 0 0,-1-1 0 16,1 1 0-16,-2-3 0 0,2 1 144 0,0 1-144 15,0 1 0-15,-1-3 0 0,1 2 0 0,-1 0 128 0,0 0-128 0,0 1 0 16,0-1 128-16,-1 1-128 0,1 1 0 0,0-2 0 16,0 2 0-16,0-2 128 15,1 1-128-15,-1-1 128 0,1 0-128 0,-1 0 128 0,1-2-128 16,-1 2 0-16,1-1 0 0,-1-1 128 0,2 0-128 16,-2 0 0-16,1 0 0 0,0 1 0 15,-1-1 0-15,0 0 0 0,0 1 0 0,0-1 128 16,1 0-128-16,-1 1 0 0,1-2 0 0,0 2 0 15,-1-1 0-15,1 0 0 0,-2 1 0 0,1-1 0 0,0 0 0 0,0 3 0 16,0-3 0-16,0 0 128 0,-1 2-128 16,1-1 0-16,-1 0 0 0,1 0 0 0,-1 1 0 0,1-3 144 15,-1 3-144-15,1 0 0 0,-1-2 128 0,1 0-128 16,-1 1 0-16,0-1 0 0,1 1 0 0,-1-1 128 16,1 2-128-16,-1-2 0 0,0 0 128 0,1 0-128 15,-1 2 0-15,0 0 0 0,0-2 128 0,0 2-128 16,1 1 0-16,-1-3 0 0,1 1 144 0,-1 1-144 15,0 1 0-15,0-1 144 0,0-1-144 0,0 1 128 16,0 1-128-16,0-2 128 0,0 1-128 0,0 0 160 16,0-1-160-16,-1 1 160 0,1-2-160 0,0 2 0 15,-1 0 0-15,1-3 0 0,0 4 0 0,0-2 0 0,0 1 128 0,0-1-128 16,0 1 0-16,1 1 0 0,-1-1 0 16,0-1 0-16,1 3 0 0,-1-1 0 0,1 0 0 0,-1 2 0 15,0-2 0-15,0 2 0 0,0 0 128 0,0 0-128 16,0 0 0-16,-1 0 0 0,1 0 0 0,0 0 128 15,0 0-128-15,0 0 0 0,-1 0 0 0,1 0 0 16,-1 0 0-16,1-2 0 0,0 2 0 0,0-1 0 16,1 1 0-16,-1 0 128 0,0 0-128 0,0-2 0 15,0 2 0-15,0 0 0 0,0 2 0 0,0-2 0 16,-1 3 0-16,1-1 0 0,0 0 0 0,-2 1 0 16,1 1 0-16,-1-1 0 0,0 1 0 0,0 2 0 0,-1 0 0 15,2-1-176-15,0 2 48 0,0-2-17184 16</inkml:trace>
  <inkml:trace contextRef="#ctx0" brushRef="#br0" timeOffset="174781.84">20287 7406 7359 0,'0'-2'656'16,"0"0"-528"-16,1 1-128 0,-1 1 0 15,0 0 1088-15,0-2 192 0,1 2 48 0,0-3 0 0,0 0 400 0,0-2 64 16,0 1 32-16,1 2 0 0,-1 0-432 0,0 0-96 16,0-1-16-16,0 3 0 15,0-2-448-15,-1 2-112 0,1 0-16 0,-1 0 0 0,0-2-96 0,0 2-32 16,0 0 0-16,1 0 0 0,-1-1 48 0,0 1 0 16,1 0 0-16,-1 0 0 0,0 0-112 0,1 0 0 15,0-2-16-15,-1 2 0 0,1 0-160 0,0 0-16 16,0 0-16-16,-1 0 0 0,1 0 0 0,0 0 0 15,0 0 0-15,0 2 0 0,0-2-16 0,-1 3 0 16,1-1 0-16,-1 1 0 0,0 1-48 0,0-1-16 0,0 2 0 0,0 1 0 16,-1 0-80-16,1 0-16 0,0 2 0 0,0-2 0 15,0 0-128-15,0 1 0 16,1 2 0-16,0-2 0 0,-1-7 0 0,0 0 0 0,0 0 0 0,0 0 0 16,6 41 0-16,-6-41 0 15,0 0 0-15,0 0 0 0,0 0 0 0,10 40 0 16,-10-40 0-16,0 0 0 0,0 0 0 0,0 0 0 0,0 0 0 0,17 40 0 15,-17-40 0-15,0 0 0 0,0 0 0 0,0 0 0 16,0 0 0-16,20 38 0 0,-20-38 0 16,0 0 0-16,0 0 0 0,0 0 0 0,0 0 0 0,17 43 0 0,-17-43 0 15,0 0 0-15,0 0 0 0,0 0 0 0,11 43 0 0,-11-43 0 16,0 0 0-16,0 0 0 0,0 0 0 0,0 0 0 16,11 44 0-16,-11-44 0 0,0 0 0 0,0 0 0 15,0 0 0-15,0 0 0 16,0 0 0-16,15 40 0 0,-15-40 0 0,0 0 0 15,0 0 0-15,0 0 0 0,0 0 0 0,0 0 0 16,0 0 0-16,0 0 0 0,16 39 0 0,-14-35 0 16,0-1 0-16,-1-1 0 0,1 0 0 0,-1 1 0 15,1-1 0-15,-1-1 0 0,0 1 0 0,0-2 0 0,1 2 0 0,-1-2 0 0,1 1 0 16,-1-1 0-16,0 0 0 0,0 0 0 0,0 1 0 16,0-1 0-16,0-1 0 0,-1 1 0 15,0 0 0-15,1-1 0 0,-1 1 0 0,0 0 0 16,1-2 0-16,-1 2 0 0,0-2 0 0,1 1 0 15,-1 1 0-15,1-2 0 0,-1 0 0 0,0 1 0 0,1-1 0 0,0 0 0 16,-1-1 0-16,1 1 0 0,0-1 0 0,1-1 0 16,-1 0 0-16,1 1 0 0,-2-2 0 0,2 0 0 15,0 0 0-15,1-1 0 0,-1 0 0 16,1-2 0-16,-2 2 0 0,2-1 0 0,-1 0 0 0,1 0 128 16,0 0-128-16,-1-3 0 0,0 2 0 0,1 0 0 15,0-1 0-15,0 1 0 0,-2-1 0 16,2 0 0-16,-1 2 0 0,0-1 0 0,0 2 0 0,1-1 0 15,-2-1 0-15,1 2 0 0,0-2 0 16,0 1 0-16,1 0 0 0,0 0 0 0,-1 1 0 0,1-1 0 16,0-1 0-16,0 0 0 0,0 1 0 0,0-1 0 15,1 0 0-15,-1 1 0 0,0-1 0 0,1 1 0 16,-1-1 0-16,1 0 0 0,-1 0 0 0,1-1 0 16,0 2 0-16,-1-1 0 0,0 1 0 0,1 0 0 15,-1 2 0-15,0-2 0 0,0 0 0 0,1 0 0 16,-1 0 0-16,0 0 0 0,1 0 0 0,-1 0 0 15,0 2 0-15,-1-2 0 0,2-1 0 0,-1 2 0 16,1-2 0-16,-2 4 0 0,2-4 0 0,-1 2 0 0,1 0 0 0,-2 0 0 16,1 1 0-16,0-1 0 0,-1 2 0 0,0-1 0 15,0 1 0-15,-1 0 0 0,0 1 0 0,1 0 0 16,-1 1 0-16,0 0 0 0,0-1 0 0,-1 1 0 16,1-1 0-16,0 1 0 0,-1 1 0 0,0 0 0 15,0-1 0-15,0 1 0 0,0 0 0 0,-1 0 0 16,0 1 0-16,0 0 0 0,0 0 0 0,0 0 0 15,-1 0 0-15,1 0 0 0,0 0 0 0,-1 0 0 0,1 2 0 16,-1-1 0-16,0 1 0 0,1 0 0 0,-1 1 128 0,0 1-128 16,1-1 0-16,-1 1 0 0,-1-1 0 15,0 4 0-15,0-2 0 0,1 2 0 0,0-3 0 0,-1 2 0 16,1 0 0-16,-1 1 0 0,1 0 0 16,-1 1 0-16,0 1 0 0,0-2 0 15,-1 3 0-15,0-3 0 0,0 4 0 0,-1-2 0 0,0 2 0 16,0 1 0-16,0-1 0 0,-1 1 0 0,1 0 0 15,-2 2 0-15,0-1 0 0,-1 3 0 0,2-2 0 0,-2 0 0 16,2 0 0-16,0 0 0 0,1-2 0 0,5-12 0 16,-9 26 0-16,5-16 0 0,4-10 0 0,-10 22 0 15,6-11 0-15,0-4 0 0,1 3 0 0,0-5 0 16,0 2 0-16,0-3 0 0,1 1 0 0,-1-2 0 31,3 1-736-31,-2-1-32 0,0 1 0 0,0 0 0 0,1-1-1216 0,0 0-240 16</inkml:trace>
  <inkml:trace contextRef="#ctx0" brushRef="#br0" timeOffset="175876.41">20312 7425 911 0,'-2'-2'0'0,"1"2"0"0,0 0 0 0,1 0 0 16,0 0 640-16,0-1 32 0,-2 1 16 0,0 0 0 16,-1-2 16-16,-1 2 0 0,2-2 0 0,-1 0 0 15,0 0 80-15,1 1 32 0,0-3 0 0,0 3 0 16,1-2 240-16,0 0 48 0,1 0 16 0,-1 0 0 15,0 0 16-15,1 0 0 0,-1 0 0 0,1-2 0 16,-1 3-240-16,0-2-64 0,0 1 0 0,-1 0 0 0,1 0-128 0,-1 0-16 16,0 1-16-16,-1-1 0 15,1 2-80-15,-2-1-16 0,2 1 0 0,-1 0 0 0,0 1-48 16,1 0-16-16,-1-2 0 0,2 2 0 0,-1 0-96 0,1 2-32 16,0-2 0-16,1 0 0 0,-1 0-64 0,1 0-32 15,1 0 0-15,0 0 0 0,0 0 32 0,1 1 16 16,-2-1 0-16,1 1 0 0,1-1-16 0,-1 2-16 15,-1-1 0-15,1 1 0 0,0 3 16 0,1-3 16 16,0 3 0-16,0 2 0 0,0-3-112 0,1 4-32 0,-3-8 0 16,0 0 0-16,0 0-192 0,0 0 144 0,0 0-144 0,24 47 128 15,-24-47-128-15,0 0 0 16,0 0 0-16,0 0 128 0,27 41-128 0,-27-41 160 16,0 0-160-16,0 0 160 0,0 0-160 0,27 42 192 0,-27-42-192 15,0 0 192-15,0 0-192 0,0 0 160 16,24 48-160-16,-24-48 160 0,0 0-160 0,0 0 0 0,16 38 0 15,-16-38 128-15,0 0-128 0,0 0 0 16,12 40 0-16,-12-40 0 0,0 0 0 0,0 0 0 0,9 38 0 0,-9-38 0 16,0 0 0-16,0 0-144 0,6 35 144 0,-6-35-160 15,0 0-800-15,0 0-176 0,-2 36-16 0,0-29-16 32,1 3-1392-32,-1-3-256 0</inkml:trace>
  <inkml:trace contextRef="#ctx0" brushRef="#br0" timeOffset="-181156.89">18296 6602 5519 0,'0'-2'496'0,"0"0"-496"0,0-1 0 0,0 1 0 16,0 2 560-16,0-2 16 0,1 1 0 0,-1-1 0 0,2 1 784 0,-1 0 176 16,1-4 16-16,-1 2 16 0,2 3-96 0,-1-2-32 31,0 0 0-31,-1 2 0 0,1-2-448 0,-1 2-96 0,0-2 0 0,0 2-16 0,0 2-272 0,-1-2-48 15,1 2-16-15,-1 0 0 16,0 3-96-16,0 0 0 16,0 2-16-16,-1 1 0 0,0 1-48 0,0 2-16 15,-1 1 0-15,0 0 0 0,-1 3-144 0,-1 1-32 16,2 0 0-16,-2-1 0 0,0-1 16 0,0 3 0 16,-1-1 0-16,-1 4 0 0,0 0-48 0,0-1-16 15,1-2 0-15,0-1 0 0,2-4 0 16,0 0 0-16,2-2 0 0,-1-3 0 15,1-2-144-15,0-1 0 0,1-1 0 0,0-1 128 16,1-2-128-16,0 0 0 0,0-3 0 0,0 1 0 16,0 0 0-16,-1-3 0 0,1 0 0 0,0 1 0 0,1-3 0 0,-1 2 0 0,0-2 128 0,1-2-128 15,-1 1 0-15,1-1 0 0,0-1 0 0,0 1 0 16,1-1 0-16,0 1 0 0,0-1 0 0,0-2 0 16,2 1 0-16,1-4 0 0,-1 2-144 0,1 0 144 15,0 0 0-15,1 0 0 0,0 1 0 0,1 1 0 16,0-1 0-16,-1 0 0 0,0 2 0 0,-1 1 0 0,3 0 0 0,-2-1 0 15,0 0 0-15,2 1 0 0,-2 0 0 0,1 1 0 16,-1 1 0-16,1-2 0 16,-2 2 0-16,0 2-128 0,-1-2 128 0,1 3 0 0,-2 1 0 0,0 0 0 15,0 1 0-15,-1 2 0 0,-2 2 0 16,1 3 0-16,-1-1 0 0,0 4 0 187,0 1 0-171,-1-2 0-16,0 4 0 0,-1 0 0 0,0 1 0 0,-1 2 0 0,0-2 0 0,0 2 0 0,-1-1 0 0,1 0 0 0,-1-1 176 16,0 0-176-16,2-2 256 0,-2-1-48 0,0 2-16 0,0-1 0 0,1-3-16 0,0 0-16 0,1 0 0 0,-1-3 0 0,1-1-160 0,1 0 0 0,-1-1 144 15,1-1-144-15,0-1 0 0,0-1 0 0,2-1 0 0,0-3 0 0,0 0 0 0,0-3 0 0,2-1 0 0,1 0 0 0,-1-2 0 0,1-1 0 0,1 0 0 0,-1-4 0 0,2 1 0 0,-2-2 0 0,3 1-144 16,-2-1 144-16,1 0-496 0,2 3-16 0,-2 0-16 0,1 2 0 0,0 2 80 0,-1 2 0 0,-1 3 16 0,0 2 0 0,-2 3 432 0,1 0 0 0,-1 2 0 0,-1 3 0 0,0 1 256 16,-1 3 96-16,0 0 16 0,-2 3 0 0,0 0 48 0,0 2 16 0,-2 1 0 0,1-2 0 0,-2 0-192 0,0 0-48 0,1 2 0 0,-1-3 0 0,0-3-48 15,0 0-16-15,0 3 0 0,1-4 0 0,0-1-128 0,-1 0 0 0,2 0 144 0,-1-2-144 0,1-1 0 0,1-2 0 0,-1 1 0 0,1-3 128 16,0 2-128-16,0-2 0 0,1 0 0 0,0-2 0 0,1 0 0 0,-1 1 0 15,2-2 0-15,-1 0 0 16,0-2-144-16,1 1 0 0,0-1 0 0,0-1 0 16,1 2-1520-16,-2-1-320 0,2-1-48 0,0 3-9504 15</inkml:trace>
  <inkml:trace contextRef="#ctx0" brushRef="#br0" timeOffset="-180354.37">18705 6605 3679 0,'2'-1'0'0,"-1"1"144"0,0-2-144 0,-1 2 208 0,1-1-208 0,-1 1 0 16,1 0 0-16,-1 0 0 0,1-1 1248 0,1 1 208 16,0-2 32-16,0-1 16 0,2 1 448 0,-2-1 96 0,-1-1 0 0,2 1 16 15,0-2-640-15,0 1-128 16,0 0-16-16,-1-1-16 0,1 2-496 0,0-4-112 0,1 0-16 0,-1-1 0 16,0 2-352-16,0-4-80 0,-1 5-16 0,-1-3 0 15,-1 3 16-15,0-1 0 0,-1 2 0 0,-1 1 0 16,0-1 176-16,-1 3 48 0,0-1 0 0,-1 2 0 15,-1-1 64-15,1 2 16 0,-1-1 0 0,-1 2 0 16,1 1-240-16,-2 2-32 0,2-1-16 0,-2 2 0 0,2 2-224 0,-1 0 0 16,1-1 0-16,-1 4 0 15,0-1 0-15,1 4 0 0,-1 0 0 0,2 1 0 16,0-1 0-16,-1 1 0 0,2 2 0 16,-1-2 0-16,1-1 0 15,1 1 0-15,1-5 0 16,0 1 0-16,2-3 0 0,0-2 0 0,2-1 0 15,0 0 0-15,1-5 0 0,1 0 0 0,1-2-144 0,1-3 144 0,0 0 0 0,3-2 0 0,-1-2 0 16,-1 1 0-16,1 1 0 0,-1-2 0 0,2-1 128 16,0-2-128-16,0 0 0 0,-2 1 0 0,0-1 0 0,0 0 0 15,-3 3 0-15,0-1 0 0,-2 0 0 0,0 1 0 0,-2 0 0 0,-1 1 0 16,0 4 0-16,-1-1 0 0,1 2 128 0,-2 1-128 0,1 4 144 16,-1-1-144-16,0 4 288 15,-1-1-32-15,1 3-16 0,1 1 0 16,-1 3 128-1,0 0 16-15,0 2 16 16,1-1 0 0,1 0-208-1,0-2-32-15,2 1-16 16,0-1 0-16,1 0-144 16,0-3 0-16,3-1 0 15,-1-1 0-15,2 0 0 31,0-5 0-15,2 0 0 0,-1-3 0-1,1 1-128 1,0-3 128 0,0-1 0-16,-1 0 0 0,2 0-896 0,-3 0-96 0,1-1-32 0,0 0-12128 15</inkml:trace>
  <inkml:trace contextRef="#ctx0" brushRef="#br0" timeOffset="-179633.69">18746 6572 3759 0,'0'-2'336'0,"1"1"-336"0,-1-1 0 0,1 2 0 16,-1-2 960-16,1 1 112 0,0 1 16 0,0-2 32 0,2-2 480 15,0-1 80-15,0 0 32 0,0 0 16 16,-1 0-48-16,0 3 0 0,0-3 0 0,-1 3 16 15,0 0-352-15,-1 1-64 0,0 1 0 0,0 0 0 16,-1 0-384-16,0 0-80 0,0 1-16 0,-1 1 16 0,1 0-368 0,-1 1-64 16,1-1 0-16,-1-1 0 0,1-1-208 0,-1 1-48 15,1-1 0-15,0 0 16 16,0-1-144-16,-1 0 128 0,1 1-128 0,0-2 144 0,1-1-144 16,0 1 192-16,-1-1-192 0,0 0 192 0,0-1-64 0,1 2-128 15,-1-3 176-15,0 3-48 0,0-3-128 16,-1 1 144-16,1 1-144 0,-1 1 176 0,0-1-176 0,1 1 0 0,-1-1 0 0,-1 1 0 31,0 2 0-31,0-1 0 0,1 1 0 0,-2 1 0 0,1-1 0 0,-1 2 0 16,2 1 0-16,-1-1 128 0,0 1-128 0,0 1 0 0,1-1 0 15,-1 2 0-15,1 1 0 0,-1-1 0 0,0 0 0 16,1 2 0-16,0-1 0 0,-1 0 0 0,1 0 0 0,-1 0 0 16,1-1 0-16,1-1 0 0,-1 2 0 15,0 0 0-15,1-1 0 0,-1 1 128 16,1 0-128-16,1 1 0 0,-1-2 176 0,1 2-48 15,-1 0 0-15,1-2 0 0,1 2 64 0,1 1 0 16,-1-2 0-16,0 1 0 0,0 0-192 0,0 0 128 0,1-1-128 0,-1 0 128 16,-1-1-128-16,1 0 0 0,0-1 144 15,0-1-144-15,1 0 128 0,0-1-128 0,0 0 128 0,0-2-128 16,0 0 0-16,-1 0 0 0,1 0 0 0,0-2 0 0,0 0 0 16,1 1 0-16,-1-1 0 0,-1-1 0 15,1 1 0-15,0 0 0 0,0-1 0 0,0-1 0 16,0 1 0-16,-1 2 0 0,0 0 0 0,-1-1 0 15,1 0 0-15,-1 1 0 0,0 1 0 0,0 0 0 0,0 1 0 16,-1 1 0-16,1-2 0 0,0 0 0 0,-1 2 0 16,0-2 0-16,1 1 0 0,-1 0-128 15,0 1-816-15,1-2-144 0,-1 1-48 0,2 1-12112 16</inkml:trace>
  <inkml:trace contextRef="#ctx0" brushRef="#br0" timeOffset="-178464.22">18941 6485 5519 0,'1'-1'496'0,"-1"-2"-496"16,1 2 0-16,-1 0 0 0,0 1 928 0,1 0 96 0,0-3 0 15,0 1 16-15,1-2 624 0,1-1 112 16,0-1 16-16,-1 2 16 0,1-1-528 0,-1 2-96 0,-1 2-32 0,0-1 0 16,0 0-64-16,-1 2 0 0,1 2-16 0,-2-2 0 15,1 3-272-15,0 0-48 0,-1 2-16 0,0 0 0 16,1 2-224-16,0 2-64 0,-1 3 0 0,1 0 0 15,-1 2-176-15,0 3-32 0,0 1-16 0,0 2 0 16,0 2 48-16,0 1 16 0,0 1 0 0,1-2 0 16,-2-1-32-16,1 1 0 0,-1-2 0 0,1-2 0 15,0-5-128-15,0 1-128 0,1 0 192 0,-1-1-192 0,1 0 128 16,1-3-128-16,-1-2 0 0,1-2 0 0,1 0 0 0,-1-1 0 16,0-2 128-16,0-2-128 15,1 1 0-15,-1-4 0 0,1-1 0 0,1 1 0 16,-1-3 0-16,1-1 0 0,-1 0 0 0,1-1 0 15,-1 0-1232-15,1 0-160 0,-1-2-16 0,1-1-16 16,-2-2-1168-16,0-2-224 0,0-1-64 0,-1-1 0 16,-1-3 576-16,0 2 128 0,0-1 0 0,-1-1 16 15,0 3 576-15,-1 1 112 0,0 3 32 0,0 0 0 0,1-1 1040 0,-2 2 208 0,0 2 32 0,1 0 16 16,-1 1 688-16,-1 4 144 16,1-2 16-16,-1 3 16 0,0 2 816 15,1-1 144-15,0 0 48 0,-1 2 0 0,2 0-320 0,-1 2-48 0,1-2-16 16,0 0 0-16,1-2-560 0,1 1-112 0,1 1-32 0,0-2 0 0,1-1-144 15,-1 0-48-15,3-1 0 0,0 0 0 16,1 1 160-16,-1-1 32 0,2 1 0 16,0-2 0-16,0 3-16 0,2-3 0 15,-2 3 0-15,2-3 0 0,-2 3-96 0,2-2-16 0,0 0 0 16,1 2 0-16,-1 0 96 0,1 0 16 0,-2 0 0 16,1 1 0-16,-1 1-288 0,0 1-48 0,-1 1-16 0,0 1 0 0,0 1-144 15,-1 3-128-15,0-2 144 0,-2 4-144 16,0-1 192-16,-2 1-64 0,0 0-128 0,-1 3 192 0,-2-2-64 15,-1 1 0-15,-1 1-128 0,0-3 192 0,-1 3-48 0,0-2-16 16,0-2 0-16,0 0 0 0,0 0-128 16,1-1 0-16,0 0 0 0,0-3 0 0,1 1 0 0,1-2 0 15,1-1 0-15,0 1 0 16,1-1-160-16,1-2 160 0,1-2-208 0,1 1 80 16,1-2-1040-16,2-1-208 0,0-3-32 15,2 1-16-15,2-2-1168 16,0-2-224-16,2-2-64 0,1-2-5472 0</inkml:trace>
  <inkml:trace contextRef="#ctx0" brushRef="#br0" timeOffset="-177948.05">19120 6477 5807 0,'38'-50'128'0,"-32"41"16"0,-5 8 16 0,-1 1 16 16,1-1-176-16,1 0 0 0,1-2 0 0,0 1 0 0,2 0 2208 0,0 2 416 15,-2 1 64-15,0 3 32 0,-2 5-608 0,-1 3-128 16,-2 4-32-16,-2 1 0 0,2 4-992 0,-3 1-208 16,0 2-48-16,0 2 0 0,-2 2-336 0,2-3-80 15,-1-2-16-15,2 0 0 0,-2-2 48 0,2-1 0 16,0 1 0-16,1-2 0 0,0-2-176 0,1 0-16 15,1-1-128-15,1-4 192 0,1-3-192 0,1-2 0 16,0-2 0-16,0-3 0 0,1-1 0 0,-1-2-128 16,0-1 128-16,1-3 0 15,1 0-592-15,-2-3-16 0,2-1 0 0,0 0 0 16,0-5-1728-16,0 0-352 0,0-3-64 0,0 1 0 16,-2-3 384-16,-1 0 64 0,-1-3 32 0,0-2 0 15,-1 1 784-15,0-3 144 0,-1-2 48 0,-1 3 0 0,2 2 848 0,-1 2 160 0,0 4 32 16,0 0 16-16,1 5 976 0,-1 3 192 0,0 2 32 0,0 2 16 15,0 0 432-15,0 3 96 0,1 2 16 0,0 2 0 16,0-2 0-16,0 1 0 0,0 1 0 0,1 0 0 16,1-2-416-16,-1 1-80 0,2-1 0 0,-1-1-16 15,2 1-160-15,1-2-16 0,1-1-16 0,-1 0 0 0,1-1-64 0,0 2-16 16,1-3 0-16,0 1 0 16,2-1 80-16,0 2 16 0,0-1 0 0,-1-1 0 0,0 3-128 0,0 1 0 15,-1-1-16-15,0 2 0 0,-2 0-336 16,-2 2-64-16,2 1-16 0,-2 2 0 0,1-1-128 0,-2 2-16 15,0 2-128-15,-2 2 192 0,0 0-32 16,-2 2-16-16,-2 2 0 0,0 0 0 0,-2 0 16 0,0 0 0 16,-1 1 0-16,1-1 0 0,0-2-32 0,-1 0-128 15,1-1 192-15,0-3-64 0,2-1-128 0,0 0 0 16,0-2 0-16,1 0 0 0,0-1 0 0,0-2 0 0,2 0 0 0,0-2 0 16,1 0 0-16,0-2-176 0,2 1 48 0,0-2 0 31,1-2-1776-31,1-1-336 0,1-2-80 0,1 1-10064 0</inkml:trace>
  <inkml:trace contextRef="#ctx0" brushRef="#br0" timeOffset="-177682.57">19348 6306 1839 0,'1'0'160'0,"-1"-2"-160"0,0 2 0 0,0 0 0 16,0 0 1120-16,0 0 192 0,0-2 32 0,0 1 16 0,1-1 608 15,-1 0 112-15,1 1 32 0,0-2 0 16,1 2-304-16,-1-2-48 0,1 1-16 0,0 0 0 0,1-1-272 16,-2 2-48-16,2 0-16 0,0-1 0 0,1-1-288 0,-1 3-64 15,1-2-16-15,0 2 0 16,-1 0-528-16,0 0-96 0,0 2-32 0,0-1 0 16,0 3-192-16,-1-2-64 0,-1 3 0 0,1 0 0 15,-1 2-128-15,0-2 0 0,-1 2 0 0,-1 1 0 0,0-2 0 0,0 1-224 16,-1 1 48-16,1 0-13568 0</inkml:trace>
  <inkml:trace contextRef="#ctx0" brushRef="#br0" timeOffset="-177061.48">19368 6418 11967 0,'0'-2'528'0,"0"1"112"0,0-1-512 0,0 1-128 16,1 1 0-16,-1 0 0 0,0 1 1664 0,0 1 320 0,1 0 48 0,-1 2 16 15,0 2-64-15,-1 3-16 16,1 3 0-16,-2 2 0 0,-1 3-1088 0,1 0-224 16,-2 1-32-16,-1 0-16 0,1 2-240 0,-1-2-48 0,0 2-16 15,1-3 0-15,0-2-304 0,0-3 160 16,2-1-160-16,0-4 128 0,2 0-128 0,0-2 0 16,1-4 0-16,0-2 0 0,2-1-368 0,2-1 0 0,0-2 0 0,3-2 0 31,0-2-2208-31,1-3-448 0,2 0-96 0,0-2-16 15,0-3 320-15,0-2 64 0,0 3 16 0,-2-3 0 16,0 2 1392-16,-2-1 256 0,-1 3 64 0,-2-2 16 0,1 1 848 16,0 0 160-16,-1 1 0 0,1 1 0 0,0 2 1072 0,-2 3 128 0,0 1 16 0,0 4 16 15,0 1 752-15,-1 3 160 0,-2 1 32 0,0 3 0 16,0-2-48-16,0 4 0 0,0 2 0 0,-1 0 0 0,0 2-864 0,0 1-176 16,0 1-48-16,-1 0 0 15,0 2-448-15,0-2-80 0,0-1-32 0,0 1 0 16,1 0-224-16,-1-2-64 0,0-1 0 0,1-2 0 15,0 1-192-15,-1-2 176 0,1 2-176 0,-1-4 160 16,2-1-160-16,-2 0 128 0,1-1-128 0,-1 0 128 0,1-2-128 16,0 0 0-16,1-2 144 0,0-1-144 0,0-1 0 0,1-1 0 15,1 0 0-15,0-2 0 0,0 0 0 0,0-2 0 16,2 0 0-16,0-2 0 0,-1-1 0 0,2 0 0 16,-1-1 0-16,0 0 0 0,1-2 0 0,1 0 0 15,1 1 0-15,0 0 0 0,0 2 0 0,-1 2 0 16,1 1 0-16,-1 4 0 0,0 2 0 0,-1 1 0 15,-1 2 0-15,0 2 0 0,0 1 0 0,-2 1 0 0,1 4 0 0,-1-2 0 16,0 2 0-16,-1-1 0 16,-1 2 0-16,1-1 0 0,-1 1 0 0,0 0 0 15,0 1 0-15,-1-2 0 0,0 0 0 0,1 0 0 16,0-1 0-16,-1 0 0 0,0-2 0 0,0 2 0 0,1-2 0 16,-1 2 0-16,0-3 0 0,0 2 0 0,0 0 0 0,1-1 0 15,-1 1 0-15,0 0 0 0,1-1 0 16,-1-2-128-16,1 0 128 0,1 0-208 0,0-2 80 0,0 1-8832 15,2-2-1776-15</inkml:trace>
  <inkml:trace contextRef="#ctx0" brushRef="#br0" timeOffset="-176566.99">19687 6456 6447 0,'0'2'272'0,"0"-2"80"0,0 0-352 0,0 1 0 0,0 0 0 0,0-1 0 16,0 0 1472-16,0 0 208 0,1 2 48 0,0-2 16 15,1 1 320-15,1-2 64 0,0 1 16 0,3-4 0 0,-1 1-576 0,2-4-112 16,-1 3-32-16,2-4 0 0,-1 1-720 16,1-2-160-16,-1-1-32 0,1 1 0 15,0-3-224-15,-2 1-48 0,1-1-16 0,-2 2 0 16,-2-1-32-16,-1 1-16 0,0 2 0 0,-3 0 0 0,0 2-48 0,-3 1-128 16,1 1 192-16,-4 2-64 0,2 2 16 0,-2 2 0 0,-1 1 0 0,-1 1 0 15,1 3 160-15,-1 0 16 16,0 0 16-16,0 1 0 0,2 0-208 0,-2 0-128 0,2-1 160 15,1 0-160-15,4-3 0 0,-2 2 128 16,1-2-128-16,1 3 0 0,0-2 0 0,2 0 0 0,0-2 128 16,2 1-128-16,0-2 0 0,1 1 128 15,0 0-128-15,0 1 0 0,1-2 224 0,1 3-48 16,-2 0-16-16,1-1 0 0,1 4-32 0,-1-2 0 16,-4-6 0-16,0 0 0 0,0 0 64 0,13 48 0 15,-13-48 0-15,3 38 0 0,-3-14-48 0,-3-1 0 16,1 4 0-16,-3 1 0 0,-1 0-16 0,-2-2-128 15,0 0 192-15,1-6-64 0,3-5-128 0,-2-1 0 16,1 1 0-16,-1-2 128 0,0 0-128 0,1-3 0 0,1 0 0 0,0-4 0 0,3-2 0 0,0-2 0 16,1-2 128-16,1-2-128 0,1-2 416 0,1-2 48 15,2-2 16-15,0-3 0 0,4-1 80 16,0-3 16-16,1-1 0 0,2-5 0 16,1 0-320-16,2-1-48 0,1-3-16 0,0 0 0 0,1 1-192 15,0 0 0-15,0 3 0 0,-2 2 0 0,0 3 0 16,-4 2-192-16,-1 3 16 0,-1 2-17008 15</inkml:trace>
  <inkml:trace contextRef="#ctx0" brushRef="#br0" timeOffset="-173682.09">18954 7076 2751 0,'1'-2'256'0,"0"2"-256"16,-1-1 0-16,0 0 0 0,1 1 480 0,-1 0 48 15,1-3 16-15,0-1 0 0,0 1 224 0,1-1 64 0,-1-1 0 0,0 0 0 16,-1 3-96-16,1-1-16 16,-1 1 0-16,0 0 0 0,0 2-144 0,-1 0-48 15,1 2 0-15,-1 0 0 0,0 1-128 0,-1-1-16 16,1 1-16-16,-1 1 0 0,-1 1-96 0,2-1-16 15,-2 0 0-15,0 0 0 0,0 0 32 0,0 1 0 0,0 0 0 0,-1 0 0 16,0 2-16-16,0 0 0 0,-2 2 0 0,0 1 0 16,1 0 96-16,-1 4 16 15,-2 0 0-15,0 5 0 0,-2 2-48 0,-1 5 0 0,1 2 0 0,-2 6 0 16,1-1 0-16,-2 2 0 0,0 1 0 0,-1 0 0 0,1-1 48 16,-2 6 0-16,-3 6 0 0,-2 5 0 15,1-2-176-15,0-2-16 0,2-5-16 0,1-5 0 16,0-4-176-16,2-5 0 0,3-5 0 0,0-3 0 15,0-1 0-15,1 0 128 0,0 0-128 0,1-2 0 16,1-1 352-16,1 0-16 0,2-3 0 0,-1-2 0 16,2 0 48-16,2-1 0 0,1-4 0 0,1-1 0 0,1-2-192 0,1-2-48 15,1 0 0-15,3-4 0 0,0-2 0 0,2-1 0 16,0-2 0-16,1-1 0 0,1-1-144 0,2-3 192 16,0-1-192-16,1 0 192 0,0 1-192 0,1-1-144 15,0 1 144-15,0 0-208 0,1 0 16 16,-1 1 16-16,-1 0 0 0,-1 2 0 0,1 2 176 15,-1-3 0-15,0 3 0 0,0 1-128 0,-1 0 128 0,0 1 0 16,-3 3 0-16,-1 2 0 0,0-2 0 0,-3 4 0 16,1-2 0-16,-2 5 0 0,0 2 0 0,-2-2 0 0,0 4 0 15,-1 3 0-15,0 1 192 0,-1 3 32 0,-2 5 0 16,-1 1 0-16,-1 4 48 0,0 4 16 0,-2 3 0 16,-1 5 0-16,-2 6-16 0,-2 5 0 15,-2 5 0-15,-2 3 0 0,-1 4-272 0,0-3 0 16,-1-4 128-16,1-3-128 0,0-5-816 15,1-8-208-15,2-5-64 0,2-9 0 16,2-4-1456-16,0-4-288 0</inkml:trace>
  <inkml:trace contextRef="#ctx0" brushRef="#br0" timeOffset="-172997.1">18927 7090 5519 0,'2'-2'496'0,"-1"0"-496"16,0 2 0-16,-1 0 0 0,0 0 624 0,0 0 16 16,0 0 16-16,0-2 0 0,0 2 496 0,-1 0 112 0,0 0 16 0,-1 0 0 15,-2 2-592-15,0-2-112 0,0 0-32 0,-1 0 0 16,0 2 16-16,0-2 0 0,-2 1 0 16,1 1 0-16,0 1 0 0,0 1 0 0,-1 0 0 0,1 1 0 15,-1 2-32-15,1-1 0 0,-2 2 0 0,2 2 0 16,-2 0-128-16,1 0-16 0,-1 3-16 15,-2 2 0-15,2-1-240 0,0 0-128 0,0 0 160 0,3-2-160 16,1-2 0-16,0-4 0 0,3-2-128 0,1 0 128 16,1-4-784-1,1-2-48-15,1-3-16 0,1 0 0 0,0-4 80 16,3 1 0-16,1-3 16 0,1-3 0 0,3 2 48 0,-1-3 16 0,1-2 0 16,1 1 0-16,1 0 304 0,-1 1 48 0,-1 1 16 0,1-1 0 0,-2 4 464 15,0 0 112-15,0 1 0 0,-2 2 16 0,-1 1 912 0,-1 0 176 16,-1 3 48-16,-3 1 0 0,0 3 176 0,-2 1 32 15,-1 4 16-15,-1 1 0 0,-1 1-416 16,0 5-64-16,-3 1-32 0,0 0 0 0,0 0-272 16,-1 2-48-16,-2 2-16 0,-1 2 0 0,1 0-272 0,0 0-64 15,1-3-16-15,4 1 0 0,-1-2-256 0,2-1-48 0,2 0-128 16,0-14-9648-16,0 0-2032 0</inkml:trace>
  <inkml:trace contextRef="#ctx0" brushRef="#br0" timeOffset="-171002.18">17709 8954 10127 0,'-3'-2'896'0,"2"0"-704"0,1 0-192 0,0 1 0 16,1 1 528-16,0-2 80 0,1 2 16 0,1-3 0 16,0 1 384-16,3-3 80 15,1 0 0-15,1 1 16 0,0-1 112 0,1-2 32 0,1 3 0 0,-2-1 0 16,1 2-384-16,1 1-80 0,-1-3-16 0,0 2 0 15,0 1-320-15,0 1-64 0,0 0 0 0,-1 1-16 16,-1-2-160-16,0 2-16 0,0 0-16 0,-2 0 0 0,0 2-176 0,0 0 0 16,-1 1 0-16,0 1 0 15,0 1 128-15,-1 2-128 0,0 0 128 0,-1 3-128 16,0 2 256-16,-2-12-48 0,3 30 0 0,-4-12 0 16,0 2 32-16,-1 3 0 0,0 2 0 0,0-1 0 15,0 4-48-15,-1-2-16 0,0 0 0 0,-1 0 0 0,1-4-32 16,1-6 0-16,0-1 0 0,0-2 0 0,0-1 48 15,0-4 0-15,1-1 0 0,0-4 0 16,1-1 64-16,0-5 0 0,2-2 16 0,-1-1 0 0,2-3 48 16,0-2 0-16,0-1 0 0,1-2 0 15,0 0-128-15,1-3 0 0,-1 1-16 0,0-1 0 16,1 1-176-16,-1 1 0 0,1 1 0 0,-2 0 0 0,1 2 0 16,1-2 0-16,-1 2 0 0,1 0 0 0,1 0 0 15,-1 1 0-15,2 1 0 0,-2 0 0 0,0 3 0 0,0 0 0 16,1 3 0-16,1-3 0 0,-1 4 144 0,0-1 0 15,-1 3 0-15,1-1 0 0,-3 2 64 0,2 0 16 0,-1 2 0 16,-1 1 0-16,-1-1-224 0,0 0 128 0,0 3-128 0,0-2 0 16,-1 0 0-16,0 0 0 0,0 0 0 0,1 0 0 15,-1 0-144-15,1 0-32 0,0 0 0 0,1 0-9632 16,0 1-1936 0</inkml:trace>
  <inkml:trace contextRef="#ctx0" brushRef="#br0" timeOffset="-170591.76">18032 9172 14735 0,'0'3'640'0,"0"-3"160"0,1 0-640 0,0 0-160 0,0 0 0 0,0 0 0 16,1 0 1328-16,1-2 224 0,2 1 48 0,1-2 16 15,2 2-544-15,2-4-112 0,0 2-32 0,0-1 0 16,0-1-400-16,1 0-80 0,-2 1 0 0,0-3-16 0,0 2-304 15,1-2-128-15,-1 2 128 0,-1-4-128 0,0 4 0 0,-2-3 0 16,1-1 0-16,-2 2 0 16,-1 0 0-16,0 0 0 0,-3-1 0 0,0 2-176 0,0-2 176 0,-2 2 0 15,0 0 0-15,-2 2 0 0,-1 0 0 0,-1 1-128 16,-1 2 128-16,0 1 0 0,0 0 0 0,-2 3 176 16,-1 0-16-16,-1 1 0 0,1 3 240 0,-1 0 48 15,0 1 16-15,1 1 0 0,0 0-128 16,-1 3-16-16,2 0-16 0,-1 0 0 0,1 2 96 15,2-2 32-15,0 2 0 0,1-2 0 0,1 0 80 16,2-2 0-16,1-3 16 0,3 0 0 0,1-3-80 0,2 1-32 0,0-5 0 16,3 0 0-16,1-2-128 0,0 0-32 15,2-1 0-15,1-1 0 0,1 1-112 0,2-2-16 16,0 1-128-16,1-1 192 0,-1 2-192 0,-1 0 0 16,0 2-192-16,-1-2 192 0,-1 3-1472 15,-1-2-176-15,1 2-32 0,0-2-11952 0</inkml:trace>
  <inkml:trace contextRef="#ctx0" brushRef="#br0" timeOffset="-170162.34">18421 8976 2751 0,'0'0'0'0,"0"-2"128"0,1 1-128 0,-1 1 144 0,1-2-144 0,-1 2 0 0,0-2 0 0,1 1 0 0,0 1 1136 0,0-2 192 0,0 1 32 0,0 0 16 16,0 1 272-16,0 0 48 15,-1 1 16-15,-1 0 0 0,0 2 0 0,-1 2 0 0,0 1 0 0,0 2 0 16,1 3-224-16,-2-1-32 0,0 4-16 16,-1 3 0-16,1-1-656 0,0 3-128 0,0 2-16 0,-1 2-16 15,0 2 128-15,1-1 16 16,-2-1 16-16,1 1 0 0,0 0-32 0,-1 0-16 16,1-1 0-16,2-4 0 0,1-2-448 0,1-3-96 15,0-4 0-15,0-1-16 0,2-3-176 0,1-3-256 16,0 0 64-16,0-1 16 0,-1-4-656 15,2-1-128-15,1-1-16 0,-1-4-16 0,0 2-992 16,0-4-192-16,1-2-32 0,-3-1-16 16,1-1-720-16,-2-1-160 0</inkml:trace>
  <inkml:trace contextRef="#ctx0" brushRef="#br0" timeOffset="-169635.62">18380 9080 3679 0,'-4'-19'160'0,"2"12"32"0,1 2-192 0,0 3 0 0,1 2 0 0,0 0 0 15,-1-2 1728-15,1-1 288 0,-1 1 64 0,0-3 16 16,1 0 96-16,0 1 32 0,2-1 0 0,-1 2 0 15,2-1-736-15,1-1-144 0,0 0-16 0,2 0-16 16,0 0-368-16,3-1-80 0,0-2-16 0,1 1 0 16,1 0-224-16,0 0-48 0,2 0-16 0,-1 0 0 15,1 1 0-15,0 0 0 0,-1 3 0 0,0 1 0 0,-3 2-144 0,-1 2-32 16,0 3 0-16,-3-1 0 0,0 2-224 0,-2 1-160 16,-2 0 192-16,-1 0-192 0,-1 3 0 15,-2-1 0-15,-2 0 0 0,0 0 0 0,-3 0 192 16,0 0-192-16,-2 2 192 0,-1-3-192 0,2-1 160 0,0 0-160 15,0-2 128-15,2 2-128 0,1-5 0 16,-1 1 128-16,2-1-128 0,2 0 0 0,0-2 0 0,0-2 0 16,2 0 0-16,1-1 0 0,1 1 0 0,1-3 0 0,1-2 0 15,1 0 0-15,2 0 0 0,1-1-144 0,1-1 144 16,1 0-208-16,0 1-48 0,2 1-16 16,2-4 0-16,0 1 0 0,1 1 128 0,0 0 144 0,0 2-208 15,0-1 80-15,0 1 128 0,-1 2 0 0,0 0 0 0,0 1-128 16,-2 1 128-16,1 0 144 0,-1 3-16 0,-1 0-128 15,-1 3 192-15,-1-2-64 0,1 3 0 16,-9-4-128-16,0 0 192 0,0 0-192 0,0 0 192 0,26 36-192 16,-24-25 128-16,-1-1-128 0,-1 4 0 0,-1-2 0 15,0 3 0-15,-1-2 0 0,-2 0 0 0,-1-2 0 16,1-2 144-16,0-1-144 0,0-2 0 0,1-2 144 0,1 0-144 0,1-4 0 16,0 0 0-16,1-2 128 0,0-3-128 15,2 1 128-15,0-2-128 0,1-2 128 16,1 0 16-16,0-1 0 0,0-1 0 0,1-2 0 0,1 0-144 15,1-1 192-15,-1 0-192 0,1-1 192 16,0 0-192-16,0 2 0 0,0 0 0 0,0 0 0 16,-1 2-384-16,1 1 32 0,-2 3 16 0,2 1 0 15,-1 1-1568-15,0 1-304 0,-3 2-64 0,2 1-10016 0</inkml:trace>
  <inkml:trace contextRef="#ctx0" brushRef="#br0" timeOffset="-169265.72">18833 8978 7359 0,'1'0'320'0,"0"0"80"0,1 0-400 0,-1-2 0 0,0 2 0 0,0 0 0 16,1 0 1312-16,0 0 176 0,3-2 48 0,2 1 0 15,2-1-208-15,0 0-48 0,2 1 0 0,0-1 0 16,1 1-288-16,-1-2-64 16,1 1-16-16,0-2 0 0,0 2-304 0,-1-2-64 15,-1-1-16-15,-1 0 0 0,0 1-384 0,1-2-144 16,-3 2 0-16,1-3 144 0,0 2-144 0,-3-2 0 15,1 0 0-15,-1 0 0 0,-3 2 0 0,0-2 0 16,-1 1 0-16,-2 2 0 0,-1-3 0 0,-1 3 0 16,-2 1 0-16,-1-2 0 0,0 3 0 0,-1 0-144 0,-2 0 144 0,0 4 0 15,-1 0-208-15,-1 2 64 0,-1 2 16 0,0 1 0 0,1 2 128 0,-1-1-128 16,2 1 128-16,1 2-128 16,0-1 384-16,1 2 64 0,0 0 32 0,1 2 0 15,1-2 304-15,1 0 64 0,1 2 16 0,2-4 0 0,1 1 352 16,2-2 80-16,0-1 16 0,2-1 0 15,2-2-512-15,0-1-96 0,1-1-32 0,0-3 0 0,3 2-352 0,-2-2-64 16,1 0 0-16,0-2-128 16,1-1 0-16,1 1-144 0,2-3-16 0,0 0-9360 0,2-1-1872 15</inkml:trace>
  <inkml:trace contextRef="#ctx0" brushRef="#br0" timeOffset="-168778.88">19288 8807 4607 0,'2'-5'400'0,"0"1"-400"16,0 0 0-16,-1 1 0 0,0 2 1376 0,0 1 192 16,-1-2 32-16,1 1 16 0,0 0 576 0,-1-1 112 0,0-1 32 0,-1 3 0 15,-2 3-1232-15,-2 0-240 0,0 1-48 0,-3 3-16 16,-1 0-208-16,-1 0-32 0,-1 3-16 0,-1-1 0 16,-1 0-144-16,1 2-16 0,0 0-16 0,0-2 0 15,1-1-32-15,1 2 0 0,1-2 0 0,0-1 0 16,4 1 64-16,0-2 16 0,2 0 0 0,2-2 0 15,0-1 16-15,0 1 0 0,3-1 0 0,-1-1 0 16,2 0-432-16,2-2 128 0,0 1-128 0,1-1 0 16,1 0 160-16,1 2-160 0,0-2 192 0,0 2-192 15,3-1 192-15,-2 1-192 0,0 1 192 0,0 0-192 16,-1 0 144-16,-1 0-144 0,0 1 0 0,-2-1 144 16,0 1-144-16,-2 1 0 0,0-2 144 0,-2 1-144 15,-1-1 0-15,-1 1 144 0,-1-2-144 0,-1 3 0 16,-1-1 128-16,-1-1-128 0,-1 2 0 0,-1 0 0 0,-1-1 0 15,0 0 0-15,1 0 0 0,-2 0 0 0,1 1 0 0,0 0 0 16,2-3 0-16,-1 1 0 16,3 0-704-16,1-1-64 0,1-2 0 0,2-2-7792 0,2 1-1552 15</inkml:trace>
  <inkml:trace contextRef="#ctx0" brushRef="#br0" timeOffset="-168399.44">19337 8943 3679 0,'0'-1'320'0,"0"1"-320"0,0 0 0 0,0 0 0 15,0 0 1744-15,0 0 288 0,0 1 48 16,1 1 16-16,2-2 1072 0,0 2 224 0,2-1 32 0,1-1 16 16,1 0-1552-16,0-1-304 0,2-1-64 0,1-3-16 15,0 1-928-15,0-2-192 0,1 0-48 0,0-1 0 16,0 0-336-16,0-1 0 0,-1 1 0 0,-1 0 0 16,0 0 0-16,-2 0 0 0,-2 0 0 0,0 2 0 0,-1-2 0 0,-2 2 0 15,-1-2 0-15,-1 2-128 0,0 0 128 0,-3 0 0 16,-1 1-144-16,-2-1 144 0,0 3 0 0,-1-1-144 15,-3 3 144-15,1 1 0 16,-1 1-256-16,-2 3 64 0,1-1 16 0,-1 3 0 0,0 1-16 16,0 1 0-16,0 1 0 0,1-1 0 15,1 0 192-15,1 3 0 0,1-1 0 0,2 2 128 0,1-3 416 16,1 1 96-16,4-1 0 0,0-1 16 16,4-1 160-16,1-4 16 0,-5-4 16 0,0 0 0 0,0 0-288 0,38 12-64 15,-25-14-16-15,0-1 0 16,0 1-288-16,1-3-64 0,-1 1-128 0,0-2 192 0,0 0-192 15,-2 1-128-15,0-1 128 0,-2 0-208 16,1 1-1056-16,1-1-208 0,-2 0-32 0,-2 0-16 16,1 0-1488-16,-2 2-288 0,0-3-64 0,-1 0-6688 0</inkml:trace>
  <inkml:trace contextRef="#ctx0" brushRef="#br0" timeOffset="-167982.19">19591 8822 911 0,'0'0'0'0,"0"0"0"0,0 0 0 0,0 0 0 15,0 0 1232-15,0 0 176 0,1 2 16 16,-1-2 16-16,0 1 1056 0,0 0 192 0,0 2 64 0,0 1 0 15,-1 0-320-15,0 0-64 0,0 1-16 0,-1 1 0 16,0-1-752-16,0 2-128 16,-1 1-48-16,0 1 0 0,-1 0-512 0,0 1-96 0,0-1-32 0,-1 0 0 15,0 1-176-15,1 0-32 0,-1-3-16 0,1 2 0 16,1-3-240-16,-1 0-64 0,2-1 0 0,0 0 0 16,0-3-128-16,2 0-128 0,0-1 144 0,0-1-144 0,0 0 0 0,1-1 0 15,2-1 0 1,0-2 0-16,1 1 0 0,0-3-192 0,2 0 48 15,0-1 0 1,1 0-560-16,1 0-96 0,1-3-32 0,0 0 0 16,1 1-16-16,-1 0-16 0,2-3 0 0,-1 2 0 0,1-1 464 0,-2 2 80 0,1 1 32 0,0-1 0 15,-2 2 288-15,0 1 0 0,-1 0-128 0,-2 3 128 16,1-1 0-16,-2 3 0 0,-2 1 0 0,0 1 0 16,0 1 192-16,-1 3-16 0,0-1 0 0,-1 1 0 15,0 2 336-15,0 0 64 0,-1 0 0 0,0 1 16 16,0 1-224-16,-1-2-48 0,0 3-16 0,0-1 0 0,0 0-32 15,0 1 0-15,1-3 0 0,-1-1 0 0,1 0-128 16,1-1-16-16,0-1-128 0,1-3 192 0,0 1-192 0,1-2 128 16,1 0-128-16,0-2 0 0,0 1 0 0,1-1 0 15,2-2 0-15,-1-1 0 0,2 1-192 0,0-2-96 16,1-1-16-16,2 0 0 16,0-2-1360-16,-1 1-256 0,1-1-64 0,1 0-6352 15,1 0-1264-15</inkml:trace>
  <inkml:trace contextRef="#ctx0" brushRef="#br0" timeOffset="-167708.51">19961 8606 6447 0,'3'-8'272'0,"-3"4"80"0,2-1-352 0,-1 3 0 0,-1 0 0 0,0 1 0 15,0 1 1248-15,0 0 176 0,0-2 48 0,0 2 0 16,-1 0 368-16,-1 3 80 0,1 1 0 0,-2 1 16 16,-1 2-720-16,0 0-128 0,0 5-48 0,-2 0 0 15,2 0-320-15,-3 3-64 0,1 0-16 0,0 3 0 16,-1 0-160-16,1 2-32 0,0 1-16 0,-1 1 0 15,0-1 0-15,-1 2 0 0,2 0 0 0,-1-1 0 16,3-3-48-16,0-3-16 0,1-1 0 0,2-5 0 16,2-2-240-16,0-2-128 0,1-2 160 0,0-2-160 0,1-1 160 0,0-2-160 15,0-1 160-15,1 1-160 0,-1-3 128 0,2 0-128 16,0-1 0-16,-1 0 144 16,1-2-960-1,-1 2-192-15,-1-2-32 0,1 0-16 0,0 0-1104 0,-2-2-208 16,0 2-64-16,-1-1-3840 0,0-1-784 0</inkml:trace>
  <inkml:trace contextRef="#ctx0" brushRef="#br0" timeOffset="-167514.01">19874 8743 3391 0,'-17'-7'0'0,"9"6"144"0,4 0-144 0,2 1 192 0,1 0-192 0,-1 0 0 15,-1-2 0-15,-3 2 0 0,-4 0 1504 0,-1 2 272 0,1 0 48 0,2 0 16 16,2 1 304-16,2 0 64 0,3 1 16 0,1-2 0 16,4-1 48-16,0 1 16 0,4-2 0 0,1 0 0 15,2-3-560-15,1-1-96 0,1-1-32 0,1 0 0 0,-2 1-832 0,1-4-160 16,2-1-32-16,1 0-16 15,1 1-336-15,-1-1-64 0,0 0-16 0,-2 1 0 16,0 2-144-16,-1 0 0 0,0 2-192 16,-1-1 192-16,-2 3-1408 15,-1 1-176-15,-1 1-16 0,-1 3-12000 0</inkml:trace>
  <inkml:trace contextRef="#ctx0" brushRef="#br0" timeOffset="-167141.09">20062 8761 14735 0,'1'3'640'0,"0"0"160"0,0-1-640 0,0-1-160 0,0 1 0 0,0-2 0 16,1 0 1776-16,1 0 320 0,2 1 64 0,2-1 16 0,1-1-400 0,3-1-80 15,-1-1-16-15,1 0 0 16,-1-1-720-16,0-1-160 0,0-2-32 0,1 2 0 16,-2 0-400-16,0-1-96 0,0 0-16 0,-2 0 0 15,0-2-256-15,-1 2 0 0,0 0 0 0,-1-2-144 16,-1 2 144-16,-1 2-192 0,-1-4 192 0,-1 4-192 15,-1-1-464-15,-1 2-112 0,0 0 0 0,-3 2-16 16,0-1 112-16,-1 4 32 0,0-2 0 0,-1 2 0 0,1 1 304 0,-3 2 64 16,1-1 16-16,-1 1 0 0,-1 2 256 0,0 0 0 15,0 0 0-15,-2 1 0 0,1 1 0 0,0 0 128 16,-1 3 0-16,1 0 16 0,0 0 304 0,-1 1 64 16,0 2 16-16,1-1 0 0,1-1 176 0,0 0 16 15,4 0 16-15,0-2 0 0,2-1-16 0,2-5 0 16,2 2 0-16,2-5 0 0,2 1-272 0,2-1-48 0,2-2-16 0,1-2 0 15,1-1 0-15,2 1-16 16,1-3 0-16,1-1 0 0,0-2-368 0,1 3 128 0,1-5-128 16,-1 3 0-1,0-1-576-15,1 0-176 0,0 1-32 0,-1-1-9440 0,-3 0-1872 16</inkml:trace>
  <inkml:trace contextRef="#ctx0" brushRef="#br0" timeOffset="-166586.3">20455 8715 12895 0,'-3'0'1152'0,"1"0"-928"15,2 0-224-15,0 0 0 16,0 0 1408-16,-1 0 224 0,1 0 48 0,-1 0 16 0,0-2 656 16,0 1 128-16,2-2 16 0,0-1 16 0,1-1-1264 15,2 1-256-15,0-3-48 0,0 0-16 16,1-1-400-16,0-1-80 0,-1 0 0 0,1-1-16 0,-1 3-96 0,-1-2-16 15,-1 1 0-15,-1-1 0 16,-1 2-128-16,-1-1-16 0,-2 4-16 0,0-1 0 0,-2 0 96 16,0 3 32-16,-2 0 0 0,1 2 0 15,-3 1-144-15,2 0-16 0,-2 4-128 0,1 0 192 0,-1 1-192 0,1 2 0 16,-1 1 0-16,1 0 0 0,-2 3 0 0,-1 3 0 16,2 2 0-16,-1-1 0 0,2 3 0 0,-1-2 0 15,2-1 0-15,1 1 0 0,3-1 0 16,1-4 144-16,2-2-144 0,1-1 128 0,2-4-128 0,1 0 0 0,2-4 144 0,0-2-144 15,2-2 144-15,1-2-144 0,1-1 192 0,2-4-192 16,2-2 192-16,0 0-192 0,3-2 192 0,-3 1-192 16,1 0 0-16,-1 0 0 0,0 0 0 0,-2-1 0 15,0 2 0-15,-2 0 0 0,1-2 0 0,-1 0 0 0,-2-1-128 16,0-2 128-16,-1 1 0 0,-1-3-144 0,0 0 144 16,-1 0 0-16,-1 0 0 0,0 0 0 0,-1-2 0 0,0 2 0 15,-2 1 0-15,0 1 0 16,0 5 0-16,-1 2 0 0,0 1 0 15,-1 4 0-15,0 0 0 0,1 2 0 0,-2 1 0 16,-1 2 0-16,1 0 0 0,-2 5 256 0,1 0-64 0,-2 4-16 0,1 3 112 16,-1 3 32-16,-2 5 0 0,1 4 0 0,-2 0-80 0,1 2-16 15,-1 2 0-15,1-1 0 0,1-1-80 16,0-3-16-16,6-23 0 0,-5 41 0 0,5-41-128 16,0 0 0-16,4 49 144 0,-4-49-144 0,0 0 0 0,0 0-208 15,20 48 16-15,-20-48-17424 0</inkml:trace>
  <inkml:trace contextRef="#ctx0" brushRef="#br0" timeOffset="-161498.06">20975 8354 911 0,'1'0'0'15,"-1"1"0"-15,0 1 0 0,1-2 0 16,-1 0 592-16,0 2 48 0,1-1 0 0,0 3 0 0,0-2 288 0,2 3 64 16,0 0 16-16,-2-1 0 15,1 1-112-15,-1 0-32 0,1 0 0 0,0 0 0 0,-1-1-48 16,1-1-16-16,-1 2 0 0,-1-1 0 0,2-2 112 0,-1 3 32 15,1-2 0-15,-2 1 0 0,0-1-16 0,0 2 0 0,1-1 0 0,-1 3 0 16,0 0-112-16,0 3-32 16,0-10 0-16,0 0 0 15,-4 42-16-15,4-42 0 0,-6 36 0 0,1-14 0 0,-1-3 0 0,0 3-16 16,0 1 0-16,0 0 0 0,1-4-224 16,-1 0-32-16,1-1-16 0,2-3 0 0,0-1-224 15,0-1-32-15,1-2-16 0,0-3 0 0,1-2 128 0,1 0 32 16,0-2 0-16,1-2 0 0,-1-2 16 0,2 0 16 0,0-1 0 0,0 0 0 15,1-4-128-15,-1 0-16 16,1 1-16-16,0-3 0 0,1 2-240 0,-1-2 144 16,0 0-144-16,0-1 128 0,1 0-128 0,-1 0 0 0,-1 1 0 15,1 0 0-15,0-1 0 0,0 2 0 16,-1-2 0-16,-1 4 0 0,1-3 0 0,1 2 0 0,-1 0 0 16,0 0 0-16,0 1 0 0,1-1 0 0,-1 0 0 0,1 1 0 0,0 1 0 15,-1-2 0-15,3 1 0 16,-1-1 0-16,1 0 0 0,0 1 0 0,1-1-128 0,-1 2 128 15,0-1 0-15,0 1 0 0,1 0 0 0,-1 1 0 16,0 1 0-16,-1 0 0 0,0 2 0 0,0 0 0 16,-1 1 0-16,-1 1 0 0,0 3 0 0,-1 0 0 15,0 1 0-15,-2 0 0 0,1 2 144 0,-2-1-144 16,0 1 0-16,-2 0 128 0,0 1-128 0,-1 0 0 16,0-1 0-16,0-2 144 0,-1 3-144 0,-1-3 0 15,0 1 192-15,1-2-64 0,-2 1 0 0,2-2-128 16,-2 2 192-16,0-4-64 0,1 2 0 0,-1-1-128 15,2-3 176-15,0 0-176 0,2-1 160 0,-1 0-160 16,1 0 0-16,0-2 128 0,2 0-128 0,-1 0 0 0,1-1 0 16,1 0 0-16,0-1 0 0,1-1 0 0,1 2 0 0,0-3-128 15,1 1 128-15,1 1-160 16,1-2-704-16,1 1-144 0,1 1-16 0,2-3-13664 16</inkml:trace>
  <inkml:trace contextRef="#ctx0" brushRef="#br0" timeOffset="-160895.2">21228 8575 5519 0,'1'-7'496'0,"0"2"-496"0,1 1 0 0,-1 2 0 16,0 1 528-16,-1-1 16 16,1-1 0-16,0 1 0 0,0-3 1248 0,1 0 256 0,0 0 64 0,-2 3 0 15,1 0-400-15,-2 2-80 0,1 2-16 0,-2 3 0 16,-1 1-208-16,0 2-32 0,0 2-16 0,0 2 0 15,-1 2-240-15,1-2-48 0,0 0-16 0,3-12 0 16,0 0-288-16,-2 37-64 0,2-37-16 0,0 0 0 16,0 0-256-16,9 41-48 0,-9-41-16 0,0 0 0 15,0 0-176-15,0 0-48 0,0 0 0 0,34 16 0 0,-27-20-16 0,-1 1-128 16,2-3 192-16,0 0-64 0,-1-1-128 16,1 0 128-16,1-3-128 0,-1 1 128 0,0 0-128 15,0-2 0-15,0 0 0 0,-2-1-176 16,1 0 176-16,-2-1-128 0,0 1 128 0,-1 0-128 15,1 0 128-15,-2 0 0 0,0 1-144 0,-2 2 144 16,0 0 0-16,0 0 0 0,0 0-144 0,-1 1 144 16,0 1 0-16,0 2 0 0,-1 3 0 0,-1 1 0 0,2 1 0 15,-2 1 0-15,-1 4 0 0,-1 2 0 0,0 3 320 16,-1 0-48-16,0 6 0 0,1-2 0 0,-1 3 176 0,0 4 48 16,0-2 0-16,0 2 0 0,5-21-144 15,-7 43-32-15,7-43 0 0,-5 46 0 0,5-46-64 0,-3 46 0 16,3-46-16-16,-1 45 0 0,1-45-240 0,-1 46 128 0,1-46-128 15,-2 40 0-15,2-40 0 0,-3 33 0 0,3-33 0 16,-4 31 0-16,4-31 0 0,-7 28 128 0,3-16-128 16,-2 0 0-16,1-2 0 0,-2-1 0 0,-1 0 0 15,-1-1 0-15,0-1 0 0,-2 0 0 0,0-2 0 0,-1 0 0 16,0-1 0-16,-2-4 0 0,1 1 0 0,-1-2 0 16,1-1 0-16,1-1 0 0,1 1 0 0,1-3 0 15,2 0 0-15,2-2 0 0,1 0-128 0,2-2 128 16,0-1 0-16,2-2 0 0,1 0 0 15,3-3 0-15,2 0 0 0,4-4-192 0,3 0 192 0,3-3-160 16,5 1-48-16,2-3-16 0,3-2 0 0,2-2 0 31,2 1-608-31,-1-1-128 0,0 2-32 0,0 2-14752 0</inkml:trace>
  <inkml:trace contextRef="#ctx0" brushRef="#br0" timeOffset="-160041.74">21860 8326 9215 0,'0'-2'816'0,"0"-3"-656"16,0 3-160-16,0 1 0 0,0 1 1104 0,-1-2 192 0,0 0 48 0,0-3 0 15,-1 0 896-15,0 1 192 16,-1 1 48-16,-1 3 0 0,0 1-880 0,-1 5-192 0,-1 4-16 15,0 4-16-15,-1 2-416 0,0 7-64 0,-1 4-32 0,-1 2 0 16,0 4-144-16,0 0-16 0,-2 3-16 0,1 1 0 16,0 1-96-16,1 0-16 0,0-2 0 0,2-2 0 15,1-2-240-15,0 0-48 0,1-2-16 0,5-30 0 16,-5 51-272-16,5-51 0 0,-2 37 128 0,2-37-128 16,0 0 0-16,2 36 0 0,0-30 0 0,-1-3 0 15,0-1 0-15,2-4 0 0,0-1 0 0,0-1 0 16,0-1 0-16,1-4-176 0,1-1 176 0,-1 0-208 15,1-3-432-15,0 0-64 16,0-2-32-16,-1-3 0 0,0-1-896 0,-2-4-176 0,1-3-48 0,0 2 0 16,-2 0 176-16,1-6 16 0,1-1 16 0,-2-5 0 15,2 6 752-15,0-2 128 0,1 2 48 0,-1 2 0 0,0 4 464 16,0 2 112-16,0 4 16 0,0 1 0 0,-2 4 624 0,1 0 128 16,0 5 16-16,0 0 16 0,1 3 320 0,-1 1 64 15,-1 2 16-15,2 1 0 0,1 0-96 0,0 1 0 16,1 0-16-16,2 0 0 0,0 0 16 0,1 0 16 15,1 0 0-15,0 0 0 0,1 0-432 0,1 0-96 0,1 0 0 0,0 1-16 16,-1 2-272-16,1 0-160 0,-12-3 192 16,0 0-192-16,0 0 128 0,38 35-128 0,-38-35 0 15,0 0 0-15,14 46 128 0,-14-46-128 16,-1 35 0-16,-4-18 0 0,-1-3 192 0,-2 2-192 0,-1-1 192 0,-1-1-192 16,0-2 192-16,-1-3-192 0,-1 1 192 0,0-2-192 15,0-2 128-15,0 2-128 0,-3-2 0 16,1 0 0-16,0 0 0 0,-1-1 0 0,0 0 0 0,2-3-192 15,2 3-96-15,2-3-16 0,0-1 0 16,3 1 0-16,1-2 304 0,1-3 0 0,2 3 0 0,3-4 0 16,1 3 0-16,1-1 0 0,2 0 0 0,-1-1 0 15,3 1 128-15,0 0 64 0,1 2 32 0,0-1 0 0,0 4 464 0,1-1 80 16,-9-2 32-16,0 0 0 16,0 0-160-16,39 21-16 0,-39-21-16 0,0 0 0 15,0 0-176-15,38 41-48 0,-38-41 0 0,0 0 0 0,28 35-224 0,-28-35-160 16,0 0 192-16,0 0-192 0,38 35 0 15,-38-35 0-15,0 0 0 0,0 0 0 16,35 13-512-16,-26-15-176 0,0 2-16 0,1-3-16384 16</inkml:trace>
  <inkml:trace contextRef="#ctx0" brushRef="#br0" timeOffset="-159663.47">22128 8715 5519 0,'-1'0'496'15,"0"0"-496"1,1 0 0-16,0 0 0 0,0 0 1584 0,0 0 208 16,1 0 64-16,-1-2 0 0,1 2 464 0,1-1 112 15,1-1 0-15,0 1 16 0,2 0-1168 0,0-1-224 0,0 1-48 0,1-3-16 0,0 3-208 0,0-3-32 16,0 2-16 0,1-1 0-16,-1-2-224 0,0 3-32 0,-1 0-16 15,1-1 0-15,-1 1-272 0,-2 0-48 16,1 1-16-16,-1 1 0 0,0 0-128 0,-2 0 0 15,0 1 0-15,-1 1 0 0,0 0 160 0,-2 3-160 0,0-3 192 0,-1 3-192 16,-1 1 288-16,1 0-48 0,-1 0-16 0,0 2 0 16,0 1 32-16,1 0 0 0,-1 2 0 0,1-2 0 15,1 3-64-15,1-3 0 0,0 2 0 16,1-2 0-16,1-2 64 0,0 1 0 0,3-2 0 0,0-1 0 16,0-2 48-16,1-2 16 0,1 1 0 0,0-2 0 0,1 0 0 0,1-2 0 15,-1 0 0-15,0-2 0 0,1 1-192 0,0-2-128 16,-2 1 192-16,2-1-192 15,-2 1 0-15,0 1 0 0,-1-3 0 0,0 2-192 16,-1-1-1056-16,-1 0-208 16,-1-1-32-16,0 1-12752 0</inkml:trace>
  <inkml:trace contextRef="#ctx0" brushRef="#br0" timeOffset="-159496.56">22222 8464 2751 0,'-5'-5'256'0,"3"2"-256"15,0 1 0-15,1 2 0 0,0 0 2608 0,0 0 464 16,1 2 112-16,-1 1 16 0,-1 2 256 0,0 1 48 16,1 3 16-16,0 0 0 0,1-9-1776 0,0 0-336 15,0 0-80-15,0 0-16 0,15 49-1312 0,-15-49 0 16</inkml:trace>
  <inkml:trace contextRef="#ctx0" brushRef="#br0" timeOffset="-148612.08">22888 8411 8287 0,'1'-9'736'0,"1"0"-592"0,1 4-144 0,-1 0 0 16,0 2 720-16,-1 1 112 0,0 0 32 0,0-3 0 0,0 0 768 16,2-4 160-16,1-1 16 0,-1-1 16 0,0 1-288 15,-2 0-48-15,0 1-16 0,-1 2 0 0,0-2-576 16,-1 2-128-16,0 1-32 0,0 0 0 0,-1-2-208 0,0 4-32 16,0-4-16-16,0 4 0 0,1-1-176 0,-1-1-48 15,1 0 0-15,-1 1 0 0,1-1 32 0,-1 0 0 16,1 2 0-16,0-1 0 0,1 0 16 0,-1 3 0 15,1-2 0-15,0 3 0 0,-1-1-112 0,1 2 0 16,-1 2-16-16,0-1 0 0,0 3-176 0,0 0 192 0,-2 5-192 0,0 2 192 16,-1 1-192-16,0 4 160 0,-1 3-160 15,0 5 160-15,0 2-160 0,0 3 0 16,1 3 0-16,-2 4 0 0,1 0 0 0,0 2 0 0,0 0 0 16,1 0 0-16,-1-5 0 0,1 0 0 15,0-2 0-15,2-2 0 0,-1-1 0 0,1-2 0 16,-1-2-128-16,0-3 128 0,1 0 0 0,-1-2 0 15,1-4-144-15,0-1 144 0,-1-2 0 0,2-1 0 0,-2-2 0 16,0-1 0-16,0-3 0 0,0 2 0 0,2-5 0 16,-2 2 0-16,0-1 0 0,-1-2-160 0,1-1 160 15,-1-1-192 1,0-1-2032-16,0-1-400 0</inkml:trace>
  <inkml:trace contextRef="#ctx0" brushRef="#br0" timeOffset="-148453.58">22678 8662 4607 0,'-4'-4'400'0,"2"0"-400"0,0 1 0 15,1 3 0 1,0 0 496-16,0 0 16 0,0 0 0 0,0 0 0 16,0 2 768-16,-1-2 176 0,1 3 16 0,1-1 16 0,3-1-144 0,0 0-48 15,2 1 0-15,2-2 0 0,1 0-208 0,3 0-32 16,1-3-16-16,2 0 0 16,1-2-400-16,1 0-96 0,0 1-16 0,0-1 0 0,0 0-368 0,-1 0-160 15,0 0 128-15,0 1-128 16,0-1-704-16,-3 2-240 0,-3 0-32 0,-1 2-7968 15</inkml:trace>
  <inkml:trace contextRef="#ctx0" brushRef="#br0" timeOffset="-148013.64">22972 8520 911 0,'2'-3'0'0,"-2"2"0"0,1-1 0 0,-1 1 0 15,0 2 1168-15,0 1 160 0,-1-2 16 0,1 2 16 16,-1 1 496-16,0 2 112 15,-1 3 16-15,-1 0 0 0,2 1-752 0,-1 0-144 0,0 1-16 0,0 2-16 16,1-2-496-16,-1 1-112 16,2-1 0-16,-1-1-16 0,1-9-224 0,0 0-32 0,0 0-16 0,6 34 0 15,-6-34 32-15,0 0 0 0,0 0 0 0,0 0 0 16,0 0-192-16,0 0 0 0,0 0 144 0,0 0-144 16,0 0 0-16,0 0 0 0,39 12 0 0,-35-15 0 15,1-2 0-15,0-1-128 0,0 0 128 0,1-1-192 16,-2-1 192-16,2-2-192 0,-1 2 192 0,-2-4-192 15,1 3 192-15,0-3 0 0,-1 0-144 0,0 0 144 16,-1 1 0-16,1 1 0 0,-1 3 0 0,-1 0 0 16,0 2 128-16,-1 3-128 0,1 0 0 0,-2 1 128 15,1 2-128-15,0 1 160 0,0-1-160 0,-1 2 160 16,1 0 624-16,-1 0 128 0,1 2 32 0,0-1 0 0,-1 3-272 16,1-2-48-16,0 4-16 0,0-2 0 0,0 0-384 0,0 3-80 15,0 0-16-15,0-10 0 0,0 0 48 0,1 30 0 0,-1-30 0 16,0 0 0-16,2 33 32 0,-2-33 16 15,0 0 0-15,0 0 0 0,2 36-224 0,0-29 0 0,0-2 128 16,0 0-128-16,0-1 0 0,0-2 0 0,0 1 0 0,2-3-160 16,1 0-192-16,-1-2-32 15,1 1-16-15,0-1-11136 0</inkml:trace>
  <inkml:trace contextRef="#ctx0" brushRef="#br0" timeOffset="-147613.52">23156 8506 7359 0,'-2'0'656'0,"1"0"-528"0,1 0-128 0,0 0 0 0,0 0 224 15,0 0 16-15,0 0 0 0,1 0 0 0,0 0 784 16,2-1 144-16,1 0 48 0,3-3 0 0,-1 1-64 0,2 0 0 16,2-1 0-16,-1 1 0 15,0-2-512-15,1 3-96 0,-1 0-32 0,-1 0 0 0,1 2 368 0,-2 0 64 0,-2 2 16 0,-1-2 0 16,1 1-272-16,-2 0-48 15,0 2-16-15,-1 1 0 0,0-1-336 0,-1 1-64 16,0-1-16-16,-2 2 0 0,0-1-48 0,-1 3-16 16,0-2 0-16,-1 2 0 0,-1 0-16 0,-2-1-128 15,1 2 192-15,-1 0-64 0,0-1 16 0,-2 2 0 16,1 1 0-16,0-1 0 0,-1 0-144 16,2 0 128-16,-1 2-128 0,1-1 128 0,2 1-128 15,0-2 0-15,3 1 0 0,1-2 128 0,0-8 32 0,0 0 0 16,0 0 0-16,0 0 0 0,0 0 16 0,0 0 0 15,36 31 0-15,-27-31 0 0,0-1 272 16,-2 1 48-16,0-2 16 0,-1 0 0 0,2-1-368 0,-2 0-144 16,2 1 128-16,-1-3-128 0,-1 1 0 0,-2 0 0 0,1-1 0 0,-1 1 0 15,-2 0 0-15,-1-1-176 16,-1 0 48-16,0 2 0 16,-1-1-2240-16,-2-1-432 0</inkml:trace>
  <inkml:trace contextRef="#ctx0" brushRef="#br0" timeOffset="-147394.4">23132 8594 8287 0,'0'-2'736'0,"1"2"-592"0,0-2-144 0,0 2 0 15,0 0 944-15,0-1 144 0,1 1 48 0,1-2 0 16,2 2 1440-16,1-3 304 0,2 1 48 0,1 0 16 16,0-1-1168-16,1-1-240 0,0 1-32 0,0 1-16 15,1 0-608-15,-1-3-128 0,0 2-32 0,-2 2 0 16,-1 0-464-16,-2-1-112 0,2-1-16 0,-1 1 0 15,0 2-128-15,-1-2 0 0,0 1-160 0,-1-1 160 32,0 2-1168-32,-1 0-144 0,0-1-32 0,-1 0-11136 0</inkml:trace>
  <inkml:trace contextRef="#ctx0" brushRef="#br0" timeOffset="-146964.52">23323 8493 11055 0,'-2'0'480'0,"1"0"112"0,0 0-464 0,1 0-128 15,0 0 0-15,0 0 0 0,0 1 1648 0,0-1 304 16,1 0 64-16,0 0 16 0,2 0 16 0,0 0 16 16,3 0 0-16,0 0 0 0,2-1-832 0,0 0-160 15,2-1-48-15,0 0 0 0,1 1-368 0,-1-3-80 16,1 3 0-16,-1-1-16 0,0 0-256 0,0 2-48 16,-1-2-16-16,-2 2 0 0,0 0-32 0,-2 2 0 0,0-1 0 0,-2 2 0 15,0 2-208-15,-2-2 176 0,-1 3-176 0,0-2 160 16,-1 2-160-16,-1 1 0 0,-1 0 0 0,0 1 128 15,-1-2-128-15,1 2 0 0,-2-1 0 0,1 0 128 16,-2-2-128-16,0 2 0 16,0-2 0-16,0 2 0 0,1-2 0 0,-1 2 0 15,1-3 0-15,1 2 0 0,0 0 0 0,0-1 0 0,2 2 0 0,-1-3 0 16,1 2 0-16,1 0 0 0,0 0 0 0,2 0 0 16,-1-1 0-16,2 0 0 0,0-1 0 0,1-1 0 15,0 2 0-15,1-4 0 0,1 2 0 0,0-3 0 0,2 0 0 0,0 0 0 16,1 0 0-16,0-2 0 0,0 1-144 15,0-2 144-15,-1 0 0 0,1 0 0 0,-1 0 0 0,0 0 0 16,0 0 0-16,-2-1 0 16,1 1 0-16,-1 1-128 0,-1-3 128 0,0 2 0 15,-1 0 0-15,-1 0-128 0,-1-2 128 0,-1 2 0 16,0-1-1200 0,-1 1-128-16,-1-2-16 0,-1 1-16 0,-1 0-1296 15,0 0-256-15,-2 1-48 0,0 0-3616 0,-3-2-720 0</inkml:trace>
  <inkml:trace contextRef="#ctx0" brushRef="#br0" timeOffset="-146328.33">23370 8559 1839 0,'-29'-1'0'0,"21"0"160"0,5 1-160 0,2 0 0 0,1 1 0 0,0-1 0 16,-2 0 928-16,0 0 160 0,1 2 16 0,-1-1 16 16,2-1 944-16,1 2 192 15,0-2 48-15,4 1 0 0,1-1 448 0,0 0 80 16,2 0 32-16,1 0 0 0,1 0-864 0,0-1-160 16,2 1-48-16,1-2 0 0,0 1-672 0,0-1-144 0,1 2-16 0,0-2-16 15,0 2-528-15,-2-2-96 0,-1 0-32 0,-1-1 0 0,1 1-288 0,-2 1 0 16,-1-2 0-16,0 2 0 0,-2-2 0 0,1 1 0 31,-2-1 0-31,1 1-144 0,-3 0-736 0,1 0-144 0,0-1-16 16,-1 1-16-16,-1-1-1152 0,0 0-224 0,1-1-64 0,-2 0 0 31,1 0 704-31,-1 1 128 0,-1-3 16 0,1 3 16 16,-1-2 608-16,0 2 112 0,1 0 16 0,0 1 16 0,-1 0 688 0,0 0 192 0,1 1 0 0,1 1 0 15,-1 0 0-15,0 1 288 0,0 1-32 16,0 0 0-16,1 1 1120 0,0 1 224 0,0-1 32 15,-1 1 16-15,2 2-112 0,0 0-32 0,0-1 0 0,0 1 0 16,0-2-544-16,2 1-128 0,-1 0 0 0,0-2-16 0,-1 0-432 0,1 0-96 16,-1 0-16-16,2-2 0 0,0 1-272 0,-1-1 0 0,1-1 0 0,0-1 0 31,-1 1 0-31,2-3 0 0,-1 0 0 0,1 0 0 16,-1-2-336-16,0 1-128 15,1-1-32-15,0 0 0 0,0 1-1648 0,-1-2-336 0,2 2-64 0,-2-4-16 16,1 2 464-16,-1-1 96 0,1 2 16 0,-1-3 0 15,-2 0 960-15,2 0 192 0,-1-2 32 0,-1 1 16 16,0-3 560-16,-1 1 224 0,-1 1-176 0,0-2 176 0,0 2 320 16,-1 1 176-16,-1 0 16 0,0-1 16 0,-1 3 1008 0,0 1 208 15,0 1 48-15,0 1 0 0,0 2-288 0,-1 0-48 16,-1 0-16-16,2 2 0 0,-1 0-496 0,0 2-112 16,1-2 0-16,-1 4-16 0,1 2-176 0,-1 0-48 15,1 3 0-15,-1 2 0 0,3-11-80 0,-3 26-32 0,3-26 0 16,-1 35 0-16,1-35-32 0,0 43 0 0,0-43 0 0,0 50 0 15,0-50 176-15,0 54 16 16,0-54 16-16,3 60 0 0,-3-60-160 0,1 59-48 0,-1-59 0 0,1 55 0 16,-1-55-256-16,-1 49-48 15,1-49-16-15,-4 39 0 0,4-39-128 0,-5 30 0 0,1-18 0 0,-1-2 0 16,-2-1 384-16,0-1-16 0,-1-2 0 0,1 1 0 16,0-5 48-16,-2 1 16 0,-2 0 0 0,-4-1 0 15,-2-4-432-15,-2 1 0 0,-3-2 128 0,-2 1-16768 16</inkml:trace>
  <inkml:trace contextRef="#ctx0" brushRef="#br0" timeOffset="-144446.77">17789 9742 12895 0,'-3'-2'1152'0,"2"1"-928"0,1-1-224 0,0 2 0 16,1-1 544-16,-1 0 64 0,0 0 16 0,1-1 0 0,0-3 480 0,0 0 112 16,2 1 0-16,-1-3 16 0,3 4-256 0,-1-1-48 15,1-1-16-15,0 0 0 0,0 0-144 0,2 0-48 16,-2 1 0-16,2-1 0 0,-1 0-32 0,0 1-16 15,0-1 0-15,0 0 0 16,1 3-240-16,-2-1-48 0,1 1-16 0,0 0 0 0,1 4-176 0,-2 0-48 0,-5-2 0 16,0 0 0-1,0 0-144-15,0 0 0 0,32 31 144 0,-32-31-144 0,0 0 0 16,13 40 0-16,-13-40 0 0,5 32 0 16,-5-32 0-16,4 37 0 0,-3-19 0 0,-2 0 0 0,0-1 0 15,0-3 0-15,-1-2 0 0,0-3 0 0,0 0 0 0,-1-1 0 16,0-4 0-16,1-2 0 0,-1 1 0 0,2-2 0 0,0-2 0 15,0-1 128-15,0 1-128 0,1-3 0 16,0-1 128-16,0-2-128 0,1 0 176 0,1-2-48 16,0-1 0-16,1 0 0 0,1-2-128 0,1-2 0 15,-1 2 144-15,2-1-144 0,-1 3 0 0,2-4 0 16,1 0 0-16,1-1 0 0,3 1 0 0,-1 0 0 0,0 0 0 0,1 2 0 16,-1 2 0-16,-1 0 0 0,0 4 0 0,-1-2-128 15,-1 4 128-15,-1-1-192 0,0 3 192 0,-1 1-9088 16,1-1-1696-1</inkml:trace>
  <inkml:trace contextRef="#ctx0" brushRef="#br0" timeOffset="-144060.87">18092 9708 9215 0,'-1'2'400'0,"0"-2"96"0,2 1-496 0,0 1 0 0,0-2 0 0,0 0 0 15,1 2 1200-15,0-2 144 0,-2 0 16 0,0 0 16 0,0 0 288 0,0 0 48 16,37 12 16-16,-37-12 0 0,0 0-736 0,31 0-144 15,-19-4-16-15,-2 1-16 0,2-1-320 0,-2-2-64 16,-1 2-16-16,-1-3 0 0,1 2-208 0,-3-2-32 16,2 0-16-16,-3 0 0 0,0 2-160 0,-1-2 0 15,-2 1 0-15,-1 0 0 0,0 0 0 0,-2 0 0 16,-1 1 0-16,0-1 0 0,-1 0 0 0,-3 2 0 16,1-1 0-16,-2 2 0 0,-1-1 0 0,0 2 0 15,-2-1 0-15,0 1 0 0,1 2 0 0,-1 0 128 16,0 3-128-16,1 1 128 0,1 3-128 15,-1 2 160-15,1 1-160 0,1 2 160 0,1 1 416 0,0 2 96 16,2 2 16-16,0 0 0 0,1-2-64 16,2 2-16-16,0 1 0 0,1 0 0 0,0-18-32 0,4 32-16 15,-4-32 0-15,0 0 0 0,0 0-192 0,23 35-48 16,-23-35 0-16,0 0 0 0,0 0-192 0,43 4-128 16,-30-8 128-16,-1-1-128 0,1 0 0 0,0-3 0 15,0-1 0-15,2-2 0 0,-1 1 0 0,0-1-320 0,-1 1 64 0,1 0-14608 16</inkml:trace>
  <inkml:trace contextRef="#ctx0" brushRef="#br0" timeOffset="-143792.17">18507 9459 11967 0,'1'-8'528'0,"0"2"112"0,1 1-512 0,-1 3-128 15,0 2 0-15,-1 0 0 16,0 0 1344-16,1-2 224 0,0 2 48 0,0-2 16 15,0 1-32-15,-1 2 0 0,0 1 0 0,0 2 0 16,-2 1-512-16,0 1-128 0,-1 3 0 0,0 2-16 16,1 1-272-16,-1 2-48 0,0 4-16 0,-1 2 0 15,2 2-48-15,-2 1-16 0,0 2 0 0,0-2 0 0,2 0-128 16,-1 1-32-16,1-2 0 0,-1 0 0 0,2-2-48 0,1-20-16 16,2 33 0-16,-2-33 0 0,0 0-320 0,0 0 128 15,17 38-128-15,-17-38 0 0,0 0 0 0,0 0 0 0,0 0 0 0,39-1 0 16,-30-4 0-1,2-1 0-15,0-3 0 0,1 0-192 16,1 1-256-16,-1-3-48 0,1 1-16 0,0-2-13872 16</inkml:trace>
  <inkml:trace contextRef="#ctx0" brushRef="#br0" timeOffset="-143084.84">18730 9661 9215 0,'-2'2'400'0,"1"1"96"0,0-1-496 0,1-1 0 0,0 0 0 16,0-1 0-16,1 0 1728 0,-1 2 240 15,1-1 48-15,1 1 16 0,1 1 352 0,1-3 80 0,0 0 16 0,2 0 0 16,-2-3-1024-16,3 0-208 0,-2 0-32 0,2-3-16 16,1 1-688-16,-1-2-144 0,-2 0-32 0,1 1 0 15,-1-2-336-15,-2 1 0 0,1 1 0 0,-2-2 0 16,-2 3 0-16,-1-2 0 0,-1 1 0 0,-2 2 0 16,0-1 0-16,-2 3 0 0,-1 0 0 0,-3 2 0 15,1 0 0-15,-1 2 0 0,-3 3 0 0,0 2 0 16,-2 3 0-16,1 0 0 0,1 3 0 0,0-1 0 15,2 2 0-15,0 1 0 0,2-1 0 0,1 2 128 16,1-2-128-16,1-1 0 0,3 0 0 0,0-1 0 16,2-3 0-16,1-1 0 0,2-2 0 0,1-2 0 15,2-1 0-15,1-3 144 0,0 0-144 0,2-3 0 0,0 0 128 0,0-1-128 16,2-1 0-16,1-2 0 0,0-3 0 16,1-1 128-16,-1 3-128 0,0-3 0 0,1 1 0 0,0-2 0 15,-2 2 0-15,1 1 0 0,-3-2 0 0,-2 2 0 16,0 0 0-16,-1 3 0 0,-2-1 0 0,-1 2 0 15,0 2 0-15,-2-1 0 0,0 3 0 0,-1 1 0 16,0 0 0-16,0 3 0 0,-1-1 0 0,1 3 0 0,-1-2 0 0,0 4 0 16,0-1 0-16,0 2 0 0,1 1 0 15,0-2 0-15,0 3 144 0,0-1-144 0,2-2 0 16,0 1 144-16,1-2 240 0,-2-6 32 0,0 0 16 16,0 0 0-16,0 0-144 0,0 0-32 0,0 0 0 0,0 0 0 15,40 24-256-15,-33-26 0 0,2-2 0 0,-1-1 0 16,1 0 0-16,1-2 0 0,1 0 0 0,0-3 0 15,2 1 0-15,-1 0 0 0,1-1 0 0,0 0 0 16,-1-2-704-16,0 0-64 0,-1 0 0 0,0 0 0 16,0-1-896-1,-3 0-192-15,0 0-48 0,0 0 0 0,-2-2 1040 0,-1 0 208 0,-1 1 32 0,-2 0 16 0,0 1 352 0,-2 2 80 16,0 1 16-16,0 0 0 0,-1 1 368 0,-1 3 80 16,1 0 16-16,0 2 0 0,-1 1 528 0,1 1 96 15,-1 2 32-15,0 1 0 0,-1 0-352 0,1 2-64 16,0 2-16-16,-1 1 0 0,0 4-16 0,0-1-16 15,1 3 0-15,0 2 0 0,-1 3 0 0,0-1 0 16,0 4 0-16,1-2 0 0,1 0-208 0,-1 0-32 0,2-18-16 16,-1 33 0-16,1-33-112 0,1 27-128 0,-1-27 176 0,1 24-176 15,0-15 0-15,0 0 0 0,0-4 0 0,0 0 0 16,0-3 0-16,0 0 0 0,1-2 0 0,-1 0 0 16,0 0 0-16,0-1-176 0,1 0 176 0,-1-3-160 15,1 1-1776 1,0 0-368-16</inkml:trace>
  <inkml:trace contextRef="#ctx0" brushRef="#br0" timeOffset="-142865.12">18911 9533 11055 0,'-6'5'480'0,"4"-3"112"15,1 2-464-15,0-1-128 0,2-1 0 0,0 1 0 0,1-2 2048 0,-2-1 384 16,0 0 64-16,0 0 32 0,0 0-16 0,43 34 0 15,-43-34 0-15,0 0 0 0,44 7-1184 0,-44-7-240 0,33-3-64 0,-17-3 0 16,1 0-400-16,0-2-96 0,-3 1-16 0,1-1 0 16,1-1-272-16,-2-2-64 0,2 1-16 0,-2 0 0 15,0 1-160-15,-2-1 0 0,0 1 0 0,-2-2 0 16,0 1-1760-16,-3 2-224 0</inkml:trace>
  <inkml:trace contextRef="#ctx0" brushRef="#br0" timeOffset="-142707.79">19216 9474 7359 0,'3'0'656'0,"0"-2"-528"0,1 2-128 0,-1-1 0 15,0 1 2000-15,-1-2 368 0,0 2 80 0,3 0 16 16,2-2 0-16,-7 2 0 0,24-1 0 0,-24 1 0 0,26-3-1360 0,-26 3-272 16,0 0-48-16,0 0-16 0,37 3-512 0,-37-3-96 15,0 0-32-15,0 0 0 16,0 0-576-16,0 0-128 0</inkml:trace>
  <inkml:trace contextRef="#ctx0" brushRef="#br0" timeOffset="-142468.39">19263 9590 10127 0,'1'1'896'0,"0"-1"-704"16,0-1-192-16,-1 1 0 0,1 0 960 0,0 0 176 0,0 0 16 0,0 1 16 15,-1-1 752-15,0 0 128 0,0 0 48 16,0 0 0-16,0 0-768 0,8 32-160 0,-9-22-16 0,0 1-16 16,-1 0-640-16,0 2-128 0,-1-1-32 0,0 0 0 15,1 0-208-15,0 0-128 0,1-1 128 16,0-2-128-16,1-1 0 0,1-1 0 0,-1-7 0 0,0 0 0 31,0 0-432-31,0 0-48 0,0 0-16 0,0 0-11152 0</inkml:trace>
  <inkml:trace contextRef="#ctx0" brushRef="#br0" timeOffset="-141695.09">19449 9576 11967 0,'-1'0'528'0,"0"0"112"0,1 0-512 0,-1 0-128 16,1 0 0-16,0 0 0 0,0 2 1456 0,-1-1 256 16,0 2 48-16,0 0 16 0,-1 3-64 0,1 2-16 15,-1-1 0-15,0 3 0 0,0 0-480 0,-1-1-80 0,0 2-32 16,1-1 0-16,-1 2-304 0,0-2-64 15,0-1-16-15,2 0 0 0,-1-1-256 0,2-2-48 0,0 0-16 16,0-2 0-16,1 1-272 0,1-3-128 0,0 1 0 0,1-3 128 16,0 0-128-16,0-3 0 15,1 1 0-15,1-3 0 0,-2 3 0 0,2-5 0 0,0 3 0 0,-2-2 0 16,2-1-176-16,-1 0 176 16,0 0-128-16,0-1 128 0,0 2 0 0,-1-4 0 15,-2 3 0-15,1-2-128 0,-2 1 128 0,0 1 0 16,-2-1 0-16,1-1-128 0,-3 3 128 0,0-1 0 15,0 2 0-15,-1-3 0 0,0 2 0 0,1 1 144 0,-2 0-144 0,1 1 0 16,-1 1 128-16,0 1-128 16,1 4 0-16,0 0 0 0,0 1 0 0,0-1 0 15,0 3 0-15,1 0 0 0,0 1 128 0,0-1-128 0,2 0 0 0,0 0 0 16,0 0 0-16,1-1 0 0,2-1 0 0,-1-1 0 0,2 1 0 0,0-3 0 16,0 0 0-16,2 0 0 0,2-2 0 0,0-1 0 15,2-1 0-15,2-2 0 0,1-1 0 0,1 0 0 0,1 0 0 16,0-2 0-1,-2 2 0-15,1-1 0 0,1 1 0 0,0 0 0 0,2-2 0 0,-1 2 0 0,0 1 0 0,-1 0 0 16,-2 1 0-16,0 2 0 0,-11 3 0 16,0 0 0-16,0 0 0 0,0 0 0 0,37 12 0 0,-37-12 160 15,0 0-32-15,0 0 0 0,0 0 0 0,15 38 0 16,-15-38-128-16,0 24 0 0,0-24 144 0,-3 19-144 16,1-10 0-1,-1 1 144-15,1-1-144 0,-2-2 0 0,1 1 192 0,-1-2-192 0,1 2 192 0,-1-4-192 16,1 1 144-16,0-2-144 0,0 0 0 0,-1 0 144 15,1-2-144-15,0 1 0 16,1-2 144-16,0 0-144 0,0 0 0 0,1 0 0 16,0-3 0-16,0 1 0 0,1 0 0 0,0 0 0 0,1-3 0 0,-1 2 0 0,2-1 0 0,-1-1 0 15,2 0 0-15,-1-1 0 16,1 0 0-16,0-1 0 16,2-2 0-16,0-1-128 0,1 1 128 0,1-3 0 0,2 3 0 0,0-3 0 0,1 1 0 0,-1 0 0 31,1-1 0-31,1 3 0 0,-2 0 0 0,0-1 0 15,0 3 0-15,-1 2 0 0,0-1 0 0,-1 2 0 16,-1 2 0-16,0 0 0 0,-1 2 0 0,-1 0 0 0,0 1 0 0,-1 2 0 16,-3-3 0-16,0 0 0 0,0 0 0 0,0 0 0 15,9 36 0-15,-9-36 0 0,0 0 0 0,0 36 0 16,0-36 0-16,-1 26 0 0,1-26 0 0,-2 26 0 16,2-26 0-16,-2 22 0 0,2-22 0 0,0 0 0 15,-1 26 0-15,1-20 0 0,1 0 0 0,0-1 0 16,0-2 0-16,1 0 0 0,0 0-128 0,0-3-9920 15,0 0-1984-15</inkml:trace>
  <inkml:trace contextRef="#ctx0" brushRef="#br0" timeOffset="-137721.37">20033 9556 4607 0,'0'-2'400'0,"-1"2"-400"16,1 0 0-16,0 0 0 0,0 0 784 0,-1 0 80 16,1 0 16-16,-1 0 0 0,0 0-112 0,0 0-32 0,0 0 0 0,1 0 0 15,0 0-80-15,0 0-16 0,0 0 0 16,0 0 0-16,0 0 256 0,1 0 32 0,0 0 16 0,1 0 0 0,0 0 32 0,0 0 16 16,0-1 0-16,1 1 0 0,-1 0-144 0,1-1-16 15,0 1-16 1,1 0 0-16,-1-2-160 0,1 2-16 0,0 0-16 0,0-1 0 15,1 1-176-15,1 0-16 0,0-1-16 16,1 1 0-16,-7 0 112 0,0 0 32 0,0 0 0 0,32 2 0 0,-32-2 208 0,0 0 64 0,32 4 0 16,-32-4 0-16,0 0-304 0,39 8-48 0,-39-8-16 0,0 0 0 31,42 11-16-31,-42-11-16 0,0 0 0 0,43 12 0 0,-43-12-128 16,0 0-32-16,46 14 0 0,-46-14 0 0,0 0 80 0,49 15 16 0,-49-15 0 0,0 0 0 15,47 14-48-15,-47-14 0 0,0 0 0 0,40 12 0 16,-40-12-112-16,0 0-16 0,0 0-16 0,39 7 0 15,-39-7-48-15,0 0-128 16,0 0 192-16,0 0-64 16,0 0-128-16,0 0 0 0,34 8 0 0,-32-7 0 15,-1-1 0-15,0 0 0 0,-1 2 0 0,-1-2 0 0,-1 0 0 0,0 0 0 16,-1 0 0-16,0 0 0 16,0-2-304-16,-2 2-80 0,1-2-32 0,-1 0 0 15,0 1-1920-15,0-4-384 0,0 2-80 0,-1-3-11088 16</inkml:trace>
  <inkml:trace contextRef="#ctx0" brushRef="#br0" timeOffset="-137446.49">20434 9548 911 0,'-1'-1'0'0,"0"1"0"16,1 0 0-16,0 0 0 0,0 0 1136 0,-3-2 144 15,0 1 16-15,1-1 16 0,-2 0 288 0,1 0 48 0,1 0 16 16,1 1 0-16,0-1 192 0,2 2 32 16,-1 0 16-16,2-2 0 0,0 2-240 0,2-1-64 0,-2 1 0 15,3-2 0-15,1 2-352 0,-1 0-80 0,1 0-16 0,-6 0 0 16,0 0-320-16,0 0-80 15,0 0-16-15,0 0 0 0,36 13-192 0,-36-13-32 16,0 0-16-16,0 0 0 0,0 0-128 0,0 0-32 16,31 37 0-16,-31-37 0 0,0 0-144 0,0 0-16 0,10 33-16 0,-10-33 0 15,0 0 0-15,0 26 0 0,-2-19 0 0,-1 3 0 16,0-3 48-16,-1 0 16 0,-1 0 0 16,-1 0 0-16,0 0-64 0,-1-2-16 0,-1 2 0 15,-1-1 0-15,0 0-144 0,-3 0 0 0,1 0 0 0,1-1 0 16,0-1 0-16,1 1 0 0,0-2-144 0,3 1-16032 15</inkml:trace>
  <inkml:trace contextRef="#ctx0" brushRef="#br0" timeOffset="-136799.61">20998 9523 9215 0,'3'-7'816'0,"0"3"-656"0,0 1-160 0,-1-1 0 16,0 3 1168-16,-2-1 208 0,2 2 32 0,0-2 16 15,2 0 176-15,0-1 48 0,1 0 0 0,0 1 0 16,-1 0-480-16,-2 2-80 0,0 2-32 0,-1 0 0 16,0 1-480-16,-2 2-80 0,-1-1-32 0,0 4 0 15,0-2 0-15,-2 2 0 0,-1 4 0 0,0 0 0 0,0-1-32 0,-1 2-16 16,-1 4 0-16,-1 0 0 15,-1 1-16-15,0-1 0 0,2-1 0 0,0 0 0 0,2-2-192 16,1-2-32-16,3-2-16 0,1-1 0 0,1-2-160 0,-1-7 128 16,0 0-128-16,0 0 128 0,0 0-128 0,0 0 128 15,39 15-128-15,-29-18 128 0,2-1 128 0,1 1 32 16,1-4 0-16,1 0 0 0,0 0-96 0,-1 0-32 16,0 0 0-16,-2 2 0 0,0 0-160 0,-2 0 0 15,-1 1 0-15,-1-1-176 0,-2 2 48 0,-1 1 0 0,-2 0 0 16,0-1 0-1,-2 3-1536-15,0-2-320 0,-2 2-48 0,0 0-16 16,-1 0-432-16,-1 0-80 0,-1-2-32 0,-1 4-5904 0</inkml:trace>
  <inkml:trace contextRef="#ctx0" brushRef="#br0" timeOffset="-136591.61">20944 9633 1839 0,'-5'-1'160'15,"1"1"-160"-15,4 0 0 0,-1 0 0 0,2 0 1120 16,-1 0 192-16,-1 0 32 0,0-2 16 15,0 2 1056-15,2-2 208 0,1-1 32 0,2-1 16 0,3 1 16 0,0 1 16 16,2 0 0-16,1-1 0 0,0 1-1184 0,0 1-240 16,2-1-64-16,-1 0 0 15,0 2-480-15,1-2-96 0,1-1-32 0,1 3 0 16,-1-2-352-16,0 0-64 0,0 1 0 0,-1-1-16 16,1 2-176-16,-2-1 0 0,1 0 0 0,-12 1 0 15,22-5-960-15,-12 3-64 0</inkml:trace>
  <inkml:trace contextRef="#ctx0" brushRef="#br0" timeOffset="-136178.47">21326 9376 9215 0,'-1'0'816'0,"1"0"-656"16,0 0-160-16,-1 2 0 0,1-1 928 0,-1 1 160 15,0 3 16-15,-1-1 16 0,2-4 736 0,0 0 160 0,-6 41 32 0,6-41 0 16,-9 38-672-16,5-17-128 0,-1 3-32 0,1-2 0 15,-2 1-128-15,0 0-16 16,1-1-16-16,0-3 0 0,0 0-160 0,0-3-16 0,5-16-16 16,-7 27 0-16,4-16-448 0,1-1-96 15,0-3 0-15,1-1-16 0,0-3-112 0,1 0-32 0,1-1 0 0,0-1 0 16,1-2-160-16,0 1 128 0,1-4-128 0,0 1 128 0,1 1-128 16,0-3 0-16,0 0 0 0,1-2 0 15,1 0 0-15,0 0 0 0,1 0 0 0,2-3 0 0,0 1 0 0,0-1 0 16,1 2-128-16,0-2 128 0,-1 2 0 0,1 1 0 15,1 0 0 1,-2 1 0-16,-3 1 0 0,1 2 0 0,-1 0 0 0,1 1 0 16,-1 0 0-16,-1 2 0 0,0 0 0 0,-2 2 0 0,0 0 128 0,0 1-128 15,-2 4 0-15,-1-3 128 16,0 4 160-16,-1-1 32 0,-1 0 0 0,-1 3 0 16,-1-1 0-16,2 1 0 0,-2 0 0 0,0-1 0 0,1-2-320 0,0 2 160 0,1-2-160 0,0-1 128 15,1 0-128 1,1-1 0-16,1-3 0 0,1 0 0 0,2-2-416 0,-1-2-16 0,3 1 0 15,0-3-15296-15</inkml:trace>
  <inkml:trace contextRef="#ctx0" brushRef="#br0" timeOffset="-136010.42">21564 9502 12895 0,'0'0'1152'0,"0"2"-928"0,1-2-224 0,-1 0 0 16,0 1 960-16,1 0 128 0,0 2 48 0,1-2 0 0,-2-1 864 15,0 0 176-15,0 0 48 16,0 0 0-16,0 0-1664 0,0 0-336 0,32 26-64 0,-32-26-16 16,0 0-272-16,0 0-64 15</inkml:trace>
  <inkml:trace contextRef="#ctx0" brushRef="#br0" timeOffset="-135845.54">21560 9630 11055 0,'-1'0'976'0,"1"2"-784"0,0 1-192 0,0-3 0 16,0 2 1056-16,0-2 160 0,0 5 48 0,0-1 0 15,0-4 1056-15,0 0 224 0,0 0 32 0,0 0 16 16,4 34-1744-16,-4-34-336 0,0 0-80 0,0 0-16 16,0 0-416-16,0 0 0 0,0 0 0 0,0 0-7856 15,0 0-1488-15</inkml:trace>
  <inkml:trace contextRef="#ctx0" brushRef="#br0" timeOffset="-135481.08">21835 9556 11967 0,'1'-2'1072'0,"0"2"-864"0,0-1-208 0,-1 1 0 16,0 0 784-16,-1 0 112 15,1 0 32-15,-1-1 0 0,0 1 928 0,-1 0 192 16,-1 0 48-16,0 1 0 0,-2 0-944 0,-1 1-192 0,1 1-48 0,-1-1 0 15,1 1-208-15,-2-1-32 0,1 0-16 0,0 1 0 16,0 0-320-16,0-1-64 0,2 2-16 16,-1-2 0-16,1 1-256 0,2-1 0 0,1 1 128 0,0-1-128 15,3 0 0-15,0 1 128 0,0-3-128 0,0 2 0 16,2-1 192-16,0 1-192 0,2 0 192 0,-6-2-192 16,0 0 256-16,0 0-64 0,0 0-16 0,35 13 0 15,-35-13 16-15,0 0 0 0,0 0 0 0,0 0 0 16,37 16 96-16,-37-16 32 0,0 0 0 0,0 0 0 0,0 0 0 0,0 0 16 15,0 0 0-15,0 0 0 0,0 0-16 0,0 0 0 16,0 0 0-16,0 0 0 0,0 0-128 0,0 0-16 16,10 39-16-16,-15-36 0 15,-1-2-160-15,0 3 128 0,-2-3-128 0,0 0 128 0,0 1-128 16,0 1 0-16,1-1 0 0,0-2 0 0,3 0 0 0,-1 0 0 16,2 0 0-16,1-2-15888 0</inkml:trace>
  <inkml:trace contextRef="#ctx0" brushRef="#br0" timeOffset="-135050.7">22438 9526 10127 0,'1'-3'448'0,"-1"1"96"0,0-1-544 0,0 1 0 0,0 2 0 0,0-1 0 16,-1 0 1696-16,1-1 224 0,-1 0 64 0,-1-1 0 0,0 0-160 0,-1 1-32 15,1 0 0-15,-3 0 0 16,0 1-1008-16,-1 2-208 15,0 1-32-15,-2 0-16 0,0 0-240 0,-2 1-48 0,-1 2-16 0,0 1 0 16,-1 2-80-16,-1 1-16 0,-2 1 0 0,2 1 0 16,1 1-128-16,0-1 192 0,1 2-192 0,1 0 192 15,0 0 560-15,0-1 112 0,2 0 32 0,0 0 0 16,3 0-32-16,1-3 0 0,4-9 0 0,0 0 0 16,0 0-384-16,0 0-80 0,6 36-16 0,-6-36 0 15,0 0-384-15,0 0 0 0,0 0 0 0,39 11 0 16,-29-11 0-16,3-2 0 0,1-2 0 0,2-1 0 0,0 0-288 15,2 0 64-15,1-2 16 0,-1-2 0 16,2 2-2688-16,0-3-544 0</inkml:trace>
  <inkml:trace contextRef="#ctx0" brushRef="#br0" timeOffset="-134228.34">22653 9582 8751 0,'1'-3'192'0,"0"2"32"0,-1-1 16 0,0-1 16 0,1 1-256 0,-1 2 0 0,0-3 0 0,1 1 0 15,-1-3 2432-15,1 0 432 16,0-2 80-16,-1 2 32 0,1-4-928 0,0 2-192 0,-1 0-48 0,0 2 0 16,0 1-912-16,-1-1-176 0,0 2-32 0,-1 1-16 15,-1 2-176-15,-1 0-48 0,0 0 0 0,-2 0 0 16,0 2-288-16,-1 0-160 0,0 4 160 0,-2-2-160 16,0 3 0-16,0 0 0 0,-1 1 0 0,-1 2 0 15,1 1 0-15,-1 3 128 0,1-2-128 0,0 2 0 16,-1 1 256-16,2 1 0 0,0-2 0 0,1-2 0 15,3 1 368-15,2-2 80 0,1-4 0 0,2-7 16 16,0 0-416-16,0 0-96 0,0 0-16 0,0 0 0 16,0 0-192-16,33 19 0 0,-24-23 0 0,1-1 0 0,1 0 0 15,1-3 0-15,1 0 0 0,1 0 0 16,-1-2 0-16,0 1 0 0,-1-2-128 0,-1 1 128 0,0-1 0 0,-3 0 0 16,0 2-128-16,-2-1 128 15,-1 1 0-15,-2 0 0 0,0 2 0 0,-1 1 0 16,-1-1 0-16,-1 3 0 0,-1 1 0 0,0 3 0 15,-1 0 0-15,0 2 0 0,0 1 0 0,0 2 0 16,-2-1 0-16,1 4 0 0,-1 1 0 0,1 1 0 0,3-10 128 16,-8 25-128-16,8-25 0 0,-4 22 144 0,4-22 304 0,0 0 64 0,0 0 16 15,2 38 0-15,-2-38-256 0,0 0-48 16,0 0-16-16,0 0 0 0,0 0-208 0,0 0 0 0,35 19 0 0,-28-22 0 16,1-1 0-16,2-1 0 0,0 0 0 0,1-2 0 15,-1-1-336-15,1-1 32 0,1 0 16 16,0 0 0-16,0-1-1952 0,-1 0-400 0,1 1-80 15,-2 0-16-15,0-1 144 16,-1 1 32-16,-1-1 0 0,-1 1 0 0,-1 1 1440 0,-1 4 288 0,-1-1 64 0,0 3 16 16,-2 2 1248-16,-1 2 240 0,0-1 48 0,-1 3 16 0,-1 0 608 15,-1 1 112-15,0 2 16 0,2-7 16 0,-6 17-336 0,3-7-64 32,-1 1 0-32,4-11-16 0,-7 20-288 0,3-11-48 0,0 0-16 0,0 1 0 0,2-3-224 15,0-1-48-15,0 0-16 0,1-3 0 16,0 1-320-16,1-2-176 0,0 0 192 0,0-2-192 0,0-2 0 0,1 1 0 15,1 0 0-15,0-1 0 0,0-3 0 0,0 2 0 16,2-1 0-16,0-3 0 0,-1 2 0 0,2-4 0 16,0 4 0-16,-1-5-144 15,2 6-496 1,0-4-80-16,1-1-32 0,-1 2 0 0,0-1-704 16,0 2-144-16,-1-2-16 0,2 2-16 0,0-2 768 0,0 1 160 0,2-2 16 0,-1 1 16 15,0 2 672-15,0 0 0 0,-1 2 0 0,1-1 0 0,-2 3 224 0,0 0 32 16,-2 1 0-16,1 1 0 0,-1 0 640 15,-2 2 144-15,-1 1 32 0,-1-3 0 0,0 0-80 0,0 0-16 16,0 0 0-16,-1 36 0 0,1-36-256 0,-7 23-48 0,7-23-16 0,-9 26 0 0,3-12-224 16,1-2-48-16,0 1-16 0,0-2 0 0,2 0-240 15,-1-2-128 1,1 0 160-16,0 0-160 0,3-9 0 0,0 0 0 0,0 0 0 0,0 0-14592 31</inkml:trace>
  <inkml:trace contextRef="#ctx0" brushRef="#br0" timeOffset="-133083.53">23372 9408 11055 0,'2'-1'976'16,"-1"-1"-784"-16,0 0-192 0,-1 2 0 0,1 0 624 0,-1-1 80 16,1 1 0-16,1-2 16 0,1 0 880 0,0-1 192 0,-1 1 16 0,0 0 16 15,0 1-560-15,0-1-112 16,-1 4-32-16,-1-2 0 0,0 0-352 0,0 3-64 0,-1-1 0 0,0 1-16 16,-1-1-240-16,1 3-64 0,-1 2 0 0,0-2 0 15,-1 3 16-15,0 0 0 0,-1 1 0 0,1 1 0 16,-2 2-192-16,0 1-32 0,0 0-16 0,-2 1 0 15,2 0-160-15,-1 1 0 0,1-3 144 0,0 2-144 16,0-2 0-16,1 0 0 0,0-1 0 16,0 0 128-16,2-2-128 0,-1-3 0 0,1 2 0 0,1-4 128 0,0 1-128 15,0-2 0-15,1 0 0 0,0 0 0 0,0-3 0 16,0 1 0-16,0 1 0 0,0-2 0 0,0-2 0 0,0 1 0 31,1 1 0-31,-1-3 0 0,1 2 0 0,1-4 0 0,-1 1 0 0,1 1 0 0,-1-2 0 16,2 0 0-16,1 1 0 0,0-4 0 15,-1 4 0-15,2-3 0 16,1-2 0-16,-1 1 0 0,3 1 0 0,-2-2 0 0,1 1 0 16,0 0-128-16,-1 2 128 0,1 0 0 0,0 1 0 0,0 1 0 0,-2 0 0 0,2 2 0 15,-2-1 0-15,0 3 0 16,0 0 0-16,-2 1 0 0,-3-1 0 0,0 0 0 0,0 0 0 0,0 0 0 0,0 0 0 16,0 0 0-16,18 40 0 0,-18-40 0 0,0 0 0 0,0 0 0 15,0 0 0-15,4 40 0 0,-4-40 0 0,0 0 0 16,0 0 0-16,-5 26 0 0,3-21 0 0,0 0 0 31,-1-2 0-31,-1-1 0 0,1 1 0 0,0-2 0 0,-2 1 0 0,0-1 0 0,1-1 0 16,-1 0 128-1,0-1-128-15,0 1 0 0,-2-2 0 0,1 0 0 0,0 0 0 0,0-1 0 0,-1 1 0 0,1-1 0 16,0 1 0-16,1-2 0 16,0 1 0-16,0 1 0 0,2-1 0 0,-1 2 0 0,1-2 0 0,0 0 0 31,2 3-480-31,0-3-64 0</inkml:trace>
  <inkml:trace contextRef="#ctx0" brushRef="#br0" timeOffset="-132673.24">23524 9557 16575 0,'1'-1'736'0,"-1"1"160"0,1 0-720 0,0 0-176 0,0 0 0 0,-1 0 0 15,1 0 928-15,1 0 160 0,1 1 16 0,2 1 16 16,0-2 224-16,-5 0 64 0,0 0 0 0,24 2 0 16,-15-2-880-16,-1 0-160 0,1-2-48 0,0 2 0 15,-1-3-128-15,0 1-48 0,-1 0 0 0,1-1 0 16,-1-1-144-16,-2 1 192 0,-1 2-192 0,-1-2 192 16,0 0-192-16,-1-1 0 0,1 1 144 0,-2-1-144 15,1 1 0-15,-2-2 128 0,0 3-128 0,0-3 0 16,-1 0 0-16,-1-1 0 0,-1 1 0 0,0 1 0 15,-3-1 0-15,0 1 0 0,-1 1 0 0,1 0 0 0,-1 1 0 0,1 1 0 16,-1 1 0-16,1 1 0 0,0 1 0 0,0 1 0 16,0 1 0-16,-1 3 0 0,2-2 0 0,-1 4 0 15,1 1 0-15,5-10 128 0,-9 23 112 16,9-23 16-16,-8 26 16 0,8-26 0 0,-5 26 256 0,5-26 48 16,0 0 16-16,0 33 0 0,0-33-80 0,0 0 0 15,0 0-16-15,0 0 0 0,0 0-272 0,26 38-48 16,-26-38-16-16,0 0 0 0,25 5-160 0,-17-7 0 15,2 2 0-15,-1-2 0 0,1 1 0 0,1-2 0 16,1 0 0-16,1 0-14912 16</inkml:trace>
  <inkml:trace contextRef="#ctx0" brushRef="#br0" timeOffset="-131846.35">24050 9542 12895 0,'-2'0'1152'0,"1"-1"-928"16,0 0-224-16,0 1 0 0,0 0 624 0,0 0 80 0,0 0 0 0,0 1 16 15,-1-1 1600-15,-1 0 320 0,0 1 64 0,-1-1 16 16,1 2-864-16,1-2-192 16,1 0-16-16,1-2-16 0,1 2-1120 0,1-1-208 15,-2 0-48-15,2-1-16 0,1-1-240 0,1 1 128 0,0-3-128 0,1 1 0 16,0-2 0-16,0 2 0 16,0-4 0-16,0 2 0 0,-1-1 0 0,-1 2 0 15,1-3-128-15,-2 2 128 0,-1 1 0 0,-1-1 0 0,0 2 0 0,-2-1 0 16,-1 2 0-16,-1 0 0 15,0 3 0-15,-2 0 0 0,-1 2 0 0,-3 0 0 0,0 3 0 16,-2 1 0-16,1 0 0 0,0 3 0 0,-1 1 0 16,0 2 0-16,0 2 0 0,0 0 0 0,-1 3 0 0,2 0 0 15,1-1 0-15,2 0 0 0,2-2 0 16,2-1 0-16,0-1 0 0,4-12 0 0,0 0 176 0,0 0-176 16,0 0 192-16,0 0-192 0,8 39 192 0,-3-36-192 0,0-2 0 0,1-1 0 15,0-1 0-15,1-1 0 0,1-1 128 0,1-1-128 16,0 1 0-16,0-4 0 15,0 2 0-15,0-2 0 0,0 1 0 0,-1-2 0 16,0 1 0-16,-2 1 0 0,-1 0 0 0,0 1 0 16,-1-1 0-16,0 0 0 0,0 0 0 0,-1 0 0 15,-1 2 128-15,1-3-128 0,-2 2 0 0,1 1 0 0,-1 1 0 0,0 0 0 16,-1 0 0-16,0 2 0 0,0-1 0 0,0 2 0 16,0 0 0-16,-1 2 0 0,0 0 128 0,0 0-128 15,0 3 0-15,0 0 0 0,0-2 256 0,0 1 0 16,0 2 0-16,1-2 0 0,0 1 240 15,0-1 32-15,1 1 16 0,1 0 0 0,0-3-288 0,0 0-48 16,1 0-16-16,-1 1 0 0,1-2-192 0,0 1 0 16,1-2 0-16,-1 0 0 0,1 0 0 0,0 0 0 15,0 0 0-15,0 0 0 0,1 0 0 0,0-2 0 16,1 1-144-16,0-2 144 16,1 1-1008-16,0 0-96 0,1 0-32 0,-1-1 0 15,1-2-2096-15,2 1-416 0,-1-3-96 0,0 0-6752 0</inkml:trace>
  <inkml:trace contextRef="#ctx0" brushRef="#br0" timeOffset="-131571.43">24347 9270 9215 0,'4'-11'400'0,"-1"5"96"0,-1 1-496 0,-1 3 0 0,-1 0 0 0,-1 2 0 16,1 0 2000-16,-1 2 304 0,-1-2 64 0,0 2 16 16,-2 1-384-16,-1 4-80 0,-2 2 0 0,0 1-16 15,-1 2-896-15,-1 2-176 0,1 3-48 0,-2-1 0 0,0 3-208 0,0 0-64 16,0 0 0-16,0 2 0 0,1 1 112 0,-1-3 16 15,1 4 0-15,1-1 0 0,0-1 48 0,1 0 16 16,0-2 0-16,7-19 0 0,-8 30-224 16,8-30-32-16,0 0-16 0,-6 39 0 15,6-39-240-15,0 0-64 0,0 0 0 0,0 0 0 0,0 0-128 0,12 42 0 16,-8-39 0-16,1-2 0 0,-1-1 0 0,1 0 0 16,1-1 0-16,-1-2 0 0,1 1 0 0,-1 0 0 15,1-3 0-15,0 0 0 16,1 1-704-16,-1-3-32 0,1 2 0 0,1-2-9488 15,1 0-1888-15</inkml:trace>
  <inkml:trace contextRef="#ctx0" brushRef="#br0" timeOffset="-131164.42">24434 9523 2751 0,'4'-7'128'0,"-2"5"16"0,0 0-144 0,0-1 0 15,0 1 0-15,-1 1 0 0,0 0 1328 0,-1 0 224 0,3-3 48 0,0 1 16 0,-1-2 352 0,1 2 64 16,-2 0 16-16,-1 1 0 15,-1 1-640-15,-1 1-128 16,-1 1-32-16,-1 0 0 0,0 2-192 0,-1-1-32 0,-1 1-16 0,-2 1 0 0,1 1-32 0,-3 0 0 16,1 2 0-16,0-2 0 0,0 2-192 0,1-2-32 15,2 0-16-15,-1-1 0 16,3 0-448-16,0-1-96 0,1 0 0 0,2 0-16 16,0-2-176-16,2 1 0 0,0 1 0 0,1-1 0 15,1-1-144-15,0 1 144 0,0 0 0 0,1 1 0 0,1 1-128 16,-2-1 128-16,-3-3 0 0,0 0 0 15,0 0 0-15,0 0 0 16,0 0 0-16,31 21 0 0,-31-21-160 0,0 0 160 0,0 0-128 0,0 0 128 0,0 0 0 0,34 23 0 16,-31-20 0-1,-1-3 0-15,1 2 0 0,-2-2 0 0,-1 1 0 0,1 1 0 16,0-2 0-16,-1 2 0 0,-1-2 0 0,1 0 0 16,-1 2 0-16,-1-2 0 0,-1 3 0 0,-1-3 128 0,0 2-128 15,-1 1 0-15,-1 0 0 0,-2 0 128 0,-1 0-128 16,-1 2 0-16,-1-3 0 0,2 3 0 0,1-3 0 0,-1 1 0 0,2 0 0 15,1-2 128-15,2-1-128 0,0 2 0 16,3-4 0-16,1 1-9136 0,1 0-1760 16</inkml:trace>
  <inkml:trace contextRef="#ctx0" brushRef="#br0" timeOffset="-130823.49">24564 9595 11055 0,'1'-3'976'0,"0"1"-784"16,0-1-192-16,-1 3 0 0,0-2 800 0,0 2 112 0,1-3 32 0,-1 1 0 16,1 0 496-16,-1 0 96 0,1-1 32 0,-1-1 0 15,1 3-912-15,-1 1-176 0,-1 0-32 0,0 1-16 16,1 3-432-16,-2-3 0 0,0 3 0 0,0 0 0 16,1 1 256-16,-1 2 32 0,0-1 0 0,0 0 0 15,-1 2 96-15,3-8 0 0,0 0 16 0,0 0 0 16,0 0 304-16,-3 37 48 0,3-37 16 0,0 0 0 15,0 0-240-15,0 0-32 0,0 0-16 0,28 21 0 16,-18-23-288-16,0 1-48 0,2-2-16 0,-1-2 0 16,0 0 112-16,1 0 16 0,-2 0 0 0,1-3 0 0,-1 2-256 15,-3-3 0-15,1 2 0 0,-4-3 0 16,0 3 0-16,-1-2 0 0,-3 1 0 0,-1-1 0 0,-2 0 0 16,-2-1 0-16,-1 3 0 0,-3-2 0 0,-2 4 0 0,-2 0 0 15,-1 3 0-15,-1-1 0 0,-1 3 0 0,2 1 0 16,2 1 0-16</inkml:trace>
  <inkml:trace contextRef="#ctx0" brushRef="#br0" timeOffset="-129622.46">17448 10232 20271 0,'3'-2'1792'0,"-1"-2"-1424"0,-1 1-368 0,-1 3 0 15,0 0 1440-15,1-2 224 0,0 1 32 0,1-3 16 16,0 1-128-16,1-2-32 0,-1 3 0 0,0 4 0 16,-2-1-800-16,1 4-176 0,-1 2-16 0,-1 4-16 0,1-11-144 0,-2 29-16 15,0-8-16-15,0 0 0 0,0 3-192 0,-2-2-48 16,1 1 0-16,-2-1 0 0,0 1-128 0,-1-4 0 15,0-2 0-15,0-1 0 0,1-4 0 0,-1-3 0 16,1-1 144-16,2-3-144 0,0 0 144 0,0-3-144 16,2 0 192-16,1-4-192 0,2-1 208 0,1-2-64 15,1 1-16-15,1-6 0 0,1 1-128 0,0-3 0 16,3 0 0-16,-1-2 0 0,0-1 0 0,2-1 0 16,0 2 0-16,-1-3 0 0,1 0-176 0,0 1 176 15,0 0-128-15,0-3 128 0,1 2-128 16,-1 1 128-16,0 1-128 0,1 1 128 0,-1 2 0 0,-1 3 0 15,0 1 0-15,-1 4 0 0,-2 1 0 0,0 1 0 0,-1 2 0 16,-1 2 0-16,-4-2 0 0,0 0 0 0,0 0 0 0,0 0 0 16,11 31 0-16,-11-31 0 15,-2 26 0-15,0-12 0 0,-1 0 0 0,-1 3 0 0,-1 0 0 16,-1-1 0-16,0 2 0 0,0-2 0 0,0-2 0 0,0-1 0 16,0-2 0-16,2-2 0 0,0-3 0 0,1 0 0 15,2-3 0-15,0 1 0 0,0-4 0 0,1 0 0 16,1-2 0-16,0 0 0 0,0 1 0 0,1-4 0 15,0 1 0-15,1-3 0 0,0 0 0 0,3-3 0 0,0 1 0 16,0-1 0-16,1-1 0 0,-1-1 0 0,2 0-224 16,2-3 32-16,-1-1 16 0,1-1 0 15,0 1-784 1,1-1-144-16,0 0-48 0,-1 3 0 0,-1 2 704 0,0 3 128 0,1 2 16 0,-1 0 16 0,-1 4 288 0,0 3 0 16,-8 0 0-16,0 0 0 0,0 0 160 0,0 0-16 15,18 33 0-15,-18-33 0 0,0 29 240 0,-2-15 64 16,1 2 0-16,-3 1 0 0,0-2-160 15,-1 0-32-15,2-1 0 0,-1-1 0 0,0-1-32 0,1-2-16 16,1-1 0-16,0-3 0 16,1 0-80-16,1-3-128 0,0 1 176 0,2-3-176 0,0-1 0 0,0 0 0 0,1-1 0 0,1-1 0 15,2-1 0-15,0-1 0 0,1 0 0 0,2 0-10272 32,-1-1-1952-32</inkml:trace>
  <inkml:trace contextRef="#ctx0" brushRef="#br0" timeOffset="-129277.64">17912 10270 3679 0,'-2'-7'320'0,"1"2"-320"0,-1 1 0 0,1-1 0 16,1 3 2304-16,0 2 384 0,-1-1 64 0,0 1 32 0,-1-2-352 15,-2 2-64-15,0 0 0 0,1 3-16 16,-2 2-992-16,0 3-192 0,1 4-32 0,-1 0-16 16,1 3-224-16,0 1-64 0,1 1 0 0,1-1 0 0,0 1-176 0,2-17-32 15,0 29-16-15,0-29 0 0,0 0-176 0,8 30-48 16,-8-30 0-16,0 0 0 0,0 0-208 15,0 0-48-15,0 0-128 0,0 0 192 16,42 12-192-16,-32-19 128 0,0 0-128 0,0-3 0 0,2-2 0 16,-2 0 0-16,1 1 0 0,-2-1 0 0,-1 0 0 15,1 0 0-15,-2-1 0 0,-1 0 0 16,-2-1 0-16,-1 2-128 0,-3 0 128 0,-1 1 0 16,-1 1 0-16,-2 0 0 0,-2 1 0 0,-2 0 0 15,-1 1 0-15,-1 4 0 0,-1-1 0 0,-1 2 0 16,1 3 0-16,-1 1 0 0,0 1 0 0,0 3 0 15,2-3 0-15,1 5 128 0,2-1-128 0,0 0 0 0,2 1 0 16,2 1 0-16,1 0 0 0,1-2 0 0,1-6 0 16,0 0 0-16,0 0 0 0,0 0-14816 0</inkml:trace>
  <inkml:trace contextRef="#ctx0" brushRef="#br0" timeOffset="-128701.24">18139 10342 17503 0,'1'3'768'0,"-1"-2"176"0,1 1-752 0,0-2-192 16,0 0 0-16,-1 0 0 0,1 0 1584 0,1 0 272 15,1 0 64-15,0-2 16 0,2 1-592 0,0-2-128 16,-1-2-32-16,1 1 0 0,-1-2-784 0,-1-1-144 16,0 0-48-16,0 0 0 0,-1-1-208 0,-2-1 0 15,0 2 0-15,-1-2 0 0,-1 2 0 0,0 1 0 0,-2 0 128 0,0-1-128 16,-1 2 0-16,-1 2 0 0,-1-1 0 0,1 3 0 15,0 1 0-15,0 0 0 0,1 3 128 0,-1 2-128 16,1-1 0-16,-1 2 0 0,2 0 0 0,-1 2 0 16,0-2 0-16,1 2 0 0,1-1 0 0,0 2 0 15,0 1 0-15,1-3 128 0,2-7-128 0,-2 20 0 16,2-20 352-16,0 0 32 0,0 27 0 0,0-27 0 16,0 0-16-16,0 0 0 0,0 0 0 0,0 0 0 0,0 0-368 15,0 0 0-15,31 28 0 0,-25-30 128 0,0 1-128 0,1-2 0 16,0-2 0-16,1 0 0 0,0-1 0 0,-1 0 0 15,2-1 0-15,-1-1 0 0,0-1 0 16,1 0 0-16,-1 2 0 0,-1-5 0 16,2 0 0-16,-2 0-160 0,1 0 160 0,-2 0 0 0,1 1-128 15,-2-3 128-15,1 2 0 0,-3-3 0 0,0 1-128 0,-1 0 128 16,-1-2 0-16,-1-1 0 0,0 0-416 0,-2 1 32 16,1-1 0-16,-2 0 0 0,3 2 256 0,-2 1 128 15,0 3-128-15,1 2 128 0,0 4 0 0,0-2 0 16,0 4 0-16,1-1 128 0,-1 2-128 0,1 1 176 0,0 1-176 15,0 3 192-15,1-1-64 0,0 3 0 0,-1-5 0 16,0 0 0-16,4 31 496 0,-4-31 80 0,2 33 32 16,-2-33 0-16,1 41-192 0,0-18-32 15,0 3-16-15,-1-2 0 0,0 2-160 0,-1 0-16 0,0-2-16 0,1-1 0 16,-1-1-96-16,1-22-16 16,0 35 0-16,0-35 0 0,0 0-192 0,5 31 0 0,-5-31 0 0,0 0 0 15,0 0 0-15,0 0 0 0,0 0 0 0,0 0-11248 16,0 0-2128-16</inkml:trace>
  <inkml:trace contextRef="#ctx0" brushRef="#br0" timeOffset="-128337.9">18358 10256 10127 0,'-1'2'448'0,"0"0"96"0,0 1-544 0,0-2 0 0,1 1 0 0,0 0 0 15,0 2 1760-15,-1-1 240 0,1 4 48 0,0-2 16 0,0-5 208 0,0 0 32 16,0 0 16-16,0 0 0 15,0 0-1328-15,0 0-272 0,0 0-48 0,35 26-16 0,-27-29-160 0,1 0-48 16,1-1 0-16,0-1 0 0,-1-1-208 0,0-2-48 16,1 1-16-16,-2 0 0 0,0 0-176 0,-2 0 0 15,-1 0 0-15,-2 0 0 0,0-1 0 0,-2 2 0 0,-2-2 0 0,-1 4 0 16,-1-4-128-16,-2 2 128 0,-1 1 0 0,0 0 0 16,-2 0 0-16,0 0 0 0,-2 1 0 0,1 1 0 15,-1 1 0-15,2 2 0 16,0 2 0-16,0 1 0 0,1 1 0 0,1 2 0 0,1 0 0 0,-1 4 0 15,2-1 0-15,1 1 128 0,0 4-128 0,1 0 0 16,2-14 1184-16,-2 29 160 0,2-29 16 16,0 28 16-16,0-28-1168 0,5 31-208 15,-5-31 0-15,0 0-144 0,13 38 528 0,-13-38 96 0,0 0 32 0,0 0 0 0,29 29-320 0,-29-29-64 16,0 0-128-16,0 0 192 0,42 3-192 0,-42-3 0 16,25-9 0-16,-12 3 0 15,2-2-128-15,-1-1 128 0,2-1-192 0,-1-1-10832 16,-1-1-2176-16</inkml:trace>
  <inkml:trace contextRef="#ctx0" brushRef="#br0" timeOffset="-128090.65">18686 10016 13823 0,'-1'-6'608'0,"0"3"128"0,1 0-592 0,-1 1-144 0,1 2 0 0,0 0 0 15,0 2 1424-15,0-2 256 0,-1 3 48 0,0 2 16 16,0 0 368-16,-1 4 80 0,0 3 16 0,-1 0 0 0,0 3-1008 0,-1 1-208 15,-1 3-32-15,0 0-16 16,-1 3-240-16,1 1-64 0,-1 1 0 0,2 1 0 16,-2-1 176-16,0 2 16 0,2 1 16 0,-1-1 0 15,1-1-192-15,4-25-32 0,-2 41-16 0,2-41 0 0,2 28-352 16,-2-28-64-16,0 0 0 0,0 0-16 0,0 0-176 0,25 33 0 0,-25-33 0 16,0 0 0-16,21-7 0 0,-14 1-224 15,3-2 80-15,-2-2-17328 16</inkml:trace>
  <inkml:trace contextRef="#ctx0" brushRef="#br0" timeOffset="-127735.49">18792 10278 5471 0,'-1'2'240'0,"0"-2"48"16,0 0-288-16,1 0 0 0,0 2 0 0,0-2 0 0,-1 0 0 0,1 0 0 15,0 0 0-15,-1-2 0 0,1 2 0 16,-1 0 0-16,1-3 0 0,0 3 0 16,1-2 0-16,-1 0 0 0,1 1 0 0,0-1 0 15,0 2 0-15,1-2 0 0,0-2 0 0,0 1 0 16,1 0 0-16,0 1 0 0,3-2 0 0</inkml:trace>
  <inkml:trace contextRef="#ctx0" brushRef="#br0" timeOffset="-127413.97">18844 10064 12895 0,'-1'0'1152'0,"0"-2"-928"0,0 2-224 15,0 0 0-15,0 0 1424 0,1 0 240 0,-1 0 64 16,-2 0 0-16,-1-2 288 0,0 4 64 0,1-2 16 16,-1 0 0-16,0 3-768 0,2 0-160 0,-1 1-16 0,0 2-16 15,-1 2-288-15,1 1-48 0,1 2-16 0,-1 4 0 16,0 0-208-16,0 3-64 0,1 1 0 0,-1 2 0 16,3-21-80-16,-5 43-32 0,3-20 0 0,2-23 0 0,-3 41-144 0,3-41-48 15,0 33 0-15,0-33 0 16,0 0-208-16,6 34 144 0,-6-34-144 0,0 0 128 0,0 0-128 15,0 0 0-15,0 0 0 0,0 0 0 0,38 6-288 16,-31-12 16-16,3-2 0 0,-2-1-16240 0</inkml:trace>
  <inkml:trace contextRef="#ctx0" brushRef="#br0" timeOffset="-127027.33">18902 10231 10127 0,'-4'3'448'0,"2"0"96"0,0 0-544 0,1 0 0 0,1-2 0 0,0 1 0 15,0 1 2112-15,0-3 304 16,0 0 64-16,0 0 16 0,0 0 272 0,11 40 64 16,-11-40 16-16,0 0 0 0,0 0-1440 0,36 14-304 0,-36-14-48 0,0 0-16 15,31-5-560-15,-20 1-112 16,1-3-32-16,-1 2 0 0,0-2-160 0,-1 0-48 0,0-1 0 0,-1 2 0 0,1-2-128 16,-3 1 0-1,0 0 0-15,-2 1 0 0,-1 0 0 0,-2-1 0 0,0 0 0 16,-2 0 0-16,-1 1-128 0,-1 0 128 0,-2-1 0 15,-2 0 0-15,0 2 0 0,-1-1 0 0,-3 2 0 0,1 0 0 0,1 4 0 0,-1 0 0 32,0 3 0-32,0 4 0 0,-1-1-144 0,0 2 144 0,2 2 0 15,0 1 0-15,0 3 0 0,2 1 0 0,0 1 0 0,1 3 0 0,1 0 0 0,0-2 0 0,4-17 0 16,-1 33 0-16,1-33 0 0,0 0 272 16,9 36-48-16,-9-36-16 15,0 0 288-15,0 0 48 0,0 0 16 0,35 23 0 0,-35-23-368 0,0 0-192 16,29-4 192-16,-17 1-192 0,-1-2 0 0,1-2 0 15,1 1 0-15,-1-1 0 0,0-1-256 0,-1 1-96 16,1-1-32-16,-3 2-15888 16</inkml:trace>
  <inkml:trace contextRef="#ctx0" brushRef="#br0" timeOffset="-126524.59">19257 10218 12895 0,'1'-2'1152'0,"0"2"-928"16,0-2-224-16,0 1 0 0,-1 1 1456 0,1-2 240 16,1-1 48-16,2 0 16 0,1-2-32 0,-1-1 0 15,1 2 0-15,-1-3 0 0,-1 3-1136 0,-1 0-224 16,-1-1-48-16,-1 1-16 0,0-1-128 0,-2 1-32 16,-1 1 0-16,0-2 0 0,-1 0 160 0,-1 2 16 0,1-1 16 0,-2 2 0 15,1-1-128-15,-1 1-16 0,0 2-16 0,0 0 0 16,-1 2-176-16,1 1 192 0,0 2-192 0,0-1 192 15,1 4-192-15,0 1 0 0,1 0 0 0,-1 3 0 16,2 0 0-16,-1 3 0 0,4-15 176 0,-4 33-176 16,4-33 464-16,-2 31 0 0,2-31 0 15,0 0 0-15,5 40 80 0,-5-40 16 0,0 0 0 0,0 0 0 16,0 0-320-16,0 0-64 0,35 26-16 0,-26-29 0 16,0-1-160-16,1-4 0 0,2-3 0 0,1-4 0 0,1-1 0 15,1-2 0-15,0-2 0 0,-1 1 0 16,0-2-1024-1,-2 2-224-15,0 1-48 0,-2 0-16 0,-1-1-848 0,-1 0-160 16,0-2-48-16,-3 2 0 0,0-1 1728 0,-2 0 320 0,-1 1 80 0,-2 0 16 0,-2 2 528 0,0 3 96 16,-1 1 32-16,0 2 0 15,1 4 896-15,-1 0 176 0,0 5 32 0,0 0 16 16,1 2-160-16,-1 2-48 0,0 2 0 0,0 2 0 0,0 3-480 16,-1 2-96-16,-1 3-32 0,1 3 0 0,-1 2 80 0,-1 5 16 15,2 0 0-15,-1 2 0 0,0 1-160 16,2 0-32-16,-1 4 0 0,0-2 0 0,1 1-272 0,2-1-64 15,1-3-16-15,0-26 0 0,4 40-288 0,-4-40 0 16,0 0 0-16,12 38 0 0,-12-38 0 0,0 0 0 0,0 0 0 0,0 0 0 16,0 0-256-16,38 0-128 0</inkml:trace>
  <inkml:trace contextRef="#ctx0" brushRef="#br0" timeOffset="-122825.7">19943 10196 13823 0,'1'0'1216'0,"0"0"-960"0,-1 0-256 0,0 0 0 16,0 0 1280-16,0 0 192 0,1 0 64 0,0 1 0 0,0 1 336 0,0-2 80 15,1 0 16-15,-1 0 0 0,0 0-576 0,1 0-112 16,-1-2-32-16,1 1 0 0,0 1-384 16,0-2-80-16,0 0-16 0,-2 0 0 0,2-1-336 0,-1 1-80 15,1-1-16-15,-1 1 0 0,0 0-208 0,0-1-128 0,0 1 160 0,-1-1-160 16,0 0 0-16,-1 0 128 0,1 0-128 0,-1-1 0 15,-1 1 0-15,0-2 0 16,-1 1 0-16,0 1 0 0,-1-2 0 0,-2 1 0 0,1 1 0 0,-3 1 0 16,2 0 0-16,-1-1 0 0,-3 3 0 0,2 0 0 15,-2 1 0-15,0 3-128 0,-2 0 128 16,1 4 0-16,1-1 0 0,-1 0 0 0,1 3 0 16,0 1 0-16,2 1 0 0,1 1 0 0,-1 3 0 15,2-2 0-15,1 0 0 0,1 2 0 0,0-1 0 0,4-15 0 0,-4 28 0 0,4-28 144 16,0 0-144-16,3 30 192 15,-3-30-16-15,0 0 0 0,0 0 0 0,0 0 0 0,0 0-176 16,0 0 0 0,43 11 0-16,-33-16 128 0,0-2-128 0,0-1 0 0,0 2 0 0,0-2 0 0,0-1 0 0,0 0 0 15,0-1 0-15,-1-2 0 0,-2 3 0 0,-1 0 0 16,1 1 0-16,-2-1 0 16,-3 4 0-16,0-2 0 0,0 2 0 15,-2 0 0-15,0 0 0 0,-1 2 0 0,-1 2 0 16,0-1 0-16,0 2 0 0,0 0 0 0,-1 2 0 15,0 0 0-15,1 0 0 0,0 1 0 16,0 2 0-16,1-1 0 0,0 1 0 0,1-5 0 0,0 0 0 16,0 0 128-16,0 29-128 0,0-29 192 0,0 0-192 0,0 0 192 15,0 0 256-15,11 36 64 0,-11-36 16 0,0 0 0 16,0 0-240-16,0 0-48 0,0 0-16 0,31 30 0 16,-31-30-224-16,0 0 0 0,0 0 128 0,0 0-128 15,31 2 0-15,-24-6 0 0,1 1 0 0,1-4-160 16,1 2-1472-16,1-3-288 0,0 0-64 0,1 1-13456 15</inkml:trace>
  <inkml:trace contextRef="#ctx0" brushRef="#br0" timeOffset="-122449.09">20209 10147 9215 0,'3'-6'400'0,"-2"3"96"0,1 1-496 0,-1 1 0 16,-1-1 0-16,0 2 0 0,-1 0 1984 0,0 0 288 16,0-1 64-16,0 1 16 0,-2 1-672 0,0 1-128 15,1-2-16-15,-2 2-16 0,1 1-752 0,0-2-160 16,-1 0-32-16,0 1 0 0,0 1-80 0,1-1-32 15,-1-1 0-15,0 1 0 0,1 0-16 0,-1 0 0 16,0 1 0-16,1 0 0 0,1 1 64 0,0-2 16 16,0 1 0-16,0 1 0 0,1-1 112 0,1 1 0 15,-1 1 16-15,1-5 0 0,0 0-192 0,0 0-32 16,0 0-16-16,0 0 0 0,0 0-224 0,10 33-32 0,-10-33-16 0,0 0 0 16,0 0-144-16,0 0 128 15,0 0-128-15,0 0 128 0,37 23-128 0,-37-23 0 16,0 0 0-16,0 0 0 0,0 0 0 0,36 13 0 15,-36-13 0-15,0 0 0 0,0 0-144 0,0 0 144 0,0 0 0 0,33 10 0 16,-33-10 0-16,0 0 0 0,0 0 0 0,0 0 0 16,0 0 0-16,0 0 0 0,0 0 0 0,0 0 0 15,0 0 0-15,0 0 0 0,0 0 0 0,0 0 0 0,0 0 128 16,7 32-128-16,-13-27 0 0,-1-2 144 16,0 1-144-16,-1-1 128 0,-2 0-128 0,0-1 128 15,0 1-128-15,-1-2 0 0,2-1 0 0,0 0 0 0,3-1 0 16,1-2 0-16,2-2 0 0,2-1-15744 0</inkml:trace>
  <inkml:trace contextRef="#ctx0" brushRef="#br0" timeOffset="-121439.48">20811 10072 11967 0,'1'-3'1072'0,"-1"0"-864"16,0 2-208-16,0 0 0 0,0 1 1216 0,0-4 192 0,1 1 32 0,-1-4 16 15,-1-3 176-15,0-1 32 0,-1 1 16 0,0 3 0 16,0-1-496-16,-1 0-96 0,0 2-32 0,-2 2 0 16,2-1-64-16,-2 0-16 0,1 3 0 0,0 0 0 0,0 0-272 0,0 1-48 15,2 1-16-15,-1-2 0 0,1 4-192 0,-1-2-64 16,1 1 0-16,0 1 0 0,1 0-192 0,0 0-64 16,0 0 0-16,0 3 0 0,1 0-128 0,-1 0 0 15,1-5 0-15,0 0 128 0,0 31-128 0,0-31 0 16,0 28 144-16,0-28-144 0,1 34 144 0,-1-34-144 15,2 43 192-15,-2-43-192 0,0 51 192 16,0-51-192-16,-2 55 192 0,0-26-192 0,-1 1 192 0,0-4-192 16,3-26 192-16,-4 47-192 0,4-47 128 15,-5 38-128-15,5-38 0 0,-4 29 0 0,4-29 0 16,0 0 0-16,-4 24 0 0,2-20 0 16,0 1 0-16,0-3 0 0,0-2 0 0,0 0 0 0,1-2 0 15,-1-1 0-15,0 0 0 0,-1-2 0 16,1-1-1040-16,0-1-176 0,0-1-16 15,-1-1-8688-15,0 0-1728 0</inkml:trace>
  <inkml:trace contextRef="#ctx0" brushRef="#br0" timeOffset="-121248.21">20626 10218 7359 0,'-3'2'320'0,"1"1"80"0,0-1-400 0,0-2 0 0,1 3 0 0,0-3 0 16,1 2 1952-16,0 0 304 0,0 0 64 0,0 3 16 15,0-2 48-15,0-3 16 0,0 0 0 0,0 0 0 16,0 0-864-16,0 0-160 0,35 2-32 0,-25-4-16 0,2-3-448 0,1 0-96 15,0 1-16-15,2-3 0 0,0 2-512 0,0 0-96 0,1 0-32 16,0 1 0 0,-1-1-128-16,-1 2 0 0,-14 3 0 0,25-2-176 15,-25 2-928-15,0 0-192 0</inkml:trace>
  <inkml:trace contextRef="#ctx0" brushRef="#br0" timeOffset="-120945.61">20998 10123 13823 0,'-1'0'1216'16,"1"0"-960"-16,0 0-256 0,0 0 0 0,-1 1 1168 0,0 1 192 0,0 0 48 0,0 0 0 15,-1 1 1120-15,0 1 224 0,0 1 64 0,1 2 0 0,1-2-1248 0,0-2-240 32,0 2-48-32,0-1-16 0,0 0-496 0,0-1-112 15,0 0-16-15,0 1 0 0,1-2-256 0,-1 3-48 16,0-2-16-16,0 0 0 0,0 1-80 0,0 1-32 0,0-5 0 15,0 0 0-15,0 0-208 0,-1 30 144 0,1-30-144 16,0 0 128-16,0 0-128 0,0 34 128 16,0-34-128-16,0 0 128 0,0 0-128 0,0 0 192 0,0 0-192 0,14 33 192 15,-14-33-192-15,0 0 0 0,0 0 144 16,0 0-144-16,0 0 0 0,30 4 0 0,-22-6 0 16,1-3 128-16,0 3-128 0,0-3 0 0,1-2 0 0,-1 2 0 15,-1-2-336-15,1 1 16 0,-1 0 0 16,0-1 0-1,0-1-2080-15,-1-1-416 0,0 0-64 0,-1 2-6496 0,0-3-1296 0</inkml:trace>
  <inkml:trace contextRef="#ctx0" brushRef="#br0" timeOffset="-120713.62">21197 10112 8399 0,'0'2'176'0,"0"-2"32"0,0 1 16 0,-1 0 32 0,1 1-256 0,0-2 0 15,-1 3 0-15,0 0 0 0,-1 3 2432 0,0 1 416 16,2-7 96-16,-5 21 0 0,1-9-320 0,0-2-64 15,4-10 0-15,-4 22-16 0,4-22-736 0,-6 18-144 16,6-18-16-16,-4 19-16 0,4-19-672 0,0 0-144 0,-2 27-32 0,2-27 0 16,0 0-400-16,0 0-64 0,0 0-32 0,5 35 0 15,-5-35-96-15,0 0-32 0,0 0 0 0,0 0 0 16,0 0-160-16,0 0 0 0,0 0 0 0,38 20 0 16,-31-23 0-16,0 0 0 15,1-2-128-15,-2 1-16960 0</inkml:trace>
  <inkml:trace contextRef="#ctx0" brushRef="#br0" timeOffset="-120262.08">21295 10116 12895 0,'-2'-1'1152'0,"1"0"-928"0,1 1-224 0,0 0 0 0,1 0 736 15,-1 0 96-15,1 0 32 0,2-2 0 16,0 2 656-16,2-1 128 0,2 1 16 0,0-2 16 16,2 2-1088-16,-1 0-208 0,0 0-64 0,0 0 0 0,-8 0-96 15,0 0-32-15,0 0 0 0,28 5 0 0,-28-5 480 0,0 0 96 16,0 0 0-16,0 0 16 0,0 0-16 0,0 0 0 16,0 0 0-16,33 18 0 0,-31-15-256 0,0-2-48 15,-1 1-16-15,1 1 0 0,-2-2-224 0,0 2-48 0,1 1-16 0,0-1 0 16,-1-1-160-1,1 1 128-15,-1 1-128 0,1-1 128 0,-1-3-128 16,0 0 0-16,0 0 0 0,0 0 128 0,0 0-128 0,1 32 0 16,-1-32 144-16,0 0-144 0,0 0 256 0,-5 29-32 15,5-29 0-15,0 0 0 0,-7 24-16 0,7-24 0 16,-6 17 0-16,6-17 0 0,-5 14-16 0,5-14-16 0,0 0 0 16,0 0 0-16,-4 23 96 0,4-23 32 15,0 0 0-15,0 0 0 0,0 0-112 0,0 0-32 16,0 0 0-16,0 0 0 0,0 0-160 0,33 5 0 15,-27-6 144-15,2-2-144 0,-1 2 0 0,-1-3 0 0,2 3 0 16,-2-1 0-16,0 1 0 0,0 0 0 0,-2 1-128 0,-1 0 128 16,0 0-256-16,-1-2 16 0,-1 4 16 15,-1-2 0 1,-1 1-2192-16,-2 0-432 0</inkml:trace>
  <inkml:trace contextRef="#ctx0" brushRef="#br0" timeOffset="-120032.24">21308 10231 11055 0,'-2'0'480'0,"1"0"112"0,1 0-464 0,0 0-128 0,0 1 0 0,0-1 0 15,0 0 2144-15,0 2 416 0,2-1 64 0,-2-1 32 16,0 0 32-16,0 0 0 0,0 0 0 0,0 0 0 0,36 16-976 0,-36-16-192 16,0 0-48-16,32 1 0 0,-32-1-816 0,23-3-160 15,-10 1-48-15,0-1 0 0,1 1-304 0,-1-1-144 16,1-1 128-16,-1 0-128 0,-1 1 0 0,0-2 0 15,-1 0-144-15,-1 1 144 16,1-1-1648-16,-3 2-208 0,-1-1-64 0,1 1-12640 0</inkml:trace>
  <inkml:trace contextRef="#ctx0" brushRef="#br0" timeOffset="-119685.56">21583 10140 11967 0,'1'0'528'0,"-1"0"112"0,1 0-512 0,-1-2-128 15,1 2 0-15,-1 0 0 0,0 0 2064 0,2 0 384 0,2-1 80 0,1 0 16 16,1 1-272-16,2-1-48 0,-1-1-16 16,0 1 0-16,2-1-1296 0,-1 1-256 0,0 0-48 0,-1-1-16 15,1 2-160-15,0-3-48 0,-1 3 0 0,1-2 0 16,-1 0 64-16,-1 1 16 0,0 1 0 0,0 0 0 16,-2 1-96-16,-1 1-32 0,1 0 0 0,-2-1 0 15,-1 3-176-15,-1-4-32 0,0 0-128 0,0 0 192 16,0 0-192-16,0 0 0 0,-7 30 128 0,3-21-128 0,1-1 0 0,-3 2 0 15,1-1 128-15,0 1-128 0,-1 0 0 16,2 1 0-16,4-11 0 0,-6 17 0 0,6-17 0 16,0 0 0-16,0 0 0 0,0 0 0 15,4 35 0-15,-4-35 176 0,0 0-176 0,0 0 160 16,0 0 32-16,0 0 0 0,31 7 0 0,-22-9 0 16,-1-2-64-16,1 1 0 0,-2 0 0 0,0 0 0 15,0 0-128-15,0-2 0 0,1 2 0 0,-1-1 0 0,-1-1 0 0,0 0 0 0,-1 1 0 0,-1-1 0 31,-1 2-896-31,0-1-64 0,-2 1-16 0,0-2 0 16,-1 3-2096-16,-1 0-432 0</inkml:trace>
  <inkml:trace contextRef="#ctx0" brushRef="#br0" timeOffset="-119015.74">21648 10199 3679 0,'-8'0'160'0,"5"0"32"0,-1 0-192 0,1 0 0 0,1 0 0 0,1 0 0 15,1 0 1536-15,-2-2 256 0,1 1 48 0,-1 1 16 16,1 0 1216-16,0-2 256 15,2 2 64-15,0 0 0 0,1 0-512 0,1-1-112 0,2 1-16 0,0 0 0 16,-5 0-960-16,0 0-192 0,0 0-32 0,26 0-16 16,-26 0-848-16,0 0-192 15,28-1-16-15,-28 1-16 0,22-2-336 0,-11-1-144 0,1 1 128 0,0 0-128 16,-1 1 0-16,-1-1 0 0,0 0 0 16,2-1 0-16,-1-2 0 0,1 3 0 0,0-2-128 15,0-1 128 1,-1 2-736-16,-1 1-80 0,-1-3-16 0,0 1 0 15,-1 1-1952-15,-2 1-400 0,-1-1-80 0,0 1 0 0,-2 0-704 16,-1-1-144-16,0 2-32 0,0-2 0 0,-1 1 3312 0,0 1 640 0,0-1 192 0,0 2 0 16,-1-2 0-16,1 2-144 0,-1 0 144 0,1-1 0 0,0 2 784 0,-1-1 288 15,1 2 48-15,-1 0 16 16,2-1 976-16,0 1 192 0,-1 1 32 0,-1-3 16 16,0 0 96-16,0 0 32 0,0 0 0 0,0 0 0 0,0 0-704 0,11 39-144 15,-11-39-32-15,0 0 0 0,0 0-704 0,0 0-128 16,0 0-48-16,23 40 0 0,-23-40-576 15,0 0-144-15,0 0 0 0,0 0 0 0,0 0 0 0,33 10 0 16,-28-12-192-16,1-1 192 0,0 1-240 0,-1-3 80 16,1 1 16-16,-1-2 0 0,1 0-368 0,-2-1-64 0,2 0 0 0,-1-1-16 15,-1 1-1328 1,2-2-256-16,-1-1-48 0,-1 3-16 16,0-2 1184-16,0-2 224 0,-2 2 64 0,1 0 0 0,-1 0 592 0,0 1 176 0,-1 1 0 15,0 2 0-15,0 1 576 0,-1 0 176 16,1 3 32-16,-2-1 48 0,1 4 208 0,-1-1 48 15,0 3 16-15,-1 1 0 0,0 2-336 0,-1 2-64 16,3-9 0-16,-5 24-16 0,5-24-96 0,-7 31-16 16,7-31 0-16,-5 38 0 0,5-38-80 0,-4 42-32 15,4-42 0-15,-3 44 0 0,3-44-128 0,-4 46-16 0,4-46-16 16,-1 43 0-16,1-43-160 0,-2 35-16 0,2-35-128 0,-1 32 192 16,1-32-192-16,0 0 0 0,1 40 0 0,-1-40 0 15,0 0 0-15,0 0 0 0,0 0 0 0,0 0 0 16,3 31 0-16,-3-29 0 0,-1-1 0 0,0-2 0 15,-1 1 0-15,-1 0 0 0,-1-3 0 0,-1 1 0 16,-2 0 0-16,-2 0 128 0,-2-1-128 0,-3-1 0 16,-3 1 0-16,0 1 0 0,-2-3 0 0,2 2 0 15,4 0-1600 1,1-2-320-16</inkml:trace>
  <inkml:trace contextRef="#ctx0" brushRef="#br0" timeOffset="-116649.1">22422 10150 7359 0,'-3'-3'656'0,"2"1"-528"16,0 1-128-16,1 1 0 0,-1-2 1168 0,1 2 208 15,0 0 32-15,-1-1 16 0,0 0 656 0,0-2 128 0,0 1 32 0,0-1 0 16,1 1-448-16,0 0-64 0,1 0-32 0,0-1 0 15,2 1-384-15,-2-1-80 16,3-1-16-16,0 1 0 0,0-1-304 0,2 1-64 0,1-1-16 0,-1 1 0 16,2-2-256-16,1 1-64 15,-1-1-16-15,2 0 0 0,0 3-112 0,0-3 0 0,-2 2-16 0,0 1 0 16,1 0-32-16,-2 2 0 16,2-2 0-16,-2 4 0 0,-7-2-192 0,0 0-144 15,0 0 192-15,0 0-192 0,0 0 0 0,30 42 0 16,-30-42 0-16,0 0 0 0,2 48 0 0,-2-48 0 0,-4 38 0 15,4-38 0-15,-8 38 0 0,8-38 0 0,-8 34 0 0,8-34 0 16,-8 28 0-16,8-28 0 0,-8 18 0 16,5-10 0-16,0-2 0 0,0-3 0 0,1 0 0 0,1-1 0 15,0-2 0-15,1-2 0 0,1-1 0 0,1-2 0 0,0 1 0 16,1-4 0-16,0-1 0 0,2 0 0 0,0-3 0 0,0 0 0 16,1 0 0-16,-1 0 0 15,2-1 0-15,-1 0 0 0,2 0 0 0,-1 0 0 16,1 0 0-16,-1 0 0 0,1 1 0 0,1-1 0 0,0 2 0 15,-1 2 0-15,2-1 0 0,-2 2-144 16,0 2 144-16,1-1 0 0,-1 3 0 0,0 1 0 16,0 0-896-16,-1 1-112 0,1 2-16 0,-2 0-14992 15</inkml:trace>
  <inkml:trace contextRef="#ctx0" brushRef="#br0" timeOffset="-116164.39">22831 10073 12895 0,'2'-2'576'0,"-1"-1"112"0,0 1-560 0,0 2-128 0,-1 0 0 0,0-1 0 0,0 1 1408 0,0 0 256 15,0-1 64-15,0 1 0 16,0 1-528-16,-1 0-112 0,-1 4 0 0,-1 0-16 16,-1-1-224-16,0 6-32 0,0-3-16 0,4-7 0 15,-10 22-80-15,4-9-16 16,6-13 0-16,-10 29 0 0,10-29-384 0,-8 27-64 0,8-27-32 0,0 0 0 15,-5 35 32-15,5-35 16 16,0 0 0-16,0 0 0 0,0 0-144 0,0 0-128 16,0 0 144-16,0 0-144 0,0 0 384 0,33 24-32 0,-26-27 0 0,1-4 0 15,2 1-32-15,0-2-16 0,0-1 0 0,1 0 0 16,-1 0-304-16,0 0 0 0,-3 0 0 0,0 1 0 16,1-1 0-16,-1 0 0 0,1-1 0 0,-2 0-144 15,0-1 144-15,-1 2 0 0,0 1 0 0,-1 1 0 0,-2 0 0 16,0 2 0-16,-1 1 0 0,0 1 0 0,-2 3 0 0,1-1 0 15,-1 2 128-15,-1-1-128 0,2 3 0 0,-2 1 0 16,-1 1 0-16,0 0 0 0,1 3 336 16,-1 0 0-16,0 0 0 0,3-8 0 0,0 0 304 0,-7 30 64 15,7-30 16-15,0 0 0 0,0 0-336 0,0 33-80 16,0-33-16-16,0 0 0 0,0 0-288 0,0 0 0 16,0 0 0-16,0 0 0 0,0 0 0 0,33 29 0 15,-27-29 0-15,1-3 0 0,-1 1 0 0,1 0 0 16,-1-3 0-16,1 2 0 0,-1-1 0 15,1-3 0-15,0 1 0 0,0 0-144 16,-1-1-880-16,1 0-192 0,-1 0-16 0,1 0-16 16,-1 0-2208-16,1-1-432 0</inkml:trace>
  <inkml:trace contextRef="#ctx0" brushRef="#br0" timeOffset="-115895.23">23168 9898 2751 0,'1'-2'256'0,"0"-1"-256"0,-1 1 0 0,0 2 0 16,0 0 1728-16,0 0 320 15,0-3 48-15,1 1 16 0,-1 0 256 0,0-1 64 0,0 3 16 0,-1-2 0 16,0 4-576-16,-1 1-112 0,0-1-32 0,-1 3 0 0,0 2-336 0,0 0-80 16,3-7-16-16,-10 21 0 15,10-21-368-15,-10 26-80 0,5-9-16 0,-1 0 0 16,0 1-96-16,-1 2-32 0,1-1 0 0,-2 2 0 16,3 0-48-16,-2-3-16 0,7-18 0 0,-9 34 0 15,9-34-208-15,-5 29-48 0,5-29-16 0,0 0 0 0,1 34-208 16,-1-34-32-16,0 0-128 0,0 0 192 15,0 0-192-15,0 0 0 0,0 0 0 0,19 37 0 0,-19-37 0 16,0 0 0-16,0 0 0 0,17-3 0 16,-11 1-288-16,-2 0 0 0,3-3 0 0,-1 1-16992 0</inkml:trace>
  <inkml:trace contextRef="#ctx0" brushRef="#br0" timeOffset="-115467.95">23231 10138 13247 0,'-1'-1'288'0,"0"1"64"0,0 0 16 16,0 0 0-16,0 0-368 0,1 0 0 0,0 1 0 0,0 1 0 15,0-1 2672-15,0 0 464 0,1 1 80 0,0 1 32 16,-1-3-1440-16,0 0-272 0,0 0-64 16,0 0-16-16,25 2-688 0,-18-4-128 0,1-1-16 0,-1 1-16 15,3 0-352-15,-1-2-64 16,0 0 0-16,0 0-16 0,0 0-176 0,-1 1 0 15,0-2 0-15,-1 3 0 0,-2-3 0 0,0 2 0 0,0-1 0 0,-1-1 0 16,-1 0 0-16,-1 1 0 0,0-1 0 0,-2 0 0 16,0 0 0-16,-1 0 0 0,-2 1 0 0,-1-3 0 15,1 2 0-15,-3 0 0 0,0 0 0 16,0 1 0-16,0 0 0 0,-1 3 0 0,2-2 0 0,-1 2 0 0,0 2 0 0,1 2 0 16,-1 0 128-16,1 0-128 15,-1 1 0-15,1 3 0 0,-1 0 0 0,0 4 0 16,-1 1 256-16,7-12-16 0,-12 26-16 0,12-26 0 15,-11 30 432-15,11-30 96 0,-8 30 16 0,8-30 0 16,-6 26-320-16,6-26-64 0,0 0-16 0,0 0 0 16,3 36-224-16,-3-36-144 0,0 0 192 0,0 0-192 0,0 0 128 15,0 0-128-15,32 12 0 0,-24-13 0 0,1-1 0 16,1-1 0-16,1-1 0 0,0-1 0 0,0 1 0 16,0 1 0-16,0-2 0 0,-1 0-144 15,0 1-640-15,0 0-128 0</inkml:trace>
  <inkml:trace contextRef="#ctx0" brushRef="#br0" timeOffset="-113531.1">23636 10036 1839 0,'0'-2'160'0,"1"1"-160"0,-1 1 0 0,0 0 0 15,0 0 896-15,0 0 128 0,1 0 48 0,-1-2 0 0,1 1 368 0,0 0 80 16,0 0 16-16,0 1 0 0,-1-1-80 0,0 0-16 16,1 1 0-16,-1-2 0 0,0 2 272 0,0-2 48 15,0 1 16-15,-1 1 0 0,1 0-176 0,-1 0-48 16,1-2 0-16,-1 2 0 15,1 0-592-15,-1 0-128 0,-1 2-32 0,1-2 0 16,-1 0-432-16,0 0-96 0,0 1-16 0,1 1 0 16,-1-2-64-16,0 2-32 0,-1-2 0 0,1 0 0 0,0 1-160 0,0 0 192 15,-2-1-192-15,1 1 192 0,-1 0-16 0,0 2 0 16,-1-2 0-16,0 1 0 0,-1 1-48 0,0 0-128 16,-1 0 192-16,0 0-64 0,-1 1 0 0,2-1 0 15,-2 2 0-15,1-1 0 0,0 0 272 0,1 1 48 16,0-1 16-16,2-1 0 0,-1 0-96 0,2 0-32 0,0 1 0 15,1-4 0-15,0 3-144 0,0-1-48 16,0 0 0-16,1 1 0 0,0-1-144 0,0-2 128 16,1 2-128-16,0-2 128 0,0 2-128 0,0-2 128 15,0 1-128-15,1 1 128 0,1-2 16 0,-1 2 0 0,1-2 0 16,0 0 0-16,0 1 48 0,0-1 0 0,1 2 0 0,1-2 0 16,0 0-32-16,-1 0 0 0,2 0 0 0,0 1 0 15,0-1-160-15,1 0 0 0,-1 1 144 16,2-1-144-16,-1 2 0 0,0-2 128 0,-6 0-128 0,0 0 0 15,0 0 0-15,0 0 0 0,29 14 0 0,-29-14 0 16,0 0 0-16,0 0 0 0,0 0 0 0,0 0 0 16,27 32 0-16,-27-32 0 0,0 0 0 0,0 0 0 15,0 0 0-15,0 0 0 0,0 0 0 0,0 0 0 16,0 0 0-16,22 33 0 0,-21-31 0 0,-3-2 128 16,0 1-128-16,-1 1 128 0,-1 0-128 0,-1-2 128 0,-1 2-128 15,1-2 0-15,-3 2 0 0,0-1 0 16,-1 1 0-16,-1-2 0 0,0 2 0 0,0-2 128 0,-2 1-128 15,0 1 0-15,-1 0 0 0,0-2 0 0,1 2 0 16,0 1-128-16,1-1 128 0,1 1-12160 16,1-1-2336-16</inkml:trace>
  <inkml:trace contextRef="#ctx0" brushRef="#br0" timeOffset="-109748.74">23811 10231 13823 0,'0'-1'1216'0,"1"-1"-960"0,0 2-256 0,-1 0 0 0,0-2 288 0,0 2 16 15,1-1 0-15,0-1 0 0,1 0 1360 0,0 1 256 16,0-1 64-16,-1 2 16 16,-1-2-608-16,1 2-128 0,-1 2-32 0,0-2 0 15,1 3-352-15,-2 1-80 0,0 2-16 0,-1 0 0 0,-1 1-240 0,-1 1-48 16,0 1-16-16,-1 2 0 0,0-1-256 0,-1 2-48 15,-1-2-16-15,1 1 0 16,-2-2-160-16,4-1 0 0,-1-1 144 0,0 0-144 16,3-2 0-16,0-2 0 0,1-1 0 0,2 0-14192 0</inkml:trace>
  <inkml:trace contextRef="#ctx0" brushRef="#br0" timeOffset="-109293.62">24030 10161 5519 0,'1'-5'496'0,"-1"3"-496"16,0 0 0-16,0 0 0 0,0 2 2000 0,0 0 304 16,0 0 64-16,0 0 16 0,1-1-80 0,0 1 0 15,-1 0-16-15,2 0 0 0,0 1-640 0,0-1-128 0,2 2-32 16,-1 0 0-16,2-2-704 0,-1 0-144 0,1 0-16 0,1 0-16 15,1-2-416-15,-1 0-64 16,2-1-128-16,0 0 176 0,0-1-176 0,1-1 0 16,0-1 0-16,-1 0 0 0,-1 1 0 0,-1-2 0 0,0 0 0 0,-1 0 0 0,-2 2 0 15,1-2 0-15,-2 0 0 0,-2 0 0 0,-1 2 0 0,0-1 0 16,-2 1 0-16,0 1 0 16,-2 0 0-16,-1-1 0 0,1 1 0 0,-2 0 0 15,0 1 0-15,-1 1 0 0,1 2 0 16,1 0 0-16,-2 1 0 0,2 2 0 0,-2 0 0 0,1 1 0 15,-1 1 128-15,2 0-128 0,-2 0 0 0,1 4 128 16,1-2 0-16,-2 2 0 0,3 1 0 0,-1 0 0 16,0 1 144-16,3-3 32 0,3-8 0 0,-7 21 0 15,7-21 272-15,0 0 64 0,0 0 16 0,-3 38 0 16,3-38-96-16,0 0-32 0,0 0 0 0,0 0 0 0,0 0-192 0,24 35-32 16,-24-35-16-16,0 0 0 0,0 0-160 15,31 5-128-15,-22-5 144 0,2 0-144 0,-1-4 0 16,1 1 0-16,0 0 0 0,0 0 0 0,-1 0 0 0,1 0 0 15,-3-2 0-15,0 3-160 16,0 0-736-16,-3 0-128 16,2 1-48-16,-3-1-9344 0,0 2-1872 0</inkml:trace>
  <inkml:trace contextRef="#ctx0" brushRef="#br0" timeOffset="-109093.58">24276 10144 11055 0,'4'-4'480'0,"-2"1"112"0,-1 1-464 0,0 0-128 0,0 2 0 0,-1 0 0 15,1 0 1344-15,-1 0 240 0,0 0 48 16,1 2 16-16,-1-2 720 0,-1 3 128 0,0 0 48 16,1-3 0-16,0 0-608 0,0 0-112 0,0 0-32 0,-5 29 0 15,5-29-1136-15,0 0-224 0,0 0-48 0,0 0-16 16,0 0-368-16,6 38 0 0,-6-38 0 0,0 0 0 16,0 0-304-16,0 0 32 0,0 0 0 0,0 0-14464 15</inkml:trace>
  <inkml:trace contextRef="#ctx0" brushRef="#br0" timeOffset="-108491.74">24443 10147 14735 0,'0'0'2816'0,"0"0"-1488"16,0 0-304-16,0 0 832 0,0 0 160 0,0 0 32 0,0 0 16 0,9 2-1024 0,-1-4-208 16,-3-1-32-16,1 0-16 0,0-1-512 15,1-1-96-15,1 1-32 0,1-3 0 0,1 1-144 0,0-3 0 16,0 3 0-16,0-4 0 0,0 3-128 0,-1 0 128 15,-2-3 0-15,0 3 0 0,-2-1 0 0,0-1 0 16,-2 3 0-16,-1-2 0 0,-2 1 0 0,0 0 0 16,-2 2 0-16,-1 0 0 0,0 1 0 0,-2 2 0 0,1-1 176 0,-2 3-176 0,1 0 0 15,-2 0 128-15,1 0-128 16,-1 3 0-16,0-1 0 0,0 0 144 0,1 1-144 16,-2 1 128-16,2 1 32 0,-2 2 0 0,1-1 0 15,1 1 0-15,0 1 272 0,0 0 48 0,6-8 16 16,-11 16 0-16,11-16-96 0,0 0-16 0,-12 29 0 0,12-29 0 15,0 0 16-15,0 0 0 0,-7 38 0 0,7-38 0 0,0 0-192 0,0 0-32 0,0 0-16 0,11 38 0 32,-11-38-160-32,0 0 192 0,0 0-192 0,26 31 192 15,-26-31-32-15,0 0 0 0,0 0 0 0,36 32 0 0,-36-32-16 0,0 0 0 16,28 26 0-16,-28-26 0 0,0 0-144 16,0 0 192-16,31 38-192 0,-31-38 192 15,0 0-64-15,0 0-128 0,0 0 192 0,0 0-64 16,18 38 32-16,-20-35 0 0,0 2 0 0,-1-3 0 0,-2 0-16 0,-1-1 0 15,-2 1 0-15,1 0 0 0,-2-2-144 16,1 1 0-16,-1-1 0 0,-1-1 128 0,0 1-128 16,0-2 0-16,0-1 0 0,1 1 0 0,0 0 0 0,2-3 0 15,1 2 0-15,1-1 0 0,1-1-448 0,1 0-64 16,2 1 0-16,1-1-10560 0,2 0-2096 0</inkml:trace>
  <inkml:trace contextRef="#ctx0" brushRef="#br0" timeOffset="-108247.52">24702 10162 12895 0,'2'-1'576'0,"-2"-1"112"0,1 2-560 0,-1 2-128 0,1-2 0 0,-1 1 0 16,0 1 1536-16,-1 0 288 0,1 2 48 0,0-1 16 15,0-3-304-15,0 0-64 0,0 0-16 0,0 0 0 16,0 0-624-16,0 0-128 0,-2 38-32 0,2-33 0 16,0-3-240-16,0 0-48 0,0-2-16 0,0 1 0 15,0 1-224-15,1-2-64 0,-1 0 0 0,1 0 0 16,-1 0-320-16,1-3-80 0</inkml:trace>
  <inkml:trace contextRef="#ctx0" brushRef="#br0" timeOffset="-107679.25">24942 10149 18431 0,'1'-2'1632'0,"0"2"-1312"0,0 0-320 0,-1 0 0 16,0 0 640-16,-1 0 64 0,1 0 16 0,-1 2 0 0,1-2 1264 0,-1 3 256 0,0-1 64 0,0 0 0 15,-1 0-1440-15,1 1-288 0,0 0-48 0,1 0-16 16,0 0 192-16,0 0 16 0,0 2 16 16,0-1 0-16,1 1-16 0,0 0 0 0,-1-5 0 0,0 0 0 15,0 0-128-15,0 0-16 16,0 0-16-16,9 45 0 0,-9-45-224 0,0 0-32 16,0 0-16-16,0 0 0 0,10 48-128 15,-10-48-32-15,0 0 0 0,0 0 0 0,0 0-128 0,-2 42 0 0,-1-36 0 16,-2 0 128-16,1-1-128 0,-3-1 0 15,0 1 0-15,-1 0 0 0,-2-3-192 0</inkml:trace>
  <inkml:trace contextRef="#ctx0" brushRef="#br0" timeOffset="-106430.05">17711 10767 9215 0,'-1'-1'816'0,"1"1"-656"16,0 0-160-16,0 0 0 0,0 0 1088 0,-1 0 176 15,1-2 32-15,0 2 16 0,-1-1 656 0,2 1 128 16,-1 0 16-16,1 0 16 0,1 0-704 0,-1 0-144 15,1 0-16-15,0 0-16 0,2 1-160 0,0-1-48 16,1 0 0-16,0 0 0 0,-5 0-128 0,0 0-16 16,0 0-16-16,31 0 0 0,-31 0-192 0,0 0-48 15,31-3 0-15,-31 3 0 0,0 0-128 0,34-3-16 16,-34 3-16-16,0 0 0 0,33-3-208 0,-33 3-32 16,20-3-16-16,-10 0 0 0,-1 1-224 0,-1 0 0 15,1-1 128-15,-1 3-128 0,-3-4 0 0,1 3 0 0,-1-1 0 16,-3 0 0-16,0 1-256 0,-1 1 16 0,-1 0 0 0,-1 1 0 15,0 1-2576 1,-1-2-528-16</inkml:trace>
  <inkml:trace contextRef="#ctx0" brushRef="#br0" timeOffset="-106214.34">17902 10732 911 0,'-1'-2'0'0,"1"2"0"0,0 0 0 0,0 0 0 16,-1 0 944-16,1 0 96 0,-1 0 32 0,-1 0 0 15,1-1 432-15,-1 0 96 0,2 1 0 0,0-2 16 0,0 1-208 0,1 0-32 16,1 0-16-16,-1 1 0 15,0 0-240-15,0 0-48 0,0 1-16 0,0 0 0 0,0 2-320 0,-1-1-64 16,-1 1-16-16,0 2 0 0,0-1 224 0,-1 4 32 16,-2 1 16-16,2 3 0 15,-3 1-96-15,1 2 0 0,0 2-16 0,0-1 0 16,0 0-576-16,1-1-112 0,1 2-128 0,0-3 176 0,0 0-176 16,2-14 0-16,0 0-192 0,1 31 192 15,-1-31-832-15,0 0-32 16,0 0-16-16,0 0-10656 0</inkml:trace>
  <inkml:trace contextRef="#ctx0" brushRef="#br0" timeOffset="-105996.62">17764 10991 4367 0,'-4'2'0'0,"2"-1"176"0,0 1-48 0,1-1 16 0,2-1-144 0,-1 0 0 0,1 0 0 15,1 0 0-15,0-1 1792 0,2 1 336 0,1-2 64 0,2 1 16 0,1-3 160 0,0 1 48 16,2 1 0-16,0 0 0 0,-10 2-208 0,0 0-32 15,32-3-16-15,-32 3 0 0,0 0-928 0,35 0-176 16,-35 0-32-16,0 0-16 0,33 0-592 0,-33 0-112 16,0 0-32-16,32 3 0 15,-32-3-272-15,0 0-224 0,28-3 32 0,-28 3-14480 16</inkml:trace>
  <inkml:trace contextRef="#ctx0" brushRef="#br0" timeOffset="-104932.08">18338 10680 1839 0,'1'-4'160'0,"0"-1"-160"0,0 0 0 15,-1 3 0-15,0 0 1952 0,0 0 352 16,0 1 80-16,0-2 16 0,0 0-480 0,1-2-112 0,-1 0-16 0,0 1 0 15,0 1-1056-15,0 2-224 16,0-1-32-16,-1 0-16 0,1 2-192 0,0 0-32 0,0 0-16 0,0 2 0 16,0-2 416-16,1 0 96 0,-1 0 16 0,0 2 0 15,1-2 336-15,-1 0 80 16,1 1 16-16,-1-1 0 0,1 2-288 0,0-2-64 0,0 0-16 0,0 1 0 16,0-1-224-16,-1 1-32 0,1-1-16 0,0 0 0 15,0 0-224-15,-1 0-64 16,0 0 0-16,0 0 0 0,0 0-256 0,0 0 0 15,-1 0 128-15,0 0-128 0,0 0 0 0,-1 0 0 0,0 2 0 0,0-2 0 16,0 0 0-16,0 0 0 0,-1 1 0 16,0 1 0-16,0-2 0 0,1 0 0 0,-1 0 0 0,-1 2 0 0,0-2 0 0,2 0 0 15,-2 0 0-15,-1 0 0 0,2 0 0 0,-2 0 0 16,0 0 128-16,1 0-128 0,-2 0 432 0,0 0 16 16,1 0 16-16,-2 0 0 15,2 0 96-15,-1 0 16 0,1 1 0 0,-1 1 0 0,2-2-208 0,-1 2-48 0,1-1 0 0,1 0 0 16,1 1-128-16,0 1-16 15,1-1-16-15,1 1 0 16,1-2-32-16,-1-1-128 0,0 0 192 0,0 0-64 16,0 0 0-16,0 0 0 0,0 0 0 0,38 1 0 15,-38-1-128-15,18-2 128 0,-18 2-128 0,23-8 128 0,-23 8-128 0,23-6 0 16,-23 6 144-16,21-7-144 0,-12 4 0 0,0 1 0 16,-2 0 0-16,0 1 0 0,-1-3 0 0,-1 3 0 15,-1-1 0-15,0 1 0 0,0 0 0 0,-2 1 0 16,0-2-144-16,-2 2 144 0,0 0-384 0,0 0 0 15,-1 0 0-15,-1 0 0 16,0 0-1424-16,-1 2-304 0,-1-1-48 0,0 0-16 16,-1 1-32-16,0 1-16 0,-1-1 0 0,-1 1 0 15,0-1 448-15,0 0 96 0,-1-1 16 0,3 1 0 0,-1-2 1056 0,1 0 224 16,2-2 32-16,-1 1 16 0,1 1 336 0,0-2 256 16,1 2-32-16,0-1-16 0,0 0 688 0,-1 1 144 0,1-2 32 0,0 2 0 15,0 0 416-15,0 2 96 0,0-2 16 0,-1 2 0 16,1-2-64-16,1 3-16 0,-1 1 0 0,1-1 0 15,-1 1-320-15,0 2-64 0,0 0-16 0,2-6 0 16,-3 20-336-16,3-20-64 0,-1 30-16 0,-1-14 0 16,2-16-256-16,-3 36-64 0,1-17-16 0,0 0 0 15,0 0-96-15,0 0-16 0,2-19 0 0,-2 36 0 16,0-20-96-16,2-16-32 0,-1 29 0 0,1-29 0 0,0 23-128 0,0-23 0 16,0 0 0-16,0 0 0 0,3 29 0 0,-4-24 0 15,1-2 0-15,0-2 0 16,0 1 0-16,0-2 0 0,0 0 0 0,-1 0 0 0,1-2-256 0,-1 2 0 15,1-2 16-15,-1 0 0 16,0 0-1424-16,0 1-304 0,0-2-48 0,1 1-16 16,-1 1-640-16,0 0-128 0,1 1-16 0,-1-2-16 15,0 0 512-15,1-1 96 0,0 1 32 0,-1-1 0 16,1 1 960-16,0-3 192 0,0 0 32 0,0 1 16 0,0-1 736 0,0 0 256 16,1 0-192-16,-1-2 192 0,0 3 0 0,0-4 0 15,0 2 0-15,0 0 0 0,-1 2 128 0,1-3-128 0,0 3 192 0,-1-1-192 16,1 2 880-16,-1 0 64 15,1 1 16-15,-1 2 0 0,1 0 192 0,0 0 64 0,0 0 0 0,1 0 0 16,0 2 528-16,0-2 112 0,0 1 32 0,1-1 0 16,1 2 32-16,0-2 0 0,2 0 0 0,-1 0 0 15,2 0-240-15,-1-2-32 16,1 1-16-16,0-1 0 0,1 2-736 0,0-4-160 0,3 1-32 0,2 0 0 16,-1 0-448-16,0 0-80 0,-1 0-32 0,-1-2 0 15,1 3-144-15,-2 0 0 0,0-1 0 0,0 1 0 0,-1 0 0 0,0 1 0 16,-2 1 0-16,0-2 0 15,-1 2 0-15,-1 0 0 0,1 0 0 0,-2 2-17968 16</inkml:trace>
  <inkml:trace contextRef="#ctx0" brushRef="#br0" timeOffset="-104485.45">18870 10851 20271 0,'1'0'1792'0,"0"0"-1424"15,0 0-368-15,-1 0 0 0,1 0 1792 0,0 0 304 16,1 0 48-16,1 1 16 0,-3-1-192 0,0 0-48 0,0 0 0 0,0 0 0 16,0 0-1088-16,36 18-208 0,-36-18-48 0,0 0-16 15,0 0-432-15,0 0-128 0,0 0 0 0,36 26 0 16,-36-26 0-16,0 0 0 0,0 0-128 0,0 0-16272 16</inkml:trace>
  <inkml:trace contextRef="#ctx0" brushRef="#br0" timeOffset="-104277.33">19155 10811 11055 0,'1'0'976'0,"0"0"-784"0,1 0-192 0,-2 0 0 0,1 0 1600 0,-1 0 288 16,1 2 48-16,1-1 16 0,-2-1 800 0,0 0 144 15,0 0 48-15,0 0 0 0,0 0-1856 0,0 0-352 0,38 28-80 16,-38-28-16-16,0 0-512 0,0 0-128 15,0 0 0-15,34 12 0 0,-34-12 0 0,0 0-272 16,0 0 64-16,31 0-13376 0</inkml:trace>
  <inkml:trace contextRef="#ctx0" brushRef="#br0" timeOffset="-104087.7">19439 10797 3679 0,'1'-1'320'0,"2"1"-320"0,-1-2 0 0,-1 2 0 16,0 0 448-16,1 0 0 0,1 0 16 16,4 0 0-16,-7 0 864 0,0 0 160 15,0 0 48-15,32 0 0 0,-32 0-16 0,0 0 0 0,0 0 0 0,0 0 0 16,0 0-48-16,38 19-16 0,-38-19 0 16,0 0 0-16,0 0-80 0,0 0-16 0,0 0 0 0,0 0 0 0,32 31-640 15,-32-31-128-15,0 0-16 0,0 0-16 0,0 0-560 0,0 0 0 16</inkml:trace>
  <inkml:trace contextRef="#ctx0" brushRef="#br0" timeOffset="-103864.43">19753 10822 21183 0,'0'0'944'0,"0"0"192"0,0 0-912 0,0 0-224 15,0 0 0-15,0 0 0 0,0 0 1856 0,0 0 336 16,0 0 64-16,0 0 16 0,0 0-1504 0,0 0-320 16,34 29-48-16,-34-29-16 15,0 0-1168-15,0 0-240 0,0 0-64 0,0 0 0 0</inkml:trace>
  <inkml:trace contextRef="#ctx0" brushRef="#br0" timeOffset="-102256.77">19917 10690 7359 0,'-3'-4'656'0,"1"3"-528"0,2-2-128 0,-1 1 0 0,0 2 384 0,1-1 64 16,-1 0 0-16,0 1 0 16,0-2 752-16,0-1 144 0,-1 1 48 0,1-1 0 0,0 1 16 0,1 1 0 15,0 0 0-15,1 1 0 0,0-2-144 0,1 1-32 16,1 0 0-16,0 0 0 0,2 1-112 0,1-2-32 16,1 1 0-16,1-1 0 0,-8 2 32 0,0 0 0 0,35-2 0 15,-35 2 0-15,29-5-176 0,-29 5-48 0,35-5 0 0,-35 5 0 0,33-4-368 16,-33 4-80-16,32-5 0 0,-32 5-16 15,28-5-304-15,-28 5-128 0,24-4 0 16,-14 1 128-16,-2 0-128 0,-1 1 0 16,-2 1 0-16,-1 0 0 0,-1 1-208 0,-3 0 80 0,-1 1 128 15,-3 0-208-15,0 2-1968 16,-2 0-400-16</inkml:trace>
  <inkml:trace contextRef="#ctx0" brushRef="#br0" timeOffset="-102015.29">20092 10636 5519 0,'1'-1'240'0,"-1"-1"64"0,1 2-304 0,-1 0 0 0,0-2 0 0,0 2 0 16,0 2 1456-16,0-2 224 0,0 2 48 0,-1 3 16 15,0 0 624-15,1-5 128 0,0 0 32 0,-3 31 0 16,3-31-1008-16,-4 26-208 0,4-26-32 0,-4 31-16 16,2-14-320-16,-2 1-64 0,4-18-16 0,-5 33 0 15,5-33-192-15,-3 31-32 0,3-31-16 0,-2 28 0 0,2-28-304 0,-3 22-64 16,3-22-16-16,0 0 0 0,-2 26-240 0,1-21 0 15,1-5 0-15,0 0 0 0,0 0 0 0,0 0 0 16,0 0 0-16,0 0 0 0,0 0-192 0,0 0-16 16,0 0-16-16,0 0-9008 15,0 0-1808-15</inkml:trace>
  <inkml:trace contextRef="#ctx0" brushRef="#br0" timeOffset="-101430.93">20350 10633 1839 0,'2'-5'160'0,"-1"3"-160"0,1 0 0 0,-1 0 0 16,0 1 320-16,-1 1 48 0,0 0 0 0,1 0 0 15,0 0-592-15,-1-2-112 0,1 2-32 0,-2 2 0 16,1-2 368-16,-2 3 0 0,1-1 0 0,-1-1 128 0,-1 0-128 0,1 2 0 16,0-1 0-16,1 0 0 0,-1 1 0 0,0-3 0 15,1 1 0-15,0 0 0 16,0-1 960-16,1 2 128 0,0-2 16 0,0 0 16 0,0 0 608 0,0 0 112 16,0 0 16-16,0 0 64 15,1-2-160-15,-1 2-32 0,0 0 0 0,1 0 0 0,-1 0-464 0,0-1-112 16,1 1 0-16,-1 0 16 15,0 0-384-15,0 0-80 0,0 0 0 0,0 0-16 0,0 1-448 0,-1-1-96 16,1 0-16-16,0 0 0 16,0 0-128-16,-1 2 0 0,1-2 0 0,-1 0 0 0,1 0 0 0,0 0 0 0,0 0 0 0,-1 0 0 15,1 0 0-15,0 0 0 0,0 0 0 0,0 0 0 16,0 0 0-16,0 0 0 16,1 0 0-16,-1-2-144 0,0 2 144 0,0 0 0 15,0 0 0-15,0 0 0 0,0 0 0 0,0-1 0 0,0 1 0 0,0 0-144 16,0 0 144-16,-1 0 192 15,1 1-32-15,-1-1 32 0,1 2 272 0,-1-2 64 0,1 3 16 0,-1-1 0 16,0 1-48-16,1-1-16 0,0 0 0 0,-1 3 0 16,0 0-160-16,1-5-16 0,-3 14-16 0,1-6 0 15,2-8-144-15,-4 21-16 0,4-21-128 0,-3 28 192 16,0-13 208-16,0 3 48 16,0 1 0-16,0 0 0 0,0 2 0 0,-1-2 16 0,1 1 0 15,3-20 0-15,-3 35-256 0,3-35-48 0,-1 26-16 0,1-26 0 16,0 0-144-16,0 0 0 0,0 0 0 0,0 0 0 15,0 0-208-15,0 0 16 0,0 0 16 0,36 2-15312 16</inkml:trace>
  <inkml:trace contextRef="#ctx0" brushRef="#br0" timeOffset="-101208.52">20483 10681 10127 0,'2'-13'448'0,"-1"6"96"15,0 0-544-15,-1 3 0 0,0 1 0 0,1 1 0 0,-1 0 1904 0,1-1 272 16,0 1 48-16,1-3 16 0,-1 2-64 0,-1 3-16 15,0 3 0-15,0-3 0 0,0 0-656 0,-4 23-128 16,4-23-32-16,-5 29 0 0,5-29-416 0,-7 33-96 0,4-13 0 0,-1-2-16 16,0 4-176-16,0-4-16 0,0 4-16 0,0-3 0 15,0 1-128-15,1-2-32 0,3-18 0 0,-5 33 0 0,5-33-304 0,-2 25-144 16,2-25 128-16,0 0-128 16,0 0 0-16,0 0 0 0,0 0 0 0,0 0 0 15,0 0-928-15,0 0-64 0,0 0-16 0,0 0-14672 16</inkml:trace>
  <inkml:trace contextRef="#ctx0" brushRef="#br0" timeOffset="-101013.61">20357 10764 11967 0,'-4'0'1072'0,"3"0"-864"0,0 0-208 0,0 2 0 15,0-2 1520-15,1 0 256 0,1 0 48 0,0 2 16 16,1 0 624-16,1-1 128 0,-3-1 32 0,0 0 0 15,0 0-1344-15,0 0-256 0,0 0-48 0,40 9-16 16,-40-9-480-16,18-4-96 0,-18 4-32 0,21-6 0 16,-11 3-352-16,0-1 0 0,0-1 0 0,0 2-9728 15,-1 0-1888-15</inkml:trace>
  <inkml:trace contextRef="#ctx0" brushRef="#br0" timeOffset="-100835.42">20592 10690 911 0,'0'-2'0'0,"0"0"0"0,1 2 0 0,0 0 0 16,0-1 3504-16,0 1 608 0,1 0 128 0,1 0 32 0,0 0-928 15,-3 0-176-15,0 0-32 0,0 0-16 0,30 0-1520 0,-30 0-320 16,0 0-48-16,0 0-16 0,30 0-896 0,-30 0-176 16,0 0-144-16,0 0 192 0,26-2-192 0,-22 1 0 15,1-1-192-15,-1 2-9344 16,-2 0-1856-16</inkml:trace>
  <inkml:trace contextRef="#ctx0" brushRef="#br0" timeOffset="-100559.35">20671 10674 4607 0,'-2'-1'192'0,"1"1"64"0,0 0-256 0,0 0 0 0,1 0 0 16,0 0 0-16,0 1 1824 0,-1 1 320 16,0 0 64-16,-1-1 16 0,0 2 464 0,0 3 80 0,0 0 32 0,-1 0 0 15,0 3-752-15,0 0-160 0,-1 1-32 0,0 2 0 16,0 0-752-16,-2 2-144 0,1 1-48 0,-1 0 0 15,2 2-208-15,-2-2-64 0,1 1 0 0,2-4 0 16,0 2-128-16,0-4-16 0,3-10-16 0,0 0 0 0,-1 26-288 0,1-26-48 16,0 0-16-16,0 0 0 0,0 0-128 0,0 0 0 15,0 0 0-15,0 0 128 0,0 0-128 16,0 0 0-16,39 18 0 0,-32-20 0 16,-1 1 0-16,1-2 0 0,0 0 0 0,0 0 0 15,0 0 0-15,0 0 0 0,1-2-128 0,-2 0 128 16,1 3-640-16,-1-3-64 0,0 0-16 0,-1 1 0 15,0-1-1680-15,-1 0-336 0,-1 1-64 0,-2-1-5712 0,1 1-1136 16</inkml:trace>
  <inkml:trace contextRef="#ctx0" brushRef="#br0" timeOffset="-100344.06">20586 10811 8287 0,'-2'2'368'0,"1"-2"80"0,0 1-448 0,0-1 0 0,1 0 0 0,0 0 0 16,1 0 1808-16,1 0 288 15,0 0 48-15,2 0 16 0,2 0 544 0,0 0 112 0,3-1 32 0,-1 1 0 16,1-2-1120-16,2 0-240 0,0 1-32 0,1-1-16 0,1 0-832 0,0-3-160 16,2 2-48-16,-1 1 0 0,-1 0-400 0,0-3 0 15,1 2 0-15,-1 1 0 32,-1 0-368-32,0-2-48 0,-12 4-16 0,21-6-9040 0,-21 6-1792 0</inkml:trace>
  <inkml:trace contextRef="#ctx0" brushRef="#br0" timeOffset="-99812.29">20891 10631 5519 0,'0'-1'496'0,"0"-1"-496"0,0 2 0 0,0 0 0 16,-1 2 1472-16,0-1 192 0,1-1 32 0,0 0 16 16,0 0 912-16,-5 25 192 0,5-25 48 0,-4 34 0 15,4-34-1168-15,-7 39-224 0,7-39-64 0,-5 39 0 16,5-39-192-16,-5 36-32 0,5-36-16 0,-3 30 0 15,3-30-496-15,-2 24-96 0,2-24-32 0,0 0 0 0,0 0-384 0,0 31-160 16,1-28 128-16,1-1-128 16,-1-1 0-16,1-2 0 0,-1 1 0 0,2-3 0 15,-1-2 0-15,-1 2 0 0,1-2-176 0,1-1 176 16,-1 2-1104-16,1-6-144 0,-1 3-32 0,1-2 0 16,0-1-224-16,-1 0-48 0,1-3-16 0,-1 1 0 0,-2 2 1072 0,1-4 224 15,0 2 32-15,-1-2 16 0,0 2 224 0,0-2 0 16,0 2 0-16,-1 2 160 0,1 2 240 0,0 0 48 15,0 3 16-15,0 1 0 0,0 3 560 0,0-1 96 16,0 4 32-16,0-1 0 0,0-1-288 0,0 0-48 0,0 0-16 0,0 0 0 16,2 35-48-16,-2-35-16 0,0 0 0 0,4 35 0 15,-4-35-224-15,0 0-64 0,7 40 0 0,-7-40 0 16,0 0-128-16,10 39-48 0,-10-39 0 0,0 0 0 16,0 0-80-16,17 42-32 0,-17-42 0 0,0 0 0 15,0 0-32-15,0 0-128 0,0 0 192 0,31 27-64 16,-26-25 96-16,-1-2 16 0,2-2 0 0,-3 1 0 15,2 1-240-15,-1-4 144 0,-1 1-144 0,0 1 128 16,0-3-128-16,0 0 0 0,0-1 0 16,-1-2 0-16,1 1 0 0,1-4 0 0,0 1 128 0,-2-2-128 15,3 0 144-15,0-4 0 0,-1-1 0 0,2 0 0 0,-1-2 48 0,2 0 0 16,-2 0 0-16,2 1 0 0,0 2-192 16,0 1 0-16,-1 3 0 0,0 2 0 0,0 3 0 0,-2 4 0 15,0 1 0-15,-1 2 0 0,-3 0-320 0,0 0-32 16,0 0-16-16,0 0-16848 0</inkml:trace>
  <inkml:trace contextRef="#ctx0" brushRef="#br0" timeOffset="-99327.85">21393 10742 14735 0,'1'-2'1312'0,"-1"2"-1056"0,0-2-256 0,0 2 0 15,0 0 1056-15,0 0 160 0,0-1 16 0,-1 1 16 16,1 0 816-16,0 0 176 0,0 1 16 0,-1 1 16 16,2 0-608-16,-1 2-128 0,1 2-32 0,0-2 0 15,-1-4-336-15,0 0-64 0,0 0-16 0,0 0 0 0,0 0-416 16,0 0-96-16,30 31 0 0,-30-31-16 0,0 0-320 0,0 0-64 16,35 12-16-16,-35-12 0 0,0 0-160 0,32 2 0 15,-32-2 0-15,20-2 0 16,-20 2-384-16,20-3-48 0,-12 1-16 0,0 1-16560 15</inkml:trace>
  <inkml:trace contextRef="#ctx0" brushRef="#br0" timeOffset="-99136.52">21690 10735 16575 0,'1'-3'736'0,"0"3"160"0,1-2-720 0,-1 2-176 0,0 0 0 0,0 0 0 16,0 0 2112-16,1 2 384 0,1-2 64 0,-3 0 32 15,0 0-832-15,0 0-160 0,0 0-48 0,0 0 0 16,32 18-960-16,-32-18-192 0,0 0-32 0,0 0-16 16,0 0-352-16,0 0 0 0,0 0 0 0,34 21 0 31,-29-19-704-31,-1 0-144 0</inkml:trace>
  <inkml:trace contextRef="#ctx0" brushRef="#br0" timeOffset="-98964.81">21899 10737 4607 0,'0'0'400'0,"0"0"-400"0,0 0 0 0,0 0 0 0,0 0 1696 0,0 0 256 16,0 0 48-16,0 0 16 0,0 0 1088 0,0 0 224 15,0 0 32-15,0 0 16 0,0 0-1488 0,31 24-288 16,-31-24-64-16,0 0-16 16,0 0-1072-16,0 0-192 0,0 0-64 0,32 10 0 0,-32-10-192 0,0 0 0 0,0 0 0 0,22 0-9008 15,-16 0-1680 1</inkml:trace>
  <inkml:trace contextRef="#ctx0" brushRef="#br0" timeOffset="-98756.58">22223 10711 16575 0,'3'0'1472'0,"0"3"-1168"15,-1-1-304-15,-1-2 0 0,0 1 1472 0,1 0 256 16,-2-1 32-16,0 0 16 0,0 0 208 0,0 0 64 0,32 34 0 0,-32-34 0 16,0 0-1424-16,0 0-288 0,0 0-48 0,30 33-16 0,-30-33-272 0,0 0 0 15</inkml:trace>
  <inkml:trace contextRef="#ctx0" brushRef="#br0" timeOffset="-90451.35">17316 11358 4607 0,'-4'0'400'0,"1"0"-400"0,1 0 0 0,1 0 0 15,1 0 560-15,-1 0 16 0,-2-2 16 0,-1 2 0 16,-1-1 256-16,0 0 48 0,0-1 16 0,2 1 0 16,-1 1-80-16,2-2-32 0,0 2 0 0,1 0 0 0,0 0 64 0,0 0 16 15,0 2 0-15,1-2 0 16,-1 3 176-16,1-3 32 0,-1 2 16 0,1 0 0 16,1-1-48-16,-1 1-16 0,1 1 0 0,0-1 0 15,1 1-288-15,1-2-64 0,2 1-16 0,-1-2 0 16,4 0 96-16,-1 0 32 0,3-2 0 0,1 1 0 0,3-2 80 0,2 0 16 15,3-4 0-15,-1 2 0 16,3 0-240-16,-1 1-32 0,-1-1-16 0,-2 0 0 0,-1 1-288 16,-1-1-64-16,-2 2-16 0,-2 1 0 0,0 0-240 0,-2-2 0 15,0 3 0-15,-3-2 0 0,1 3 0 0,-4-2 0 16,1 2 128-16,-2-1-128 0,-1 1 0 0,-2 1 0 16,0-1 0-16,-2 2-160 15,0 1-992-15,-1-2-192 0,-1 1-32 0,0 1-16 16,-1-2-1792-16,0 2-352 15</inkml:trace>
  <inkml:trace contextRef="#ctx0" brushRef="#br0" timeOffset="-89997">17466 11326 1839 0,'0'-1'160'0,"0"1"-160"15,0 0 0-15,0 0 0 0,1 0 1280 0,-1 0 208 0,0-2 48 0,1 2 16 16,0-2 752-16,-1 2 128 0,1 2 48 0,-1 0 0 16,0-1-544-16,0 3-96 0,0-2-32 0,0 1 0 0,0 2-720 15,0-1-128-15,-1 1-48 0,1 2 0 0,-1 0-336 0,0 0-80 16,0 3-16-16,0-1 0 15,0 3-128-15,0 2-32 0,-1-1 0 0,0 3 0 16,0-2 64-16,-1 2 16 0,-1 1 0 0,1-2 0 16,-1-1 32-16,1 0 0 0,0-2 0 0,1-3 0 0,1 0-240 0,0-1-64 15,-1-3 0-15,0 0 0 0,1-1-128 16,0 1 0-16,-1-3 0 0,-1 1 0 16,1-1-544-16,-1 0-32 0,-1 0-16 0,1-1 0 15,0 1-1184 1,-2-1-224-16,0 0-48 0,-1 2-16 0,0-2-64 0,-1 2-16 15,0-2 0-15,1 1 0 0,-1 0 608 0,3 1 128 16,-2-3 32-16,2 0 0 0,0 0 1008 0,1-2 208 0,0 1 160 0,1-1-208 0,1-1 752 16,0 1 160-16,1-2 16 0,0 1 16 15,2-2 464-15,-1 3 80 0,1 0 32 0,1-1 0 0,0 1 544 0,0 0 128 0,0 1 0 16,1 1 16-16,0 0-208 16,-2 0-32-16,2 1-16 0,0 3 0 0,0-1-624 0,-1-1-128 0,1 2-32 0,0-1 0 15,0 2-320-15,1-1-64 16,0-1 0-16,0-1-16 0,1 1-240 15,1-3-32-15,1 0-16 0,-1 0 0 0,1 0-80 0,1-2 0 16,-2-1-16-16,2 0 0 0,1 1-176 0,-1-3 0 16,1 0 0-16,0 1 0 0,1-1 0 0,-2-2-176 15,0 3 176-15,-1-1-192 16,1 2-608-16,-1-1-128 0,0 1-32 0,-1-2-9504 16,0 3-1904-16</inkml:trace>
  <inkml:trace contextRef="#ctx0" brushRef="#br0" timeOffset="-89655.92">17704 11320 10127 0,'-6'-2'896'0,"1"2"-704"0,2-1-192 0,2 0 0 0,1 1 976 15,0-2 176-15,0 2 16 0,0-1 16 0,-1 0-256 0,1 0-48 16,0-2-16-16,0 3 0 0,1-2-176 0,1 0-48 15,1 2 0-15,1-2 0 0,0-1 560 0,0 3 96 16,2-2 32-16,0-1 0 0,2 3-16 0,0-2 0 16,0 1 0-16,2 0 0 15,0-1-416-15,-1 1-96 0,1 1-16 0,1-2 0 0,0 2-368 0,-1 0-80 16,1 2-16-16,-1-2 0 0,0 0-320 0,0 0 0 16,-1 1 0-16,-2-1 128 0,1 2-128 15,-1-2 0-15,-1 0 0 0,-1 1-128 0,0-1 128 0,-2 0 0 16,0 0 0-16,-1-1-128 15,0 2-400-15,-1-1-80 0,0 0-16 0,-1 0 0 16,-1 0-1072-16,0 1-224 0,0-1-32 0,-2 0-16 16,1 0-608-16,-3 0-128 0,1 2-32 0,-1-2-5072 0</inkml:trace>
  <inkml:trace contextRef="#ctx0" brushRef="#br0" timeOffset="-89445.42">17803 11290 911 0,'-1'0'0'0,"1"0"0"15,0 0 0-15,-1 0 0 0,1 0 1040 0,-2 0 128 0,-1 0 32 16,0 0 0-16,0 2 288 0,0 0 64 0,0 1 16 0,0 2 0 15,0-1-96-15,0 2-32 0,0 2 0 0,0 0 0 16,1 1-160-16,0 3-48 0,-1 0 0 0,-1 3 0 0,1 3-96 0,0 1-32 16,-1 0 0-16,-1 0 0 0,1 1 80 0,-1 0 16 15,1-1 0-15,1 0 0 0,1-2-144 0,1-1-32 16,0 1 0-16,1-17 0 16,3 28-592-16,-3-28-128 0,0 0-32 0,0 0 0 15,0 0-272-15,0 0-144 0,16 36 16 0,-12-36 0 16,-1 0-688-1,1-3-128-15,0 0-16 0,0-2-8240 0,1 0-1632 0</inkml:trace>
  <inkml:trace contextRef="#ctx0" brushRef="#br0" timeOffset="-89202.74">17749 11472 7359 0,'-1'-1'656'0,"1"0"-528"0,0-1-128 0,1 2 0 16,-1 0 1232-16,0-2 224 0,1 1 32 0,-1-1 16 15,0 0 464-15,1-1 80 16,0 3 32-16,0 0 0 0,-1 0-288 0,1 2-64 0,1-1-16 0,0 1 0 16,1 0-384-16,1 1-80 15,1-3-16-15,2 2 0 0,0-2-144 0,1 0-48 0,3-2 0 16,0-1 0-16,1-2-320 0,1 3-64 0,0-3-16 16,1-2 0-16,-1 3-336 0,1-2-80 0,-1 0-16 15,0 1 0-15,0-1-208 0,-1 0-192 16,0 1 48-16,-3 3-16464 0</inkml:trace>
  <inkml:trace contextRef="#ctx0" brushRef="#br0" timeOffset="-87280.13">18292 11290 7359 0,'0'0'656'0,"0"-2"-528"0,0 2-128 0,0 0 0 0,0 0 928 0,0 0 160 16,0 0 16-16,0-1 16 0,0 1 96 0,1-2 32 15,0 0 0-15,0 1 0 0,0-1-96 0,0 0 0 16,0 0-16-16,1-1 0 16,-1 0-16-16,1 1 0 0,-2 0 0 0,1 0 0 15,0 0-128-15,0 1-32 0,0-1 0 0,-1 2 0 16,0-2-144-16,0 2-48 0,0 0 0 0,-1 0 0 0,1 2-176 0,-1-2-32 15,1 2-16-15,-2-1 0 0,2 3-80 16,-1-3-16-16,-1 1 0 0,0 2 0 0,0 1-48 16,0-3-16-16,0 5 0 0,0-2 0 0,0 2-64 0,-1 0 0 15,-1 3-16-15,1 2 0 0,0 0-112 0,-1 0-32 16,0 4 0-16,0 3 0 0,-1 0-32 0,1 3 0 16,0-1 0-16,-3 2 0 0,2-1-128 0,-1-1 160 15,0 0-160-15,1-4 160 0,0 0-160 0,2-3 0 16,0-2 0-16,1-3 0 0,2-3 0 0,0-3 0 15,2 0 0-15,0-3 0 0,0 0 0 0,3-5-256 0,2-2 64 0,1-2 16 32,1-2-1168-32,2-4-224 0,1 0-48 0,0-4-8368 0,2 0-1664 15</inkml:trace>
  <inkml:trace contextRef="#ctx0" brushRef="#br0" timeOffset="-87036.54">18370 11340 4607 0,'6'-36'192'0,"-4"24"64"0,-2 8-256 0,0 3 0 0,0 1 0 0,0-2 0 15,0-4 1488-15,0-4 256 0,0 0 48 0,-1-1 16 16,-1 1 624-16,0 2 128 0,0 2 32 0,0 3 0 15,0 1-656-15,1 4-128 0,0 0-16 0,-1 1-16 16,1 2-592-16,0 2-112 0,1 2-32 0,0 0 0 16,1 1-464-16,-1-10-80 0,0 0-32 0,4 33 0 0,-4-33-160 0,0 0-48 15,7 34 0-15,-7-34 0 0,0 0 0 16,7 42-16-16,-7-42 0 0,6 33 0 16,-6-33-96-16,4 36-16 0,-4-36 0 0,2 35 0 0,-2-35-128 15,1 31 0-15,-1-16 0 0,-1 1 0 0,1-4 0 0,0 0 0 16,0-1 0-16,-1-1 0 0,1-3 0 15,-1 0-320-15,1-4 48 0,0 0 16 16,1-2-1216-16,-1-1-224 0,1-1-48 0,-1 0-11440 0</inkml:trace>
  <inkml:trace contextRef="#ctx0" brushRef="#br0" timeOffset="-86828.31">18244 11460 11055 0,'-6'3'480'0,"1"-3"112"0,2 2-464 0,1-2-128 0,2 0 0 0,0 0 0 16,0 1 2272-16,1 1 432 0,0 0 96 0,2 0 16 16,1 1 192-16,1-1 32 0,-5-2 16 0,0 0 0 15,0 0-1408-15,34 2-288 0,-23-4-48 0,-1-1-16 16,1 0-784-16,1 0-144 16,-1-2-48-16,0 0 0 0,-1 3-320 0,-1-3 0 15,0-1 0-15,0 0 0 16,1 1-720-16,-1-1-176 0,-2 0-16 0,1 2-15024 0</inkml:trace>
  <inkml:trace contextRef="#ctx0" brushRef="#br0" timeOffset="-86380.19">18561 11370 11967 0,'0'-1'1072'0,"1"0"-864"0,0-1-208 0,-1 2 0 15,1-2 1392-15,0 1 224 0,0 1 48 0,0-4 16 16,2 1 1008-16,-1 1 192 15,1 0 32-15,1 2 16 0,0 2-1072 0,-1-1-224 0,-3-1-32 0,0 0-16 16,0 0-688-16,0 0-144 0,0 0-32 0,0 0 0 16,0 0-464-16,30 32-112 0,-30-32-16 0,0 0 0 15,0 0-128-15,0 0 0 0,0 0 0 0,0 0-11104 16,0 0-2144-16</inkml:trace>
  <inkml:trace contextRef="#ctx0" brushRef="#br0" timeOffset="-86180.88">18569 11448 6447 0,'-5'3'576'0,"2"-3"-576"0,0 2 0 0,2-2 0 15,0 1 2112-15,1 1 320 0,0-2 64 0,0 2 16 0,-1 1 1040 0,0 2 208 16,1 1 32-16,0-1 16 0,1 0-1504 0,0-1-288 16,1 1-64-16,-2-5-16 0,0 0-944 0,0 0-192 15,0 0-32-15,0 0-16 0,0 0-560 0,0 0-192 16,0 0 0-16,0 0 144 15,38 19-720-15,-32-21-128 0,1 0-48 0,-1-3-15856 0</inkml:trace>
  <inkml:trace contextRef="#ctx0" brushRef="#br0" timeOffset="-84123.73">19076 11302 3679 0,'3'-5'320'0,"-2"2"-320"0,1 0 0 0,-2 0 0 0,1 2 1312 0,0-1 192 16,-1 0 32-16,1-1 16 0,0-1 496 0,1-2 112 16,-1 0 16-16,-1-2 0 0,0 1-352 0,-1 0-64 15,-1 1-16-15,-1 0 0 0,1 0-240 0,-2 0-48 16,1 2-16-16,-1-1 0 0,1 2-288 0,0-1-48 15,-1 2-16-15,1-1 0 0,2 3-384 0,-2-2-96 16,1 2-16-16,-2 2 0 0,3-2-336 0,-1 1-80 16,1 1-16-16,-1 0 0 0,0 0-160 0,0 1 0 15,1 2 0-15,-1-1 0 0,1 1 0 0,-1 0 0 0,2 2 0 0,-2 1 0 16,2 1 0-16,-1 2 0 0,1-11 0 0,0 29 0 16,0-29 0-16,0 33 0 15,0-33 0-15,1 41 0 0,-1-41 0 0,0 47 0 16,-1-22 0-16,1-25 0 0,0 43 0 0,0-43 0 15,-1 39 0-15,1-39 0 0,-2 32 0 0,2-32 0 0,-2 29 0 0,2-29 0 16,-3 23 0-16,2-13 0 0,0-3 0 16,0-2 0-16,0-2 0 0,0-1 0 0,0 0 0 0,0-2 0 15,0-2-160-15,1-1-112 0,-1 1-32 0,1-2 0 32,0-1-1920-32,0 0-384 0</inkml:trace>
  <inkml:trace contextRef="#ctx0" brushRef="#br0" timeOffset="-83903.56">18931 11433 8287 0,'-5'-1'368'0,"1"-1"80"0,1 0-448 16,1 1 0-16,1 1 0 0,1 0 0 0,0 1 1792 0,-2 1 288 15,1-2 48-15,-2 2 16 0,1 0 464 0,1 0 80 16,0 1 32-16,0 0 0 0,1 0-1120 0,2 0-208 0,0 0-48 0,1-1-16 16,1-2-352-16,0 1-64 15,2 1-16-15,0-2 0 0,-6 0-240 0,0 0-48 16,25-5-16-16,-15 3 0 0,-1-1-368 0,1 1-80 0,1-2-16 0,0 0 0 15,1 0-304-15,-1-1-64 16,2 0-16-16,-1 1 0 16,-1-3-2032-16,-1 2-400 0</inkml:trace>
  <inkml:trace contextRef="#ctx0" brushRef="#br0" timeOffset="-83465.07">19167 11325 9215 0,'1'-4'400'0,"0"3"96"0,0-1-496 0,0 0 0 0,-1 2 0 0,0 0 0 0,1-2 1984 0,0 1 320 15,1 0 48-15,0 0 16 0,1-1 80 0,0 1 32 16,-2 1 0-16,0 0 0 0,0 3-880 0,0-2-192 16,-1 3-16-16,0-2-16 15,0 5-448-15,-1-2-96 0,1-5 0 0,0 0-16 0,-2 25-256 0,2-25-48 16,-4 23-16-16,4-23 0 0,-4 26-224 0,4-26-32 16,-4 26-16-16,4-26 0 15,0 0-32-15,0 30-16 0,0-30 0 16,0 0 0-16,0 0-176 0,0 0 192 0,0 0-192 0,0 0 192 15,0 0-192-15,0 0 0 0,0 0 0 0,36 17 0 0,-30-22 0 16,1-1 0-16,0 0 0 0,1-1 0 16,0 0-256-16,-1-2-144 0,0 2-32 0,-1-3 0 15,1 1-752-15,-1-1-160 0,0 3-16 0,-2-5-16 16,1 3 576-16,-2 2 112 16,0-3 32-16,-1 3 0 0,1-2 464 0,-1 1 192 0,0 2-128 0,-1 0 128 0,0 2 0 0,-1 0 0 0,1 0 0 0,-1 2 0 15,0 0 224 1,0 2-32-16,1-2 0 0,-1 2 0 0,0 2 320 0,1 0 64 15,-1 1 16-15,0 4 0 0,-1-2 112 0,1-5 32 16,0 0 0-16,-2 31 0 0,2-31-32 0,-1 28-16 16,1-28 0-16,-1 26 0 0,1-26-192 0,0 0-48 15,2 39 0-15,-2-39 0 0,0 0-208 0,0 0-48 16,0 0-16-16,11 34 0 0,-11-34-176 0,0 0 0 16,0 0 144-16,0 0-144 0,22-2 0 0,-16-3 0 15,0 1 0-15,1-3-192 16,0 0-1248-16,0-1-256 0</inkml:trace>
  <inkml:trace contextRef="#ctx0" brushRef="#br0" timeOffset="-83044.4">19452 11252 11967 0,'-2'0'528'0,"0"-2"112"0,1 1-512 0,0 1-128 0,1-1 0 0,0 1 0 0,0 0 2128 0,0 0 400 16,1 0 80-16,0 0 16 0,1 1-784 0,0-1-160 15,1 1-16-15,0 1-16 16,2-1-576-16,-1 2-112 0,1-2-32 0,1 1 0 16,-2 0-288-16,0 1-48 0,1-1-16 0,0-1 0 0,1 0-176 0,-1 0-32 15,0 0-16-15,-1 2 0 0,0-2-208 0,-1 1-144 16,0 0 192-16,0-2-192 0,-1 2 0 0,-1 0 0 16,1-1 0-16,-1 1 0 0,-1 0 0 0,-1 1 0 15,-1-1 0-15,0 1 0 0,0 2 0 0,-1 0 0 16,-2 1 0-16,1 1 0 0,-1 0 0 0,-2 1 0 15,0 3 0-15,0 0 0 16,-1 0 0-16,1 3 0 0,1-4 0 0,1 1 0 0,1-2 0 0,2-1 0 0,1-1 0 0,1 0 0 16,0-7 416-16,0 0-32 0,0 0 0 15,0 0 0-15,0 0 64 0,0 0 16 16,0 0 0-16,35 16 0 0,-27-16-144 0,-1-2-16 0,2 1-16 16,-1-2 0-16,-1 1-160 0,2-1-128 15,-1 0 144-15,0 2-144 0,1 0 0 0,-2-1 0 0,0-1 0 0,-2 1 0 16,0-1-160-16,-1 1-32 0,-1 2 0 15,0-1 0-15,-2 0-1280 16,0 1-272-16,-1-2-48 0,-1 1-8384 0,0 1-1664 0</inkml:trace>
  <inkml:trace contextRef="#ctx0" brushRef="#br0" timeOffset="-82812.75">19407 11375 4607 0,'-1'-2'400'0,"0"2"-400"16,1 0 0-16,0-1 0 0,0 1 2000 0,0 0 320 15,0 0 64-15,0 0 16 0,0 0 896 0,0 0 176 16,2 0 48-16,1 0 0 16,1 1-1024-16,0-2-208 0,2 1-48 0,0-2 0 15,2 2-960-15,-1-1-208 0,2 0-48 0,1-1 0 0,1-1-624 16,-1 1-128-16,0-1-16 0,-1 1-16 0,2 0-240 0,-2-1 0 16,1 1 0-16,-1-3 0 0,1 3 0 0,-1 0-240 15,0-3 80-15,0 2 16 0,-1 1-1088 16,-2 0-224-16,1-1-32 0,-2 1-16 15,1-1-1248-15,-2 1-256 0</inkml:trace>
  <inkml:trace contextRef="#ctx0" brushRef="#br0" timeOffset="-82445.87">19650 11290 11055 0,'1'0'976'0,"0"0"-784"0,0-2-192 15,-1 2 0-15,1 0 2240 0,0 0 416 0,1-1 80 0,2 1 16 0,1 0 48 0,0 0 16 31,-5 0 0-31,0 0 0 0,0 0-1536 0,29 0-320 0,-22 0-48 0,-7 0-16 16,0 0-480-16,0 0-96 16,0 0-32-16,29 3 0 0,-24-3-96 0,0 1-32 0,-2 0 0 0,0 1 0 15,0 1-32-15,-3-3 0 0,0 0 0 0,0 0 0 16,0 0-128-16,0 0 0 0,0 0 144 0,-4 29-144 16,0-23 0-16,0 0 0 0,-1 0 0 0,0 1 128 15,-1-2-128-15,-1 2 0 0,0 2 0 0,0 0 0 16,1-1 0-16,0-1 0 0,2 3 0 0,0-3 0 15,1 2 0-15,3-9 0 0,-3 14 0 0,3-8 0 0,0-6 0 16,0 0 0-16,0 0 0 0,0 0 0 16,0 0 0-16,0 0 0 0,0 0 0 0,0 0 0 0,0 0 0 0,33 19 0 15,-33-19 0-15,13-3 128 16,-6 3-128-16,-1-4 0 0,1 3 0 0,-2-1 0 0,1-1 0 16,-2 1 0-16,1 1 0 0,-1 0 0 0,-1-1 0 15,0 0 0-15,0 1-176 0,0 1 176 16,-1-2-896-16,-1 1-96 0,0-1-16 0,0 2 0 15,-1-1-1520-15,1 0-304 0</inkml:trace>
  <inkml:trace contextRef="#ctx0" brushRef="#br0" timeOffset="-82202.9">19606 11369 10127 0,'-3'-3'448'0,"1"1"96"0,1 1-544 0,0 1 0 16,1-2 0-16,0 2 0 0,1 0 2496 0,0 0 384 0,1 0 64 0,1 0 32 15,0 0 288-15,2 2 48 0,-5-2 16 0,0 0 0 16,0 0-1488-16,30 5-304 0,-30-5-48 0,0 0-16 16,32 4-848-16,-32-4-176 0,25-2-48 0,-25 2 0 15,25-2-272-15,-13 0-128 0,-12 2 0 0,26-5 128 16,-14 2-128-16,0-1 0 0,0 1 0 0,-1-2 0 16,1 1 0-16,-1-1-144 0,-1 1 144 0,-1 1-160 31,0-2-800-31,-1 1-176 0,-1 1-16 0,-2 1-9824 0,0-3-1952 15</inkml:trace>
  <inkml:trace contextRef="#ctx0" brushRef="#br0" timeOffset="-81763.22">19898 11273 8863 0,'0'0'192'0,"0"-2"32"0,0 1 16 0,0 1 16 0,0 0-256 0,0 0 0 16,1 0 0-16,-1 1 0 16,1 1 2496-16,-1-1 448 0,1 1 96 0,0 2 16 0,-1-4-560 0,0 0-128 15,0 0 0-15,0 0-16 0,0 0-864 0,11 40-160 0,-11-40-48 0,0 0 0 16,0 0-528-16,0 0-112 15,17 35-32-15,-17-35 0 0,0 0-240 0,0 0-48 0,0 0-16 16,0 0 0-16,0 0-304 0,0 0 160 0,37 21-160 0,-32-22 128 16,-1 1-128-16,0-3 0 0,1 1 0 0,-1 0-176 31,1-2-640-31,0 1-128 0,-2 0-16 0,1-1-16 0,-1 1-1360 0,0-2-272 0,-1 1-48 16,-1-1-16-16,1 0-272 0,-1-2-64 15,1 2-16-15,-1-2 0 0,0 0 688 16,0-2 144-16,0 2 16 0,0-3 16 0,-1-1 1744 0,1 1 416 0,0 0 0 15,0 1 0-15,0-1 1088 0,0 3 256 0,1 2 48 0,-1 1 16 16,0-1 704-16,0 5 160 16,0-2 32-16,0 4 0 0,-1-1-128 0,0 3 0 0,0 0-16 15,0 4 0-15,0-8-304 0,0 0-64 0,1 30-16 0,-1-30 0 16,0 34-560-16,0-34-128 0,-1 36 0 0,1-36-16 16,0 44-288-16,0-44-48 0,0 52-16 0,0-52 0 0,-1 52-272 0,1-52-64 15,-3 48-16-15,3-48 0 16,-4 40-368-16,4-40 128 0,-5 29-128 0,1-18 0 0,1-1 0 15,-1-3 0-15,-2 0 0 0,1-2 0 0,0-2 176 16,-2-1-48-16,1-1 0 0,-2-1 0 0,-3-1-128 16,-3-1 160-16,-1-4-160 0,-5 4-11936 15,-4-2-2480-15</inkml:trace>
  <inkml:trace contextRef="#ctx0" brushRef="#br0" timeOffset="-79628.21">20427 11252 10127 0,'3'0'896'0,"-1"0"-704"15,-1 0-192-15,-1 0 0 0,1 0 1648 0,0 0 288 0,0 0 64 0,3-2 16 0,2 2 192 0,-1-1 32 32,0 0 16-32,1 0 0 0,-2-1-528 0,0 1-128 0,-1-1 0 0,-1 1-16 15,2 0-640-15,-2-1-128 0,1-1-32 0,-2 1 0 0,1 0-384 0,-2 1-80 16,0-1 0-1,0 2-16-15,-1 0-176 0,-1-2-128 16,-1 2 144-16,-2 0-144 0,1 0 160 0,-2 2-160 0,-1-2 160 0,-2 2-160 16,1-2 160-16,-1 3-160 0,-1-1 160 0,-1 1-160 15,3 0 128-15,-1 0-128 0,-1 0 0 0,3-1 144 16,0 2-144-16,0-1 160 0,1 2-160 0,0-2 160 16,1 1-160-16,2 1 128 0,-1 0-128 0,0-1 128 15,2 1 32-15,-1 0 0 0,1 2 0 0,-1 0 0 0,1-1 64 16,1 0 16-16,1 1 0 0,0-2 0 15,0-5-112-15,0 0 0 0,0 0-128 0,0 0 192 0,0 0-64 16,0 0-128-16,38 24 176 0,-38-24-176 0,0 0 192 16,36 1-192-16,-36-1 192 0,29 3-192 0,-29-3 128 0,0 0-128 15,39 8 0-15,-39-8 0 0,0 0 128 0,0 0-128 16,40 23 0-16,-40-23 0 0,0 0 128 0,0 0-128 16,0 0 0-16,19 34 0 0,-20-27 0 0,-1-1 0 15,-1 0 128-15,-2 0-128 0,0-1 192 0,-3 0-32 16,0 2 0-16,-1-2 0 0,-1-1-32 0,-1-1 0 15,-2 2 0-15,1-3 0 0,0 0-128 0,1 1 0 16,1-3 0-16,0 2 0 0,1-2 0 0,1-2 0 16,2 2 0-16,0-2 0 0,2 1 0 0,3-2 0 0,0 0 0 15,1 0-176 1,1-2-1008-16,3 1-208 0,3-1-32 0,1-2-15104 0</inkml:trace>
  <inkml:trace contextRef="#ctx0" brushRef="#br0" timeOffset="-79213.31">20551 11354 20271 0,'0'-2'896'0,"0"1"192"0,0 1-880 0,0 0-208 0,0 0 0 0,0 0 0 15,0 1 2240-15,1 1 416 0,0 0 80 0,2 0 16 0,-3-2-608 0,0 0-112 16,0 0-32-16,0 0 0 0,0 0-1104 0,0 0-208 16,38 14-48-16,-38-14-16 0,0 0-400 15,26-2-80-15,-18 0-16 0,-1 0 0 0,0-1-128 0,0-2 0 16,0 2 0-16,0-1 0 0,-2-1 0 0,1 1 0 15,-1-1 0-15,-1 0 0 0,0-1-224 0,-1 1 32 16,-1 0 0-16,-2 0 0 16,0 2-704-16,0-1-128 0,-2-1-16 0,-1 0-16 15,-1 3-96-15,0-2 0 0,-2 3-16 0,-1-3 0 16,2 3 512-16,-3-1 96 0,1 0 32 0,-1 2 0 0,0-2 208 0,1 4 32 16,-1-2 16-16,1 2 0 0,1 1 272 0,-1 2-192 15,2-1 192-15,1 1-160 0,-1 2 480 0,1-3 112 16,1 4 16-16,0-1 0 0,-1 2 704 0,1 1 160 15,3-10 32-15,-4 19 0 0,4-19-320 16,0 0-48-16,-2 31-16 0,2-31 0 0,0 0-320 0,0 0-64 0,0 0 0 16,0 0-16-16,28 38-336 0,-28-38-64 15,0 0-16-15,0 0 0 0,34 3-144 0,-26-4 0 16,2-1 0-16,0-3 0 0,0 0 0 0,0 0 0 16,1-2-192-16,-1 1 192 0,1 0-1936 0,-1-1-272 15,1-1-48-15,-1-1-13344 0</inkml:trace>
  <inkml:trace contextRef="#ctx0" brushRef="#br0" timeOffset="-78894.84">20854 11203 9215 0,'3'-6'400'0,"-2"1"96"0,1 2-496 0,-1 0 0 0,0 2 0 0,0-1 0 0,0 2 2160 0,0-3 336 16,1 1 64-16,0 0 0 15,0 0 320-15,-2 2 64 0,1 2 16 0,-1 0 0 0,-1 3-912 0,1 2-176 16,-2 0-32-16,2-7-16 15,-5 19-832-15,1-7-160 0,4-12-48 0,-7 26 0 0,7-26-336 0,-8 31-64 16,2-14 0-16,-1-1-16 0,7-16-176 0,-9 36-16 16,9-36-16-16,-7 38 0 0,7-38-160 0,-3 30 0 15,3-30 144-15,0 0-144 0,0 0 0 0,8 39 0 16,-8-39 0-16,0 0 0 0,0 0 0 0,0 0 0 16,0 0 0-16,0 0 0 0,37 11 0 0,-30-13 0 0,0 0 0 15,1-3 128-15,-3 3-128 0,2-1 0 16,-1 1 0-16,1-3 0 0,-2 2 0 0,1 0-128 15,-1 0 128-15,-1-2-128 16,-1 2-704-16,0 1-144 0,0-3-32 0,-2 0 0 16,1 2-1808-16,-2-1-384 0,0-1-64 0,0-1-9792 15</inkml:trace>
  <inkml:trace contextRef="#ctx0" brushRef="#br0" timeOffset="-78700.15">20768 11268 4607 0,'0'-1'400'0,"-1"0"-400"0,1 1 0 0,0 0 0 15,0 0 2704-15,-1 0 464 0,1 0 96 0,-1 0 0 16,0 0 752-16,1 0 144 0,0 1 16 0,0 0 16 16,1-1-1952-16,1 1-384 0,-1 0-64 0,3 0-32 15,0 1-960-15,1-2-192 0,0 0-32 0,2-2-16 16,-1 1-352-16,2-1-64 0,3 0-16 0,0 0 0 16,0-1-128-16,2-2 0 0,0 3 0 0,2-2 128 15,0-1-128-15,0 2 0 0,1-1 0 0,1-1 0 16,-1 0-144-16,-1 0-64 0,0 0-16 0,0 1-17520 15</inkml:trace>
  <inkml:trace contextRef="#ctx0" brushRef="#br0" timeOffset="-78306.47">21213 11202 12895 0,'-1'0'1152'15,"1"0"-928"-15,0 0-224 0,0 0 0 0,0 0 1664 0,0 0 272 16,0 0 64-16,-1 0 16 0,1 0 1360 0,0 0 272 16,2 0 48-16,0 1 16 0,0 0-1696 0,3-1-336 15,0 2-64-15,0-2-16 16,3 1-1024-16,-1-1-192 0,0 2-64 0,2-2 0 16,0 0-320-16,0 0 128 0,1 0-128 0,7-3 0 0,-9 3 0 15,-1 0 0-15,0-2 0 31,-2 2-336-31,0-1-96 0,-2 1-16 0,0 0-17088 0</inkml:trace>
  <inkml:trace contextRef="#ctx0" brushRef="#br0" timeOffset="-78094.38">21255 11273 1839 0,'-1'0'160'0,"0"0"-160"16,0 0 0-16,0 0 0 0,1 0 2944 0,-1 0 544 15,1 0 112-15,0 3 32 0,-1-1 576 16,0 0 112-16,-1 5 32 0,0 0 0 0,0 1-2048 0,2-8-416 16,-4 18-80-16,4-18-16 0,-7 22-1024 0,7-22-224 0,-5 24-32 0,5-24-16 0,-7 23-272 15,7-23-48-15,0 0-16 16,-5 24 0-16,5-24-160 0,0 0 0 16,0 0 0-16,0 0 0 0,0 0-608 0,0 0-96 0,0 0-32 0,0 0-16016 15</inkml:trace>
  <inkml:trace contextRef="#ctx0" brushRef="#br0" timeOffset="-77687.63">21420 11206 10127 0,'1'-4'448'0,"0"2"96"0,0-1-544 0,-1 3 0 0,0-2 0 0,0 2 0 16,0 0 2512-16,0 2 400 0,0-1 80 0,0 3 16 15,0 0 448-15,-1 2 80 0,1-6 32 0,0 0 0 16,-4 30-1664-16,4-30-336 0,-5 25-64 0,5-25-16 15,-6 28-848-15,6-28-160 0,-5 30-32 0,5-30-16 16,-6 26-272-16,6-26-160 0,-5 22 192 0,5-22-192 16,0 0 128-16,-6 24-128 0,5-19 0 0,1-1 0 15,0-2 0-15,0-2 0 0,0 0 0 0,1-1 0 0,1 0 0 16,0-4 0-16,0 0 0 0,0-1 0 16,0 0 0-16,0-2 0 0,1 1 0 0,-1-1-144 0,1-1 16 0,-1 1 0 15,-1-2 0-15,2 1 0 0,-1 0 128 0,1-2 0 16,0 0-144-16,-1 0 144 0,1 1 0 0,0-2 0 15,1 0 0-15,-1 1 0 0,3 1 0 16,0 0 0-16,0 1 0 0,0 2 0 0,1 0 0 0,0 2 0 16,1 3 0-16,-2-1 0 0,1 3 0 0,-2 1 0 15,-5-1 0-15,0 0 0 0,0 0 0 0,0 0 0 16,0 0 0-16,29 42 0 0,-29-42 0 0,0 0 0 16,0 0 0-16,6 45 0 0,-6-45 0 0,0 0 128 0,-4 36-128 0,4-36 0 15,0 0 0-15,-7 33 0 0,7-33 128 0,0 0-128 16,0 0 0-16,-5 24 0 0,4-21 0 0,0-2 0 15,1 1-304 1,0-2-80-16</inkml:trace>
  <inkml:trace contextRef="#ctx0" brushRef="#br0" timeOffset="-75963.35">21891 11119 3903 0,'1'-3'0'0,"0"1"176"0,-1 1-48 0,0 0-128 0,1-1 0 0,-1 2 0 16,0-2 0-16,1 1 0 0,0-1 1344 0,0-3 176 16,0 3 16-16,1-3 16 0,-1 0-64 0,-1 3-16 0,1-2 0 0,-1 0 0 15,0 2 32-15,0 0 0 0,0-3 0 0,0 3 0 0,1-1-48 16,-1 0-16-16,0 0 0 0,0 2 0 0,1-1-224 0,-1-1-32 16,1 1-16-16,-1 1 0 0,1 0-400 0,-1 1-64 15,0 0-32 1,0 0 0-16,0 1-240 0,0 0-48 0,0-1-16 0,0 2 0 0,0-1-80 0,0 1-16 15,-1 0 0-15,1 1 0 0,-1-2-64 0,0 0-16 16,0 1 0-16,0 1 0 16,1-1-32-16,-1-1-16 0,0 1 0 0,0 1 0 15,0 0-16-15,0 0 0 0,0 0 0 0,-1 0 0 16,1 0 0-16,-1 0-128 0,1-1 192 0,-1 3-64 16,0-3-128-16,0 3 192 0,0-2-192 0,1 1 192 0,-1 1-48 0,-1 0 0 15,1-1 0-15,0 1 0 16,0 0-16-16,1-3 0 0,0 4 0 0,-1-1 0 0,1 1 0 0,0-1-128 0,1-1 192 15,0 1-64-15,0 0-128 0,1-1 128 16,-1 2-128-16,1-2 128 0,0 1-128 16,-1 0 0-16,1 1 144 0,-1 0-144 0,0-6 0 0,0 0 144 15,0 0-144-15,0 0 0 0,6 35 192 16,-6-35-64-16,0 0 0 0,0 0-128 0,0 0 192 0,6 41-64 16,-6-41 0-16,0 0-128 0,0 0 176 0,0 0-176 15,6 40 160-15,-6-40-160 0,0 0 128 0,0 0-128 16,0 0 0-16,0 0 144 0,0 0-144 0,0 0 192 15,20 38-192-15,-18-36 192 0,3-2-64 0,-1 0-128 16,1 0 192-16,1-4-64 0,0 3-128 0,1-4 160 0,-1 3-160 16,2-3 160-16,-1 1-160 0,1 1 0 15,-1-1 0-15,0-1 128 0,1 0-128 0,-1 1 0 0,0 1 0 16,-1-2 0-16,1 1 0 0,-2 1 0 0,1 0 0 0,-2-1 0 16,1 0 0-16,-1 1 0 0,0-2 0 0,-2 3 0 15,2-3 0-15,-2 2 0 0,1-1 0 0,-1-1 0 16,-1 0 0-16,1 1 0 0,0-4 0 0,0 1 0 15,0 0 0-15,0-2 0 0,0-1 0 0,-2-1 0 16,2-1 0-16,0 0 0 0,0-2 0 0,0-3 0 0,0 2 0 0,0-2 0 16,0-1 0-16,0 1 0 0,0-1 0 0,1-1 0 15,-1 2 0-15,0 0 0 0,0 3 0 0,-1 2 0 16,1 3 0-16,0 1 0 0,0 4 0 0,-1-1 0 16,1 1 0-16,-1 3 0 0,0-1-128 0,0 1 128 15,0 2-160-15,0-1-11952 16,-1 2-2400-16</inkml:trace>
  <inkml:trace contextRef="#ctx0" brushRef="#br0" timeOffset="-75029.73">22439 11027 5519 0,'0'-3'496'0,"0"2"-496"0,1 0 0 0,-1-1 0 0,0 1 1120 16,0 0 128-16,1-2 32 0,-1 0 0 16,1-3 784-16,1 0 176 0,-1 0 16 0,1 0 16 0,-1 2-416 0,-1-1-64 15,0 0-32-15,0 3 0 16,-1 0-320-16,0 2-64 0,-1-2-16 0,0 4 0 15,-2 0-480-15,-1 0-112 0,1 3 0 0,-2 0-16 16,-1 2-112-16,-1 0-32 0,0 6 0 0,-1 0 0 16,-2 4-160-16,1 2-48 0,1-3 0 0,-1 4 0 15,-1 0-128-15,2 2-16 0,1-1-16 0,0 0 0 0,2-1 128 16,6-20 16-16,-9 38 16 0,9-38 0 0,-5 31-96 0,5-31-32 16,0 0 0-16,3 42 0 0,-3-42-128 0,0 0-16 15,0 0-128-15,14 43 192 0,-14-43-192 0,0 0 0 16,0 0 128-16,0 0-128 0,0 0 0 0,36 28 0 15,-30-28 0-15,3 0 0 0,-1-1 0 0,1-4 0 16,2 1 0-16,-1 0 0 16,2-3-1136-16,2 0-208 0</inkml:trace>
  <inkml:trace contextRef="#ctx0" brushRef="#br0" timeOffset="-74363.2">22678 11159 3679 0,'-2'0'320'0,"1"-2"-320"0,0 2 0 0,1 0 0 0,-1 0 2704 0,1 0 480 0,-1 0 80 0,1 2 32 16,-2-1 512-16,0 1 96 0,0 0 32 0,0 0 0 15,1-1-1472-15,0 1-288 16,1 0-64-16,1-2-16 0,1 0-1328 0,1 0-272 0,1 0-48 16,0-2-16-16,3-1-240 0,-1-1-32 15,2-1-16-15,0 0 0 0,1-1-144 0,0-1 0 0,0 1 0 0,-1-2 128 16,0 2-128-16,-1-1 0 0,-1 0 0 0,-2 2 0 15,1-2 0-15,-3 2 0 0,-1 1 0 16,-2 1 0-16,-2-2-128 0,-1 3 128 0,0 0 0 0,-4-1 0 16,1 3 0-16,-3 3 0 15,1-1 0-15,-2 2 0 0,0 2-128 0,-1 0 128 16,0 0 0-16,0 1 0 0,0 2 0 0,1-2 0 0,-1 2 0 0,0 2 0 16,2 0 0-16,0-2 0 0,2 1 0 0,0-1 0 15,3 2 0-15,-1-3 0 0,2 1 0 0,3 0 0 16,0-1 0-16,1-3 0 0,0-5 0 0,0 0 0 15,0 0 0-15,0 0 0 0,0 0 0 0,34 19 0 0,-25-19 128 16,1 0-128-16,2 0 0 0,-1-2 128 0,-1 4-128 16,0-2 0-16,1 1 0 0,-11-1 0 0,0 0 0 0,0 0 0 15,35 16 128-15,-35-16-128 0,0 0 0 16,0 0 0-16,0 0 144 0,21 38-144 0,-21-38 176 16,0 0-48-16,-2 30 0 0,-2-20 0 15,0 2-128-15,-3 0 128 0,0 0-128 0,-2-1 128 0,0-1-128 16,0-1 0-16,-2 1 0 0,-1-1 128 0,0 0-128 15,-1-1 0-15,1-3 0 0,-1 2 128 16,1-3-128-16,2-1 0 0,2 0 0 0,-1-1 0 16,-1 0 0-16,1-2 0 0,1 0 0 0,-1 0 0 0,3-2 0 0,0-1 0 0,3-2 0 15,0 1 0-15,1-3 0 0,2 2-192 16,1-3 64-16,2 2-11840 16,0-2-2368-16</inkml:trace>
  <inkml:trace contextRef="#ctx0" brushRef="#br0" timeOffset="-74145.66">22818 11160 12895 0,'4'-3'576'0,"-2"0"112"0,0 1-560 0,-1 0-128 16,0 0 0-16,1 2 0 0,0-2 2752 0,2 1 528 0,2-2 112 0,3-1 0 0,3 0-1472 0,-1 1-320 15,0-2-48-15,-1 3-16 16,0 0-896-16,0-1-176 0,-1 1-32 0,-2-1-16 15,1 2-160-15,-2 0-48 0,-1 1 0 0,-1-2 0 16,-1 4-208-16,-1-2 0 0,-1 1-144 0,-1 0 144 31,0 1-1408-31,-1 1-176 0</inkml:trace>
  <inkml:trace contextRef="#ctx0" brushRef="#br0" timeOffset="-73967.65">22916 11190 6447 0,'-1'2'576'0,"0"-2"-576"0,0 3 0 0,0-1 0 0,0-2 1584 16,0 1 208-16,0 1 32 0,0 1 16 0,-1 3 2016 0,0-1 416 16,0 4 80-16,2-9 0 0,0 0-1872 0,-7 27-384 15,4-18-80-15,1 0-16 0,1-1-1200 16,1-8-240-16,0 0-48 0,0 0-16 0,0 0-496 0,0 0 0 16,0 0 0-16,0 33 0 15,1-31-1088-15,2-2-304 0,0 0-64 0,2-2-13856 0</inkml:trace>
  <inkml:trace contextRef="#ctx0" brushRef="#br0" timeOffset="-73652.38">23036 11150 911 0,'4'-10'0'0,"-2"6"0"0,-1-1 0 16,1 2 0-16,-1 1 1792 0,0 2 288 0,0-1 48 16,0 0 16-16,2-1 1056 0,-1 1 224 0,0 1 32 15,0 0 16-15,-1 4-976 0,-1 2-208 16,0 1-48-16,0-7 0 0,0 0-896 0,0 0-192 0,-3 38-48 0,3-38 0 15,0 0-448-15,-4 34-80 0,4-34-32 0,0 0 0 16,-3 34-48-16,3-34-16 0,0 0 0 0,0 0 0 16,0 0-176-16,7 41-48 0,-7-41 0 0,0 0 0 0,0 0-16 0,0 0-16 15,0 0 0-15,0 0 0 16,29 5-16-16,-24-8 0 0,-1-1 0 0,2 0 0 16,0-1-80-16,-1-1 0 0,1-1-128 0,-2 0 192 15,2 0-16-15,-1 0-16 0,2-3 0 0,-1 1 0 16,2-3-32-16,-1 1-128 0,1-1 192 0,-1 0-64 0,1 0-128 15,-1 0 0-15,0 0 0 0,1 0 128 16,-2 3-128-16,-1 4 0 0,1-2 0 0,-3 4 0 16,1 1-576-16,-1 2-32 0,-1 0-16 0,-1 3-16848 15</inkml:trace>
  <inkml:trace contextRef="#ctx0" brushRef="#br0" timeOffset="-73291.82">23230 11188 10303 0,'1'0'224'0,"0"0"48"0,0 0 16 0,0 0 0 16,-1 0-288-16,0-2 0 15,1 2 0-15,1-1 0 0,1 1 3456 0,1-2 640 0,1-1 128 0,1 1 32 16,-1 2-1520-16,0-2-304 0,2 2-64 0,-1-2-16 16,1 2-1376-16,-1-3-272 0,1 1-48 15,0 0-16-15,0 1-432 0,1-1-80 0,-1 0-128 0,1-1 176 16,-1-2-176-16,0 3 0 0,0-2 0 0,-1 1 0 16,-2 0 0-16,0-1 0 15,-1 0-144-15,-1 1 144 0,-1-2 0 0,0 3-160 0,-2-3 160 0,0 0-128 31,-1 1-320-31,-2-1-48 0,-1 2-16 0,-1-1 0 16,-1-1-112-16,0 0-16 0,0 1-16 0,-1 1 0 0,1 0-128 0,0 1-32 0,2 0 0 0,0 0 0 16,1 2 512-16,1 0 112 0,0 0 0 0,-1 2 16 15,2 0 1456-15,-1 1 304 0,1 2 48 0,-1 2 16 16,3-7-896-16,0 0-176 0,-7 31-48 0,7-31 0 0,0 0 112 0,-7 37 32 16,7-37 0-16,0 0 0 15,-4 38-224-15,4-38-64 0,0 0 0 0,0 0 0 16,0 0-224-16,11 43-160 0,-11-43 192 0,0 0-192 15,0 0 0-15,0 0 0 0,31 16 0 0,-24-16 0 16,1-2-208-16,-1 0-112 0,3-1 0 0,-2 1-11456 16,1-3-2304-16</inkml:trace>
  <inkml:trace contextRef="#ctx0" brushRef="#br0" timeOffset="-72861.59">23540 11069 18431 0,'-3'3'816'0,"0"-1"160"0,0-1-784 0,0 2-192 0,3-2 0 16,-2 1 0-16,-1 1 2352 0,-2 3 416 16,-3 4 96-16,-2 6 16 0,-2 1-1008 0,1 1-192 0,-1 0-32 15,4-2-16-15,8-16-800 0,-13 30-176 0,13-30-16 0,-8 25-16 16,8-25-368-16,0 0-64 0,0 0 0 0,-5 36-16 16,5-36-176-16,0 0 0 0,0 0 0 0,0 0 128 15,0 0-128-15,0 0 0 0,0 0 0 0,0 0 0 16,0 0-432-16,0 0 48 0,26 2 0 0,-22-7 0 15,0-2-528-15,1 0-112 0,0-2 0 0,0 0-16 16,1-2 320-16,0 2 64 0,0-3 16 0,0 1 0 0,1-1 464 0,-1 0 176 16,1 0 0-16,-1-2-144 0,1 2 144 0,-2 1 0 15,1 2 128-15,0 1-128 0,-2 2 496 0,0 4 16 16,-1-2 16-16,0 3 0 0,0-1 144 0,-1 4 32 16,0-2 0-16,0 3 0 0,0-1-240 0,-1 1-32 15,-1-3-16-15,0 0 0 0,0 0-176 0,0 0-48 16,0 0 0-16,0 0 0 0,7 45-32 0,-7-45-16 15,0 0 0-15,0 0 0 0,-1 40 48 0,1-40 0 16,0 0 0-16,-4 35 0 0,4-35-192 0,0 0 192 0,-5 36-192 0,5-36 192 31,0 0-192-31,0 0 0 0,0 0 0 0,-4 35 0 0,4-35 0 16,0 0 0-16,0 0 0 0,0 0-176 16,0 0-1280-16,12 0-256 0</inkml:trace>
  <inkml:trace contextRef="#ctx0" brushRef="#br0" timeOffset="-72582.07">23749 11036 8287 0,'-1'0'736'0,"1"0"-592"16,0 0-144-16,0 0 0 0,0 0 1344 0,1 0 256 15,-1 0 32-15,1 0 16 0,1 0 1264 0,1 0 256 0,0 0 48 0,2 0 16 16,1 0-1280-16,-1-2-256 0,2 2-48 0,0 2-16 15,2-2-368-15,-2 3-80 16,-7-3-16-16,0 0 0 0,0 0-240 0,30 35-48 16,-30-35-16-16,0 0 0 0,16 45-400 0,-16-45-80 0,0 0 0 0,10 57-16 15,-10-57-176-15,0 40-16 0,0-40-16 0,-5 43 0 0,5-43-160 16,-12 43 0-16,12-43 144 0,-17 38-144 16,8-23 0-16,0-1 0 0,-2 1 0 0,1-2 0 0,1-2 0 15,-1-1-256-15,-1-1 64 0,-1-2-17904 16</inkml:trace>
  <inkml:trace contextRef="#ctx0" brushRef="#br0" timeOffset="-67282.15">17286 11925 4943 0,'-6'0'0'0,"3"0"192"0,-1 0-48 0,1 0 32 0,1 0-176 0,2 0 0 0,-1 0 0 0,-2 0 0 0,-1 0 1312 16,-1 1 224-16,-1 1 64 0,1-2 0 0,1 2-144 0,0-2-32 31,1 1 0-31,1 0 0 0,1-1-352 0,0 0-80 0,1 0-16 0,1 0 0 16,-1 0-208-16,1 0-64 0,1 0 0 0,0 0 0 15,0 0-80-15,1 0-32 0,0-1 0 0,2 0 0 16,0 1 112-16,0-2 32 0,1 2 0 0,1 0 0 16,1 0-32-16,1-2-16 0,3 1 0 0,1-1 0 15,1 1 64-15,2-1 16 0,-1 0 0 16,2 2 0-16,1-4-256 0,-2 1-64 0,1 0 0 0,-3-1 0 15,0 0-192-15,-2 0-32 0,-1 1-16 0,-2 0 0 16,0 0-208-16,-3-2 144 0,0 3-144 0,-3 0 128 16,0-1-128-16,-2 1 0 0,0 0 0 0,-1 1 0 15,-1 1-496-15,-2 1-16 0,1 1-16 0,-3 0 0 0,0 1-1376 0,0-1-272 0,-2 0-48 16,0 1-16 0,-1-1-64-16,0 1-32 0,0-1 0 0,-1 0 0 15,1 0 960-15,0-1 192 0,0 1 32 0,1-1 16 16,1-1 576-16,1 0 112 0,0 0 32 0,-1-1 208 0,3 1 544 15,1 0 32-15,1 0 0 0,0 0 400 0,1 0 64 16,0 0 32-16,1 1 0 0,-1 0 160 0,0 2 48 16,1-1 0-16,-1 0 0 0,1 3 192 0,-1 0 32 15,-1 2 16-15,1 0 0 0,0 3-160 0,-1-1-16 16,-1 1-16-16,1 2 0 0,-1 2-144 0,1 2-16 16,-2 2-16-16,-1 0 0 0,1 1-112 0,0-2-32 0,-1 2 0 0,0-3 0 15,2-2-288-15,2-14-64 0,-2 26-16 0,2-26 0 16,0 0-224-16,0 26-32 0,1-21-16 0,0-2 0 15,2-1-160-15,-1-4-144 0,1-1 144 0,0-1-208 16,1 1-608-16,1-4-112 0,0 0-32 0,2-3-13840 16</inkml:trace>
  <inkml:trace contextRef="#ctx0" brushRef="#br0" timeOffset="-67009.18">17585 11875 13823 0,'1'-5'608'0,"0"1"128"0,0-1-592 0,1 2-144 16,-1 1 0-16,0 1 0 0,0 0 1344 16,2-1 256-16,1-1 32 0,1-4 16 0,1 3-208 15,-1 1-32-15,1 0-16 0,-3 1 0 0,0 2-320 0,-1 2-64 16,-1 1-16-16,0 3 0 0,-2 2-288 0,0 0-64 16,-1 3-16-16,-1 3 0 0,0 0-128 0,-2 1-32 15,1-1 0-15,0 1 0 0,-2 5 144 0,0 2 32 16,-1-1 0-16,1 0 0 0,-1 1-160 0,3-3-32 15,-1 1 0-15,2-5 0 0,3-15-224 16,-2 24-48-16,2-16-16 0,0-2 0 0,1-1-160 16,1-2 0-16,0-3-160 0,0 0 160 15,1-3-1328-15,-1-1-160 0,1 0-48 0,1-2-8336 16,1 1-1680-16</inkml:trace>
  <inkml:trace contextRef="#ctx0" brushRef="#br0" timeOffset="-66763.91">17769 11837 11055 0,'1'-2'976'0,"0"0"-784"0,1 2-192 0,-2 0 0 15,0 0 1424-15,0 2 240 0,1-2 64 0,0 2 0 0,0 1 400 0,-2 1 96 16,0 1 16-16,-1 2 0 0,-1 4-976 0,0 0-192 16,0 1-48-16,-1 2 0 15,0 2-128-15,1 1-48 0,0 2 0 0,-1-2 0 16,1 4-80-16,0-2 0 0,-1 1-16 0,1 0 0 0,1-2-352 0,0-1-64 15,0 0-16-15,2-17 0 16,-1 26-320-16,0-18 0 0,1-8-160 0,0 0 160 16,0 0-1552-1,0 0-208-15,0 0-32 0,0 0-12224 0</inkml:trace>
  <inkml:trace contextRef="#ctx0" brushRef="#br0" timeOffset="-66569.76">17606 11992 9215 0,'-3'-3'816'0,"1"1"-656"0,2-1-160 0,1 1 0 0,0 2 2080 0,1 0 384 16,0 0 80-16,2-2 16 0,1 2 192 0,4-3 64 0,3 1 0 0,2-3 0 15,2 3-784-15,0-1-160 0,1 1-16 0,-1-3-16 16,1 3-1088-16,-1-2-224 0,-1 1-32 0,0-2-16 0,-1 1-480 0,-2-1 128 16,0 1-128-16,0-1 0 0,-2 0-224 0,-1 2-96 15,-1-2 0-15,-1 0-16 16,0 1-2048-16,-1-1-416 0</inkml:trace>
  <inkml:trace contextRef="#ctx0" brushRef="#br0" timeOffset="-66010.33">17885 11892 13071 0,'0'0'272'0,"-1"0"64"0,1 0 16 0,1-2 32 0,0 2-384 0,-1 0 0 0,1-2 0 0,1 1 0 15,1 1 2368-15,-1-2 400 0,3-1 80 0,-1 1 16 16,0 1-704-16,1 1-144 0,-1 0-32 0,-1 0 0 15,1 1-816-15,0 1-160 0,0-1-48 0,-1 1 0 16,2 0-432-16,0-1-80 0,0 1-32 0,1-2 0 0,-1 2 16 16,1-2 0-16,-1-2 0 0,1 0 0 15,0 1 32-15,2-3 16 0,-1 1 0 0,2-2 0 16,-1 0-224-16,-1 1-32 0,1-1-16 0,-1 0 0 16,0 3-208-16,-2-3 144 0,1 0-144 0,-2 2 128 0,-2 2-128 0,0-2 0 15,-2 3 0-15,-1 0 0 0,-1 0 0 0,-1 1 0 16,-2 1-128-16,0 0 128 15,-1 1-464-15,-1 1-32 0,0 1 0 0,-1-2 0 16,0 2-528-16,1-1-128 0,-1 0 0 0,2-1-16 16,0-1 192-16,1 1 32 0,1-3 16 0,0 1 0 0,3-2 464 0,-1 1 80 0,2-3 32 0,0 1 0 15,0 2 352-15,1-2-176 0,0 1 176 0,0 1-128 16,0 0 368-16,0 1 80 16,0 1 0-16,-1 1 16 0,-1 1 640 0,0-1 128 0,-1 2 32 0,0 1 0 15,-1-1-176-15,-1 2-16 0,1 0-16 0,-3 1 0 16,1 2-416-16,1-2-64 0,-1-1-32 0,-1 3 0 15,1-2-176-15,-1 1-48 0,1 2 0 0,-1-1 0 16,2 0-32-16,-2 1-16 0,1 1 0 16,2 0 0-16,0 0-16 0,1-1 0 0,0 1 0 15,2-12 0-15,-2 23 0 0,2-23 0 0,0 0 0 0,0 0 0 0,0 0-128 0,14 37 0 16,-14-37 144-16,0 0-144 0,0 0 0 16,0 0 0-16,36 2 0 0,-25-7 0 0,0 0 0 0,0-1 128 15,-1-2-128-15,0 2 0 0,2-2 0 16,-1 1 0-16,1-2 0 0,-1 1 128 0,-1 1-128 15,-1 2 0-15,0-1 0 0,-2 1 0 0,-1 2-224 16,-3 1-16-16,0 0 0 0,-1 2 0 16,-2 0-912-16,-1 0-176 0,-1 2-32 15,-1-2-16-15,-1 2-1840 0,-1-1-368 0,0 1-80 0,0 0-8400 16</inkml:trace>
  <inkml:trace contextRef="#ctx0" brushRef="#br0" timeOffset="-65805.24">17967 11990 11055 0,'-6'-5'480'0,"3"2"112"0,0 1-464 0,1 0-128 15,1 2 0-15,0 0 0 0,0 0 2128 0,-1 0 416 16,0 0 80-16,-1 0 0 0,-1 2 240 0,1 0 32 0,0 0 16 0,1 1 0 16,1 2-992-16,0-2-208 0,1 0-48 0,1 0 0 15,1-1-768-15,1-1-176 0,1-1-16 0,2-1-16 16,1-1-368-16,0-1-64 16,2 0 0-16,0 0-16 0,0-2-240 0,1 0 128 0,3-2-128 0,-1 0 0 15,1-1 0-15,1 2 0 0,0-2 0 0,-2 2 0 16,0 1-224-16,0 0-96 0,-2 1 0 15,0 0-16-15,-2 2-2080 16,0 0-400-16</inkml:trace>
  <inkml:trace contextRef="#ctx0" brushRef="#br0" timeOffset="-65273.66">18208 11862 9215 0,'2'-5'400'0,"0"2"96"15,-1-1-496-15,1 1 0 0,-1 1 0 0,0 1 0 16,0 1 1856-16,1-2 256 0,0 0 64 0,1 0 16 0,-1 1-16 0,-1 1 0 15,-1 3 0-15,0 1 0 0,-2 4-496 0,0-1-96 0,-1 5-32 0,-2 2 0 32,1 1-544-32,-2 1-112 0,1 0-32 0,1 1 0 15,-1 0-80-15,0-1-16 0,-1 0 0 0,0-1 0 16,2-1-160-16,-1-2-32 0,2 0-16 0,0-4 0 16,1 0-288-16,0-4-48 0,2-1-16 0,0-2 0 0,0 1-208 0,1-5 0 15,0 1 0-15,1 0 0 0,0-3 0 0,1-1 0 16,0 0-208-16,0-3 64 15,1 1-944-15,-1 0-192 0,1-2-48 0,-1 0 0 16,0 1-640-16,0-1-128 0,0 1-16 0,-1-1-16 16,0 1 784-16,0 0 144 0,-1 0 48 0,0 0 0 0,0 0 864 0,-1 0 288 15,1-1-160-15,0 3 160 0,1 1 128 16,-1 0 96-16,1 2 32 0,0 1 0 0,-1 3 768 0,1 0 144 16,1 2 48-16,-1 3 0 0,-2-5 48 0,0 0 16 0,0 0 0 15,0 0 0-15,0 0-240 0,17 43-32 0,-17-43-16 16,0 0 0-16,0 0-400 0,14 42-80 15,-14-42 0-15,0 0-16 0,16 39-128 0,-16-39-32 0,0 0 0 16,17 40 0-16,-17-40-176 0,0 0-32 16,0 0-128-16,19 37 192 0,-19-37-192 0,0 0 0 0,0 0 128 15,0 0-128-15,0 0 0 0,0 0 144 0,0 0-144 0,0 0 128 16,0 0 16-16,0 0 0 0,0 0 0 0,0 0 0 16,0 0 32-16,20-4 0 0,-19-3 0 0,1 0 0 15,0-1-176-15,1-1 192 0,2-3-192 0,0 1 192 16,1-3-192-16,1 1 128 0,-1-3-128 0,1 1 128 0,2-1-128 15,0-3 0-15,1 0 0 0,1 1 128 0,1 0-128 16,0 2 0-16,0 2 0 0,-2 0 0 0,0 4-304 0,-2-2-32 16,1 5-16-16,-2 0-11568 15,0 2-2320-15</inkml:trace>
  <inkml:trace contextRef="#ctx0" brushRef="#br0" timeOffset="-64902.6">18710 11856 911 0,'1'-2'0'0,"-1"0"0"0,0-1 0 0,0 1 0 0,0 2 1408 0,-1 0 208 16,0-2 48-16,0 1 0 0,-1-1 400 0,-1 1 96 0,-1 0 16 15,2-1 0-15,-2 1-576 0,1 1-128 0,-1 1 0 0,2 1-16 16,-1 2-624-16,0-1-112 0,0 2-16 0,1-1-16 16,0 1 512-16,-1 1 96 15,1 2 32-15,-1 0 0 0,0 2 144 0,2 1 16 0,-2 1 16 0,0 0 0 16,0 3-528-16,1-1-96 0,2-14-32 0,-5 32 0 16,5-32-352-16,-4 31-80 0,4-31-16 15,-3 29 0-15,3-29-144 0,0 0-48 0,-1 35 0 0,1-35 0 16,0 0-208-16,0 0 0 0,0 0 0 0,0 0 0 15,0 0-256-15,0 0-64 0,0 0 0 0,22-2 0 32,-17-9-1456-32,2 0-288 0,-2-3-64 0,1 1-12032 0</inkml:trace>
  <inkml:trace contextRef="#ctx0" brushRef="#br0" timeOffset="-64433.32">18690 11840 7359 0,'-3'-8'320'0,"2"4"80"0,-1-1-400 15,1 3 0-15,0 2 0 0,1 0 0 0,0 0 1968 0,-1 0 304 16,0 0 64-16,-1 0 16 0,1 0 512 0,1 0 96 15,1 2 32-15,1-2 0 0,3 1-816 0,-1 1-176 16,4-2-16-16,-1 0-16 0,3-2-1008 0,0 1-208 16,3-1-48-16,-2-1 0 0,0 1-528 0,1 2-176 0,1-2 0 0,0 0 0 15,-13 2 0-15,25-1 0 16,-25 1 0-16,0 0 0 0,27 0 0 0,-27 0 0 16,0 0 0-16,0 0 0 0,0 0 0 0,0 0 0 0,0 0 0 0,0 0 0 15,-6 31 0-15,-4-24-144 16,-1 0 144-16,-1 1-128 15,0-2-256-15,-2 2-64 0,0 1 0 0,-2-2 0 0,-1 3 64 0,1-3 16 16,-1 2 0-16,2-1 0 16,2-2-144-16,2-1-48 0,2-2 0 0,2-1 0 0,2 0 560 0,2-2 0 15,1 0 0-15,2 0 0 0,2-3 288 0,2 2 64 0,0-4 16 0,2 2 0 16,1-1-32-16,1 0 0 16,1-1 0-16,0 2 0 0,1-1-16 0,1 1-16 0,0 1 0 0,0 1 0 15,0-1-112-15,-1 2 0 0,0 0-16 0,-10 0 0 16,0 0-176-16,0 0 160 0,37 10-160 0,-37-10 160 15,0 0-160-15,0 0 128 0,0 0-128 0,34 28 128 16,-34-28-128-16,0 0 0 0,0 0 0 0,0 0 128 16,7 36-128-16,-9-29 0 0,-3 0 0 0,-1-3 128 15,0 4-128-15,-1-4 0 0,-2 1 0 0,0 0 0 16,1-1 0-16,-4-1 160 0,-1 2-160 0,-1-3 160 16,-3 3-160-16,1-2 0 0,-1 1 0 0,4-2 128 15,-1-1-128-15,2 1 0 0,2-2 0 0,3 0 0 16,0 0 0-16,3-3 0 0,2 1 0 0,0 0 0 15,3-1-1056-15,1 1-96 16,2-1 0-16,0 0-13840 0</inkml:trace>
  <inkml:trace contextRef="#ctx0" brushRef="#br0" timeOffset="-64111.27">19039 11864 11231 0,'-2'-3'240'0,"1"3"48"0,2-2 16 0,-1 1 16 0,1 1-320 0,0 0 0 0,0 0 0 0,1 0 0 15,0 0 2896-15,1 0 512 0,3 3 112 0,-1-2 0 16,1 1-672-16,-6-2-144 0,0 0-16 0,0 0-16 0,0 0-1456 0,35 15-272 16,-35-15-64-16,0 0-16 15,0 0-624-15,0 0-240 0,0 0 176 0,34 20-176 0,-30-17-144 16,0-1-128-16,-2 0-32 0,0 0-15824 0</inkml:trace>
  <inkml:trace contextRef="#ctx0" brushRef="#br0" timeOffset="-63948.55">19089 11921 5519 0,'-5'4'496'0,"3"-1"-496"0,0-1 0 0,1-1 0 0,0 0 2304 0,1 1 384 0,-1-1 64 0,0 3 0 15,0 1 288-15,-1 2 48 0,1 0 16 0,1 0 0 16,0 0-928 0,1-2-192-16,-1-5-48 0,0 0 0 0,0 0-1264 0,0 0-256 0,0 0-48 15,0 0-16 1,0 0-1056-16,36 13-224 0</inkml:trace>
  <inkml:trace contextRef="#ctx0" brushRef="#br0" timeOffset="-61895.08">19556 11816 11967 0,'4'-5'1072'15,"-1"3"-864"-15,0-1-208 0,-2 1 0 0,-1 2 768 0,1-2 128 0,1 0 0 0,3-4 16 16,0 0 896-16,-1-2 176 0,-1 1 48 0,0-1 0 16,-2 2-368-16,-2 1-64 0,1 1 0 0,-2-1-16 31,-1 0-544-31,-1 1-96 0,1-2-32 0,-2 2 0 0,0-1-352 0,-1 0-80 0,-1 1-16 0,0-1 0 16,1 2-144-16,-1-1-48 15,1-1 0-15,-2 1 0 0,1 1-272 0,0 3 128 0,1-2-128 0,0 2 0 16,1 2 208-16,0 0-64 15,1 3-16-15,0-2 0 0,1 3 0 0,-1 2-128 16,1 1 192-16,3-9-64 0,-4 29 0 0,1-13 0 16,0 6 0-16,3-22 0 0,-5 41 32 0,2-18 0 15,-1 3 0-15,-1-2 0 0,1 2 32 0,-2 0 0 16,2-5 0-16,-2 3 0 0,0 1 16 0,0-1 16 16,1-2 0-16,2-1 0 0,-1-2-96 0,1-3-128 15,3-16 176-15,-3 32-176 0,3-32 0 0,-1 23 0 0,1-23 0 16,0 0 0-16,0 0 0 0,0 29 0 0,0-25 0 15,0-2 0-15,1 1 0 0,-1-3-192 0,1 0 16 0,-1 0 16 32,1-3-720-32,0 1-144 0,0-2-16 0,0-1-16 15,0 0-1376-15,0-2-288 0,-1-2-48 0,0-1-9424 0</inkml:trace>
  <inkml:trace contextRef="#ctx0" brushRef="#br0" timeOffset="-61695.41">19337 11998 7359 0,'-1'-6'320'0,"0"3"80"0,0-2-400 0,1 3 0 16,0 2 0-16,0-2 0 0,1 2 1200 0,0 0 144 15,0-3 48-15,2 1 0 0,0 0 976 0,3 1 192 16,-1 1 32-16,2 0 16 0,-1 0-160 0,1 1-16 16,1 1-16-16,-1-2 0 0,-7 0-1072 0,0 0-224 15,28 0-32-15,-17 0-16 16,0-3-560-16,0 1-96 0,0 0-32 0,0-2 0 16,-3 3-384-16,3-4 128 0,-1 3-128 0,1-3 0 0,0 0 0 0,-1 1-320 15,0-1 48-15,1 2-10192 31,-1-1-2032-31</inkml:trace>
  <inkml:trace contextRef="#ctx0" brushRef="#br0" timeOffset="-61246.24">19683 11835 21183 0,'0'2'944'0,"0"-2"192"0,1 1-912 0,-1 1-224 0,-1-2 0 0,0 2 0 16,1 0 1264-16,-2 3 208 0,-1 3 32 0,-3 3 16 15,1 3-240-15,-3 1-32 0,0 2-16 0,0-1 0 16,0 0-304-16,1-2-64 0,0-2-16 0,2 0 0 0,1-1-96 16,0-3-32-16,3-1 0 0,0-2 0 0,1-2-416 0,1-1-96 15,0-1-16-15,2-1 0 16,2-1-192-16,-1-1 0 0,2-1 0 0,0-2 0 0,0 2-240 0,1-3-80 16,1 1-32-16,0 1 0 15,0-3-848-15,0 2-160 0,0-3-48 0,0 1 0 31,0 0-688-31,0 0-144 0,0-1-16 0,-1-1-16 0,1 0 416 0,-2 0 64 0,2-1 32 0,-2 0 0 16,1 1 992-16,-2 0 208 0,1-1 48 0,-2 3 0 0,0 1 512 0,0 0 0 0,-1 1 0 0,-2 2 0 16,2 0 1088-16,-2 0 160 0,0 3 32 0,-1-2 16 15,0 2 256-15,-1 2 48 16,0 0 16-16,-1 2 0 0,0 0-272 0,-2 3-64 0,0 0-16 0,0 2 0 16,-1 3-128-16,-1 1-32 0,1 0 0 0,-1 1 0 15,1 0-336-15,-1-1-64 16,1 0 0-16,2-1-16 0,3-12-96 0,0 0-16 0,-3 29 0 0,3-29 0 15,0 0-192-15,0 0-64 0,0 0 0 0,0 0 0 16,0 0-320-16,35 12 128 0,-26-15-128 0,-1-1 0 16,0-1 0-16,1 0 0 0,3-2 0 0,-1 0 0 15,0 0-880 1,0-2-144-16,0 1-16 0,-1 1-15520 0</inkml:trace>
  <inkml:trace contextRef="#ctx0" brushRef="#br0" timeOffset="-60844.66">19938 11777 16575 0,'-2'1'1472'0,"1"1"-1168"15,1 1-304-15,0-3 0 16,-1 2 1472-16,1-1 256 0,-2 3 32 0,0 0 16 0,0 4 112 0,0-1 32 0,1 2 0 0,0-1 0 16,1-2-848-16,0 2-176 0,1-4-16 0,2 1-16 15,1 0-464-15,1-4-80 0,0 0-32 0,2-2 0 16,0 0 32-16,1-1 0 0,2-1 0 0,0-1 0 15,0 1-80-15,0 1-16 0,0 0 0 0,-10 2 0 16,0 0-96-16,22-1-128 16,-18 4 176-16,-1-3-176 0,-2 2 0 0,-2 0 0 15,-2 3 0-15,-1 0 0 0,-2-1 0 0,-2 4 0 0,-1-1 0 0,-2 2 0 16,1-1 0 0,-2 1 0-16,0 1 128 0,-1-1-128 0,1 3 0 0,-1-2 128 0,2 1-128 0,0-2 0 0,3 1 144 0,0-2-144 15,2 1 0-15,0-2 144 16,3-2 0-16,1 2 0 0,2-3 0 0,2-1 0 15,-2-3 112 1,0 0 32-16,0 0 0 0,0 0 0 0,0 0-96 0,0 0 0 16,41 15-16-16,-41-15 0 0,0 0-176 0,29 2 0 15,-19-4 144-15,0 1-144 0,-1-1 0 0,-9 2 0 16,17-3 0-16,-9 1 0 0,-2 0-288 0,0-3-80 16,0 2-16-16,-1-1 0 15,-1-1-1344-15,0 0-256 0,-1 1-64 0,-1-3-12640 0</inkml:trace>
  <inkml:trace contextRef="#ctx0" brushRef="#br0" timeOffset="-60641.5">19863 11868 22111 0,'-2'5'976'0,"1"0"208"0,1-3-944 0,0 0-240 0,0-1 0 0,1 1 0 15,-1-2 1536-15,2 2 272 0,1 1 48 0,3-1 16 16,-6-2-272-16,0 0-64 0,0 0-16 0,38 9 0 0,-26-9-752 0,0 0-160 15,3-2-32-15,-1 0 0 0,0 1-304 0,0-2-64 16,1 2-16-16,-1-1 0 0,0-1-192 0,0 1 0 16,-1-1 0-16,-2-1 0 15,0 2-1040-15,-1-1-160 0,-1 3-16 0,-2-3-14000 16</inkml:trace>
  <inkml:trace contextRef="#ctx0" brushRef="#br0" timeOffset="-60229.02">20101 11859 8287 0,'0'-2'736'0,"1"1"-592"16,0 0-144-16,0 0 0 0,0-1 2272 0,0 2 416 0,1 0 96 0,1-2 16 15,2 1 192-15,2 1 32 0,0-2 16 0,3 0 0 16,0 1-1344-16,-1 1-272 0,1-2-48 0,0 2-16 16,-10 0-768-16,0 0-144 0,25 2-48 0,-19-2 0 15,1 1-128-15,-2 1-16 0,0 0-16 0,-1-2 0 16,-2 3 0-16,0-3 0 0,-2 3 0 0,0-1 0 15,-2 2-240-15,1-1 0 16,-4 1 0-16,0 1 0 0,0 2 0 0,-3-2 0 0,1 3 0 0,-2 0 0 16,-2 0 0-16,1 1 0 0,0 1-128 0,0-1 128 15,0 0 0-15,0 1-192 0,2-1 192 0,1-1-160 0,1 1 160 16,2-2 0-16,1-2 0 0,1-1 0 16,1 2 0-16,1-2 0 0,0-4 0 0,0 0 0 0,0 0 192 0,0 0-48 15,0 0 0-15,0 0 0 0,0 0 80 16,38 12 16-16,-29-12 0 0,0-4 0 0,1 3-64 15,0-3-16-15,0 1 0 0,0 1 0 0,-1-3-160 0,1 2 0 16,-1 1 144-16,-1 0-144 0,0-2 0 0,-2 3 0 16,0-3 0-16,-2 3-128 15,1-1-592-15,-1 0-112 0,0-1-32 0,-3 1 0 16,0 0-1360-16,0 1-272 0,-2-1-48 0,0 0-16 16,0 0-976-16,-3 0-208 0</inkml:trace>
  <inkml:trace contextRef="#ctx0" brushRef="#br0" timeOffset="-60034.61">20093 11918 11055 0,'-3'0'480'0,"1"-2"112"0,0 0-464 0,1 2-128 0,1 0 0 0,0 0 0 16,1 2 1984-16,0-2 384 0,0 0 80 0,1 2 16 0,0-2 1104 0,2 2 208 15,1 1 64 1,-5-3 0-16,0 0-1792 0,0 0-368 0,0 0-64 0,0 0-16 0,38 16-992 0,-30-16-208 31,1 0-32-31,2 0-16 0,-1 0-352 0,1-2 144 0,0-1-144 0,1 0 0 0,0 0 0 0,0-2 0 16,-2 2 0-16,0 1 0 0,-1-3 0 0,0 1-352 15,1 0 48-15,0-1 16 16,-2 1-2016-16,0 0-416 0,1 0-80 0,-3 1-12112 16</inkml:trace>
  <inkml:trace contextRef="#ctx0" brushRef="#br0" timeOffset="-59630.04">20361 11759 6447 0,'-1'3'576'0,"0"-1"-576"0,0 0 0 0,0 0 0 16,1 1 2880-16,0 2 448 0,0-3 112 0,0-2 16 31,0 0-576-31,0 0-128 0,1 50 0 0,-1-50-16 16,4 36-928-16,-4-36-176 0,0 0-32 0,14 47-16 15,-14-47-592-15,0 0-112 0,0 0-32 0,29 38 0 16,-29-38-592-16,0 0-112 0,0 0-16 0,34 12-128 16,-34-12 128-16,16-1-128 0,-9-1 0 0,0 0 0 15,-1-3-256-15,0 0-128 0,0-1 0 0,-2 0-16 16,1 0-1312-16,-2-2-256 0,-1 1-48 0,0-1-16 15,0 0 16-15,-1 1 0 0,-1-1 0 0,0 1 0 16,0 0 1120-16,0 0 240 0,-1 1 32 0,0 0 16 16,0-1 608-16,0 2 192 0,0 3 0 0,0-1 0 0,1 1 832 0,0 2 192 15,0 2 16-15,0 1 16 0,-1 0 192 0,0 3 32 16,0 0 16-16,1-6 0 0,0 0-256 0,-5 29-48 16,5-29-16-16,-5 29 0 0,5-29-384 0,-7 34-80 0,2-16 0 0,0 0-16 15,-1 2 0-15,1 2 0 0,5-22 0 0,-11 45 0 16,5-25-304-16,0-2-64 0,6-18-16 15,-8 35 0-15,8-35-304 0,-8 26 0 0,3-16 0 16,0-2 0-16,-1-2 128 0,0-1-128 0,-1 0 0 0,-1-3 0 16,-3 0 0-16,0-1 0 15,-2-1 0-15,-2 0 0 0,-3 0 0 0,-2 0-320 0,-4 2 32 0,0-2-17552 16</inkml:trace>
  <inkml:trace contextRef="#ctx0" brushRef="#br0" timeOffset="-59019.84">20972 11790 18431 0,'1'-5'816'0,"-1"3"160"0,2-1-784 0,-1 3-192 15,0 0 0-15,-1-2 0 16,0 2 1536-16,0 0 256 0,1 0 48 0,-1-1 16 0,0 0 0 0,0 1 0 15,-2 0 0-15,0 0 0 16,1 0-592-16,-2 0-112 0,-1 1-32 0,-1-1 0 16,1 1-448-16,-3 1-96 0,1 1 0 0,-2-1-16 0,0-1-272 0,-1 3-48 15,-1-2-16-15,-2 3 0 0,1 0-224 0,0 0 176 16,0 2-176-16,1-3 160 0,1 2-160 0,2-1 0 16,1 1 0-16,2-1 128 15,0-3-128-15,2 3 0 0,2-3 0 0,1 3 128 0,2-3-128 0,-3-2 0 0,0 0 0 0,0 0 128 16,0 0-128-16,33 19 0 15,-33-19 0-15,0 0 0 0,33 12 0 0,-33-12 0 0,0 0 0 0,39 12 0 16,-39-12 0-16,0 0 0 0,37 14 0 0,-37-14 0 16,0 0 0-16,0 0 0 0,34 19 0 0,-34-19 0 15,0 0 0 1,0 0 0-16,0 0 0 0,0 0 0 0,0 0 0 16,0 0 0-16,3 40 0 0,-10-35 0 15,-1 0 0-15,-1 0 128 0,0 0-128 0,-2-2 0 0,0 0 0 16,-1 0 0-16,0 0 128 0,0-1-128 0,1-1 0 0,0 0 0 15,1-1 0-15,0 0 0 0,3 0 0 0,0 0 0 16,1 0 0-16,1 0 0 16,3-1-784-16,-1 0-96 0,3 1-16 0,2-3 0 15,0 1-1936-15,3 0-400 0,2-1-80 0,0 1-9424 16</inkml:trace>
  <inkml:trace contextRef="#ctx0" brushRef="#br0" timeOffset="-58593.03">21013 11920 10127 0,'8'-2'448'0,"-4"0"96"0,1 0-544 0,-2 1 0 0,-1 1 0 0,-1 0 0 15,0 0 2336-15,2 0 352 16,1 0 80-16,2-2 16 0,1 2 192 0,0 0 32 0,2 0 16 0,-3 0 0 16,2 2-1424-16,-1-2-272 0,0 0-64 0,0 1-16 15,0-1-688-15,1-1-144 0,0 1-32 0,0-2 0 16,1 0-224-16,-1 1-160 0,1-2 192 0,0-1-192 16,0 0 0-16,-1-1 0 0,2 0 0 0,-2 0 0 15,-1-1 0-15,0 0 0 0,-1 2 0 0,0-3 0 16,-1 2 0-16,-3 1 0 0,0-1-144 0,-2 1 144 15,0 0-496-15,-2-1-16 0,-1 1 0 0,-2-1 0 16,-1 3-352-16,-1-3-80 0,-2 5-16 16,0-4 0-16,-2 3 128 15,1-1 32-15,1 0 0 0,0 1 0 0,1-1 528 0,0 2 96 0,1-1 32 0,2 1 0 0,0 0 144 0,1 1 224 16,1-1-48-16,-1 2-16 0,0 1 672 0,1 0 128 16,0 1 16-16,-1 1 16 15,0 2-16-15,0-2 0 0,-1 4 0 0,0 1 0 0,-1-1-144 16,0 1-48-16,1 1 0 0,-2 1 0 0,2 0-304 15,0 0-64-15,0 1-16 0,0 0 0 0,1-1-144 16,4-12-16-16,0 0-16 0,-2 28 0 16,2-28-224-16,0 0 0 0,0 0 128 0,0 0-128 0,0 0 0 0,37 17 0 0,-25-20 0 0,2 0 0 15,0-2 0-15,4-1 0 0,1-1 0 0,0-1 0 32,2-1-560-32,0 3-96 0,-1-4-32 0,0 0 0 15,-2 2-1680-15,0 0-352 0,-1-2-64 0,-1 1-6944 16,-1 0-1408-16</inkml:trace>
  <inkml:trace contextRef="#ctx0" brushRef="#br0" timeOffset="-58299.2">21419 11736 911 0,'1'-5'0'15,"-1"2"0"-15,0 1 0 0,0 0 0 16,0 2 1856-16,1-2 304 0,0-1 48 0,0 0 16 16,0-3 608-16,0 0 128 0,1 0 32 0,-1 1 0 0,0 0-960 0,-1 3-192 15,0-1-48-15,0 3 0 16,-1-2-592-16,0 4-128 0,0-2-32 0,0 3 0 15,-1-1-288-15,0 3-64 0,0 2-16 0,-2 0 0 16,1 3 32-16,-2 3 16 0,5-13 0 0,-9 32 0 16,5-13-144-16,-1 0-48 0,0 0 0 0,2 2 0 15,-2 0-80-15,5-21-32 0,-6 35 0 0,6-35 0 16,-2 32-32-16,2-32-16 0,0 0 0 0,0 36 0 16,0-36-240-16,0 0-128 0,0 0 128 0,11 39-128 0,-11-39 0 15,0 0 0-15,0 0 0 0,0 0 0 0,0 0 0 0,0 0 0 16,0 0 0-16,35 10-128 15,-29-15-336-15,0 1-64 0,1-2-16 0,-2 0 0 16,2-1-1248-16,-2 0-256 0,1-1-64 0,-2 1-12512 16</inkml:trace>
  <inkml:trace contextRef="#ctx0" brushRef="#br0" timeOffset="-58047.06">21302 11861 13823 0,'-8'3'608'0,"4"-1"128"0,0-2-592 0,2 0-144 16,1 0 0-16,1-2 0 0,0 2 1856 0,0 0 320 16,0-2 80-16,1 1 16 0,2-2-128 0,0 0-32 15,0 2 0-15,3-3 0 0,-1 1-784 0,1 0-176 16,1 1-16-16,-1 0-16 0,2 0-384 0,1-1-80 0,0 1-16 0,0-1 0 16,0 2-256-16,0-2-64 0,2 1-16 0,-1-1 0 15,1 1-304-15,1 1 0 0,1-1 0 0,0-3 0 16,-1 3 0-16,2-1 0 0,0 0-144 0,0 0 144 15,0 0-464 1,1 1-16-16,0-1 0 0,0 1-15376 0</inkml:trace>
  <inkml:trace contextRef="#ctx0" brushRef="#br0" timeOffset="-57804.49">21739 11759 24879 0,'-1'0'2208'16,"0"0"-1760"-16,2 0-448 0,0-2 0 0,-1 2 768 0,1 0 80 0,0 0 16 0,1-2 0 15,2 1 32-15,1-1 16 0,2 0 0 0,0 0 0 16,2 1 32-16,0-1 0 16,1-1 0-16,1 1 0 0,1 0-368 0,0 0-80 15,1 0-16-15,-1 1 0 0,-1 1-304 0,0-2-176 0,0 2 192 16,-2 0-192-16,0 0 0 0,-9 0 0 0,0 0 0 0,0 0 0 31,0 0-912-31,0 0-144 0,0 0-32 0,0 0-14080 0</inkml:trace>
  <inkml:trace contextRef="#ctx0" brushRef="#br0" timeOffset="-57585.76">21847 11821 16575 0,'-5'2'736'0,"2"1"160"16,1-1-720-16,0-1-176 0,1 0 0 0,0-1 0 0,0 2 2112 0,0-1 384 15,-1 3 64-15,1 0 32 0,-2 2-528 0,-1 2-96 16,-1 1-32-16,2 0 0 0,-2 0-736 0,1 3-160 16,0-1-16-16,-2 2-16 0,2-1-496 0,0-2-80 0,0 1-32 0,0-2 0 31,4-9-224-31,0 0-48 0,0 0-128 0,-3 32 192 0,3-28-192 16,2-2 0-16,-1 1 0 0,1-3 0 15,2 0-1440-15,0-3-176 0,1 0-48 0,1-2-13632 0</inkml:trace>
  <inkml:trace contextRef="#ctx0" brushRef="#br0" timeOffset="-57186.68">21969 11833 7359 0,'0'-1'656'16,"0"-1"-528"-16,1 2-128 0,0-1 0 0,0 1 2368 0,0 0 448 16,0 0 96-16,0 0 16 0,0 0-1056 0,1 1-208 0,-1 1-32 0,0 3-16 15,-2-1-688-15,1-4-144 16,0 0-16-16,-8 23-16 0,4-12 112 0,-2-1 32 15,1 2 0-15,-2 0 0 0,1 0-64 0,-2-1-16 16,1 1 0-16,0-2 0 0,1-1 32 0,0-2 16 16,1 0 0-16,0-2 0 0,1-2-432 0,1 1-96 15,0-3-16-15,1-1 0 0,1 0-128 0,0-1-48 16,2-1 0-16,0-1 0 0,2 1-144 0,0-3 0 0,0 0 0 0,2-2 0 16,0 0 0-16,2 0-224 0,0 0 80 0,2-2 16 15,-1 0-16-15,1 1 0 0,1-1 0 0,-1 0 0 16,0 1 144-16,0-2-160 0,1 1 160 0,-2 2-160 15,0 2 160-15,1 0 0 0,-2 1 0 0,1 1 0 16,-1 1 0-16,-1 2 0 0,-1 0 128 0,1 0-128 16,-2 2 208-16,0 1-16 0,-4-3-16 0,0 0 0 15,0 0 288-15,0 0 64 0,0 0 16 0,0 0 0 16,11 44-160-16,-11-44-48 0,0 0 0 0,0 0 0 0,-4 39-160 16,4-39-48-16,0 0 0 0,-9 29 0 0,9-29-128 15,-6 18 0-15,3-11 0 0,-1-1 128 0,2 0-128 0,0-3 0 16,0 1 0-16,0-2 0 15,2-2-656 1,0 0-112-16</inkml:trace>
  <inkml:trace contextRef="#ctx0" brushRef="#br0" timeOffset="-56502.24">22367 11816 911 0,'-1'-2'0'0,"-1"-1"0"15,1 1 0-15,0 2 0 0,0 0 1008 0,0-3 112 16,-1 1 32-16,-2 0 0 0,1-5 368 0,-2 2 80 31,0-2 0-31,1 1 16 0,0 0 352 0,1 1 64 0,1 1 16 0,1-1 0 0,-1 0 432 0,0 3 80 16,1-3 32-16,1 0 0 0,0 1-448 0,-1 1-96 15,1-2 0-15,1 3-16 0,-1-2-688 0,0 1-128 16,1 0-16-16,0 1-16 16,1 0-608-16,-1 0-112 0,0 1-16 0,1-1-16 0,0 0-240 0,0 1-64 15,0 1 0-15,0 0 0 16,0 0-128-16,-1 1 160 0,1 1-160 0,1 0 160 0,-1 2-160 0,-2-4 128 0,0 0-128 0,0 0 128 15,0 0-128-15,10 44 0 0,-10-44 144 16,0 0-144-16,8 49 0 0,-8-49 0 0,4 39 0 16,-4-39 128-16,5 42-128 0,-5-42 0 0,3 41 0 0,-3-41 0 15,3 36 0-15,-3-36 0 0,0 0 0 0,5 46 0 16,-5-46 0-16,0 0 0 0,4 39 0 0,-4-39 0 16,0 0 0-16,0 0 0 15,0 0 0-15,3 37 0 0,-3-37 0 0,0 0 0 0,0 0 0 0,0 0 0 16,0 0 0-16,0 0 0 0,0 0 0 0,11 0 0 15,-9-2 0-15,0-2 0 0,-1-1 0 0,1 0 0 0,0 0 0 0,0-2 0 16,-1 0 0-16,0 0 0 0,0-1 0 0,1-1 0 16,-1 0 0-16,1-1 0 0,0 1 0 0,1-1 0 15,-1-1 0-15,1 1 128 0,1-1-128 0,0 0 0 16,1-1 0 0,1 0 128-16,-1 1-128 0,2-1 0 0,0 0 0 0,2-2 0 15,-1-1 0-15,0 1 0 0,1 0 0 0,0 0 0 0,0 0 0 16,1-3 0-16,0 0 0 0,-1 1 0 0,-1 0 0 0,1-1 0 15,-2 2 0-15,0 2 0 0,-1 3 0 0,-1 3 0 16,-2 2 0-16,0 0-128 0,-2 3 128 0,-1 0 0 0,-1 2 0 0,-1 2-128 31,0 0-688-31,-1 1-128 0</inkml:trace>
  <inkml:trace contextRef="#ctx0" brushRef="#br0" timeOffset="-54292.48">22851 11783 9215 0,'1'-2'816'0,"0"1"-656"0,0-1-160 0,0 1 0 0,-1 1 1472 0,1-1 272 15,0-2 48-15,2-1 16 0,0 0 688 0,0-1 128 16,1-1 16-16,0 2 16 0,-1 1-784 0,0-2-144 16,0 2-48-16,0 0 0 0,-2 0-608 0,1 0-128 15,-2 1-32-15,0 0 0 0,1 0-336 0,-2 2-80 16,1-2-16-16,0 1 0 0,-1 1-128 0,-1 0-32 16,0 0 0-16,0 1 0 0,0 1-144 0,-1 0-48 15,1 0 0-15,-1 0 0 0,0 1-128 0,-1 2 0 16,0-1 0-16,-1 1 0 0,0 0 0 0,1 3 0 15,-2 1 0-15,0 2 0 0,-1 1 128 0,0 0-128 0,-1 2 128 16,1 1-128-16,0 2 256 0,1 0-48 0,0 1 0 0,6-18 0 16,-6 33 16-16,6-33 0 0,0 0 0 0,4 40 0 15,-4-40-96-15,0 0-128 16,0 0 176-16,29 38-176 0,-29-38 128 0,0 0-128 0,0 0 0 0,41 22 0 16,-41-22 0-16,0 0 0 0,26 3 0 0,-18-3 0 15,-1-1 0-15,0-1 0 0,1-1-208 16,-2 1 80-1,0-1-1104-15,-1 0-224 0,0-1-32 0,-1 0-9392 0,-1 0-1888 0</inkml:trace>
  <inkml:trace contextRef="#ctx0" brushRef="#br0" timeOffset="-54086.15">23021 11841 6447 0,'-3'1'576'0,"2"-1"-576"16,-1 2 0-16,1-2 0 0,0 0 2112 0,1 0 320 0,-1 1 64 0,1 1 16 15,0 0 1008-15,1 1 192 16,0 0 32-16,2-2 16 0,0 2-1664 0,2-1-336 0,1 1-64 0,2-3-16 16,0 0-752-16,2 0-160 0,1 0-16 0,1-3-16 31,-1 1-480-31,1-1-112 0,0 1-16 0,-1-3 0 16,0 3-128-16,0-3 0 0,-1 3 0 0,1-1-176 0,-2-2-576 0,-2 3-112 0,1-2-32 0,-3 1 0 15,1 1-2000-15,-2-3-416 0</inkml:trace>
  <inkml:trace contextRef="#ctx0" brushRef="#br0" timeOffset="-53849.58">23149 11693 2751 0,'-2'0'256'0,"0"2"-256"16,2-2 0-16,-2 1 0 0,1 1 1824 0,0 0 320 16,-1 0 64-16,-1 3 16 0,-1 2 1456 0,-1 6 288 15,-2 3 64-15,-1 5 16 0,0 0-1824 0,-1 0-368 16,1-1-80-16,0-2-16 0,0 2-544 0,8-20-128 31,-11 30 0-31,11-30-16 0,-7 26-480 0,7-26-80 0,0 0-32 0,0 0 0 0,0 37-352 0,0-37-128 31,0 0 0-31,0 0 0 0,0 0 0 0,0 0-336 16,36 25 48-16,-36-25 16 16,0 0-1264-16,27 5-256 0,-19-5-64 0,1 0-7808 0,0 0-1584 15</inkml:trace>
  <inkml:trace contextRef="#ctx0" brushRef="#br0" timeOffset="-53518.45">23285 11862 1839 0,'2'-4'160'0,"1"1"-160"0,-1 2 0 0,-1 1 0 16,-1 0 1952-16,1 0 352 0,0-2 80 0,2-1 16 0,-1 1 1072 0,2 0 224 16,-2 2 32-16,0 2 16 0,-2 0-1136 0,-2 3-240 15,-1 2-32-15,-1 0-16 0,0 1-1072 0,-2 1-224 16,-1 3-32-16,-2 2-16 0,0 0-416 0,1 1-96 15,-1 1-16-15,2-3 0 0,1 0-96 0,1-3-32 16,5-10 0-16,0 0 0 0,0 0-128 0,0 0-48 16,0 0 0-16,0 0 0 0,0 0-16 0,0 0-128 15,0 0 192-15,0 0-64 0,33 23 0 0,-24-28-128 16,0 1 192-16,2-4-64 0,0 2-128 0,1-4 0 16,0 0 0-16,0 1 128 0,-1-2-128 0,0 1 0 15,-3 0 0-15,-1-1 0 0,-2 1 0 0,-2 0 0 16,-2 1 0-16,-2-1 0 0,-2 1 0 0,-1 2 0 0,-1-1-144 0,-3 4 144 15,2-1 0-15,-2 0-128 0,-1 3 128 0,1 0 0 32,-1 2-448-32,0 0 0 0,2 1 16 0,0 0 0 15,2 1-752-15,0 1-160 0,1-1-16 0,2 1-9088 0,0 0-1824 0</inkml:trace>
  <inkml:trace contextRef="#ctx0" brushRef="#br0" timeOffset="-52892.12">23655 11669 10127 0,'0'-5'448'0,"-1"3"96"0,1 0-544 0,-1 2 0 0,1 0 0 0,-1 0 0 15,-1 0 2816-15,0 2 464 0,0 0 96 0,-1 4 16 16,0 2-448-16,3-8-64 0,-9 24-32 0,9-24 0 16,-7 32-1568-16,7-32-320 0,-7 39-64 0,7-39-16 15,-8 41-224-15,8-41-32 0,-7 40-16 0,7-40 0 16,-6 38-224-16,6-38-32 0,-4 34-16 0,4-34 0 15,0 0-336-15,-4 42 128 16,4-42-128-16,0 0 0 0,0 0 0 0,0 35 0 0,0-35 0 0,0 0 0 16,0 0 0-16,0 0 0 0,0 0 0 0,0 0 0 15,0 0 0-15,0 0 0 0,8-2 0 0,-6-3 0 0,-1-1 0 0,1 0 0 16,0-1-144-16,0-1 144 16,0 0-160-16,1-1 160 0,1 1-208 0,0-2 80 15,1-1 128-15,1 1 0 0,-1 1 0 0,2-1-128 0,-2 3 128 0,2 0 0 16,-1 2 0-16,2-2 0 0,-3 5 0 0,2-2 0 15,-1 3 0-15,0-1 0 0,0 2 0 0,-1 2 0 16,0 1 0-16,-1 0 0 0,-4-3 0 0,0 0 0 16,0 0 0-16,0 0 176 0,0 0-32 0,15 39 0 15,-15-39 0-15,0 0 0 0,0 0-16 0,-6 36-128 16,5-29 192-16,-3 1-64 0,-1-2-128 0,1 1 0 16,-1-2 0-16,-1 0 0 0,2-1 0 0,-3-1 0 0,2 0 0 0,-2-1 0 15,1 1 0-15,-2-2 0 0,2 1 0 0,-2-2 0 16,3 0 0-16,-2 0 0 0,3 0 0 0,-1 0 0 15,1 0 0-15,2-2 0 0,0 1 0 0,0 0 0 16,1 1-144-16,1-2 144 16,1-1-192-16,1 1 192 0,1-3-1424 15,1 3-176-15,3-1-48 0,0-2-14112 0</inkml:trace>
  <inkml:trace contextRef="#ctx0" brushRef="#br0" timeOffset="-52483.49">23844 11902 9215 0,'-2'-1'816'0,"0"0"-656"16,1 1-160-16,0-1 0 0,0 1 1872 0,0 0 352 16,0 1 64-16,1-1 16 0,-1 1 1536 0,-1 0 320 15,0 1 64-15,0-2 16 0,1 2-2048 0,1 0-400 16,2-2-96-16,0 1-16 0,1 1-1104 0,0-2-208 16,3 0-48-16,0-2-16 0,3 1-176 0,-2-1-128 15,2 0 192-15,1-1-192 0,-1 1 0 0,1-1 0 31,0-1 0-31,1-1 0 0,-1 0 0 0,-1 1 0 0,1-1 0 0,-2-1 0 0,-1 0 0 0,-1 1 0 0,-2-1 0 0,-1 0 0 32,-1 0 0-32,-1 0 0 0,-3 2-192 0,-1-1 192 31,-1 0-608-31,-1 1-32 0,-2-1 0 0,0 0 0 16,-1 3-80-16,-3 0-32 0,0 2 0 0,-1 0 0 0,0 0-208 0,0 3-64 15,1 0 0-15,0 2 0 0,2 0 400 0,0 0 80 0,3 2 16 0,-2 0 0 16,3 0 768-16,-1 3 144 0,2 0 48 0,4-10 0 0,-8 25 800 15,8-25 176-15,0 0 16 0,-8 39 16 0,8-39-352 0,0 0-80 16,3 37-16-16,-3-37 0 0,0 0-512 0,0 0-96 16,0 0-32-16,28 40 0 0,-28-40-352 0,0 0 144 15,30 13-144-15,-20-11 0 0,-10-2 0 0,20 2 0 16,-9-4 0-16,-1 0 0 16,1 1-384-16,1-1-144 0,-1-1-32 0,1-1-17088 0</inkml:trace>
  <inkml:trace contextRef="#ctx0" brushRef="#br0" timeOffset="-51328.29">24320 11790 11055 0,'1'-4'976'0,"0"1"-784"16,0 1-192-16,-1 1 0 0,0 1 1536 0,0-2 272 15,1 0 48-15,0-5 16 0,1 2 160 0,-1-5 16 16,1 3 16-16,-2-2 0 0,0 1-464 0,-1 0-80 16,0 0-32-16,0 1 0 0,0 1-448 0,-1-2-80 0,0 1-32 0,1-1 0 15,0 1-448-15,1 0-96 0,0 0 0 0,0-1-16 16,0 0-224-16,0 1-144 0,1 0 192 0,-1 2-192 15,1 0 128-15,-1 0-128 0,0 3 0 0,-1-2 0 16,1 3 128-16,-1-1-128 0,0 2 0 0,-1 2 0 16,-1-1 192-16,-1 3-192 0,1-2 192 0,-2 3-192 15,-1 0 224-15,1 2-64 0,-3 4-16 0,1 1 0 16,0 2 48-16,-2 3 16 0,0 4 0 0,1 2 0 16,-2 4-80-16,1 2 0 0,0 0-128 0,-1 0 192 15,3 0-192-15,0-2 144 0,7-27-144 0,-12 54 128 16,12-54-128-16,-8 48 0 0,8-48 0 0,-3 47 0 0,3-47 0 0,1 40 0 15,-1-40 0-15,0 0 0 16,9 50 0-16,-9-50 0 0,0 0 128 0,0 0-128 0,15 40 0 0,-15-40 0 16,0 0 0-16,0 0 0 0,0 0 0 0,0 0 0 15,0 0 0-15,0 0 0 0,0 0 0 0,0 0 0 16,0 0 0-16,0 0 0 16,-10 23-672-16,6-23-112 0,-1-1-32 0,0-1 0 15,0 0-928-15,-2 1-192 0,2-2-48 0,-1-1 0 16,1 0-272-16,-1-2-64 0,0 2-16 0,1-3-7792 0</inkml:trace>
  <inkml:trace contextRef="#ctx0" brushRef="#br0" timeOffset="-49913.54">24116 11982 3679 0,'4'-5'160'0,"-2"1"32"0,-1 3-192 0,0-1 0 0,0 2 0 0,-1 0 0 16,0 0 1648-16,-1 0 272 0,1 0 64 0,0 0 16 16,-1 0 368-16,0 0 80 0,0 2 16 0,0-2 0 15,0 0-1040-15,0 0-208 0,1 0-32 0,1 0-16 16,1 0-528-16,0 0-96 0,2-2-32 0,1 1 0 15,2 0 16-15,1-3 0 0,2 1 0 0,2 0 0 16,3-1-16-16,0-1-16 0,2 2 0 0,0-1 0 16,1-1-496-16,0 0 0 0,-2 1 0 0,1 1 0 0,-2-2-240 0,-1 3-32 15,0-2-16-15,-1 1 0 16,-3 0-1312 0,-1 0-256-16,-1 2-48 0,-2-2-16 0,0 2 128 0,-4 0 0 0,1-2 16 0,-2 1 0 15,0 1 736-15,-1 0 144 0,0-1 16 0,-2 0 16 16,1 1 272-16,-1-1 48 0,0 0 16 0,1 1 0 0,-1-2 288 0,0 2 64 15,1-2 16-15,0-1 0 0,1 3 528 0,-1-1 96 16,0 1 32-16,1 1 0 0,-1-1 864 0,-1 1 176 16,1 1 48-16,0 0 0 0,-2 1 80 0,-1 3 0 15,1 0 16-15,-1 2 0 0,-1 0-192 0,0 3-32 0,-1 2-16 16,-1 0 0-16,1 0-384 0,0 0-80 0,6-12-16 0,-9 25 0 16,9-25-512-16,0 0-96 0,0 0-32 0,-4 31 0 15,4-31-160-15,0 0-32 0,0 0-128 0,0 0 192 16,0 0-32-16,0 0-16 0,31 12 0 0,-24-14 0 15,0-1-144-15,1-1 160 0,1 1-160 0,-2-2 160 16,0 1-432-16,-1 1-96 0,1-1-16 16,-1-3 0-16,0 2-848 0,-2 0-176 0,1-1-48 0,-2 0 0 15,-1 1 256-15,-1-2 48 0,-1 2 16 0,-1-2 0 16,0 0 560-16,-2 0 128 0,-1 0 0 0,-1 0 16 0,1 0 432 16,-1-1 0-16,0 0 0 0,-1 2-128 0,0 2 128 0,2-1 0 15,-2 2 0-15,2 1 0 16,0 1 464-16,0 1 80 0,1 1 16 0,1 1 0 0,-1 1 96 0,1-1 32 15,0 2 0-15,1-1 0 0,0 2 208 16,0 1 64-16,1-2 0 0,0 1 0 0,0-1-320 16,1 1-64-16,1-2-16 0,1 1 0 0,0-2-304 0,-1-1-64 15,3 1-16-15,0 0 0 0,1-2-176 0,1-2 128 16,-2 2-128-16,2-2 128 0,0 1-128 0,2-1 0 16,0 0 0-16,1-1 0 0,0-1 0 0,1 1 0 15,1 1 0-15,0-3 0 16,1 0 544-16,-2 3 224 0,0-3 64 0,-1 0 0 15,-2 1-1808-15,0-1-368 0,-2 2-64 0,-1-1 0 0,-1 0 1024 0,-3 3 192 0,1-2 64 0,-2 2 0 16,-1 1 128-16,-1 1 0 16,-1 0 0-16,0 2 0 0,-1 1 0 0,1-2 0 0,-2 5 0 0,0-2 0 31,1 0 320-31,-1 2-16 0,0 0 0 0,1 0 0 0,0 3 112 0,0-4 32 0,2 3 0 0,0-1 0 16,0-1-192-16,1-1-48 15,1 0 0-15,1-1 0 0,0 0-208 0,1-3 0 0,0 1 128 0,1-1-128 0,0 0 0 0,1-2 0 31,0 0 0-31,0-2 0 16,1 2-528-16,-1-3-48 0,1 1-16 0,0 0 0 0,-1 0-1296 0,1-1-256 0,0 0-48 16,0 0-16-16,1 0 144 15,-2-2 16-15,3 2 16 0,-2-1 0 0,1-1 960 0,-1-1 192 0,1 1 48 16,-2 0 0-16,0 0 672 0,1 0 160 16,-1-2 0-16,-1 2 0 0,1-1 608 0,-1 0 112 0,-1 1 32 0,1 1 0 0,-2 1 208 0,1-2 32 31,0 3 16-31,-1 1 0 0,0 0-288 0,0 1-48 15,-1 1-16-15,0 0 0 0,-1 2 32 0,0 2 0 16,-1 1 0-16,-1 0 0 0,1 2 352 0,-2 1 80 0,0 0 16 16,0 2 0-16,-2-1-64 0,0 1-16 0,1-1 0 0,-1-1 0 15,1 1-80-15,0-1-16 0,1 1 0 0,-1-1 0 16,1-2-512-16,0 3-128 0,2-3 0 0,-1-1-16 16,2 0-304-16,1-3 0 15,1 1 0-15,1-4 0 0,0 0 0 0,1 0 0 0,2-2 0 0,1-1-192 16,-1-1-1104-16,1 0-224 0,0 1-32 0,1-3-16 15,-1 2-1584-15,2-1-320 0,-2-2-64 0,1 2-16 16,0-2 448-16,-1 1 96 0,2 0 0 0,-1-3 16 16,1 0 1376-16,-1 0 272 0,1-2 48 0,-1-1 16 0,0 0 1088 0,1 1 192 15,-1-1 128-15,-1 1-128 0,-1 2 1424 0,0 1 192 16,0 3 48-16,-3 0 0 0,1 1 256 0,0 3 48 16,-2 0 16-16,0 2 0 0,-1 0 64 0,-2 3 0 15,0 1 16-15,-2 0 0 0,2 3-208 0,-2 0-64 16,-1 1 0-16,1 0 0 0,-2 0-880 0,0 2-176 15,1-1-32-15,-2 1-16 0,2-1-384 0,-1-2-80 16,1 1-16-16,-1 0 0 0,1-2 16 0,0 0 0 16,0 0 0-16,2-3 0 0,-1 0 48 0,1 0 16 15,1-3 0-15,0 1 0 0,2-2-48 0,-1 0-16 16,1 0 0-16,0 0 0 0,1-2-224 0,0-1 0 16,1 1 128-16,0-1-128 0,2 1 0 0,-1-3 0 0,2 0 0 0,0-1-160 15,0 0 160-15,2 0-208 0,0 0 80 0,1-3 128 16,1 2-256-16,-1-5 64 0,2 2 0 0,0 1 16 15,0-2 176-15,0 2-192 0,-1 1 192 16,0 3-192-16,-2-2 192 0,1 4 0 0,-3 0 0 0,1 2 0 16,-1-1 0-16,-1 1 0 0,-1 2 0 0,-1 1 0 15,-1-1 320-15,0 2 0 0,-1 2 0 0,0 0 0 0,0 2 160 16,0 0 32-16,0-7 0 0,0 0 0 0,-3 33-256 0,3-33-32 16,0 0-16-16,-5 33 0 0,5-33-208 0,0 0 128 15,-3 35-128-15,3-35 0 0,0 0 0 0,0 0 0 16,-4 37 0-16,3-30 0 0,1-2 0 0,0-2 0 15,1 0-160-15,-1-3 160 16,2 1-912-16,-1-1-112 0,2-1 0 0</inkml:trace>
  <inkml:trace contextRef="#ctx0" brushRef="#br0" timeOffset="-49296.58">24944 11990 8287 0,'0'-1'368'0,"0"1"80"15,0 0-448-15,0 0 0 0,-1 0 0 0,1 0 0 0,0 0 2272 0,0 0 368 0,-1-2 80 0,1 2 16 16,-1 0 0-16,1-2 0 0,0 1 0 0,1-1 0 16,0 2-1008-16,1-2-208 0,0-1-48 0,2 1 0 15,1-1-880-15,0 0-176 0,1-1-32 0,0 0-16 16,1 0-176-16,-1-2-48 0,1 1 0 0,-1-2 0 0,0 2-144 16,-1-1 128-16,-2-2-128 0,0 2 128 0,-2 0-128 0,-1-1 0 15,-1 0 144-15,-2 1-144 16,0 0 128-16,-3 2-128 15,0-1 160-15,-2 0-160 0,1 3 288 0,-2 0-32 16,1 2-16-16,0 0 0 0,-1 2-80 0,1 0-16 0,-1 3 0 0,0 0 0 16,1-1-144-16,0 4 128 0,-1-1-128 0,0 2 128 0,1 3 64 0,-1-2 0 15,2 2 0 1,1 0 0-16,2-1 48 0,0 1 16 0,4-12 0 0,0 0 0 0,-6 31-112 0,6-31-16 16,0 0 0-16,0 0 0 0,0 0-128 0,0 0 0 0,0 0 0 0,22 40 0 15,-16-40 0-15,1 0 0 0,-1 0 128 0,2-2-128 16,0-1 0-16,-1-1 0 0,1 1 0 0,-2-3 0 15,3 0 0-15,-3 0 0 0,2 0 0 0,-2-1 0 16,1-1 0-16,-1 0 0 0,1 1 0 16,-1-3 0-16,1 0-208 0,-2 1 16 0,1-2 16 15,0 1 0 1,1-2-208-16,-2-1-32 0,2-2-16 0,-2-2 0 0,2-1 144 0,0-4 32 16,1-2 0-16,-1-4 0 0,-1 2 96 0,3-1 32 15,-2 1 0-15,2 2 0 0,-2 4 128 0,0 3-208 16,-2 4 80-16,0 4 128 0,-2 2 0 0,0 2 0 15,-1 3 0-15,-2 2 0 0,-1 0 0 0,-1 1 128 16,0 3 32-16,-2 0 0 0,-1 4 288 0,0 1 64 16,-2 3 16-16,-1 2 0 0,0 4-176 0,1 2-32 15,-1 2-16-15,0 3 0 0,1 4-128 0,-1-3-32 16,2 1 0-16,6-27 0 0,-9 49-16 0,9-49 0 16,-7 40 0-16,7-40 0 0,-3 33-128 0,3-33 192 15,0 0-192-15,-1 41 192 0,1-41-192 0,0 0 0 0,0 0 0 0,11 41 128 16,-11-41-128-16,0 0 0 0,0 0 0 0,0 0 0 31,0 0-976-31,27 37-176 0</inkml:trace>
  <inkml:trace contextRef="#ctx0" brushRef="#br0" timeOffset="-49028.02">25151 11887 16575 0,'0'0'1472'0,"-1"-2"-1168"16,1 2-304-16,0 0 0 0,0 0 1088 0,0 0 176 16,-1 0 16-16,1-2 16 0,0 1 320 0,1 1 64 15,0-2 16-15,0 2 0 0,2 0-256 0,0 2-48 16,1 1-16-16,-1 0 0 0,-3-3-96 0,0 0 0 0,0 0-16 0,0 0 0 16,20 42-496-16,-20-42-112 0,0 0-16 0,4 47 0 15,-4-47-288-15,-1 38-64 0,1-38-16 0,-6 43 0 16,6-43-128-16,-11 40-16 0,11-40-128 0,-11 36 192 15,2-20-192-15,-1 3 0 0,-3-1 0 0,0-3 0 16,-1-1 0-16,0-1 0 0,1-2 0 16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10-23T21:34:02.5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15902 4989 2751 0,'0'0'256'0,"-1"0"-256"0,1 1 0 0,0-1 0 16,0 0 192-16,0 2 0 0,0-2 0 0,-1 1 0 0,0 1-352 15,0 1-80-15,0 1-16 0,0-2 0 16,0 0 256-16,0 1 0 0,1-1 192 0,-1 1-64 15,0-2-128-15,0 0 0 0,1 2 0 0,0 1 0 0,1-3 0 0,0 1 0 16,-1-2 0-16,0 0 0 16,0 2 0-16,0-2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10-23T22:40:23.845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6903 2384 5519 0,'-1'-2'496'0,"0"0"-496"16,1 0 0-16,-1 1 0 0,1 1 1184 0,0-2 144 0,0 2 16 0,0-2 16 15,0 1 208-15,-1-2 32 0,1 0 16 0,-1 0 0 16,0 0-224-16,0 0-48 0,0 2-16 0,0-1 0 16,0 2-208-16,-1 0-32 0,0 2-16 0,-1-1 0 15,0 2-112-15,0 1-32 0,-1 2 0 0,-1 1 0 16,0 0-272-16,-1 4-48 0,0 0-16 0,-2 3 0 16,0 2-144-16,-1 1-48 0,2 1 0 0,-2 2 0 15,0 1-96-15,0-1-32 0,1 0 0 0,-1 0 0 16,0-1-96-16,0 2-32 0,0 0 0 0,-1 0 0 15,2-3 96-15,0 0 16 0,-1-1 0 0,2 0 0 0,0-3-256 0,2-4 176 16,0 1-176-16,2-5 160 0,1 0-160 16,-1-3 0-16,2-1-160 0,0-2 160 15,1-3-896-15,1-2-96 0,0 1-16 0,2-4 0 16,-1 2-672-16,2-4-144 0,1 0-32 0,-1-2 0 16,3-2-368-16,-1 0-80 0,2 0 0 15,0-2-16-15,1 1 112 16,-1-4 32-16,1 3 0 0,0-1 0 0,1 0 672 0,-1 1 144 0,0-1 16 0,0 0 16 0,-1 1 848 15,0 0 160-15,0 1 48 0,-1-1 0 0,0 4 528 16,-1 0 128-16,0 3 0 0,-2 0 16 0,0 3 640 0,-1-1 128 16,0 3 32-16,-2 1 0 0,1 0 208 0,0 0 64 0,0 2 0 15,-1 1 0-15,0 0-80 0,0 0-16 0,0 1 0 0,1 0 0 16,-2 1-336-16,2 1-64 16,-2-3-16-16,0 0 0 0,0 0-256 0,0 0-48 15,0 0-16-15,15 36 0 0,-15-36-64 0,0 0-32 0,12 35 0 0,-12-35 0 16,0 0-240-16,15 43-48 0,-15-43-16 0,0 0 0 15,16 45 112-15,-16-45 32 0,9 30 0 0,-9-30 0 16,8 34-192-16,-8-34-16 0,8 30-16 0,-8-30 0 16,6 29-160-16,-6-29 0 0,0 0 0 0,8 32 0 15,-8-32-320-15,0 0 16 0,0 0 0 0,0 0 0 16,0 0-992-16,0 0-208 0,0 0-32 0,0 0-9056 16</inkml:trace>
  <inkml:trace contextRef="#ctx0" brushRef="#br0" timeOffset="249.38">6750 2617 3679 0,'-4'0'320'16,"1"0"-320"-16,1 0 0 0,2 0 0 16,0 0 768-16,-1 0 64 0,1-2 32 0,-3 2 0 15,-1-1 1008-15,0 1 208 0,2 0 32 0,0 0 16 16,1-2-416-16,1 2-96 0,1 0-16 0,0 0 0 15,1 0-448-15,1 0-80 0,1 0-32 0,-4 0 0 16,0 0-224-16,0 0-48 0,0 0-16 0,36-2 0 0,-36 2-336 0,0 0-64 16,35-2-16-16,-35 2 0 0,0 0-336 0,46-3 128 15,-46 3-128-15,31-3 0 0,-31 3 0 0,0 0-192 16,45-2 32-16,-45 2 0 16,0 0-1184-16,45 0-256 0,-45 0-32 0,0 0-8912 0</inkml:trace>
  <inkml:trace contextRef="#ctx0" brushRef="#br0" timeOffset="623.4">7148 2581 6447 0,'-5'1'272'0,"2"-1"80"0,1 0-352 0,1 0 0 0,1 0 0 0,0 0 0 0,0 0 976 0,0 0 128 15,0 2 32-15,0-2 0 0,2 2 592 0,0-2 112 16,1 1 16-16,-3-1 16 0,0 0-384 0,0 0-80 16,0 0 0-16,0 0-16 0,40 3-368 0,-40-3-80 15,0 0-16-15,31 0 0 0,-31 0-64 0,0 0-16 16,36 1 0-16,-36-1 0 15,0 0-256-15,39-1-48 0,-39 1-16 0,30-3 0 0,-30 3-208 16,30-6-64-16,-30 6 0 0,29-5 0 16,-29 5-256-16,28-4 0 0,-28 4 0 0,26-5 0 15,-26 5 0-15,0 0 0 0,35-5 0 0,-35 5 0 16,0 0-432-16,0 0-32 0,30-2-16 0,-30 2 0 16,0 0-1568-16,0 0-320 0,0 0-64 0,0 0-8320 0</inkml:trace>
  <inkml:trace contextRef="#ctx0" brushRef="#br0" timeOffset="985.63">7315 2503 8287 0,'-4'-2'368'0,"1"1"80"0,2 1-448 0,0 0 0 0,1-2 0 0,0 2 0 15,0 0 1280-15,0 0 192 16,1-2 16-16,2 0 16 0,0 0-112 0,0 1-32 0,2-2 0 0,-5 3 0 0,0 0-208 0,0 0-64 15,0 0 0-15,0 0 0 0,39 8 0 16,-39-8 0-16,0 0 0 0,0 0 0 16,37 10-192-16,-37-10-64 0,0 0 0 0,0 0 0 0,42 11 0 0,-42-11-16 15,0 0 0-15,38 9 0 16,-38-9-288-16,0 0-48 0,40 8-16 0,-40-8 0 16,0 0-128-16,43 9-16 0,-43-9-16 0,0 0 0 15,43 8-96-15,-43-8-16 0,0 0 0 0,39 9 0 16,-39-9-64-16,0 0 0 0,0 0-128 0,38 10 192 15,-38-10-64-15,0 0 0 0,0 0-128 0,0 0 192 16,0 0-192-16,0 0 128 0,0 0-128 0,0 0 0 0,-4 21 0 16,-6-17 0-16,-4 1 0 0,-3 0 0 0,-3 0 0 15,-3 2-208-15,-3 0 16 0,1 0 0 16,0 2-2208-16,2-1-432 0</inkml:trace>
  <inkml:trace contextRef="#ctx0" brushRef="#br0" timeOffset="1467.91">7928 2375 9215 0,'1'0'816'0,"0"0"-656"15,-1 0-160-15,0 0 0 0,-1 0 1712 0,1 2 304 16,-1-1 64-16,1 1 16 0,0 2-112 0,-1 1 0 16,1-5-16-16,0 0 0 0,-1 26-976 0,1-26-192 15,0 26-32-15,0-26-16 0,0 33-432 0,0-33-64 0,1 36-32 0,-1-36 0 16,0 34-80-16,0-34-16 15,-1 33 0-15,1-33 0 0,-1 30-128 0,1-30 128 16,0 0-128-16,0 31 128 0,0-31-336 0,0 0-80 16,0 0-16-16,0 0 0 15,0 0-1184-15,0 0-240 0,0 0-64 0,0 0-8384 0</inkml:trace>
  <inkml:trace contextRef="#ctx0" brushRef="#br0" timeOffset="1965.55">7933 2380 2751 0,'-4'-3'128'0,"2"-1"16"0,0 3-144 0,1-1 0 0,0 2 0 0,1 0 0 16,0 0 1376-16,-1 0 240 0,0 0 48 0,0 0 16 0,1 0-16 0,0 0 0 15,2 2 0-15,0-2 0 16,2 0-512-16,0-2-128 0,2 2 0 0,-6 0-16 0,0 0-240 16,0 0-64-16,31-4 0 0,-31 4 0 15,0 0 96-15,33-2 16 0,-33 2 0 0,0 0 0 0,34 0-272 0,-34 0-48 0,0 0-16 0,33 2 0 31,-33-2-112-31,0 0-32 0,0 0 0 0,38 6 0 16,-38-6-96-16,0 0-32 0,0 0 0 0,0 0 0 16,0 0 0-16,0 0 0 0,0 0 0 0,17 34 0 0,-21-30-16 15,-2 2 0-15,-1 0 0 0,-1-1 0 0,-1 0-192 16,0-1 144-16,-3 1-144 0,0 0 128 0,2-3-128 16,0 1 0-16,-1 2 0 0,0-3 128 0,1-1-128 15,-1 0 0-15,1 1 144 0,1-1-144 0,1 1 0 0,1-2 128 16,1 1-128-16,2-1 0 0,0 0 0 0,1 0 128 15,2 0-128-15,1 0 0 0,1 0 160 0,1-1-32 0,-2 1-128 16,0 0 192-16,0 0 64 0,0 0 0 16,34 0 0-16,-34 0 0 0,0 0 0 0,35 1 0 15,-35-1 0-15,0 0 0 0,43 8-32 0,-43-8 0 0,0 0 0 0,46 11 0 16,-46-11 16-16,0 0 0 0,41 13 0 0,-41-13 0 16,0 0-96-16,0 0-16 0,41 15 0 0,-41-15 0 15,0 0 224-15,0 0 32 16,0 0 16-16,0 0 0 0,0 0-64 0,0 0-16 0,0 0 0 0,0 0 0 15,-8 26 64-15,-4-22 0 0,-3 1 0 0,-2-1 0 16,-2 4-128-16,-3-3 0 0,-2 4-16 0,0-1 0 16,2 0-240-16,-2 0 0 0,1-1 0 0,1 0 0 15,-1-5-160-15,5 1-32 0,1-3 0 0,3 0-16912 16</inkml:trace>
  <inkml:trace contextRef="#ctx0" brushRef="#br0" timeOffset="3634.88">9602 2421 5519 0,'0'-3'496'0,"-1"0"-496"15,1-1 0-15,0 3 0 16,0-1 1168-16,0 2 144 0,0 0 32 0,1 0 0 0,-1 0-512 0,0 0-112 16,1 0-16-16,0 0 0 0,0 2-48 0,0-1-16 0,-1 3 0 0,1-1 0 15,0 0-64-15,-1 0-32 0,1 3 0 0,-1-2 0 31,1 1 160-31,-1 0 16 0,0 2 16 0,0-7 0 16,0 0 176-16,-1 29 48 0,1-29 0 0,-1 25 0 16,1-25-80-16,-1 25-16 0,1-25 0 0,0 25 0 0,0-25-320 15,2 26-64-15,-2-26-16 0,0 0 0 0,4 31-464 0,-4-31 0 0,0 0 0 0,0 0 0 32,0 0-704-32,0 0-256 0,0 0-32 0,0 0-16 15,0 0-928-15,0 0-192 0</inkml:trace>
  <inkml:trace contextRef="#ctx0" brushRef="#br0" timeOffset="4200.26">9624 2411 2815 0,'-3'-5'0'0,"0"2"128"0,1-1-128 0,1 3 144 0,0-1-144 16,1 2 0-16,0 0 0 0,0 0 0 0,-1 0 1344 0,0-1 256 15,1 0 32-15,1 1 16 0,0 0-240 0,2-2-64 16,2 2 0-16,0-2 0 0,1 1-128 0,1-1-16 0,2-1-16 15,1-1 0-15,0 1-400 0,1-2-80 16,1 2 0-16,0 0-16 0,1-2 80 0,-13 5 0 0,26-5 16 0,-26 5 0 16,26-4-192-16,-26 4-32 15,0 0-16-15,36 2 0 0,-36-2-224 0,0 0-32 0,0 0-16 0,34 14 0 16,-34-14-144-16,0 0-128 0,0 0 192 0,0 0-192 16,5 36 160-16,-9-27-160 0,-3-1 128 0,0 1-128 15,-2 0 128-15,-1-2-128 0,0 3 0 0,-1-3 128 16,0 2-128-16,-1-2 0 0,0 0 144 0,0-1-144 15,1 0 0-15,0-1 0 0,2 0 0 0,1-3 0 16,1 0 0-16,2 1 0 0,-1-3 0 0,2 2-128 0,2-4 128 16,1 2 0-16,0-2 0 0,1 1 0 15,2-1 0-15,0 0 0 0,0-1 0 0,1-1 0 0,1 1 0 0,0 1 0 16,1 0 0-16,1-1 0 0,-1 1 0 16,1 1 144-16,-1 0-16 0,-5 1-128 0,0 0 336 0,0 0-32 15,0 0-16-15,0 0 0 0,43 14 32 0,-43-14 16 16,0 0 0-16,0 0 0 0,0 0-80 0,41 23 0 15,-41-23-16-15,0 0 0 0,0 0-240 0,0 0 128 0,38 22-128 0,-38-22 0 16,0 0 0-16,0 0 0 16,0 0 0-16,0 0 0 0,0 0 0 0,0 0 0 15,0 0 0-15,0 0 0 0,0 0 128 0,-1 23-128 0,-7-20 0 16,-2-1 0-16,1 0 272 0,-1 1-32 0,-1-1-16 0,-1-1 0 16,1 1 32-16,-2 1 16 0,2-2 0 0,-1 1 0 15,0 1-144-15,0 0-128 0,1 1 192 0,-1-2-192 16,1 3 0-16,0-2 0 0,1 1 0 0,-1-1 0 15,1 2-560-15,2-2-112 0,-1 1-32 0,3 0 0 16,0 0-1024-16,2-1-224 0,1-2-32 0,2 1-9392 16</inkml:trace>
  <inkml:trace contextRef="#ctx0" brushRef="#br0" timeOffset="4507.89">10006 2415 6447 0,'-3'3'272'0,"0"-3"80"0,1 2-352 16,1-2 0-16,0 0 0 0,1 0 0 0,1 1 1584 15,-2-1 240-15,1 1 48 0,0-1 16 0,1 2 240 0,0-2 48 0,2 0 16 0,1-2 0 31,2 1-784-31,-1 0-176 0,2-3-16 0,1 1-16 16,0 0-432-16,1-1-64 0,0 1-32 0,1-1 0 0,-1 1-288 0,-9 3-48 0,23-4-16 0,-23 4 0 16,21-5-176-16,-21 5-144 15,0 0 192-15,31-5-192 0,-31 5 0 0,0 0 0 16,22-2 0-16,-18 0 0 0,0 2-608 16,-1 0-32-16,-2 2 0 0,-2-2 0 15,-1 2-1984-15,-1-2-416 0</inkml:trace>
  <inkml:trace contextRef="#ctx0" brushRef="#br0" timeOffset="4679.07">10007 2484 3679 0,'0'1'320'0,"0"-1"-320"16,1 0 0-16,-1 0 0 0,1 0 1664 0,0 0 272 0,0 1 48 0,1-1 16 0,-2 0 560 0,0 0 96 0,0 0 32 16,0 0 0-1,30-4-976-15,-30 4-192 0,0 0-48 0,26-5 0 0,-26 5-608 0,19-5-128 16,-19 5-32-16,22-5 0 0,-22 5-512 15,21-5-192-15,-21 5 0 0,20-6 144 32,-20 6-1280-32,20-7-256 0</inkml:trace>
  <inkml:trace contextRef="#ctx0" brushRef="#br0" timeOffset="5602.58">10646 2228 7359 0,'1'-2'656'0,"-1"-1"-528"0,0 3-128 0,0 0 0 0,-1 0 1136 0,0 0 192 0,1 0 32 0,-1-2 16 16,-1 2 400-16,0-2 80 16,-1 2 0-16,0 2 16 0,-1 0-544 0,0-1-112 15,1 3-32-15,-2 0 0 0,1 2-176 0,0 1-48 16,-1 2 0-16,-1 1 0 0,0 1-256 0,-1 4-64 15,0 0-16-15,-1 3 0 16,-1 2-336-16,0 1-64 0,0 2-16 0,-1-2 0 0,1 3-64 0,0-3-16 16,2 0 0-16,-1-3 0 15,3-2-352-15,-1-4-80 0,1-3-16 0,2-2 0 16,0 0-1472-16,0-2-288 0,2-2-64 0,0-1-5168 16,0 0-1040-16</inkml:trace>
  <inkml:trace contextRef="#ctx0" brushRef="#br0" timeOffset="5882.84">10643 2244 4607 0,'2'-3'400'0,"-1"2"-400"0,1-1 0 0,-1 2 0 16,-1 0 880-16,0 0 80 0,1 0 32 0,0 0 0 15,1 2 992-15,-2-2 192 0,0 0 32 0,0 0 16 16,0 0-624-16,0 0-112 0,0 0-16 0,0 0-16 15,23 38-496-15,-23-38-80 0,0 0-32 0,9 33 0 16,-9-33-144-16,5 40-48 0,-5-40 0 0,7 45 0 16,-7-45-176-16,6 53-32 0,-6-53-16 0,6 52 0 15,-6-52-224-15,8 45-32 0,-8-45-16 0,0 0 0 32,14 44-560-32,-14-44-112 0,0 0-32 0,0 0 0 15,0 0-976-15,24 34-192 0,-24-34-32 0,0 0-8496 0</inkml:trace>
  <inkml:trace contextRef="#ctx0" brushRef="#br0" timeOffset="6143.2">10466 2462 6447 0,'-2'3'272'0,"0"0"80"0,1 0-352 0,1-2 0 15,1-1 0-15,-1 2 0 0,1-2 1664 0,1 1 256 0,-2-1 48 0,0 0 16 16,0 0-688-16,0 0-128 0,0 0-16 0,39-1-16 16,-39 1 128-16,23-8 16 0,-9 4 16 0,0-2 0 15,1 1-144-15,-1 0-16 16,0-2-16-16,1 2 0 0,-15 5-752 0,26-7-160 16,-26 7-16-16,24-5-16 15,-24 5-1376-15,0 0-272 0</inkml:trace>
  <inkml:trace contextRef="#ctx0" brushRef="#br0" timeOffset="6583.94">11049 2343 5519 0,'-1'0'240'0,"1"0"64"0,0 0-304 0,-1 0 0 0,1 0 0 0,-1 0 0 0,0 1 1328 0,1-1 208 32,-2 2 32-32,0 1 16 0,-1-1 208 0,-1 3 64 15,1-1 0-15,-1 2 0 0,1 0-624 0,-1 2-112 16,1-1-32-16,3-7 0 0,-6 20-288 0,6-20-64 15,-4 23-16-15,4-23 0 0,-1 26-80 0,1-26-32 16,0 0 0-16,7 31 0 0,-7-31-48 0,0 0-16 16,0 0 0-16,32 16 0 0,-32-16-288 0,22-7-64 15,-8 0-16-15,-2 0 0 0,2-1-16 0,-1-3 0 16,2 1 0-16,-2-2 0 0,-1 3 768 0,0-3 160 0,-1 0 16 16,-1 0 16-1,-2 1-1712-15,-1 1-352 0,-2 1-64 0,-1-1-16 0,-2 0 816 0,-3 3 208 0,-2 0 0 16,-1 3 0-16,-3-1 720 0,0 0 240 0,-4 3 32 0,-1 0 16 15,0 1-880-15,0 1-128 0,0 0 0 0,0 3-160 32,0-1-992-32,2-2-192 0,0 3-32 0,1 1-16 0,3-3 176 15,0 1 48-15,3 0 0 0,1-1-10288 0</inkml:trace>
  <inkml:trace contextRef="#ctx0" brushRef="#br0" timeOffset="6917.5">11505 2209 2751 0,'0'-3'256'0,"0"1"-256"15,0 1 0-15,0 1 0 0,-1 0 1344 0,0 0 208 16,0 0 48-16,0-1 16 0,-2 1 1024 0,0 0 208 0,1 0 32 0,-1 2 16 15,0 0-880-15,-1 3-176 0,1 0-48 0,1 2 0 16,2-7-448-16,-6 19-80 0,6-19-32 16,-6 28 0-16,6-28-304 0,-6 32-64 0,6-32-16 0,-6 41 0 15,4-18-384-15,2-23-80 0,-3 47 0 0,3-47-16 16,1 43-224-16,-1-43-144 0,4 36 192 0,-4-36-192 31,0 0-480-31,0 0-208 0,8 37-32 0,-8-37-16 0,0 0-352 16,0 0-80-16,0 0-16 0,0 0 0 0,0 0-224 0,4-3-32 0,-5-1-16 15,0-5-9408-15</inkml:trace>
  <inkml:trace contextRef="#ctx0" brushRef="#br0" timeOffset="7316.2">11417 2290 5295 0,'-1'-12'0'0,"1"2"224"0,-1 3-64 0,0 0 0 0,1 5-160 0,0 0 0 0,1 1 0 0,0-4 0 15,0 1 2016-15,2-4 368 0,1 0 80 0,1 2 16 0,0 2-544 0,2-1-96 16,-1 2-32-16,1 1 0 0,-7 2-368 0,17-2-80 15,-17 2-16-15,22-5 0 16,-22 5-416-16,22-4-96 0,-22 4 0 0,27-3-16 0,-27 3-496 0,27-2-80 16,-27 2-32-16,29-2 0 0,-29 2 0 0,0 0 0 15,40 9 0-15,-40-9 0 0,0 0-80 0,0 0-128 16,37 33 176-16,-37-33-176 0,0 0 128 0,0 0-128 16,9 40 0-16,-12-32 0 0,0-1 0 0,-2 2 0 15,-1-4 0-15,-2 3-144 0,-2-2-240 0,-1 1-64 16,-1 0 0-16,-1 0 0 0,0-2-448 0,-2 1-112 0,0-2-16 15,1 0 0-15,0 1-160 16,0-4-32-16,3 0-16 0,-1-1 0 0,3 0 1040 0,1-1 192 0,0 0 0 0,2-1 0 16,0-1 464-16,3-1-16 0,0 1 0 0,1 1 0 15,2 0 384-15,2-1 64 0,1 0 0 0,0 1 16 16,3 2 272-16,-6 0 48 0,0 0 16 0,0 0 0 16,31 5-144-16,-31-5-16 0,0 0-16 0,0 0 0 15,45 23-384-15,-45-23-80 0,0 0-16 0,40 25 0 16,-40-25-272-16,32 22-48 15,-32-22-16-15,37 23 0 0,-37-23-96 0,38 21-32 0,-38-21 0 16,39 21 0-16,-39-21-320 0,38 19-80 0,-38-19-16 0,34 10-10640 16,-34-10-2128-16</inkml:trace>
  <inkml:trace contextRef="#ctx0" brushRef="#br0" timeOffset="12396.82">4798 3271 6447 0,'0'-2'576'0,"-1"0"-576"15,0 1 0-15,0 1 0 0,1 0 880 0,-1 0 64 16,-1-2 16-16,-1 2 0 0,-1 0 128 0,1-2 16 16,-1 2 16-16,1 0 0 0,0 2-304 0,1-2-64 15,0 2-16-15,0 1 0 0,0 2 64 0,0-2 16 16,0 1 0-16,1 1 0 0,0 1 64 0,-1-1 16 15,1 2 0-15,-1 1 0 0,0-1-160 0,1 2-32 0,-1 1 0 0,1 2 0 16,0 0-256-16,-1 2-48 16,0-2-16-16,0 2 0 0,0 0-128 0,-1 0-48 15,1 0 0-15,-1 1 0 0,0 1-48 0,0-4-16 0,0-1 0 0,2-1 0 16,-2-2-144-16,1-2 192 0,1-1-192 16,0 0 192-16,1-4-192 0,-1 0 0 0,2-1 0 0,-1-2 0 15,1 0 0-15,0-3 0 0,0 0 0 0,1-2 0 16,0 1 0-16,0-2 0 0,2-1-176 0,-1 1 176 0,1-2-272 0,-1 1 16 15,2 0 16-15,-1-2 0 16,1 0 96-16,1-1 16 0,0 1 0 0,0 1 0 0,0-1 128 16,0 2 0-16,-1-1 0 0,1 2 0 0,0 1 0 0,-2 2 0 15,2 0 0 1,-1-1 0-16,0 1 0 0,0 0 0 0,0 3 0 0,1-3 128 16,-1 2 0-16,0-1 0 0,0 0 0 0,-1 0 0 0,1 2 64 0,-1 0 32 15,-1 0 0-15,1 0 0 0,-1 1 0 16,0 1 0-16,-1 0 0 0,0 1 0 15,0 1-80-15,-1 1-16 0,1 0 0 0,-2 3 0 16,1 0 16-16,-2 2 0 0,1 1 0 0,-1 0 0 0,0 1 16 0,0 0 0 16,0 2 0-16,0-3 0 0,-1 0-16 0,1 1 0 15,0-2 0-15,0 0 0 0,1 2-144 0,-1-5 0 16,0 2 144-16,1-3-144 0,-1-1 0 0,1-1 0 0,0 1 0 16,0-2 0-16,1 0 0 0,-1-1 0 0,1-1 0 0,0 0 0 15,0-1 0-15,-1 1 0 16,1-3 0-16,1 1 0 0,0 1 0 0,1-3 0 15,-1 0 0-15,1-1 0 0,0-2-192 0,1 1-16 0,0 0 0 0,-1-2 0 16,2 1-80-16,0 0-16 0,-1-1 0 0,2 0 0 16,-1 2 304-16,1-2-192 15,0 2 192-15,-1-1-160 0,1 2 160 0,-1 0 0 16,1 3 0-16,-2 0 0 0,0 0 0 0,0 3 0 16,0 0 0-16,-2 0 0 0,1 1 0 0,0 1 224 0,-1 1-48 0,0 0-16 15,0 0 32-15,-1 0 0 16,0 1 0-16,0-1 0 0,0 1-64 0,0 1 0 15,-1-1 0-15,1 1 0 0,-1-1-128 0,1 0 160 0,-1 3-160 0,0-3 160 16,1 4 16-16,-1-2 0 0,0 0 0 0,0 1 0 16,0 0-32-16,1-1 0 0,-1 3 0 0,0 0 0 15,1 0-144-15,-1 0 192 0,1 2-192 0,-1-2 192 16,1 2-192-16,-1-4 0 0,2 1 0 0,0-2 0 16,0-1 0-16,0 0 0 0,0-5-176 0,1 0 176 15,-1 0-1120-15,2-5-144 16,0 0-16-16,-1-1-11712 0</inkml:trace>
  <inkml:trace contextRef="#ctx0" brushRef="#br0" timeOffset="12637.7">5151 3264 911 0,'-2'-4'0'0,"1"3"0"16,1-1 0-16,-1 2 0 0,1 0 1488 0,0 0 224 15,0 0 32-15,0 0 16 0,-1 2 720 0,1-1 144 16,0 1 16-16,0 0 16 0,1 1-544 0,0-1-128 0,1 1 0 0,1 1-16 15,-1-3-912-15,2 0-176 0,1 1-48 0,-1-1 0 16,1 1-544-16,1-2-112 0,-1 2-32 0,0-1 0 16,0 1-144-16,-1 0-224 15,0 0 48-15,0 1 16 16,-2-1-928-16,1 1-192 0,-1 0-48 0,-1 0-5824 0,-1 3-1168 16</inkml:trace>
  <inkml:trace contextRef="#ctx0" brushRef="#br0" timeOffset="12816.15">5145 3356 5119 0,'-1'0'0'0,"0"0"224"0,1 0-64 0,0 0-16 0,0 1-144 0,0 1 0 0,0-2 0 16,0 3 0-16,-1 2 1648 0,0 1 288 0,1 3 64 0,0-1 16 0,0 2-608 16,0-1-112-16,1 2-16 0,0-1-16 15,-1 0-704-15,1-1-144 0,0 0-32 0,1-1 0 0,0-2-384 16,0-2-320-16,1 0 48 0,0-2 16 15,1-2-1152 1,0-2-208-16</inkml:trace>
  <inkml:trace contextRef="#ctx0" brushRef="#br0" timeOffset="13191.32">5321 3290 6447 0,'0'-1'272'0,"1"0"80"0,1 1-352 0,-2 0 0 0,0 1 0 16,0 0 0-16,0-1 1712 0,0 3 272 0,0 1 48 0,0 3 16 15,-1 1 80-15,0 3 32 16,0-1 0-16,0 1 0 0,-2-1-768 0,1 2-160 0,0 0-16 0,0-3-16 16,0 1-656-16,2-1-128 15,0 1-32-15,-1-3 0 0,1 1-384 0,0-2 0 0,0 0 0 0,1-2 0 16,-1 0 0-16,2-3 0 16,-1 1 0-16,1-2 0 0,-1 0 0 0,1-2 0 0,-1 1 0 0,0-3 0 15,0 1 0-15,0 1 0 0,-1-3 0 16,2 0 0-16,0-1-192 0,0-2 192 0,0 1-160 0,0-2 160 15,0-1-208-15,0 1 48 0,0-1 16 0,0 1 0 16,1-2 144-16,0 2 0 0,-1-2 0 0,2 1-128 16,1 2 128-16,-1-1 0 0,1 1 160 15,0 0-160-15,-1 3 192 0,2-2-64 0,0 3-128 0,1 1 192 16,-2 1 0-16,2 0-16 0,-1 4 0 0,0 0 0 16,1 1 96-16,-1 1 32 0,-6-4 0 0,0 0 0 0,0 0 80 15,0 0 0-15,31 34 16 0,-31-34 0 16,0 0-144-16,0 0-48 0,0 0 0 0,22 44 0 15,-22-44 0-15,0 0 0 0,0 0 0 0,13 36 0 16,-11-31-208-16,0 2 0 0,-1-3 0 0,1-1 0 16,-1 0-160-16,1-1-80 0,-1 0-16 0,1-2-13488 15</inkml:trace>
  <inkml:trace contextRef="#ctx0" brushRef="#br0" timeOffset="14149.36">5938 3269 3679 0,'3'-3'320'0,"-1"-1"-320"0,0 1 0 0,-1 1 0 16,-1 2 1152-16,1-3 176 0,0 0 16 0,2-3 16 0,2-1 544 0,-1 0 96 15,-2 1 32-15,1 2 0 16,-2 2-288-16,0 2-48 0,-1 0-16 0,-1 3 0 0,-1 0-544 0,0 1-112 16,0 3-32-16,-1-1 0 15,0 3-288-15,-1 0-64 0,1 2-16 0,-1-2 0 0,1 1-240 0,0 3-64 16,1 0 0-16,1 1 0 0,-1 0-192 0,1-1-128 15,1 1 160-15,1-2-160 0,1-3 192 0,0 1-48 16,-2-10-16-16,0 0 0 0,0 0-128 0,0 0 0 16,0 0 0-16,40 31 0 0,-30-31 128 15,1-2-128-15,-1-1 0 0,0-2 128 0,2-2 0 0,0-1-128 16,1-3 192-16,0 1-64 0,0-1 0 0,-1-1-128 16,-1-2 192-16,-1 0-64 0,-2 1-128 0,-3 0 0 0,0 0 0 0,-3 1 0 15,-2 1 0-15,-2 1 0 0,-2 0 0 0,-2 1 0 16,-1 2 0-16,-2-2 0 0,-1 4 0 0,0 2 0 15,0 1 0-15,-2 0 0 0,1 4 0 0,1 1 0 16,1 1 256-16,0 1-48 0,1 2 0 0,3 0 0 16,-1-1-16-16,2 2 0 0,1-3 0 0,0 2 0 15,2-1-192-15,1 0 0 0,1-1 128 0,1-1-128 0,0-1 0 16,2 0 0-16,1-1 0 0,2 0 0 16,1-2 0-16,0 0-192 0,2-2 192 0,1 0-160 15,1-1-800-15,1-2-176 0,2 1-16 0,0-2-16 16,0 0-1072-16,1-1-224 15,-2 0-32-15,2-1-16 0,-1 1 544 0,0 1 112 0,1 0 32 0,-2-1 0 16,0 2 752-16,-1-3 160 0,0 2 16 0,-1-1 16 16,-3 2 624-16,-1 0 256 0,0 2-192 0,-2 0 192 0,0 0 576 0,-2 1 224 15,0-1 48-15,-1 2 16 0,-1 0 544 0,-1-1 96 16,0 0 32-16,-1 1 0 0,0 1 80 16,-1 0 32-16,1 0 0 0,-2 0 0 0,1 3-368 15,-1-1-64-15,0-1 0 0,0 2-16 16,0 1-368-16,1 1-64 0,0 1 0 0,0-1-16 0,0 2-224 0,0 2-32 0,1 1-16 0,-1-1 0 15,1 3-160-15,0-2-48 16,0 2 0-16,0 1 0 0,1 0-48 0,0 3-16 0,0 1 0 0,0 1 0 16,-1-1-16-16,1 0 0 15,-1 0 0-15,0 4 0 0,0 1-192 0,0 1 128 0,1 0-128 0,0-1 0 16,-1-22 0-16,4 36 0 0,-4-36 0 0,0 0 0 16,6 32-480-16,-6-32-96 0,0 0 0 0,0 0-16 31,0 0-464-31,0 0-96 0,0 0 0 0,13-4-16 0,-12-5-784 0,-1 1-160 0</inkml:trace>
  <inkml:trace contextRef="#ctx0" brushRef="#br0" timeOffset="14432.25">6292 3248 3679 0,'-3'-5'160'0,"1"2"32"0,0 1-192 0,1 0 0 0,1 2 0 0,0 0 0 15,0-2 1792-15,0 1 320 0,1-1 64 0,1-3 16 16,2 3-16-16,0-3 0 0,1-1 0 0,1 0 0 15,1 1-1056-15,0 1-224 0,3-3-32 0,-1 2-16 16,0 0-304-16,3 0-64 0,-1 1-16 0,0 1 0 0,1 1-256 0,-12 2-48 16,0 0-16-16,0 0 0 15,41 11-144-15,-41-11 0 0,0 0 144 0,0 0-144 16,25 38 0-16,-25-38 144 0,2 27-144 0,-4-13 0 16,-1-2 192-16,-2 2-64 0,-2-2 0 0,-1 0-128 15,1 0 256-15,-3 0-48 0,2-1-16 0,-1 0 0 0,1-2 0 0,0-1 0 16,1 0 0-16,-1-3 0 0,3 0-192 15,0-3 128-15,1 0-128 0,2-3 0 16,1-2-352-16,0 0-160 0,2-2-48 0,0-2-10864 16</inkml:trace>
  <inkml:trace contextRef="#ctx0" brushRef="#br0" timeOffset="14814.29">6488 3269 3679 0,'1'2'320'0,"0"1"-320"0,0-1 0 0,0-2 0 16,0 2 2000-16,-1 0 336 0,2 1 64 0,0 3 16 15,2 2 688-15,-4-8 144 0,0 0 16 0,0 0 16 16,0 0-1392-16,32 31-288 0,-24-29-48 0,1-2-16 16,2 0-800-16,-1-2-160 0,0-2-48 0,2-1 0 15,0 0-352-15,0 0-176 0,0-2 160 0,0 0-160 16,0 0 0-16,-1-1 0 0,0 2 0 0,-3-1 0 16,0 2 0-16,-1-3 0 0,-2 4 0 0,-2-4 0 15,0 4 0-15,-2-3 0 0,-1 1 0 0,-2 0 0 0,-1 1 0 0,-1 1 0 16,-1-2 0-16,-1 2 0 15,0 2 0-15,-2-3 0 0,-1 2 0 0,-1 1-160 0,0 2 624 0,0 0 128 16,-1 0 32-16,2 2 0 16,1 3-1632-16,1-2-320 0,2 2-64 0,-1 2-16 0,1-1 1232 0,2 4 176 15,0 2 176-15,1 0-48 0,0 0 368 0,2 2 64 16,0-1 16-16,1 0 0 0,0-1-224 0,-1-12-32 16,0 0-16-16,11 33 0 0,-11-33 32 0,0 0 16 15,0 0 0-15,0 0 0 0,38 27-176 16,-29-25-48-16,0-2 0 0,0 0 0 0,0-2-128 15,0 1 0-15,1-4 0 0,-1 3-176 16,1-5-496-16,0 2-96 0,0 0-32 0,0-2 0 16,-1 1-1552-16,2-2-304 0</inkml:trace>
  <inkml:trace contextRef="#ctx0" brushRef="#br0" timeOffset="15198.04">6802 3240 5519 0,'0'-2'240'0,"0"0"64"0,0 2-304 0,0-2 0 15,0 1 0-15,0 1 0 0,1 0 1264 0,0 0 192 16,0-2 32-16,2-1 16 0,2 0 416 0,-1 0 96 16,2 0 16-16,-1 1 0 0,1 1-832 0,0-1-176 0,0 1-16 0,2 1-16 15,-2-1-352-15,1 1-64 0,0 1 0 0,-1 0-16 16,1 1-288-16,-1 1-48 0,-6-3-16 0,0 0 0 0,0 0-80 0,0 0-128 16,0 0 176-16,0 0-176 15,37 36 208-15,-37-36-64 0,0 0-16 0,0 0 0 16,0 0-128-16,13 40 128 0,-12-33-128 15,-1 0 128-15,-1 0-128 0,0 0 128 0,0-2-128 0,-2 0 128 16,1 0 32-16,-1-1 0 0,1-1 0 0,0-1 0 0,0 0 32 0,-1-1 16 16,1-1 0-16,0-1 0 0,1-1 112 15,-1-1 0-15,1 1 16 0,0-2 0 0,0-3 48 0,1 2 16 16,1-3 0-16,0-1 0 16,1 0-48-16,0-2-16 0,3 0 0 0,0-3 0 0,0 1-48 0,1 0-16 15,0-1 0-15,2 0 0 0,-2 2-80 16,1 1-32-16,-1 2 0 0,1 0 0 0,-1 1-160 0,1 2 0 15,0 1 0-15,0 1 0 0,-1 1 416 0,1 3 160 16,-1-2 16-16,1 4 16 16,-2-1-3120-16,1 1-624 0,-1 1-128 0,1 0-5040 0,-6-3-992 0</inkml:trace>
  <inkml:trace contextRef="#ctx0" brushRef="#br0" timeOffset="15915.93">7111 3212 4607 0,'2'1'192'0,"-1"-1"64"0,1 1-256 0,-1-1 0 16,0 0 0-16,0 0 0 0,0 0 1504 0,0 0 256 15,1-1 48-15,-1 0 16 0,3 1 288 0,0-2 48 16,0-1 16-16,-1 0 0 0,0 1-704 0,0 0-144 16,1-3-32-16,-2 0 0 0,1 2-640 0,0-2-128 0,0 1-16 0,-1 0-16 15,0-1-256-15,0 0-48 0,0 1-16 0,-1-1 0 16,-1 0-16-16,0 3 0 16,-1-3 0-16,0 0 0 0,-2 3 0 0,0 0 0 0,0-1 0 0,-2 3 0 15,0-2 112-15,-1 2 32 0,0 0 0 0,-2 2 0 16,2 1 80-16,-1-1 0 0,2 1 16 0,-2 2 0 15,1 0-80-15,1 1-32 0,-1 1 0 0,1 0 0 16,1 0 736-16,0 3 128 0,1 0 48 0,1 1 0 16,1-2-1648-16,0 1-320 15,1 2-64-15,1-4 0 0,1 0 832 0,0 0 0 0,0-3 208 0,2 0-32 0,1-1-176 0,0-2 0 16,1 0 0-16,0-2 0 0,2 0 0 0,-2-2 0 16,3 0 0-16,-2-2 0 0,2-1 0 0,0 2 0 15,0-4 0-15,0 0 0 0,0-1 0 16,1-1-144-16,-2 0 144 0,0-1-160 0,0 3 16 15,-3-2 0-15,2 1 0 0,-3 0 0 0,-1 2 16 16,0-1 0-16,-1 2 0 0,0 2 0 0,-1 0 128 0,-1 2 0 16,0-1 0-16,-1 2-128 0,0 2 128 0,0-1 0 15,0 1 0-15,0 0 0 0,0 3 0 0,0 0 0 0,0-1 0 16,0 3 0-16,0 0 0 0,1 1 0 0,1 1 0 0,1-2 128 16,0 0 0-16,0 0 16 0,-2-7 0 0,0 0 0 15,0 0-16-15,0 0-128 0,0 0 192 0,0 0-64 16,0 0-128-16,39 12 0 0,-33-16 0 0,3-1 0 15,-1-1 0-15,0 0 0 0,0-1 0 0,0-2 0 16,1 2 0-16,-1-1 0 0,0-1 0 0,0 2-176 16,-1-3-480-1,1 1-112-15,0-1 0 0,-1 1-16 0,1-1-176 16,-2 0-48-16,1 1 0 0,-3 1 0 0,1-1 384 16,-1 1 80-16,-1 0 16 0,-1-2 0 0,0 3 336 0,-1 0 192 0,0-2-192 15,-2 2 192-15,1 0 0 0,-1 2 0 0,-1 0 160 0,1 2-32 0,0 1 448 0,0 0 112 16,1 2 16-16,0 0 0 15,-1 0 0-15,1 1 16 0,0 0 0 0,-1 1 0 16,1 2-416-16,0 0-96 0,0 0-16 0,0 2 0 16,0 0-16-16,0 2-16 0,0 1 0 0,0 3 0 15,1-1 48-15,-1 4 16 0,1-1 0 0,-1 3 0 0,0-17-224 16,3 31 144-16,-3-31-144 0,3 33 128 16,-3-33-128-16,0 0 0 0,5 38 0 0,-5-38 0 0,0 0-176 0,0 0-64 15,0 0-16-15,0 0 0 16,0 0-656-16,0 0-144 0,0 0-32 0,0 0 0 0,0 0-960 0,0 0-192 0</inkml:trace>
  <inkml:trace contextRef="#ctx0" brushRef="#br0" timeOffset="16159.56">7342 3086 1839 0,'-3'-1'160'0,"0"0"-160"15,2 1 0-15,0 0 0 0,1 0 1344 0,-1 0 256 16,-1 0 32-16,-1-2 16 0,0 2 1024 0,0 0 208 0,-1 0 32 0,2 0 16 15,1 2-608-15,1-2-112 16,1 2-32-16,1 0 0 0,2 1-800 0,1-1-160 0,0 1-48 16,2-2 0-16,0 0 144 0,0 1 32 0,3-2 0 0,-1 0 0 31,2 0-1680-31,-1 0-336 0,1-2-64 0,1 2-16 0,-2-2 752 0,1-1 208 16,0-1 16-16,1 1 0 0,-1-1-224 0,0-2 0 15,1 2 0-15,-2-1 0 16,0 0-496-16,-1 1-80 0,0-1-32 0,1-1 0 15,0 1-1632-15,-1 0-320 0,0 2-64 0,-3-2-8528 0</inkml:trace>
  <inkml:trace contextRef="#ctx0" brushRef="#br0" timeOffset="16317.2">7591 3034 6847 0,'-1'2'144'0,"1"-2"48"0,0 1 0 0,-1-1 0 0,1 0-192 0,0 0 0 0,1 0 0 0,-1 2 0 0,2-2 2256 0,0 0 432 15,0 0 64-15,1 0 32 16,1 0-1408-16,0-2-288 0,1 1-48 0,0-1-16 0,1 2-704 0,0 0-128 15,0-2-48-15,0 2 0 16,-1 0-1008-16,0-2-208 0,0 2-32 0,-1 2-7152 16</inkml:trace>
  <inkml:trace contextRef="#ctx0" brushRef="#br0" timeOffset="16522.7">7616 3100 4479 0,'-1'3'0'0,"0"-1"192"0,0-1-48 0,0 1-16 0,1 0-128 0,0-2 0 16,-1 1 0-16,1 2 0 0,-1 1 1696 0,1 2 304 16,-1 4 64-16,0-1 16 0,1 3-80 0,0 0-16 15,1-1 0-15,-1 1 0 0,0 1-384 0,0-13-64 0,0 0-32 16,4 33 0-16,-4-33-576 0,0 0-112 0,0 0-32 0,0 0 0 16,0 0-608-16,0 0-176 15,19 35 0-15,-16-37 0 0,1 2-336 16,0-3-144-16,0 1-32 0,-1 0-11152 0</inkml:trace>
  <inkml:trace contextRef="#ctx0" brushRef="#br0" timeOffset="17248">7753 3103 6159 0,'0'-5'128'0,"-1"1"16"0,1 1 16 0,0 0 32 0,1 3-192 0,-2 0 0 16,1 0 0-16,0-2 0 15,0 2 1920-15,-1-1 352 0,0 0 64 0,0 2 16 16,0 2-304-16,-1 0-64 0,-1 2-16 0,1 2 0 16,-1 2-704-16,1 1-144 0,0 2-32 0,-1 2 0 0,1-1-464 0,0 2-112 15,1 0 0-15,0 1-16 0,1-1-112 0,0-15-32 16,0 0 0-16,6 33 0 0,-6-33-128 0,0 0-32 0,0 0 0 0,0 0 0 16,0 0-192-16,0 0 128 0,0 0-128 0,42 11 0 15,-36-17 160-15,2-2-160 0,-1 1 160 0,0-2-160 16,0-1 0-16,-1 0 0 15,0-1 0-15,-1 1-160 16,-1 1-224-16,0-2-32 0,-1 1-16 0,-1 0 0 0,-2 1-16 0,0-1 0 0,-1 3 0 0,-1-2 0 16,-1 1 160-16,0 1 32 0,-1 0 0 0,-1 2 0 15,-1-2 256-15,1 3-128 0,-1 1 128 0,-1-1 0 16,0 3 0-16,0 2 0 0,0 0 0 0,0 2 0 0,1 2 336 0,-1-1 32 16,1 1 0-16,2 0 0 0,-1 2 80 0,1-2 32 15,1 2 0-15,0-2 0 0,2 2 48 0,0-2 16 16,1-1 0-16,1-1 0 0,1 0-160 0,1-1-48 15,1 0 0-15,1-2 0 0,1 0-160 0,-1-2-48 16,3-1 0-16,-1-1 0 0,1 1-128 0,1-1 128 16,-1-2-128-16,1 2 128 0,0-1-128 0,0-2 0 15,1 2 0-15,0-2 0 0,0 0 0 0,1 1 0 16,-1 0 0-16,-1 0 0 16,1 0 0-16,0 1 0 0,-1 1 0 0,-2-1 0 0,0 2 0 0,-1 0 0 15,2 2 0-15,-2-1 0 0,0 2 0 0,-1 0 0 0,0 2 0 0,0 2 0 16,-2 1 0-16,0 0 160 0,-1 5-160 0,0-3 160 15,-1 2-160-15,0 2 160 0,-1-11-160 0,1 23 160 16,-1-11-160-16,0 0 128 0,-1 1-128 0,1-3 128 16,-1 1 64-16,1-3 16 0,0-1 0 15,0 0 0-15,0-4 0 0,1 1 0 0,0-3 0 0,0-1 0 16,2-1-64-16,0-2-16 0,0-1 0 0,1-1 0 16,-1-2-128-16,2 0 0 0,0 0 144 0,1-3-144 15,0-1 0-15,0 1 0 0,1-1 0 0,-1 1 0 16,1-2 0-16,-1 0 0 0,1 2 0 0,-1 1 0 15,0 2 0-15,0 0 0 0,0 2 0 0,-3 1 0 16,2 3 0-16,-1 2 0 0,-2 3 0 0,1 1 0 16,-1 4 0-16,-2-9 0 0,0 0 0 0,3 40 0 0,-3-22 0 0,0 2 0 15,-1 2 0-15,0 0 0 0,0 1 0 0,1-3 0 16,0 0 0-16,0-3-15648 16</inkml:trace>
  <inkml:trace contextRef="#ctx0" brushRef="#br0" timeOffset="51907.38">8898 3653 1839 0,'0'0'160'0,"0"-2"-160"16,0 2 0-16,0-1 0 0,0 1 736 0,0 0 112 16,-1 0 32-16,1-2 0 0,0 1 496 0,-1 0 96 15,1-2 32-15,-1 1 0 0,2 0-64 0,-1 1-16 16,0-1 0-16,0 2 0 0,1-1 0 0,-1 0 0 16,0-1 0-16,0 0 0 0,0 1-448 0,0-1-80 15,0 2-32-15,1 0 0 0,-1-2-64 0,0 1-16 16,0 1 0-16,0 0 0 0,0 0-192 0,0 1-32 15,1 1-16-15,-1 0 0 0,-1 1-32 0,1 0 0 16,-1 1 0-16,0 3 0 0,0 0-192 0,0 2-32 16,0 1-16-16,-1 0 0 0,1 2-144 0,-1 4-128 15,0 2 144-15,1 4-144 0,-1-1 128 0,-1 1-128 0,1 4 0 16,0-2 144-16,0 2-144 0,1 0 0 0,-2-3 0 0,2-1 0 16,0-4 0-16,1-3 0 0,0-1 0 0,1-5 0 15,0-1 0-15,0-3-176 0,1 0 176 0,-1-3-128 16,0 0-592-16,1-4-112 15,1 2-32-15,0-5-7952 0,0 0-1584 0</inkml:trace>
  <inkml:trace contextRef="#ctx0" brushRef="#br0" timeOffset="52536.72">8855 3720 4479 0,'-2'-3'0'0,"0"0"192"0,1 1-48 0,0 2-16 0,0 0-128 0,1 0 0 15,0 0 0-15,0-1 0 0,-1 1 2288 0,0-1 416 0,0 1 96 16,1 0 16-16,1 0-1120 0,1-2-224 0,1 2-32 0,2-2-16 16,0 1-512-16,2-2-96 0,2 1-32 0,0 0 0 15,1 0-112-15,-10 2-32 0,0 0 0 0,31-7 0 16,-31 7-384-16,0 0-96 16,35-1-16-16,-35 1 0 0,0 0 16 0,0 0 0 15,47 14 0-15,-47-14 0 0,0 0-32 0,0 0-128 0,38 24 192 16,-38-24-64-16,0 0 16 0,0 0 0 0,0 0 0 0,26 32 0 15,-26-32-144-15,0 0 160 0,0 0-160 0,0 0 160 0,2 28 32 0,-7-23 16 32,0 2 0-32,-1-1 0 0,-1-1-208 0,0 2 128 0,-1-2-128 0,-1 1 0 15,1 0-192-15,-1-1-128 0,0-1-16 16,1 1-16-16,1 0 96 0,0-3 32 0,2 1 0 0,-1-1 0 16,2 1 224-16,1-3 0 0,0 0 0 15,0 2 0-15,1-2-144 0,1 0 144 0,1 0-128 0,-1 0 128 0,2-2-160 0,0 2 160 16,1-2-192-16,0 1 192 0,0 1-272 0,1-2 48 15,0 0 16-15,2 1 0 0,0-1 208 16,-1 2 0-16,2 0 0 0,-1-2 0 16,2 2 0-16,-1 0 0 0,2-2 0 0,0 1 0 0,-8 1 0 0,0 0 0 0,0 0 144 0,35 3-144 15,-35-3 320 1,0 0-16-16,0 0-16 0,40 9 0 0,-40-9 32 16,0 0 0-16,0 0 0 0,0 0 0 0,45 24-192 0,-45-24-128 15,0 0 144-15,0 0-144 0,0 0 144 0,0 0-144 0,0 0 128 16,0 0-128-16,0 0 496 0,24 33 16 15,-26-30 0-15,-2 1 0 0,-1-1-192 0,-1 0-16 16,0 0-16-16,-3 2 0 0,1-1-160 0,-2-1-128 16,-1 2 192-16,-1 0-192 0,1 2 144 0,-1-2-144 15,0 0 0-15,0 2 144 0,1-3-144 0,1-1 0 16,-2 2 0-16,1-2 0 0,0 0 0 0,1 0 0 16,1-1 0-16,-1 1 0 0,1-2 0 0,2-1 0 15,0 1 0-15,1-1 0 0,0-1-144 0,1 0-64 16,1-1-16-16,0 1 0 15,2 0-1568-15,-1 0-304 0</inkml:trace>
  <inkml:trace contextRef="#ctx0" brushRef="#br0" timeOffset="53279.25">9286 3836 911 0,'-1'0'0'0,"0"0"0"0,-1 0 0 0,2 0 0 0,0 0 800 0,0 0 80 16,0 0 16-16,0 2 0 0,0-2 192 0,-1 0 32 0,1 1 16 0,0-1 0 15,0 1-240-15,0-1-64 16,1 0 0-16,-1 0 0 0,2 0-208 0,0 0-48 0,1 0-16 16,-1 0 0-16,1 0-64 0,-1-1-16 0,2 1 0 0,0-1 0 15,0 1 144-15,-1 0 16 16,1 0 16-16,1-2 0 0,-1 2-16 0,2 0-16 15,0-2 0-15,1 1 0 0,0 1-48 0,0-2 0 16,-2 1 0-16,3 1 0 0,-1-2-80 0,2 1-32 16,-9 1 0-16,0 0 0 0,33-5-48 0,-33 5-16 15,0 0 0-15,36-6 0 0,-36 6-64 0,28-3-16 0,-16 2 0 0,0-2 0 16,-12 3 128-16,28-4 32 0,-28 4 0 16,0 0 0-16,38-4-96 0,-38 4 0 0,29-5-16 0,-29 5 0 0,26-3-112 0,-26 3-32 15,28-3 0-15,-28 3 0 16,29-2-224-16,-29 2 0 0,32-2 0 0,-32 2 0 15,34-3 0-15,-34 3 0 0,36 0 128 0,-36 0-128 16,38-2 0-16,-38 2 0 0,40 0 0 0,-40 0 0 0,39 0 0 0,-39 0 0 16,39 0 0-16,-39 0 0 0,39-3 0 0,-39 3 0 0,38-2 128 0,-38 2-128 15,38 0 0-15,-38 0 128 0,42 0-128 0,-42 0 0 16,49 3 128-16,-49-3-128 0,50 2 0 0,-50-2 0 16,46 3 0-16,-46-3 128 0,46 2-128 0,-46-2 0 15,41 2 0-15,-41-2 0 16,44 0 128-16,-44 0-128 0,46 0 0 0,-46 0 0 15,54 2 0-15,-54-2 0 0,58 1 0 0,-58-1 0 0,55 1 0 0,-55-1 0 16,48 1 0-16,-48-1 0 0,41 0 128 0,-41 0-128 16,47-2 128-16,-47 2 0 0,48-1-128 0,-48 1 192 15,43-2 704-15,-43 2 144 0,42-2 32 0,-42 2 0 16,39-3-864-16,-39 3-208 0,34-2 0 0,-34 2 0 16,30 0-768-1,-30 0-208-15,0 0-48 0,0 0 0 0,34-3 640 0,-31 3 112 0,-2 0 16 0,-2 0 16 16,-1 0-2000-16,0 0-416 0</inkml:trace>
  <inkml:trace contextRef="#ctx0" brushRef="#br0" timeOffset="53646.51">10810 3674 5807 0,'-4'2'256'0,"1"-2"64"0,0 0-320 0,1 0 0 0,0 1 0 0,1 1 0 16,-1-2 1456-16,0 2 224 0,-1 1 48 0,-2-1 16 0,0 3-80 15,1-2-32-15,0 1 0 0,2 0 0 0,0-1-608 0,1 0-128 0,2 0-32 0,0-2 0 32,2 1 64-32,1 1 16 0,0-3 0 0,3 2 0 15,-1-2 80-15,3 0 0 0,-9 0 16 0,0 0 0 0,30-2-16 0,-30 2-16 16,0 0 0-16,34-3 0 0,-34 3-288 0,0 0-48 15,37 3-16-15,-37-3 0 16,0 0-160-16,40 7-48 0,-40-7 0 0,0 0 0 0,0 0-240 16,47 19-48-16,-47-19-16 0,0 0 0 0,0 0-144 15,37 23 0-15,-37-23 144 0,0 0-144 0,0 0 0 0,0 0 0 16,0 0 0-16,0 0 0 0,12 34 0 0,-16-30 144 0,-4 2-144 0,-1 0 0 16,-1-1 128-16,-5 1-128 0,-3 0 0 15,-5 0 0-15,-4 2-960 16,-5 2-288-16</inkml:trace>
  <inkml:trace contextRef="#ctx0" brushRef="#br0" timeOffset="54617.09">8777 3812 5519 0,'0'-2'496'0,"-1"1"-496"0,1 1 0 0,-1 0 0 15,1 0 928-15,-1 0 96 0,0-2 0 0,0 2 16 0,0-2 304 0,-1 1 48 16,0-1 16-16,-1 1 0 16,1 0-592-16,-1-1-112 0,1 2-32 0,-1-2 0 15,-1 1-224-15,1 1-64 0,-1 0 0 0,-1 0 0 16,1 0-256-16,-1 0-128 0,-1 0 0 0,1 0 128 0,-3-2-128 0,1 2 160 15,-1 0-160-15,1 0 160 16,-1 0-32-16,-2-1-128 0,0 1 192 0,-1-1-64 0,0 0 160 16,-1 1 32-16,-1 0 0 0,-1-2 0 15,-1 2-16-15,1 0 0 0,1 0 0 0,0 0 0 0,0 0-176 16,-2 0-128-16,0 0 192 0,-2-2-192 0,-1 2 192 0,0 0-192 16,-1-2 192-16,0 2-192 0,1-1 256 0,1 1-48 0,-5-2-16 0,0 0 0 15,0 1 96-15,-1-1 16 0,0 0 0 16,-1 0 0-16,0 0 32 0,-1 1 16 0,0 1 0 15,0-2 0-15,3 2-80 0,-3-1-16 0,-2 1 0 0,-1 0 0 16,0-2-128-16,0 1-128 16,-1 0 192-16,2-3-192 0,-1 1 192 0,-1 0-64 15,-1 1 0-15,0 0-128 0,0-1 224 0,0 3-64 16,1-2-16-16,-1 2 0 0,2 0 0 0,0-2 0 0,0 1 0 0,-2 1 0 16,2-2-16-16,-1 2 0 0,-1 0 0 15,1 0 0-15,1 0 32 0,0 2 0 0,1-1 0 16,0 1 0-16,1 1 160 0,0 0 48 0,0 0 0 0,0 0 0 15,3-1-112-15,0-2-32 0,1 0 0 0,2 0 0 16,-1-2-32-16,1 0-16 0,0 1 0 0,2-1 0 16,1 1-176-16,1 1 0 0,1-1 0 0,1 1 0 15,3 0 0-15,0 0 0 0,1 0 0 0,2-2 0 16,1 2 0-16,2 0-176 0,0 0 176 0,2 0-192 16,1 2-1488-16,1-2-304 0</inkml:trace>
  <inkml:trace contextRef="#ctx0" brushRef="#br0" timeOffset="55204.02">7417 3603 14175 0,'-1'-2'-10624'0,"-3"2"8592"0,1 0 1632 16,0 0 400-16,1 0 0 0,1 0 1408 0,0 0 352 0,-1 2 80 16,-1-2 16-16,-2 0 96 0,0 1 32 15,-2 1 0-15,0-2 0 0,0 2-1088 0,-1-1-192 0,2 0-64 0,-1-1 0 16,1 2-112-16,-2-1-16 0,0 1-16 0,0 0 0 0,0-1-112 0,0 1 0 15,-1 0-16-15,-1 0 0 0,1-1 80 0,-1 3 0 16,0-1 16-16,-3 0 0 16,1 0-144-16,-1 0-48 0,0-1 0 0,0 1 0 15,-1-1-272-15,0 0 128 0,2 1-128 16,-1-1 0-16,1 1 160 0,-1 0-160 0,1 0 128 0,-1 0-128 16,1 0 160-16,2-1-160 0,0 0 192 15,0 0-192-15,1 1 224 0,-1-1-64 0,1 1-16 0,1-2 0 0,0 0 112 16,0 2 32-16,0 1 0 0,0-1 0 15,1 1-112-15,-1 1-32 0,2 1 0 0,-1 0 0 0,1-1-144 0,1 0 160 16,1 2-160-16,-1-1 160 0,1-1-160 16,1 2 160-16,-1 1-160 0,1-2 160 0,1 0-160 0,-1 0 128 15,2-1-128-15,-1 2 128 0,1-2-128 0,-1 2 128 16,1-2-128-16,1 0 128 0,1-1 192 0,0-1 16 16,0 2 16-16,1-3 0 0,-1 0 192 0,2 1 32 15,1-1 16-15,0 1 0 0,0-1 80 0,2 0 16 0,0 0 0 0,1 1 0 16,-7-3 48-16,0 0 16 0,0 0 0 15,0 0 0-15,44 12-368 0,-44-12-64 0,0 0 0 16,0 0-16-16,53 9-304 0,-53-9 0 0,0 0 128 0,51 8-128 16,-51-8 0-1,39 6-144-15</inkml:trace>
  <inkml:trace contextRef="#ctx0" brushRef="#br0" timeOffset="59570.8">5462 4504 7359 0,'0'-2'656'16,"-1"0"-528"-16,1 1-128 0,-1 1 0 15,0 0 1280-15,0 0 240 0,0-2 32 0,-2 0 16 0,0-1 464 0,1 2 80 0,-2 0 32 0,0-1 0 16,0 0-608-16,2 2-112 16,-1 2-16-16,-1-2-16 0,1 3-240 0,1 0-64 15,-1 2 0-15,-1 0 0 0,2 0-288 0,-1 2-64 0,1 2-16 0,-1-1 0 16,0 3-320-16,-1 1-64 0,2 3-16 16,-2 1 0-16,1-2-64 0,-1 3 0 15,0-1-16-15,0 1 0 0,0 2 16 16,1-3 16-16,-2 1 0 0,1-2 0 0,0-1-48 0,-1 0-16 15,1-4 0-15,0 1 0 0,1-4-80 0,-1-1-128 16,2 0 176-16,0-3-176 0,1 1 0 0,-1-1 0 16,1-3 0-16,0 0 0 0,0-2 0 0,1-1 0 0,0 1 0 0,0-2 0 15,1-1 0-15,0-2 0 0,2-1 0 0,-2-2 0 0,2 1 0 16,1-3 0-16,1 0 0 0,-2-1 0 0,2 0 0 0,0 1 0 16,-1-2 0-16,0 2 0 15,0 2 0-15,-1 1-144 0,2 0 144 0,0-1 0 0,-1 3 0 16,1 0 0-16,0 0 0 0,0 0 0 0,1 2 0 15,-2 0 0-15,2 3 0 0,-1 0 0 0,-2-1 0 0,1 1 0 0,1 2 0 16,-2-2 0-16,1 2 0 0,0 2 0 0,-1-2 0 16,1 2 0-16,0-1 0 0,-1 1 0 0,-1 0 0 0,1 0 0 15,-1 1 0-15,0 0 0 16,1 1 0-16,-1 0 0 0,-2-1 0 16,1 4 0-16,1-3 0 0,-1 4 0 15,0 1 0-15,0-1 0 0,-1 2 0 0,0-2 0 16,-1 2 0-16,0-1 0 0,0 1 0 0,0-1 0 15,-1-2 0-15,2 1 0 0,-1-2 0 0,0-3 0 16,0 0 0-16,1-1 0 0,0-1 0 0,-1-1 0 0,1 0 0 0,0-1 0 16,0-2 0-16,1-1 0 0,0 0 0 0,1-1 0 15,-2-1 0-15,2-1 0 0,1 0 0 0,0-2-128 16,1 0 128-16,-2 1 0 0,2-2 0 0,-1 1-128 16,1 0 128-16,0-2 0 0,0 0 0 0,1 2 0 15,-1-2 0-15,1 1-128 0,-1 2 128 0,0 1 0 16,0 0 0-16,0 3 0 0,0-2 0 0,0 4 0 15,-1 0 0-15,-1 0 0 0,2 2 0 0,-1 0 0 0,0 0 0 0,0 0 0 16,0 2 0-16,0 0 0 0,0 3 0 0,-1-2 0 16,0 1 0-16,0 3 0 0,0 0 0 0,1 1 0 15,0-2 0-15,-1 2 0 0,-1-1 0 16,1 2 0-16,-1-1 0 0,0 1 0 0,0 0 0 0,-1 1 0 16,0 0 0-16,-1-1 0 0,1 0 0 0,-1 1 128 15,0-1-128-15,0-2 0 0,0 1 0 0,1-2 0 16,0 0 0-16,-1-2 0 0,0 1 0 0,0-2 0 15,1 1 0-15,0-4 0 0,1 2 0 0,0-2 0 16,0-2 0-16,0 2 0 0,1-2 0 0,0-1-128 16,1-2-992-16,0 1-192 0</inkml:trace>
  <inkml:trace contextRef="#ctx0" brushRef="#br0" timeOffset="59803.22">5770 4486 13823 0,'2'-1'608'0,"-1"-2"128"0,1 1-592 0,-1 2-144 16,0 0 0-16,-1 0 0 15,1 0 1920-15,0 2 336 0,1-2 80 0,1 1 16 0,2 1-560 0,0 1-96 0,-1 1-32 0,2-2 0 16,-2 3-1184-16,1-2-240 0,0 1-48 0,-1-1-16 16,0 0-176-16,0 1 0 0,0 0 0 0,-1-1-176 31,0 0-704-31,-1 1-144 0,0 1-16 0,-1 0-10656 0</inkml:trace>
  <inkml:trace contextRef="#ctx0" brushRef="#br0" timeOffset="59984.15">5786 4613 9215 0,'0'0'400'0,"-1"0"96"0,1 0-496 0,0 0 0 0,-1 0 0 16,1 1 0-16,0 1 1616 0,0 0 240 0,0 0 32 0,0 5 16 15,0 0-192-15,0 3-48 0,1-1 0 0,0 3 0 0,1 0-896 16,-2 0-176-16,1 2-32 0,0-2-16 16,1-2-336-16,-1 1-64 0,0 0-16 15,0-3 0-15,1-1-128 0,0-1 0 0,0-1-160 0,1-2-7072 0,0-3-1408 0</inkml:trace>
  <inkml:trace contextRef="#ctx0" brushRef="#br0" timeOffset="60369.08">5931 4556 5519 0,'1'-1'496'16,"0"0"-496"0,0-1 0-16,-1 2 0 0,0 0 1888 0,1 0 288 0,-1 0 48 0,1-2 16 15,2 2 304-15,-1 2 64 16,0 0 16-16,-1 2 0 0,1 4-1072 0,-1-1-208 16,0 2-32-16,-1 1-16 0,0 4-656 0,0-2-144 15,1 2-32-15,-1 0 0 0,0 0-208 0,0-2-64 16,0 2 0-16,0-2 0 0,-1-1-192 0,1-2 0 15,0-3 128-15,0 0-128 0,0-2 0 0,0-2 0 0,0-1 0 0,0-1 0 16,0-1 0-16,0-1 0 16,0-2 0-16,1 1 0 0,0-3 0 0,-1 0 0 15,1 0 0-15,0-2 0 0,0 1 0 0,1-3 0 16,0-1 0-16,1 1 0 0,-2 0 0 0,2-1 0 0,1-1-128 0,-1-2 128 16,0 2 0-16,1-3-128 0,0 4 128 0,-1 1 0 15,1-2 0-15,0 2 0 16,1 1 0-16,0 1 0 0,0 2 0 0,-1 1 0 0,1 3 0 15,-1 2 0-15,0 0 0 0,0 2 0 0,0 3 0 0,0 2 0 16,-4-7 0-16,0 0 128 0,0 0-128 16,16 40 0-16,-16-40 0 0,8 29 0 0,-8-29 0 0,7 35 0 15,-4-16 0-15,-3-19 0 0,7 33 0 0,-7-33 0 16,8 24 0-16,-8-24 0 0,0 0 0 0,0 0 0 31,0 0-640-31,0 0-64 0</inkml:trace>
  <inkml:trace contextRef="#ctx0" brushRef="#br0" timeOffset="61098.28">6508 4392 3679 0,'-1'0'320'0,"0"-2"-320"0,0 1 0 0,0 0 0 0,1 1 1600 0,-1 0 256 0,0 0 64 0,0 0 0 0,-1-2 752 16,0 0 144-16,0 1 48 0,-1-1 0 0,1 1-1152 0,-1-1-240 16,0 2-32-16,0-2-16 0,-1 2-320 0,1-2-64 15,0 2-16-15,-1-2 0 16,0 1-448-16,0-1-112 0,-2 2-16 0,0-2 0 0,0 1-112 0,-1 1-16 15,-1 0-16-15,1 0 0 0,-3 0-48 16,2 0 0-16,0 0 0 0,-2 0 0 0,2 1-80 0,1 1-32 16,0-2 0-16,2 0 0 0,-1 2 48 0,0-2 0 0,2 0 0 15,-1 1 0-15,1-1-32 0,2 0 0 0,-1 0 0 16,1 2 0-16,0-2-160 0,0 0 192 0,2 2-192 0,-1-2 192 16,1 2-192-16,0-2 192 15,1 3-192-15,-1 0 192 0,1 1-48 0,0 0 0 0,0 1 0 0,0 0 0 0,0 2 16 16,1 2 0-16,-1-1 0 0,0 2 0 0,0 1-160 0,0-2 128 15,-1 3-128-15,0-2 128 0,1 0-128 0,-1 1 0 16,0 1 0-16,0 2 0 0,0 1 0 0,-1 1 0 16,1 1 0-16,0 2 0 0,-1-2 0 0,0 1 0 31,0 1 0-31,0-2 0 0,-1 0 0 0,1-3 0 0,0 1 0 16,0-3 0-16,1-1 0 0,0-2 0 15,1-2 0-15,0-2 0 0,1 0 0 0,1-3 0 16,0 0 0-16,1-2 0 0,2 0 0 0,-2 0 0 15,4-2 0-15,-2 0 0 0,-6 2 0 0,0 0 0 0,0 0 0 0,33-10 0 16,-33 10 0-16,0 0 0 0,30-7 0 0,-30 7 0 16,0 0-144-16,0 0 144 0,38-5 0 0,-38 5 0 15,0 0-352-15,0 0 32 0,35-2 16 0,-35 2-15776 16</inkml:trace>
  <inkml:trace contextRef="#ctx0" brushRef="#br0" timeOffset="61550.28">6680 4464 6447 0,'-2'-5'576'0,"0"2"-576"16,2 1 0-16,-1 2 0 0,0-1 1488 0,0 1 192 15,0 1 48-15,-1-1 0 0,-1 2-16 0,-1 1 0 0,1 0 0 0,-2 1 0 16,0 3-880-16,-1-2-160 0,1 2-32 0,1 2-16 16,0 1-16-16,-1 0 0 0,3 1 0 15,-2 1 0-15,1 3 208 0,0-1 32 16,2 0 16-16,0 0 0 0,1-2-272 0,0 0-48 0,3-3-16 0,0-2 0 16,-3-7-336-16,0 0-64 15,0 0 0-15,0 0-128 0,0 0 0 0,0 0 0 0,39 8 0 0,-33-13 0 16,2 0 0-16,-1 0 0 0,1-2 0 15,-1 0 0-15,1 0 0 0,-2-2 160 0,1 2-160 16,0-1 128-16,-1 1-128 0,-2 0 0 16,1-3 0-16,-1 2 0 0,0 0 0 0,-1-1 0 0,-1 1 0 0,-1-1 0 15,-1 0 0-15,0 1 0 0,-1-1 0 0,-1 1 0 16,-1-1 0-16,-1 0 0 0,1 1 0 16,-2 2 0-16,0-2 0 0,1 4 0 0,-2-3 0 0,2 3 0 15,-1 1 0-15,-1 0 0 0,2 0 0 0,-1 1 128 0,2 2-128 0,1 0 0 16,-1 0 0-16,1 2 0 15,0-1 0-15,1 1-144 0,1 1 144 0,-1-1-8592 16,2 0-1632-16</inkml:trace>
  <inkml:trace contextRef="#ctx0" brushRef="#br0" timeOffset="61800.65">6903 4563 20271 0,'3'3'896'0,"-3"-3"192"0,3 2-880 0,-2-2-208 31,-1 0 0-31,0 0 0 0,0 2 1552 0,1-2 272 16,0 1 48-16,0 1 16 0,2 0-752 0,-1 3-160 0,-1-3-16 0,1 1-16 16,0 1-704-16,0 1-240 0,-1 0 144 0,1 2-144 15,-1-3 0-15,1 2 0 16,-2 0 0-16,2-1-9072 15,0-2-1808-15</inkml:trace>
  <inkml:trace contextRef="#ctx0" brushRef="#br0" timeOffset="62331.86">7080 4427 11055 0,'0'1'976'0,"1"-1"-784"0,0 2-192 0,0-2 0 15,-1 3 1200-15,0-3 192 0,1 2 32 0,0 1 16 16,0-1 416-16,2 0 96 0,1 3 16 0,0-2 0 0,0-1-1408 0,1-2-288 16,0 0-48-16,1-2-16 15,1 0 64-15,0-1 16 0,-1-2 0 0,0 1 0 0,0 1 288 0,-2-3 48 16,2 1 16-16,-3 1 0 0,1-2-176 0,-2-1-16 15,0 2-16-15,-1-2 0 0,-1 2-224 0,-1-2-32 16,0 2-16-16,-1 0 0 0,0 0-160 0,-1 1 0 0,1 0 144 16,-3 0-144-16,1 2 0 0,-1 1 0 15,-3 0 0-15,1 1 0 0,-1 1 0 0,0 0 0 16,1 1 0-16,1 1 0 0,1 0 0 0,-1 1-160 16,1 1 160-16,1 0 0 0,0-1 0 0,1 1 0 0,0 2 0 0,0 0 0 15,1 0 0-15,0 3 0 0,2-3 0 0,0 0 0 16,1 0 0-16,0-2 0 0,2 0 0 15,-1-3 0-15,2 3 0 0,-4-5 0 0,0 0 0 0,0 0 0 16,0 0 144-16,0 0-144 0,39 0 128 0,-31-2-128 16,-8 2 272-16,0 0-16 0,0 0-16 0,33-5 0 0,-33 5 16 15,0 0 0-15,0 0 0 0,0 0 0 0,0 0-128 16,41 5 0-16,-41-5-128 0,0 0 192 16,0 0-192-16,0 0 0 0,0 0 0 0,0 0 0 0,16 35 0 0,-17-26 176 15,0 1-176-15,-2 4 160 0,0 0 32 0,-1 3 0 16,0 0 0-16,-2-1 0 0,1 3-16 15,0 0 0-15,-2 0 0 0,3-2 0 0,-1-3-176 0,1 2 0 16,3-4 0-16,-1 0 128 0,1-2-128 16,1-5 0-16,1 2 0 0,0-3-10016 0,1-1-1952 0</inkml:trace>
  <inkml:trace contextRef="#ctx0" brushRef="#br0" timeOffset="65266.77">5385 5376 5519 0,'0'-2'496'0,"0"0"-496"16,0 0 0-16,0 2 0 0,0-2 896 0,0 1 64 15,0-1 32-15,0-1 0 0,0 1 368 0,0-3 80 16,0 3 16-16,0 2 0 0,0 0-496 0,0 2-80 16,0 3-32-16,0-1 0 0,0 4-192 0,0 2-32 0,0 1-16 0,-1 3 0 15,0 3-192-15,0-1-32 0,0 2-16 16,-2 0 0-16,1 1-176 0,-1-4-16 15,1 1-16-15,-2-2 0 0,0-2-160 0,1 1 0 0,0-4 144 16,0-2-144-16,1 2 0 0,-1-5 0 16,1 2 0-16,-1-2 128 0,1-2-128 0,0 1 0 0,0-1 0 0,0-2 0 15,1 0 0-15,0-2 0 0,1-1 0 0,0 1 0 16,0-2 0-16,1-2 0 0,0 2 0 0,2-5 0 16,0 1-144-16,0-1 144 0,0-3-160 0,1 0 160 15,2 0-160-15,0-2 160 0,0 2-160 0,0 0 160 16,0-2-224-16,-1 2 48 0,2-2 16 0,-2 1 0 0,0 2 160 0,1 0 0 15,-1 3 0-15,1-1 0 0,-1 0 0 0,1 4 0 16,-1-2 128-16,1 4-128 0,-1-1 480 0,-1 2 32 16,1 1 0-16,-1 1 0 0,-1 3 384 0,1-1 96 15,0 2 16-15,-1 1 0 0,1 2-592 0,-1 1-112 16,1-1-32-16,-1 2 0 0,1 1-272 0,-1-1 160 16,-1 0-160-16,-1 1 128 0,0 2-128 0,-1-2 128 15,0 1-128-15,-1-2 128 16,-1 1-128-16,0 0 160 0,0-1-160 0,0-2 160 0,1 0-160 0,0-2 0 0,0 0 144 0,1-2-144 15,0-1 0-15,0-2 0 0,0 0 0 0,1 0 0 16,0-3 0-16,1-2 0 0,1 1 0 16,0-1 0-16,-1-2 0 0,1 0 0 0,2-3 0 15,0-1 0-15,0 1 0 0,1-4-160 0,-1 2 160 16,1-2 0-16,-2 3-176 0,1-1 176 16,1 1-160-16,-2-1 160 0,1 3-176 0,0-2 176 0,-1 2-192 0,2 0 192 15,-2 3 0-15,1-1-128 0,0 2 128 0,-1 2 0 16,0-1 0-16,0 3 0 0,-1 1 0 0,-1 1 0 15,1 1 0-15,0 3 0 0,0-1 0 0,-1 4 0 16,1-2 192-16,1 3-64 0,-1 2-128 0,0-2 192 0,1 3 64 16,-2 0 16-16,1-1 0 0,-1 1 0 0,-1 0-80 0,0 0 0 15,1-1-16-15,-2-2 0 16,1-2-176-16,-1 0 160 0,1-1-160 0,-1-1 160 16,1-2-160-16,-1-1 0 0,0 0 0 15,0-1 0-15,1-1 0 0,1-1 0 16,-1-2 0-16,1-1-8800 0,0 0-1648 0</inkml:trace>
  <inkml:trace contextRef="#ctx0" brushRef="#br0" timeOffset="65503.23">5785 5277 11055 0,'1'0'976'0,"0"0"-784"15,0 0-192-15,0 0 0 16,0 0 1216-16,0 0 192 0,1 0 32 0,0 0 16 0,3 2 480 0,0-1 112 16,-1 1 0-16,2-1 16 0,-1 0-1168 15,-1 1-224-15,1-1-48 0,-1 1-16 0,0 0-608 0,0 1 0 16,0-1 0-16,-2-1 0 16,1 2-496-16,-1 0-64 0,-1 2-16 0,0-3-10288 15</inkml:trace>
  <inkml:trace contextRef="#ctx0" brushRef="#br0" timeOffset="65665.48">5807 5393 5871 0,'-2'3'128'0,"1"-3"16"0,0 2 16 0,0-1 16 0,1 0-176 0,0 1 0 16,-1-1 0-16,1 4 0 0,-1 1 1728 0,0 5 304 0,1 2 64 0,-1 1 16 16,0 0-512-16,0-2-112 15,0 1-16-15,1-2 0 0,1 1-704 0,0-2-128 0,0-4-48 16,0 2 0-16,2-4-592 0,-1 1 0 0,1-2 0 0,1-1-6128 15,0-4-1264-15</inkml:trace>
  <inkml:trace contextRef="#ctx0" brushRef="#br0" timeOffset="66080.96">5988 5310 16575 0,'2'0'736'0,"-1"0"160"0,0 0-720 0,-1 0-176 0,0 2 0 0,0-2 0 15,-1 3 1344-15,1 2 256 0,-1 0 32 0,-1 5 16 0,0 3-192 0,0 4-48 16,-1 2 0-16,-1-1 0 0,1 2-640 0,0-2-128 16,-1 2-16-16,1-6-16 0,1 0-368 15,0-4-80-15,2-1-16 0,0-2 0 0,0-2-144 0,2-2 0 16,0-1 0-16,0-2 0 0,0 0 0 0,1-5 0 16,-1 2 0-16,2-3 0 0,0 0 0 0,0 0-176 15,-1-3 176-15,0 1-128 16,0 2-624-16,1-3-112 0,-1-2-32 0,2-1 0 15,-1-2-160-15,-1 2-32 0,1-2-16 0,-1 2 0 0,0 2 672 0,-2 1 144 0,2-1 32 16,-1 1 0-16,1 0 256 0,0 1 0 0,-1 2 0 0,0 0 0 16,1 4 288-16,-1 0-32 0,0 2-16 0,0 2 0 15,0 0 528-15,-1 3 128 16,1 1 0-16,1 2 16 0,-1 2-80 16,0 2 0-16,-1 2-16 15,0 1 0-15,0 1-416 16,-1-2-80-16,0 0 0 0,0 3-16 0,0-3-112 15,0-2 0-15,1-3-16 16,0 1 0 0,0-6-176-16,1 1 0 0,1 0 0 0,-1-3 128 15,1-1-320-15,0 1-80 0,2-2-16 0,-1-2-13168 0</inkml:trace>
  <inkml:trace contextRef="#ctx0" brushRef="#br0" timeOffset="66580.98">6614 5189 1839 0,'6'0'160'0,"-2"-2"-160"0,-3 2 0 0,0 0 0 16,-1 0 1152-16,1 0 208 0,1-2 48 0,1 1 0 16,1 1 672-16,-2-2 144 0,1 2 16 0,-2 0 16 15,-3-1-592-15,0 0-128 0,-1 1-32 0,-2 0 0 16,0 0-656-16,-1-2-128 0,-1 2-16 0,-2-1-16 0,1 1-304 15,-1-2-48-15,0 0-16 0,0 1 0 0,2-1 256 16,-1 0 32 0,0 0 16-16,-1-1 0 0,3 1 32 0,-1-1 16 0,1 1 0 0,-1 2 0 0,1-2-224 0,0 0-64 15,2 2 0-15,-1 0 0 16,1 0-176-16,0 0-32 16,1 2-16-16,0-2 0 0,1 2-160 0,0-2 192 15,0 3-192-15,0-1 192 0,0 1-192 0,0 1 0 0,1-2 0 0,-1 0 128 0,1 1-128 16,1-1 0-16,-1 2 0 15,0-1 128-15,0 0-128 0,0 0 192 0,0 1-192 0,1-1 192 0,0 2-32 0,-1 0 0 16,1-1 0 0,0 3 0-16,0-3 32 0,0 4 16 0,0 1 0 0,0 0 0 15,0 1-80-15,0 0 0 0,0 1-128 0,0 2 192 16,0 1-192-16,0 0 144 0,0 1-144 0,1 0 128 0,-1 2-128 0,1-2 0 16,0 1 0-16,1-2 0 15,-1 2 0-15,1-4 0 0,1 0 0 0,-1 0 0 16,-2-12 0-16,0 0 0 0,0 0 0 0,12 28 0 15,-8-25 0-15,-2 0 0 0,3-3 0 0,-1 0 0 0,0 0 0 16,-1-3 0-16,2-1 0 0,0 1 0 16,0-4 0-16,1 1 0 0,-1 0 0 0,3-3-10000 15,-1 1-1904-15</inkml:trace>
  <inkml:trace contextRef="#ctx0" brushRef="#br0" timeOffset="67134.16">6741 5253 6447 0,'-4'-2'576'0,"0"2"-576"0,2-2 0 0,0 2 0 16,1 0 1504-16,0 0 192 0,0 0 32 0,-1 2 16 15,-1 0 464-15,-2-1 96 0,1 3 0 0,-1-2 16 16,0 3-576-16,1 1-112 0,-1 0-32 0,1 1 0 15,2 1-704-15,-1 1-128 0,1 2-48 0,1-1 0 16,0 2-464-16,1 0-80 0,2 2-32 0,0-2 0 16,1-2-144-16,-1 1 0 0,-2-11 0 0,0 0 0 15,0 0 0-15,0 0 0 0,25 29-128 0,-25-29 128 16,0 0 0-16,0 0 0 0,29-7 0 0,-21 2 0 16,-1-3 0-16,0 2 160 0,-1-2-16 0,1 1 0 15,0-2 224-15,0-1 32 0,1-1 16 0,-1 1 0 16,0-1-416-16,-1 1 0 0,0 0 0 15,-3 0 0-15,1-1 0 0,-1 1 0 0,-1 1 0 0,-2-3 0 0,-1 2 0 0,-1 1 0 16,-1 2 0-16,-1-3 0 0,-1 3 0 16,-1 0 0-16,1 3 0 0,-2-2 128 0,1 4-128 15,-1 0 0-15,1 2 0 0,0 0 0 0,1 2 0 16,1 1 0-16,0 2 0 0,1-2 0 0,0 3 0 0,1-1 0 16,0-1 0-16,2 1 0 15,-1-2-736-15,2 1-32 0</inkml:trace>
  <inkml:trace contextRef="#ctx0" brushRef="#br0" timeOffset="67316.99">6919 5332 2751 0,'0'0'256'0,"0"0"-256"0,0 0 0 0,0 0 0 16,0 2 3072-16,0-2 576 0,0 0 128 0,1 1 0 15,-1 2-704-15,0 0-128 0,1 0-48 0,0 3 0 16,0-1-1360-16,0 0-288 0,1-1-48 0,-1 2-16 15,1-2-928-15,0 1-256 0,-1 0 0 0,2-1 0 16,-1-1-464-16,1 2-176 0,0-3-48 0,-1 0-12480 16</inkml:trace>
  <inkml:trace contextRef="#ctx0" brushRef="#br0" timeOffset="79681.77">7128 5194 2751 0,'-1'-2'256'0,"0"2"-256"16,0-2 0-16,1 2 0 0,-1 0 672 0,0-1 96 16,1-1 0-16,-3-1 16 0,0 1 176 0,1-2 16 15,0 1 16-15,0 0 0 0,1-1-176 0,1 0-48 16,1-1 0-16,0 0 0 0,0 0-16 0,1-1-16 15,0 0 0-15,-1-1 0 0,1 0-96 0,0 1 0 0,-1 0-16 0,0 0 0 16,1 1-32-16,-1 0 0 0,0 4 0 0,0-1 0 16,0 0 240-16,0 2 64 0,0 0 0 0,-1 2 0 15,1 0 160-15,-2 1 32 0,0 2 16 0,0-1 0 16,-1 1-144-16,0 2-48 0,-1 0 0 0,0 2 0 16,-2 1-144-16,1 0-48 0,0-1 0 0,0 0 0 15,0 1-176-15,0 0-32 0,0-1-16 0,0 0 0 16,0 3-48-16,0-1-16 0,0 2 0 0,1-1 0 0,0 0-240 15,0 0-64-15,0 0 0 0,0 0 0 0,2 2-128 16,-1-2 0-16,1-1 0 0,1-1 0 16,0 1 0-16,1-2 0 0,1-1 0 0,-2-8 128 0,0 0-128 0,0 0 160 15,0 0-160-15,0 0 160 0,47 17-32 0,-47-17-128 16,27-4 192-16,-27 4-64 0,30-6 0 0,-30 6 0 16,37-4 0-16,-37 4 0 0,36-5-128 0,-36 5 160 15,34-3-160-15,-34 3 160 0,0 0-160 0,40 0 0 16,-40 0 0-16,0 0 0 0,0 0 0 0,34-4 0 15,-28 0 0-15,-3 1 0 0,-1 0 0 0,-1-1-144 16,-2 1 144-16,0-2-11088 0,0 3-2128 16</inkml:trace>
  <inkml:trace contextRef="#ctx0" brushRef="#br0" timeOffset="79870.21">7181 5106 9215 0,'-7'-1'400'0,"5"1"96"0,1 1-496 0,-1 1 0 16,1-1 0-16,1 1 0 0,-1 3 1424 0,0 2 192 0,0 7 48 0,-1 7 0 16,1 6 640-16,-1 4 128 0,0 2 16 0,-2 4 16 15,0 2-1024-15,-2 6-208 0,-1-1-32 16,0 0-16-16,0-4-624 0,1-5-128 0,1-2-32 0,2-4-13392 16</inkml:trace>
  <inkml:trace contextRef="#ctx0" brushRef="#br0" timeOffset="82816.23">5395 6232 12895 0,'1'-6'1152'0,"0"1"-928"15,0 2-224-15,-1 2 0 0,1 0 832 0,0-4 112 16,2 0 16-16,1-4 16 0,0 2 1088 16,1-1 224-16,-1 6 32 0,-2 4 16 0,-1 6-656 0,-1 1-128 15,0 4-16-15,-3 3-16 0,-1 0-768 0,-1 3-160 16,0 2-16-16,-1 1-16 0,-1-1-336 0,-1 0-64 16,-1-1-16-16,1-2 0 0,0 2-16 0,-1-2 0 0,1 2 0 15,-1-4 0-15,2 0 0 0,1-4 0 0,1-2 0 0,1-2 0 16,1-3 48-16,2-4 0 15,0 1 0-15,0-4 0 0,2 0-176 0,0-3 0 16,1-4 0-16,1-1 0 0,2-2 0 0,-1-2 0 16,2 0 0-16,0-3 0 0,1 1-240 15,0-1 80-15,2-2 16 0,-2 0 0 0,2 3-80 0,-2-3-16 0,-1 3 0 16,1 1 0-16,-1 1 96 0,1 0 16 0,-2 4 0 16,1 0 0-16,1 1 128 0,-3 4 0 0,2 1 0 15,-2 3 0-15,1-1 0 0,0 2 0 16,-2 3 128-16,1 1-128 0,0 1 0 0,-1 2 144 0,0-3-144 0,0 4 0 15,0-1 0-15,-3-7 0 0,0 0 0 0,0 0 0 16,12 33 0-16,-9-21 0 0,-1 0 0 0,0 0 0 16,1 0 128-16,-1-1-128 0,-1-1 0 0,0 1 0 15,0 1 0-15,-1-2 0 0,0 0 0 0,1-1 0 0,-1-2 0 16,0 0 0-16,1-2 0 0,-1-3 0 16,0 0 0-16,0-1 0 0,0-1 0 0,1-3 0 15,1 1 0-15,1-5 0 0,0 0 0 0,0-3 0 0,1-2 0 16,1-2-256-16,0 0 80 0,1-3 16 15,2 1-496 1,0-3-112-16,0 0 0 0,0 1-16 0,1 0-192 16,-2-1-48-16,2 3 0 0,-3-1 0 0,2 3 624 0,-2-1 112 0,0 6 32 0,1 0 0 0,-1 4 256 15,-2 0 0-15,1 4 0 0,-1 2 0 0,0 1 448 0,-1 4 32 16,-3-6 16-16,0 0 0 0,9 33 448 0,-7-16 80 16,-1 1 32-16,0 1 0 15,0 0-496-15,-2-2-112 0,1 4 0 0,-1-2-16 0,-1 0-128 16,0-3-32-16,0-1 0 0,2 1 0 0,-2-4 48 0,1 0 0 0,1-3 0 0,0-1 0 15,1-4-192-15,0-3-128 0,0 0 192 16,0-3-192 0,2-2-320-16,-1-1-160 0,2-2-32 0,0-3-14304 0</inkml:trace>
  <inkml:trace contextRef="#ctx0" brushRef="#br0" timeOffset="83019.24">5800 6107 3679 0,'-1'0'320'0,"0"0"-320"0,1 0 0 0,0 2 0 16,0-2 2560-16,1 1 448 0,-1 1 96 0,1 1 16 16,1 1-160-16,0 4-16 0,-2-8-16 0,0 0 0 15,0 0-784-15,0 0-160 0,20 37-16 0,-20-37-16 16,0 0-1264-16,0 0-256 0,0 0-48 0,0 0-16 16,0 0-368-16,43 15 0 0,-37-16 0 0,0-1-128 31,1 2-1216-31,-2-2-224 0,-1 2-48 0,-1 0-11680 0</inkml:trace>
  <inkml:trace contextRef="#ctx0" brushRef="#br0" timeOffset="83200.25">5844 6284 5343 0,'-3'5'0'0,"1"-2"224"0,1-1-64 0,0 1 16 15,0-1-176-15,1 0 0 0,-1 1 0 0,1 3 0 0,-1 2 2224 0,0 4 400 16,1 2 96-16,-1 2 16 0,0-1-512 0,0 1-112 15,0-1 0-15,0 1-16 0,0-1-816 0,1 1-176 16,0-2-16-16,2-4-16 0,-2-10-816 0,0 0-256 0,0 0 128 16,0 0-12000-16</inkml:trace>
  <inkml:trace contextRef="#ctx0" brushRef="#br0" timeOffset="83587.57">6064 6159 7359 0,'2'-3'656'0,"0"3"-528"0,-1 1-128 0,-1 1 0 0,0 0 1376 0,1 1 240 16,0 1 48-16,0 2 16 0,-1-6 752 0,3 30 128 16,-4-14 48-16,0 4 0 0,-2-2-1072 0,0 2-224 15,-1-1-32-15,-1 2-16 0,0-5-368 0,2-2-64 16,-1 1 0-16,1-3-16 16,1-1-272-16,-1-2-48 0,2 0-16 0,0-3 0 0,1 0-336 15,0-2-144-15,0-2 128 0,1-2-128 16,-1 0 0-16,1-1 0 0,1-2 128 0,-1-2-128 15,2 1 0-15,-1-2 0 0,0-2 0 0,1-1 0 16,1-2 0-16,0-1-224 0,0 0 80 0,2-2 16 16,0 2-240-16,-1-3-32 15,2-1-16-15,-2 0 0 0,3-1-16 16,-2-1 0-16,2 0 0 0,-1 0 0 0,-1 3 208 0,1 2 32 0,0 2 16 0,-1 2 0 0,0 3 176 0,-1 0 0 16,1 2 0-16,-1 3 0 0,0 1 128 0,0 2-128 15,1 1 128-15,-6-3-128 0,0 0 384 0,0 0 16 0,20 35 0 16,-20-35 0-16,8 29-16 0,-8-29-16 15,5 31 0-15,-5-31 0 0,4 31-176 0,-3-14-16 16,0 1-16-16,0-1 0 0,0-3 48 16,0-2 16-16,1 0 0 0,-2-12 0 0,0 0-224 0,0 0 0 15,0 0 0-15,0 0-9648 16,0 0-1936-16</inkml:trace>
  <inkml:trace contextRef="#ctx0" brushRef="#br0" timeOffset="84082.81">6652 6054 4607 0,'5'-2'192'0,"-2"2"64"0,0 0-256 0,-3-1 0 0,1 1 0 0,-1 0 0 15,0 0 1344-15,1 0 208 0,0 0 48 0,0-1 16 16,0 1 336-16,0 0 64 0,-2 0 16 0,-1 0 0 16,-1 0-784-16,0-2-160 0,-1 2-16 0,-1-2-16 15,0 1-128-15,-3 1-32 0,3 0 0 0,-3-2 0 16,1 2-320-16,-2 0-64 0,-1 2 0 0,-1-2-16 0,0 0-112 0,1 0 0 16,1 0-16-16,-1 0 0 0,2 0 336 0,-1-2 64 15,0 2 0-15,2 0 16 0,0 0-80 0,0 0-32 16,2 0 0-16,1 0 0 0,0 0-256 0,1 0-48 15,2 2-16-15,-1-1 0 0,1 1-32 0,0 0 0 16,1 0 0-16,-1 1 0 0,1 1-64 0,0 0 0 16,0-1-16-16,0 2 0 0,0 1-240 0,0 1 144 15,1 1-144-15,0 1 128 0,-1 2-128 0,1-1 0 16,-1 3 0-16,0 2 0 0,0 1 128 0,-1 3-128 16,0 0 0-16,0 0 128 0,-1 2-128 0,1-1 0 15,-1 1 0-15,0 0 0 0,1-4 0 0,-1 2 0 16,1-1 128-16,0-1-128 0,1-5 0 0,0-2 0 0,0-10 0 15,0 0 0-15,0 0 0 0,12 37 0 0,-12-37 0 16,0 0 0-16,0 0 0 0,0 0 0 0,0 0 0 0,0 0 0 16,40 15 0-16,-33-16-176 0,1-3 176 0,0-1-16400 15</inkml:trace>
  <inkml:trace contextRef="#ctx0" brushRef="#br0" timeOffset="86433.24">6845 6157 5855 0,'0'0'512'0,"0"-1"-512"0,1 1 0 0,-1 0 0 15,0-2 832-15,0 2 48 0,0-1 16 0,1 0 32 16,-1-1 512-16,1-3 96 0,-1 2 32 0,1 1 32 0,-1 0 0 0,0-1 0 16,0 3 0-16,0-2 16 0,0-1-400 15,0 3-96-15,0-2-16 0,0 2 48 16,0-2-384-16,0 2-80 0,0 0-16 0,0-2 32 15,0 2-304-15,0 0-48 0,-1 0-16 0,0 2 48 16,1-2-176-16,-1 1-16 0,0 0-16 0,-1 1 16 0,1-1 0 0,1 1-16 16,-2 0 0-16,0 1 16 0,0 1 96 0,0-1 16 15,-1 2 0-15,1 1 32 0,1-1-16 0,-2 2 0 16,0 3 0-16,0 0 32 0,2 4-96 16,-1 1-32-16,1 0 0 0,0 2 32 0,0-3-96 0,0 3-32 15,1 0 0-15,-1 2 32 0,1-3-16 0,0 1 0 0,1 2 0 16,-1-19 0-16,0 0 48 0,7 35 16 15,-7-35 0-15,0 0 0 0,0 0-208 0,0 0 144 0,0 0-144 0,45 18 128 16,-35-23 0-16,1-2 0 16,1-4 0-16,2 0 0 0,0-2 112 0,0-1 16 0,1-1 0 15,-1 0 0-15,0-1-256 0,-1 1 0 0,1 0 128 16,-1-1-128-16,-1 2 0 0,0 0 0 0,-2 0 0 16,-3 0 0-16,1 1 0 0,-5-1 0 0,1 2 0 0,-5 0 0 15,-2 3 0-15,-3-1 0 0,-3 4 0 0,-4 0 0 16,-2 4 0-16,-4 2 0 0,0 0 0 0,-3 3 0 0,1 4-176 15,-1-2 32-15,0 2 0 0,2 0 0 16,1 1-1376-16,3-2-272 0</inkml:trace>
  <inkml:trace contextRef="#ctx0" brushRef="#br0" timeOffset="93027.77">4850 4316 911 0,'-1'-1'0'0,"1"0"0"15,-1 1 0-15,0 0 0 0,1-1 912 0,-1 0 112 0,0-1 0 0,-1-1 16 16,-1-2-272-16,-1 1-64 16,1-1-16-16,0-2 0 0,0 0-32 0,-1 2 0 15,2-2 0-15,-1 1 0 0,-1 1 112 0,1 2 0 16,1 2 16-16,-1-1 0 0,-1 2 176 0,1 2 48 0,0 2 0 16,0 0 0-16,0 0 48 0,1 1 16 0,0 2 0 0,1-1 0 15,0 0-304-15,0 0-64 0,2 0-16 0,0-1 0 16,-1 0-304-16,2-2-48 0,1-2-16 0,1 0 0 0,0-1 64 0,2-1 16 15,0 0 0-15,4-2 0 0,0 0 176 0,3-2 16 16,1 1 16-16,3-1 0 16,1 2-80-16,2-1-16 0,-20 4 0 0,41-4 0 15,-41 4-208-15,42 0-48 0,-42 0-16 16,41 4 0-16,-41-4-240 0,0 0 0 0,56 7 0 0,-56-7 0 16,0 0 0-16,47 2 0 0,-47-2 0 0,0 0 0 15,36-4 0-15,-27 3-192 0,0-1 192 0,-3 1-160 16,-1 0-1872-16,-1-1-368 0</inkml:trace>
  <inkml:trace contextRef="#ctx0" brushRef="#br0" timeOffset="93854.7">4818 4341 3679 0,'-5'2'0'0,"2"-2"144"0,-1 0-144 0,1-2 208 0,1 2-208 0,0 0 0 0,0 0 0 0,-2 2 0 0,-3-2 960 0,-1 2 128 16,-2-2 48-16,0 1 0 15,0 1 192-15,1-2 32 0,2 0 16 0,0-2 0 0,2 1-160 0,0-1-16 16,1 0-16-16,1-1 0 0,2 1-272 0,-1-1-48 15,2-2-16-15,0 2 0 16,0 0-224-16,1-3-48 0,0 3-16 0,0 0 0 16,0-2-256-16,1 2-48 0,-1 1-16 0,1 0 0 15,0-2-112-15,0 1-128 0,-1 2 176 0,1 1-176 16,-2 0 256-16,2 0-64 0,-1 1-16 0,0 2 0 16,0 1 96-16,0 1 32 0,-1 4 0 0,1 3 0 0,-1 0 48 0,0 2 16 0,0 0 0 0,-1 3 0 15,0 3-176-15,-1 0-48 16,1 4 0-16,-1-3 0 0,0 4-144 15,-1 1 128-15,0 3-128 0,0 3 128 16,1 0-128-16,-1 4 0 0,-1 4 0 0,1 1 128 0,0-1-128 16,-1 1 0-16,1-1 144 0,-1-2-144 0,2 0 0 15,-1 2 0-15,0 2 0 0,-1 5 0 0,1-1 0 16,-1-2 0-16,-1 2 0 0,1-3 0 0,-1-4 0 16,0 0 0-16,1 4 0 0,0 2 0 15,0 2 0-15,0-2 0 0,0-2 0 0,0-3 0 0,1-2 0 16,1 0 0-16,0 1 0 0,0 3 0 0,1 0 0 0,0 2 0 15,1 0 0-15,-1-4 0 0,1-1 0 0,-3-2-128 16,2 1 128-16,0 2 0 0,0-2 0 0,-1 3 0 16,1 5 0-16,-1 0-128 0,0-1 128 0,0-2 0 15,0-3 0-15,0 1 0 0,0 2-176 0,-1 0 176 16,0-3-208-16,1-3 80 0,1-4 128 0,-1-1-208 16,0-7 80-16,0-1 128 0,1-3 0 0,0-3 0 15,0 0 0-15,0-1 0 0,0 2 0 0,0-3 0 16,1 1 0-16,0 2 0 0,0-1 0 0,0-1 0 0,0 0 176 15,-1-1-176-15,1-1 0 0,0 1 0 0,-1-1 0 16,1 0 0-16,0 0 0 0,0-1 128 0,0-4-128 0,1 0 0 16,-1-1 160-16,1-3-160 0,-1 0 160 0,0-1-160 15,0-2 272-15,0-2-32 0,0 0-16 0,-1-1 0 16,1 0 96-16,-1-1 32 0,1 0 0 0,0 0 0 16,-1-1 0-16,0-1 0 0,2 1 0 0,-1 2 0 15,0-2-112-15,0 1-32 0,1 1 0 0,0 0 0 0,0 0 32 0,1 1 0 16,0 1 0-16,1 0 0 15,1 1 96-15,-1-1 32 0,3-1 0 0,0 0 0 0,-6-1 128 16,0 0 16-16,0 0 16 0,0 0 0 0,55 8-192 0,-55-8-32 16,0 0-16-16,53-3 0 0,-53 3-288 0,47-3 0 15,-47 3 0-15,59-8-10736 16,-23 2-2080-16</inkml:trace>
  <inkml:trace contextRef="#ctx0" brushRef="#br0" timeOffset="97284">7437 4630 6447 0,'1'-3'576'0,"-1"1"-576"0,1 2 0 0,-1 0 0 0,0 0 1088 15,0-2 128-15,1 1 0 0,0-1 16 0,0 2 560 0,-1-1 96 16,2 1 32-16,-1 1 0 0,0 1-320 0,0 1-48 15,0 2-16-15,0-1 0 0,0 1-448 0,-1 0-80 16,-1 0-32-16,1 2 0 16,-1 0-384-16,-1 0-80 0,-1-2 0 0,1 2-16 15,-1 0-176-15,0 0-48 0,-1 0 0 0,1-1 0 16,-1 0-272-16,1-1 0 0,0-3 0 0,0 3 0 31,0-2-1008-31,0 1-304 0,2-4-64 0,0 0-10416 0</inkml:trace>
  <inkml:trace contextRef="#ctx0" brushRef="#br0" timeOffset="97620.92">7863 4338 8287 0,'2'-2'368'0,"0"-1"80"0,0 1-448 0,-1 2 0 0,0 0 0 16,-1 0 0-16,0 0 1280 0,1 0 160 0,0 0 32 0,0 0 16 15,1 0 352-15,-1 2 64 0,-1 1 16 0,1-1 0 16,-1 3-496-16,0 2-80 0,0 0-32 0,-1 2 0 16,1 1-256-16,0 0-48 0,0 4-16 0,0 0 0 15,0 0-480-15,0 3-112 0,-1 2-16 0,0-1 0 16,1-1-208-16,-1 1-48 0,0 5-128 0,-1 0 192 0,0 2-464 16,0 0-112-16,2-1 0 0,0-1-12848 15</inkml:trace>
  <inkml:trace contextRef="#ctx0" brushRef="#br0" timeOffset="98146.69">7532 5490 14735 0,'0'-1'1312'0,"1"0"-1056"0,0 1-256 0,-1 0 0 0,0 1 1424 0,0 0 240 0,1 0 32 0,1 3 16 16,-1 1-16-16,0 0 0 15,0 4 0-15,-2-1 0 0,0 0-1088 0,-1 2-224 16,-2 2-32-16,1-2-16 0,-1-1-336 0,-1 0 144 0,0 1-144 0,-1-3 0 0,1 2 0 16,-1-1 0-16,1-2 0 0,-1 2-192 31,1-4-1040-31,1-1-208 0</inkml:trace>
  <inkml:trace contextRef="#ctx0" brushRef="#br0" timeOffset="100229.15">7822 5294 5519 0,'0'-5'496'16,"0"2"-496"-16,-1 1 0 0,1 1 0 16,0 0 1168-16,0 1 144 0,-1-3 32 0,0-2 0 15,0-1 576-15,0-2 112 0,0 4 16 0,0 1 16 16,0 1-448-16,0 2-80 0,0 2-32 0,-1 1 0 0,1-1-560 0,-1 3-112 16,0 2-32-16,-1 0 0 0,1 3-368 0,0 3-80 15,-2 2-16-15,1 0 0 0,1 3-176 0,0 1-32 16,0 0-128-16,-1 0 192 0,0 1-192 0,1-2 128 15,1-1-128-15,1-2 0 0,0-2 128 0,0-13-128 16,0 0 0-16,0 0 144 0,0 0-144 0,0 0 0 16,0 0 0-16,0 0 0 0,0 0 0 0,39 7 0 15,-32-14 0-15,0-3 0 0,0 1 0 0,0 0 0 16,0-1 144-16,-1-2-144 0,1 2 0 0,-2-1 0 16,2-1 0-16,-2 0 0 0,0 0-208 0,-1 1 32 15,-2 1 16-15,1 0 0 0,-2 1-64 0,-1 0-16 16,0-1 0-16,-2 0 0 0,-1 2 48 0,1 1 16 0,-2 1 0 0,-1-1 0 15,0 0 176-15,-3 0-128 0,1-1 128 0,-1 2-128 16,1 1 128-16,1 0 0 0,-1 1 0 0,2 1 0 16,0 1 0-16,1 1 0 0,1 1 0 0,2 1 0 15,-1 1 0-15,0 1 0 0,1 0 0 0,1 0-128 32,1 0-896-32,0-1-160 0</inkml:trace>
  <inkml:trace contextRef="#ctx0" brushRef="#br0" timeOffset="100416.19">7948 5338 7359 0,'-1'1'656'0,"1"1"-528"16,0 0-128-16,0-2 0 0,1 3 800 16,-1-3 128-16,0 1 32 0,1 0 0 0,0 1 768 0,1 3 176 15,0 0 16-15,1-1 16 0,0 0-1216 0,1 0-240 16,-1 0-48-16,1-1-5952 15,0-1-1200-15</inkml:trace>
  <inkml:trace contextRef="#ctx0" brushRef="#br0" timeOffset="100941.26">8096 5135 5519 0,'-2'2'496'0,"-1"-2"-496"0,1 1 0 0,1 1 0 16,0-2 1024-16,-1 2 128 0,1 0 0 0,-2 3 16 16,0 2 912-16,-3 0 176 0,1 3 48 0,-2 1 0 0,3 1-752 15,-2-2-144-15,2 2-16 0,1-3-16 0,0 0-704 0,2 1-144 16,0-2-16-16,2-1-16 16,0-2-176-16,0 0-16 0,1-1-16 0,1 1 0 0,2-1 96 15,-5-4 32-15,0 0 0 0,0 0 0 16,0 0-64-16,0 0-16 0,38 31 0 0,-38-31 0 15,0 0-144-15,0 0-48 0,0 0 0 0,36 38 0 16,-36-38-144-16,0 0 0 0,0 0 0 0,21 35 128 16,-21-35-128-16,0 0 0 0,0 0 0 0,0 0 0 15,13 40 0-15,-13-32 0 0,-1-1 0 0,0 0 0 0,-2-2 0 0,-1 2 0 0,0-3 0 0,0 2 0 16,-2-2 0-16,1 1 0 0,-2 0-128 16,0-2 128-16,-2-1-256 0,-1 2 0 0,1-1 16 0,-1 0 0 31,-1 0-16-31,1-2 0 0,0-1 0 0,2 0 0 0,0 0 112 15,3-1 16-15,-1-1 0 0,2 0 0 0,2 0 128 0,0-3 0 0,1 0 0 0,1-2 128 16,3 0 0-16,-1-3 0 0,3 1 0 0,2-1 0 0,-1-3 96 0,2 0 32 31,-1 1 0-31,1 1 0 0,0-1-256 0,0-2 176 16,1-1-176-16,0 3 160 0,-2-2-160 0,1 0 0 0,0-1 0 0,0-1 0 16,0-2 0-16,-1 0 0 15,-1 2 0-15,-3 0 0 0,-1 4 192 0,-2 0-64 16,-1 0 0-16,-2 1 0 0,-2 1-128 0,-2 2 128 15,-1 1-128-15,1 0 128 0,-2 2-128 0,0 3 0 0,0 0 0 16,0 2 0 0,0 2-960-16,2-1-64 0,1 2 0 0,1 3-10880 0</inkml:trace>
  <inkml:trace contextRef="#ctx0" brushRef="#br0" timeOffset="103548">7468 6293 8287 0,'0'-3'736'0,"0"2"-592"0,1-1-144 0,0 2 0 0,-1-2 336 0,0 2 48 15,0 0 0-15,1 2 0 0,0 0 960 0,0 1 192 0,0-1 32 0,0 3 16 16,-1 2-560-16,0 0-96 0,-1 0-32 0,-1 0 0 16,0 1-352-1,0 1-80-15,-2 0-16 0,0-2 0 0,1 3-96 0,0-5-32 16,-1 2 0-16,1 0 0 0,-1-1-496 0,1 0-96 0,-1 1-32 0,1-3-8896 15</inkml:trace>
  <inkml:trace contextRef="#ctx0" brushRef="#br0" timeOffset="104758.66">7860 6071 911 0,'0'-2'0'0,"0"2"0"31,0 0 0-31,0-2 0 0,0 2 704 0,0-1 48 0,0 1 16 0,0 0 0 16,0-2 576-16,0 1 128 0,0-2 32 0,-1 2 0 0,1-1 32 0,-1-1 0 15,1 3 0-15,-1-2 0 0,-1 2-192 0,1 0-48 0,-1 2 0 0,1-1 0 16,-1 1-400 0,0 1-64-16,0 1-32 0,-1-1 0 0,0 4-224 15,1 0-32-15,-1 0-16 0,0 0 0 16,0 0-160-16,1 3-48 0,-1-1 0 0,0 1 0 0,0 2-16 16,1 1-16-16,0 0 0 15,0 1 0-15,0 2-144 0,1-1-16 0,-1-1-128 0,1 0 192 16,1 0-192-16,-1-2 176 0,1 2-176 0,0-4 160 15,0 0 32-15,1-2 16 0,-1-8 0 0,0 0 0 16,0 0-48-16,0 0-16 0,0 0 0 0,0 0 0 16,0 0-144-16,0 0 0 0,0 0 144 0,0 0-144 15,0 0 128-15,0 0-128 0,36-4 160 0,-32-1-160 0,0-2 0 16,-1 0 0-16,1 0 0 0,0 0 0 0,0-2 0 0,-1 1-208 16,1 1 16-16,-1-2 0 0,0 1-144 0,-1-1-32 15,1 0 0-15,-1-1 0 16,1 3-128-16,-1-4-16 0,-1 3-16 0,0-4 0 15,1 3-32-15,-1-1 0 0,1-2 0 0,-1 1 0 0,-1 1 304 0,0-2 48 16,0 2 16-16,-1 1 0 0,-1 0 192 0,0-2 0 16,0 2 0-16,-1 0 0 0,-1 2 192 0,-1 2-64 0,0-2 0 15,-2 3-128-15,4 2 464 0,-3 1-16 0,1 2 0 0,0 3 0 16,-2 0-96-16,0 2-32 0,1 3 0 0,0-1 0 16,0 0-320-16,2 2-208 0,-1-1 16 0,0 1 16 31,2-1-1024-31,1-1-208 0</inkml:trace>
  <inkml:trace contextRef="#ctx0" brushRef="#br0" timeOffset="104996.94">7993 6225 10127 0,'2'3'448'0,"0"-3"96"16,0 2-544-16,-1-2 0 0,0 2 0 0,0-1 0 0,0 3 1664 16,1-1 240-16,-2-3 32 0,0 0 16 0,0 0-432 0,18 35-96 15,-18-35-16-15,0 0 0 0,0 0-960 0,0 0-192 16,17 32-32-16,-14-29-16 16,0 0-576-16,1-2-112 0</inkml:trace>
  <inkml:trace contextRef="#ctx0" brushRef="#br0" timeOffset="105504">8273 5927 6447 0,'-1'-1'576'0,"0"-1"-576"0,1 4 0 0,0-2 0 0,0 0 896 16,-1 1 64-16,0 1 0 0,0 0 16 16,0 2 464-16,0 0 96 0,-1 3 0 0,1-3 16 15,-1 2-704-15,1 0-144 0,-1 1-16 0,-1 0-16 16,1 3 16-16,-1 0 0 0,1 1 0 0,0 1 0 16,0 2-128-16,-1 1-32 0,0 3 0 0,0 0 0 15,1 2-112-15,-1 2-32 0,0 0 0 0,0 3 0 16,1 1-128-16,-2 0-48 15,2-4 0-15,0-1 0 0,0 0-208 0,1 0 128 0,0 1-128 0,0-3 0 16,1 0 0-16,0-19 0 0,2 31 0 0,-2-31 0 0,3 24 0 0,-3-24 0 16,0 0 0-16,0 0 0 0,0 0 0 0,0 0 0 15,0 0 0-15,0 0 0 0,0 0 0 0,0 0 224 16,0 0-16-16,0 0 0 16,0 0-16-16,38 5 0 0,-33-13 0 0,0 1 0 0,0 0-192 0,0 0 0 0,-1 0 0 0,1-1 0 15,0 0 0-15,0 1 0 0,0-1 0 0,-2 1 0 16,1 0 0-16,-1 2 0 0,0-2 0 0,-1 0 0 0,-1-3 0 0,0 3 0 15,-1-2 0-15,-1-1 0 16,0 0 0-16,0 1 176 16,-3 0-32-16,-1-1 0 0,1 0 384 0,-4 4 80 15,0-2 16-15,-1 4 0 0,-1 1-240 0,0 3-32 16,0 0-16-16,0 3 0 0,0-1-336 0,0 1 0 16,1 2 0-16,1-1 0 15,1 0-640-15,2-1-208 0,2 2-48 0,1-3-11408 0</inkml:trace>
  <inkml:trace contextRef="#ctx0" brushRef="#br0" timeOffset="106427.3">8192 4258 6447 0,'-2'-2'576'0,"1"2"-576"0,1 0 0 0,-1 0 0 0,1 2 800 0,-1-2 48 15,0 0 16-15,-2 2 0 16,2 0 960-16,-3 0 192 0,1 1 32 0,1 2 16 16,0-3-240-16,2 1-48 0,0 1-16 0,0-1 0 0,2 1-720 0,1-2-144 15,1-1-16-15,-1 1-16 16,2-2-288-16,1 0-64 0,1 0-16 0,1-3 0 0,2 1-32 0,0 0 0 15,0 0 0-15,0-3 0 0,0 2-80 0,-1-1 0 0,1-1-16 0,-2 0 0 0,1 1-112 0,-1-2 0 16,-1 3-16-16,-1-2 0 0,-1 2-64 31,-1 0-16-31,0 1 0 0,-1 2 0 0,0-1-16 0,-2 1 0 0,0 1 0 0,-2 1 0 0,1-1-144 0,-2 1 128 16,0 1-128-16,-1 1 128 0,0 0-128 0,1 0 0 31,-1 2 0-31,-1-1 128 0,2 2-128 0,-1 0 128 16,2 0-128-16,-1 3 128 0,1-1-128 0,1 3 0 15,0-12 0-15,2 26 0 0,-2-26 0 0,0 0 0 16,6 41 0-16,-6-41 0 0,0 0 0 0,13 42 128 0,-13-42-128 16,0 0 0-16,13 45 0 0,-13-45 0 0,0 0 128 0,11 44-128 15,-11-44 0-15,0 0 0 0,9 42 0 0,-9-42 0 16,0 0 0-16,4 33 0 0,-4-24 0 0,-1-1 0 16,-1 1 0-16,0-2 0 0,-3 0 0 0,-1 0 0 15,1 0 128-15,-3-1-128 0,-2 0 0 0,-1-1 128 16,-2 2-128-16,-1-3 160 0,-2 2-160 0,-1 0 160 15,-2-1-160-15,-1 0 0 0,0 2 0 0,2-2-10240 16,1-1-2016-16</inkml:trace>
  <inkml:trace contextRef="#ctx0" brushRef="#br0" timeOffset="107086">8478 5118 10127 0,'-4'-1'448'0,"1"1"96"0,1 0-544 0,0-1 0 0,2 1 0 0,-1 0 0 15,1 1 1312-15,-1 0 160 0,1 1 16 0,-1-1 16 0,1 1 688 0,1 1 144 16,0-1 32-16,2 0 0 15,1-1-704-15,0 0-128 0,2-1-16 0,0 2-16 0,0-2-688 0,-6 0-144 16,0 0-32-16,0 0 0 16,31-2-224-16,-23 2-48 0,-1-1-16 0,2 0 0 0,-1-1-144 0,1-1-16 15,-2 1-16-15,1-1 0 16,0 1-176-16,-1 0 128 0,1 0-128 0,-3-1 128 0,1 1-128 16,-3 1 128-16,1-1-128 0,-1 0 128 15,-1 2-128-15,-1 0 0 0,0 0 0 0,-1-2 0 16,0 4 0-16,-1-2 0 0,-1 1 0 0,-1 0 0 0,1 2 0 0,0 1 0 15,0 0 0-15,-2 0 0 0,1 1 0 0,0 1 0 16,0 0 0-16,1 2 0 0,-2 0 0 0,2-1 0 0,0 1 0 0,0 0 0 16,1 2 0-16,1-1 128 15,0 3-128-15,0 0 128 16,0 0-128-16,1-2 0 0,-1-10 144 0,2 23-144 0,-2-23 0 0,0 0 0 16,5 36 0-16,-5-36 128 0,0 0-128 0,2 33 0 0,-2-21 0 0,-1-3 0 15,1 1 0-15,-2-1 0 0,1 1 0 0,-1-1 128 0,-1-2 80 0,1 1 32 16,-2-2 0-16,-1 2 0 0,1-2-48 0,-2 2-16 15,1-3 0 1,-2 2 0-16,-1-2-176 0,-2 2 0 0,0-1 0 0,-3 0 0 16,-1 1 0-16,-1 0 0 0,-1 0 0 15,-1 0 0 1,0-2-464-16,-1 2-80 0</inkml:trace>
  <inkml:trace contextRef="#ctx0" brushRef="#br0" timeOffset="107858.49">8625 6074 4607 0,'-3'3'400'0,"1"-2"-400"0,1 1 0 0,1-2 0 16,0 0 2624-16,0 0 432 0,1 0 80 0,0 0 32 15,1 0-768-15,2 0-160 0,0-2-16 0,1 1-16 16,2 0-448-16,-1-1-96 0,1-1 0 0,1 1-16 15,-1 2-688-15,2-3-128 0,-9 3-16 0,0 0-16 16,25-3-432-16,-25 3-96 0,0 0-16 0,0 0 0 16,33-3-128-16,-33 3-128 0,0 0 144 0,24-3-144 15,-16 1 128-15,-2 1-128 0,0-1 0 0,-1 1 144 0,0 0-144 0,-1-1 0 16,0 0 0-16,0 1 0 0,-1-1 0 0,0 2 0 16,-2 0 0-16,1-2 0 0,-1 2 0 0,0 0 0 15,0 0 0-15,-1 0 0 0,0 2 0 0,-1 0 0 16,1-1 0-16,-1 3 0 0,-1-2 0 0,1 3 0 15,0 0 0-15,0-1 0 0,0 4 0 0,1-2 0 16,-1 2 0-16,2 1 0 0,-1-9 0 0,0 0 0 16,4 33 0-16,-4-33 0 0,5 27 0 0,-5-27 0 0,4 35 0 0,-3-13 0 15,-1-3 0-15,1 3 0 0,0-1 0 0,-1-1 0 16,0 0 0-16,-1-2 0 16,0 4 0-16,0-1 0 0,0-2 0 0,-1 1 0 0,1-2 0 15,1-4 0-15,-1 1 0 0,0-2 0 0,0-1 128 0,0-2-128 16,1 0 192-16,-1-3 0 15,1 0 0-15,-2-2 0 0,2 0 64 0,-1-1 32 0,-1-3 0 0,0-1 0 16,-1 0-32-16,0-1-16 0,0 1 0 0,-3-5 0 16,-1 1 0-16,-3 0 0 0,-1 0 0 0,-3-3 0 0,-1 1 0 0,-3 0 0 15,-2 0 0-15,-2 0 0 0,2 0-368 16,-3 0-80-16,-3 0-16 0,-1 1-16704 16</inkml:trace>
  <inkml:trace contextRef="#ctx0" brushRef="#br0" timeOffset="110264.51">9680 4386 2751 0,'0'0'256'16,"0"0"-256"-1,1 0 0-15,-1 0 0 0,0 0 672 0,0 0 96 16,0 0 0-16,1 0 16 0,-1 0 368 0,1 0 64 0,0 0 0 0,-1-2 16 16,1 1 64-16,-1 1 16 15,1 0 0-15,-1 0 0 0,1-2 48 0,0 2 16 0,0-1 0 0,-1 1 0 16,1 0-256-16,-1 0-48 16,0 0-16-16,0-1 0 0,0 2-176 0,0-1-48 15,0 0 0-15,1 0 0 0,-1 1-112 0,0 1-16 16,0-2-16-16,0 1 0 0,0 1-160 0,0 0-16 0,0-1-16 15,0 0 0-15,0 1-112 0,0 1 0 0,0-1-16 0,1 1 0 16,-1-2-112-16,0 2 0 0,0 2-16 0,0 0 0 0,0-1-112 0,0 2-128 16,0-2 176-16,-1 1-176 15,1 0 192-15,0 0-64 0,-1 2 0 0,0-1-128 16,0 0 144-16,0 0-144 0,0-1 0 0,-1 2 144 16,1-2-144-16,-1 2 128 0,-1 0-128 0,2-2 128 15,-1 3-128-15,0-2 0 0,0-1 144 0,1 0-144 16,0-1 0-16,-1-1 0 0,1 2 0 0,0-3 128 15,-1 0-128-15,1 1 0 0,1-1 0 0,-1 1 0 0,0-1 0 16,-1 0 0-16,1 0 0 0,0-1 0 16,0 1 0-16,-1 0 0 0,2 1 0 0,-1-1 0 0,0-2 0 15,0 2 0-15,0 1 0 0,1-1 0 0,-1-1 0 0,0 3 0 16,1-3 0-16,0 2 0 0,0-2 0 0,-1 2 0 16,1 1 0-16,0-2 0 0,0 0 0 0,0 1 0 15,-1-1 0-15,1 1 0 0,0-1 0 0,0 0 0 16,-1 1 0-16,0 2 0 0,1-3 0 0,-1 0 0 0,0 0 0 15,0 1 0-15,1 0 0 0,-1 0 0 0,0 0 0 16,-1-2 0-16,1 3 0 0,0-1 0 16,1-1 0-16,-1 0 0 0,1 0 0 0,-1 1 0 0,1-1 0 0,0 1 0 15,-1-1 0-15,1-2 0 0,0 2 0 0,0-1 0 16,-1 1 0-16,1 0 0 0,0-2 0 0,0 1 0 16,-1-1 0-16,1 0 0 0,0 0 0 0,-1 0 0 15,1 0 0-15,-1-1 0 0,1 1 0 0,0 0 0 16,0 0 0-16,0-2 0 0,-1 2 0 0,1 0 0 15,0 0 0-15,-1 0 0 0,1-2 0 0,0 2 0 16,0 0 0-16,0 0 0 0,0 0 0 0,0-1 0 0,-1 1 0 0,1 0 0 16,0 0 0-16,0 0 0 15,-1 0 0-15,1 0 0 0,0-2 0 0,0 2 0 0,0 0 0 0,0-1 0 16,0 1 0-16,0-1 0 0,0 1 0 16,0-3 0-16,0 2 0 0,0 0 0 0,0-1 0 0,0 1 0 15,1-1 0-15,-1 0 0 16,0 0 0-16,0-1 0 0,0-2 0 0,1 3 0 0,-1 0 0 0,0-3 128 15,0 2-128-15,1-1 0 0,-1 0 0 0,1-1 0 16,-1 2 0-16,0-4 128 0,2 1-128 0,-1 0 128 0,0 0-128 0,0 0 128 16,0-1-128-16,0 0 0 0,1 0 0 0,0-3 0 15,0-2 0-15,1 0 0 0,1 1 0 16,-1 1 128-16,0-1-128 0,1 1 0 0,-1 0 0 0,0 3 0 16,0-2 0-16,1-1 0 0,1 3 0 0,-2-1 0 15,0 2 0-15,1 0 0 0,0 1 128 0,-1 2-128 16,1 0 128-16,0 0-128 15,0 2 128-15,-1-2-128 0,1 3 128 0,0 0-128 0,-1-2 128 0,1 2-128 16,1 0 144-16,-2 0-144 0,2 0 192 0,-1 0-192 16,0 0 208-16,1 2-64 0,-1 1-16 0,0-1 0 0,0 0-128 15,-1 1 128-15,1-1-128 0,-2 3 128 16,1 0-128-16,0 2 160 0,-1-2-160 0,0 2 160 0,-1 0-160 0,0 0 192 16,-1 2-192-16,1-2 192 15,-1 3-192-15,-1-2 160 0,1 0-160 0,-2 0 160 16,0-1-160-16,0 1 0 0,-1 0 144 0,1-3-144 0,0 2 0 0,1-2 144 15,-1-1-144-15,-1 0 0 16,1 0 0-16,0-2 0 0,1 1 0 0,-1 1 0 0,2-3 0 0,-1 1 0 0,1-2 0 0,-1 0 0 16,0 0 0-16,1 0 0 0,0 0 0 0,1-2 0 31,0 1 0-31,0-1 0 0,0-1 0 0,1 0 0 0,1-2 0 0,0-1 0 0,0 2 0 0,0-4 0 16,2-1 0-16,0 0 0 15,-1-1 0-15,2 0 0 16,-1-2 0-16,1 1 0 0,0 1 0 0,0 1 0 15,-1-1 0-15,0 3 0 0,0-1-128 0,-1 0 128 16,1 3 0-16,-1 0 0 0,0 0 0 0,-1 1 0 0,2 1 0 16,-1-2 0-16,-1 1 0 0,0 0 0 15,1 0 0-15,-1 0 0 0,1 0 0 0,0 1 0 0,0 0 0 16,-2 1 0-16,2 0 0 0,-1 0 0 0,0 2 0 0,-1-1 0 16,1 2 0-16,-1-1 0 15,0 2 0-15,-1 0 0 0,1 0 0 0,-1 1 0 0,0 2 0 16,-1-5 0-16,0 0 0 0,0 0 0 0,0 0 0 0,13 38 0 15,-12-29 0 1,0 0 0 0,-1-9 0-16,0 0 0 15,3 31 0-15,-2-21 0 16,-1-1 0 0,-1 3 0-1,1 0 0-15,-1-2 0 16,-1 1 0-1,1-1 0 1,0 1 0 0,-1-1 0-1,0 0 0 1,-1-1 0-16,1 0 0 16,-1-1 0-16,2-1 0 15,0-2 0-15,0-1 0 0,1-1 0 0,0 0 0 0,1-1 0 0,-1-2 0 0,1 0 0 0,-1-3-992 0,2 0-160 0,1 1-16 16,-1-2-9248-16,1-1-1840 0</inkml:trace>
  <inkml:trace contextRef="#ctx0" brushRef="#br0" timeOffset="110369.96">10066 4348 6447 0,'2'-5'272'0,"-1"2"80"0,1 1-352 0,-1 2 0 0,0-1 0 0,0 0 0 0,-1 1 1808 0,2 0 304 0,1-3 48 0,1 1 16 0,0 0 64 0,1 1 0 0,0-1 16 16,0 2 0-16,0 0-688 0,0 0-144 0,0 0-16 0,1 2-16 0,-2 1-768 0,1-1-160 0,-5-2-16 0,0 0-16 0,0 0-432 15,0 0 0-15,0 0 0 0,0 0 0 16,0 0-272-16,0 0-144 0,34 26-32 0,-31-23 0 16,-1-1-1568-16,-1 3-320 0</inkml:trace>
  <inkml:trace contextRef="#ctx0" brushRef="#br0" timeOffset="110551.38">10107 4447 911 0,'-2'3'0'0,"0"-1"0"0,1-1 0 0,0 0 0 0,0 1 896 0,1-2 80 15,0 3 32-15,-1-1 0 0,0 3 1424 0,-2 2 304 16,0 0 48-16,0 3 16 0,1-1-624 0,0-2-112 0,0 1-16 15,1-2-16-15,0-1-1552 0,1-1-304 0,1-1-176 0,0-3-6464 16,1 1-1408-16</inkml:trace>
  <inkml:trace contextRef="#ctx0" brushRef="#br0" timeOffset="111434.03">10301 4427 6447 0,'1'-1'576'0,"0"-1"-576"0,0 2 0 0,-1 0 0 16,0 0 800-16,0 0 48 0,1-2 16 0,0 1 0 0,0 1 1008 15,1 0 208-15,-1 0 32 0,0 0 16 16,1 0-64-16,-2 1-16 0,0 1 0 0,0 0 0 0,-1-1-320 0,0 0-64 16,0 2 0-16,-1 1-16 0,1 1-512 0,-1 2-112 15,1-1 0-15,-2 2-16 0,0 2-240 0,-1-1-32 16,1 2-16-16,0 0 0 0,-1-2-336 0,1 1-80 15,0 1-16-15,-1 1 0 0,-1 2-96 0,2-2 0 16,-2-1-16-16,1 0 0 0,1-2-176 0,2 0 0 16,-2-1 0-16,2-1 0 0,0-1 0 0,2-2 0 0,-1 0 0 0,0-4 0 15,1 1 0-15,-1-2 0 16,1 1 0-16,0-2 0 0,0-1 0 0,0 0 0 0,2-3 0 0,-1 0 0 16,2-2 0-16,-1 1 0 15,2-3 0-15,-1 0 0 0,0 1-320 0,0 0 64 0,3-3 16 16,-1-4 0-16,2 1-16 0,-2-2-16 15,1 2 0-15,-1 0 0 0,1 1 272 0,-2 2 0 0,-1 2 0 16,1-2 0-16,1 3 0 0,-1 2 0 0,0-3 0 0,0 5 0 16,0-2 0-16,0 3 0 0,0-1 0 0,-1 2 0 15,0 1 128-15,0 0-128 0,-2 2 176 0,2 0-176 16,-1 2 240-16,0 0-64 0,-1 1-16 0,-2-3 0 16,0 0 16-16,0 0 0 0,0 0 0 0,11 43 0 15,-11-43-176-15,0 0 0 0,1 38 0 0,-1-38 128 16,-1 26-128-16,0-12 0 0,-1 1 0 0,0 0 0 0,2-15 0 15,-3 27-256-15,3-27 64 0,0 0 16 16,-1 28-1456-16,1-23-288 0,0-3-64 0,0 0-12720 16</inkml:trace>
  <inkml:trace contextRef="#ctx0" brushRef="#br0" timeOffset="111796.16">10100 4483 3743 0,'0'-3'320'0,"0"2"-320"0,0 0 0 0,0 1 0 0,0-2 448 16,1 2 0-16,-1-3 16 0,1-1 0 0,0 1 1280 0,0 1 256 15,0-3 48-15,-1 3 16 0,0 1 112 0,0 1 32 32,-1 0 0-32,0 3 0 0,0 0-208 0,-1 3-32 0,2 2-16 0,-2-1 0 15,0 4-560-15,-1-1-112 0,0 3-32 0,0-1 0 0,1 3-864 0,-1-1-160 16,1-2-32-16,-1-1-16 15,2 0-560-15,0-2-128 0</inkml:trace>
  <inkml:trace contextRef="#ctx0" brushRef="#br0" timeOffset="114613.71">10836 4260 1839 0,'1'-2'160'0,"-1"2"-160"16,1-2 0-16,-1 2 0 0,0 0 816 0,1-1 128 15,-1 1 16-15,1-2 16 0,0 1 432 0,-1-1 96 0,1 0 16 0,-1 2 0 32,1-2-272-32,-1 2-48 0,-1-2-16 0,0 2 0 0,1-1-224 0,-1 1-64 15,0 0 0-15,-1 0 0 0,1 0-128 0,-1-2-48 16,-1 0 0-16,1 1 0 0,0 1-16 0,-1-2-16 0,-1 0 0 0,0-1 0 15,1 1-16-15,-2 0 0 16,0 1 0-16,-1-2 0 0,-1 2-64 0,0-3-16 16,0 3 0-16,-1-3 0 0,2 3-128 0,0-1-16 0,0 0-16 0,-1 0 0 15,1 1 144-15,0-1 16 16,0 0 16-16,0 1 0 0,0-1-304 0,1 2-64 16,0 0-16-16,2 0 0 0,-1 0-224 0,1 2 0 0,1-2 128 0,0 0-128 15,1 3 0-15,0-3 0 0,0 2 0 0,0-2 0 16,0 3 0-16,1-3 0 0,0 2 0 15,0 0 0-15,0 1 0 0,0-1 0 0,1-1 0 0,-1 3 0 16,0-2 0-16,1 0 0 0,0 3 0 0,0-2 0 0,0 1 0 16,0 4 144-16,1-2-144 0,0 2 128 15,-2-8-128-15,0 0 160 0,5 31-160 0,-5-31 160 16,0 0-160-16,7 46 0 0,-7-46 0 0,5 35 0 16,-5-35 0-16,2 33 0 0,-2-33 0 0,0 35 0 15,0-35 0-15,0 33 0 0,-1-16 0 0,1-17 0 16,-1 28 0-16,1-28 0 0,0 25 0 0,0-14 0 0,0-11-144 0,0 0 144 15,0 0 0-15,0 0 0 0,0 0 0 16,0 0 0-16,0 0 0 0,0 0 0 0,33 28 0 16,-25-30 0-16,-1-3 0 0,2 0 0 0,0 1 0 15,2-4 0-15,-3 4 0 0,1-4 0 16,1 2-496-16,-1-2-80 0,1 2-32 0,-2 0-8800 16,1 0-1744-16</inkml:trace>
  <inkml:trace contextRef="#ctx0" brushRef="#br0" timeOffset="115981.6">11076 4376 1839 0,'-1'-2'160'0,"0"2"-160"0,1 0 0 0,0 0 0 16,0 0 896-16,-1-2 128 0,0 1 48 0,0-1 0 15,1-1 512-15,-2 0 96 0,0-1 32 0,1 0 0 0,0 1-64 0,0 1-16 16,1-2 0-16,-1 1 0 15,0 0-96-15,1 1-32 0,-1 1 0 0,0 0 0 16,0 1-288-16,0-2-48 0,1 2-16 0,-1 0 0 16,0 2-256-16,0-1-48 0,-1 0-16 0,0 1 0 15,1 1-320-15,-2 0-80 0,1 1-16 0,0 0 0 16,-1 2-128-16,1 0-32 0,-3 2 0 0,2-2 0 0,-1 3-32 16,0 0-16-16,1 2 0 0,-2 1 0 15,0 2-16-15,1-1 0 0,-1 0 0 0,1-1 0 0,0 3-192 0,0-1 176 16,1 0-176-16,0-2 160 0,3 0-160 0,-1-2 0 15,1-10 144-15,0 0-144 0,0 0 0 0,0 0 128 16,12 35-128-16,-12-35 0 0,0 0 0 0,0 0 0 0,0 0 0 16,0 0 128-16,0 0-128 0,34-1 0 0,-28-2 128 15,0-3-128-15,1 1 128 0,1-1-128 0,-1-2 160 16,1 1-160-16,-1-2 0 0,1-1 0 0,0 0 0 0,-1-1 0 16,1 1 0-16,-3-1 0 0,1-1 0 15,-1 0 0-15,-1 1 0 0,-1-2 0 0,-1 1 0 0,-1 0-160 16,-1 0 160-16,-1 0-128 0,-1 1 128 0,-2 1-128 15,0 1 128-15,-3 2-160 0,1 2 160 0,-1 1-160 16,1 3 160-16,-2 1 0 0,2 3 0 0,-2-1 0 16,3 2-128-16,-2-1 128 0,2 3-128 0,1-2 128 15,0 1-336-15,1-1 16 0,2 1 0 16,0 0 0-16,2-2-1040 16,-1 0-208-16,2-2-32 0,1 1-11456 0</inkml:trace>
  <inkml:trace contextRef="#ctx0" brushRef="#br0" timeOffset="116219.51">11211 4491 5519 0,'1'-1'496'0,"-1"1"-496"15,1 0 0-15,0 0 0 0,-1 0 1712 0,1 0 240 0,0 0 48 0,1 0 16 16,0 0 320-16,0 1 64 0,-1 0 16 0,0 4 0 15,0 0-944-15,0-1-192 0,0 4-48 0,0-1 0 16,0 0-592-16,0 0-112 16,-1-7-16-16,0 0-16 0,0 0-496 0,0 0 0 0,0 0 0 0,0 0-8208 15,0 0-1584 1</inkml:trace>
  <inkml:trace contextRef="#ctx0" brushRef="#br0" timeOffset="125434.9">11543 4282 8287 0,'-1'2'736'0,"0"-2"-592"16,1 0-144-16,0 0 0 0,0 0 1024 0,-1 0 192 0,1 0 16 0,-1-2 16 15,0 1 544-15,0 1 128 0,0-2 0 0,1 2 16 16,-1-2-368-16,1 1-80 0,0 1-16 15,0 0 0-15,0 0-384 0,1 0-96 0,0 0-16 16,0 0 0-16,0-2-336 0,1 2-64 16,0 0 0-16,-1-2-16 0,1 0 448 0,0 1 80 15,1-3 32-15,1 0 0 16,-1-1-1712-16,1-1-352 0,1 2-64 0,-1-4-16 0,1 1 800 0,0-2 224 16,-2 0 0-16,0 1 0 0,0 1-192 0,-1 0 192 15,-2 0-192-15,0 0 192 0,-1 1-432 0,-2 2 48 16,-2-1 0-16,0 2 0 15,-2 2-128-15,0 1-32 0,-1 0 0 0,-3 4 0 0,0 1 272 0,-1 0 48 16,-1 3 16-16,-1 1 0 0,1 2 208 0,1-1 0 0,-1 3-160 0,2 0 160 16,2-1 0-16,1 0 0 0,2 2 0 0,1-2 0 0,2 0 0 15,0 0 0-15,2-2 0 16,0-1 0-16,1-1 0 0,2-2 0 0,-2-6 0 0,0 0 0 16,0 0 0-16,0 0 128 0,0 0-128 0,0 0 0 15,38 5 0-15,-31-8 0 0,2 1 0 0,-2-1 0 16,1 1 0-16,0 0 0 0,-1-1 0 0,1-2 0 15,-2 3 0-15,1 0 0 0,-1-2 0 0,-1 3 0 16,-2-2 0-16,-1 1 0 0,0 2 144 0,-1 0-144 0,0 0 0 0,-2 1 0 16,1 1 0-16,-2 1 0 0,1 1 0 0,-1-2 128 15,1 3-128-15,-1 0 128 0,-1 0 0 0,1 2 16 16,-1 0 0-16,1 1 0 0,0 3 256 0,0-1 48 16,-1 3 16-16,1 2 0 0,-1 0-128 0,1 3-16 15,-2 2-16-15,0 0 0 0,1-3-160 0,-2 2-16 16,0 6-128-16,-1 2 192 0,-2 4-192 0,1-1 0 15,-1-1 128-15,2-3-128 0,-1-3 0 0,0-1 0 0</inkml:trace>
  <inkml:trace contextRef="#ctx0" brushRef="#br0" timeOffset="126909.88">9841 5251 9215 0,'0'-3'816'0,"0"1"-656"0,1 1-160 0,-1 0 0 15,0 1 1088-15,1 0 192 0,0-3 48 0,-1 1 0 0,1-1 304 0,1 1 64 16,0 1 16-16,0 2 0 0,1 1-752 16,-1 1-160-16,-1 2-32 0,1 0 0 0,-1 2-304 15,0-2-64-15,1 5-16 0,-1 1 0 16,0 1-192-16,-1 2-64 0,0-2 0 0,0 0 0 15,-1 2-128-15,-1-2 160 0,-1 0-160 0,1-1 160 16,0 1-32-16,-1-3 0 0,0 1 0 0,-1-2 0 0,2 0-128 0,-2-2 192 16,1 0-192-16,1-1 192 15,0-2-192-15,0-1 192 0,0-2-192 0,1 0 192 0,0 0-192 16,0 0 0-16,1-2 0 0,-1-1 128 0,1-1-128 16,-1 1 0-16,1-1 0 0,0-2 0 0,0 2 0 0,0-3 0 15,0 2-144-15,1 0 144 0,1-2 0 0,-1 0 0 16,2-2-128-16,-1-1 128 0,0 1 0 15,2 0 0-15,1-1-128 0,-1-1 128 0,1 0 0 0,0 0 0 16,-1 2 0-16,3-1 0 0,-1-2 0 0,2 0-128 16,0 2 128-16,-1-1 0 0,2 2 0 0,-2 1 0 0,1 1 0 0,-2 0 0 15,0 2 0-15,0 0 0 16,0 3 0-16,-2 0 0 0,2 2 192 0,-2 2-48 16,1-1-16-16,-1 2 0 0,0 2 112 0,-2 2 16 15,1 1 0-15,0-2 0 0,-3-6-80 0,0 0-16 16,5 32 0-16,-4-21 0 0,0-1-32 0,0 4-128 15,-1-2 192-15,0 2-64 0,-1 0 0 0,0 1-128 0,0-3 192 16,-1 0-64-16,1-1-128 0,-1-2 0 0,0 1 0 16,0-3 128-16,0-1-128 0,1-2 0 0,0 1 0 0,1-3 0 15,0-1 0-15,1-1 0 0,0-1 0 0,0-1 0 16,1-1 0-16,1-2 0 0,0 1 0 16,0-4 0-16,2 1 0 0,-1-1 0 0,1-3 0 0,2-1 0 31,-1 0-576-31,1-2 16 0,1 0 0 0,0-2 0 0,-2 1-816 15,1-1-160-15,1-1-48 0,0 1 0 0,0 0 1072 16,-2 3 224-16,2 1 32 0,-3 3 16 0,0 2 240 0,-1 3 160 0,1 1-32 16,-2 3 0-16,1 0 672 0,-2 2 128 0,1 0 32 0,-1 6 0 15,1-2 64-15,-3-6 0 0,0 0 16 0,5 34 0 0,-5-34-528 16,2 24-128-16,-2-10 0 0,-1 1-16 16,0-2-208-16,1 1-32 0,-1-2-128 0,1-1 192 0,0-3-192 15,0-1 0-15,1-2 128 0,0 0-128 0,1-3 0 0,-1-2 0 16,2 0 0-16,0-2-160 15,-1 0-1088-15,2-4-224 0</inkml:trace>
  <inkml:trace contextRef="#ctx0" brushRef="#br0" timeOffset="127084.31">10271 5106 6447 0,'1'-2'576'0,"0"2"-576"0,0-2 0 0,0 2 0 0,0 2 1408 0,0-2 160 0,0 1 32 0,0 0 16 15,1 4 304-15,-2-5 48 0,0 0 16 0,0 0 0 16,0 0-1136-16,0 0-208 0,0 0-64 0,36 31 0 16,-36-31-576-16,0 0 0 0,0 0 0 0,0 0-6288 15,0 0-1312-15</inkml:trace>
  <inkml:trace contextRef="#ctx0" brushRef="#br0" timeOffset="127265.8">10308 5253 4607 0,'-2'3'192'0,"1"-1"64"0,0 0-256 0,1-1 0 0,-1 1 0 0,1 0 0 0,0 1 1232 0,-1 1 208 15,0 3 32-15,0 3 16 0,0 4 80 0,0 3 16 16,0-2 0-16,0 1 0 0,1 0-592 16,0-2-112-16,0-1-32 0,0-13 0 0,0 0-608 15,0 0-240-15,0 0 176 0,0 0-5744 0,0 0-1152 16</inkml:trace>
  <inkml:trace contextRef="#ctx0" brushRef="#br0" timeOffset="127676.61">10486 5158 11967 0,'0'1'528'0,"0"1"112"16,0 0-512-16,-1-1-128 15,0 3 0-15,0-2 0 0,0 1 992 0,-1 4 160 0,-1 0 48 0,-1 5 0 16,-1 5-96-16,-2 3-16 0,1 0 0 0,-2-2 0 15,2 2-16-15,-1-2-16 0,1-1 0 0,1-2 0 16,2-1-480-16,2-5-80 0,-1 0-32 0,1-4 0 16,0 0-304-16,1-5-160 0,1 0 160 0,0 0-160 0,1 0 128 0,0-4-128 15,1-1 0-15,0 0 144 16,-1 0-144-16,1 0 0 0,-1-2 0 0,1-2 128 16,0 1-128-16,1-1 0 0,-1-2 0 15,2-1 0-15,0 0 0 0,0-3-144 0,1 1 144 0,-1-2 0 16,1 3-128-16,-2-1 128 0,2 0 0 0,-1 1 0 0,-1 2 0 15,1-1 0-15,-1 4 0 0,0 0 0 16,1 3 0-16,-1 3 0 0,-1-1 0 0,1 3 144 16,-1 3 144-16,-3-3 32 0,0 0 0 0,0 0 0 15,0 0 304-15,0 0 64 0,17 38 16 0,-17-38 0 0,0 0-288 0,5 33-48 16,-5-33-16-16,0 0 0 0,1 34-48 0,-1-34-16 16,-1 32 0-16,0-15 0 0,-1-3 32 15,0 1 0-15,2-1 0 0,-1-2 0 0,0 0-192 0,0-3-128 16,0 0 144-16,0-3-144 0,1-1 0 0,1-2 0 15,0 0 0-15,0-1 0 16,-1-1-848-16,1 1-176 0</inkml:trace>
  <inkml:trace contextRef="#ctx0" brushRef="#br0" timeOffset="128277.74">11009 5056 16575 0,'4'-3'736'0,"-2"-1"160"16,0 2-720-16,-1-1-176 0,0 1 0 0,-1 2 0 0,1-1 1072 0,-1-2 176 15,1-2 32-15,0 0 16 0,1-2-128 0,-1 1-16 16,0 0-16-16,-2 1 0 0,0 1-464 0,0-1-96 16,-2 2 0-16,1-1-16 15,-3 1 16-15,-1-1 0 0,0 3 0 0,-1-1 0 16,-2 2-144-16,-1-1-32 0,2 2 0 0,-3-1 0 0,0 2-64 0,0-1-16 15,0 3 0-15,0-1 0 0,2 1-128 0,-2 1-16 16,3 0-16-16,0-1 0 0,1 0-160 0,1 0 0 16,1-2 0-16,1 0 0 0,0 1 0 0,1-1 0 15,1-1 0-15,0 1 0 0,0 0 0 0,2-2 0 16,-1 0 0-16,0 2 0 0,1-2 0 0,0 1 128 0,-1 1-128 0,1 0 0 16,1 1 192-16,-1-1-32 0,0 0-16 0,1 3 0 15,-1-2 64-15,1 1 16 0,-1 3 0 0,0 0 0 16,0-1-80-16,0 2-16 0,0 0 0 0,0-8 0 15,0 0-128-15,1 27 0 0,-2-16 0 0,1 1 128 16,-1 0-128-16,0 2 0 0,-1 4 0 0,-1 2 0 16,1 1 0-16,-2 3 0 0,1 4 0 0,-1 1 0 15,0 1 0-15,2-2 0 0,1-1 0 0,0-4 0 16,1-23 0-16,2 36 0 0,-2-36 0 0,0 0 0 0,0 0 0 0,0 0 0 16,24 36 0-16,-24-36 0 15,0 0 0-15,23-5 0 0,-15 0 0 0,0-2 0 0,1 1-224 0,-1-2-80 16,1 1-16-16,-1-3-14768 0</inkml:trace>
  <inkml:trace contextRef="#ctx0" brushRef="#br0" timeOffset="128836.78">11131 5187 8287 0,'0'-2'736'0,"1"1"-592"16,-1-1-144-16,0 2 0 0,0 0 1264 0,0 0 208 0,0-1 64 0,0 0 0 0,-1-2 1120 0,1 1 224 31,-1 2 64-31,-1 0 0 0,0 0-1088 0,0 2-224 0,0 1-32 0,0 1-16 16,-1 2-1008-16,0 0-208 0,-1 4-48 0,1 0 0 15,-1 2-64-15,0 0 0 0,0 4-16 0,0-2 0 16,0 0-240-16,1 2 176 0,1 1-176 0,0-2 160 15,2-15-160-15,0 28 0 0,0-28 0 0,0 0 0 16,0 0 0-16,0 0 0 0,17 33 0 0,-11-33 0 16,0 0 0-16,2-5 0 0,0-1 0 0,2-2 0 15,-3 1 0-15,1 0 0 0,1-2 0 0,-1 1 0 16,-1-3 592-16,1 1 192 0,-1-2 48 0,1-1 0 16,-2 0-1712-16,0-1-336 0,-1 2-64 0,-1-1 0 0,-2 2 912 0,-1 0 192 15,-2 1 48-15,-1 1 0 0,-2 1 128 0,0 1 0 16,-2 0 0-16,-1 0-128 0,-1 2 944 15,-1 1 192-15,1 1 32 0,-1 1 16 16,3 2-1680-16,-1 0-336 0,1 3-64 0,0 1 0 0,3 0 656 0,-1 2 144 0,1-2 32 16,2 3-8624-1,0-2-1712-15</inkml:trace>
  <inkml:trace contextRef="#ctx0" brushRef="#br0" timeOffset="129046.28">11291 5263 15663 0,'-1'-1'688'0,"0"1"144"0,1 0-656 0,-1-1-176 16,1 1 0-16,0 1 0 16,0 0 1680-16,0 1 304 0,0 1 64 15,0 0 16-15,0 3-512 0,-1 1-96 0,1-7-32 0,0 0 0 16,1 28-976-16,-1-28-192 0,0 0-32 0,0 0-16 0,4 36-208 0,-4-36-208 15,0 0 32-15,0 0-12544 0</inkml:trace>
  <inkml:trace contextRef="#ctx0" brushRef="#br0" timeOffset="129481.1">11521 4995 1839 0,'0'0'160'0,"-1"-2"-160"0,0 2 0 0,1 0 0 16,-1 2 2256-16,1-2 432 0,-1 2 64 16,0 1 32-16,-1 1-736 0,-2 4-160 0,0 3-32 0,-2 4 0 15,-1 0-848-15,1 2-176 0,-1 3-48 0,1-2 0 16,-1 2-368-16,2-4-80 0,-1 3-16 0,3-4 0 0,-1-1 320 0,2 0 64 16,1-2 16-1,1-3 0-15,0-9 64 0,0 0 16 0,0 0 0 0,0 0 0 16,0 0-400-16,0 0-80 0,41 24 0 0,-32-24-16 15,1-3 336-15,2 0 64 0,0-1 0 0,0-1 16 16,1 2-240-16,-1-2-48 0,1 0-16 16,-2 1 0-16,0 1-224 0,-1 0-32 0,0 0-16 0,-1 0 0 15,-1 2-144-15,-1-4 0 0,-2 3 0 0,0-1 0 16,-2 2-544-16,0-2-192 0,0 1-32 16,-2 1-8768-16,0-1-1728 0</inkml:trace>
  <inkml:trace contextRef="#ctx0" brushRef="#br0" timeOffset="129664.89">11625 5026 2751 0,'-2'2'256'0,"1"0"-256"15,0-1 0-15,0 3 0 0,0-1 1728 0,1-1 288 16,-1 2 64-16,-1 2 16 0,-1 5 48 0,-2 4 16 16,0 4 0-16,-2 4 0 0,0 1-496 0,0-2-112 15,-2 3-16-15,0-1 0 0,1 2-496 0,-2-2-96 0,1 2-32 0,2-3 0 16,0-1-688-16,1-1-224 0</inkml:trace>
  <inkml:trace contextRef="#ctx0" brushRef="#br0" timeOffset="131635.66">10049 6097 5519 0,'-1'-2'496'0,"-1"2"-496"0,1 0 0 0,1 0 0 0,0 0 1024 0,0 0 128 0,-2 2 0 0,-1-2 16 16,-1 0 160-16,0 3 16 15,0-1 16-15,-1 0 0 0,2 3-80 0,-1-2 0 16,0 1-16-16,1 3 0 0,-1 0-96 0,-1 1-16 16,1 1 0-16,-1 3 0 0,0 2-64 0,1 1-32 0,-2 4 0 0,1 2 0 15,-1 3-384-15,0-1-80 0,2 1-16 0,-2-3 0 16,0-1-112-16,0 1-16 0,2 2-16 0,-2-3 0 15,2-2-96-15,2-2-16 0,0-4 0 0,1-3 0 16,1-3-320-16,1-1 144 16,1-3-144-16,-2-2 0 0,2 0 0 0,0-2 0 0,0-1 0 0,1-1 0 0,0 0 0 15,-1-2 0-15,3-1 0 0,0-2 0 0,-2 2 0 0,2-3 0 16,1-2 0 0,1-2 0-16,-1-3 0 0,1 3 0 15,-1-1 0-15,0 1-144 0,1 0 144 0,-1 0 0 16,1 0 0-16,0-2 0 0,-1 1 0 0,1 1 0 15,-1-1 0-15,1 3 0 0,-1 3 400 0,0 0 64 0,0-1 16 16,1 3 0-16,-2 1-48 0,1 1-16 0,0 2 0 0,-2 0 0 16,-4 3-128-16,0 0-32 0,0 0 0 0,0 0 0 15,0 0-256-15,0 0 0 0,34 34 128 0,-34-34-128 16,0 0 0-16,9 33 0 0,-9-33 0 0,3 23 0 16,-3-13 128-16,0 3-128 0,0-1 0 0,-1-1 0 15,0-1 0-15,0-1 128 0,0 0-128 0,0-1 0 16,0 0 160-16,0-3-160 0,0 0 128 0,1 0-128 0,-1-3 0 15,0 1 128-15,1-3-128 0,1 0 0 0,0-3 0 0,0-1 0 16,1 1 0-16,1-2 0 0,1-2 0 16,-1-2 0-16,2-1 0 0,1-1 0 0,1-1-192 0,0-3 48 15,2-1 0-15,-1 1 0 16,1-1-576-16,0-3-112 0,-2 0-32 16,0 2 0-16,1 1 512 0,-1 2 96 0,0 2 32 0,-2 2 0 15,2 3 224-15,-3 1 0 0,1 2 0 0,-1 4 0 0,-1 3 0 16,-1 0 208-16,-2-3-64 0,0 0-16 0,7 28 416 0,-7-15 80 15,0 4 16-15,0 1 0 0,-1 0-368 0,0 1-64 0,0-1-16 16,-1-3 0-16,-1 0-64 0,2-1-128 16,-1 0 176-16,0-5-176 0,1 1 128 0,1-3-128 15,0-1 0-15,0-3 0 0,1 0 0 0,0-3 0 16,1 0 0-16,0-2 0 0,0-1 0 0,2-1-224 0,0-4 16 0,0 1 0 16,2-2-2032-1,0-2-416-15</inkml:trace>
  <inkml:trace contextRef="#ctx0" brushRef="#br0" timeOffset="131822.78">10475 5962 18431 0,'3'0'816'0,"0"-1"160"0,0 0-784 0,0-1-192 0,-1 2 0 0,0-2 0 16,0 4 1712-16,1-5 288 0,4 1 64 0,2-1 16 0,-9 3-608 0,24-6-112 15,-24 6-16-15,0 0-16 0,33-6-1008 0,-33 6-320 16,0 0 160-16,0 0-160 16,0 0-896-16,34 3-272 0</inkml:trace>
  <inkml:trace contextRef="#ctx0" brushRef="#br0" timeOffset="131999.03">10521 6104 8287 0,'-4'10'736'0,"2"-5"-592"16,1 3-144-16,-1-2 0 0,1-1 1024 0,1-2 160 0,-1 3 32 16,0 1 16-16,-2 10 768 0,-2 2 160 15,1 2 16-15,0 0 16 0,1-3-608 0,1-2-128 0,1-2-32 0,1-14 0 0,0 0-1040 0,3 24-192 16,-3-24-64-16,0 0 0 16,0 0-720-1,0 0-160-15</inkml:trace>
  <inkml:trace contextRef="#ctx0" brushRef="#br0" timeOffset="132415.68">10717 6013 10127 0,'0'1'896'16,"0"1"-704"-16,0 1-192 0,-1 0 0 16,1 0 1200-16,-1 0 208 0,0 5 32 0,0 2 16 0,-2 6-128 0,-1 5-32 0,-1 5 0 0,0 0 0 15,-2 1-144-15,1-1-16 0,0-2-16 0,0-3 0 16,0-2 80-16,2-3 16 0,1-2 0 15,0-4 0 1,2-1-544-16,1-4-96 0,0-1-32 0,-1-1 0 16,1 0-544-16,0-5 0 0,1 1 0 0,0-1 0 15,0-1 0-15,1-1 0 0,0-1 0 0,0-1 0 16,1-2-512-16,0 1-96 0,1-3-32 0,-1 0 0 16,1-1-320-16,0-1-64 0,0 0 0 0,-1-4-16 15,1 3 464-15,0-2 80 0,-1 1 32 0,2 1 0 16,-1 1 336-16,0 0 128 0,2 0 0 0,0 3-144 0,-1 0 512 0,0 1 96 15,0 2 32-15,1 2 0 0,-1 0 720 0,-3 0 160 16,3 3 32-16,-1-1 0 0,0 2-272 0,0 0-48 16,0 2-16-16,-2 1 0 0,-2-3-480 0,0 0-80 15,0 0-32-15,0 0 0 0,13 33-208 0,-13-33-32 0,0 0-16 16,3 31 0-16,-4-19-96 0,0-1-128 16,0 1 176-16,-1 0-176 0,0 0 144 0,0-3-144 0,1 2 0 0,-1-3 144 15,1-1-144-15,1-1 0 0,0-1 0 0,1-2 0 31,0 0-688-31,1-3-208 0,1 1-64 0,0-2-14176 0</inkml:trace>
  <inkml:trace contextRef="#ctx0" brushRef="#br0" timeOffset="132940.22">11224 5970 6735 0,'7'-6'128'0,"-3"3"48"0,-1 0 0 0,0 0 32 0,0 3-208 0,-2-2 0 0,0 1 0 0,0-1 0 0,2 0 2224 0,-1-3 400 0,1-2 64 0,-2 3 32 15,-1-1-784-15,-1 2-144 0,-2 1-48 0,-1-3 0 16,-1 3-400-16,-1-1-96 0,0 1-16 15,-1 0 0-15,-1 0-336 0,0 1-64 0,-1-1 0 0,2 0-16 16,0 1-240-16,-1-1-64 16,3 0 0-16,-1 0 0 0,0 1-64 0,2 0-32 15,-1 0 0-15,1-2 0 0,0 3-224 0,0-2-32 0,1 2-16 16,2-1 0-16,0 0-16 0,-1 1-128 0,1 1 192 0,0 0-64 16,0-1 112-16,0 2 16 15,0 1 0-15,0-2 0 0,-1 3-32 0,0-2 0 0,0 3 0 0,0 0 0 0,-1-1-48 0,1 1-16 31,0 0 0-31,0 0 0 0,0 2-160 0,-1 0 128 16,1 1-128-16,-1 1 128 0,1 2-128 0,0-1 0 0,-1 1 0 0,1 1 128 16,0 0-128-16,1 2 0 0,-1 1 0 0,1 1 0 0,-1 1 0 0,0 2 0 15,0 0 0-15,0 0 0 0,1 1 0 16,-1 0 0-16,1-2 0 0,1-18 0 16,0 30 0-16,0-30 0 0,0 0 0 0,5 31 0 0,-5-31 0 0,0 0 0 15,0 0 0-15,0 0 0 0,0 0 0 0,0 0 0 16,0 0 0-16,0 0 0 0,34 28 0 0,-34-28 0 0,0 0 0 0,0 0 0 15,0 0-272-15,0 0-96 16,31 0-16-16,-25-2 0 16,-1 2-1728-1,0-2-336-15</inkml:trace>
  <inkml:trace contextRef="#ctx0" brushRef="#br0" timeOffset="134051.14">11408 6002 11055 0,'0'-2'976'0,"-1"0"-784"0,1 2-192 0,-1-2 0 0,1 2 1536 0,-1-1 272 15,0 1 48-15,0-4 16 0,-2 1 320 0,0 1 64 16,-1-2 16-16,1 3 0 0,-1-1-672 0,0 2-144 0,0 2-32 0,-1 1 0 0,1-1-720 0,0 2-128 31,1 1-48-31,0-1 0 0,-1 2-272 0,1 1-48 16,0 0-16-16,0 2 0 0,1 1-64 0,0 2-128 16,0 1 176-16,1 1-176 0,0 2 160 0,1-16-160 15,-1 35 128-15,1-35-128 0,1 33 0 0,-1-33 0 16,2 31 128-16,-2-31-128 0,0 0 0 0,10 36 0 15,-10-36 0-15,0 0 0 0,0 0 0 0,0 0 0 16,0 0 0-16,41 12 0 0,-31-17 480 0,-1-2 16 0,1-3 0 0,0 0 0 16,2-1 80-16,-2-1 0 0,2 0 16 0,-2-2 0 15,0 2-448-15,0 0-144 0,1-5 0 16,-2 1 0-16,-1 2 0 0,-2 2 0 0,-2-2 0 16,0 4 0-16,-2-1 0 0,-2 1 0 0,-4-2 0 0,-1 0 0 15,-4 1 0-15,-1 1 0 0,-3 0 0 0,-3 3 0 31,1 0-624-31,-2 3-128 0,2-1-16 0,1 4-16 0,0 1-416 16,0 3-80-16,0 0 0 0,3 1-8448 0,2 1-1696 0</inkml:trace>
  <inkml:trace contextRef="#ctx0" brushRef="#br0" timeOffset="135067.24">12251 4352 14735 0,'2'-2'1312'0,"-1"0"-1056"16,-1 2-256-16,1 2 0 0,-1-2 1120 0,0 1 160 15,0 0 48-15,0 4 0 0,0 1-160 0,-1 2-16 16,1-8-16-16,-3 26 0 0,0-9-816 0,-1 2-144 15,0 0-48-15,-1 2 0 0,2-3-128 0,-3 2 0 16,0 1 0-16,-1 3-10736 0</inkml:trace>
  <inkml:trace contextRef="#ctx0" brushRef="#br0" timeOffset="135468.1">12177 5271 17503 0,'0'-8'768'0,"1"3"176"0,0 0-752 0,0 3-192 15,0 0 0-15,-1 2 0 0,0 0 1456 0,0-1 256 0,1 1 48 0,0 0 16 16,-1 0-48-16,0 3-16 15,-1 4 0-15,-1-2 0 0,-2 6-1008 0,0 1-208 0,0 0-48 0,-1 3 0 16,-1 4-448-16,-3-3 0 0,2 6 0 16,-2-4 0-1,1 1-384-15,0-2-112 0</inkml:trace>
  <inkml:trace contextRef="#ctx0" brushRef="#br0" timeOffset="135854.9">12131 6186 23951 0,'3'-1'1056'0,"-1"1"224"0,0 0-1024 0,-1-2-256 31,0 2 0-31,-1 2 0 0,1-1 1472 0,0 1 224 0,-1-2 48 16,0 0 16-16,0 0-192 0,2 29-32 0,-4-18-16 0,-2 1 0 0,-1 2-848 0,-1-2-160 16,-2 2-48-16,0-1 0 15,-3 1-336-15,-1 1-128 0,2-3 0 16,-1 0-11056 0,-1 0-2272-16</inkml:trace>
  <inkml:trace contextRef="#ctx0" brushRef="#br0" timeOffset="137890.74">3770 4314 11967 0,'0'-4'1072'0,"-1"1"-864"15,0 1-208-15,0 0 0 0,2 1 512 0,-2 1 64 0,-1-3 16 0,0-3 0 16,1 1-80-16,-2-2-32 0,0 0 0 0,1 2 0 15,0 0-160-15,1 3-48 16,0 0 0-16,1 0 0 0,0 2 224 0,-1 0 32 0,1 0 16 0,-1 2 0 16,1 0 32-16,-2 0 0 15,1 3 0-15,-1 0 0 0,1 0-192 0,-1 0-16 0,0 2-16 0,1 1 0 16,-1 1-48-16,0 2-16 0,0 1 0 0,-1 0 0 16,2 2-32-16,-2 1-16 15,2 3 0-15,-1 6 0 0,0 0-64 0,0 2-16 0,0 0 0 16,0 4 0-16,1 8-160 0,-2 10 0 0,0 4 0 15,0 8 0-15,0-2 0 0,1 4 128 0,-1 10-128 16,0 7 0-16,1 10 0 0,2 1 0 0,0 5 128 0,0 4-128 16,2 3 0-16,-1 2 0 0,1-2 0 0,1 1 0 15,-1 1 0-15,2-5 0 0,0-4 144 0,0-5-144 16,0-5 0-16,-1-4 0 0,1-2 0 0,-2-6 0 16,2 0 0-16,1-6 0 0,-2-8 0 0,-1-5 128 15,0-1-128-15,0-4 0 0,0-3-176 0,0-8-7216 16,0-5-1440-16</inkml:trace>
  <inkml:trace contextRef="#ctx0" brushRef="#br0" timeOffset="138799.65">3749 4288 8287 0,'1'-6'736'0,"-1"0"-592"15,0 4-144-15,0 0 0 0,0 2 832 0,0-3 144 0,1-1 32 0,-1-1 0 16,1-3 80-16,-1 2 0 0,-1-1 16 0,0 3 0 15,1 3 48-15,-3 1 16 16,0 2 0-16,-1 3 0 0,1 3-352 0,-3 1-80 0,0 3-16 16,-1 4 0-16,-1 0-272 0,-2 4-64 0,0 1-16 0,-1 0 0 15,1-2-240-15,1 0-128 0,-2 3 128 0,3-4-128 16,1-3 0-16,-1 1 144 0,2-3-144 0,1 0 0 16,1-1 128-16,2-3-128 0,1-1 0 0,-1-4 0 0,2-1 0 15,1-1 0-15,1-4 0 0,0-1-144 0,3-1 16 0,1-6 0 16,1-2 0-16,1 0 0 15,1-2-1856 1,0-2-384-16,0-1-64 0,0-2 0 0,1 1-208 0,-2 0-48 16,1 0 0-16,-2 1 0 0,0-2 1920 0,-2 5 384 0,0-2 80 0,-3 2 16 0,1 2 1184 0,-1 2 256 15,-1 2 32-15,0 2 16 16,0 0 80-16,-1 3 32 0,1 2 0 0,0 1 0 16,0 1 288-16,0 2 64 0,2 5 16 0,0 1 0 15,-3-9-384-15,0 0-80 0,16 50 0 0,-16-50-16 0,14 47-736 16,-14-47-144-16,16 49-16 0,-16-49-16 0,17 41-288 0,-17-41 0 15,19 39 0-15,-19-39 0 0,16 35-128 0,-16-35 128 0</inkml:trace>
  <inkml:trace contextRef="#ctx0" brushRef="#br0" timeOffset="139367.64">3667 6802 7359 0,'-6'-12'656'0,"1"2"-528"16,3 6 896-16,2 2 160 0,1 1 32 0,-3-2 16 15,0-5 336-15,-1-5 64 0,-1-5 16 0,1 1 0 16,1 0-80-16,2 3-16 0,1 3 0 0,2 3 0 16,0 1-384-16,0 2-80 15,3 3 0-15,0 0-16 0,-6 2-432 0,0 0-64 16,0 0-32-16,0 0 0 0,42 23-320 0,-42-23-64 15,0 0-16-15,29 35 0 0,-29-35-144 0,19 32 160 16,-19-32-160-16,17 33 160 0,-17-33-160 0,13 33 0 0,-7-16 0 16,-6-17 0-16,11 33 0 0,-7-18 0 0,0-2 0 0,0-3 0 15,0-1-288-15,-1-3-96 0,0-3 0 0,-1-2-16 16,1-1-1744-16,-1-3-352 0</inkml:trace>
  <inkml:trace contextRef="#ctx0" brushRef="#br0" timeOffset="139519.68">3873 6652 911 0,'-1'-16'0'0,"1"6"0"0,0 3 0 0,0 1 0 0,0 3 1344 0,0 0 192 0,0 1 48 0,0-1 0 16,0 1 992-16,-1 0 208 0,1 4 32 16,-1 5 16-16,-1 7-1312 0,1 1-272 0,-1 4-48 0,-1 4-16 15,0 3-528-15,-1 0-96 16,0 3-32-16,-1 0 0 16,0-1-256-16,0-1-48 0,-1 0-16 0,1-3 0 15,1-3-208-15,0-6 0 0,2-4 0 0,1-3-10496 16</inkml:trace>
  <inkml:trace contextRef="#ctx0" brushRef="#br0" timeOffset="140134.93">3107 5172 911 0,'2'3'0'0,"-1"-1"0"0,0-1 0 0,-1 1 0 16,1-2 640-16,-1 1 64 0,0 0 0 0,1-1 0 15,0 2 304-15,1-1 64 0,-1 1 16 0,1-2 0 0,0 0 240 0,-1-3 48 16,1-1 16-16,-2-1 0 0,2 0 512 0,-1-2 96 16,0 0 32-16,0 0 0 0,0 1-656 0,-1 0-128 15,0 1-32-15,-1 3 0 0,0 0-128 0,0 0-16 0,-1 4-16 0,0 0 0 16,-1 0-320-16,0 3-64 16,-1 2-16-16,0 1 0 0,-1 3-272 0,-1 3-48 15,0 1-16-15,0-1 0 0,-1 2-32 0,1 1-16 16,1 0 0-16,-2 4 0 0,1 2-272 0,-1 6 160 15,0 3-160-15,-1 3 128 0,-1 3-128 0,1-1 0 16,1 1 0-16,0-2 0 0,1 2 0 0,1-10 0 16,2-7 0-16,1-1 0 0,2-2 0 0,1-3 0 0,1-4 0 0,1-2 0 15,1-3-128-15,0-3-16 0,0-1 0 0,1-5 0 32,0-2-1008-32,1-1-208 0,0-2-48 0,1-3 0 15,-1-1-1136-15,2-3-224 0,-1-1-48 0,1-6-6336 0</inkml:trace>
  <inkml:trace contextRef="#ctx0" brushRef="#br0" timeOffset="140366.87">3117 5360 4607 0,'3'-52'192'0,"-2"35"64"0,-1 9-256 0,0 7 0 0,0-1 0 0,0-3 0 0,0-10 1120 0,1-6 176 16,-1-5 48-16,1-3 0 0,0 6 352 0,0 4 80 15,0 7 16-15,1 5 0 0,1 5-400 0,0 6-80 16,0 1-16-16,0 5 0 0,2 6-496 0,-5-16-96 16,14 46-32-16,-7-18 0 0,-7-28-288 0,16 54-64 15,-6-16-16-15,3 4 0 0,0 6 80 16,0 0 0-16,0-3 16 0,-2 0 0 0,-1-4-160 15,2 1-48-15,-2 3 0 0,0-7 0 0,-1-5-192 16,-9-33 0-16,17 45 0 0,-17-45 0 0,0 0 0 0,0 0-128 16,0 0 128-16,0 0 0 0,0 0-144 0,0 0 144 0,0 0 0 15,0 0-144 1,11-10-1248-16,-16 1-240 0,-1-3-48 0,-2-2-4928 16,-1 2-992-16</inkml:trace>
  <inkml:trace contextRef="#ctx0" brushRef="#br0" timeOffset="140502.65">3178 5603 7359 0,'-36'-32'320'0,"25"21"80"0,6 6-400 0,4 4 0 15,0 1 0-15,-1-2 0 0,-7-3 960 0,-2-3 96 16,-2-1 32-16,0 3 0 0,3-2 448 0,2 5 112 0,5 0 16 0,3 3 0 16,5 2 128-16,2-2 48 15,-7 0 0-15,0 0 0 0,0 0-512 0,52 7-112 16,-52-7 0-16,34-3-16 0,-34 3-784 0,39-4-160 16,-39 4-16-16,41-7-16 0,-41 7-224 0</inkml:trace>
  <inkml:trace contextRef="#ctx0" brushRef="#br0" timeOffset="155834.79">12815 4206 6447 0,'3'-1'576'0,"-1"-1"-576"0,-1-1 0 0,0 3 0 0,-1-2 1312 0,1 2 160 16,2-2 16-16,1-3 16 15,0 0 320-15,2-1 64 0,0-2 16 0,-1 3 0 0,1-2-384 0,-2 1-80 16,0 0-16-16,0 2 0 15,-2-1-320-15,-1 2-64 0,1 0-16 0,-1 0 0 16,0 1-368-16,0 1-80 0,-1-1 0 0,0 1-16 16,0 1-240-16,0 1-32 0,0 1-16 0,-2 1 0 15,1-1-96-15,0 2-32 0,0 1 0 0,-1 0 0 16,-1 5-144-16,0-1 192 0,-1 3-192 0,1-1 192 16,0 4-192-16,-1 0 128 0,1 3-128 0,-1 4 128 15,0 1-128-15,1-1 0 0,1 1 0 0,-1 1 0 0,0-5 0 16,3-19 0-16,-1 31 0 0,1-31 0 0,0 0 0 0,0 0 0 15,8 33 0-15,-4-28 0 0,2-3 0 0,0-2 0 16,1-4-144-16,0-2 144 0,2 0 0 0,2-4 0 16,2-2 0-16,0-1 0 0,0-2 0 0,-1-5 128 15,2 0-128-15,-2 0 0 0,-1 5 0 16,-1-2 0-16,-1 0 0 0,0 1 0 0,-1-1 0 16,-4 2 0-16,-1 3 0 0,-1 1 0 0,-1 1 0 0,-3-2 0 15,-2 0 0-15,-3 1 0 0,-1 1 0 0,-2 3 0 0,-1 0 0 16,0 3 0-16,-2 1 0 0,0 3 128 15,1 0-128-15,0 0 0 0,1 2 0 0,0 0 0 0,2 3 0 0,0 0 0 16,3-1 0-16,0 1 0 0,2 0 0 0,2-2 0 31,0 1-448-31,2 1-48 0,2-1 0 0,0 1-13072 0</inkml:trace>
  <inkml:trace contextRef="#ctx0" brushRef="#br0" timeOffset="156006">13010 4286 12895 0,'0'0'576'0,"1"0"112"0,0 1-560 0,0 0-128 16,-1-1 0-16,1 2 0 0,0-2 1072 0,1 3 176 15,1-1 32-15,-3-2 16 0,0 0-144 0,0 0-16 16,0 0-16-16,0 0 0 16,0 0-912-16,38 31-208 0,-32-29 0 0,-6-2-9568 0</inkml:trace>
  <inkml:trace contextRef="#ctx0" brushRef="#br0" timeOffset="156520.53">13248 4110 6447 0,'-3'-2'576'0,"1"1"-576"15,2 2 0-15,-1-1 0 0,1 2 832 0,-1-2 64 16,-1 3 16-16,-2-1 0 0,-1 3 432 0,-2-1 64 0,1 4 32 15,1 1 0-15,0-2-176 0,2 3-48 0,1-1 0 0,0-1 0 0,2 1-384 0,1-4-64 16,-1-5-32 0,0 0 0-16,0 0-128 0,0 0-32 15,0 0 0-15,34 35 0 0,-34-35-80 0,0 0-32 0,0 0 0 0,35 20 0 16,-35-20-96-16,0 0-32 16,0 0 0-16,38 30 0 0,-38-30-144 0,0 0-16 15,0 0-16-15,29 34 0 0,-29-34-160 0,0 0 160 0,0 0-160 16,0 0 160-16,19 40-160 0,-19-33 128 0,-2 0-128 0,0 0 128 0,-1-2-128 0,-1 1 0 15,-1 0 0-15,-1-4 0 32,0 0 0-32,-2 0 0 0,0 1 128 0,-1-3-128 0,-2 2 0 0,-1-2 0 0,1 0 0 0,-2 0 0 0,0 0 0 0,0-2 0 15,1 2 0-15,1-2 0 16,1-1 0-16,2 1 0 0,1 0 0 0,1-3 128 16,2 0-128-16,0 1 0 0,3-1 0 0,0 1 0 15,3-2 0-15,2-1 0 0,1 0 0 0,2-2 128 16,1 1 288-16,1-2 48 0,0 1 16 0,2-2 0 0,2-1-96 0,1 0 0 0,-1 0-16 0,0 0 0 15,-2-1-224 1,2 1-144-16,0-1 192 0,-1 0-192 0,-1 0 192 16,0-1-192-16,1 0 192 0,-3-1-192 0,-1 1 288 0,-2 0-48 0,-2 2-16 0,-3 0 0 15,-2 3-80 1,-2-1-16-16,-3 4 0 0,-3 2 0 0,-2 2-128 0,-2 1 0 16,-1 2 0-16,-2 2 0 0,-1 4 0 0,-1 0 0 15,-2 3 0-15,-1 3-9920 0,1 0-1904 0</inkml:trace>
  <inkml:trace contextRef="#ctx0" brushRef="#br0" timeOffset="157133.41">12860 5080 12895 0,'0'-4'1152'0,"-1"-1"-928"16,1 4-224-16,0 1 0 0,0 1 656 0,-1 1 96 0,0-2 16 16,-1 0 0-16,-1 0 176 0,0 3 32 15,-1 4 16-15,0 2 0 0,-1 4-672 0,1 0-128 0,-1 3-16 0,1 1-16 16,1 1-160-16,-1 2 192 0,0-1-192 0,1 3 192 15,-1-4-64-15,0 4-128 0,1-1 192 0,1-2-64 16,0 0 32-16,0-2 0 16,2-17 0-16,0 26 0 0,0-26 0 0,0 0 0 0,0 0 0 0,0 0 0 15,0 0 16-15,0 0 0 0,0 0 0 0,0 0 0 16,37 16 400-16,-32-23 64 16,2-1 32-16,0-3 0 0,2-1 64 0,-1-2 16 15,0 0 0-15,1 0 0 0,-1-2-464 0,0-2-96 0,0-2 0 16,-1-2-16-16,0 0-176 0,-3-1 0 0,-1 2 144 0,-3-2-144 0,-2 3 128 15,-1-1-128-15,-2 2 128 0,-1 4-128 16,2 3 224-16,-3 1-32 0,1 4 0 0,-1 2 0 16,1 5 192-16,-2 2 16 0,2 3 16 0,-1 2 0 15,1 2-256-15,-1 3-160 0,1 0 192 0,1 0-192 0,1 0 0 16,1-2 0-16,1 1 0 0,2-2 0 0,0-9-256 16,0 0 0-16,0 0 0 0,0 0-13200 0</inkml:trace>
  <inkml:trace contextRef="#ctx0" brushRef="#br0" timeOffset="157318.68">13022 5296 18431 0,'3'2'816'0,"-1"0"160"0,1-1-784 0,-2 1-192 0,0-2 0 16,0 1 0-16,1 0 1328 0,-1 2 208 0,2-1 64 15,0 1 0-15,-3-3-240 0,0 0-32 16,0 0-16-16,0 0 0 0,0 0-928 0,0 0-192 0,26 35-48 0,-23-33 0 15,1 1-144-15,-2-3-176 0</inkml:trace>
  <inkml:trace contextRef="#ctx0" brushRef="#br0" timeOffset="157668.31">13325 4942 16575 0,'1'-2'736'0,"-1"2"160"0,0 0-720 16,-1-1-176-16,1 1 0 0,0 0 0 0,-1 1 1232 0,0-1 224 15,1 2 32-15,-2-1 16 0,1 1-480 0,-2 1-80 16,0 1-32-16,0 1 0 0,-1 0-272 0,0 2-48 16,-1 4-16-16,1 1 0 0,-3 2-32 0,1 6-16 15,-2 3 0-15,1 2 0 0,-2 3-272 0,1-2-64 0,1 0-16 16,-1-2 0-1,2 0-176-15,0-1 0 0,2-3 144 0,3 0-144 16,1-20 0-16,0 39 0 0,0-39 0 0,0 0 0 16,14 37 0-16,-14-37 0 0,0 0 0 0,0 0-128 0,0 0 128 0,44 7 0 15,-34-12 0-15,0-2-128 0,0 0 128 16,-1-2 0-16,1-1 0 0,-2 3 0 0,-1-2 0 0,-1-1 0 16,-1 1 0-16,-1-1 0 0,-2 1 0 0,-3 1 0 15,-1 2 0-15,-4 0 128 0,0 4-128 0,-3 0 0 16,-1 2 0-16,0 1 0 0,0 0 0 0,-2 2 0 15,-2 2 0-15,0 1-8896 16,2 0-1712-16</inkml:trace>
  <inkml:trace contextRef="#ctx0" brushRef="#br0" timeOffset="158234.84">12872 6019 13823 0,'-1'-5'1216'0,"0"1"-960"0,0 4-256 0,0 0 0 0,1 0 528 0,-1-2 64 0,-1 1 16 0,-2-1 0 16,0 2 352-16,-2 0 80 0,0 2 16 0,-1 3 0 16,2 0-528-16,-1 4-96 0,1 1-32 0,0 2 0 15,0 3-208-15,1 2-64 16,-1 1 0-16,0 2 0 0,2 2-128 0,0-1 0 0,3-21 144 0,-2 39-144 15,2-39 0-15,1 32 128 16,-1-32-128-16,0 0 0 0,0 0 0 0,15 36 128 0,-15-36-128 0,0 0 0 16,0 0 0-16,0 0 0 15,39-2 0-15,-29-3 0 0,0-2 560 0,0-1 32 16,1 0 16-16,1-2 0 0,-1-1 144 0,0-2 16 16,-1 1 16-16,-1-1 0 0,1-2-560 0,-2 3-224 15,-1-2 176-15,-2 2-176 0,0 0 128 0,-3-1-128 0,0 0 0 16,-2 1 0-16,-1-2 128 0,-1 0-128 0,-3 0 0 15,-3 0 0-15,-1 1 0 0,-1 1 128 0,-1 3-128 16,-1 2 0-16,1 2 0 0,0 5 0 0,0-2 0 0,2 4 0 16,1 1 0-16,0 4 0 0,1-1 0 0,0 2-160 15,4-3-48-15,-1 4-16 0,2-1 0 0,1 1 0 32,1 0-656-32,0-9-128 0</inkml:trace>
  <inkml:trace contextRef="#ctx0" brushRef="#br0" timeOffset="158412.1">13122 6142 16575 0,'1'0'1472'0,"0"2"-1168"16,0 1-304-16,0-3 0 0,0 3 960 0,0-1 144 0,0 0 32 16,-1-2 0-16,0 0 448 0,0 0 80 15,12 37 32-15,-12-37 0 0,0 0-1056 0,0 0-224 0,0 0-32 16,20 37-16-16,-20-37-368 0,0 0-208 15</inkml:trace>
  <inkml:trace contextRef="#ctx0" brushRef="#br0" timeOffset="158903.98">13301 5908 15663 0,'-2'0'688'0,"0"2"144"0,1-2-656 0,0 0-176 0,1 2 0 0,0-2 0 16,0 1 1648-16,0 1 288 0,1 1 64 0,1 1 16 15,1 0-592-15,1-1-112 0,1 0-32 0,1-1 0 16,1-2-736-16,1 1-160 0,1-1-16 0,-1-1-16 16,1 1-176-16,-1 0-48 0,-1 0 0 0,1 0 0 15,-3 0-128-15,1 0 0 0,-1 0 0 0,-1 1 0 16,0-1 0-16,-1 0 0 0,-1 1 0 0,0-1 0 0,-1 2 0 15,-1-2 0-15,0 1 0 0,-1 1 0 16,-1 1 0-16,-1 1 0 0,-1-2 0 0,-1 3 0 16,-1 0 0-16,-1 0 0 0,0 2 0 0,0-2 0 15,0 2 0-15,1-3 0 0,-2 3 0 0,3-2 0 0,0 2 0 0,1-2 0 16,1-1 128-16,3 0-128 16,0 0 0-16,1-2 0 0,1 1 0 0,2 1 0 0,0-3 0 15,0 3 0-15,-4-4 0 0,0 0 0 0,0 0 0 0,37 12 0 16,-37-12 0-16,0 0 0 0,35 13 0 0,-35-13 0 15,0 0 0-15,36 15 0 0,-36-15 0 0,0 0 0 16,0 0 0-16,44 26 128 0,-44-26 32 0,0 0 0 16,0 0 0-16,0 0 0 0,27 37 288 0,-27-37 48 0,0 0 16 0,0 0 0 15,-2 32-144-15,-3-25-32 0,-1 3 0 16,-1-3 0-16,0 2-64 0,-1-1-16 0,-2 1 0 0,-3 0 0 16,1-1-128-16,-4-1-128 0,-1 2 144 0,0 1-144 15,-1-3 0-15,2 0 0 0,2-3 0 0,2-1 0 16,1-3-256-16,3-3-80 0</inkml:trace>
  <inkml:trace contextRef="#ctx0" brushRef="#br0" timeOffset="167650.99">13618 3962 2751 0,'-4'-3'256'0,"0"2"-256"0,0 1 0 15,1 0 0-15,2 0 1536 0,0 1 272 0,0 1 48 0,-3-1 16 16,-2 3 48-16,0 0 16 0,-2 1 0 0,1 0 0 15,0 2-96-15,1-2-32 16,1 2 0-16,2-2 0 0,0-3-704 0,2 1-144 16,0 1-16-16,0-1-16 0,3-1-224 0,0-1-32 15,2 0-16-15,0-2 0 0,3 0-192 0,-1-1-32 16,2-1-16-16,2-1 0 0,1 1-112 0,0 1-32 0,1-3 0 16,1 0 0-16,1 1-16 0,-1-1 0 0,0 0 0 0,-2 0 0 0,0 1-48 15,-2 1-16-15,1 1 0 0,-2-2 0 16,0 1-192-16,-1 2 128 0,-2-1-128 0,1 0 0 15,-1 0 0-15,-3 2 0 0,1 2 0 0,-1-2 0 0,-1 1 0 16,-1 0 0-16,0 1 0 0,-2 2 0 0,-1 0 0 16,1 0 0-16,-3 2 0 15,1 0 0-15,-1 2 0 0,0-2 0 0,0 0 0 0,1 1 0 16,0 2 0-16,-1-1 0 0,1 3 0 0,0-2 0 0,1 2 0 16,1 0 0-16,0 1 0 0,-1 2 0 0,2-2 0 0,0 0 0 0,0 2 0 0,2-2 0 15,0 2 0-15,0-1 0 0,0 0 0 0,0 1 0 16,-1-14 0-1,4 33 0-15,-4-33 0 0,6 34 0 0,-6-34 0 0,6 35 0 0,-6-35 0 0,6 37 0 16,-6-37 0-16,5 35 0 16,-5-35 0-16,2 30 0 0,-2-30 0 0,0 25 0 0,0-14 0 15,0-4 0-15,-1 2 128 0,-2-2-128 16,-1 0 0-16,-1-2 0 0,0 0 464 0,-3-1 0 0,0-1 0 0,-3 0 0 0,-2-3 224 0,-3 0 32 16,0 0 16-16,-3-2 0 0,0-1-352 15,-1 0-80-15,-1-1-16 0,-1 1-11536 16,2 3-2304-16</inkml:trace>
  <inkml:trace contextRef="#ctx0" brushRef="#br0" timeOffset="168383.92">13473 5003 16575 0,'0'0'1472'0,"1"-1"-1168"0,0 1-304 0,1-2 0 16,0 2 1472-16,0-3 224 0,2 1 48 0,2-1 16 15,3-3-224-15,3-2-64 0,3 1 0 0,1-2 0 16,1-1-752-16,-1 3-144 0,0 0-48 0,-1 2 0 16,0 0-128-16,-2 1-16 0,-13 4-16 0,23-7 0 15,-23 7-368-15,0 0 144 0,0 0-144 0,34-3 0 16,-28 3 128-16,-1 0-128 0,-1 0 0 0,-1 2 0 15,1-1 0-15,-2 1 160 0,0 0-160 0,-1 1 128 16,1-1-128-16,-2 0 192 0,0 1-192 0,0 0 192 0,0 1-192 16,-1-2 160-16,0 3-160 0,-1 0 160 15,1-1 80-15,0 2 16 0,0 0 0 0,-1 2 0 0,0 1 48 16,0 0 16-16,1 2 0 0,-1 1 0 16,1 3-112-16,0-1-16 0,1 1 0 0,0 2 0 15,0-17 0-15,2 32-16 0,-2-32 0 0,3 29 0 16,-3-29-48-16,4 27-128 0,-4-27 192 0,5 30-64 0,-5-30-128 15,4 24 0-15,-4-24 0 0,0 0 0 16,3 28 0-16,-3-18 0 0,0-4 0 0,-2 2 128 0,0-4-128 16,0 1 160-16,-1 0-160 0,-2 0 160 0,0 2 112 15,-1-3 32-15,-1 2 0 0,-1-2 0 0,1 1-160 16,-15 2-16-16,8-3 64 0,-1 0-192 16,-1 0 0-16,-2 0 0 0,1-1 0 0,-2 2 0 15,0-1 0-15,0-1-176 0,0 2-16752 0</inkml:trace>
  <inkml:trace contextRef="#ctx0" brushRef="#br0" timeOffset="169063.82">13659 5807 11055 0,'-3'1'976'0,"1"-1"-784"15,1 0-192-15,1 0 0 0,0 0 1264 0,-1 2 208 16,0-2 32-16,-1 3 16 0,0-1 864 0,0-1 176 0,2 1 48 0,1 0 0 15,3-1-880-15,-2-1-160 0,4-1-32 16,1 1-16-16,-7 0-560 0,0 0-128 0,0 0 0 16,38-7-16-16,-38 7-336 0,24-6-64 15,-24 6-16-15,26-6 0 0,-26 6-224 0,25-9-48 0,-25 9-128 0,26-8 192 16,-26 8-192-16,23-7 128 0,-23 7-128 0,21-9 0 16,-12 6 128-16,0-2-128 0,-9 5 0 0,0 0 144 15,0 0-144-15,0 0 128 0,0 0-128 0,0 0 128 16,0 0-128-16,0 0 0 0,0 0 0 0,0 0 128 15,0 0-128-15,25 32 0 0,-28-25 0 0,1 2 0 16,-1 3 0-16,1 0 0 0,-1 2 0 0,1-1 128 0,1 2-128 0,-1 2 192 16,2-3-192-16,-1 3 192 0,0 4-192 0,0 0 0 15,1 3 0-15,-1 4 128 16,1 1-128-16,0 3 0 0,-1 1 0 0,-1 0 128 0,0 0-128 0,0-3 0 16,-1-1 144-16,0-6-144 0,2-3 0 15,-1-5 0-15,0 0 0 0,0-3 0 16,0 0 144-16,-1-5-144 0,0 0 192 0,-3-2-192 15,1 0 320-15,-3-3-64 0,0-2 0 0,-3-2 0 0,0-1-256 16,-3-2 0-16,-2 1 128 0,-4-1-17472 16</inkml:trace>
  <inkml:trace contextRef="#ctx0" brushRef="#br0" timeOffset="170733.69">9197 4212 6447 0,'1'-2'576'0,"-1"2"-576"15,0 0 0-15,0 0 0 0,0 0 880 16,0 0 64-16,0 0 16 0,0-2 0 0,0 2 192 0,0 0 32 16,-1-2 16-16,1 2 0 0,0-1-192 0,0 1-48 15,0 0 0-15,-1 0 0 0,1 1-192 0,0 1-32 16,-1 0-16-16,1 0 0 0,-1 1-80 0,0 0-32 15,1 2 0-15,-1 1 0 0,0 3-48 0,0 1-16 16,0 4 0-16,0 1 0 0,0 4-160 0,0 1-48 0,1 2 0 16,0 0 0-16,0-1-176 15,-1 0-32-15,1-1-128 0,-1 1 192 16,0 1-576-16,0-2-128 0,-1-1-32 0,2 2 0 16,-1 0-1472-16,0 1-288 0</inkml:trace>
  <inkml:trace contextRef="#ctx0" brushRef="#br0" timeOffset="170964.18">9163 4985 4543 0,'-2'7'0'0,"0"-2"192"0,2 0-48 0,-1-3-16 0,0 0-128 0,0-1 0 15,0 2 0-15,0 3 0 16,0 2 2064-16,-2 3 384 0,0 4 80 0,1-1 16 0,0 0-624 0,1-2-128 16,1 2-32-16,0-2 0 15,1 0-864-15,0 0-160 0,0-1-32 0,0 1-16 16,1 0-688-16,-1-2 0 0,0 1 0 0,-1 1 0 31,1 0-1216-31,-1 2-128 0,0-2-32 0,-1 0 0 0,2 0-672 16,-2-3-144-16,0 1-32 0,0-1 0 0,0 1 848 0,0 0 160 0,0 1 48 15,0-1-1792-15</inkml:trace>
  <inkml:trace contextRef="#ctx0" brushRef="#br0" timeOffset="171160.97">9121 5632 4479 0,'-1'9'0'0,"1"-5"192"0,0 3-48 0,0-3-16 0,0-1-128 0,0 0 0 15,0 1 0-15,0 3 0 0,0 5 1680 0,-1 4 304 0,0 1 64 0,0 0 16 0,0 0-432 0,0-1-96 32,0-2 0-32,-1 0-16 0,2-2-1136 0,-1 2-208 15,1-2-48-15,0 2-128 16,1-2-2208-16,0-1-544 0,1 2-128 0,-1-1 0 0</inkml:trace>
  <inkml:trace contextRef="#ctx0" brushRef="#br0" timeOffset="171350.58">9150 6212 8287 0,'-4'16'368'0,"2"-9"80"0,0 2-448 0,1-1 0 0,0-4 0 0,0 1 0 15,-1 2 1712-15,-1 7 256 0,-2 6 48 0,-1 8 16 16,-1 0 192-16,-1 3 32 0,1 0 16 0,-1-3 0 15,2 3-416-15,0 0-64 0,-1 3-32 0,0 0 0 16,2 1-672-16,0-3-144 0,1-3-32 0,2-1 0 0,0-2-448 16,1-2-80-16,0-3-32 0,1-2 0 0,2 0-352 15,1-4-256-15,0-1 32 0,2-2-14992 16</inkml:trace>
  <inkml:trace contextRef="#ctx0" brushRef="#br0" timeOffset="172285.31">14340 3809 6447 0,'-1'-2'576'0,"1"2"-576"16,0 0 0-16,0 0 0 0,0 0 896 0,0 0 80 16,0 0 16-16,0 0 0 0,0 0 464 0,0 2 80 15,0 2 32-15,0 2 0 0,0 3-336 0,0 2-64 16,-1 2-16-16,0 4 0 0,0 2-608 0,-1 2-128 0,0 3-32 0,0 2 0 16,1 0-208-16,-1 0-48 15,-1-3-128-15,1-1 192 0,1-1-384 0,0 0-96 16,0 1-16-16,0-1-8992 0</inkml:trace>
  <inkml:trace contextRef="#ctx0" brushRef="#br0" timeOffset="172512.25">14303 4492 1839 0,'-3'7'160'0,"1"-2"-160"0,1 2 0 0,0-2 0 0,1-3 960 0,0 1 144 16,-1 1 48-16,1 3 0 15,-1 3 320-15,0 4 64 0,0 3 0 0,0 3 16 16,1 0-704-16,0-1-144 0,0 0-16 0,0 0-16 0,0-19-672 0,0 38 0 16,0-21-256-16,0 2 80 15,0-1-720-15,0-1-128 0,0 0-48 0,0-2 0 16,0-4 1072-16,0 1 0 0,-1 0 0 0,1-1 208 0,0-3-208 16,1 3 0-16,-1-1 0 0,-1-3 0 15,1 2 0-15,-1 1 0 0</inkml:trace>
  <inkml:trace contextRef="#ctx0" brushRef="#br0" timeOffset="172683.26">14303 5130 4607 0,'0'0'192'0,"1"22"64"0,-1-13-256 0,0-2 0 0,0-3 0 0,0-1 0 15,0 2 768-15,0 2 128 16,0 5 0-16,0 4 16 0,-1 5 336 0,1 1 64 0,0 0 16 0,0-2 0 16,-1 2-816-16,1-1-144 0,0 1-48 0,0 1 0 15,1 0-320-15,-1 0-256 0,1 0 32 0,1 1 16 31,0-1-1328-31,-2-23-256 0,5 43-48 0,-5-43-16 0,3 41 1536 0,-3-41 320 16,1 41 0-16,-1-41 128 0</inkml:trace>
  <inkml:trace contextRef="#ctx0" brushRef="#br0" timeOffset="172829.84">14342 6012 5119 0,'2'14'0'16,"-1"-7"224"-16,1 1-64 0,-1 1-16 0,1-5-144 0,-1 1 0 0,1 0 0 0,0 8 0 15,-2-13 2176-15,9 44 384 0,-3-12 96 0,-2 0 16 16,-1-1-480-16,-1-4-80 0,-2 0-32 0,-1-3 0 16,1 1-512-16,-1-2-96 0,1-2-32 0,0-2 0 0,2-5-1312 0</inkml:trace>
  <inkml:trace contextRef="#ctx0" brushRef="#br0" timeOffset="175586.12">14952 4077 6447 0,'0'-4'576'0,"0"1"-576"0,0 1 0 0,0 2 0 15,0 0 1024-15,0 0 80 0,0-4 32 0,1 0 0 0,-1 1 592 0,0-2 128 16,1 2 32-16,-2 0 0 0,2 1-320 0,-1 4-64 16,-1-1-16-16,0 3 0 0,-1 1-256 0,0 2-48 15,-1 0-16-15,0 3 0 0,-1 4-416 0,-1-1-96 16,1 2-16-16,-1-1 0 0,0 1-192 0,0 4-64 16,-1-1 0-16,-1 2 0 0,-1-1-128 0,1 2-16 15,-1-2-16-15,-1 0 0 16,2-2 48-16,1-1 16 0,1-4 0 0,0 0 0 15,2-4-48-15,0-2-16 0,3-1 0 0,-1-3 0 16,2 0-224-16,-1-2 128 0,0 0-128 0,1-2 0 0,1 0 0 16,0-3 0-16,1 0 0 0,-1-1 0 15,1-2 0-15,1-1-160 0,1-1 32 0,0-2 0 0,1-2-80 16,-1 2-16-16,2-4 0 0,-1 1 0 0,0 1-48 0,1 0-16 16,0-7 0-16,1 2 0 0,2-3-32 15,-1 3 0-15,0-1 0 0,0 2 0 0,1 2 320 0,-2 1-192 0,0 3 192 0,1 1-160 16,-1 1 160-16,-1 2 0 0,0 2 0 0,-1 2 0 0,-1 3 1056 0,0 1 192 15,-2 2 32 1,1 2 16 0,-1 2-1296-16,-2 1-400 0,-1-7-16 0,0 0 0 0,3 31 416 0,-3-19 272 15,-1 0-32-15,-1 1-16 0,1 0-64 0,-2 1-16 0,0 3 0 0,0 0 0 0,-1-3-144 0,0 1 128 32,1 0-128-32,-1-3 128 0,1 2-128 0,-1-4 0 15,2 0 144-15,0-4-144 0,1-1 0 0,0 0 0 0,1-5 0 0,0 2 128 16,1-4-128-16,1 0 0 0,-1-3 0 0,3-2 0 15,0-1-128-15,1-1 0 0,0-2 0 0,0 1 0 32,0-2-352-32,1 0-64 0,1-4-16 0,2-1 0 15,-1-2-32-15,0 0-16 0,1 0 0 0,-1 0 0 0,-1 0 240 0,1 1 48 0,-1 1 16 0,2 3 0 16,-1 4 304-16,-2 1-128 0,1 3 128 0,-1 3 0 16,-3 2 0-16,1 2 0 0,-2 3 0 0,-2-4 0 15,0 0 384-15,4 31 0 0,-5-17-16 0,1 2 0 16,-2 1 96-16,0 3 32 0,-1 1 0 0,0 0 0 15,1-2-208-15,-2-1-32 0,1 0-16 0,1 0 0 16,0-4-48-16,0-2 0 0,2-12 0 0,0 0 0 16,0 0-192-16,0 0 0 0,0 0 0 0,0 0 0 15,0 0-912-15,0 0-176 0,0 0-48 0,0 0-12608 16</inkml:trace>
  <inkml:trace contextRef="#ctx0" brushRef="#br0" timeOffset="175786.63">15303 3966 10127 0,'0'4'896'0,"1"-1"-704"15,-1-1-192-15,1 1 0 0,-1-3 1424 0,1 2 256 16,1 1 48-16,1 2 16 0,-3-5 752 0,0 0 128 16,0 0 48-16,0 0 0 0,0 0-1600 0,37 32-320 0,-31-30-64 0,0 1-16 15,-1-3-672-15,0 3-320 16,-1-1 16-16,-1-1-12048 0</inkml:trace>
  <inkml:trace contextRef="#ctx0" brushRef="#br0" timeOffset="175951.93">15298 4149 3679 0,'-4'4'160'0,"1"-3"32"0,1 3-192 0,0-3 0 0,2 0 0 0,-1 1 0 0,0 1 1808 16,-1 0 320-16,0 3 64 0,-2 2 16 15,1 2 192-15,-1 1 32 0,1-1 16 0,-1 1 0 16,3-1-1424-16,-1-3-304 0,1 1-48 0,1-2-16 16,1-1-976-16,0-1-208 15,0-1-48-15,2-1-8976 0</inkml:trace>
  <inkml:trace contextRef="#ctx0" brushRef="#br0" timeOffset="176329.64">15470 4042 8287 0,'1'0'736'0,"-1"0"-592"0,1 1-144 16,-1 0 0-16,0-1 1232 0,0 2 224 15,0 3 32-15,0 0 16 0,0 2 944 0,0 3 192 0,-1 2 48 0,-1 2 0 16,0 2-896-16,0 1-192 16,-1-3-16-16,-1 2-16 0,0 1-496 0,0 0-112 0,-1 0 0 0,1 1-16 15,-1-1-464-15,0-1-96 0,2-3 0 0,-1 0-16 16,1-3-240-16,1 0-128 0,0-5 128 0,1 0-128 15,1-3 0-15,1-2 0 16,1-2 0-16,1-3 0 0,1 2 0 0,-1-6 0 0,3 0 0 0,0-1 0 16,0-2-240-16,1-2-112 0,0 0-32 0,0 1 0 31,0-1-16-31,1 0-16 0,0-3 0 0,0 1 0 0,0-3 192 0,0 2 32 0,0 1 16 16,-1 1 0-16,2 1 176 0,-2 2 0 0,1 3 0 0,-2 1 0 0,1 2 0 0,-2 3 0 0,0 1 0 0,-1 2 128 15,-1 3 256-15,-3-3 64 0,0 0 16 0,0 0 0 31,0 0 288-31,9 42 48 0,-9-42 16 0,-2 28 0 16,2-28-464-16,-3 29-96 0,1-15 0 0,2-14-16 16,-2 27-240-16,2-27 0 0,-2 23 0 0,2-14 0 0,0-9-608 0,0 0-224 15</inkml:trace>
  <inkml:trace contextRef="#ctx0" brushRef="#br0" timeOffset="178446.63">16022 3838 10127 0,'2'0'896'0,"0"0"-704"16,-1 0-192-16,-1-2 0 0,-1 2 1504 0,1 0 272 0,0 0 48 15,1-2 16-15,-1 1 16 0,0-1 16 0,-1 1 0 0,-1 1 0 16,-1-2-848-16,-1 2-160 0,1-1-32 0,-3 0-16 16,1 1-368-16,-2 0-64 0,-1 0 0 0,-1 0-16 15,0 0-112-15,-1 0 0 0,0 0-16 0,-1 0 0 16,-1 2-64-16,2-2-16 0,0 0 0 0,0 2 0 15,1-2 0-15,1 0 0 0,2 0 0 0,0 0 0 16,1 0-32-16,2 0-128 0,0 0 192 0,1-2-64 16,1 2-128-16,0 0 0 0,1 0 0 0,0-1 0 15,0 1 0-15,1 0 0 0,0 0 0 0,1 0 128 16,-1 0-128-16,1 1 0 0,0-1 0 0,-1 2 0 16,1 1 128-16,-1 0-128 0,1 0 192 0,0 1-64 15,0 3 96-15,0-2 16 0,-2-5 0 0,0 0 0 0,0 0-80 0,3 42-16 16,-3-42 0-16,-2 26 0 15,2-26-16-15,-3 33 0 0,1-13 0 0,-1-2 0 0,1 1-128 16,-1-2 0-16,1-3 0 0,-1 2 0 0,-1 1 0 0,0 0 0 16,2-1 0-16,-2-2 0 0,1-1 0 0,0-1 0 15,2-1 0-15,-1-1 0 0,1-1 0 0,1-2 0 16,-1 1 0-16,1-4 0 0,1 3 0 0,0-2 0 16,1-3 0-16,-1 3 0 0,0-2 0 0,1-1 0 0,1-1 0 0,1 0 0 15,-1 1 0-15,1-2 0 0,1 0 0 0,-1 0 0 16,2-2 0-16,0 1 0 0,0 0 0 0,1-1 0 15,-1-1 576-15,1 1 192 0,-1-3 48 0,0 3 0 16,1-1-2688-16,-1-2-544 16,1 2-96-16,0 0-10672 0</inkml:trace>
  <inkml:trace contextRef="#ctx0" brushRef="#br0" timeOffset="178890.9">16118 3954 4607 0,'0'0'400'0,"0"0"-400"16,0 1 0-16,0 0 0 15,0-1 1472-15,-1 2 192 0,0 1 64 0,0 2 0 0,-2 0 944 0,0 4 192 16,0 1 32-16,1-1 16 15,-2 3-1248-15,0-2-240 0,0 3-48 0,1-1-16 16,-2 2-464-16,0-1-80 0,0 3-32 0,-1 1 0 0,2-3-336 0,-1 0-64 16,0 3 0-16,1-1-16 0,1-1 32 0,1-1 16 0,2-14 0 0,0 0 0 15,3 35-176-15,-3-35-48 16,0 0 0-16,0 0 0 0,0 0-192 0,0 0 0 16,0 0 0-16,42 7 0 0,-32-14 0 0,1-2 128 15,0-1-128-15,-1-2 0 16,1 1 0-16,0-1-208 0,0-3 32 0,-2 1 16 15,0-1-208-15,-2 2-32 0,-1-1-16 0,-1 0 0 16,-2 2 80-16,-2-2 16 0,-1 2 0 0,-3 1 0 0,-2 0 80 0,-1 0 32 16,-1 3 0-16,-1-1 0 0,0 1 208 0,-2 2-176 15,1 1 176-15,1 2-160 0,0 1 160 0,1 2 0 0,-1 2 0 0,1 1 0 16,1 2 0-16,-1 1 0 0,2-1 0 16,1 0 128-16,1 0-128 0,1 0-128 0,2-1 128 15,0 1-192-15,1 0-1296 0,1-3-272 0</inkml:trace>
  <inkml:trace contextRef="#ctx0" brushRef="#br0" timeOffset="179083.07">16271 4146 11055 0,'1'2'976'0,"1"1"-784"0,0-3-192 0,-1 0 0 0,0 2 1536 0,0-2 272 16,1 1 48-16,1 3 16 0,1-2 320 0,-4-2 64 15,0 0 16-15,0 0 0 16,0 0-1520-16,0 0-304 0,0 0-64 0,0 0-16 0,33 28-368 0,-32-25-288 16,1 0 48-16,-1-1-11664 15</inkml:trace>
  <inkml:trace contextRef="#ctx0" brushRef="#br0" timeOffset="179575.29">16483 3987 11967 0,'-1'1'528'0,"0"1"112"0,1 0-512 0,0 0-128 0,0 0 0 16,0-2 0-16,0 1 2016 0,1 1 368 0,1 1 80 0,1 1 16 15,1-2-48-15,2 1 0 16,0-3 0-16,2-2 0 0,0 1-1328 0,1-3-272 0,2-1-48 0,-1-1-16 15,1 0-192-15,-1-3-32 0,0 1-16 0,0-1 0 16,0 0-336-16,-3-2-64 16,1 0 0-16,-4 2-128 0,1 2 144 0,-2-3-144 0,-1 3 0 0,-2 1 144 15,-2 0-144-15,-1 1 0 0,-2 1 0 0,0 1 128 16,-3-1-128-16,-1 3 0 0,-1 1 0 0,-1 0 0 16,0 0 0-16,-2 3 0 0,0-1 0 0,-1 3 0 15,1 0 0-15,0 2 0 0,1-2-144 0,0 3 144 16,1 0 0-16,3-1 0 0,0-1 0 0,0 0 0 0,4 2 0 0,-1-2 0 15,2 0-128-15,2-2 128 16,2-2 0-16,1 0 0 0,1 1 0 0,1-3 0 0,1 0 0 0,1 0 0 16,0 0 0-16,1 3 0 0,-2-3 0 0,1 2 0 15,0 0 0-15,2 0 0 0,-8-2 0 0,0 0 0 0,0 0 0 0,0 0 0 16,0 0 0-16,34 27 0 0,-34-27 0 0,0 0 0 16,0 0 0-1,0 0 0-15,13 47 128 0,-13-47-128 0,-2 29 0 0,-2-10 0 0,0-1 0 16,-1 0 0-16,-1 2 176 0,-3 2-176 0,-1 2 192 0,-2-1-192 15,1 3 256-15,0-4-48 0,2 0-16 0,0-4 0 16,2 1-192-16,2-7 0 16,2-2 0-16,1-2 0 0,2-4-1472 15,2-2-256-15</inkml:trace>
  <inkml:trace contextRef="#ctx0" brushRef="#br0" timeOffset="181519.72">16872 4171 11967 0,'0'0'1072'0,"1"0"-864"0,-1 1-208 0,0-1 0 16,0 0 1344-16,0 2 240 0,1-1 32 0,-1 3 16 16,0 1 544-16,0 2 96 15,-1 2 32-15,0-1 0 0,1-8-1168 0,-5 21-240 0,2-12-32 0,-2 1-16 16,1-2-512-16,-1 1-96 0,1 0-32 0,0-2 0 16,0 0-448-16,0-2-80 0,2 0-32 15,-1-3-12608-15</inkml:trace>
  <inkml:trace contextRef="#ctx0" brushRef="#br0" timeOffset="181979.18">17160 4044 3679 0,'5'-5'320'0,"-3"0"-320"0,2 2 0 0,-1 0 0 32,-1 0 912-32,-1 3 112 0,0-3 32 0,2 1 0 15,2-2 496-15,1-3 112 0,1 2 0 0,-2 0 16 0,0 0-928 0,-1 3-192 16,0 2-48-16,-4-2 0 16,1 4-192-16,-1 0-32 0,-1 1-16 0,-1 2 0 15,-1 1 384-15,-1 2 80 0,0 1 16 0,0 3 0 16,-1 0 64-16,0 3 16 0,0 1 0 0,-1 0 0 0,2 1-112 0,-1-2-16 15,2-2 0-15,1-3 0 0,2-10 80 0,0 0 16 16,0 31 0-16,0-31 0 0,0 0-432 0,0 0-96 16,0 0-16-16,0 0 0 0,0 0-64 0,37 9-32 15,-30-14 0-15,0 1 0 0,0-4-16 0,0 1 0 16,2-1 0-16,-2-3 0 0,1 0-272 0,-1 1-64 16,-1-2-16-16,-2 1 0 0,0 1 16 0,-1-2 16 0,-2 2 0 0,-2 1 0 15,-1 0 176-15,-1 1 0 0,-1 1 0 16,-1-2 0-16,-1 2 0 0,0 0 0 15,-2 0 0-15,1 2 128 0,0 0-128 0,1 0 128 16,-1 3-128-16,2 0 128 0,-1 2 192 0,2 2 64 0,-1 0 0 16,1 0 0-16,1 3-192 0,0 0-16 0,0 2-16 0,1-1 0 15,0 0-160-15,2-1-256 0,0-1 64 16,1 1-8720-16,1 2-1760 16</inkml:trace>
  <inkml:trace contextRef="#ctx0" brushRef="#br0" timeOffset="182196.89">17356 4094 3679 0,'4'0'320'0,"-1"-2"-320"0,0 2 0 0,-1 0 0 0,0 2 1904 0,-2-2 304 16,1 2 64-16,1 0 16 0,2 1 1040 0,-4-3 192 15,0 0 64-15,0 0 0 0,0 0-1520 0,0 0-288 16,20 43-64-16,-20-43-16 0,0 0-992 0,0 0-208 15,0 0-48-15,0 0 0 0,0 0-448 0,0 0 0 0,0 0 0 0,0 0 0 32,15 35-1056-32,-12-35-160 0</inkml:trace>
  <inkml:trace contextRef="#ctx0" brushRef="#br0" timeOffset="182488.67">17670 3871 13823 0,'3'-2'608'0,"-2"1"128"0,0 1-592 0,0 0-144 0,-1 0 0 0,0 0 0 15,0 0 1920-15,0 0 368 0,1 1 64 0,-1 1 16 0,1 1-320 0,-1 1-64 16,-1 3-16-16,0 0 0 0,1-7-816 0,0 0-176 15,-4 36-16-15,4-36-16 16,-6 30-320-16,6-30-64 0,-7 39-16 0,2-18 0 0,1-5-160 0,-1 2-48 16,0 2 0-16,-1 0 0 0,0 1-80 0,0 0-32 0,1-1 0 0,5-20 0 15,-4 34-224-15,4-34 0 0,0 0 0 0,3 34 0 32,-3-34-1392-17,0 0-208-15</inkml:trace>
  <inkml:trace contextRef="#ctx0" brushRef="#br0" timeOffset="183487.22">17930 3743 4607 0,'0'0'400'0,"0"0"-400"16,0 0 0-16,0 0 0 0,0 0 1008 0,0 0 112 15,-1 0 32-15,1 2 0 0,0-2 832 0,0 0 160 0,0 0 32 0,1 0 16 16,1 0-592-16,-1 0-112 15,1 0-16-15,1-2-16 0,0 2-336 0,0-2-64 0,0 1-16 16,1 1 0-16,1-2-464 0,-1 1-112 0,2 0-16 0,0-1 0 16,1-1-64-16,-1 3 0 0,1-3-16 0,-2 2 0 15,2 0 0-15,-1 0 0 0,2 0 0 0,-1-1 0 16,1 0-64-16,-2 1-16 0,2-1 0 0,-1 0 0 16,1 1-96-16,-1-1-32 0,-1 1 0 0,0 0 0 15,1-1-160-15,0 0 0 0,-1 1 144 0,-1-2-144 0,0 3 128 0,-2-2-128 16,2 1 128-16,-1 0-128 0,-1 1 0 0,0-2 144 15,0 2-144-15,-1 0 0 0,0 0 128 0,-1 0-128 16,1 2 0-16,-1-2 0 0,0 0 0 16,1 0 0-16,-1 1 0 0,0 0 0 0,1-1 0 0,-1 0 128 15,0 2-128-15,-1-2 0 0,2 0 192 0,-1 1-64 16,0-1 0-16,0 2-128 0,0-2 304 16,0 0-48-16,0 1-16 0,0 1 0 15,0 0 16-15,0-2 16 0,0 2 0 0,-1 0 0 16,1 1-16-16,-1-1 0 0,0 1 0 0,1-1 0 0,-1 1-16 0,1 1-16 0,-1 1 0 0,0-3 0 15,0 3-32-15,1 0 0 0,-1-5 0 16,0 0 0-16,0 0-32 0,0 0-16 0,0 38 0 16,0-38 0-16,0 0-144 0,-4 45 160 15,4-45-160-15,-7 42 160 0,7-42 0 0,-8 50 0 16,3-23 0-16,5-27 0 0,-7 50 16 0,7-50 0 0,-7 47 0 0,7-47 0 16,-2 42-176-16,2-42 128 0,-1 31-128 0,1-31 128 0,0 0-128 0,2 38 192 31,-2-38-192-31,0 0 192 0,0 0 0 0,-2 38 0 0,1-31 0 0,1-7 0 0,0 0-192 0,-9 24 192 15,5-15-192-15,-1-2 192 0,-1 0-192 0,-1 1 0 16,0-1 0-16,-3 2 128 0,1 1-128 16,-2-4 0-16,-1 4 0 0,-2-2 0 15,1-1 0-15,-3 2 0 0,-1 0 0 16,-1-2 0-16,-2 1-176 0,-2-2-16 0,-1 2 0 0,-2-1-17680 16</inkml:trace>
  <inkml:trace contextRef="#ctx0" brushRef="#br0" timeOffset="184664.91">14929 5028 10127 0,'0'-2'896'0,"0"-1"-704"15,-1 3-192-15,1-2 0 0,-1 2 1328 0,1-2 224 16,-1 1 48-16,0-2 16 0,-1-1 432 0,0 0 96 16,-1 1 16-16,2 1 0 0,-1 0-672 0,1 2-128 0,-1-2-16 0,0 2-16 15,1 2-432-15,-1 0-64 0,0 0-32 0,1 1 0 16,-1 4-192-16,0-2-32 0,-2 6-16 16,1 1 0-16,0 5 112 0,-1 2 32 0,-1 2 0 15,2-2 0-15,-2 5-256 0,0-2-64 16,2 3 0-16,-2-1 0 0,1-3-128 0,1-1-16 0,1 0-16 0,1-5 0 15,1-1-224-15,1-4 176 0,-1-10-176 16,0 0 160-16,0 0-160 0,0 0 0 0,0 0 0 0,0 0 0 16,0 0 0-16,0 0 0 0,33 4 0 15,-29-11 0-15,-1 2-160 0,1-2-16 16,1-2 0-16,-1 0 0 0,-1 0-256 16,1-2-48-16,0-1-16 0,-1-2 0 0,1 0 224 0,0 2 32 15,-1 0 16-15,-1-2 0 0,1 2 224 0,0 0 0 16,-1 0 0-16,0 0 0 0,-1-2 0 0,0 2 0 0,2-1 0 0,-1 3 0 15,0-1 0-15,1 1 0 0,-1 0 0 0,2 3 0 16,0 1 0-16,1 1 0 0,-2 2 0 0,1 0 0 16,0 1 0-16,-1 2 0 0,1 0 0 0,-1 2 0 15,1 1 0-15,-4-3 0 0,0 0 0 0,0 0 0 0,0 0 0 0,21 40 0 16,-21-40 0-16,0 0 0 0,10 35 160 0,-10-35-160 16,0 0 128-16,5 38-128 15,-4-28 128-15,-1 0-128 0,-2 2 0 0,0-1 128 0,0-2-128 16,0 0 0-16,-1-1 0 0,2-1 0 0,-1 1 0 0,0-5 128 15,1 0-128-15,0 0 0 0,1-2 0 0,0-1 0 16,0 0 0-16,0-1 0 0,1-1 0 0,1-1 0 16,0-1 0-16,0-1 0 0,2-2 0 0,0 0 0 15,0 0-192-15,0-2 192 0,2-2-496 16,0 0 32-16,1-1 0 0,-2 0 0 16,2-3-192-16,-1 1-48 0,0-1 0 0,0-2 0 0,1 2 368 0,-1 1 64 15,0 2 16-15,-1 1 0 0,1 5 256 0,-1-1-192 16,-1 2 192-16,0 3-160 0,1 1 160 0,-2 1 0 15,0 1 128-15,1 2-128 0,-1 4 336 0,-3-7 0 16,0 0 0-16,0 0 0 0,10 42 304 0,-10-42 48 16,0 0 16-16,4 41 0 0,-4-41-320 0,0 26-64 0,0-15-16 15,-2-1 0-15,1 2-32 0,0-2 0 16,0-1 0-16,0 0 0 0,0 1-32 0,0-1-16 0,0-2 0 0,1-2 0 16,0 2-224-16,0-4 0 0,0 1 128 0,1-1-128 15,0-1 0-15,0-2 0 0,1 0 0 0,-1 0 0 16,2-2-528-16,0-1-48 0,1-1-16 15,1 0-15232-15</inkml:trace>
  <inkml:trace contextRef="#ctx0" brushRef="#br0" timeOffset="184884.89">15338 4948 7359 0,'0'0'656'0,"1"0"-528"0,1 2-128 0,-2-2 0 15,1 0 1472-15,-1 1 256 0,1 0 48 0,1 1 16 16,2 1 1296-16,-1-1 272 0,-3-2 48 0,0 0 16 16,0 0-1392-16,0 0-288 0,0 0-48 0,39 19-16 0,-39-19-1056 0,0 0-224 15,0 0-32-15,0 0-16 0,35 8-352 0,-31-6 0 16,0-2 0-16,0 2-128 16,-1-2-1088-16,-2 3-192 0,1 1-64 0,-2-1-11824 0</inkml:trace>
  <inkml:trace contextRef="#ctx0" brushRef="#br0" timeOffset="185049.61">15387 5061 2751 0,'-2'5'128'0,"0"-3"16"0,1 3-144 0,-1-2 0 0,1 1 0 0,1-2 0 16,-1 3 1744-16,0 2 320 0,-2 5 64 16,0 2 16-16,-2 4 352 0,1 2 64 15,0-3 0-15,0 0 16 0,2-2-816 0,1-3-160 16,1-1-48-16,0-4 0 0,2 0-1168 0,0-2-224 0,2-1-160 0,0-3 192 15,-1 1-1664-15,2-5-320 16,1-2-64-16,1 1-7680 0</inkml:trace>
  <inkml:trace contextRef="#ctx0" brushRef="#br0" timeOffset="185430.26">15577 4981 911 0,'4'-5'0'0,"-2"1"0"0,0 3 0 0,0-1 0 0,-1 2 1776 0,-1 2 272 16,0-2 48-16,1 3 16 0,0 0 1040 0,-1-3 224 15,0 0 32-15,0 0 16 0,2 44-1040 16,-5-25-208-16,0 2-32 0,-2-2-16 0,1 3-720 0,-1-4-128 16,1 2-48-16,0-4 0 0,1 0-400 0,0-3-96 0,3-13-16 0,-3 23 0 15,2-13-528-15,0-5-192 16,1 2 144-16,0-4-144 16,0-2 0-16,0 1 0 0,0-2 0 0,0 0 0 0,0-2 128 0,0 1-128 15,0-2 0-15,1-2 128 0,0-1 48 0,0 0 0 16,2-3 0-16,0-1 0 0,1 0-48 0,-1-2 0 0,2 1 0 15,0-3 0-15,0 1-128 0,1-3 0 0,-1 0 0 16,1-3 0-16,0 2 0 0,0 0 0 0,0 1 0 16,1 1 128-16,-1 4-128 0,1 4 128 0,-1-1-128 15,1 2 128-15,-1 3 64 0,-1 3 0 0,1 0 0 16,-3 3 0-16,-3-3 16 0,0 0 16 0,0 0 0 16,0 0 0-16,18 47-64 0,-18-47-16 0,0 0 0 15,5 47 0-15,-5-47-144 0,-2 36 0 0,2-36 144 16,-3 30-144-16,0-13 0 0,1-3 0 0,0 1 0 0,1-3 128 0,0-1-128 0,0-4 0 15,1 1 0-15,1-2-11776 16,1-2-2288-16</inkml:trace>
  <inkml:trace contextRef="#ctx0" brushRef="#br0" timeOffset="188016.09">16092 4900 2751 0,'0'-2'256'0,"0"2"-256"15,0 0 0-15,0-2 0 0,0 2 928 0,0-1 144 16,0 1 16-16,0-2 16 0,0 0 736 0,0-1 144 0,0 1 16 0,0 0 16 16,0-1-64-16,0 1-16 15,-1 1 0-15,0-1 0 0,0 0-272 0,0 0-64 16,1 2-16-16,-2-3 0 0,0 3-576 0,0 0-112 16,-1-2-32-16,0 2 0 0,-1 0 416 0,-1 0 96 15,1 0 16-15,-2 0 0 16,0 0-1664-16,-1 2-336 0,0-2-64 0,-2 3-16 0,2-3 816 0,-1 2 176 0,0-1 16 0,0 0 16 15,1 1-48-15,-2-2-16 0,2 3 0 0,0-3 0 16,2 1-32-16,0-1-16 0,0 1 0 16,1-1 0-16,0 0-80 0,0-1-16 0,1 0 0 0,0 1 0 15,0-2 64-15,1 1 16 0,-1 1 0 0,3-2 0 16,-2 1 32-16,0 0 0 16,1-1 0-16,-1 2 0 0,1 0 0 0,0 0 0 0,-1 0 0 0,1 0 0 15,0 0-64-15,0 2-16 0,0-1 0 0,0 0 0 0,0 1-160 0,-1 1 192 16,1-1-192-16,-1 2 192 0,1-1-192 15,0 0 128-15,0 2-128 0,1-1 128 16,-2 1-128-16,1 1 0 0,-1 0 0 0,1 1 128 16,-1 0-128-16,0 0 0 0,1 0 0 0,-1 0 0 15,1 3 0-15,-1 0 0 0,2-10 0 0,-3 23 0 0,3-23 0 16,-3 34 0-16,3-34 0 0,-2 45 0 0,2-45 0 16,0 44 0-16,0-44 0 0,0 38 0 15,0-38 0-15,3 37 0 0,-3-37 0 0,5 32 0 0,-5-32 0 16,0 0 0-16,9 35 0 0,-9-35 0 0,0 0 0 0,0 0 0 15,0 0 0-15,0 0 0 0,0 0 0 0,31 34 0 16,-26-34 128-16,0 0-128 0,-1 0 0 0,-1 0 0 0,2-2 0 16,-1-1 0-16,1-1 0 15,-1 3 0-15,-1-1 0 0,0 0 0 0,2-1 0 16,0 1 0-16,0-1 0 0,0-1 0 0,0 2-160 0,0-1-16 0,1 0 0 16,0 1 0-1,0 0-992-15,0-3-208 0,1 3-32 0,-1-1-14480 0</inkml:trace>
  <inkml:trace contextRef="#ctx0" brushRef="#br0" timeOffset="188447.52">16229 4971 9215 0,'-3'-3'400'0,"0"1"96"0,1 2-496 0,1 0 0 0,0 0 0 0,0 0 0 0,0 0 1216 15,-1 1 160-15,-2 1 32 0,0 3 0 16,-1-1 336-16,-1 1 80 0,1 2 16 0,-1 1 0 16,1 3-464-16,-2 1-96 0,2 3 0 0,-1 1-16 15,0 0-176-15,2 1-48 0,0-2 0 0,1-1 0 16,1-2-160-16,2-1-48 0,1-4 0 0,-1-7 0 15,0 0-288-15,0 0-64 0,0 0-16 0,0 0 0 0,0 0-224 0,42 22-48 16,-33-25-16-16,3-2 0 0,-1-1-32 0,1 0 0 16,0-2 0-16,-1 0 0 0,1-2-144 15,-1 1 0-15,1-3 144 0,-3 1-144 0,1-1 0 16,-4 0 0-16,0 0 0 0,-3 1 0 0,0 1 0 0,-2 0-160 16,0 1 160-16,-3 1 0 0,-1-1-144 0,-2 0 144 15,-3 0 0-15,0 0-144 0,-2 3 144 0,-1-2 0 16,0 4 0-16,0-1-128 0,-1 3 128 0,2 1 0 0,1 1 0 15,0 3 0-15,1-1 0 0,2 3 0 16,1 0 0-16,1 0 0 0,1-1 0 0,2 1-208 0,0 0 80 16,3-1-10048-16,-2-4-2016 0</inkml:trace>
  <inkml:trace contextRef="#ctx0" brushRef="#br0" timeOffset="188650.3">16410 5041 9215 0,'1'0'816'16,"0"0"-656"-16,0 1-160 0,0-1 0 16,-1 2 1936-16,1-1 368 0,0 3 64 0,1 1 0 0,-2-5 832 0,0 0 176 15,0 0 16-15,7 38 16 16,-7-38-1392-16,0 0-288 0,0 0-48 0,3 33-16 16,-3-33-1136-16,0 0-224 0,0 0-48 0,0 0-16 15,0 0-912-15,0 0-176 0,0 0-48 0,0 0-14608 0</inkml:trace>
  <inkml:trace contextRef="#ctx0" brushRef="#br0" timeOffset="188950.79">16660 4872 3679 0,'-1'0'320'0,"1"0"-320"15,0 2 0-15,-1-2 0 0,0 1 1600 0,0 0 256 16,0 1 64-16,0 1 0 0,-2 3 1104 0,-1 2 240 0,-1 2 32 0,0 4 16 15,-1-2-1648-15,0 2-320 0,0 1-64 16,1 1 0-16,-1-2-688 0,0 2-128 0,0 1-16 0,0 0-16 0,2-1-48 0,0-2-16 31,4-14 0-31,-5 25 0 0,5-25-144 0,0 0-32 0,0 0 0 0,5 39 0 16,-5-39-64-16,0 0 0 0,0 0-128 0,0 0 192 16,34 20-64-16,-23-20-128 0,0 0 176 0,1-2-176 15,-2 1 0-15,2-1 0 0,1-1 0 0,0-1 0 16,1-1 0-16,-2-1 0 0,-1 1-128 15,-1-1 128-15,0 2-384 0,-2-3 32 0,-1 3 0 0,0-1 0 32,-2 0-832-32,0 2-160 0,0-2-48 0,-2 0-6592 0,-1 1-1312 0</inkml:trace>
  <inkml:trace contextRef="#ctx0" brushRef="#br0" timeOffset="189145.38">16727 4974 5519 0,'0'0'496'0,"-1"0"-496"0,1 2 0 0,-1-2 0 0,1 2 1808 0,-1-2 272 0,0 5 48 0,-2 0 16 16,1 2 496-16,-3 2 112 0,-1 3 0 0,1 2 16 16,-2 0-640-16,0 3-128 0,-1 0-16 0,1-1-16 15,0 3-896-15,0-2-176 16,-1-1-48-16,1 1 0 0,1-2-688 0,1 1-160 0,1-2 0 0,4-14 0 0,-2 25-240 16,2-25-32-16,0 0-16 0,0 0-9408 31,0 0-1888-31</inkml:trace>
  <inkml:trace contextRef="#ctx0" brushRef="#br0" timeOffset="189400.81">17025 5134 10127 0,'4'0'448'0,"-1"1"96"0,1 1-544 0,-2-1 0 0,-2 1 0 0,0-2 0 16,0 2 2112-16,0 2 304 0,0 1 64 0,0-5 16 16,0 0-144-16,-5 29-32 0,0-20 0 0,0 1 0 0,-2-1-1360 0,-1 2-288 15,0-2-48-15,1-1-9136 16,1 0-1808-16</inkml:trace>
  <inkml:trace contextRef="#ctx0" brushRef="#br0" timeOffset="190214.4">17341 4947 11055 0,'0'-1'976'0,"-1"0"-784"16,1 1-192-16,-1-2 0 0,1 2 1616 0,-1 0 288 0,0-1 48 0,-1-1 16 16,-1 1 80-16,0-2 32 15,-1 1 0-15,0 1 0 0,1 1-832 0,-1 0-160 0,0 0-48 16,0 3 0-16,0-1-400 0,0 2-96 0,-1 0-16 16,1 2 0-16,-2 2-112 0,2 1-32 0,-3 2 0 0,2 1 0 15,-1 0 32-15,0 2 0 0,2 3 0 0,-1-2 0 16,1 1-144-16,-1-2-16 0,1 0-16 0,4-14 0 15,-3 26 48-15,3-26 16 0,0 0 0 0,0 0 0 16,0 0-144-16,0 0-32 0,0 0 0 0,0 0 0 16,0 0-128-16,0 0 0 0,39 22 144 0,-31-27-144 15,0-2 128-15,1-2-128 0,1 1 128 0,-1-3-128 16,0-1 0-16,1 0 0 0,-1-2 0 0,-1 2 0 16,0-2 0-16,-3-1 0 0,1 3 0 0,-2 1 0 15,0-1 0-15,-2 0-160 0,0 2 160 0,-2 1 0 16,-2-3-176-16,-1 3 176 0,-1-3-160 0,-1 2 160 15,-2 0 0-15,0 2 0 0,-1 2-128 0,0 2 128 16,1 0 0-16,-1 3 0 0,1 1 0 0,-1 2-144 0,3 1 144 0,-2-2 0 16,3 2 0-16,-1 0-128 15,2 2-464-15,1-3-96 0,1 0-16 0,1 0-9552 16,0-1-1920-16</inkml:trace>
  <inkml:trace contextRef="#ctx0" brushRef="#br0" timeOffset="190417.48">17480 5003 11055 0,'2'1'480'0,"0"-1"112"0,-1 3-464 0,1-1-128 0,0-1 0 0,-2 0 0 15,1 2 1840-15,0 1 336 0,-1-4 80 16,0 0 16-16,0 0 400 0,7 39 80 16,-7-39 0-16,0 0 16 0,3 35-1264 0,-3-35-256 0,0 0-48 0,0 0-16 15,0 0-784-15,6 38-144 0,-4-36-48 0,0 0 0 31,1-1-848-31,0-1-160 0</inkml:trace>
  <inkml:trace contextRef="#ctx0" brushRef="#br0" timeOffset="190900.29">17649 4808 6447 0,'0'2'576'0,"0"-2"-576"0,1 0 0 0,-1 0 0 0,1 0 1776 0,-1 0 240 16,1 0 48-16,1 0 16 0,1 0 800 0,3 2 144 16,0-2 48-16,2 2 0 0,1-1-1744 0,0 1-352 15,-9-2-64-15,0 0-16 0,28 3-432 0,-28-3-80 0,0 0-32 0,26 4 0 16,-26-4-112-16,0 0-32 0,0 0 0 0,0 0 0 16,0 0-208-16,0 0 0 0,0 0 0 0,0 0 0 15,0 0 0-15,0 0 0 16,0 0 0-16,5 38-160 0,-12-33 160 0,0 2 0 15,-1-3 0-15,1 1-128 0,-1 0 128 0,1 0 0 0,-1 0 0 0,1-1 0 16,1 1 0-16,-1 0 0 16,3-3 0-16,2 0 0 0,0 1 0 0,2-3 0 15,1 2 0-15,0-2 0 0,3 0 0 0,1 0 0 0,0 0 0 16,2-2 128-16,0 4-128 0,0-2 0 0,-7 0 0 16,0 0 0-16,0 0 144 0,35 13-144 15,-35-13 192-15,0 0-192 0,0 0 144 0,35 26-144 0,-35-26 0 0,0 0 144 16,0 0-144-16,0 0 0 0,31 35 0 15,-31-35 128-15,0 0 112 0,0 0 16 0,0 0 0 0,3 33 0 16,-6-28 256-16,-1 0 48 0,0 1 16 0,-1-1 0 16,-2 0-128-16,1 2 0 0,-2-2-16 0,0-1 0 0,0 2-256 15,-1-2-48-15,-1 1-128 0,0 0 192 0,1-1-192 16,0-1 0-16,1-1 0 0,1 1 0 16,1-3-480-16,1-2-32 0,2 1-16 0,1-3-14768 15</inkml:trace>
  <inkml:trace contextRef="#ctx0" brushRef="#br0" timeOffset="191600.13">17941 4715 7919 0,'1'0'352'0,"-1"0"80"0,0 1-432 0,0-1 0 15,0 0 0-15,0 0 0 0,0 1 384 0,0-1 0 0,0 1 0 0,-1 1 16 16,1-1 192-16,-1 0 48 0,0 1 0 0,0-2 16 16,0 1 48-16,1 1 16 0,-1-2 0 0,1 0 16 15,0 0 240-15,0 0 48 0,0 0 16 0,0-2 32 16,0 1-176-16,0 1-16 0,0 0-16 0,0-2 16 15,-1 2 16-15,1 0 16 0,0 0 0 0,0 2 32 16,0-2-272-16,0 1-48 0,-1-1-16 0,1 0 16 16,0 2-208-16,1-2-32 0,-1 2-16 0,0-2 16 15,0 1-176-15,0-1-16 0,0 0-16 0,1 0 16 16,-1 0-192-16,0 0 144 0,1 0-144 0,0-1 144 16,0 1-16-16,0 0 0 0,0-2 0 0,0 2 32 0,0 0 32 0,0-2 16 15,0 2 0-15,1-1 16 16,0 1 96-16,1 0 32 0,0 0 0 0,0-2 0 0,0 2 16 0,1-1 0 15,1 0 0-15,1 1 0 0,-1-3-224 0,-1 1-144 16,3 0 192-16,-1-1-192 0,1 2 160 16,0 0-160-16,0-3 128 0,0 3-128 0,1-1 0 0,-2 2 0 15,1-3 0-15,1 3 0 0,-2-2 0 0,0 2 128 16,0-1-128-16,-2 0 0 16,0 1 0-16,-1 0 0 15,-2 1 0-15,0-1 0 0,0 1 0 0,-1 1 0 0,0-2 0 0,0 3 0 0,-1-1 0 16,1 1 0-16,-1 0 0 0,1 0 128 0,0 0 64 15,-1-1 16-15,0 3 0 16,0 0 0-16,0 2 48 16,0-2 16-16,0 4 0 0,1-1 0 0,-1 1-48 15,1-9-16 1,0 0 0-16,0 0 0 0,5 45 48 0,-5-45 0 0,0 0 0 0,6 38 0 0,-6-38-112 0,0 0-16 0,8 38 0 0,-8-38 0 16,0 0 64-16,9 40 16 0,-9-40 0 0,0 0 0 0,11 45-16 0,-11-45-16 15,0 0 0-15,10 41 0 0,-10-41-48 0,0 0 0 16,9 44 0-16,-9-44 0 0,0 0 32 0,3 38 0 0,-3-38 0 15,0 0 0-15,-3 29-32 0,2-21 0 0,-3-2 0 0,-2 1 0 16,0 0 16-16,-2 0 0 0,-2-1 0 0,-1 0 0 16,0 1-144-16,-1 0 160 0,-2-2-160 0,-1 0 160 15,0-2-160-15,-2 4 0 0,-5-4 0 0,-1 1-18240 16</inkml:trace>
  <inkml:trace contextRef="#ctx0" brushRef="#br0" timeOffset="192700.24">14892 6010 9215 0,'0'-5'816'0,"0"2"-656"0,1 1-160 0,-1 2 0 0,0 0 608 0,0 0 96 15,0 0 0-15,1 0 16 0,-1 0 1200 0,0 0 224 16,0 2 48-16,0 1 16 0,-1 0-544 0,0 3-128 16,0 2 0-16,1-1-16 0,0 4-560 0,0-11-128 15,-1 29 0-15,0-14-16 0,0 2-464 0,0 0-96 16,0 1 0-16,-1 0-16 0,0-1-96 0,0 0-16 16,0-1 0-16,0-2 0 0,0-2-128 0,1-2 0 15,-1-4 0-15,1-2 128 0,1 1-128 0,0-4 192 0,-1-1-192 0,2 0 192 16,-1 0 0-16,1-2 16 0,0-2 0 15,1 0 0-15,0 0-16 0,0-3-16 0,2-2 0 0,1-1 0 16,-1-2-176-16,2 0 0 0,0 0 0 0,-1-2-176 16,2 0-112-16,-2-2-32 0,2 2 0 0,-2 1 0 15,2 1 320-15,-2-2-192 16,2 0 192-16,-1-1-160 0,0 1 160 0,0 2 0 0,2-2 0 0,-1 2 0 16,2 0 1008-16,-2 3 128 0,1 2 16 15,0 2 16-15,-1 1-1168 16,-1 3-432-16,-1 1 16 0,0 1 0 0,-5-1 816 0,0 0 176 0,0 0 16 0,0 0 16 15,20 45-240-15,-20-45-48 0,4 30-16 0,-4-30 0 16,1 36-144-16,-1-36-32 0,-1 36 0 0,-1-20 0 0,1 1-128 16,0-3 0-16,1-14 0 0,-2 23 128 15,2-15-128-15,0-1 0 0,-1-2 0 0,2-3 0 0,-2 0 0 0,1-2 0 16,0-2 0-16,1 0 128 0,-1-3-128 0,2 0 0 16,1-2 0-16,0 0 0 0,2-3 0 15,-1 1 0-15,2-2-144 0,0-1 144 0,1 0-144 0,0 0 144 16,1 0-208-16,2-5 80 15,1 0-272-15,0 1-48 0,1-1-16 0,-2 0 0 16,1 3 64-16,0 0 16 0,-2 2 0 0,0 3 0 0,0 0 384 16,-1 1-128-16,-1 4 128 0,0 1 0 0,-2 1 0 0,0 4 0 0,-1 3 0 15,-1-1 128-15,0 4 96 0,-1 1 32 0,-2-9 0 0,0 0 0 16,5 41 128-16,-5-27 16 16,0-14 16-16,0 26 0 0,0-26-144 0,-1 31-16 15,1-31-16-15,1 33 0 0,-1-33-80 0,0 0-16 0,6 33 0 0,-6-33 0 16,0 0-144-16,0 0 0 0,0 0 0 15,0 0 0-15,0 0 0 0,0 0-176 0,0 0 48 0,0 0 0 32,39 7-1344-32,-33-14-256 0</inkml:trace>
  <inkml:trace contextRef="#ctx0" brushRef="#br0" timeOffset="192885.82">15540 5806 2751 0,'1'1'256'0,"0"0"-256"15,0 2 0-15,0 1 0 0,0-1 3008 0,-1-1 576 16,1 0 96-16,0 4 32 16,-1-6-256-16,0 0-32 0,0 0-16 0,14 39 0 15,-14-39-1312-15,0 0-272 0,0 0-48 0,0 0-16 16,0 0-1152-16,35 26-224 0,-28-25-64 0,-1-1 0 16,0-1-640-16,-1 0-144 0,0 0-32 0,-1 1-14960 15</inkml:trace>
  <inkml:trace contextRef="#ctx0" brushRef="#br0" timeOffset="193067.2">15553 6014 8751 0,'-3'3'192'0,"1"-1"32"0,1 1 16 0,0-1 16 0,0 0-256 0,1 0 0 15,-1 3 0-15,0 0 0 0,-1 5 2992 0,-2 2 544 16,0 5 112-16,0 1 32 0,1 2-1280 0,-1-2-256 15,0 2-48-15,2-4-16 0,2-16-1296 0,-3 30-256 16,3-30-48-16,0 0-16 0,0 0-464 0,0 0-336 16,0 0 48-16,0 0-8784 0,38 19-1744 15</inkml:trace>
  <inkml:trace contextRef="#ctx0" brushRef="#br0" timeOffset="193446.63">15794 5901 4607 0,'4'-1'400'0,"-3"1"-400"0,1 0 0 0,-1 1 0 16,0 1 1920-16,-1 0 320 0,0 1 48 0,0 1 16 16,0 4 576-16,0-8 128 0,-2 28 32 0,0-11 0 15,0 4-992-15,-1 0-208 0,-2 0-48 0,1 1 0 16,-1-1-288-16,-1-2-64 0,2 0-16 0,0-2 0 0,4-17-656 0,-4 28-144 16,4-28-32-16,0 0 0 0,-2 28-592 15,2-22 0-15,0-2 0 0,0-2 0 0,0-2 0 0,0 0 0 16,0-2 0-16,1 0 0 0,1-3 0 0,0-1-192 15,1-2 64-15,0-1 0 16,0-1-384-16,2-2-80 0,1-2-16 0,0-2 0 16,1 1 48-16,2-3 16 0,-1-2 0 0,1 1 0 0,2-2 352 0,-2 2 192 15,1-2-192-15,0 4 192 0,1 0-128 0,0 5 128 16,-3 3 0-16,0 2 0 0,0 4 0 0,-1 3 0 0,-1 0 160 16,-6 0-32-16,0 0 528 0,0 0 112 0,0 0 32 15,16 41 0-15,-16-41-192 0,2 31-32 0,-2-31-16 0,1 30 0 16,-1-30-352-16,-1 29-64 15,1-29-16-15,-1 31 0 0,1-31-128 0,-1 26 0 16,1-26 0-16,0 0 128 0,-1 28-320 0,1-21-64 0,1-2 0 16,0-3-16480-16</inkml:trace>
  <inkml:trace contextRef="#ctx0" brushRef="#br0" timeOffset="193997.89">16414 5780 14735 0,'-1'-3'640'0,"0"1"160"0,1 0-640 0,-2 1-160 0,1 1 0 16,0 0 0-16,-1 0 1264 0,-1 0 208 0,-1-2 64 16,-2 2 0-16,-1-2-32 0,-3 2 0 0,1 0 0 0,0-2 0 15,-1 1-464-15,0-1-80 16,1 0-32-16,-1 1 0 0,-1-1-288 0,0 0-48 15,-2-2-16-15,1 1 0 0,0 0-272 0,2 1-64 16,0 0-16-16,1-1 0 0,0-1 96 0,2 1 0 0,0 2 16 16,3-2 0-16,-1 3 208 0,1-2 32 0,3 2 16 0,-1 2 0 15,1-2-336-15,0 2-64 0,1 0 0 16,-1 3-16-16,1 0-176 0,0 2 160 0,0-7-160 0,0 0 160 16,1 31-160-16,-1-31 128 0,2 30-128 0,-2-30 128 0,1 37-128 15,-1-37 0-15,-1 38 0 0,1-38 128 16,-2 44-128-16,0-21 0 0,0 1 0 15,-1-1 0-15,1 0 0 0,-2 0 0 0,1-2 0 0,0 2 0 0,1-2 0 0,2-21 0 0,-2 37-128 0,2-37 128 32,2 31-128-32,-2-31 128 0,0 0-160 0,0 0 160 0,20 40-272 15,-20-40 32-15,0 0 16 0,0 0 0 16,44 5 80-16,-31-8 16 0,3-3 0 0,1-2 0 16,1 1-256-16,-1-1-32 15,1-1-16-15,-1 0-9600 0,1 1-1920 0</inkml:trace>
  <inkml:trace contextRef="#ctx0" brushRef="#br0" timeOffset="195897.05">16565 5924 13823 0,'1'-2'1216'0,"1"0"-960"0,-1 2-256 0,-1 0 0 16,0 0 1024-16,1 0 144 0,0 0 48 0,0-2 0 0,0 1 560 0,-1 1 112 15,0 1 32-15,-1 3 0 0,-1-2-832 0,-2 5-176 16,0 0-16-16,-2 3-16 0,-1 4-144 16,-1 3-32-16,0 0 0 0,-1 4 0 15,-1 7-64-15,-1-1-32 0,2 3 0 0,0-1 0 0,1-1-48 0,3-2-16 32,1-5 0-32,4-21 0 0,-1 36-48 0,1-36-16 0,0 0 0 0,0 0 0 15,0 0-320-15,39 19-160 0,-26-26 160 0,3-3-160 0,1-4 160 0,2-2-160 31,2-6 160-31,1 1-160 0,-2 0-144 0,0-1-128 0,-1-1-32 0,-4 4 0 32,-3 2-944-32,-3-1-192 0,-1 0-32 0,-6 1-16 15,-3 1 704-15,-2 0 144 0,-5 1 16 0,-2-1 16 0,-2 2 304 0,-2 1 64 0,-2 2 16 0,1 4 0 16,0 0 224-16,0 6 0 0,1 1 0 0,2 1 0 0,1 6 576 16,1-1 128-16,1 3 0 0,2-1 16 15,2-1-720-15,2 4 0 0,0 0-192 0,3-11-13232 16</inkml:trace>
  <inkml:trace contextRef="#ctx0" brushRef="#br0" timeOffset="196199.17">16966 6128 22111 0,'3'-5'976'16,"-1"3"208"-16,0 2-944 0,-1-2-240 0,-1 2 0 0,0 2 0 0,0-1 1488 0,-1 1 256 0,0 2 48 0,-1 3 16 15,-2 2-352-15,-1 3-80 0,0 0-16 0,-2 2 0 16,0-1-832-16,0 0-160 0,-2-1-48 0,2 0 0 16,0-2-976-1,1-2-208-15</inkml:trace>
  <inkml:trace contextRef="#ctx0" brushRef="#br0" timeOffset="196697.55">17371 5885 11967 0,'0'-1'528'0,"0"-1"112"0,0 2-512 0,-1-2-128 0,1 2 0 15,-1 0 0-15,1 0 1344 0,-2-1 256 16,0 1 32-16,-1 1 16 0,-1 1 160 0,0 0 48 16,-1-1 0-16,0 2 0 0,2 1-672 0,-3 1-128 0,2 3-32 0,-2 0 0 15,0 3-256-15,1 1-48 16,-1 2-16-16,1 0 0 0,0 1-48 0,0 1-16 0,3-1 0 0,-1-1 0 0,3-14-160 0,0 0-32 15,5 33-16-15,-5-33 0 0,0 0-224 0,0 0-32 16,0 0-16-16,41 10 0 16,-27-15-16-16,0-3 0 0,0 0 0 0,1-2 0 15,2-2-16-15,-1-2-128 0,0-1 192 0,-2 1-64 16,-1 0-128-16,-3 2 0 0,-2-2 0 0,-2 2 0 16,-1 3 0-16,-3-1 0 0,-2 0 0 0,-3 1 0 0,-3 2 0 0,0-2 0 15,-4 4 0-15,2-2 0 16,-2 3 0-16,-1 1 0 0,0 1 0 0,-1 4 0 0,2 0 0 15,0 0 0-15,3 5 0 0,-1-2 0 0,3 0 0 16,-1 0 0-16,2-1 0 0,2 3-176 16,1 0-496-16,0-1-96 15,1-6-32-15,0 0-14368 0</inkml:trace>
  <inkml:trace contextRef="#ctx0" brushRef="#br0" timeOffset="196898.28">17563 5955 13823 0,'2'-5'1216'0,"0"4"-960"0,1 0-256 0,-2 1 0 0,0 0 2288 0,-1 0 400 16,1 2 96-16,0 0 16 15,0 1 128-15,1 2 16 0,-2-5 16 0,0 0 0 16,0 0-1744-16,0 0-368 16,13 40-64-16,-13-40-16 0,0 0-592 0,0 0-176 15,0 0 0-15,0 0 0 16,24 38-624-16,-24-38-192 0,0 0-32 0,0 0-14896 0</inkml:trace>
  <inkml:trace contextRef="#ctx0" brushRef="#br0" timeOffset="197167.08">17846 5725 9215 0,'1'-3'816'0,"0"3"-656"16,1-2-160-16,-1 4 0 0,-1-2 1968 0,1 0 352 15,0 1 80-15,1 2 16 0,-2-3 960 0,0 0 192 16,0 0 32-16,7 42 16 0,-7-42-2112 0,0 40-416 16,0-40-96-16,-1 46-16 0,1-46-736 0,-1 49-240 15,1-49 128-15,-2 45-128 0,2-45 0 0,-1 40 0 16,1-40 0-16,0 0-10240 15,2 46-2048-15</inkml:trace>
  <inkml:trace contextRef="#ctx0" brushRef="#br0" timeOffset="197754.22">18087 5699 14735 0,'-1'2'640'16,"0"-2"160"-16,1 0-640 0,0 0-160 0,0 0 0 0,0 0 0 0,0 0 1408 0,0 1 240 0,1 1 48 16,1-2 16-16,1 1 144 0,2 0 48 15,0 1 0-15,2-1 0 0,-7-1-880 0,0 0-160 0,28 4-32 0,-28-4-16 16,20 0-464-16,-20 0-96 15,21-2 0-15,-10 2-16 0,-1-3-48 0,-1 3 0 0,-1-2 0 16,-1 1 0-16,-2 0-192 0,0 1 0 0,-1 0 0 16,-1 0 0-16,-2 0 0 0,0 0 0 15,-1 2 0-15,0 0 0 0,-1 3 0 0,0 0 0 0,-2-1 0 0,0 5 0 16,0-1 0-16,3-8 0 16,-5 22 0-16,5-22 0 0,-5 33 128 0,5-33 48 0,-3 42 0 0,3-42 0 15,-1 43-176-15,1-43 192 0,0 44-192 0,0-44 192 16,1 38-48-16,-1-38 0 0,1 37 0 0,-1-37 0 15,0 0-144-15,2 43 128 0,-2-43-128 0,0 0 128 16,0 0-128-16,0 39 0 0,-3-31 0 0,0-4 128 0,-1 2 304 16,-3-2 48-16,0 1 16 0,-3-2 0 0,-1 1-48 0,-3-2-16 15,-1 0 0-15,-3 1 0 16,0-2-432-16,-4 0 0 0,0 0 0 16,-3 1 0-1,-1-2-832-15,-1 2-256 0,-1 0-64 0,2 1-14304 0</inkml:trace>
  <inkml:trace contextRef="#ctx0" brushRef="#br0" timeOffset="199415.68">18567 3548 9215 0,'2'-2'816'0,"-1"2"-656"16,0-1-160-16,-1 1 0 0,0 0 1312 0,1-1 224 15,2 1 64-15,1-2 0 0,1-1 464 0,2 0 112 16,1-1 0-16,0 2 16 0,1-3-768 0,-1 2-144 16,2-1-48-16,-1-1 0 0,-1 2-464 0,1-1-80 15,-1 0-32-15,-2 0 0 0,0 2-160 0,0 0-48 0,-1-2 0 0,0 3 0 16,-1-3-112-16,1 1-16 15,-1 3-16-15,-2-2 0 0,1 2-64 0,0 0-16 16,-1 0 0-16,1 0 0 0,-1 0-64 0,-1 1-16 0,0 2 0 0,1 0 0 16,-1 0-16-16,0 1 0 0,0 3 0 0,-1-1 0 15,0-6-128-15,0 0 128 0,0 0-128 0,3 39 128 16,-3-39-128-16,0 0 0 0,2 48 0 0,-2-48 0 16,1 36 0-16,-1-36 0 0,-1 38 128 0,1-38-128 15,0 46 0-15,0-46 0 0,-1 46 0 0,1-46 0 16,-2 50 0-16,2-50 0 0,-3 56 0 0,3-56 0 0,-3 57 0 15,3-57 0-15,-2 55 0 0,2-55 0 0,-1 52 0 16,1-52 0-16,-2 45 0 0,2-45 0 0,-2 49 0 0,2-49 0 16,0 50 0-16,0-50 0 0,0 50 0 0,0-50 0 15,1 57 0-15,-1-57 0 0,1 59 0 0,-1-59 0 16,1 57 0-16,-1-57 0 0,-1 55 0 16,1-55 0-16,-1 50 0 0,1-50 0 0,-1 56 0 0,-1-26 0 15,2-30 0-15,-1 60 128 16,0-26-128-16,0-3 160 0,-1 2-160 0,0-5 160 0,2-28-160 15,-1 55 0-15,1-55 0 0,-2 52 0 0,2-52 160 0,0 52-160 0,0-52 192 0,2 57-192 16,-2-57 144-16,2 59-144 0,-2-59 0 0,5 56 144 16,-5-56-144-16,4 53 0 15,-4-53 0-15,3 50 128 0,-3-50-128 0,0 50 0 0,0-50 0 0,1 52 128 16,-1-52-128-16,0 51 0 0,0-51 144 16,-1 54-144-16,1-54 0 0,-2 56 0 0,2-56 0 15,-4 51 128-15,4-51-128 0,-4 44 0 0,4-44 0 0,-3 43 0 16,3-43 0-16,-1 38 0 0,1-38 0 15,0 40 128-15,0-40-128 0,0 38 0 0,0-38 128 16,0 36-128-16,0-36 128 0,0 37-128 0,0-37 128 0,0 38-128 16,0-38 128-16,1 38-128 0,-1-38 160 15,0 34-160-15,0-34 144 0,0 33-144 0,0-33 128 0,-1 36-128 16,1-36 128-16,-2 39-128 0,2-39 0 16,-1 38 128-16,1-38-128 0,-1 36 192 0,1-36-192 0,-1 34 192 15,1-34 0-15,0 32 0 0,0-32 0 0,1 30 0 16,-1-30 0-16,0 0 0 0,0 42 0 0,0-42 0 15,0 0 0-15,-1 36 0 0,1-36 0 0,0 0 0 16,-2 35-32-16,2-35 0 0,0 0 0 0,-2 29 0 16,2-29-16-16,0 0 0 0,-5 30 0 0,5-30 0 15,-5 20-144-15,1-12 160 0,1 2-160 0,-2 0 160 0,0-1-160 16,-1-2 192-16,-1 3-192 0,-1-1 192 0,-1 0-192 0,-2 1 160 16,-2 0-160-16,-3 1 160 0,-4 2-160 15,-3 3 0-15,-3 0 0 0,-2 4 0 0,-4 3 0 0,-1 1 0 16,-4 2 0-16,-4 2 0 0,-6 3 0 0,-6 1 0 15</inkml:trace>
  <inkml:trace contextRef="#ctx0" brushRef="#br0" timeOffset="206203">4812 7475 11967 0,'-1'-3'1072'0,"0"1"-864"15,1 2-208-15,0 0 0 0,0 0 1392 0,0 0 224 16,-1-1 48-16,0 0 16 0,-1-1 240 0,-1 1 64 16,0 1 0-16,1 1 0 0,1 1-848 0,0 0-176 15,0 3-16-15,0 0-16 0,2-1-480 0,-1 4-112 0,1-2-16 16,1 4 0-16,-1 0-128 0,1 2-16 0,0 4-16 0,0 1 0 15,0 2-32-15,-1 0-128 16,0 4 192-16,-1 3-64 0,1 0 0 0,-4 0-128 16,1-2 192-16,-2 0-64 0,1-5-128 0,-1 0 0 15,-2 0 144-15,2-2-144 0,-1-1 240 0,1-3-32 16,1-2 0-16,1-2 0 0,-1-2 96 0,1-2 16 0,1-2 0 0,0 0 0 16,1-3-192-16,-1-1-128 0,1-1 192 15,1-1-192-15,0-3 0 0,0-2 0 16,1-2 0-16,1-3 0 0,-1-2 0 0,2 0 0 0,1-3 0 0,-1 1-144 15,0-2-48-15,2 0 0 0,-1 0 0 0,1-2 0 0,-2 2 16 16,2 0 0-16,0 1 0 0,-1 1 0 16,1 2 176-16,-1 1 0 0,2 0-144 15,-2 4 144-15,2 3 0 0,-2 2 0 0,0 0 0 0,0 3 128 0,-1 0 64 0,1 3 16 16,0 0 0-16,-1 4 0 0,0 0 80 0,0 2 16 0,-1 1 0 16,1 1 0-16,-1 2-304 0,0-1 160 0,-1 2-160 15,-1 2 128-15,1 2-128 0,0 1 0 16,0 2 0-16,-2-2 0 0,0-1 0 0,-1-2 0 15,0 1 0-15,-1-4 0 0,1 0 0 0,-1-4 0 16,1-1 0-16,0-1 0 0,0 0 0 0,0-3 0 0,0-2 128 0,0 0-128 16,1 0 0-16,0-2 0 15,1-1 0-15,0-2 0 0,1-1 0 0,0-2-144 0,2-1 144 0,0-1-160 16,1-1-368-16,1-3-80 16,0-1-16-16,1-1 0 0,-1 0-16 0,0 1 0 0,0-2 0 0,-1 3 0 15,1 0 224-15,0 0 32 0,0 1 16 0,-1 1 0 16,1 3 368-16,-1 0-144 0,2-1 144 0,-1 0 0 0,-1 4 0 0,1-1 0 15,-2 4 0-15,1 1 0 0,-1 0 0 0,-2 4 0 16,1 2 128-16,0 1-128 0,0 2 512 0,-1 3 0 16,-1 2 0-16,0 0 0 0,0 2-160 0,-1 2-32 15,1 1 0 1,-1 2 0-16,1 0 672 0,-1 0 128 0,0 0 32 0,0-3 0 16,0 1-1536-1,0-3-320-15,-1 0-48 0,1-2-16 0,-1-2 768 0,1-1 0 0,-1-2 160 0,1 1-32 0,0-2-128 0,0 0 0 16,1-2 0-16,-1-1 0 31,1 1-448-31,1-3-64 0,0 1 0 0,1-2-8896 0,0 0-1792 0</inkml:trace>
  <inkml:trace contextRef="#ctx0" brushRef="#br0" timeOffset="206742.17">5293 7624 11055 0,'2'-1'976'0,"-1"1"-784"0,1 0-192 0,-1 1 0 0,-1-1 1360 0,1 2 240 16,0-1 32-16,2 1 16 0,0 3 544 0,0-1 112 0,-1-1 32 0,0 0 0 16,0 1-1088-16,0-4-224 15,0 0-32-15,-1-2-16 0,1-1-352 0,1-1-80 16,0 0-16-16,1-2 0 0,-1-1-176 0,1-3-32 16,0 3-16-16,-1-2 0 0,1-1-304 0,0 1 0 15,-1-1 128-15,-1 1-128 0,-2 1 0 0,1 0 0 16,-2 0 0-16,1 1 0 0,-2 2 0 0,-1 1 0 15,-1-1 0-15,-1 2 0 0,-3 1 0 0,1 0 0 16,-1 2 0-16,-1 0 0 0,-1 0 0 0,-2 2 0 16,1 1 0-16,0 2 0 0,-1 1 0 0,1 4 0 0,-1 0 160 0,0 4-160 15,1 0 0-15,2 2 0 0,0 3 0 0,0 2 0 16,4 1 0-16,1-3 0 0,0 4 0 0,3-1 0 16,1-3 0-16,1 0 192 0,1-2-32 0,1-3 0 15,1-3 32-15,0-1 0 0,-4-10 0 16,0 0 0-16,0 0-64 0,0 0-128 0,43 5 192 0,-33-10-64 15,1-4 80-15,1-1 16 0,0-2 0 0,1 0 0 16,0-2-224-16,-1-2 0 0,0 1 128 0,-1 0-128 16,-2 0 0-16,-1-2-160 0,0 2 32 0,-3 1 0 15,0 5 128-15,-1-2-192 0,-1 3 192 0,-2-1-192 16,0 4 192-16,0 2 0 0,-2-1 0 0,0 3 0 16,0 1 0-16,1 0 0 0,-1 1 0 0,1 1 0 0,-1 3 0 0,1-1 128 15,1 4-128-15,-1-2 0 0,2 4 288 0,1 1-16 16,1 2 0-16,-4-13 0 0,0 0 112 0,18 40 0 15,-18-40 16-15,0 0 0 0,25 40-80 0,-25-40 0 16,0 0-16-16,0 0 0 0,39 34-176 0,-39-34-128 16,0 0 144-16,0 0-144 0,41 16 0 0,-32-14 0 15,0-4 0-15,0 0 0 16,-1 0-368-16,0-3-112 0,0 0-32 0,-1-2 0 16,1 0-1712-16,-1-1-336 0,1 0-80 0,-2-1-10672 0</inkml:trace>
  <inkml:trace contextRef="#ctx0" brushRef="#br0" timeOffset="206933.12">5631 7562 3679 0,'-1'-6'160'0,"0"0"32"0,0 4-192 0,1 1 0 16,0 1 0-16,0 1 0 0,0-1 1568 0,0 3 272 0,1 2 48 0,0 1 16 15,1 4 480-15,1 4 112 0,0 3 0 0,-3-17 16 16,7 38-768-16,-7-38-144 0,10 36-48 0,-10-36 0 16,0 0-720-16,24 47-160 0,-24-47-32 0,0 0 0 15,0 0-480-15,38 40-160 0,-38-40 0 0,0 0 0 16,0 0-512-16,0 0-224 0,45 24-32 0,-37-23-16 15,0 0-1392-15,-2-1-288 0</inkml:trace>
  <inkml:trace contextRef="#ctx0" brushRef="#br0" timeOffset="207074.96">5820 7550 6447 0,'-5'-2'272'0,"1"2"80"0,0 2-352 0,1-1 0 0,0 2 0 0,0 1 0 0,-1 0 1280 15,-2 4 176-15,-6 4 32 0,-6 7 16 16,-3 7 496-16,-3 4 112 0,-1 1 0 0,3-3 16 0,0-3-1104 0,3 0-240 16,2-2-32-16,2-3-10160 0</inkml:trace>
  <inkml:trace contextRef="#ctx0" brushRef="#br0" timeOffset="207871.61">6273 7484 10127 0,'-1'-1'896'0,"0"0"-704"16,1 1-192-16,0 0 0 0,0 0 912 0,0 0 160 16,0 0 16-16,-1-2 16 0,0 2-208 0,0 2-32 15,0-2-16-15,1 1 0 0,1 0-80 0,-1 2-32 16,0 2 0-16,0-1 0 0,1 1 96 0,1 2 0 15,1 5 16-15,-1-2 0 0,0 2 0 0,-2-12 0 16,6 33 0-16,-6-33 0 0,8 42-224 0,-8-42-48 16,8 50-16-16,-4-24 0 0,-1-2-192 0,-3-24-48 0,7 40 0 0,-7-40 0 15,0 0-320-15,13 43 144 0,-13-43-144 0,0 0 0 16,0 0 128-16,0 0-128 0,0 0 0 0,0 0 0 16,0 0 176-16,0 0-32 0,0 0 0 0,38 2 0 15,-34-7 0-15,-2 0 0 0,0-1 0 0,1 0 0 16,-1 2-144-16,-1-3 0 0,0 2 0 15,1 1 0-15,-2 1 0 0,1 0-144 0,0 1 144 0,0 0-160 16,0 2-16-16,-1-2 0 0,0 2 0 0,0 0 0 16,1 0 176-16,-1 2 0 0,-1-2 0 0,1 1-128 15,0 0 128-15,-1-1 0 0,1 0 0 0,0-2 0 0,0 2 0 0,0-4 0 16,0 0 128-16,1 0-128 0,-1-3 0 0,1 0 144 16,0-3-144-16,0 1 0 0,0-1 208 15,1-1-64-15,-1-3-16 0,1 1 0 0,-2 2-128 0,1-1 192 16,-1 0-192-16,0 0 192 0,-1 2-192 15,0-2 0-15,-3 1 0 0,0-1 0 16,0 1 0-16,0 1 0 0,-3-1 0 0,0 0 0 0,-1-1 0 16,-2-2 0-16,1 4 0 0,1 1 0 0,-1 2 0 0,2 2 0 15,-1 3-144-15,0-1 144 0,2 3 0 16,-2 3-128-16,2-1 128 0,0 3 0 16,2 0-768-16,1 2-64 0,1 0 0 0,1 0-11696 0</inkml:trace>
  <inkml:trace contextRef="#ctx0" brushRef="#br0" timeOffset="208217.82">6542 7446 5519 0,'4'-6'240'0,"-2"1"64"0,1 2-304 0,-2 1 0 16,0-1 0-16,0 2 0 15,0 0 768-15,1-2 112 0,0 0 16 0,1-2 0 0,0 2 416 0,1 0 96 16,-1 3 0-16,-1 3 16 16,0 0-16-16,-1 3 0 0,1 4 0 0,1 2 0 15,0 2-112-15,-1 2-16 0,-2-16-16 0,8 38 0 16,-8-38-368-16,10 55-80 0,-5-23-16 0,0 3 0 16,0 5-32-16,0-2-16 0,-2 2 0 0,0-1 0 0,0 3-112 15,-2 3-32-15,0-3 0 0,0-4 0 0,3-2-240 16,0-6-48-16,-2-4-16 0,-2-26 0 0,5 36-304 0,-5-36 0 15,0 0 0-15,5 29 0 0,-3-22-256 16,-2-5 64-16,1-2 0 0,-2-1 0 16,0 0-944-16,0-4-176 0,0-1-32 0,-1-2-16 15,0 1-1136-15,0-4-208 16,-1-2-48-16,0-1-6320 0</inkml:trace>
  <inkml:trace contextRef="#ctx0" brushRef="#br0" timeOffset="208484.94">6558 7572 1839 0,'-1'-13'160'0,"0"2"-160"15,1 5 0-15,0 5 0 0,0 1 1264 0,0-2 208 0,0-5 64 0,0-3 0 16,1-4 800-16,0 4 160 16,2 1 48-16,0 3 0 0,3 3-368 0,1 0-64 15,2 1 0-15,0-1-16 0,1 3-1136 0,2-2-208 0,1 0-48 0,0-3-16 16,0 2-496-16,0-1-192 0,1-3 128 0,-1 2-128 0,0 3 192 0,-1-1-32 16,-1 3-16-16,-1 0 0 15,0 3-144-15,-4-1 192 0,1 3-192 0,-5 2 192 16,0-2-192-16,-2 4 0 0,-4 1 0 0,0 2 128 0,-2-1 96 0,-2 2 16 15,-1 3 0 1,-4 2 0-16,0-1-96 0,-1 2-16 0,0 0 0 0,-1-2 0 16,2-1-128-16,0-1 160 0,1-1-160 0,2-5 160 15,1-1-304-15,1-4-64 0,3-1-16 0,1-1 0 32,2-2-1440-32,1-3-272 0</inkml:trace>
  <inkml:trace contextRef="#ctx0" brushRef="#br0" timeOffset="208866.05">6804 7593 9215 0,'2'0'816'16,"1"0"-656"-16,-1 0-160 0,-1 0 0 15,0 0 2496-15,0 0 480 0,1 0 96 0,4 0 0 0,1 0-160 0,0 0-32 0,2 0-16 0,0-2 0 0,0-1-1456 0,0 1-304 32,0 0-48-32,1-3-16 0,-2 0-704 0,1 1-144 15,2-3-16-15,-2 0-16 0,0 1-160 0,0-3 0 16,2 0 0-16,-2-1 0 0,0 1-304 0,-2-1 64 15,0-1 16-15,-2 2 0 16,-1-1-224-16,-2 2-32 0,-2 0-16 0,-1 0 0 0,-1 3 816 0,-1-2 176 16,-3 1 16-16,0 1 16 15,-1 2-1392-15,-2 2-288 0,0 1-48 0,-1 3-16 0,0 2 912 0,0 2 304 16,0 2-192-16,-1 1 192 0,2 2-144 0,0-2 144 16,1 4-128-16,-2 2 128 0,1 0 0 0,0 4 304 15,0-2-48-15,2 2-16 0,1-1 80 0,2 2 0 0,1-4 16 0,1 0 0 16,2-1 192-16,1-4 48 15,2-1 0-15,1-4 0 0,2-2-320 0,1-2-48 0,1-1-16 0,0-4 0 16,2-1-16-16,0-4-16 0,1 2 0 0,-1-4 0 16,1-1-160-16,1-1 0 0,0 1 0 0,0-2 0 31,0 1-816-31,0 1-80 0,0-2-32 0,1-1 0 0,0 0-1136 0,0-1-240 0,0 0-32 16,0-1-9168-16</inkml:trace>
  <inkml:trace contextRef="#ctx0" brushRef="#br0" timeOffset="209230.35">7156 7454 4607 0,'0'0'400'0,"1"0"-400"16,0 0 0-16,0-2 0 0,0 2 1680 0,0-1 256 16,0 1 48-16,3-2 16 0,1 2 32 0,0-2 0 15,3 1 0-15,-1 1 0 0,1 0-624 0,0 1-128 16,1 1-32-16,0 1 0 0,-9-3-400 0,0 0-80 0,0 0 0 0,0 0-16 15,45 32-176-15,-45-32-48 0,0 0 0 0,0 0 0 16,25 45-272-16,-25-45-48 0,0 0-16 0,10 43 0 16,-9-27-16-16,-1-3-16 0,0 0 0 0,-2-1 0 15,1-2 144-15,-1-3 16 0,0 0 16 16,-1-2 0-16,0-3 208 0,0-1 32 0,1 1 16 16,-1-5 0-16,1-1-128 0,0 0-16 0,0-2-16 0,2-1 0 15,0-2 32-15,0-1 16 0,1-2 0 16,1 0 0-16,1-2-240 0,0 0-48 15,0-1-16-15,1-1 0 0,3 0-176 0,-1-4 0 0,2 0 0 16,2 0 0-16,-1 2 0 0,0 0 0 0,0 2 0 0,2 2 0 16,-1 0-256-16,0 3 0 0,0 0 16 0,0 4 0 31,-1 0-1072-31,0 0-224 0,-1 2-32 0,0 3-12752 0</inkml:trace>
  <inkml:trace contextRef="#ctx0" brushRef="#br0" timeOffset="209866.14">7600 7466 7359 0,'4'4'320'0,"0"-2"80"16,-1-1-400-16,0 1 0 0,-1-2 0 0,-1-2 0 0,2 2 1792 15,0-1 256-15,3-1 64 0,2-2 16 0,2-1-208 0,-1 0-64 16,-1-5 0-16,0 3 0 0,0-4-960 0,-3 1-192 0,1-3-32 0,0 0-16 16,-3-1-464-16,0 2-192 15,-2 0 128-15,-1 0-128 0,-2 2 0 0,-2 1 128 0,-1 0-128 0,-3 2 0 16,0 3 448-16,-2 0 0 0,0 2 0 0,-2 3 0 15,1 1 288-15,-2 2 64 16,0 6 16-16,0-1 0 0,1 3-336 0,1 0-64 0,3 0-16 16,1 2 0-16,0 0-256 0,2 1-144 15,3-1 160-15,-1 0-160 0,2 2 256 0,1 1-64 16,0 0 0-16,1-1 0 0,1-4 240 0,-2-12 32 16,0 0 16-16,0 0 0 0,18 40-160 0,-18-40-16 15,0 0-16-15,0 0 0 0,36 3-288 0,-26-8 128 16,1-2-128-16,0-2 0 0,-2 1 144 0,1-1-144 15,2-3 0-15,1-5 144 0,-1 1-384 0,0-1-80 16,-2 0 0-16,-1 1-16 0,-1 0-336 0,-1 1-64 0,-1 1-16 0,-2 3 0 16,0 1 432-16,-2 2 64 0,0 1 32 0,-1 3 0 15,-1 3 224-15,0 1 0 0,0 5 0 0,0-1 0 0,0 4 0 16,0 1 128-16,-1 4 0 0,2 1-128 16,-1 2 640-16,0-1 0 0,2 0 16 0,-2-15 0 0,7 32-128 0,-7-32-16 15,0 0-16-15,11 40 0 16,-11-40-160-16,0 0-16 0,0 0-16 0,0 0 0 15,34 30-304-15,-27-30 0 0,0-3 128 0,1-2-128 0,0-2 0 16,1-3 0-16,1-2 128 0,1-2-128 0,-1-2-240 16,0-1-96-16,1-1-32 0,-1-2 0 15,1 2-752-15,0-2-160 0,-2-1-16 16,-1-1-16-16,0 1 352 16,-3 0 64-16,0 1 0 0,-2 4 16 0,-1 2 704 0,-2 2 176 0,-1 2 0 0,0 3 0 0,0 2 0 15,0 3 256-15,0 4-64 0,-1 1-16 16,-1 4 656-16,0 3 144 0,0 4 32 0,0 4 0 0,0 4-304 0,0 2-48 15,2 4-16-15,-2 0 0 0,1 1-240 0,-1-3-48 16,1 1-16-16,1-1 0 0,0-2 176 0,1-1 16 16,1 0 16-16,-1-23 0 0,6 39-288 0,-6-39-64 15,8 33-16-15,-8-33 0 16,0 0-768-16,0 0-160 0,0 0-16 0,0 0-16 16,0 0-1008-16,0 0-208 0</inkml:trace>
  <inkml:trace contextRef="#ctx0" brushRef="#br0" timeOffset="210082.34">7772 7344 15663 0,'-6'-2'688'0,"2"1"144"0,3 0-656 0,0 1-176 0,1 0 0 0,0 0 0 16,1 0 2256-16,0 1 432 0,1 0 64 0,2 1 32 16,3-2-32-16,1 1 0 0,3-1 0 0,1-1 0 15,1-1-1472-15,2-2-320 0,2-1-48 0,0 0-16 0,3-3-576 0,-1 2-112 16,2-4-16-16,-1 3-16 15,-1-2-176-15,1 1 0 0,-1-1 0 0,-1 2 0 16,-1-1 0-16,-1 0-192 0,3 0 0 0,-3 1 16 16,-1 1-1808-1,0 0-352-15,-1 1-80 0,-2 3-12432 0</inkml:trace>
  <inkml:trace contextRef="#ctx0" brushRef="#br0" timeOffset="210233.56">8139 7286 9215 0,'-1'-3'400'0,"0"0"96"0,2 1-496 0,0 2 0 15,0-2 0-15,0 2 0 0,0-3 1920 0,1 1 272 0,1-3 64 0,2 1 16 16,1-4-16-16,2 2 0 0,0 0 0 0,0 2 0 16,-1-1-1424-16,1 0-272 0,1 3-64 0,-2 0-16 31,2-1-1184-31,-1 3-256 0</inkml:trace>
  <inkml:trace contextRef="#ctx0" brushRef="#br0" timeOffset="210418.66">8208 7361 12831 0,'-3'3'272'0,"0"0"64"0,1 0 16 0,0 0 32 0,1-1-384 0,0 1 0 0,0 1 0 0,-1 2 0 0,-1 5 2880 0,-1 3 512 16,0 3 112-16,-1 0 16 0,2 2-1632 0,1-1-320 16,1-1-64-16,1-3-16 15,0-14-1072-15,0 0-224 0,8 35-32 0,-8-35-16 16,0 0-1024-16,0 0-208 0,0 0-32 0,41 17-11696 15</inkml:trace>
  <inkml:trace contextRef="#ctx0" brushRef="#br0" timeOffset="211067.95">8422 7332 12895 0,'-2'-2'576'0,"0"2"112"0,1 0-560 0,0 0-128 0,0 2 0 0,0 1 0 0,0-1 1584 0,-1 3 272 0,-2 5 64 16,-2 2 16-16,1 4 384 0,-2 3 80 15,2 1 16-15,0 0 0 0,1 1-672 0,3-3-128 0,1-2-16 0,0-16-16 16,0 0-960-16,9 33-192 16,-9-33-48-16,0 0 0 0,0 0-384 0,0 0 0 0,39 19 0 0,-29-21 0 15,-1-3 0-15,1 0 0 0,-1-2 0 0,0-2 0 0,0-1 0 0,1-3 0 16,0 0 0-16,-2-4 0 0,0 3-208 0,-2 0 80 16,-2 0 128-16,0 2-208 15,-3-2-720 1,-1 2-144-16,-1 2-16 0,-2 1-16 0,-1-1 1712 0,-2 3 352 15,-3-1 64-15,1 2 0 0,-2 1-768 0,-1 3-256 16,-1 0 128-16,1 0-128 0,-1 4 336 0,-1-2 16 16,2 2 0-16,-1 0 0 0,2 3 32 0,1 0 16 0,0-1 0 0,2-1 0 15,2 2-80-15,1-1-32 0,2 1 0 16,1-3 0-16,1 1-288 0,1-1 128 0,2 0-128 0,1-2 0 16,2 0 0-16,1-2 0 15,2 1 0-15,2-2 0 0,0 0 0 0,2-3 0 0,2 0 0 16,0-1 0-16,1 2 0 0,1-2 0 0,-1 0 0 0,1 0 0 15,-1 2 0-15,-1-2 0 0,1 2 0 0,-2 0 0 16,2 2 0-16,-1 0 0 0,0 0-128 0,-1 1 128 16,-14 2 0-16,27 0 0 0,-27 0 0 0,0 0 0 15,0 0 0-15,40 15 0 0,-40-15 0 0,0 0 0 16,0 0 0-16,0 0 0 0,25 46 0 0,-24-36 0 16,-1 2 128-16,-1 0-128 0,0 0 0 0,-2 2 0 0,-1-2 0 15,0 2 0-15,1-2 128 0,-1-2-128 0,2-1 0 0,0-1 0 16,1-2 0-16,1-4 0 0,1 1 0 0,1-3 0 15,1 0 0-15,0-5 0 0,1 0 0 0,1-2 0 16,1-2 0-16,-1-3 0 0,2 0 0 0,0-2 0 16,0-1 0-16,1-3 0 0,1 2 0 0,-1-2 0 15,1 1 0-15,-1-1 0 0,1 2 0 0,-2 3 0 16,1 2 0-16,0 3 0 0,-2 2 0 0,1 3 0 16,-2 2 0-16,0 4 0 0,-1 2 0 0,-4-5 0 15,0 0 0-15,10 35 0 0,-10-35 0 0,6 41 0 16,-6-41 128-16,7 40-128 0,-7-40 160 0,4 42-32 15,-4-42 0-15,6 43 0 0,-6-43 64 0,7 38 16 16,-7-38 0-16,0 0 0 0,12 38-80 0,-12-38-128 16,0 0 176-16,0 0-12144 0,0 0-2432 0</inkml:trace>
  <inkml:trace contextRef="#ctx0" brushRef="#br0" timeOffset="-184544.71">5080 8615 6447 0,'0'-2'576'0,"1"2"-576"15,0-2 0-15,-1 2 0 0,0 0 1312 0,0-1 160 0,1 1 16 0,0-2 16 16,1 0 480-16,-1-2 112 0,0 3 16 0,0-2 0 0,-1 1-448 15,0 1-64-15,0 0-32 0,0 1 0 0,0-2-480 0,-1 0-112 16,0 2-16-16,-1-1 0 0,1 1-96 0,-1-2-32 16,1 2 0-16,-1 0 0 15,0-2-240-15,0 2-48 0,-1-1-16 0,0 1 0 16,0 0-176-16,1-2-32 0,-2 2-16 0,1-2 0 0,0 2-32 0,0-3 0 16,0 3 0-16,-1-2 0 0,1 2-80 0,0-3 0 15,-1 3-16-15,-1-2 0 16,2 2 16-16,-2 0 16 0,1-1 0 0,0 0 0 15,-1 1-16-15,1-2-16 0,0 0 0 0,0 1 0 0,1 1-16 16,0 0 0-16,2-2 0 0,-1 2 0 16,0 0-32-16,0 0 0 0,1 2 0 0,-1-2 0 0,0 3-128 15,1-1 128-15,1 0-128 0,-1 1 128 0,0 1-128 0,0 0 0 16,0-1 0-16,1 2 0 0,0 1 0 0,0 0 0 16,0 0 0-16,0 0 0 0,0 1 0 15,0 0 0-15,1 2 0 0,-1 1 0 0,1 2 0 0,0 0 0 16,0 2 0-16,-1 0 0 0,1 0 0 0,0 3 0 15,-1 2 0-15,0-2 0 0,0 4 0 0,-1 0 0 16,1 3 0-16,-1-3 0 0,0 1 0 0,0-4 0 16,-1 0 0-16,1 0 0 0,0-1 0 0,1-2 0 0,1 1 0 15,0-6 0-15,0-1 0 0,1 0 0 0,0-1 0 16,-2-8 0-16,0 0-128 0,0 0 128 0,0 0 0 0,0 0 0 16,24 32 0-16,-19-29 0 0,1-1 0 15,-1-1 0-15,1 1 0 0,-6-2 0 0,0 0 0 0,0 0 0 16,0 0 0-16,0 0 0 0,41 11 0 0,-41-11 0 15,0 0 0-15,0 0 0 0,0 0 0 0,0 0 0 16,40 12-384-16,-40-12-16 0,0 0 0 0,0 0 0 16,0 0-1456-16,33-7-304 0,-27 3-48 15,1-1-12080-15</inkml:trace>
  <inkml:trace contextRef="#ctx0" brushRef="#br0" timeOffset="-184010.05">5372 8679 911 0,'-4'-2'0'0,"2"2"0"16,0-2 0-16,0 1 0 0,0 1 1408 0,2 1 208 0,-2 1 48 15,0 0 0-15,-2 1 624 0,-2 1 128 16,-1 6 16-16,1-1 16 0,-2 3-944 0,2 0-192 16,-1 3-32-16,3 1-16 0,-1 3-384 0,1 1-80 0,1 0-16 0,3 1 0 15,-1 1 112-15,1-3 0 0,1 0 16 0,-1-19 0 16,4 28 0-16,-4-28 0 0,0 0 0 0,0 0 0 0,21 36-288 15,-21-36-64-15,0 0-16 16,0 0 0-16,0 0-400 0,39 5-144 0,-31-8 0 0,1-3 144 16,1-1-144-16,0-3 0 0,0 0 0 0,0-2 0 15,0 0-144-15,-1-1-16 0,2 3 0 0,-3-5 0 0,0 2 0 16,0 0 0-16,-1-1 0 0,-1-2 0 0,-1 1 160 0,-1 2-208 16,0 0 80-16,-3 0 128 0,-1 0 0 15,-1 0 0-15,-2 1 0 0,-2 1 0 16,1 0 0-16,-3 1 0 0,-2 1 0 0,0 1 0 15,-2 0 0-15,-2 2 0 0,1 2 0 0,0 2 128 0,1 4-128 0,0 0 160 16,0 2-160-16,1 2 160 0,1 0 64 0,0 2 16 16,2 1 0-16,2-2 0 0,1 3-240 15,2-1 0-15,2 0 0 0,1 0 0 0,0-1-704 16,3-1-176 0,-4-7-32-16,0 0-12208 0</inkml:trace>
  <inkml:trace contextRef="#ctx0" brushRef="#br0" timeOffset="-183834.65">5572 8851 7359 0,'3'1'656'0,"-1"-1"-528"0,0 1-128 0,-1 0 0 16,1 0 1472-16,0 1 272 16,-2-2 48-16,0 0 16 0,0 0 416 0,0 0 80 0,39 27 0 0,-39-27 16 15,0 0-1296-15,0 0-256 16,0 0-48-16,0 0-16 0,32 30-704 0,-32-30 0 0,0 0 0 0,0 0-11008 15</inkml:trace>
  <inkml:trace contextRef="#ctx0" brushRef="#br0" timeOffset="-183146.13">6052 8677 13823 0,'-2'2'608'0,"2"-1"128"0,-1 1-592 0,1 0-144 15,-1-2 0-15,1 0 0 0,0 2 1712 0,-1 1 304 16,1 2 64-16,0 1 16 0,0-1 144 0,0-2 16 0,2-1 16 0,0 0 0 16,1-2-1152-16,2 0-224 0,-1-2-64 0,2-2 0 15,0 1-192-15,0-3-32 16,1 0-16-16,1 1 0 0,-1-2-368 0,1 0-80 0,-2 0-16 0,1 1 0 0,-2 0-128 15,1-2 0-15,-1 0 0 0,0-1 0 16,1 1 0-16,-3-2 0 0,0 1 0 0,-2 2 0 0,0-2 0 0,-2 4 0 16,-1-3 0-16,-1 4 0 0,0-1 0 15,-2 0 0-15,-1 3 0 0,-3 0 0 16,1 0 0-16,-2 2 0 0,-1 0 0 0,-1 2 0 16,0 0 0-16,-1 1 0 0,1 4 0 0,0-1 0 0,0-1 0 15,2 2 0-15,0 1 0 0,1-2 0 16,3 2 0-16,-1-1 0 0,4 0 0 0,-1-2 0 0,3 3 0 0,0 0 0 15,2-1 128-15,2 1-128 0,-3-8 128 0,0 0-128 16,0 0 128-16,0 0-128 0,30 28 0 0,-30-28 0 16,0 0 128-16,0 0-128 0,46 7 0 0,-46-7 0 15,0 0 0-15,37 0 0 0,-37 0 0 16,0 0 0-16,35-5 0 0,-25 3 0 16,1 0 0-16,-2-1 0 0,-1 1 0 0,-1-1 0 0,-2 3 0 15,-1-2 0-15,1 2 0 0,-3 0 0 0,1 0 0 0,-1 0 0 0,0 2 0 16,-1 1 0-16,-2 2 0 0,0-1 0 0,-1 6 0 0,-1-1 0 15,1 4 0-15,-2 4 0 16,0 3 0-16,1 2 0 0,0 6 160 0,-1 1-160 0,1 1 192 16,0 1-192-16,0 0 288 0,0-3-48 15,0 3-16-15,0-2 0 0,2-5-224 0,0-1 0 0,1 0 128 0,0-5-16512 16</inkml:trace>
  <inkml:trace contextRef="#ctx0" brushRef="#br0" timeOffset="-159094.48">7204 8658 6447 0,'1'-2'576'0,"0"0"-576"15,-1 1 0-15,1 1 0 0,-1 0 1056 0,0-2 96 0,1 2 32 0,0-3 0 16,0 1 256-16,-1 0 48 0,0 2 16 0,0 0 0 16,-1 0-272-16,0 1-48 15,-1 0-16-15,0 2 0 0,1 1-272 0,-1-1-64 0,1 1-16 0,-3 2 0 16,1 0-176-16,-1 1-48 15,2 3 0-15,-1-2 0 0,-1 3-208 0,1 1-64 16,1 2 0-16,1 0 0 0,0 5-80 0,0 0-32 16,1-19 0-16,2 39 0 0,-2-39-80 0,5 35 0 15,-5-35-128-15,0 0 192 0,16 35-192 0,-16-35 0 0,0 0 128 16,0 0-128-16,0 0 0 0,41 21 0 0,-41-21 128 16,0 0-128-16,28-7 0 0,-18-1 0 0,0-3 128 0,0 0-128 15,0-2 0-15,1-1 0 0,0-2 0 0,-1-1 0 16,-1 0-272-16,-1 1-48 0,-1-1-16 0,-1-1 0 15,-2 3-320-15,-1 1-64 16,-2 0-16-16,-2 0 0 0,-1 2 368 16,-1 0 80-16,-1 2 16 0,-3 1 0 0,0 2 272 0,-3 2 0 0,0 0 0 0,-2 3 0 15,-1 0 384-15,0 2 64 0,-1 0 32 0,1 3 0 0,1 0 304 0,1 2 64 16,1 0 16-16,1 2 0 0,0 0-320 0,1 1-64 16,1-1-16-16,0 2 0 0,2-2-336 15,1 0-128-15,1 0 0 0,1-2 144 16,2 0-560-16,2 0-112 0,2-3-32 0,-4-2-12176 0</inkml:trace>
  <inkml:trace contextRef="#ctx0" brushRef="#br0" timeOffset="-158884.43">7510 8777 12895 0,'1'-1'1152'0,"0"1"-928"0,0 0-224 15,0 0 0-15,0 0 1216 0,-1 1 208 0,1 1 48 0,0 0 0 16,-1-2 944-16,0 0 192 16,0 0 32-16,0 0 16 0,0 0-1376 0,17 38-256 0,-17-38-64 0,0 0-16 15,0 0-656-15,0 0-128 0,19 33-32 0,-19-33 0 32,0 0-1248-32,0 0-256 0</inkml:trace>
  <inkml:trace contextRef="#ctx0" brushRef="#br0" timeOffset="-158281.05">7879 8493 18431 0,'3'-3'816'0,"-1"0"160"0,0 1-784 0,-1 0-192 0,0 1 0 0,-1 1 0 16,0 0 2128-16,-1 1 384 0,1 1 80 0,-2-2 16 0,0 5-688 15,-2-2-144-15,1 1-32 0,-2 3 0 0,0-2-928 0,1 2-192 16,-2-2-48-16,1 2 0 0,0-1-256 0,0 0-64 16,1 0-16-16,-1 2 0 0,1-4-80 0,2 1-16 15,0 0 0-15,1-1 0 0,0-1-144 0,1 0 0 16,1 0 0-16,2-2 128 0,-2 2 0 0,3 1 0 16,-4-4 0-16,0 0 0 0,0 0 96 0,0 0 16 15,0 0 0-15,42 29 0 0,-42-29-32 0,0 0 0 16,0 0 0-16,42 33 0 0,-42-33-32 0,0 0-16 0,31 33 0 0,-31-33 0 15,0 0-160-15,27 33 160 0,-27-33-160 0,0 0 160 16,0 0-160-16,26 39 0 0,-26-39 0 0,0 0 128 16,0 0-128-16,0 0 0 0,10 37 0 0,-11-31 0 15,-2 0 0-15,0 0 0 0,-2 0 0 0,0-1 0 16,-3 1 0-16,-2-1 0 0,0 0 0 0,-3 0 0 16,-1 2 0-16,-1-2 0 0,-2 2 0 15,1-2 0-15,0 2 0 0,-1-3 0 0,1 1 0 16,2 0 0-16,2-4 0 0,1 0 0 0,3-1 0 0,0-2 0 0,1 0 0 0,2-3 0 15,1-1 0-15,2-2 0 16,2-1 0-16,2-3 0 0,2-2 0 0,0-3 0 16,4 0 0-16,-1-2 0 0,0 1 0 0,3-2 0 0,0 1 0 0,2-3 0 15,1 1 144-15,1 0-144 0,0-1 0 0,1 1 0 16,-2 2 0-16,1 0 128 0,1 1-128 0,-1 2 0 16,-1 1 0-16,-1 3 0 0,-2 0 0 0,-1 1 0 15,-1 0 0-15,-2 4 128 0,-3-1-128 0,-2 2 0 16,-1 1 0-16,-2 3 0 15,-3 0 0-15,-3 2 0 0,-2 0 0 0,-3 2 0 0,-1 1 0 0,-3 2 0 0,-2 1 0 0,-1-1 0 16,0 0 0-16,1-1 0 0,1 2-128 0,4-2 128 31,4-2-1984-31,4 0-320 0</inkml:trace>
  <inkml:trace contextRef="#ctx0" brushRef="#br0" timeOffset="-156913.87">8622 8824 16575 0,'0'0'1472'0,"0"0"-1168"0,1 0-304 0,-1 1 0 15,1 0 592-15,-1 1 64 0,0 3 16 0,-1 2 0 16,-2 4-176-16,0 1-48 0,-3 1 0 0,0 1 0 31,-2 1-1664-31,-1-1-320 0,-1 2-80 0,-2-4-16 0</inkml:trace>
  <inkml:trace contextRef="#ctx0" brushRef="#br0" timeOffset="-156298.91">6727 8974 13823 0,'1'-1'1216'0,"0"-1"-960"0,-1 2-256 0,0 0 0 15,0 0 1280-15,-1 0 224 0,1 0 32 0,-1 0 16 16,1 2-64-16,-2 1-16 0,0 1 0 0,-1 2 0 15,1 0-736-15,-1 1-160 16,2 1-16-16,-2 1-16 0,0 1-544 0,1 1 0 0,0 1 0 16,0 0-11824-16</inkml:trace>
  <inkml:trace contextRef="#ctx0" brushRef="#br0" timeOffset="-155498.49">9412 8532 9215 0,'-2'-1'816'0,"2"0"-656"0,-1 1-160 0,0 0 0 16,0 0 1056-16,-1 0 176 0,-1 0 48 0,-2 1 0 0,0 0 352 0,-3 2 80 16,1 2 16-16,-1 1 0 0,0 4-704 15,1 0-128-15,-1 1-16 0,2 1-16 16,0 2-240-16,1 3-48 0,-1 2-16 0,2 0 0 0,0 2-48 0,0 0-16 15,1 1 0-15,3-1 0 0,-1-2 16 0,1-19 0 16,2 32 0-16,-2-32 0 16,0 0-160-16,0 0-32 0,0 0 0 0,0 0 0 0,28 32-176 0,-21-34-144 15,0-3 192-15,1-3-192 0,2-1 368 0,-1-2-48 16,1-1 0-16,1-2 0 16,0 0-112-16,0 1-16 0,-1-3-16 0,0 0 0 0,0 1-352 0,0-2-64 15,-3 5-16-15,-1-2 0 0,-2 3-16 0,-1-1-16 0,-1 2 0 16,-3-1 0-16,-3 2 288 0,-1 1 0 0,-3-1 0 15,-2 1 0-15,-2 2 0 0,-2-1 0 16,0-1 0-16,-2 2 144 0,1 0 256 0,-1 0 48 16,0 3 16-16,2 0 0 0,1 3-16 15,1 1 0-15,3 1 0 0,0 2 0 0,2 1-288 0,1 0-160 16,1 0 160-16,2 2-160 0,1-2 0 0,2 2-240 16,1-1 32-16,2 0-9712 0,-3-6-1952 15</inkml:trace>
  <inkml:trace contextRef="#ctx0" brushRef="#br0" timeOffset="-155267.93">9576 8738 15663 0,'0'1'1392'0,"0"-1"-1120"0,1 0-272 0,0 2 0 16,0-2 2096-16,0 0 352 0,0 2 80 0,1-1 16 0,2 3-48 0,-4-4-16 0,0 0 0 0,0 0 0 31,0 0-1584-31,0 0-320 0,0 0-64 0,27 34-16 16,-27-34-496-16,0 0 0 0,0 0 0 0,0 0-15744 16</inkml:trace>
  <inkml:trace contextRef="#ctx0" brushRef="#br0" timeOffset="-154715.77">9761 8404 15663 0,'2'-1'688'0,"0"0"144"0,1 1-656 0,-2 0-176 0,0 0 0 0,0 0 0 16,1 0 1904-16,2-2 336 0,2 2 80 0,-6 0 16 15,0 0-544-15,33-5-96 0,-33 5-32 0,26-3 0 16,-26 3-736-16,0 0-160 0,36-2-16 0,-36 2-16 16,0 0-464-16,0 0-80 0,40 5-32 0,-40-5 0 15,0 0-160-15,0 0 0 0,0 0 0 0,0 0 0 16,0 0 0-16,0 0 0 0,25 33 0 0,-28-29 0 0,-2 4 0 0,-1-1 0 15,-1 0 0-15,-2 3 0 0,0-1 0 16,-2 0-176-16,0 1 176 0,-1-2-128 16,-1 0-32-16,0 1 0 0,0-1 0 0,1 1 0 0,0-1 160 15,3-1 0-15,2-2 0 0,1-1 0 0,2-1 0 0,2 0 192 16,1-1 0-16,0 0-16 0,2-2 176 16,1 0 32-16,1 0 16 0,3-2 0 0,-1 0 176 15,3 1 16-15,-1-1 16 0,3 1 0 0,-10 1-208 0,0 0-32 16,30-2-16-16,-30 2 0 0,0 0-192 0,37 5-32 15,-37-5-128-15,0 0 192 0,39 9-64 0,-39-9 0 0,0 0-128 0,0 0 192 16,44 18-192-16,-44-18 128 0,0 0-128 0,0 0 0 16,34 25 0-16,-34-25 0 15,0 0 0-15,0 0 0 0,0 0 0 0,0 0 128 16,0 0-128-16,7 36 0 0,-14-29 192 0,-1 1-16 16,-2 1 0-16,-3 2 0 0,-2 0-16 0,-4 2 0 0,-3 1 0 15,-2 0 0-15,0 1-160 0,0-1-224 0,3-2 48 16,3-3 16-1,2 1-608-15,2-6-128 0,3 1-32 0,2-4-15712 0</inkml:trace>
  <inkml:trace contextRef="#ctx0" brushRef="#br0" timeOffset="-154063.83">10299 8272 8287 0,'-2'0'736'0,"1"0"-592"16,1 0-144-16,0 0 0 0,0 0 880 0,0 0 144 0,0 0 16 0,0 0 16 15,-1 0 336-15,1 2 64 16,0-2 16-16,1 1 0 0,0 0-128 0,1-1-32 16,1 2 0-16,-1-2 0 0,3 1-32 0,0 1-16 15,0-2 0-15,1 0 0 0,0 0-432 0,1 0-64 0,0 0-32 0,0-2 0 16,0 1-256-16,1-1-48 0,-2 2-16 0,1-2 0 15,-1 0-112-15,1 0-32 0,-2 1 0 0,1-2 0 0,0 1-48 0,-1 1-16 32,-1 0 0-32,-2-1 0 0,1 2-80 0,0-2 0 0,-1 2-128 0,-1 0 192 0,0 0-192 0,-2 2 0 15,1-2 0-15,-1 2 0 16,-1 0 128-16,0 0-128 0,0 1 0 0,-1 2 144 16,2-3-144-16,-1 3 192 0,0-2-192 0,0 1 192 0,1-1-192 0,-1 2 192 15,1 0-192-15,0 1 192 16,1-1 48-16,0 2 16 0,0-7 0 0,0 0 0 15,0 0-256-15,7 33 176 0,-7-33-176 0,0 0 160 16,6 38 64-16,-6-38 16 0,0 0 0 0,10 48 0 16,-10-48-32-16,7 42 0 0,-7-42 0 0,5 48 0 15,-5-48-16-15,2 49-16 0,-1-23 0 0,-1 1 0 16,-1 1-176-16,1-2 128 0,-2-2-128 0,0-2 128 0,2-22 32 16,-4 37 0-16,4-37 0 0,-4 29 0 0,2-18 240 15,-1-4 48-15,0 1 16 0,-2-4 0 0,2 1-144 16,-4-2-48-16,1-1 0 0,-4-1 0 0,0 0-64 0,-3-1-16 15,-2 0 0-15,-3 2 0 0,-3 1-192 0,-7 0 144 16,-4 3-144-16,-5 0 128 0,-6 5-416 0</inkml:trace>
  <inkml:trace contextRef="#ctx0" brushRef="#br0" timeOffset="-152148.33">10935 8566 5519 0,'-4'0'496'0,"2"0"-496"0,1 0 0 0,1 0 0 16,0 0 992-16,-1 0 96 0,-1 0 32 0,0 0 0 16,-2 2 672-16,3-2 144 0,-1 1 32 0,2 0 0 15,2 1-240-15,1-2-64 0,1 3 0 0,1-3 0 0,1 2-416 0,1-1-96 16,-7-1 0-16,0 0-16 16,35 2-192-16,-35-2-48 0,29-2 0 0,-11-1 0 0,1 0-192 0,-1 0-64 15,3-3 0-15,-1 1 0 16,-1-2-176-16,3 0-32 0,0 1-16 0,0 0 0 15,0 0-208-15,-2 0-32 0,0 2-16 0,0-1 0 16,-2 2-160-16,0-1 0 0,-18 4 0 0,36-5 0 16,-36 5 0-16,30-5 0 0,-30 5 0 0,24-2 0 15,-24 2-448-15,0 0-32 0,24-2 0 0,-24 2 0 16,0 0-1920-16,0 0-384 0</inkml:trace>
  <inkml:trace contextRef="#ctx0" brushRef="#br0" timeOffset="-151861.58">11044 8653 1839 0,'-6'0'160'0,"3"0"-160"0,1 0 0 0,0 0 0 0,1 0 2048 0,1 0 384 16,0 0 80-16,1 0 16 0,0-2-32 0,1 2-16 16,2-3 0-16,2 3 0 15,0-2-656-15,2 1-128 0,0 0-32 16,1 1 0-16,0-2-544 0,2 1-112 0,-11 1-32 0,0 0 0 15,34-2-176-15,-34 2-32 0,27-2-16 0,-12 1 0 0,0-1-192 0,1 0-48 16,-16 2 0-16,30-5 0 16,-13 2-224-16,0 1-48 0,1-2-16 0,-1 1 0 15,0-2-224-15,0 1 0 0,-1-1 0 16,-1 0 0-16,0-1-144 0,-1 1-32 0,0 1 0 16,-3 0 0-16,0-1-992 15,-1 1-208-15,-2 2-32 0,-1-1-7824 0,-1-1-1568 0</inkml:trace>
  <inkml:trace contextRef="#ctx0" brushRef="#br0" timeOffset="-151452.77">11339 8295 6447 0,'-4'0'272'0,"0"0"80"0,0 1-352 0,3 1 0 16,1-2 0-16,0 0 0 0,-1 2 1792 0,0-1 272 16,0 2 64-16,0 0 16 0,0 2 400 0,2 0 80 15,-1-5 0-15,0 0 16 0,0 0-720 0,0 0-160 16,0 0-32-16,39 21 0 0,-39-21-432 0,0 0-80 0,35 2-32 16,-35-2 0-16,0 0-464 0,39 5-80 15,-39-5-32-15,0 0 0 0,41 7-240 0,-41-7-48 16,0 0-16-16,38 12 0 0,-38-12-112 0,0 0 0 0,39 14-16 15,-39-14 0-15,0 0-176 0,0 0 192 0,45 26-192 0,-45-26 192 16,0 0-192-16,0 0 0 0,34 29 144 0,-34-29-144 16,0 0 0-16,0 0 128 0,0 0-128 0,19 37 0 15,-19-37 0-15,0 0 128 0,0 0-128 0,-4 32 0 16,0-23 192-16,-4 1-48 0,0 3 0 0,-2-1 0 16,0 0-144-16,-5 3 0 0,-2 4 0 0,-3 0 128 0,-1 0-128 0,-2 2 0 15,-4 3 0-15,-2 1-176 16,-1 2-736-1,-1 1-160-15,2-2-16 0,2-2-15248 0</inkml:trace>
  <inkml:trace contextRef="#ctx0" brushRef="#br0" timeOffset="-149682.66">11888 8362 2751 0,'0'-3'256'16,"0"-1"-256"-16,0 1 0 0,0 3 0 0,0-1 1168 0,0 0 192 15,0-2 48-15,0-2 0 0,-1-1 480 0,1-2 96 16,0 4 32-16,0-1 0 0,0 0-176 0,0 3-48 15,0-1 0-15,0 1 0 0,1 2-400 0,-1 0-96 16,0 0-16-16,0 0 0 0,0 1-192 0,0 1-64 16,0 1 0-16,0 1 0 0,0 3-288 0,0-7-64 15,0 0-16-15,0 0 0 0,1 38-272 0,-1-38-48 16,0 28-16-16,0-28 0 0,0 38-112 0,0-38-16 16,-1 40-16-16,1-40 0 0,-3 37-176 0,1-19 160 15,-1-1-160-15,1 1 160 0,0-1-160 0,1-2 0 16,-1 1 0-16,0-6 128 0,1 1-320 0,0-4-80 0,0 0-16 0,0-2 0 31,1-2-928-31,0 1-176 0,0-3-32 0,0-1-16 16,0-1-768-16,0 1-160 0</inkml:trace>
  <inkml:trace contextRef="#ctx0" brushRef="#br0" timeOffset="-149050.05">11854 8350 4607 0,'-2'-2'192'0,"1"2"64"15,0 0-256-15,1 0 0 0,0 0 0 0,0 0 0 0,0 0 1312 0,0 0 224 16,0 0 32-16,0 0 16 16,2-1 432-16,1 1 96 0,1-2 0 0,1-1 16 0,2 1-304 0,0-2-64 0,2-2-16 15,1 2 0-15,2-3-560 16,0 0-112-16,1-1-32 0,0 2 0 15,-1-1-320-15,0 2-64 0,-1 0-16 0,1 2 0 0,0 0-128 0,-1 0-48 16,-11 3 0-16,0 0 0 0,31 0-144 0,-31 0-48 16,0 0 0-16,0 0 0 0,0 0-144 0,35 14-128 15,-35-14 192-15,0 0-192 0,0 0 128 0,0 0-128 0,0 0 0 16,0 0 0-16,10 40 0 0,-13-36 128 16,-1 4-128-16,-2-4 0 0,2 4 192 0,-4-1-64 0,1 1 0 0,-2 1-128 15,-1 0 144-15,-2-2-144 0,0 3 0 16,-1-1 144-16,-1 1-144 0,0 1-144 0,0 1 144 15,-1 0-208-15,0-2-112 0,2 1 0 0,2-4-16 0,1 1 0 16,1-1 336-16,3 0-176 0,0-3 176 0,2 1-128 16,0-2 128-16,1-1 0 0,1 0 160 0,1-2-160 0,1 0 224 15,1 0-48-15,1-2-16 16,1 0 0-16,2-1 144 0,0-2 16 0,3 2 16 0,0-3 0 16,1 1 112-16,1-1 0 0,1 1 16 15,1 1 0-15,1 0-64 0,0 2-16 0,-13 2 0 0,27 0 0 16,-27 0-128-16,31 3-48 0,-31-3 0 0,0 0 0 0,46 16-208 0,-46-16 128 15,0 0-128-15,47 24 0 0,-47-24 128 0,0 0-128 16,42 21 0-16,-42-21 0 0,0 0 160 0,38 21-160 16,-38-21 160-16,0 0-160 0,0 0 144 0,35 19-144 15,-35-19 128-15,0 0-128 16,0 0 160-16,0 0-160 0,0 0 192 0,0 0-192 16,0 0 208-16,0 0-64 0,5 38-16 0,-10-33 0 0,0 0 0 0,-1 2 0 15,-3-2 0-15,-2 3 0 0,-2 0-128 0,-3 1 0 16,-2 0 144-16,-3 0-144 0,-3 2 0 15,-2 1 144-15,-1 0-144 0,-3 2 0 0,-1-2 128 0,0 0-128 16,-1 0 0-16,1-1 0 0,1-1 0 0,2-3-304 16,3-2 64-16,1-3-17584 15</inkml:trace>
  <inkml:trace contextRef="#ctx0" brushRef="#br0" timeOffset="-113363.65">12757 8374 8063 0,'-4'-2'176'0,"2"1"32"0,0 1 16 0,0 0 16 0,1 0-240 0,0 0 0 0,1 0 0 0,-1 0 0 15,-1 0 928-15,-1 1 144 0,1 1 16 0,0-2 16 16,0 2-64-16,1-2-16 0,1 1 0 0,-1 0 16 16,0 1-80-16,1-1 0 0,0 1-16 0,1 0 0 15,0-1-208-15,-1 1-32 0,2 0-16 0,1-2 16 16,0 2-272-16,1-2-48 0,0 1-16 0,2-2 0 15,1 1 16-15,2-2 0 0,1 0 0 0,1-1 0 0,0-2 192 16,2 2 48-16,1 0 0 0,2-3 0 0,-1 2-112 16,1-1-32-16,1 1 0 0,-2 0 0 15,-1 0 16-15,0 0 0 0,-14 4 0 0,26-5 16 0,-13 0-304 0,-2 1-48 16,-1 1-16-16,0 1 0 0,-2-1-144 0,0 1-256 16,-1 2 64-16,-1-2 32 15,-1 2-224-15,-1 2-32 0,-1 0-16 0,-2 1-12496 0</inkml:trace>
  <inkml:trace contextRef="#ctx0" brushRef="#br0" timeOffset="-113109.64">12783 8531 6447 0,'0'-1'272'0,"-1"-1"80"0,1 2-352 0,1-2 0 0,-1 1 0 0,1 1 0 15,0-2 1280-15,2 0 192 0,3-1 48 0,1 1 0 0,1-1 336 0,3-2 80 16,-1 2 16-16,1 0 0 0,-11 3-368 0,22-3-80 16,-12 0-16-16,-10 3 0 15,0 0-688-15,32 0-144 0,-32 0-16 0,0 0-16 16,28-2-416-16,-28 2-80 0,0 0 0 0,29-6-128 16,-20 5 0-16,1-3 0 0,-1 1-160 0,1 1 160 15,0-1-1520-15,0-2-176 0</inkml:trace>
  <inkml:trace contextRef="#ctx0" brushRef="#br0" timeOffset="-112491.02">13671 8022 1839 0,'7'-4'0'0,"-2"1"160"0,0 1-160 0,-3 0 0 16,-1 1 0-16,-1 1 0 0,1 0 656 0,-1-2 112 15,1 2 0-15,-1-2 16 0,-1 0 240 0,-3 2 32 0,-3-2 16 0,0 1 0 16,-2 1-432-16,-3 0-64 0,-1 1-32 0,-1-1 0 15,-1 2 16-15,-2-2 0 0,0 2 0 0,0-2 0 0,1 2 80 16,0-2 32-16,0 0 0 0,3 0 0 0,1-1 368 16,2 0 80-16,0-1 16 0,1-3 0 15,0 2 208-15,1 1 32 0,2-2 16 0,1 1 0 16,0-2-496-16,2 3-112 0,1-3-16 16,0 1 0-16,1 1-32 0,0 1-16 0,2-3 0 0,0 2 0 15,0 1-176-15,0 0-32 0,1 2-16 0,-1-2 0 16,1 2-176-16,-1 2-16 0,1-2-16 0,0 2 0 0,1 3-144 0,-1-2-16 15,0 1-128-15,0-1 192 0,0 4-192 0,-1-1 0 0,1 0 128 0,-1 3-128 32,-1-9 0-32,0 0 0 0,0 0 0 0,7 43 0 15,-7-43 0-15,3 30 0 0,-3-30 0 0,3 34 0 16,-3-34 0-16,1 38 0 0,-1-38 0 0,-2 49 0 0,-1-23 0 16,0 3 0-16,-1 1 0 0,1 2 0 0,-2 1 0 0,1 2-160 15,-2 3 160-15,-1 0-128 0,2-5 128 0,0-2-128 16,1 0 128-16,0-2-128 0,1-1 128 0,1-4 0 15,0 0 0-15,2-1-128 0,0 0 128 0,0 0 0 16,0-23 0-16,2 42 0 0,-2-42 0 0,5 42 0 16,-5-42 0-16,5 38 0 0,-5-38 0 0,7 31 0 15,-7-31 0-15,0 0 128 0,17 43-128 0,-17-43 0 0,0 0 0 0,20 43 0 16,-20-43 0-16,0 0 0 0,26 35 0 0,-26-35 0 16,0 0 0-16,32 31 0 0,-32-31 0 15,0 0-192 1,39 14-1232-16,-39-14-256 0</inkml:trace>
  <inkml:trace contextRef="#ctx0" brushRef="#br0" timeOffset="-111838.73">14042 8020 6447 0,'-2'-4'576'0,"1"1"-576"0,0 1 0 0,1 1 0 16,0-1 704-16,0 2 16 15,0 0 16-15,-1-1 0 0,1 0 928 0,-1-1 176 0,0 0 32 0,1 1 16 16,-2 1-224-16,0 3-32 15,0-1-16-15,-1 2 0 0,-1 1-416 0,1 3-96 0,-2 3-16 0,1 1 0 16,-2 3-384-16,0 1-96 0,1 3-16 0,-2 0 0 16,2 0-320-16,-1 0-64 0,1 2-16 0,0 1 0 0,1-3 80 0,1 0 16 15,1-1 0 1,2-18 0-16,-2 29 64 0,2-29 16 0,0 0 0 16,0 0 0-16,0 0-208 0,20 35-32 0,-20-35-128 0,0 0 192 15,29-3 0-15,-17-3 0 0,0-1 0 0,2-3 0 16,0-2 16-16,1-1 0 0,-1-2 0 0,1-1 0 15,-2-1-208-15,-1-1 0 0,0 0 0 0,-1-3 0 16,-2 3 0-16,-2 0 0 0,-2 0 0 0,-3 1-160 0,-2 2 160 16,-3 1 0-16,-2 2 0 0,-4-2 0 0,-1 2 0 0,-3 3 0 0,0 0 0 15,-1 1 0 1,1 4 0-16,-1 2 0 0,-1 2 0 0,2 2 128 0,0-1 0 0,0 2 16 0,1 2 0 16,2 0 0-16,2 2-144 0,0-1 0 15,3 2 0-15,1-1 0 16,1 1-640-16,3-2-144 0,0-6-48 0,0 0-13056 0</inkml:trace>
  <inkml:trace contextRef="#ctx0" brushRef="#br0" timeOffset="-111643.56">14258 8158 13823 0,'2'0'608'0,"-1"0"128"0,0 2-592 0,0-2-144 16,-1 0 0-16,0 0 0 0,1 2 1984 0,0 1 384 15,-1 2 64-15,1 1 0 0,-1-6-176 0,0 0-32 16,0 0-16-16,7 36 0 0,-7-36-1184 0,0 0-256 0,0 0-32 0,5 40-16 16,-5-40-496-16,0 0-96 0,0 0-128 0,0 0 176 31,13 36-640-31,-13-36-128 0,0 0-32 0,0 0-13648 0</inkml:trace>
  <inkml:trace contextRef="#ctx0" brushRef="#br0" timeOffset="-111205.62">14537 8018 9215 0,'-2'4'400'0,"1"-1"96"16,0 4-496-16,1-4 0 0,-1 1 0 0,0-1 0 0,0 0 2000 0,0 3 304 16,1-6 64-16,0 0 16 0,-1 36-688 0,1-36-144 15,0 0-16-15,0 0-16 16,0 0-976-16,0 0-192 0,23 37-32 0,-15-37-16 0,0-3 160 0,0-1 48 15,2-1 0-15,0 1 0 0,-1-3-192 0,1-2-16 16,0 1-16-16,1-2 0 0,-1 1-288 0,-1-3 0 16,-1 1 0-16,0-1 0 0,-3 1 0 0,1 0 0 15,-3 2 0-15,-1-1-144 0,-1 2 144 0,-2 0 0 16,-1 1-144-16,-2-1 144 0,0 4 0 0,-1-1 0 16,-2 0 0-16,0 3 0 0,0 0 0 0,-1 0 0 15,0 4 0-15,-1 0 0 0,1 0 0 0,0 0 160 0,-1 3 16 16,1-1 0-16,1 2 96 0,0-1 32 0,1-1 0 0,1 1 0 15,0 0-160-15,2-1-16 0,1-1-128 0,0 2 192 16,2-3 0-16,-1 3-16 0,2-2 0 0,0 1 0 16,1-2 832-16,0 3 160 0,1 0 48 0,-3-5 0 15,0 0-656-15,0 0-128 0,0 0-32 0,19 40 0 16,-19-40-976-16,0 0-208 0,12 38-48 0,-12-38 0 0,0 0 832 0,8 45 192 16,-8-45 32-16,2 31 0 15,-2-31-64-15,0 30-16 0,0-30 0 0,-2 29 0 16,1-17-144-16,0-3 0 0,0 3 0 0,-1-2 0 15,2-3-1056-15,-2 0-240 0</inkml:trace>
  <inkml:trace contextRef="#ctx0" brushRef="#br0" timeOffset="-110613.09">13727 8616 7359 0,'-2'0'656'0,"1"0"-528"0,1 0-128 0,0 0 0 0,1 0 960 0,-1-1 176 0,0 1 16 0,1 0 16 15,1-2 256-15,-1 2 48 16,3-3 16-16,2 3 0 0,0-2-192 0,2 2-32 16,1-1-16-16,1 1 0 15,-10 0-256-15,28 0-48 0,-28 0-16 0,39-1 0 16,-15-1-32-16,4 0 0 0,3 1 0 0,5-1 0 0,3-1 224 0,2 1 32 15,1-3 16-15,1-2 0 16,1 0-368-16,4 0-80 0,2 0-16 0,3 0 0 0,4 0-224 16,-1-2-48-16,2-1-16 0,-3-1 0 0,-2 0-208 0,-2 1-32 15,1 1-16-15,-1 0 0 0,0-1-160 0,-7 1 0 16,-3 0 0-16,-6 1 128 0,-2 2-128 0,-6 0 0 16,-2 4 0-16,-3-3 0 0,-22 5 0 0,35-4 0 15,-35 4-176-15,0 0-10720 16,30 2-2160-16</inkml:trace>
  <inkml:trace contextRef="#ctx0" brushRef="#br0" timeOffset="-110278.18">14406 8712 7359 0,'-3'0'656'0,"0"0"-528"16,2 0-128-16,1 0 0 0,0 0 2048 15,-1 1 368-15,0-1 80 0,-1 2 0 0,0 0 320 0,-1 1 64 16,1 1 16-16,1 1 0 0,1-5-912 0,0 0-192 15,3 32-48-15,-3-32 0 0,3 37-1104 0,-3-37-240 16,0 42-32-16,0-42-16 0,-3 41-352 0,0-21-240 16,-1 0 48-16,1-1-14912 0</inkml:trace>
  <inkml:trace contextRef="#ctx0" brushRef="#br0" timeOffset="-108567.64">15428 8532 12895 0,'3'0'1152'0,"0"0"-928"16,-1 0-224-16,-1 0 0 0,0 2 1152 0,0-2 192 16,1 1 48-16,3 2 0 0,0 1 160 0,-5-4 48 0,0 0 0 0,0 0 0 15,0 0-576-15,14 36-128 0,-14-36 0 0,-4 20-16 16,1-8-176-16,-1-2-48 0,-2 3 0 0,-1 0 0 15,0-1-416-15,0 0-96 0,-2-2-16 0,2-1 0 16,0 2-1504-16,2-5-304 0</inkml:trace>
  <inkml:trace contextRef="#ctx0" brushRef="#br0" timeOffset="-107557.61">16117 7990 3679 0,'1'-1'320'0,"-1"1"-320"16,1-2 0-16,-1 2 0 0,0 0 976 0,1-2 128 16,0 1 32-16,0-1 0 0,0 1 464 0,1-2 80 0,-1 1 32 0,0 1 0 0,0-2-112 0,-1 2-32 31,-1 1 0-31,1-1 0 0,-1 1-256 0,0 1-48 0,0-1-16 0,-1 0 0 15,1 1-368-15,-1-1-80 0,1 0-16 0,1 0 0 16,0 0-256-16,0 0-48 16,0-1-16-16,0 1 0 0,0-1-160 0,0 1-48 15,0-2 0-15,0 2 0 0,0 0 16 0,0 0 0 16,0-2 0-16,0 2 0 0,0-2-80 0,0 1 0 16,-1 1-16-16,1-2 0 0,-1 2 16 0,0 0 0 0,0 0 0 0,0 0 0 15,-1 2 0-15,0-1 0 0,0 1 0 16,0 0 0-16,0 0-192 0,0 1 192 0,-1 2-192 0,0-1 192 15,0 3-192-15,0-2 192 0,0 2-192 0,-1 2 192 16,1 0-64-16,0 2-128 0,3-11 192 0,-7 27-64 16,7-27 48-16,-5 29 0 0,2-17 0 15,1 2 0-15,1-4 16 0,0 2 0 0,1-12 0 0,0 0 0 16,0 0-192-16,0 0 128 0,0 0-128 0,0 0 128 16,0 0-128-16,22 38 0 0,-18-38 0 0,1 0 128 15,-1-2-128-15,1 0 128 0,0-1-128 0,-1 0 128 0,1-1-128 16,1-1 160-16,0-1-160 0,0 0 160 15,0-1-160-15,0-2 0 0,0 1 0 0,0-1 0 16,-1-1 0-16,0 1 0 0,-1 0 0 0,-2-1 0 16,1 0 0-16,-2 1 0 0,0-2 0 0,-2 3 0 15,0-2 0-15,-2 2 0 0,1 0 0 0,-3-2 0 0,-1 3 0 16,1-2 0-16,-1 1 0 0,1 2 0 0,0-1 0 0,1 3 0 16,-1 0 0-16,1 2 0 0,0-1 0 15,-1 3 0-15,1 0-144 0,0 0 144 0,1 1 0 0,-1 1-128 16,2 1 128-16,-1 0 0 0,2 0-384 0,1 0 16 0,0 0 16 0,0 1 0 31,0-2-1248-31,2 1-240 0,1 0-48 0,1 1-16 16,0-2-976-16,-4-2-192 0</inkml:trace>
  <inkml:trace contextRef="#ctx0" brushRef="#br0" timeOffset="-107419.18">16170 8020 7359 0,'0'0'320'0,"0"0"80"0,0 0-400 0,0 0 0 0,0 0 0 15,0 0 0-15,0 0 2048 0,0 0 320 0,0 0 64 0,0 0 0 16,17 48 416-16,-17-48 80 0,0 0 16 15,0 0 0-15,9 42-1152 0,-9-42-240 0,0 0-32 0,0 0-16 16,0 0-1040-16,12 40-208 0,-12-40-32 0,0 0-16 16,0 0-512-16,0 0-96 0,0 0-32 0,0 0-13776 15</inkml:trace>
  <inkml:trace contextRef="#ctx0" brushRef="#br0" timeOffset="-106848.64">16481 7899 2751 0,'-1'0'256'0,"0"0"-256"0,0 0 0 0,0 0 0 15,0 0 1376-15,1 1 224 0,0 1 64 0,0-2 0 0,-2 3 768 0,-1 0 176 16,0 3 16-16,0 0 16 0,1 0-512 0,0 0-96 0,0 2-32 0,1-4 0 16,1-4-816-16,0 0-160 15,0 0-48-15,0 0 0 0,0 0-592 0,0 0-128 0,19 40-32 0,-19-40 0 16,0 0-80-16,0 0-16 0,0 0 0 0,38 29 0 15,-38-29 112-15,0 0 16 16,0 0 0-16,38 31 0 0,-38-31-48 0,0 0 0 16,0 0 0-16,33 36 0 0,-33-36-32 0,0 0-16 0,0 0 0 0,0 0 0 0,26 38 32 15,-26-38 0-15,0 0 0 0,0 0 0 16,0 0 96-16,0 0 32 16,0 0 0-16,0 0 0 0,0 37-128 0,-4-34 0 15,-1-1-16-15,1 0 0 0,-2-1-176 0,1 1 0 16,-2 0 0-16,0-2 0 0,-2 0 0 0,1 0 0 0,0 0 0 15,-2 0 0-15,1 0 0 0,0-2 0 16,1 2 0-16,-1-2 0 0,3 1 0 0,-1-1 0 0,0 2 0 16,1-2 0-16,1 0-128 0,0-1 128 0,0 1 0 0,1-1 0 15,0 1 0-15,1-2 0 0,1 0 0 0,2 0 0 0,0-3 0 0,3 0 0 16,1-1 0-16,1 0 0 0,-1 0 0 0,3-1 0 16,2-3 0-16,1 0 0 0,2-3-128 0,0 1 128 0,2-1 0 0,0 0 0 31,1 0 0-31,0 1 0 0,0 0 0 0,-1 0 0 0,-2 4-144 0,1-2 144 15,-1 1 0-15,-1 1 0 0,-2 0 0 0,-1-1 0 16,0 1 0-16,-3 1 0 16,-2 1 0-16,-2-1 0 0,-2 2 0 0,-3 0 0 15,-1 0 0-15,-3 2 0 0,-2-1 0 0,-1 3 0 0,-3 0 144 16,-2 3-16-16,0 0 0 0,-2 1 0 0,1 3 32 16,-2-2 0-16,0 3 0 0,1 2 0 15,-2 1-672-15,3 1-128 0,-1 2-16 0,3 1-9504 16,2-2-1888-16</inkml:trace>
  <inkml:trace contextRef="#ctx0" brushRef="#br0" timeOffset="-105772.92">16342 8150 1839 0,'-1'0'160'0,"0"0"-160"0,0 1 0 0,0-1 0 16,1 0 1056-16,0 0 176 0,-1 2 48 0,0-2 0 0,1 2 832 0,-1 1 192 16,0-1 16-16,-2 0 16 15,1 1-176-15,0-1-48 0,0 1 0 0,-1 0 0 0,2 0-384 0,-2-2-64 16,0 3-32-16,1-1 0 15,-1-2-592-15,2 0-112 0,-1 1-32 0,0-1 0 0,0 1-464 0,0-2-112 16,1 0 0-16,-1 0-16 0,1 0-80 0,1 0-16 16,-2 0 0-16,1 0 0 15,0 0-208-15,1 0 0 0,-1-2 0 0,1 1 0 0,0-1 0 16,1 0 0-16,0-1 0 0,0 1 0 0,1-1 0 0,-1-1 0 16,2 0 0-16,0 1 0 0,0 0 0 0,0-1 0 15,1 1 0-15,0 1 0 0,0-1 0 0,-2 1 0 0,3 0 0 0,-2 2 0 16,0-2 0-16,-2 2 0 0,1 2 0 0,0-1 0 15,-1 0 0-15,-1 1 0 0,0 1 0 0,-1 2 0 16,-1-3 0-16,-1 3-128 16,1 0 128-16,-2-2 0 0,0 1-272 0,1 0 48 15,-2-1 16-15,-1-1 0 0,2 1-112 0,-1 1 0 16,0-3-16-16,0 1 0 0,0 0 336 0,1-1 0 16,-1-1-144-16,0-1 144 0,2-1 0 0,0-1 0 15,-1 1 0-15,2-1 0 0,0 0 0 0,1-1 0 16,1 0 0-16,0-1 0 0,2 0 0 0,1 0 0 15,0-1 0-15,0 0 0 0,0 0 0 0,1 0 0 16,0 2 0-16,0-3 0 0,0 4 0 0,1-1-160 0,-1 1 160 0,-1 1-128 16,2 0 128-16,-2 1 0 0,-1 1 0 0,0 0 0 15,0 1 0-15,-1 1 0 0,0 3 0 0,-1-3 0 16,0 3 0-16,-1 0 0 0,1-1 0 0,-2 2 0 16,0 0 0-16,0 1 0 0,-2-2 0 0,0 2-128 15,0-2 128-15,2-3 0 0,-2 3 0 0,0-2-128 16,1 0 128-16,-1 0 0 0,0 0 0 0,0-1 0 15,1-2 0-15,0 1 0 0,1-1 0 0,-1-1-128 16,2 1 128-16,0-2 0 0,1-1 0 0,0 1 0 16,1 0 0-16,1-3 0 0,0 2 0 0,1-1 0 15,1-1 0-15,-1-2 0 0,2 5 0 0,0-3-9024 16,1 0-1824 0</inkml:trace>
  <inkml:trace contextRef="#ctx0" brushRef="#br0" timeOffset="-105216.24">15925 8444 5519 0,'-2'-2'496'0,"0"2"-496"0,1 0 0 0,1 0 0 16,0 0 1184-16,-1-1 144 0,-1 0 16 0,0 1 16 0,-1-2 320 0,0 0 64 16,0 1 16-16,1-2 0 0,1 3-576 15,1-2-112-15,0 2-32 0,0 0 0 0,1-1-208 0,0 0-64 0,1 1 0 0,-1 0 0 16,1-2-128-16,0 2-48 16,0 0 0-16,1-2 0 0,1 1 160 15,1 1 16-15,-1-2 16 0,2-1 0 0,0 1-96 0,3 1-32 16,1-2 0-16,2 0 0 0,2 0-144 0,2 0-48 0,4 0 0 15,2-2 0-15,1 0 80 0,5 0 16 16,7-3 0-16,3-1 0 0,5 0 144 16,3 0 48-16,3 1 0 0,0-1 0 0,-2 2-288 0,2-3-48 15,1 2-16-15,0 0 0 0,0 1-400 0,-2 0 0 16,1 0 128-16,-4 2-128 0,-2-2 0 0,-5 3 0 16,-3 1 0-16,0-2 0 0,-2 3 0 0,-2 2 0 15,-3 0 0-15,-3 2 0 16,-25-2-512-16,41 3 32 0,-41-3 0 0,0 0-16064 0</inkml:trace>
  <inkml:trace contextRef="#ctx0" brushRef="#br0" timeOffset="-103580.45">16421 8575 7359 0,'-2'2'656'0,"0"-1"-528"0,1 1-128 0,1-2 0 15,-1 1 1200-15,0-1 208 0,-1 1 32 0,0 1 16 16,-2 1 464-16,0 0 112 0,1 1 16 0,2-2 0 16,-1-2-432-16,2 2-80 0,1-2 0 0,1 0-16 15,0-2-496-15,2 2-112 0,2-2-16 0,-1 0 0 16,3 0-208-16,0-1-48 0,1 1-16 0,1 1 0 15,2-1-48-15,-1 2 0 0,1 0 0 0,-1 0 0 16,-1 0-176-16,1 2-32 0,-11-2-16 0,0 0 0 0,32 8-192 0,-32-8-32 16,0 0-128-16,0 0 192 0,36 18-192 0,-36-18 0 15,0 0 0-15,0 0 0 0,0 0 0 0,0 0 0 16,35 31 0-16,-35-31 0 0,0 0 0 0,0 0 0 16,0 0 0-16,0 0 0 0,0 0 0 0,0 0 0 15,0 38 0-15,-5-31 0 0,1-1 0 0,-3 2 0 16,0 0 0-16,-2-1 0 0,0 1-192 0,0 1 64 0,0-2 128 15,0 2-208-15,1-1 16 0,1 0 16 0,0 0 0 16,2-1 0-16,0 0 176 0,1-3 0 0,1 2 0 0,1 0 0 16,0-3 0-16,2 2 0 0,1-4 0 0,1 0 0 15,0-1 0-15,2 0 0 16,2 0 128-16,-1-1-128 0,3 0 288 0,0-2-16 16,0-2 0-16,3 2 0 0,-2 0-80 0,2 0-32 0,0-2 0 0,1 1 0 15,1-1-160-15,0-1 0 0,2 2 0 16,-1-3 128-16,-1 5-384 0,0-3-96 0,0 0-16 15,1 1-9888-15,-1 1-1984 0</inkml:trace>
  <inkml:trace contextRef="#ctx0" brushRef="#br0" timeOffset="-103262.98">17586 8513 13823 0,'3'1'1216'0,"0"1"-960"16,-1 0-256-16,-2 0 0 0,0-2 1216 0,0 3 208 15,1-1 48-15,-1-2 0 0,0 0 784 0,0 0 176 16,0 0 16-16,4 43 16 0,-4-43-736 0,-8 22-128 16,3-11-48-16,-2 1 0 0,0-2-944 0,-2 1-192 0,0 1-32 0,0 1-16 31,-1-1-1008-31,0-1-192 0,2 1-32 0,0-3-13776 0</inkml:trace>
  <inkml:trace contextRef="#ctx0" brushRef="#br0" timeOffset="-102309.31">17947 7911 2751 0,'-1'-2'256'0,"1"1"-256"15,0 1 0-15,-1-1 0 0,1 1 848 0,0-1 128 16,0 1 32-16,0-2 0 0,0 0 464 0,-1-1 112 16,1-1 16-16,-1 1 0 0,1 1 32 0,0-3 16 15,1 2 0-15,-2 1 0 0,1 0-64 0,-1 0-16 0,1 2 0 0,-1-2 0 16,0 2-368-16,0 0-80 15,-1 2-16-15,1-2 0 0,-1 2-400 0,0 0-64 16,0 1-32-16,-2 2 0 0,1 1-160 0,-1 2-48 16,0 2 0-16,4-10 0 0,-9 26-96 0,9-26-32 15,-10 33 0-15,10-33 0 0,-9 40-128 0,9-40-16 16,-8 43-128-16,8-43 192 0,-7 40-64 0,7-40 0 0,0 0-128 16,-3 38 192-16,3-38-32 0,0 0-16 15,0 0 0-15,0 0 0 0,0 0 32 0,0 0 0 0,0 0 0 0,37 16 0 16,-27-22 160-16,-1-1 48 0,1-1 0 0,1-2 0 15,1-1-128-15,0-1-32 0,-2 0 0 16,-1 0 0-16,0-2-224 0,1 0 0 0,-3 0 0 0,-1-1 0 16,-3 3 0-16,0 0 0 0,-2 1 0 0,-1 1 0 0,-2 0 0 15,-1 1 0-15,-1 0 0 0,-2-1 0 16,1 1 144-16,-2 2-144 0,0-2 128 16,-1 1-128-16,2 2 256 0,-2 0-16 0,1-1-16 0,-1 2 0 15,1 0-64-15,1 3-16 0,0 2 0 0,0 0 0 0,3 2-144 0,-2 1 0 16,1 0 0-16,1 1 0 15,-1 0 0-15,1 1 0 0,0 0 0 0,2 0 0 16,-1 2-400-16,2-7 32 0,0 0 16 0,0 0-16144 16</inkml:trace>
  <inkml:trace contextRef="#ctx0" brushRef="#br0" timeOffset="-102109.77">18083 8007 11967 0,'3'-1'528'16,"0"1"112"-16,1 1-512 0,-1 0-128 15,-1 1 0-15,-2-1 0 0,2 2 1888 0,-2-3 352 16,0 0 64-16,0 0 0 0,0 0 192 0,24 46 48 0,-24-46 0 16,0 0 0-16,0 0-1264 0,14 48-240 0,-14-48-48 0,0 0-16 15,0 0-656-15,0 0-128 0,0 0-16 0,0 0-16 32,22 38-1072-32,-18-38-224 0</inkml:trace>
  <inkml:trace contextRef="#ctx0" brushRef="#br0" timeOffset="-101711.64">18366 7830 11967 0,'1'-2'528'0,"0"2"112"0,1 0-512 0,-1-1-128 0,1 1 0 0,-1 0 0 15,1 0 1936-15,1 0 368 0,3 0 64 0,2 1 0 16,4-1-688-16,1 0-144 0,1-1-16 0,1 1-16 15,1 0-736-15,0 1-160 0,-1-1-32 0,0 0 0 16,-15 0 0-16,28 5-16 0,-17-3 0 0,-2-1 0 0,-9-1-368 0,0 0-64 16,0 0 0-16,0 0-128 15,0 0 0-15,0 0 0 0,0 0 0 0,0 0 0 0,-7 38 0 16,-2-32 0-16,-3 4 0 0,-2-1 0 0,-1 1 0 0,-1 1 0 16,0-1-176-16,1 2 176 0,0-2-128 0,3-1 128 15,1 0 0-15,1 1 0 0,4-3 0 0,-1-1 0 16,3 0 0-16,1-1 0 0,1 1 192 0,1-3-64 15,2 2-128-15,2-3 192 0,-3-2 144 0,0 0 32 16,0 0 0-16,0 0 0 0,0 0 64 0,37 26 16 16,-37-26 0-16,0 0 0 0,0 0-256 0,39 24-64 15,-39-24 0-15,0 0 0 0,0 0-128 0,35 24 192 16,-35-24-192-16,0 0 192 0,0 0-192 0,0 0 192 16,27 30-192-16,-27-30 192 0,0 0-32 0,0 0 0 0,0 0 0 15,0 0 0-15,-9 31-160 0,2-26 128 0,-1 2-128 16,-1-1 128-16,-1 0-128 0,-2 0-192 0,-2 0 32 15,-3 1-10272-15,-2 0-2048 0</inkml:trace>
  <inkml:trace contextRef="#ctx0" brushRef="#br0" timeOffset="-101397.78">17659 8424 8063 0,'-1'-1'176'0,"0"1"32"0,1-2 16 0,1 2 0 16,0-2-224-16,1 1 0 0,0 1 0 0,0-2 0 0,5 0 1984 0,1-1 336 15,3-2 80-15,4 1 16 16,2-1-448-16,2-2-96 0,3 2-16 0,3 0 0 0,2 1-304 0,1-1-64 16,3 2-16-16,1 0 0 0,4 0-160 0,1 0-32 15,1-2-16-15,4 2 0 16,3-1-432-16,1-1-64 0,2 3-32 0,-1-2 0 0,2 1-352 0,2-2-80 15,1-1-16-15,0 0 0 0,-2-1-288 0,0-1 0 16,-2 0 0-16,-2-1 0 0,-5 1 0 0,-2-3 0 16,-1 3 0-16,-4-1 0 0,-3-1-176 0,-4 6 16 0,-2-1 0 15,-5 0 0 1,-4 3-864-16,-6 2-160 0,-3 0-32 0,-6 0-13696 0</inkml:trace>
  <inkml:trace contextRef="#ctx0" brushRef="#br0" timeOffset="-100873.68">18278 8487 2751 0,'0'0'256'0,"0"0"-256"0,0 0 0 0,0 0 0 0,0 0 1856 0,0 0 336 16,0 0 64-16,0 0 16 0,1 1 32 0,0 1 0 15,0 0 0-15,1-2 0 0,2 2-704 16,-1-2-128-16,3 2-16 0,1-1-16 16,0-1-272-16,1 0-48 0,3 0-16 0,1 0 0 0,0 0-400 0,1 0-64 15,-1-1-32-15,1 2 0 16,-2-1-224-16,0 2-64 0,-1-1 0 0,-10-1 0 0,0 0-320 0,27 8 0 16,-27-8 0-16,0 0 128 15,0 0-128-15,0 0 0 0,0 0-128 0,0 0 128 0,0 0-384 0,-1 39 0 16,-5-32 0-16,-2-3 0 15,0 4-384-15,-1-4-64 0,1 3 0 0,-1-2-16 0,0 2 464 0,-1-1 80 0,1 0 32 16,1-1 0-16,1-1 272 0,2 1-128 0,0 0 128 0,2-1 0 16,0-1 0-16,3 0 0 0,1-1 0 0,2 0 144 15,1-2 320-15,0 2 64 16,2-2 16-16,1 0 0 0,0 0 48 0,1 1 16 0,1 1 0 0,0-2 0 16,-9 0-240-16,0 0-48 15,30 7-16-15,-30-7 0 0,0 0-48 0,0 0 0 16,36 16 0-16,-36-16 0 0,0 0-256 0,0 0 160 15,0 0-160-15,0 0 128 0,0 0-128 0,28 34 0 16,-29-29 0-16,-2 2 0 0,-1-2 0 0,-1 2 0 0,-1-1 128 0,-2 2-128 16,-1-1 0-16,0 2 0 0,-3 1 0 0,0-3 0 15,-1 2 0-15,0-1-192 0,-1 1 64 0,-1 0 128 16,-1 0-208-16,0-1 80 0,1-1 128 0,0-2-208 31,2 0-240-31,1-3-64 0,2 0 0 0,1-4-13152 0</inkml:trace>
  <inkml:trace contextRef="#ctx0" brushRef="#br0" timeOffset="-100328.39">18792 7920 5519 0,'-3'-3'240'0,"2"2"64"0,1-1-304 0,0 2 0 16,0 0 0-16,0 0 0 0,1-2 1152 0,0 2 192 16,1-1 16-16,2 1 16 0,1-2 272 0,1 1 48 0,1 0 16 0,3 0 0 15,0 1-368-15,0 0-80 16,2 0-16-16,0 0 0 0,1 1-352 0,2-1-80 15,-1 1-16-15,2-1 0 0,-1 0-112 0,0 0-32 16,1 1 0-16,-1-1 0 0,0-1-208 0,-2 1-32 16,0-1-16-16,-3 1 0 0,-1 0-144 0,0 0-48 0,-2 0 0 0,-1 1 0 15,-2 0 80-15,0 1 16 0,-2 1 0 16,-1-1 0-16,0 0-64 0,0 1-16 0,-2 1 0 0,0 0 0 0,0 0 160 0,0 1 48 16,-1 1 0-16,0-1 0 0,1 1-176 15,1-6-48-15,0 0 0 0,0 0 0 16,0 0-80-16,-3 42 0 0,3-42-128 0,0 0 192 0,5 45-32 0,-5-45-16 15,5 38 0-15,-5-38 0 16,4 47-144-16,-4-47 128 0,5 57-128 0,-5-57 128 0,5 59 64 16,-5-59 16-16,4 73 0 0,-1-32 0 0,-1 2 112 0,0-2 32 15,-1-2 0-15,-2 1 0 16,0-4 64-16,-1 0 16 0,2-36 0 0,-6 64 0 16,6-64-176-16,-8 56-16 0,8-56-16 0,-11 43 0 0,11-43-32 0,-15 35 0 15,5-22 0-15,-3 1 0 0,0-3 128 0,-2-1 0 16,-2 2 16-16,-3-4 0 0,-2 0-336 0,-6-2 128 15,-3-2-128-15,-5 3-17856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10-23T22:53:19.872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2398 9784 4607 0,'-1'0'400'0,"0"0"-400"0,1 2 0 0,-1-2 0 15,0 0 832-15,0 0 96 0,0 3 16 0,-2-1 0 16,-1 1 192-16,0-1 32 0,0 1 16 0,1 1 0 16,0-1-80-16,1-1-16 0,0 0 0 0,1 0 0 15,-1 1-288-15,1 0-64 0,1-1-16 0,1-1 0 16,0 0-96-16,0 1-32 0,1-2 0 0,0 0 0 16,-1 1-32-16,3-1-16 0,-1-1 0 0,2 1 0 15,0-2 48-15,2 0 16 0,0-1 0 0,1 1 0 16,2-3 128-16,0 3 32 0,1-5 0 0,1 2 0 15,0 0-192-15,1-2-16 0,1 2-16 0,-1 0 0 0,-1 1-16 16,0-1 0-16,1 0 0 0,0 1 0 0,-13 4-256 16,24-5-48-16,-24 5-16 0,24-6 0 0,-24 6-80 15,0 0-128-15,31-6 176 0,-24 4-176 0,1 0 128 0,-4 1-128 16,0 0 0-16,0 0 0 0,-2 1 0 0,-1 0 0 16,0 0 0-16,-1-2 0 0,0 2 0 0,0 0 0 15,-1 0 0-15,-1 2 0 16,0-2-544-16,-2 1-112 0,0 0-32 0,0 0-8608 15,-2 3-1728-15</inkml:trace>
  <inkml:trace contextRef="#ctx0" brushRef="#br0" timeOffset="246.79">2547 9766 3967 0,'-2'0'176'0,"0"0"32"0,1 0-208 0,0 0 0 0,0 0 0 0,0 0 0 16,1 0 1040-16,-1 0 176 0,-1 0 16 0,1 2 16 15,-1-2 128-15,-1 2 32 0,1-2 0 0,0 2 0 16,1-2-336-16,0 2-64 0,0 1-16 0,0 0 0 15,0 1-352-15,0 1-80 0,1 0-16 0,-1 0 0 16,0 2-160-16,1-1-48 0,-1 4 0 0,1 2 0 16,0 0-48-16,0 0-16 0,0 3 0 0,0 1 0 0,-1 3-112 0,1-1-32 15,-1 1 0-15,1 0 0 16,-1 3-128-16,0-4 160 0,-1 2-160 0,2-2 160 16,-1 0-160-16,-1-2 128 0,1 0-128 0,1-4 128 0,0 0-128 0,0-2 128 15,0-1-128-15,1-2 128 16,0 0-128-16,1-2 0 0,-2-5 0 0,2 2 0 15,0-2-464-15,-1-2-32 0</inkml:trace>
  <inkml:trace contextRef="#ctx0" brushRef="#br0" timeOffset="487.56">2501 10024 4607 0,'-1'-2'400'0,"0"1"-400"0,0 1 0 0,1 0 0 15,0 0 1376-15,0 0 192 16,-1 0 32-16,0-2 16 0,0 0 368 0,1 1 64 0,2-1 0 0,-1 0 16 15,4 0-128-15,0-1-16 0,2 0-16 0,1 0 0 16,-8 3-272-16,20-8-48 0,-20 8-16 0,22-9 0 16,-22 9-672-16,25-10-128 15,-25 10-16-15,25-11-16 0,-25 11-416 0,24-11-64 16,-11 5-32-16,-1 0 0 0,1 0-224 0,-2-2 0 0,-1 1 0 0,0 0 0 0,-1 0 0 0,1 0 0 16,-2 0 0-16,0 0 0 15,0 0-288-15,-2 2 48 0,0 1 16 16,-2 1-14496-16</inkml:trace>
  <inkml:trace contextRef="#ctx0" brushRef="#br0" timeOffset="706.07">2855 9791 4607 0,'2'-2'400'0,"0"-1"-400"15,1 1 0-15,-1 2 0 0,-1 0 1264 0,0 0 160 16,1 0 48-16,0 0 0 0,2-1 560 0,3 1 112 15,-7 0 32-15,0 0 0 0,0 0-1088 0,0 0-224 0,38 1-32 0,-38-1-16 16,0 0-688-16,0 0-128 16,0 0 0-16,0 0 0 15,0 0-464-15,0 0-48 0,36 0-16 0,-34 0-8096 0</inkml:trace>
  <inkml:trace contextRef="#ctx0" brushRef="#br0" timeOffset="870.51">2910 9853 2751 0,'-1'0'128'0,"0"2"16"0,0-2-144 0,1 3 0 16,0-1 0-16,0-2 0 0,-1 2 944 0,1 1 144 0,-1 4 48 0,-1 3 0 15,2 2 656-15,-1 2 144 16,0 0 32-16,-1 0 0 0,1-2-512 0,0 2-112 0,0-2 0 16,0-3-16-16,1 1-752 0,1-3-160 0,0 0-32 0,1-4 0 0,1 1-384 0,0-4 0 0,0 0 0 15,2-2-8912 1</inkml:trace>
  <inkml:trace contextRef="#ctx0" brushRef="#br0" timeOffset="1086.63">3108 9775 7359 0,'1'2'320'0,"-1"-2"80"0,0 2-400 0,0 1 0 0,0-2 0 0,0 2 0 15,-1 0 1392-15,1 4 192 0,-2 3 32 0,0 5 16 16,0 5 96-16,-2 1 0 0,1 3 16 0,-2-2 0 15,2-1-496-15,0-1-96 0,0-5-32 0,2-1 0 16,0-4-320-16,0-5-64 0,2 0-16 0,1-3 0 0,0-1-592 0,1-2-128 16,-1-3 0-16,1-1 0 0,2 0-192 0,-2-5 32 15,3 0 0-15,-1-3 0 16,0 0-2144-16,1-1-448 0,-1 0-64 0,1 0-5648 16</inkml:trace>
  <inkml:trace contextRef="#ctx0" brushRef="#br0" timeOffset="1261.52">3151 9846 3679 0,'11'-36'160'0,"-10"34"32"0,-1 2-192 0,0 0 0 16,1-2 0-16,-1 0 0 0,2-1 1504 0,0 0 256 0,1-1 48 15,1-1 16-15,0 0 128 0,0 4 32 0,-1 1 0 0,-1 1 0 16,2 1-464-16,-1 4-96 0,-3-6-16 0,0 0 0 16,0 0-576-16,12 35-128 0,-12-35-32 0,6 24 0 15,-6-24-224-15,4 26-32 16,-3-14-16-16,0 1 0 0,0-1-64 0,-1 0-16 16,0-1 0-16,0 0 0 0,0-4-160 0,0 0-32 0,1 0-128 0,-1-2 192 15,0-3-192-15,1 0 0 0,0 1 128 0,0-3-128 16,0 0 0-16,0-2 0 0,2-1 0 0,0-1-12480 15</inkml:trace>
  <inkml:trace contextRef="#ctx0" brushRef="#br0" timeOffset="1899.04">3417 9799 911 0,'3'2'0'0,"-1"0"0"0,1-1 0 0,-1 1 0 16,0-2 2304-16,-1 2 368 0,0-2 80 0,2 2 0 0,2 0-64 0,0 1 0 0,-5-3-16 0,0 0 0 16,0 0-1088-16,0 0-224 0,0 0-32 0,38 0-16 15,-33-3-352-15,0 0-64 0,0 0 0 0,1-4-16 16,-1 2-304-16,1-2-48 0,0 2-16 0,-2-2 0 16,0 3-272-16,-1-2-64 0,0-1-16 0,0 0 0 15,0 0-160-15,-2-1 128 16,0 2-128-16,-1-2 128 0,-1 4-128 0,-1-1 128 0,-1 0-128 0,0 1 128 15,-2 1-128-15,-1 3 0 16,0 0 0-16,-1 0 128 0,1 3-128 0,-3 0 0 16,1 3 0-16,0 0 0 0,-1 2 0 0,1 0 0 0,2 1 0 15,0-4 0-15,1 3 0 0,1 0 0 0,0 1 0 16,1 1 0-16,1 0 0 0,1 2 0 0,1-1 0 0,1 1 0 16,-1-2 0-16,0-10 128 0,6 26-128 0,-6-26 128 0,0 0 240 0,13 37 32 15,-13-37 16-15,0 0 0 16,0 0-96-16,0 0 0 0,0 0-16 0,34 29 0 0,-34-29-304 0,0 0 128 0,20-5-128 15,-15-1 0-15,2 0 128 0,-1-2-128 0,1 0 0 0,0-4 0 16,1 0 0-16,-1-2 0 16,0-2 0-16,0 1 0 0,-1 1 0 0,1-2 0 0,-1 0-144 15,2-4 144-15,-1 1-160 0,-1-3 160 0,-1 2-192 16,-1 0 192 0,-1 1-192-16,-2-1 192 0,-1 0-192 0,-1 1 192 0,-1-2 0 0,-3 0 0 0,1 0 0 0,-3 1 0 15,3 3 0-15,-2 1 0 16,0-1 0-16,0 1 0 0,0 2 0 0,2 1 0 0,0 2 0 0,1 2 144 15,1 3-144-15,1 2 0 16,1 1 0-16,0 1 128 16,1 4 16-16,0 1 0 0,1 2 0 0,1 4 0 0,-3-9 336 15,0 0 64-15,15 43 16 0,-15-43 0 0,15 45-352 0,-15-45-64 16,15 54-16-16,-7-26 0 0,-1 4-128 0,1-2 0 16,-3 4 0-16,0 3 0 0,-1-1 0 0,-1-3 0 15,1 0 128-15,1-2-128 0,-1-3 0 0,1-4 0 16,-5-24 0-16,10 40 0 0,-10-40 0 0,0 0 0 15,17 34 0-15,-17-34 0 16,0 0-704-16,0 0-80 0</inkml:trace>
  <inkml:trace contextRef="#ctx0" brushRef="#br0" timeOffset="2729.05">3111 9803 5519 0,'0'0'496'0,"0"0"-496"15,0 0 0-15,0 0 0 0,0 0 1152 0,-1 1 128 16,1 1 16-16,-2 0 16 0,0 0 272 15,-1 0 48-15,1-1 16 0,0 1 0 16,1 0-96-16,-1-2-16 0,1 0 0 0,0-2 0 16,0 2-576-16,1-2-128 0,0 1-32 0,0-1 0 0,1 0-416 0,0 0-64 15,0-1-32-15,1 0 0 0,-2 2-64 0,2 0-16 16,-1 1 0-16,0 1 0 0,0 3 32 0,-1-1 0 16,1 1 0-16,-1 1 0 0,0 2-112 0,-1 1 0 0,1 3-128 0,-1-1 192 15,0 2-192-15,-1 1 144 16,1-1-144-16,0-1 128 0,-1 0-128 0,0 1 0 0,1-3 0 0,-1-2 0 15,1 1 0-15,1-4 0 0,0 1 144 0,0-3-144 16,1 1 144-16,0-3-144 0,0 0 192 0,0 0-192 16,0-2 256-16,0-1-48 0,0 1-16 0,0-1 0 15,-1 1-64-15,1-3 0 16,-1 2-128-16,0-1 192 0,0 0-192 0,0 1 128 16,-1-2-128-16,1 1 0 0,0 1 128 0,0-2-128 0,0-1 0 15,0 0 0-15,0 2 128 0,1-3-128 16,-1 2 0-16,1 0 0 0,0 0 0 0,1-1 0 15,1-2 0-15,0 3 0 0,-1-2 144 0,0 1-144 0,3 0 128 0,0-1-128 0,-1 2 256 0,2-2-16 16,0 2-16-16,1 1 0 16,0-1 352-16,1 1 64 0,-1 3 0 15,-1 1 16-15,1 2-368 0,-1 1-80 16,-6-3-16-16,0 0 0 0,0 0-192 0,0 0 0 16,0 0 0-16,27 36 0 0,-27-36 0 0,0 0 0 15,6 26 0-15,-5-17-10128 0,0-1-1904 16</inkml:trace>
  <inkml:trace contextRef="#ctx0" brushRef="#br0" timeOffset="3494.44">4253 9547 11055 0,'1'-5'976'0,"-1"3"-784"0,1 0-192 0,-1 0 0 0,1 1 1248 16,-1-1 208-16,1-1 32 0,1-4 16 0,0 0 544 0,-1 1 96 16,1 1 32-16,-2 2 0 0,1 3-624 0,-1 0-112 0,-1 2-32 0,1 1 0 15,-1 4-672-15,0-2-144 0,0 4-16 0,1 3-16 16,-1 1-256-16,1 2-48 15,0 2-16-15,1 2 0 0,-1-2-240 0,-1 2 144 0,1 0-144 16,0 2 128-16,-2-2-128 0,1 0 0 0,1-1 0 16,0-1 128-16,0-2-128 0,2-1 128 15,0-2-128-15,-2-12 128 0,0 0 32 0,0 0 0 16,0 0 0-16,0 0 0 0,26 35-160 0,-21-34 0 16,2-1 0-16,-2-1 0 0,2-1 0 0,-2-1 0 15,1 1 0-15,-2 1 0 0,1-3-208 0,0-1 16 16,-1 1 16-16,0-1-9584 15,0 0-1920-15</inkml:trace>
  <inkml:trace contextRef="#ctx0" brushRef="#br0" timeOffset="3734.45">4219 9694 2127 0,'-14'0'0'0,"6"0"0"0,-1 0 0 0,3 0 192 0,2 0-192 0,0 2 0 0,1-1 0 0,-4 3 0 15,-3 1 1536-15,-1 2 288 0,1 0 48 0,1 3 16 16,5-1 240-16,3-2 48 0,2 1 16 0,-1-8 0 0,0 0-400 0,0 0-96 15,0 0-16-15,39 23 0 0,-39-23-80 0,0 0 0 16,48-3-16-16,-31-1 0 16,3-1-560-16,-1-4-96 0,4-1-32 0,-1-3 0 15,0 0-368-15,0-1-80 0,1 0 0 0,-3 2-16 0,-1 0-304 16,2 0-128-16,-3 0 128 0,0 0-128 0,0 1 0 0,-3 2 0 16,-1 1 0-16,-1 1 0 15,-1-2-640-15,-2 1-96 0,-2 2-32 0,-1 0-13328 16</inkml:trace>
  <inkml:trace contextRef="#ctx0" brushRef="#br0" timeOffset="4286.12">4560 9469 6447 0,'-3'-7'272'0,"1"4"80"0,2-2-352 0,-1 2 0 0,0 2 0 15,1-1 0-15,0 2 1472 0,-1-3 240 0,0 0 32 0,-1 1 16 16,1 0 128-16,1 0 32 0,-1 4 0 0,0-1 0 16,1 2-336-16,-1 3-64 0,0 0-16 0,1 4 0 15,0 3-256-15,1 2-48 0,0 2-16 0,0 2 0 16,1 5-528-16,0-2-96 0,0 1-32 0,0-2 0 15,-2-1-128-15,0-20-16 16,4 37-16-16,-4-37 0 0,6 32 16 0,-6-32 0 0,0 0 0 16,11 35 0-16,-11-35-240 0,0 0-144 0,0 0 192 0,0 0-192 15,0 0 0-15,0 0 0 0,41 11 0 0,-33-18 0 16,1 1 0-16,0-2 0 0,0-2 0 0,-1 1 0 16,2-2-128-16,-2 1 128 0,0-1-208 15,-1 0 80 1,-1 4-320-16,0-1-48 0,-2 2-16 0,1 1 0 0,-1 3 272 0,-1-2 48 0,0 4 16 0,-1 2 0 15,0 0 176-15,-1 0 0 0,0 3 0 0,0 0 0 0,-1 2 0 0,1 2 0 16,0 1 0-16,0-1 0 16,0 1 0-16,1-1 128 0,-2-9-128 0,0 0 0 0,10 29 896 15,-10-29 128-15,0 0 0 0,0 0 16 16,0 0-1632-16,32 29-336 0,-32-29-64 0,0 0-16 0,0 0 816 0,47 4 192 0,-47-4 0 0,27-7 0 16,-27 7 0-16,29-10 0 0,-10 3 192 0,1-4-192 15,-3 3 224-15,0-1-64 16,-1-2-16-16,0 0 0 0,-2 2-144 0,-2-3 160 0,-1 3-160 15,-1-1 160-15,-1 3-160 0,-1-2 0 0,-3 1 0 0,0-1 0 16,-3 2 0-16,-2-1 0 0,-1 0 0 0,-3 0 0 0,-1 3 0 16,-1-3 0-16,-1 2 0 0,-2 1 0 0,1 1 0 15,-1 4 0 1,-1 2 144-16,1 0-144 0,1 4 0 0,-1 2 144 0,2 2-144 0,0 2 0 16,0-2 0-16,1 4 0 0,1 0 0 0,0 0 0 0,2 2 0 0,3-1 0 15,0 2 0-15,0-17 0 16,4 28 0-16,-4-28 0 15,0 0 0-15,0 0 0 0,22 36 0 0,-22-36 128 0,0 0-128 0,0 0 160 0,38 14-160 0,-38-14 0 16,0 0 0-16,34-4-9888 16,-34 4-1936-16</inkml:trace>
  <inkml:trace contextRef="#ctx0" brushRef="#br0" timeOffset="7168.93">6696 9459 11055 0,'1'-2'976'0,"-1"-1"-784"15,0 3-192-15,0-2 0 0,0 2 1488 0,0-2 256 16,0 0 48-16,0-3 16 0,0 1 240 0,0-1 32 15,-1 2 16-15,1 1 0 0,-2 1-544 0,1 1-96 16,-1 3-32-16,0-1 0 0,0 3-512 0,-1-2-96 0,0 6-32 0,-1-2 0 16,1 3-448-16,-1 3-80 15,1 0-32-15,0 3 0 0,1 1-224 0,-1-1 176 16,0 3-176-16,1-1 160 0,2-18-160 0,0 29 0 0,0-29 0 16,0 0 128-16,8 30-128 0,-8-30 0 0,0 0 0 15,0 0 0-15,0 0 0 0,0 0 0 0,0 0 0 16,41-1 0-16,-31-6 0 0,0-3 0 0,0-2-160 15,1-2 160 1,1 0-1088-16,0-2-128 0,-2-1-32 0,2 1 0 16,-2 0-1984-16,0 1-400 0,-1 0-80 0,-1 1 0 0,-3 3 1776 0,0 1 352 15,-1 0 80-15,-3 3 16 0,1 0 1216 0,-1 3 272 0,-1 1 0 16,-1 0 0-16,1 3 1296 0,-2 3 240 0,1 0 64 0,-2 3 0 0,0 0-128 0,0 3 0 16,0 2-16-16,0 2 0 15,0 3-208-15,0 1-32 0,0 2-16 0,2 3 0 16,-1-1-432-16,2-21-64 0,1 37-32 0,-1-37 0 15,0 0-112-15,7 38-32 0,-7-38 0 0,0 0 0 0,0 0-368 0,0 0-160 16,0 0 128-16,39 17-9168 16,-32-20-1840-16</inkml:trace>
  <inkml:trace contextRef="#ctx0" brushRef="#br0" timeOffset="7518.23">6951 9390 7359 0,'1'0'656'0,"0"0"-528"16,0 0-128-16,0 0 0 0,0-2 1392 0,0 2 240 0,3 0 48 0,2-1 16 16,1 0-288-16,3-1-64 0,-10 2-16 0,0 0 0 15,37-3-432-15,-37 3-96 0,0 0-16 0,38 3 0 16,-38-3-48-16,0 0-16 0,0 0 0 0,41 9 0 16,-41-9-272-16,0 0-48 0,0 0-16 0,0 0 0 15,0 0 0-15,33 31 0 16,-33-31 0-16,0 0 0 0,-1 26-128 0,-2-17-16 0,-1 1-16 0,-2 2 0 15,-1 0 80-15,0 1 16 0,0 0 0 0,-2-1 0 16,2 2 16-16,-2 0 16 0,1-2 0 16,1 0 0-16,0-1-160 0,2 0-16 0,2-2-16 0,1 0 0 15,1-2-16-15,1-7 0 0,0 0 0 0,0 0 0 16,0 0 96-16,0 0 16 0,0 0 0 0,0 0 0 16,34 21-256-16,-34-21 0 0,0 0 0 0,29-4 0 15,-29 4 0-15,20-4 0 0,-20 4 0 0,20-6 0 16,-11 1 0-16,0 1-192 0,-1-1 192 0,-2 0-208 15,1 1-1904 1,-2-1-384-16,0 0-80 0,-2 0-8704 0</inkml:trace>
  <inkml:trace contextRef="#ctx0" brushRef="#br0" timeOffset="7734.87">6951 9554 5519 0,'-7'2'496'0,"3"-2"-496"15,1 0 0-15,3 0 0 0,0 0 1472 0,-1 0 192 0,-1 1 32 16,-1-1 16-16,2-1 1104 0,1-1 240 0,3 1 32 0,4-3 16 15,2 0-640-15,2 0-128 0,3-1-32 0,1 0 0 16,2 0-1328-16,0 0-272 0,3-1-48 16,1 0-16-16,0-1-336 0,1 2-80 15,-3-2-16-15,1 2 0 0,-2 0-48 0,1 1-16 0,0-1 0 0,-2 0 0 16,-17 5-144-16,31-9 0 0,-18 4 0 0,-3 1 0 16,-2 1-432-16,-1-2-16 0,-1 1 0 0,-1-1 0 15,-2 0-2176-15,0 1-448 0,-2 1-96 0,-1-2-8320 16</inkml:trace>
  <inkml:trace contextRef="#ctx0" brushRef="#br0" timeOffset="8288.89">7275 9381 3679 0,'0'0'320'0,"0"0"-320"0,1 0 0 0,-1 0 0 15,0-2 1824-15,1 1 288 0,2-2 64 0,0 0 16 0,3-2 672 0,0 0 128 16,2 1 16-16,0 1 16 0,0-2-832 0,0 4-160 16,0 0-48-16,0-1 0 0,-8 2-512 0,0 0-128 15,0 0 0-15,36 2-16 16,-36-2-624-16,0 0-128 0,0 0-32 0,0 0 0 15,37 12-144-15,-37-12-16 0,0 0-16 0,0 0 0 16,0 0-96-16,0 0-16 0,0 0 0 0,13 38 0 16,-16-28-128-16,-1 2-128 0,-1 1 192 0,-3 2-192 15,1-1 128-15,-2 0-128 0,1-1 0 0,0 0 0 0,0 0 160 16,3-1-160-16,0-3 128 0,4-1-128 0,-1 0 128 16,3-4-128-16,0-1 128 0,-1-3-128 0,0 0 128 0,0 0-128 0,0 0 128 15,0 0-128 1,34-3 0-16,-25 1 0 0,-1-2 0 0,-8 4 0 0,20-8 0 0,-11 6 0 15,-1-3 0-15,1 1 0 0,1 0 0 0,-2 0 0 0,0 2 0 16,-1-3 0-16,-1 3 0 0,-2-3-144 16,0 2 144-16,-2 1 0 15,0-2-848-15,-2 1-64 0,0 3-16 0,-1-2 0 0,-1 0-1008 0,-1 1-208 16,-1 1-32-16,-2 0-16 16,-2 3-112-16,-1-3 0 0,-1 0-16 0,0 0 0 15,-1 0 592-15,-3 2 128 0,-4-2 32 0,-4 1 0 16,-3 3 224-16,-1-1 32 0,2-1 16 0,0 1 0 0,3 1-544 0,3-3-96 0,3 0-32 15,4 1 0-15,2-1 2912 0,2-1 576 0,2 0 112 0,2-1 32 16,3 1 1136-16,1-2 224 0,3 2 48 16,2-2 16-16,-6 2 80 0,17-5 16 0,-7 0 0 15,3 1 0-15,1-3-896 0,1 2-176 0,-1 0-48 16,2-1 0-16,3-2-1296 0,2-1-272 0,0 1-48 0,-1-1-16 16,-2 2-288-16,3-1-144 0,0-1 160 15,1 0-160-15,-1-1 0 0,-2 3 0 16,-1-2 0-16,-2 1 0 0,2 1-208 0,-2 0-48 15,-2 0 0-15,-1 0 0 0,-3 0-2400 16,-2 2-480-16,-2 1-112 0,-2 1-10912 16</inkml:trace>
  <inkml:trace contextRef="#ctx0" brushRef="#br0" timeOffset="8432.29">7637 9308 11679 0,'5'0'256'0,"-1"-2"48"0,-1 1 16 0,0-1 16 0,-1 2-336 0,0 0 0 0,1 0 0 0,0-2 0 0,4 1 2192 0,1 1 368 15,2-2 80-15,-10 2 16 0,0 0-1824 0,29-2-352 16,-22 2-80-16,0-2-16 0,-1 4-384 0,-1-2-320 16,-1 1 48-16,0 0 16 15,-3 1-1408-15,1 1-288 0,-1-1-48 0,-3 3-5632 0</inkml:trace>
  <inkml:trace contextRef="#ctx0" brushRef="#br0" timeOffset="8565.41">7698 9376 911 0,'-5'8'0'0,"3"-4"0"0,1-2 0 0,0 1 0 0,1-3 1664 0,-1 2 256 0,1 1 64 15,-1 1 0-15,-1 7 784 0,2 2 176 16,0-13 16-16,-2 28 16 0,2-28-320 0,2 29-64 0,-2-29-16 0,0 0 0 16,0 0-1152-16,12 35-224 0,-12-35-48 0,0 0-16 0,0 0-960 15,0 0-176-15,0 0 0 0,0 0-14272 16</inkml:trace>
  <inkml:trace contextRef="#ctx0" brushRef="#br0" timeOffset="25543.12">7969 9201 8287 0,'1'-7'736'0,"0"2"-592"16,0 0-144-16,-1 4 0 0,0 0 1216 0,-1-3 192 15,1-2 64-15,-2-3 0 0,1 0 672 0,-1-1 144 16,-2-2 16-16,-1 6 16 0,1 2-304 0,-1 0-64 15,0 4-16-15,1 0 0 0,0 1-848 0,0 2-160 0,1 1-32 16,0 2-16-16,0 2-432 0,1 1-64 0,0 3-32 0,0 4 0 16,2-16-160-16,-1 33-48 0,1-33 0 0,0 40 0 15,0-40-144-15,3 43 0 0,-3-43 0 0,4 50 0 16,-1-21 0-16,0-1 0 0,0 3 0 0,-1 2 0 16,2-2 0-16,-2 2 0 0,0 1 128 0,1-4-128 15,-3-30 0-15,5 48 0 0,-5-48 0 0,4 32 0 16,-4-32 0-16,0 0 0 0,4 34 0 0,-4-34 0 15,0 0 0-15,0 0 0 0,0 0 0 0,0 0 0 16,0 0-256-16,-4 19-144 0,3-22-32 0,-2 1 0 16,1-3-1808-16,0 0-352 0</inkml:trace>
  <inkml:trace contextRef="#ctx0" brushRef="#br0" timeOffset="25750.07">7847 9407 11055 0,'-2'-5'480'0,"1"3"112"0,1-2-464 0,0 3-128 15,1-1 0-15,-1 2 0 0,1 0 1584 0,1-2 288 16,1 1 64-16,-1 1 16 0,3-2 368 0,0 1 80 16,0 0 16-16,2 1 0 0,-1 0-880 0,1-2-192 15,0 0-16-15,1 1-16 0,2-4-640 0,0 3-128 16,1-3-32-16,0 0 0 0,0-1-192 0,0 0-64 16,2 0 0-16,-1-2 0 0,1-1-256 0,-1 2 0 15,-1-1 0-15,0 0 0 16,0 0-864-16,0 1-128 0,-1 0-32 0,0 0-13120 15</inkml:trace>
  <inkml:trace contextRef="#ctx0" brushRef="#br0" timeOffset="25937.95">8131 9244 5519 0,'1'-2'496'0,"1"1"-496"15,0 1 0-15,-1 0 0 16,0 0 1632-16,1 0 224 0,1 0 64 0,2 0 0 0,2-2-64 0,0 2 0 15,-7 0 0-15,0 0 0 0,0 0-1216 0,28 0-240 16,-22 0-48-16,-1 0-16 16,0 2-592-16,-2-2-112 0,1 3-16 0,0-3-8256 0</inkml:trace>
  <inkml:trace contextRef="#ctx0" brushRef="#br0" timeOffset="26096.28">8187 9341 6847 0,'-2'2'144'16,"1"1"48"-16,0-3 0 0,1 2 0 0,0-2-192 0,0 0 0 0,0 2 0 0,-1 3 0 0,-1 0 2176 0,0 2 416 16,1 0 80-16,0 0 16 0,0 2-576 0,0 1-96 15,1-10-32-15,-1 24 0 0,1-24-720 0,0 24-160 16,0-24-16-16,0 0-16 0,3 38-672 0,-3-38-128 0,0 0-16 0,0 0-16 16,7 32-1136-16,-7-32-240 15</inkml:trace>
  <inkml:trace contextRef="#ctx0" brushRef="#br0" timeOffset="32290.21">6124 9590 7359 0,'-4'-2'656'0,"2"2"-528"0,1 0-128 0,0 0 0 0,1 0 1536 0,-1 0 256 15,1 0 64-15,0-1 16 0,0 1 752 0,-1-2 128 16,1 2 48-16,0-3 0 0,1 3-624 0,-1-2-128 0,0 1-32 16,1-2 0-16,-1 0-672 0,1-1-128 0,0 1-16 0,0-4-16 15,1 0-608-15,0-1-128 0,0-1-32 0,-1 0 0 16,0-1-288-16,0 1-128 0,0 0 0 0,0-1 128 15,-1 0-128-15,-1 1 0 0,-1 0 0 16,1 0 0-16,-1 3 0 0,-1-1 0 16,-1 2 0-16,1-2 0 0,-2 5-128 0,0-2 128 15,0 3 0-15,-2 3 0 0,0 2 0 0,0 2 0 0,0 2 0 0,-1 3 0 16,-2 3-128-16,0 2 128 16,0 4 0-16,0 1 0 0,0 2 0 0,1-1 0 0,2 0 0 15,-1 1 0-15,3 1 0 0,0-1 0 0,1-1 0 16,3 0 0-16,1 1 0 0,1-3 0 0,2-2 0 0,1-4 0 15,-4-14-128-15,0 0 128 0,19 35 0 0,-19-35 0 16,0 0 0-16,0 0-144 0,0 0 144 0,44 13 0 16,-35-17 0-16,1-2-128 0,1-5 128 0,-1 1 0 15,-2-1 0-15,0-2 0 0,3-4-128 0,-1-4 128 16,0-1-144-16,0-1 144 0,0-1-208 0,0 1 80 16,-2-1-336-16,0 0-64 0,-2-2-16 15,0 2 0-15,-3 3 272 0,0-2 48 0,-1-1 16 0,-2 2 0 0,0-1 208 16,-1-1 0-16,-1-6 0 0,0-1 0 0,1 4 0 15,1 3 0-15,1 3 0 0,-1 5 0 0,1 4 144 16,-1 1-144-16,0 3 0 0,0 4 144 0,0 3 112 0,0 1 32 0,-1 1 0 16,0 5 0-16,1 1 144 0,0 3 16 15,0 2 16-15,1 4 0 0,0 0-208 0,-1 6-64 16,1-1 0-16,0 1 0 0,-1 0-64 0,1 3 0 16,0 0-128-16,0 1 192 0,0 0-192 0,-1 1 128 15,1-1-128-15,0 1 0 0,-1-1 176 0,1-1-176 16,0-1 192-16,0 0-192 0,1 0 128 0,0-2-128 15,2 1 0-15,-1-6 0 0,0-2 0 0,1-1 0 16,-4-14 0-16,0 0 0 16,0 0-448-16,0 0-64 0,26 32 0 0,-21-34-15888 0</inkml:trace>
  <inkml:trace contextRef="#ctx0" brushRef="#br0" timeOffset="33352.97">6332 9630 3679 0,'-1'0'320'0,"1"0"-320"16,-1 2 0-16,0-2 0 0,1 1 1056 0,-1 1 144 15,-1 0 16-15,-1 1 16 0,0 1 304 0,0-1 64 16,0 1 16-16,1-1 0 0,0-2-512 0,0 0-96 15,2 1-32-15,-1-2 0 0,1 0-336 0,-1 0-64 16,1 0 0-16,0 0-16 0,0 0-48 0,0 0 0 16,0 0 0-16,1 0 0 0,-1 1 0 0,1 1 0 15,0 0 0-15,0-1 0 0,1 1 80 0,0 1 16 16,1-2 0-16,-1 1 0 0,2 1-160 0,0-2-16 16,0 1-16-16,1-4 0 0,1 1-64 0,-1-1-16 0,2 1 0 0,-1-3 0 15,1-1 0-15,0-2 0 0,0 2 0 0,-1-3 0 16,2 0 48-16,-2-2 16 0,1 1 0 0,1-3 0 15,-2 0-400-15,0 0 128 0,-1 0-128 0,0 0 0 16,-1 1 0-16,-1 1-304 0,-2-1 48 0,-1 2 16 16,0 1-528-16,-2 1-128 0,-1 0 0 0,-2 2-16 15,1 0 560-15,-3 2 112 0,0 1 32 0,-1 2 0 0,0 0 208 0,0 2 0 16,-1 2 0-16,1 1-144 0,0 1 336 16,2 1 64-16,-1 0 0 0,1 0 16 15,0 4-80-15,1 0-32 0,1-1 0 0,0 3 0 0,1 0-32 0,1 1 0 16,0 2 0-16,1-3 0 0,1 0-128 0,0 0 192 15,1 0-192-15,1 0 192 0,1-2-16 16,-3-11 0-16,0 0 0 0,0 0 0 0,21 38-176 0,-21-38 128 16,0 0-128-16,0 0 128 0,0 0-128 0,0 0 0 15,48 12 0-15,-39-17 0 0,2 0-336 0,-1-4 0 0,1 0 0 0,0-3-12192 16</inkml:trace>
  <inkml:trace contextRef="#ctx0" brushRef="#br0" timeOffset="33739.06">6599 9315 5519 0,'-1'-10'240'0,"0"3"64"0,0 2-304 0,1 0 0 0,0 3 0 0,0 1 0 16,-1 0 1440-16,1-4 224 0,0-2 64 0,-1 0 0 15,1 0 48-15,-1-1 16 16,1 2 0-16,0 1 0 0,0 2-560 0,-1 1-96 0,0 0-32 15,0 2 0-15,0 0-224 0,-1 0-48 0,1 0-16 0,-2 1 0 0,0 0-48 0,0 1 0 16,0-1 0-16,0 1 0 16,-1 0-224-16,0 1-48 0,1-1-16 0,0 0 0 15,0 1-96-15,0 0 0 0,0 1-16 0,2 1 0 16,-1 0-192-16,1-1-48 0,0 3 0 0,1 0 0 16,0 3-128-16,2 2 0 0,0 2 144 0,-1 0-144 15,2-1 0-15,0 3 0 0,1 7 0 0,0 5 0 16,1 4 0-16,1 3 0 0,-2 5 0 0,1 1 0 15,-1-3 0-15,-2 2 0 0,0-1 0 0,0-2 0 16,-1-4 144-16,1 0-144 0,-1 1 192 0,0-4-192 0,0-2 128 0,0-4-128 16,1-4 0-16,-1-3 0 0,0-2 128 15,0-4-128-15,1-2 0 0,-1-3 0 0,0-1 0 0,-1-2 0 0,1-1 128 0,-1-4-128 16,1-1 0-16,-2-2 0 0,0 1 0 0,0-4 0 16,-1-1-528-1,0-3-64-15,-1 1-16 0,1-3-8544 16,-1 2-1696-16</inkml:trace>
  <inkml:trace contextRef="#ctx0" brushRef="#br0" timeOffset="33901.51">6456 9588 3679 0,'-2'-1'320'0,"0"1"-320"16,1-2 0-16,0 2 0 0,1 0 1968 0,-2 0 320 0,1 0 64 0,0-2 16 16,1 1 320-16,2-1 64 0,4-2 0 0,1-1 16 15,4 0-400-15,2-4-96 0,1 0-16 0,3-3 0 16,2 0-800-16,0-2-176 0,1 1-16 0,-2-1-16 15,0 2-816-15,-1 0-176 0,1-2-16 0,-2 2-10672 16,0 1-2144-16</inkml:trace>
  <inkml:trace contextRef="#ctx0" brushRef="#br0" timeOffset="35665.39">8342 9388 1839 0,'-3'0'160'0,"1"-1"-160"0,2 1 0 0,-1-1 0 16,1 1 1376-16,0 0 240 0,1 0 48 0,-1 0 16 15,0 0 320-15,1 1 64 0,2-1 16 0,-1 1 0 16,1-1-192-16,0 2-32 0,0-2-16 0,2 1 0 15,0-1-576-15,0 0-112 0,1-1-32 0,0 1 0 16,2-2-256-16,-1-2-48 0,0 1-16 0,2-4 0 0,0 0-272 0,0 0-48 16,2-3-16-16,-2 1 0 15,1 0-288-15,-2 0-176 0,2-2 192 0,-2 2-192 0,0-1 0 0,-1 1 0 16,0-1 0-16,0-1 0 16,-2 1-304-16,0 1-64 0,-2-1-16 0,-2 3 0 15,-1 0-256 1,-1 0-64-16,-3 2-16 0,-1 0 0 0,-1 3 416 0,-2-1 96 0,0 3 16 0,-2 0 0 15,0 1-16-15,-2 3 0 0,0 1 0 0,0 0 0 16,1 2 336-16,0 0 64 0,0 0 0 0,2 0 16 16,0 2-16-16,1-1 0 0,1 2 0 0,1-1 0 15,1 2 0-15,0-1-16 0,2 3 0 0,-1 0 0 16,3 2 192-16,0 1 32 0,0-2 16 0,2-1 0 0,0 1 160 0,-1-14 16 16,0 0 16-16,10 42 0 0,-10-42 64 0,0 0 16 15,0 0 0-15,25 36 0 0,-25-36-80 0,0 0-16 16,0 0 0-16,0 0 0 0,43 6-304 0,-32-8-64 15,-1-2-16-15,0-4 0 0,0 1-208 0,0-1 0 16,2-3 0-16,1-1 0 16,0 0-528-16,0-2-208 0,0 2-32 0,1 0-14720 0</inkml:trace>
  <inkml:trace contextRef="#ctx0" brushRef="#br0" timeOffset="36250.74">8677 9303 10127 0,'0'3'448'0,"0"-1"96"0,0 0-544 0,0 0 0 0,1-2 0 0,-1 2 0 16,0-2 1488-16,1 1 192 0,0 1 48 0,1 1 0 16,1 0 32-16,0-2 16 0,1-1 0 0,-1-1 0 15,1-2-512-15,0 1-112 0,0-2 0 0,-1 1-16 16,1-3-496-16,-1 1-80 0,-1 1-32 0,-1-3 0 16,-1 3-352-16,0-2-176 0,0 1 160 0,-2 1-160 15,0-1 128-15,-2 0-128 0,0 1 0 0,0 1 0 0,-1 0 0 0,-1 1 128 16,-1 0-128-16,0 2 0 0,0-2 400 15,1 2 48-15,-1 0 0 0,1 0 0 0,0 2-16 0,1-2 0 16,-1 2 0-16,1 1 0 16,1 0-192-16,-1 1-48 15,1 1 0-15,1 2 0 0,0-3-192 0,0 4 0 0,1-1 128 16,0 2-128-16,0 3 0 0,1 0 176 0,-1-2-176 0,1 4 160 16,0 0-160-16,1 0 160 0,0-2-160 15,-1 0 160-15,1-12-160 0,0 0 0 0,4 31 0 0,-3-24 0 0,2-2 0 0,-1-1 0 16,2-3 0-16,1-1 0 0,-1-1 0 15,2-4 0-15,-1 1 0 0,2-4 0 0,0-1 0 0,2 0 0 16,-3-1 0-16,1 0 0 0,3-2 0 16,1-5 0-16,0 0 0 0,0-1-176 15,-1 3-288-15,-2-2-64 0,0 0-16 0,0 0 0 0,-2-1 160 16,0 0 16-16,-2 2 16 0,-1-3 0 0,-1 2 176 0,-1-1 48 16,-2-1 0-16,-1 2 0 0,0 0 128 0,0 3 0 15,0 0 128-15,0 2-128 0,0 1 448 16,0 1 32-16,1 0 0 0,0 3 0 0,0 0 224 0,0 2 64 0,1 3 0 15,0 0 0-15,-1 2-144 0,1 2-32 0,1 3 0 0,-1 2 0 16,1 4-240-16,-1 4-48 16,0-15-16-16,3 38 0 0,-3-38-144 0,5 52-16 0,-3-21-128 0,0 2 192 15,1-2-192-15,-1 0 144 0,0 0-144 16,0-2 128-16,-1-2 0 0,-1-27-128 0,5 48 192 0,-5-48-64 0,8 41-128 0,-8-41 0 16,0 0 0-16,15 44 0 15,-15-44 0-15,0 0 0 0,0 0 0 0,0 0-17280 16</inkml:trace>
  <inkml:trace contextRef="#ctx0" brushRef="#br0" timeOffset="37098.79">9256 9282 8287 0,'0'-3'736'0,"-1"1"-592"0,1-1-144 15,0 3 0-15,0 0 1360 0,-1-2 240 0,1 2 64 16,-1-5 0-16,0 0 336 0,0-1 80 15,0 3 16-15,0 0 0 0,1 1-496 0,0 2-80 0,0 0-32 0,1 0 0 16,0 2-464-16,0 2-80 0,1 2-32 0,0 2 0 16,-1 1-144-16,-1-9-16 0,0 0-16 0,9 38 0 15,-9-38-384-15,0 0-80 0,10 50-16 0,-10-50 0 16,9 51-80-16,-9-51-32 0,12 46 0 16,-12-46 0-16,12 35 32 0,-12-35 0 0,0 0 0 0,0 0 0 15,26 36-16-15,-19-36 0 0,0 0 0 0,2-5 0 0,-1 1 320 16,0-4 64-16,2-3 16 0,0-2 0 0,0-1-160 15,0-2-16-15,1-1-16 0,1 0 0 0,0-3-240 16,0-1-128-16,1-2 128 0,0 2-128 16,-2 0 0-16,-2-1 0 0,-2 4 0 0,0-1 0 0,-1 3 0 0,-1 1 0 15,-2 3 0-15,-1 0 0 0,-1 5-192 16,-1 0 0-16,0 2 0 0,0 2 0 16,0 3-816-16,-2 3-160 0,1-1-48 0,-1 3 0 15,1 0-1344-15,1 2-288 0</inkml:trace>
  <inkml:trace contextRef="#ctx0" brushRef="#br0" timeOffset="38189.41">9634 9369 3679 0,'4'1'320'16,"-1"1"-320"-16,1 0 0 0,-2-2 0 0,-1 0 1728 0,1 0 288 16,1 0 48-16,3 0 16 0,2-2 416 0,1 2 64 15,1-3 32-15,-1-2 0 0,0 1-928 0,-1-4-176 0,-1 2-32 0,0-2-16 16,-1-1-672-16,0 0-128 0,-2-1-16 0,0 0-16 15,0 3-368-15,-3-2-80 0,0 0-16 0,-2 1 0 0,0 1-144 0,-2 1 0 16,-2 2 0-16,0 0 0 16,-2 2 0-16,-1-1 192 0,1 1-192 0,-3 4 192 15,2-1 128-15,-1 3 16 0,-1 0 16 0,1 4 0 0,0-1-160 0,0 2-16 32,-1 3-16-32,1 0 0 0,2 2-160 0,-1 0 0 15,2 1 0-15,-1 1 128 0,3-3-128 0,0 3 0 16,1-2 0-16,1 0 0 15,2 0 0-15,0-14 160 0,0 0-160 0,0 0 160 0,11 36-160 16,-7-31 160 0,4-3-160-16,-1-2 160 0,1 0-32 15,1-4-128-15,1 0 192 0,0-2-64 0,-1-1 192 0,2-2 16 16,0-1 16-16,-1 0 0 0,-2 2-192 0,2-3-32 0,0-1-128 0,2-4 192 0,-1 0-384 0,-2 1-96 0,-1 3-16 0,-2-1 0 0,0 3 80 16,-3 0 16-16,0 0 0 0,-1 4 0 0,0-2 208 15,-2 4 0-15,0-1-160 0,-1 3 160 0,0 2 0 16,1 2 0-16,-1 0 0 0,-1 3 0 15,0-2 0-15,1 4 160 0,0 0 16 0,-1 2 0 16,2 4 128-16,-1 0 16 0,1-13 16 0,0 25 0 0,0-25-80 16,0 0-32-16,6 37 0 0,-6-37 0 0,0 0 32 0,0 0 16 15,0 0 0-15,26 36 0 0,-18-34-144 0,-1-2-128 16,1-4 192-16,1 0-192 0,0-2 240 0,0-2-64 0,1 1-16 0,0-2 0 16,1-3-160-16,0-2 128 15,0 0-128-15,0-3 128 0,0 2-560 16,0 1-112-16,-2-2-32 0,-1 2 0 15,1-2-48-15,-3 1-16 0,2 0 0 0,-4-1 0 16,2 0 384-16,-3-1 80 0,0 2 16 0,-1 0 0 0,0-3 160 0,-1 0 0 16,0 1 160-16,0-2-160 0,-1 4 480 0,0 1 0 15,1-1 0-15,-1 0 0 0,1 3 176 0,0 1 48 0,-1 3 0 16,1 3 0-16,0 3-272 0,-1 2-48 0,1 2-16 0,0 3 0 16,-1 0-96-16,0 1-16 0,0 6 0 0,0 2 0 15,0 6-48-15,-2 3-16 0,1 1 0 16,0 2 0-16,-1 3-192 0,-1 1 144 0,0-1-144 0,-2 2 128 15,2-1-128-15,-2-1 160 0,0 2-160 0,1-4 160 16,0-1-160-16,2-5 192 0,2-21-192 0,0 33 192 16,0-33-192-16,0 0 0 0,8 34 0 0,-8-34 0 15,0 0 0-15,0 0 0 0,0 0 0 0,0 0 0 16,35 1 0-16,-27-8 0 0,2-2 0 0,0-1 0 16,1-4-256-16,2-2 0 0,0-2 16 0,1 0 0 15,-1-2-240-15,0-1-48 0,-1 0-16 0,-1-1 0 16,-1 2 96-16,-2 0 0 0,1 2 16 0,-3 1 0 15,1 2 240-15,-3 3 64 0,0 1 0 0,0 4 0 0,-2 0 128 0,0 4 0 16,-2 3 0-16,0 0 0 0,-1 5 0 0,-1 0 0 16,0 2 160-16,-2 2-160 0,0 2 416 0,0 2-16 15,-1 0 0-15,2 2 0 16,-2 0-144-16,1 4-48 0,0-3 0 0,0 3 0 0,1-2-80 0,-1-1 0 16,2-1-128-16,1 1 192 0,1-16 0 0,0 26 0 0,0-26 0 15,0 0 0-15,0 0-192 0,0 0 176 0,0 0-176 16,24 36 160-16,-17-38-160 0,1-1 0 15,1-1 0-15,0-2 0 0,1-2 0 0,-1 0 0 16,-1 3 0-16,0-4 0 16,3-3-400-16,2-4-16 0,-1-1 0 0,-1 0 0 15,0 3-80-15,-2-5-16 0,-1 2 0 0,0-3 0 0,-3 2 16 16,-1 2 0-16,-1-3 0 0,-2 1 0 16,0 1 256-16,-1 2 48 0,0 4 16 0,0 3 0 15,0 6 176-15,-1-1 0 0,1 4 0 0,-1 2 0 0,-1 1 192 0,0 5-16 16,0 1-16-16,1 4 0 0,-2 2 304 0,0 3 64 0,-1 0 16 15,2 1 0-15,1 1-256 0,-2 2-48 0,1 3-16 16,-1-2 0-16,1-5 32 0,0 1 0 0,2-20 0 0,1 35 0 16,-1-35-80-16,0 0-16 0,8 35 0 0,-8-35 0 15,0 0-160-15,0 0-272 0,0 0 64 0,0 0-16240 16</inkml:trace>
  <inkml:trace contextRef="#ctx0" brushRef="#br0" timeOffset="38758.19">10460 9312 11055 0,'-1'-1'976'0,"0"0"-784"0,1 1-192 0,0 0 0 15,0 0 1904-15,0 0 336 0,0 0 64 0,0 0 0 0,0 0 640 0,1-2 128 16,1 0 32-16,1 1 0 15,2-1-1584-15,0-1-320 0,2 0-64 0,2 0-16 16,0 0-432-16,2-2-96 0,1 1-16 0,0-1 0 0,1 0-288 0,1-2-64 16,-1 1-16-16,1-2 0 15,0 1-208-15,-2-1 0 0,0 1 0 0,-1-2 0 16,0-1 0-16,-3 3 0 0,-1-2 0 0,-1 1 0 0,-1 0 0 0,-4 0 0 0,0 3 0 0,-1-3 0 16,-2 2-320-16,-3 0 64 15,-1 1 0-15,-2 2 0 0,1 0 48 16,-4 1 16-16,0 1 0 0,-1 2 0 15,-1 1 192-15,0 3-176 0,-1 0 176 0,0 3-160 0,0 3 160 16,0-1 144-16,0 3-16 0,1-1-128 0,1 0 192 16,1 2-192-16,1-1 192 0,3 1-192 0,0 2 336 15,2-1-32-15,1-1-16 0,2 0 0 0,1-2 128 16,1-12 32-16,0 0 0 0,0 0 0 0,17 40-64 0,-17-40-16 16,0 0 0-16,0 0 0 0,46 16-224 15,-46-16-144-15,30 0 192 0,-13-2-192 0,-2 0 0 0,1-2 0 0,2-1 0 0,0 0 0 31,-2 0-592-31,1-1-176 0,-1 0-48 0,-1 1-16320 0</inkml:trace>
  <inkml:trace contextRef="#ctx0" brushRef="#br0" timeOffset="39455.58">11096 9248 6447 0,'-3'-6'576'0,"1"3"-576"16,0-2 0-16,0 3 0 0,1 2 896 0,0 0 64 0,0 0 0 0,-3-2 16 16,-1 1 1136-16,-2-1 240 0,-2 0 32 15,0 2 16-15,0 2-576 0,1 0-112 0,-2-1-32 0,2 1 0 16,-1 0-672-16,0 3-144 0,0-3-32 0,1 3 0 0,0-3-128 0,2 3-16 16,-1 2-16-16,3 0 0 0,0-2-192 15,0 2-32-15,2 2-16 0,0-1 0 0,2 1 16 0,0-2 16 16,0-7 0-16,0 0 0 0,0 0-128 15,0 0-16-15,0 0-16 0,29 40 0 16,-29-40 64-16,0 0 16 0,31 3 0 0,-20-6 0 0,0 0 64 0,0-2 0 16,0-1 16-16,1-3 0 0,0 0-160 15,0 0-48-15,0-2 0 16,-2 2 0-16,-1 0-256 0,-1-1 0 0,1-3 0 0,-3 2 0 0,0 2 0 16,-2-1 0-16,-2 1 0 0,-1-1-192 15,-2 3-16-15,0 0 0 0,-3 0 0 0,-2 2 0 0,1 1 208 0,-3-1-144 16,-1 2 144-16,-1 0-128 15,0 2 0-15,-2 1 0 0,2 1 0 0,-1 0 0 16,1 6 0-16,0-2 0 0,0 0 0 0,1 2 0 0,2 0 128 16,-1 0 0-16,3-2 0 0,-1 2-128 0,2-2 128 0,2 0 0 15,0-1 0-15,2-2 0 16,1 3-448-16,2-2 0 0,2-1 0 0,3-2-9936 16,0 0-2000-16</inkml:trace>
  <inkml:trace contextRef="#ctx0" brushRef="#br0" timeOffset="39837.54">11490 9070 9215 0,'5'-9'400'0,"-2"3"96"0,-1 0-496 0,-1 1 0 16,-1 3 0-16,-1 0 0 0,0 0 1168 0,-1-1 144 0,-1-3 32 0,-1-3 0 0,-3 0 384 0,-2-2 64 15,-1 3 32-15,0 1 0 16,-2 2-160-16,-1 1-16 0,2 1-16 0,0 3 0 0,0 0-672 0,1 0-128 0,1 3-16 0,0-1-16 31,2 1-432-31,0 1-96 0,3 1-16 0,-1-1 0 16,0 4 0-16,1-3 0 0,0 5 0 0,0 1 0 0,2 1 112 15,2-12 16-15,-4 28 0 0,4-28 0 16,-2 38-160-16,2-38-32 0,1 45 0 0,-1-45 0 16,2 53 16-16,-2-53 0 0,4 54 0 0,-4-54 0 15,4 54 128-15,-4-54 32 0,2 58 0 0,-1-28 0 16,-1-30-176-16,3 59-16 0,-3-59-16 0,1 55 0 15,-1-55-160-15,-1 43 0 0,1-43 0 0,-2 40 0 16,2-40 0-16,-5 29 0 0,2-18 0 0,1-2 0 16,-1-1 0-16,-1-4 0 0,0-1 0 0,1-1 0 0,-1-2 0 15,-1 0 0-15,2 0 0 0,-2-2 0 16,1-1-320-16,1 1-80 0,-2-2-32 0,0-2 0 16,2 0-1872-16,-2-1-368 0</inkml:trace>
  <inkml:trace contextRef="#ctx0" brushRef="#br0" timeOffset="40049.87">11170 9312 3679 0,'0'-7'320'0,"1"0"-320"0,0 3 0 0,0 1 0 16,2 1 2288-16,-1 1 384 15,1 1 80-15,2-3 0 0,4-2 816 0,4 0 144 0,3 0 48 0,0 0 0 16,1 0-1328-16,1 1-272 0,-1 1-48 0,1 0-16 16,-1 1-928-16,1 0-176 0,1-2-32 0,-3 1-16 15,1-2-624-15,0 3-128 0,-1-3-32 0,-1 0 0 16,1 1-160-16,-1 1-144 0,0-2 144 0,-1 1-208 15,-1 1-1904-15,0 1-368 0</inkml:trace>
  <inkml:trace contextRef="#ctx0" brushRef="#br0" timeOffset="114824.76">12080 9236 4991 0,'0'-2'448'0,"0"0"-448"16,0 2 0-16,0-2 0 0,0 1 128 0,0 1-128 0,0-2 0 16,0 0 0-16,1-1 0 0,0 1 0 0,0-3 448 0,1-2 96 15,0 2 32-15,-1 0 0 16,1-1 176-16,-1 0 16 0,1 2 16 0,-2-3 0 0,0 2-32 0,1 1-16 0,0-1 0 16,-1 2 16-1,-1 2-32-15,1 0 0 0,0 1 0 0,-1 0 16 0,1 0-32 0,0 2 0 16,0 0 0-16,-1 3 16 15,-1-1-176-15,1 2-32 0,0 3-16 0,1-9 16 16,-1 24-128-16,-1-12 0 0,1 2-16 0,0 0 16 16,0 3-160-16,0 2-32 0,0 0 0 0,1 0 16 0,0 2-16 0,0-3-16 15,0 0 0-15,0-2 16 0,0 1 0 16,0-17 16-16,1 27 0 0,-1-27 16 0,0 0-32 0,5 35-16 16,-5-35 0-16,0 0 0 0,0 0-48 0,0 0-128 0,0 0 192 0,0 0-48 15,0 0 96-15,0 0 16 0,33 28 0 0,-30-30 32 0,3-3-112 0,-3 0-32 16,2 1 0-16,0-2 0 0,-2 3-144 0,0-3-144 31,1-1 144-31,0 0-208 16,-1 0-416-16,0-1-80 0,0 2 0 0,0-1-16 15,0 2-320-15,-3-3-64 0,1 4-16 0,-1-3 0 16,0 4-144-16,-1-1-16 0,-1 1-16 0,-2 1-3408 0,-2-1-672 0</inkml:trace>
  <inkml:trace contextRef="#ctx0" brushRef="#br0" timeOffset="115029.97">11961 9413 2751 0,'-6'0'128'0,"3"0"16"0,0 0-144 0,1 0 0 0,1-1 0 0,1 1 0 16,1 0 1104-16,-1-2 192 0,2 0 48 0,0-1 0 15,1 0 432-15,2 1 80 0,1-3 32 0,3 0 0 16,0 2 48-16,1 0 16 0,2-3 0 0,1 3 0 16,2 0-800-16,0-2-144 0,2 0-48 0,-1 3 0 15,3-3-192-15,-1 2-32 0,-1-1-16 0,0-1 0 0,0 1-160 16,-2 1-48-16,-1-1 0 0,-1 1 0 0,-2 1-512 0,1 1 0 15,-3-2 0-15,-1 2 0 16,0-1-1280-16,-1 2-256 0,0-2-48 0,-1 2-9792 16</inkml:trace>
  <inkml:trace contextRef="#ctx0" brushRef="#br0" timeOffset="115615.73">12331 9096 7359 0,'-1'-4'320'16,"0"2"80"-16,1-1-400 0,-1 3 0 0,1-2 0 0,0 2 0 15,0 0 1072-15,-1 2 128 0,1-2 16 0,-1 1 16 16,0 1 288-16,-1 2 48 0,1 1 16 0,0 2 0 0,0 3-240 0,-1 0-64 16,1 3 0-16,1 4 0 0,-1-1-352 0,1-16-80 0,1 41-16 0,-1-41 0 15,3 47 0-15,-2-21-16 16,-1 0 0-16,1-2 0 0,-1-2-272 0,0 1-48 15,0-23-16-15,1 43 0 16,-1-43-288-16,3 38-64 0,-3-38-128 0,0 0 192 0,7 33-192 0,-7-33 0 16,0 0 0-16,0 0 0 0,0 0 128 0,0 0 0 15,0 0-128-15,0 0 192 0,0 0 0 0,0 0 0 16,0 0 0-16,0 0 0 0,20-5 0 0,-17-5-16 16,1 1 0-16,-2 0 0 0,3-3-176 15,0 0 0-15,-1-1 0 0,1 0 0 0,0 1 0 0,-1-2 0 16,2 3 0-16,-2 0 0 0,1 2 0 0,0 2 0 15,-1 2 0-15,0 3 0 0,0-1 0 0,-1 4 0 0,0 1 0 16,1 3 128-16,-1 1 32 0,-3-6 0 0,0 0 0 0,0 0 0 16,12 38 32-16,-12-38 0 0,0 0 0 0,7 41 0 15,-7-41-16-15,0 0 0 0,6 40 0 0,-6-40 0 16,0 0-48-16,6 35 0 16,-6-35 0-16,0 0 0 0,0 0-128 0,0 0 0 0,0 0 0 0,0 0 0 0,0 0 0 15,0 0 0-15,27 32 0 0,-22-35-176 31,-1-2-1440-31,2 1-304 0</inkml:trace>
  <inkml:trace contextRef="#ctx0" brushRef="#br0" timeOffset="115982.51">12604 9395 6447 0,'1'1'272'0,"-1"1"80"0,0-2-352 0,0 2 0 0,1-2 0 0,-1 0 0 15,1 2 1904-15,0-1 304 0,1 3 64 0,0 1 16 0,-2-5 32 16,0 0 16-16,0 0 0 0,0 0 0 0,0 0-720 0,0 0-144 15,36 19-16-15,-28-22-16 0,1 0-656 0,0-1-128 16,-1-1-16-16,2 1-16 0,-1-3 528 16,-2 2 96-16,2-2 32 0,-2 0 0 0,1-1-1024 0,-2-1-256 15,0 2 0-15,-2 0 0 16,-1 0-768-16,-2 0-256 0,-1 0-64 0,-1 0 0 0,-1 2 832 0,-2 0 256 16,-1-1-160-16,-3 1 160 0,1 2-304 0,-2-2 32 15,-1 4 0-15,-1 0 0 0,1 2 272 0,-1 2-128 16,1 0 128-16,0 4 0 0,2 0 0 0,1 2 0 0,0 3 0 0,3 0 0 15,0 0 320-15,1 4 64 0,1 1 0 0,1 0 16 16,1-17 128-16,2 33 32 0,-2-33 0 0,0 0 0 16,15 45 16-16,-15-45 16 0,0 0 0 0,0 0 0 15,37 28-160-15,-37-28-48 0,0 0 0 0,40 1 0 16,-25-4-256-16,0 1-128 0,1-5 0 0,1 0 128 16,0-1-320-16,0-1-64 0,1 0 0 0,1-1-10592 31,0 0-2112-31</inkml:trace>
  <inkml:trace contextRef="#ctx0" brushRef="#br0" timeOffset="116603.32">13199 9234 2751 0,'0'-7'256'0,"0"2"-256"0,0 1 0 0,0-1 0 15,0 2 1104-15,0 1 176 0,0 2 48 0,-1-5 0 0,0-2 864 16,0 0 176-16,-2 0 48 0,1 0 0 16,-1 2-544-16,-1 3-96 0,0 2-32 0,1 0 0 0,-1 2-592 0,0 1-112 15,1 4-16-15,-1 0-16 0,1 2-304 0,0 1-64 16,1 2-16-16,1 3 0 0,0 2-176 0,0 3-16 0,1-20-16 0,3 41 0 16,-3-41-128-16,3 46-32 15,-3-46 0-15,5 43 0 0,-5-43 64 16,4 50 0-16,-4-50 0 0,5 52 0 0,-5-52-64 0,4 50-16 15,-4-50 0-15,3 42 0 0,-3-42-240 16,2 34 128-16,-2-34-128 0,0 0 0 0,2 31 128 0,-2-22-128 16,-1-2 0-16,0-2 0 0,1-1 128 0,-1-1-128 15,-2-1 0-15,1-2 144 0,-1 0-144 0,-1-2 0 0,2-1 0 0,-3 0 0 0,-1-2 0 0,0-1 0 16,-1 0-144-16,-1-2 144 16,1 1-672-1,-3-2-32 1,0-1 0-16,-2-2 0 15,-1 0-576 1,-1-2-128 15,0 2-32-31,2-2 0 0,1 0-176 0,2 2-48 16,1-1 0-16,2 4 0 16,2 0 960-16,1 2 176 15,2 2 32-15,2 0 16 16,0 3 480-16,3 0 0 15,2 0 0-15,1 0 160 0,1 1 608 16,2 1 112-16,1-3 16 0,1 0 16 16,1 0 992-1,1-2 192-15,0 0 32 0,1 0 16 32,2-3-976-32,1 0-192 0,0 1-32 0,1-3-16 0,-1 3-464 0,2 0-80 0,0-3-32 0,1 1 0 0,-2 2-224 0,-1-1-128 0,-1 2 128 0,0-2-128 0,-2 1-192 0,-1 0-128 0,-3 3 0 0,0-3-16 0,-2 4-2016 0,0-2-400 0,-1 1-64 0,-1 1-8768 0</inkml:trace>
  <inkml:trace contextRef="#ctx0" brushRef="#br0" timeOffset="116874.55">13434 9303 5519 0,'0'0'240'0,"-2"0"64"0,2 0-304 0,0 0 0 0,0 2 0 15,0-2 0-15,0 0 1440 0,0 0 224 0,0 3 64 0,0 0 0 0,0 1 544 0,0 3 112 0,0 2 32 0,0 1 0 0,0-10-592 0,1 26-112 0,-1-26-32 0,1 31 0 0,-1-31-720 0,1 31-128 16,-1-31-48-16,0 0 0 0,10 42 528 0,-10-42 96 16,0 0 32-16,0 0 0 0,0 0-1088 0,0 0-224 15,32 29-128-15,-26-29 160 0,0-3-160 0,2-4 0 16,0 1 0-16,0-2 0 16,2-2-1392-16,0 1-144 0,-1-3-48 0,0 0 0 15,1 1 112-15,-2 1 0 0,-1 0 16 0,0 1 0 16,-1-2 624-16,-1 1 112 0,0 0 16 0,-3 0 16 0,0-1 688 0,-1 2 0 15,-1 0 0-15,0 1 0 0,0 4 448 0,-1 1 80 0,1 0 16 0,-1 4 0 16,0 3 512-16,0-2 96 0,-1 6 32 0,0 1 0 16,0 3-176-16,-1-1-48 0,2 1 0 0,-1 2 0 15,1 4-208-15,1-18-48 0,-2 37-16 0,2-37 0 16,1 33-240-16,-1-33-64 0,0 0 0 0,8 36 0 16,-8-36-224-16,0 0-160 0,0 0 192 0,0 0-192 0,0 0 0 15,37 26 0-15,-29-28 0 0,-1-1 0 16,0-4-1200-16,2 1-144 0,-1-2-16 0,-1 1-12832 15</inkml:trace>
  <inkml:trace contextRef="#ctx0" brushRef="#br0" timeOffset="117304.16">13731 9262 7359 0,'-1'0'320'0,"0"0"80"0,1 0-400 0,0 0 0 16,0 0 0-16,0 0 0 0,1 0 1792 0,0 0 288 0,0 1 48 0,2 1 16 15,1 0 240-15,-1-1 48 0,3 1 16 0,0 0 0 16,-1 1-768-16,1 1-144 0,-6-4-48 0,0 0 0 16,0 0-656-16,0 0-128 15,39 24-16-15,-39-24-16 0,0 0-448 0,0 0-96 0,0 0 0 16,34 31-128-16,-34-31 0 0,0 0 0 0,0 0 0 0,0 0 0 15,0 0 0-15,0 0 0 0,22 40 0 0,-22-36 0 0,-1 2 0 0,-1-2 0 16,1-1 0-16,-4 2 0 0,1 1 0 0,-1-1 0 16,-1 1 0-16,1 0 0 0,-1 0 0 0,0 0 0 15,0 2 0-15,0-2-144 0,1 1 912 0,1 0 176 16,0 0 32-16,2 1 16 16,0-1-1584-16,1 2-320 0,1-9-64 0,0 0-16 0,0 0 816 0,0 0 176 15,0 0 0-15,24 37 0 0,-24-37 144 0,0 0-16 16,0 0 0-16,0 0 0 0,36 13 32 0,-28-13 0 15,-8 0 0-15,0 0 0 0,0 0-160 0,36 2 0 0,-27-4 0 0,-2 0 0 32,1-1-192-32,-2-2-64 0,1 1 0 0,-3-1-9344 15,0 0-1872-15</inkml:trace>
  <inkml:trace contextRef="#ctx0" brushRef="#br0" timeOffset="117506.47">13746 9402 9215 0,'-8'1'400'0,"2"-1"96"0,3 2-496 15,0-2 0-15,2 0 0 16,1 2 0-16,0-2 2064 0,0 1 320 0,-1 1 64 16,2 1 16-16,1 0 32 0,2 0 16 0,-4-3 0 15,0 0 0-15,0 0-944 0,37 7-192 0,-37-7-32 0,26 0-16 16,-11 0-688-16,0-1-144 16,1 0-32-16,0-2 0 0,-16 3-464 0,30-2 0 0,-13 0 0 15,-2 1 0 1,0-1-1456-16,-2 0-272 0,-1 0-64 0,1-1-11280 0</inkml:trace>
  <inkml:trace contextRef="#ctx0" brushRef="#br0" timeOffset="117835.72">14052 9348 1839 0,'2'0'160'0,"-1"0"-160"0,1 0 0 0,0 0 0 16,-1 0 1680-16,0 0 304 0,1 0 64 0,1 0 16 15,3 0 464-15,1 0 96 0,2-2 0 0,3 0 16 16,0 1-976-16,1-1-208 0,-1 0-48 0,1-1 0 0,0 3-384 0,0-4-64 15,0 1-32-15,-1 1 0 16,1 1-160-16,-3-1-16 0,-1 2-16 0,-2 0 0 0,0 2-352 0,-2-2-80 16,-2 0-16-16,0 3 0 0,-2-1-96 0,-1 3 0 15,-2-2-16-15,-1 4 0 0,0-1 0 0,-2 2 0 16,-1 2 0-16,-3 4 0 0,3-3-176 16,-2 2 160-16,0 3-160 0,-1 1 160 0,-2 2-160 15,2 1 0-15,1 0 0 0,1-2 0 0,4-1 0 0,1-3 0 16,2-14 0-16,0 0 0 0,0 0 0 0,15 38 0 15,-15-38 128-15,0 0-128 0,0 0 0 0,34 7 0 0,-24-9 128 16,2 0-128-16,-1-3 0 0,1-1 0 16,-1 0 144-16,-1-1-144 0,1 2 0 0,-2-2 0 0,0 0-160 15,0 1 160-15,-2-2-1520 16,-1 1-192-16,-3-3-32 0,0 3-6832 16,-3 2-1344-16</inkml:trace>
  <inkml:trace contextRef="#ctx0" brushRef="#br0" timeOffset="118040.44">14194 9436 4031 0,'-14'4'0'0,"5"-1"176"0,0 0-48 0,3 1-128 0,2-3 0 0,2 0 0 0,0 1 0 0,-4 1 0 16,-1 3 1904-16,-3 0 272 0,2 1 48 0,1 0 16 15,2-2 0-15,2-1 0 0,3 1 0 0,1-4 0 0,2 1-608 0,0 0-112 16,0-2-32-16,3-2 0 0,1-1-208 0,0 1-64 16,0-1 0-16,3 1 0 0,-1 0-272 15,1-2-64-15,2 0-16 16,0 1 0-16,1 0-464 0,0-2-80 0,1 0-32 0,-1 1 0 0,1-1-288 0,0 2 0 15,0-1 128-15,0-2-128 16,0 2-976 0,0 0-256-16,1-1-48 0,-1 2-12608 0</inkml:trace>
  <inkml:trace contextRef="#ctx0" brushRef="#br0" timeOffset="118738.41">14797 9305 10127 0,'2'-2'896'0,"0"-1"-704"16,-1 3-192-16,-1-2 0 15,1 2 1136-15,0-1 192 0,3 0 32 0,0-4 16 16,-1 2 624-16,2-3 128 0,-1 1 32 0,-2 0 0 0,-1 3-880 0,-2-1-192 16,-1 1-16-16,-2 2-16 15,-1-2-160-15,0 2-16 0,-2 2-16 0,-1 0 0 0,0 1-240 0,-1-1-48 16,0 0-16-16,1 1 0 0,-2 2-176 15,1-1-48-15,2 1 0 0,-1 0 0 0,2-1-112 0,0 1-32 16,2 0 0-16,-1-1 0 0,2 2-192 0,0-2 0 16,2 3 0-16,1-2 0 0,1 0 128 0,0 2-128 0,-1-7 0 15,0 0 144-15,0 0-144 0,0 0 0 16,22 36 0-16,-22-36 0 0,0 0 0 0,0 0 0 0,33 35 0 16,-33-35 0-16,0 0 0 0,0 0 0 15,40 27 0-15,-40-27 0 0,0 0 128 0,35 20-128 16,-35-20 128-16,0 0-128 0,0 0 128 0,37 17-128 15,-37-17 0-15,0 0 128 0,0 0-128 0,0 0 128 0,0 0-128 16,0 0 128-16,0 0-128 0,0 0 0 16,0 0 0-16,0 0 128 0,-7 29-128 0,-1-26 0 0,-3 1 0 15,0 1 128-15,-1-1-128 0,-1 1 0 0,0 0 0 16,-1-1 128-16,1 1-128 0,1-4 0 0,1 0 0 0,2 0 0 16,1-2 0-16,3-1-176 0,2-1 176 0,0-1-192 15,3 0-1216 1,2-1-240-16,2 0-48 0,1-3-11952 0</inkml:trace>
  <inkml:trace contextRef="#ctx0" brushRef="#br0" timeOffset="119089.95">14891 9445 5919 0,'4'0'128'0,"0"-2"16"0,-1 1 16 0,-1 1 32 0,0 0-192 0,-1-1 0 0,1 1 0 0,1-1 0 16,1 1 2704-16,2-1 512 16,2-2 112-16,-1 1 0 15,0 1-832-15,1-1-192 0,0-1-16 0,0 0-16 0,-1 0-1136 0,0 0-240 16,2-2-32-16,-2 1-16 0,1-1-496 0,1 0-96 15,-1 0-32-15,0-2 0 0,-2 1-224 0,0 0 128 0,-1 0-128 16,-1 0 0-16,-1 2 0 0,-1-4 0 16,-2 4 0-16,-1-1 0 0,-2 0 0 0,-2 1 0 15,0-1 0-15,-3 2 0 0,0 0-144 0,-1 2 144 0,-3-1-208 0,-1 4 80 16,1-1-96-16,-2 2-16 16,0 3 0-16,1 0 0 0,1 2 96 0,1 1 16 15,2-2 0-15,1 5 0 0,1-4 128 0,3 3 256 0,0 1-64 16,1 0-16-16,3-12 304 0,-3 25 64 15,3-25 16-15,0 0 0 0,0 0 96 0,0 0 32 16,27 41 0-16,-27-41 0 0,0 0-80 0,37 9-16 16,-37-9 0-16,28-2 0 0,-12-3-368 0,1 0-80 0,-2-1-16 0,2-2 0 15,3-3-128-15,-3 1-272 0,0 1 64 0,1-1 16 32,1 0-2000-32,-1-1-400 0</inkml:trace>
  <inkml:trace contextRef="#ctx0" brushRef="#br0" timeOffset="119371.74">15314 9189 10127 0,'-1'-2'448'0,"0"1"96"0,0 1-544 15,0 0 0-15,1 0 0 0,-1 1 0 0,1 1 2016 16,-2 0 288-16,0 3 64 0,0 2 16 0,-1 2 80 0,-1 3 16 16,0 1 0-16,0 3 0 0,1 1-1168 0,-1 1-224 15,0 0-64-15,1 2 0 0,-1 0-512 0,4-20-96 16,-5 38-32-16,5-38 0 15,-3 36-16-15,3-36-16 0,0 0 0 0,3 44 0 0,-3-44-208 16,0 0-144-16,0 0 192 0,14 40-192 0,-14-40 0 0,0 0 0 16,0 0 0-16,0 0 0 0,0 0 0 0,0 0 0 15,34 14 0-15,-29-16 0 0,-1 0-192 0,-1-2-160 0,0-2-32 0,-1 2 0 32,0 1-1664-32,-2-4-320 0,-2 2-80 0,-1 0-16 15,1 1-896-15,-3-3-176 0,-2 1-48 0,0-2-3520 0</inkml:trace>
  <inkml:trace contextRef="#ctx0" brushRef="#br0" timeOffset="119522.67">15135 9410 7071 0,'-16'0'144'16,"9"0"48"-16,4 0 0 0,2 0 16 0,1 0-208 0,0-2 0 0,0 2 0 0,0-1 0 15,0-1 2112-15,4-1 368 0,3 1 80 0,2-3 0 16,3-2 144-16,2 1 32 0,3-1 0 0,0-1 0 0,3 1-928 0,0-3-176 16,1 1-32-16,1 0-16 0,-1 1-784 15,0 1-160-15,0 0-16 0,-3 2-16 0,-1 0-464 0,-1 2-144 16,-1 0 0-16,0 0 0 15,-2 3-256 1,0-2-144-16,1 1-48 0,-1 1-14304 0</inkml:trace>
  <inkml:trace contextRef="#ctx0" brushRef="#br0" timeOffset="120024.5">15925 9160 9215 0,'-1'-4'816'0,"0"-1"-656"0,1 2-160 0,-1 1 0 0,0 1 1584 0,0-2 272 0,0-2 64 0,-2-2 16 31,0-4 432-31,1 1 96 0,-1 3 16 0,0 1 0 0,0 2-672 0,2 2-128 16,-1 2-16-16,0 2-16 0,0 2-832 0,-1 1-176 15,0 5-16-15,1 1-16 0,2-11-224 0,-6 36-64 16,6-36 0-16,-4 48 0 16,4-48-64-16,-3 50-32 0,3-50 0 0,0 49 0 15,0-49-224-15,0 43 0 0,0-43 128 0,2 34-128 16,-2-34 0-16,0 0 0 0,7 47 0 0,-7-47 0 15,0 0 0-15,0 0 0 0,14 37 0 0,-14-37-160 16,0 0-480-16,0 0-112 0,0 0-16 0,0 0-14048 16</inkml:trace>
  <inkml:trace contextRef="#ctx0" brushRef="#br0" timeOffset="120501.33">15827 9160 6447 0,'-2'-4'272'0,"1"2"80"0,1-1-352 0,1 0 0 16,0 2 0-16,0 1 0 0,1-1 1776 0,0 1 272 0,3-1 64 16,1 0 16-16,4-1 144 0,1-1 32 0,4 1 0 0,-1-1 0 15,2 1-1024-15,1 0-192 0,0-1-32 0,0 1-16 16,1 0-384-16,-1 1-80 0,1 1 0 16,-2 0-16-16,-1 0-32 0,-1 0 0 0,-14 0 0 0,0 0 0 15,34 10 496-15,-34-10 112 0,0 0 16 16,0 0 0-1,0 0-1728-15,0 0-352 0,19 45-64 0,-24-36-16 0,-1 0 816 0,-4 2 192 0,-2-2 0 0,-2 1 0 16,-2 2 0-16,-1-1 0 0,0-1 0 0,-2 2 0 16,1-2 0-16,-2-1 0 0,2 2 0 0,0-3 0 0,3-1 0 15,2 0 0-15,4-3 0 16,1-1 0-16,4-1 0 0,2-2 0 0,2 1 0 0,3-1 0 0,3-1 0 16,2-3 0-16,3 1 0 0,3-1 0 0,1-1 400 15,2 0-16-15,3 0-16 0,-1-2 0 0,3 5 48 16,0-3 16-16,0 2 0 0,-1 1 0 15,-1 2-224-15,0 2-32 0,1-1-16 0,-21-1 0 0,38 8 48 16,-38-8 16-16,0 0 0 0,43 18 0 0,-43-18-80 0,0 0-16 16,0 0 0-16,0 0 0 0,0 0 80 0,20 43 16 0,-26-34 0 15,-3-1 0-15,-2 3 160 0,-3 1 48 16,-4-2 0-16,1 1 0 0,0-1-144 0,-4 1-32 0,-4 1 0 0,-2 0 0 16,-2 2-256-16,1-4 128 15,1 0-128-15,2-3 0 0,4 0 0 0,4-4 0 16,2-2 0-16,5-3-144 15,3 0-720-15,3-4-144 0</inkml:trace>
  <inkml:trace contextRef="#ctx0" brushRef="#br0" timeOffset="121357.07">16792 9199 7359 0,'-1'-3'656'16,"1"1"-528"-16,1-1-128 0,-1 2 0 0,0 1 752 0,0-1 112 0,0-1 32 0,-1-1 0 16,1-1 816-16,-1 1 160 0,0 1 48 0,0 2 0 15,0 2-400-15,0-1-80 0,-1 3-16 0,0 1 0 16,-1 4-528-16,0 1-96 0,-1 2-32 0,0 3 0 16,-1 2-112-16,1 3-16 0,1-2-16 0,-2 2 0 15,5-20-304-15,-7 38-48 0,7-38-16 0,-6 35 0 0,6-35 112 0,0 0 16 16,-2 39 0-16,2-39 0 15,0 0-112-15,0 0-16 0,0 0 0 0,0 0 0 16,33 22 64-16,-26-24 0 0,1-2 0 0,2-1 0 0,-2-1 32 0,1-2 16 16,1 1 0-16,1-3 0 0,0 0-368 15,1-1 128-15,1-1-128 0,-1-2 0 0,0 2 0 0,-1 0-320 16,0-2 64-16,0 2 16 16,-1 0-400-16,-1-2-96 0,-1 2-16 0,1 0 0 15,-3 0 384-15,0 1 80 0,-1 2 16 0,-1-1 0 0,-1 3 272 16,-1 1 0-16,-1 2 0 0,0 4 0 0,0 0 0 0,-1 2 144 0,0 5-16 0,-2 0 0 15,1 3 400-15,-2 0 80 16,-1 2 16-16,1 2 0 0,3-14-48 0,-5 32 0 0,5-32 0 0,-4 32 0 16,4-32-208-16,0 0-48 15,3 33-16-15,-3-33 0 0,0 0-96 0,0 0-16 0,0 0 0 0,0 0 0 16,38 19-192-16,-28-24 128 0,2 0-128 16,1-2 0-16,0 0 0 0,0-2 0 0,1 1-176 15,-1-1-10320-15,0-1-2080 0</inkml:trace>
  <inkml:trace contextRef="#ctx0" brushRef="#br0" timeOffset="121721.06">17348 9056 6447 0,'0'0'576'0,"0"0"-576"16,0 0 0-16,0 0 0 16,-1 2 2016-16,-1-1 288 0,1 1 64 0,-4 0 16 15,-2 3 304-15,-2 2 48 0,-2 0 16 0,-1 3 0 0,-1-1-1248 0,0 3-240 16,-1-2-48-16,0 1-16 0,0 1-448 0,0 0-96 15,0 0-16-15,3 0 0 0,1-2-304 16,3-1-64-16,1-2-16 0,3 0 0 0,2-1-256 16,1-2 128-16,2 0-128 0,3-1 0 0,0 1 0 0,2-1 0 15,-7-3 0-15,0 0 0 0,29 8 0 16,-29-8 0-16,0 0 0 0,30 11 0 0,-30-11 176 0,0 0-176 0,36 16 160 0,-36-16-160 16,0 0 144-16,0 0-144 0,37 24 128 0,-37-24-128 15,0 0 192-15,0 0-32 16,0 0-16-16,0 0 0 0,0 0 160 0,11 40 16 15,-14-35 16-15,-2 0 0 0,1-1-16 16,-3 1 0-16,1 0 0 0,-2 0 0 0,1 0-176 0,-1-2-144 0,2-2 192 0,-1 4-192 16,-2-2 0-16,-1 0 0 15,0 1 0-15,-1 0 0 0,2 1-256 0,2-3-128 16,0-1 0-16,4-1-16 0,2-1-1712 0,1-1-352 0</inkml:trace>
  <inkml:trace contextRef="#ctx0" brushRef="#br0" timeOffset="121905.88">17492 9142 11055 0,'2'0'976'0,"0"2"-784"0,0-2-192 0,-2 1 0 0,1 0 2240 16,2-1 416-16,1 2 80 0,-4-2 16 16,0 0 96-16,0 0 32 0,39 12 0 0,-26-12 0 15,-1 1-1648-15,0 1-320 0,0-4-64 0,-1 1-16 0,-1 1-576 0,0-2-128 16,1 1-128-16,-3 0 176 15,-1 1-544-15,-2 0-96 0,-1 0-32 0,-1 1-14416 0</inkml:trace>
  <inkml:trace contextRef="#ctx0" brushRef="#br0" timeOffset="122072.96">17587 9244 8287 0,'0'2'368'0,"0"-2"80"0,0 2-448 0,-1 0 0 16,0-2 0-16,0 3 0 0,1 0 2304 0,-2 0 368 15,0 5 80-15,-1 2 0 0,3-10-208 0,-6 28-48 16,6-28-16-16,-7 27 0 0,7-27-1472 0,-5 25-304 16,5-25-48-16,0 0-16 0,0 0-640 0,0 0 0 15,2 38 0-15,0-35 0 16,2-1-1728-16,2-2-288 0</inkml:trace>
  <inkml:trace contextRef="#ctx0" brushRef="#br0" timeOffset="122514.78">17830 9194 7359 0,'2'-2'320'0,"-1"1"80"0,0 1-400 0,-1 0 0 0,0 0 0 0,0 1 0 15,0 1 2176-15,0 0 336 0,0 3 80 0,-2 2 16 0,2-7-16 0,0 0 0 16,-9 31 0-16,3-19 0 0,1 2-960 0,-1 0-192 16,0-2-32-16,0 0-16 15,2-1-320-15,-2-1-64 0,1 0-16 0,1-1 0 16,0-2-656-16,1 1-128 0,1-2-16 0,0-1-16 0,1-2-176 15,0 0 0-15,0-2 0 0,1 1 0 0,0-2-240 16,0 0 32-16,1 0 0 0,0-2 0 16,0 1-864-16,0-2-160 0,0 0-48 0,1-2 0 15,1 1-672-15,-1-3-144 0,0 2-16 0,1-2-16 16,-1 0 112-16,1-1 32 0,1-1 0 0,-1 0 0 16,0-1 896-16,1-2 176 0,-1 1 32 0,1-1 16 0,1 0 864 0,0 2 0 0,1-2 0 15,0 1 128-15,0-1 704 0,1 1 128 0,-1 2 16 16,1 0 16-16,-1 2-224 0,0 2-64 0,0-2 0 0,1 5 0 15,-1-3 256-15,1 1 32 0,-2 3 16 0,1-1 0 16,-1 2 224-16,1-2 48 0,-1 2 16 0,-1 0 0 16,1 0-256-16,0 2-48 0,-1 0-16 0,-4-2 0 15,0 0-288-15,0 0-64 0,0 0-16 0,0 0 0 16,21 41-400-16,-21-41-80 0,0 0 0 0,0 0-128 16,4 49 128-16,-4-49-128 0,0 0 0 0,-4 44 0 0,4-44 0 15,-8 28 0-15,8-28 0 0,-6 23 0 0,2-13-160 0,1-2-32 16,3-8-16-16,0 0 0 15,0 0-1328-15,0 0-272 0,0 0-48 0,0 0-10512 16</inkml:trace>
  <inkml:trace contextRef="#ctx0" brushRef="#br0" timeOffset="123178.7">18170 9246 8287 0,'3'-2'736'0,"-1"2"-592"15,0 0-144-15,0 0 0 0,0-2 2240 0,1 1 400 16,2-1 96-16,4-1 16 0,3 0 576 0,0-1 112 0,0-1 16 0,-1 1 16 16,-2-3-1824-16,0 2-368 0,-1 0-80 0,-1-2-16 15,2 1-672-15,-2 0-144 16,0-1-32-16,-1-1 0 0,1 0-192 0,-2 1-144 15,0-1 192-15,-2-1-192 0,-2 0 160 0,0 1-160 16,-1-1 128-16,-1 0-128 0,-1 3 256 0,-1 0-48 0,-3 0 0 0,0 4 0 16,-2 0-16-16,-2 2 0 0,0 1 0 0,-2 2 0 0,0 1-64 15,0 2-128 1,0 2 176-16,0 1-176 0,2 0 0 0,-2 3 0 16,2 2 0-16,0 0 0 0,1 3 0 0,0-3 0 15,1 1 0-15,2-3 0 0,3-1 0 0,3-11 0 0,0 0 0 16,0 0 0-16,0 0 0 0,0 0 0 0,0 0 0 15,29 36 0-15,-17-36 0 0,0-3 0 16,1 0 0-16,1-2 0 0,-1 1 0 0,1-2 0 0,1-1 0 0,-1 0 0 0,0 1 0 16,-2 0 0-16,-1-2 0 15,-1 1 0-15,0 0 0 0,-3 0 0 0,-1 2 0 0,-2-2 0 0,0 2 0 0,-1-1 0 0,-3 0 0 0,1 2 0 16,-1-1 0-16,-1 0 0 0,0 4 0 16,0 0 0-16,0 1 224 0,0 1-64 0,0 1-16 0,-1 2 0 15,1 2 48-15,0 2 16 0,1-8 0 0,0 0 0 16,-3 31-32-16,3-31-16 0,0 0 0 0,-4 48 0 15,4-48-160-15,-4 42 192 0,4-42-192 0,-5 41 192 16,5-41-192-16,-6 47 192 16,6-47-192-16,-7 51 192 0,7-51-192 0,-8 53 128 0,8-53-128 0,-9 48 128 31,9-48-128-31,-6 38 0 0,6-38 0 0,-8 28 0 16,8-28 0-16,-10 22 0 0,3-13 128 0,0-2-128 0,1-4 160 15,-3 1 0-15,-1-1 0 0,-2-3 0 0,-1 2-160 0,-3-2 160 0,-1-2-160 0,-4 0 160 0,0-1-160 0,-2 1 0 31,-3 1 0-31,0-1 0 0,1 0 0 0,2-1 0 16,5 1 0-16,2 0 0 0,2-1-400 0,2 1 32 16,3-2 16-16,1-2 0 15,3 0-1536-15,3-3-304 0</inkml:trace>
  <inkml:trace contextRef="#ctx0" brushRef="#br0" timeOffset="123767.87">19220 9096 5519 0,'-1'-2'496'0,"1"0"-496"16,0 2 0-16,0-2 0 0,0 2 1360 0,0-2 176 0,0 1 48 16,0-1 0-16,1-1 384 0,-1 1 80 15,1-3 0-15,-1 0 16 0,1-1-544 0,-1 0-112 0,0 2-32 0,0-1 0 16,-1 0-592-16,0 1-112 0,-1-1-32 16,-1 0 0-16,-1 1-96 0,0 1-32 0,-2 0 0 0,-1 1 0 15,-1 2 0-15,-1 0 0 0,-2 3 0 16,-1 4 0-16,-2 0-64 0,-1 2 0 0,-2 3-16 0,-2 2 0 15,1 1-176-15,2 4-48 0,-1 2 0 16,2 2 0-16,2 4-64 0,1-1-16 0,1 0 0 0,2-3 0 16,1 2 256-16,8-25 64 0,-6 42 0 0,6-42 0 15,0 0 32-15,15 40 16 0,-15-40 0 0,0 0 0 0,35 19-64 16,-35-19-16-16,38 3 0 0,-15-4 0 0,2-3-112 16,2-1-32-16,2-3 0 0,0-1 0 15,2 0-272-15,0 0 0 0,-1-1 0 0,-1 0 0 16,-3-1-400-1,-2 2-144-15,-3-1-32 0,-1 0 0 0,-3 1-1920 0,-3-2-400 0</inkml:trace>
  <inkml:trace contextRef="#ctx0" brushRef="#br0" timeOffset="124163.1">19638 9002 11967 0,'2'-5'528'0,"-1"2"112"15,0 0-512-15,-1 2-128 16,0-1 0-16,-1 0 0 0,1 1 1424 0,-1 1 256 16,-1-2 48-16,0 0 16 0,-2 2-160 0,0 2-48 0,-3 3 0 0,1 1 0 0,-3 4-544 0,1 2-112 31,-2 2-32-31,0 5 0 0,-1 0-240 0,1 3-48 16,0 2-16-16,2 1 0 0,0-1 16 0,8-24 0 15,-9 45 0-15,9-45 0 0,0 0 112 0,5 50 32 0,-5-50 0 0,0 0 0 0,0 0-448 0,37 31-64 31,-37-31-32-31,28 5 0 0,-14-5 144 0,2-1 16 16,0-3 16-16,-1 0 0 0,1-2-80 0,-2-1 0 16,0 0-16-16,0-4 0 0,-1 3-240 0,-1-4 128 0,0 2-128 0,-2-2 0 15,-2 1 0-15,-1-1 0 0,-1-2 0 0,-2-3 0 16,-2 3 0-16,-2-5 0 0,0 0 0 16,-1 0 0-16,-1-1 0 0,-2 2 0 0,-2-1 0 0,0 5 0 0,-1 2 0 0,-4 0-128 0,-1 5 128 0,-3 0 0 31,-3 5 0-31,-1-1-160 0,0 4 160 0,0 1-128 15,1 2-64-15,1 1 0 0,2 1 0 0,1 2 0 16,3-3-384 0,2 5-96-16,2-3-16 0,1 2-9248 0,3 1-1856 0</inkml:trace>
  <inkml:trace contextRef="#ctx0" brushRef="#br0" timeOffset="124869.38">20164 9071 11055 0,'0'-3'976'0,"-1"1"-784"0,1-1-192 0,0 1 0 16,0 0 1008-16,0 1 144 0,0-1 48 0,0-2 0 15,0-1 1296-15,0-2 256 0,2-1 48 0,0-1 16 16,-1 0-1456-16,0-1-272 0,1 0-64 0,-1 1-16 16,0 0-496-16,-1-2-112 0,0 0-16 0,-1 0 0 15,-2 1 0-15,0 1 0 0,-1-1 0 0,-2 3 0 0,0 1-16 0,-2 1-16 16,-1 2 0-16,0 2 0 0,0 1-80 15,-2 1-16-15,2 1 0 0,-1 3 0 0,1-1-112 0,-1 2-16 16,2 2-128-16,0 2 192 16,-1 2-192-16,1 0 0 0,2 2 0 0,-2 0 0 0,8-14 0 15,-13 38 0-15,13-38 0 0,-10 41 0 0,10-41 0 0,-8 45 0 16,8-45 0-16,-5 42 0 16,5-42 0-16,2 41 0 0,-2-41 144 0,0 0-144 0,9 49 0 0,-9-49 0 15,0 0 0-15,17 43 0 0,-17-43 0 16,0 0 0-16,0 0 0 0,29 38 0 0,-29-38 0 0,0 0 0 15,0 0 0-15,29 21 0 0,-29-21 0 0,0 0 0 16,19 3 0-16,-14-5 0 0,2 1 0 16,-2-1 0-16,1-2 0 0,0 1 0 0,-2-2 0 0,2 1 0 15,-1-4 0-15,1 2 0 0,-1 0 0 0,0-3 0 0,1 2 0 0,-2-3 0 16,1-1 0-16,0 1 0 0,-1-1 0 0,1 2 0 16,0 1 0-16,0 1 0 15,0 1 0-15,-2 2 0 0,1-1 0 0,-1 1 0 16,0 1-144-16,-2 2 144 0,0 1 0 0,0 0 0 15,0 1 0-15,-1 1 0 0,0 3 0 0,-1-2 0 16,0 2 0-16,1-5 0 0,0 0 0 0,0 0 0 16,-6 35 0-16,6-35 0 0,0 0 0 0,-5 40 0 0,5-40 0 15,0 0 0-15,-2 40 128 0,2-40-128 0,0 0 0 0,0 0 144 16,9 41-144-16,-9-41 0 0,0 0 144 0,0 0-144 0,0 0 0 0,0 0 0 16,0 0 0-16,27 33 0 0,-24-33-208 15,0 0-16-15,0 0 0 0,0-2 0 16,-1-1-1872-16,-1 1-368 0</inkml:trace>
  <inkml:trace contextRef="#ctx0" brushRef="#br0" timeOffset="125100.52">20013 9186 6447 0,'-4'0'576'0,"1"0"-576"0,1 0 0 0,1 0 0 0,0 0 1120 0,1 0 112 15,-3 1 32-15,0-1 0 16,-1 2 1504-16,2-2 304 0,3 1 64 0,3 0 16 0,3 0-768 0,3-2-144 0,3 0-48 0,2 0 0 16,4-2-752-16,2 1-160 15,3-2-16-15,1-1-16 0,1 0-800 0,3 0-144 0,0 0-48 0,-1 1 0 16,-3 0-256-16,-2 0 0 16,-1 2 0-16,0 1 0 15,-3 0-992-15,0 1-160 0</inkml:trace>
  <inkml:trace contextRef="#ctx0" brushRef="#br0" timeOffset="136192.62">4912 10669 10127 0,'-2'2'896'16,"1"-2"-704"-16,1 0-192 0,0 0 0 0,0 0 160 15,-1 2 0-15,0-1 0 0,-1 1 0 0,0 0 0 16,1-2 0-16,0 1 0 0,1-2 0 0,1 1 0 15,-1-2 0-15,1-1 0 0,-1 1 0 0,1-1 544 16,-2 0 96-16,0 2 32 0,0-2 0 0,0 1 496 0,1 2 96 16,-2-2 32-16,1 2 0 0,-1 0-272 0,0 0-48 15,1 2-16-15,-1-2 0 0,1 1-416 0,-1 0-96 16,2-1-16-16,-2 1 0 0,1-1-192 0,0 0-32 16,0 0-16-16,1-1 0 0,-1 0 96 0,0 0 0 15,0 1 16-15,0 0 0 0,1-2-80 0,-1 1-32 16,0 1 0-16,0 0 0 0,0-2-48 0,1 2-16 15,-1-2 0-15,0 0 0 0,0 2 128 0,1-3 32 16,-1 3 0-16,0-2 0 0,0 2-112 0,0 0-16 16,0 0 0-16,0 0 0 0,0 2-112 0,1-2-16 0,0 1-16 0,-1 1 0 15,1 1-176-15,-1 0 192 0,1 0-192 0,0 0 192 16,-1 1-64-16,-1 1-128 0,1-2 192 0,0 2-64 16,0-2 96-16,0 0 16 0,0 2 0 0,0-4 0 15,0 2-32-15,0-2 0 0,1 1 0 0,0 0 0 16,0-1-208-16,0 1 128 0,0-2-128 0,1 0 0 15,-1 1 0-15,0 0 0 0,0-1 0 0,1 0 0 16,-1 0 0-16,1 0 0 0,0 0 0 0,0 0 0 16,0 0 0-16,0-1 0 0,-1 0 0 0,1 1 0 15,-1 0 0-15,1 0 0 0,0 0 0 0,0 0 0 0,-1 0 0 0,0 2 0 16,1 0 0-16,0 1 0 0,0 2 0 0,0-1 0 16,-1-4 0-16,0 0 0 15,7 26 0-15,-7-26 0 0,6 27 0 0,-6-27 0 0,10 35 0 0,-10-35 128 16,13 38-128-16,-13-38 0 0,13 38 0 0,-13-38 176 15,15 42-176-15,-15-42 160 0,14 43 128 0,-14-43 32 16,13 36 0-16,-13-36 0 0,0 0-160 0,19 31-32 16,-19-31 0-16,0 0 0 0,0 0-128 0,0 0 0 15,0 0 144-15,0 0-144 0,0 0 0 0,43 12 0 0,-38-15 0 16,-1-1 128-16,1-1-128 0,-1-2 0 0,0-1 0 0,1-1 128 16,1 0-128-16,-2 1 0 0,3-3 128 15,-2-4-128-15,2 1 0 0,-1-5 0 0,2 1 0 0,-2-2 128 16,2-1-128-16,0-2 0 0,0-2 0 0,1-1 0 15,-2 0 0-15,1-2 0 0,-4 4 0 16,0 0 0-16,-1 3 0 0,-2 0 0 0,0 4 0 0,-1 3-128 16,0 0 128-16,-1 3 0 0,1 2 0 0,-2 1 0 15,0 2 0-15,-1 2 0 0,0 1 0 0,1-1 0 0,0 3 0 0,0-1 0 16,-1 1 0-16,1 0 0 16,0 1 0-16,1 0 0 0,0-2 0 0,-1 0 0 15,2 2 0-15,-1-1 0 0,-1 1 0 16,1 1 0-16,0-1 0 0,0 2 0 0,1-2 0 0,-1 2 0 15,1-1 0-15,0 0 0 0,0 2 0 0,-1 1 0 0,1-1 0 0,0 1 0 16,0 2 0-16,0 0 0 0,0 1 0 0,1 0 0 16,0 3 0-16,-1-10 0 0,0 0 0 0,8 31 0 15,-8-31 0-15,8 31 0 0,-8-31 0 0,11 33 0 16,-11-33 0-16,10 35 0 16,-10-35 0-16,10 36 0 0,-10-36 0 0,12 36 0 0,-12-36 0 0,12 33 0 15,-12-33 0 1,0 0 0-16,15 38 0 0,-15-38 0 0,0 0 0 0,0 0 0 15,20 33 0-15,-20-33 0 0,0 0 0 0,0 0-128 0,0 0 128 16,0 0 0-16,0 0 0 0,0 0 0 16,0 0-960-16,0 0-128 0,24-10 0 0,-23 8-15424 15</inkml:trace>
  <inkml:trace contextRef="#ctx0" brushRef="#br0" timeOffset="136730.39">5394 10848 6447 0,'-2'0'576'0,"1"1"-576"0,0-1 0 0,0 0 0 0,0 2 800 16,1-2 48-16,0 0 16 0,-1 0 0 0,0 0 784 0,0 0 144 16,1-2 48-16,0 1 0 0,0 1-64 0,0-2-16 15,0 2 0-15,0-1 0 0,0 0-288 0,1 1-48 16,0 0-16-16,0 2 0 0,0 0-400 0,0 1-96 15,0 2-16-15,1 0 0 0,0 2-320 0,0 2-80 16,-2-9-16-16,6 22 0 0,-6-22-240 0,8 30-48 16,-8-30-16-16,9 34 0 0,-9-34-176 0,7 38 0 15,-3-17 0-15,-1-3 128 0,-1 2-128 0,-2-20 0 16,4 28 0-16,-4-28 0 0,0 0 0 0,8 28 0 0,-8-28 0 16,0 0-176-16,0 0-48 0,0 0-16 0,0 0 0 0,0 0-14224 15</inkml:trace>
  <inkml:trace contextRef="#ctx0" brushRef="#br0" timeOffset="137207.6">5389 10825 7359 0,'-2'0'656'0,"0"0"-528"0,2 2-128 0,-1-2 0 16,1 0 784-16,-1 1 128 0,-1 1 32 0,-1 0 0 0,-1 1 896 0,2 1 176 15,0-1 32-15,2-1 16 0,1-2-352 16,1 0-80-16,2 0-16 0,1-4 0 15,1 1-592-15,2-2-128 0,0 0-32 0,1 0 0 16,2-1-96-16,1-2-32 0,2 1 0 0,-1 0 0 16,-13 7-224-16,25-10-64 0,-25 10 0 0,0 0 0 0,0 0-320 0,41 0-128 15,-41 0 0-15,0 0 0 0,0 0 0 0,0 0 0 0,0 0 0 0,26 27 0 16,-27-18 0-16,-1 1 0 16,0-1 0-16,-3 3 0 0,1-3-128 0,0 1 128 15,-2 2 0-15,0-2 0 0,-1 2 0 0,0-1 0 16,-1-2 0-16,0 1 0 0,1-3 0 15,-2 0 0-15,2-2 0 0,-1 2 0 16,4 1 0-16,-1-2 0 0,2-4 0 16,0-3 0-16,2-2 0 0,1-2 0 0,1 5 0 0,-1-2 0 15,2-1 0-15,1-1 128 0,1-4-128 0,0 2 0 16,1 1 0-16,2 0 0 0,-1 0 0 0,1 0 0 16,0 1 0-16,1 0 0 0,-8 4 0 15,0 0 0-15,33-6 0 0,-33 6 0 0,0 0 0 0,38 0 0 16,-38 0 0-16,0 0 0 0,40 8 0 0,-40-8 0 15,0 0 192-15,0 0 64 0,40 16 0 0,-40-16 0 0,0 0 48 0,0 0 16 0,0 0 0 0,15 31 0 0,-17-24 96 16,-3 1 32-16,-1 1 0 0,-1-1 0 16,-1 0-176-16,-3-1-16 0,0-1-16 0,-1 0 0 15,-1-1-240-15,1 0 128 0,0-3-128 0,0-2 0 16,2-2 0-16,0 0 0 0,1 6 0 0,4-2-16032 16</inkml:trace>
  <inkml:trace contextRef="#ctx0" brushRef="#br0" timeOffset="137871">5865 10723 14735 0,'0'0'1312'0,"-1"-2"-1056"16,1 1-256-16,-1 1 0 0,1 0 1232 0,-1-2 192 16,-1 1 48-16,0 0 0 0,-3-3 176 0,0 1 32 15,1 1 16-15,-2 2 0 0,1 0-400 0,1 2-80 16,-2 0 0-16,0 1-16 0,0 1-480 0,1 1-80 15,1 0-32-15,-1-1 0 0,1 4-128 0,-1-2-32 16,1 3 0-16,1-1 0 0,3 0-192 0,-1 1-64 16,2 1 0-16,-1-1 0 0,2 0-64 0,-2-9-128 15,0 0 176-15,14 36-176 0,-14-36 0 0,0 0 0 16,19 36 0-16,-19-36 0 0,20 33 0 0,-20-33 0 16,0 0 0-16,33 40 0 0,-33-40 0 0,0 0 0 0,0 0 0 0,40 29 0 15,-40-29 0-15,0 0 0 0,0 0 0 0,39 3-144 31,-39-3-224-31,0 0-32 0,24-12-16 0,-16 1-14736 0</inkml:trace>
  <inkml:trace contextRef="#ctx0" brushRef="#br0" timeOffset="138187.47">6111 10697 9215 0,'-4'2'400'0,"2"-1"96"0,0 1-496 15,0-1 0-15,2 0 0 0,-2-1 0 0,0 2 1616 0,-1 1 240 16,-2 0 32-16,0 3 16 16,-1-1 112-16,1 1 32 0,-1 0 0 0,2 1 0 0,0 0-880 0,-1-1-160 15,2 2-48-15,1-1 0 0,-1 1-176 0,2-1-32 16,0 1-16-16,0 0 0 0,2-1-160 0,0 1-16 16,-1-8-16-16,0 0 0 0,0 0-128 0,12 33-32 15,-12-33 0-15,0 0 0 0,0 0-176 0,18 31-32 16,-18-31-16-16,0 0 0 0,0 0-160 0,0 0 0 15,0 0 0-15,37 23 0 0,-37-23 0 0,0 0 0 0,0 0 0 16,0 0 0-16,33-14 0 0,-26 7 0 16,0-2 0-16,-1-1 0 0,1 1-224 0,-1-3 80 15,1 1 16-15,-1 0 0 0,1 0-2448 16,-2 1-496-16</inkml:trace>
  <inkml:trace contextRef="#ctx0" brushRef="#br0" timeOffset="138611.79">6286 10729 2751 0,'0'-4'256'0,"0"2"-256"15,0 0 0-15,0 1 0 16,0-1 1712-16,0 2 288 0,0 0 64 0,0 0 16 0,0-1 96 0,0 1 32 15,-1 0 0-15,0 3 0 0,0 0-832 0,0 2-160 16,-1 2-48-16,2 0 0 0,-1 3-256 0,0 1-48 16,1 1-16-16,0-12 0 15,1 26-176-15,-1-26-32 0,3 29-16 0,-3-29 0 0,6 24-208 0,-6-24-32 0,0 0-16 0,0 0 0 16,0 0-192-16,0 0-48 16,0 0 0-16,35 23 0 0,-29-27-128 0,0-1 0 0,1-5 0 0,1 0 0 15,-2-3 0-15,1 0 0 0,-2 0 0 0,-2 0 0 16,2-1 0-16,-2 2-144 0,-1 0 144 0,-1 1 0 15,-2 2-144-15,-2 1 144 0,-1 3 0 0,-1 0-144 0,0 2 144 0,-1 0 0 16,-1 0 0-16,-2 3-128 0,1 0 128 16,0 0 0-16,-1 1 0 0,-1 1 0 0,2 2 128 0,0 1-128 15,1 1 128-15,2 0-128 0,0-1 0 0,1 1 128 16,1 0-128-16,1 0 0 0,0 0 0 0,0 0 0 16,2-6 0-16,0 0 128 0,0 0-128 0,0 0 0 15,0 0-128-15,0 0-8576 16,0 0-1696-16</inkml:trace>
  <inkml:trace contextRef="#ctx0" brushRef="#br0" timeOffset="139167.56">6579 10673 8287 0,'2'-5'736'0,"-1"2"-592"0,0 0-144 0,0 2 0 16,-1-1 2096-16,1-1 384 0,0-1 80 0,0-6 0 15,1-1 448-15,-2 1 64 0,0 3 32 0,-3 0 0 16,0 1-1344-16,-2 2-272 0,0 2-48 0,-2 2-16 0,1 0-432 0,-2 0-96 16,1 2 0-16,-1-2-16 0,0 3-448 0,1-1-96 0,0 0-16 0,1 1 0 0,0 0-320 0,1 1 128 31,0-2-128-31,1 3 0 0,1 0 0 0,1-1 0 15,0 1 0-15,1 0 0 0,1 2 0 0,0 0 0 16,0-7 0-16,0 0 0 0,5 29 0 0,-5-29 0 16,0 0 0-16,12 34 0 0,-12-34 0 0,0 0 0 15,15 35 0-15,-15-35 0 0,0 0 0 0,16 29 0 16,-16-29 0-16,0 0 0 0,0 0 0 0,0 0 0 16,31 30 0-16,-31-30-128 0,0 0 128 0,0 0 0 15,0 0 0-15,32-3 0 0,-25-3 0 0,0 0 0 0,0-3 0 16,0 0 0-16,0-1 0 0,1 0 0 0,-2-1 0 0,0 1 0 15,0 1 0-15,-1-2 0 0,0 0 0 16,-1 2 0-16,0 2 0 0,-1 0 0 0,-1 2 0 0,0 1 0 16,0 3 0-16,-1 1 0 0,0 0 0 0,-1 3-128 15,1-1 128-15,-1 2 0 0,0 2 0 0,0-6 0 16,0 0 0-16,3 23 0 0,-3-23 0 0,0 0 0 16,5 31 0-16,-5-31 0 0,5 24 0 0,-5-24 0 15,0 0 0-15,11 33 0 0,-11-33 0 0,0 0 0 0,12 31 0 0,-12-31 0 16,0 0 0-16,0 0 128 0,0 0-128 0,0 0 0 15,0 0 0-15,0 0 0 0,0 0 0 0,0 0 0 16,0 0-144-16,0 0 144 16,0 0-1696-16,0 0-272 0</inkml:trace>
  <inkml:trace contextRef="#ctx0" brushRef="#br0" timeOffset="139390.57">6571 10747 2751 0,'-9'-5'256'0,"4"3"-256"16,1-1 0-16,1 1 0 0,1 2 1808 0,2-2 320 15,-1 1 64-15,-1 1 16 0,-1-2 256 0,0 0 48 16,2-2 16-16,1 3 0 0,2 1 0 0,1 0 0 16,2 0 0-16,-5 0 0 0,0 0-832 0,0 0-160 15,35-7-48-15,-35 7 0 0,26-12-512 0,-26 12-96 16,29-14-32-16,-29 14 0 0,29-16-448 0,-16 8-80 0,-13 8-32 0,26-14 0 16,-26 14-288-16,22-13 0 0,-22 13 0 0,21-11 0 31,-21 11-1056-31,0 0-224 0</inkml:trace>
  <inkml:trace contextRef="#ctx0" brushRef="#br0" timeOffset="139627.13">6852 10536 9215 0,'2'-2'816'0,"-1"1"-656"15,0 1-160-15,0-2 0 16,0 2 1824-16,1 0 336 0,0 0 64 0,2 2 16 0,-4-2 688 16,0 0 144-16,0 0 16 0,0 0 16 0,47 10-1216 0,-47-10-240 15,0 0-48-15,0 0-16 16,48 23-544-16,-48-23-96 0,0 0-32 0,33 32 0 16,-33-32-528-16,0 0-128 0,25 42 0 0,-25-42-16 0,6 34-112 0,-6-16 0 0,-4-1-128 0,0 0 192 15,-2 1-192-15,-2-1 0 0,-1 0 128 0,-3-1-128 16,2-2 0-16,-3 1 0 0,-3 1 0 0,-1-1-17248 15</inkml:trace>
  <inkml:trace contextRef="#ctx0" brushRef="#br0" timeOffset="140195.48">7322 10525 911 0,'-4'-1'0'15,"2"1"0"-15,1 0 0 0,0-2 0 0,0 2 2960 0,1 0 512 16,-1 0 112-16,0 0 0 0,0-2-864 0,0 1-176 0,-1 1-48 0,1-2 0 0,1 2-736 0,1 0-160 31,0 0-16-31,1 2-16 0,1-2-400 0,1 1-80 16,-4-1 0-16,0 0-16 0,0 0-176 0,0 0-16 15,42 2-16-15,-42-2 0 0,0 0-320 0,34-3-64 16,-34 3-16-16,0 0 0 0,38-2-272 0,-38 2-64 0,0 0-128 0,37 0 192 16,-37 0-192-16,0 0 0 0,31-3 0 15,-31 3 0-15,0 0-240 0,21-7 16 16,-15 3 0-16,-2 1-10736 0,-2 1-2160 16</inkml:trace>
  <inkml:trace contextRef="#ctx0" brushRef="#br0" timeOffset="140430.7">7313 10706 13823 0,'-3'0'608'0,"2"0"128"0,0 0-592 16,1 0-144-16,0 0 0 0,0 0 0 0,1 0 1616 16,1 0 304-16,1 0 48 0,-3 0 16 0,0 0 928 0,0 0 192 15,29-9 32-15,-29 9 16 0,24-7-1168 0,-24 7-224 16,30-10-48-16,-30 10-16 0,36-12-912 0,-36 12-176 15,39-15-32-15,-19 7-16 0,-1 1-368 0,2-1-64 16,-2 2 0-16,-19 6-128 0,38-12 0 0,-38 12 0 16,32-12 0-16,-32 12 0 0,27-10 0 0,-27 10-256 15</inkml:trace>
  <inkml:trace contextRef="#ctx0" brushRef="#br0" timeOffset="142151.01">8179 10334 8287 0,'-4'2'736'0,"2"-2"-592"16,0 0-144-16,2 0 0 0,-1 1 576 0,1-1 96 15,-1 0 16-15,1 0 0 0,1 2 1072 0,0-2 224 0,1 0 32 0,3-2 16 16,0 2-304-16,1-1-48 16,-6 1-16-16,0 0 0 0,30-2-192 0,-30 2-32 15,0 0-16-15,41-1 0 0,-41 1-400 0,35-1-96 0,-35 1-16 0,36-2 0 16,-36 2-272-16,34-5-48 16,-34 5-16-16,31-5 0 0,-31 5-288 0,25-5-64 15,-25 5-16-15,23-7 0 0,-14 5-208 0,1-1 0 0,-3-1 0 0,0 1 0 16,-3 2 0-16,0 0 0 0,-2-1 0 15,-1 2 0-15,-2 0-800 0,-2 0-96 0,-1 2-32 16,-1-1-13792-16</inkml:trace>
  <inkml:trace contextRef="#ctx0" brushRef="#br0" timeOffset="142604.7">8213 10362 911 0,'-6'-2'0'0,"3"2"0"0,0-1 0 0,0 0 0 16,2 1 1296-16,0 0 176 0,1-2 48 0,-2 2 0 0,0-2 624 0,1 1 128 15,0-1 32-15,2 0 0 0,1 1 0 0,0 1 16 16,0 0 0-16,3 0 0 0,-5 0-608 0,0 0-128 16,0 0-32-16,0 0 0 0,37 12-416 0,-37-12-96 0,0 0-16 15,0 0 0-15,46 17-336 0,-46-17-80 16,0 0-16-16,38 12 0 0,-38-12-192 0,0 0-32 0,36 14-16 16,-36-14 0-16,0 0-208 0,0 0-144 15,36 14 192-15,-36-14-192 0,0 0 0 0,0 0 0 16,0 0 0-16,0 0 0 0,0 0 0 0,0 0 0 15,0 0 0-15,0 0 0 0,0 0 0 0,9 35 0 16,-15-29 0-16,-3 0 0 0,0 2 0 0,-2-1 0 16,0-2 0-16,0 1 0 0,0 0 0 0,-3-2 0 15,-3 3 0-15,0 0 0 0,0 1 0 0,-1-2 0 16,2 2 0-16,1-1 0 0,2 0 0 0,1-3 0 0,2 2 0 16,2 0 0-16,1-1 0 0,3 0 0 15,1 0 0-15,2-3 0 0,2 1 0 0,1 0 0 16,-2-3 0-16,0 0 0 0,0 0 0 0,0 0 0 0,0 0 0 15,32 3 0-15,-32-3 256 0,23-6-64 0,-23 6-16 0,25-5 0 16,-25 5 272-16,29-7 48 0,-29 7 16 0,33-5 0 16,-33 5-272-16,34-6-48 0,-34 6-16 0,32-3 0 0,-32 3-48 15,30-3 0-15,-30 3 0 0,0 0 0 16,39-3-128-16,-39 3 0 0,0 0 0 0,33-4 128 0,-24 2-128 16,-1-1 0-16,0-1 0 0,-1 1 0 0,-1-1-320 15,-2 1-32-15</inkml:trace>
  <inkml:trace contextRef="#ctx0" brushRef="#br0" timeOffset="143401.93">8457 10775 6447 0,'0'-2'576'15,"1"0"-576"-15,1 1 0 0,-1-1 0 0,1 0 1184 0,0-1 128 0,3-2 32 0,2-4 0 0,5-5 832 16,2-1 160-16,0 1 32 0,0 0 16 15,1 0-656-15,0 0-144 0,2 2-32 0,-2-2 0 0,4 0-336 0,-1-1-80 16,1-1-16-16,0 1 0 0,0-1-464 0,1-3-80 16,-2 1-32-16,2-2 0 0,-1-1 64 0,1-2 16 15,-1 0 0-15,0 0 0 0,1-3-160 0,-1 2-16 16,-1 0-16 0,-2 3 0-16,-2-3-240 0,-3 5-32 0,-2 0-16 0,-1 3 0 0,-3-3-144 15,0 4 0-15,-3 0 0 0,-1 2 128 16,-1 1-128-16,-1 5 160 0,0 0-160 0,-1 2 160 15,0 0 112-15,-1 2 32 0,0 0 0 0,0 2 0 16,0 0-96-16,0 1-16 0,0 2 0 0,1 1 0 16,-1 0-192-16,0 0 176 0,0-1-176 0,1 3 160 0,1-1-160 15,-2 2 0-15,1-2 0 0,0 3 128 0,1 0-128 0,0 3 0 16,0 2 0-16,0 2 0 0,0 0 0 0,1-14 0 16,0 36 0-16,0-15 0 0,0 0 0 0,1 1 0 15,-1-1 128-15,0 0-128 0,0-1 0 0,0 1 0 16,0 2 0-16,0-3 0 0,0-20 0 0,3 35 0 15,-3-35 128-15,0 0-128 0,8 31 0 0,-8-31 0 16,0 0 0-16,0 0 0 0,0 0 0 0,0 0 0 16,0 0 0-16,0 0 0 0,37 7 0 0,-32-13 0 0,1-2 0 0,-1 1 0 15,2-3 0-15,0 0 0 0,1 1 0 16,-1-3 0-16,0 1-272 0,0-1 64 0,-1 0 16 16,1 0 0-1,-1 0-576-15,0 0-96 0,0 0-32 0,1-2 0 0,-1 0 576 0,2-2 96 0,-2 1 32 16,2-2 0-16,-3 1 192 0,2-1 0 15,0 0 0-15,0 1 0 0,-1 2 0 0,1 0 0 0,-2 2 0 16,0 0 0-16,-1 2 0 0,-1 3 0 0,0 0 0 0,0 3 0 16,-2 1 0-16,1 3 0 0,-2 1 0 0,-1 3 0 15,0 0 320-15,-1 4-64 0,-1 1 0 0,0 3 0 16,0 2-32-16,0 3-16 0,3-17 0 0,-5 36 0 16,3-15-80-16,2-1 0 0,0-20-128 0,-1 39 192 0,1-39-16 15,1 38-16-15,-1-38 0 0,4 28 0 0,-4-28 96 16,0 0 32-16,15 32 0 0,-15-32 0 0,0 0-160 15,0 0-128-15,0 0 192 0,42 17-192 0,-42-17 0 16,19-6 0-16,-19 6 0 0,18-7-16864 0</inkml:trace>
  <inkml:trace contextRef="#ctx0" brushRef="#br0" timeOffset="145003.82">9309 10410 10127 0,'0'0'896'0,"0"-1"-704"15,0 1-192-15,0 0 0 0,0 0 1296 0,0 0 240 16,1 0 32-16,-1-1 16 0,0 1-208 0,1 0-32 0,-1 0-16 16,0 0 0-16,0 0-560 0,1 1-128 15,-1 0 0-15,0-1-16 0,1 0-144 0,-1 2-32 16,1-2 0-16,-1 0 0 0,1 0 64 0,0 1 16 16,1-1 0-16,-1 2 0 0,0-2 32 0,0 2 0 15,-1-2 0-15,2 0 0 0,-1 0-48 0,-1 0-16 0,1 0 0 0,0 0 0 16,-1 0-128-16,0 1-32 15,0-1 0-15,0 0 0 0,1 0-144 0,-1-1-16 0,0 1-16 0,0 0 0 16,0 0-160-16,0 0 0 0,0 0 0 0,0 0 0 16,0-2 0-16,1 2 0 0,-1 0 128 0,1-2-128 15,-1 2 0-15,0 0 0 0,0 0 0 0,0 0 0 16,0 0 0-16,0 0 0 0,0 0 0 0,0 0 0 16,0 2 0-16,0-2 0 0,0 0 0 15,0 0 0-15,-1 2 0 0,1-1 0 0,0-1 0 0,0 2 0 0,-1-2 256 0,1 2-48 16,0-2 0-16,1 1 0 0,-1-1-16 0,0 1 0 15,0-1 0-15,0 0 0 16,0 2-192-16,0-2 128 0,0 0-128 0,0 0 0 16,0 0 128-16,0 0-128 0,0 0 0 0,0 0 144 15,0 0-144-15,0 0 0 0,-1 0 0 0,1-2 0 0,-1 2 0 0,1 0 0 16,0 0 0-16,0-1 0 0,-1 1 0 16,1 0 0-16,-1 0 128 0,1 0-128 0,0 0 0 0,1 0 0 15,-1-1 144-15,0 1-144 0,0 0 0 0,0 0 128 16,0 0-128-16,1 0 0 0,-1 0 0 0,0 0 0 0,1-2 0 0,-1 2 128 15,0 0-128-15,1 0 0 0,-1-2 0 0,0 2 128 16,0-1-128-16,0 1 0 0,0 0 0 0,1 0 0 16,-1 0 0-16,0-2 0 0,0 2 0 0,0 0 0 15,-1 0 0-15,1 0 0 0,0 0 0 0,0 0 0 16,0 2 0-16,0-2 0 0,0 0 0 0,0 0 0 16,0 0 0-16,0 1 0 0,0-1 0 0,0 2 0 0,0-2 0 0,0 0 0 15,0 0 0-15,0 0 0 16,0 0 0-16,1 0 0 15,-1 0 0-15,0 0 0 0,0 0 0 0,0 0 0 16,0 0 0-16,1 0 0 0,-1 0 0 0,0 0 0 0,0 0 0 0,0 0 0 0,0 0 0 0,0 0 0 16,0 0 0-16,0 0 0 0,0 0 0 0,0 0 128 15,0 0-128-15,0 0 0 0,0 2 0 0,0-2 128 16,0 1-128-16,0 0 0 16,0 1 160-16,0-1-32 0,0 1-128 0,0 1 192 0,-1 1-16 0,1 1-16 15,-1 0 0-15,1-5 0 0,0 0 16 0,0 23 0 16,0-23 0-16,0 0 0 0,1 27-176 15,-1-27 0-15,0 0 144 0,2 33-144 0,-2-33 0 0,0 0 0 16,2 33 0-16,-2-33 0 0,0 0 0 16,0 0 0-16,4 30 0 0,-4-25 0 15,0-5 0-15,0 0 0 0,0 0 0 0,0 0 0 16,0 0 0-16,0 0 0 0,0 0 0 0,0 0-128 0,0 0 128 0,0 0 0 0,0 0 0 16,7-2 0-1,-5-5-1024-15,-1-2-128 16,1 2-32-16,0-1 0 0,1-2-2016 0,0-1-416 0,-1 1-80 0,0-1-3552 15,0 1-720-15</inkml:trace>
  <inkml:trace contextRef="#ctx0" brushRef="#br0" timeOffset="148465.79">9639 10123 6447 0,'1'-2'576'0,"-1"-1"-576"0,1 1 0 0,0 2 0 16,0-1 1376-16,0-2 160 0,1 0 48 0,1-4 0 0,1-2 800 0,-2 1 176 15,2 0 16-15,-2 0 16 0,0 3-320 16,-1 0-64-16,-1 1-16 0,0 1 0 0,-1 3-768 0,-1-1-144 16,-1 2-48-16,-1 1 0 0,0 1-512 0,-3 4-96 15,2 0-32-15,-3 2 0 0,2 3-208 0,-2 0-32 16,2 2-16-16,-1 1 0 15,1 4-128-15,0 2-16 0,2 2-16 0,1 2 0 0,1 3-176 0,1-2 0 16,3 2 144-16,1-3-144 0,-3-25 128 0,10 43-128 16,-10-43 128-16,15 34-128 0,-15-34 128 0,0 0-128 0,28 33 160 15,-28-33-160-15,0 0 0 0,0 0 0 0,39 17 0 0,-39-17 0 16,25-3-256-16,-11-1-32 0,-1-1-16 0,1-2-16448 16</inkml:trace>
  <inkml:trace contextRef="#ctx0" brushRef="#br0" timeOffset="149112.59">9794 10375 7359 0,'-1'2'656'16,"1"-2"-528"-16,0 2-128 0,0-2 0 0,0 0 1600 15,1 0 272-15,-1 1 64 0,1 3 16 16,0-2 928-16,0-1 176 0,0 1 32 0,1 0 16 15,0-2-912-15,0-2-176 0,0 1-32 0,0-1-16 16,1 0-1008-16,0 0-208 0,0-1-48 0,0-2 0 16,1 1-224-16,0-1-48 0,0 0-16 0,1-2 0 15,1 0-288-15,-1 0-128 0,2-2 0 0,-1 0 128 0,1-2-128 0,-1-1 0 16,1 1 0-16,-1-3 0 16,0 2 0-16,-1 0 0 0,0-2 0 0,-1 2 0 0,-2-3 0 15,0 1 0-15,-1 2 0 16,-1 0 0-16,-1 0 0 0,0 1 0 0,-1 1 0 0,1 1 0 15,0 2 0-15,-1 0 0 0,1 2 0 0,-1 0 0 0,1 4 0 0,1 0 0 16,0 1 0-16,0 1 0 0,0 0 0 16,0 2 0-16,0 1 0 0,0 0 0 0,1 2 0 0,0 3 0 0,-1-9 0 15,3 24 0-15,-3-24 0 0,5 31 192 16,-5-31-192-16,6 35 192 0,-6-35-192 0,5 37 0 0,-5-37 0 0,1 37 128 16,-1-37-128-16,1 31 0 0,-1-12 0 15,0-3 0-15,0-16 0 0,1 32 128 0,-1-18-128 0,0-14 0 16,2 24 0-16,-2-24 0 15,0 0 0-15,0 0 0 0,0 0 0 0,0 0 0 0,0 0 128 0,0 0-128 0,0 0 0 16,0 0 0-16,0 0 0 0,0 0 0 16,33-1 0-16,-28-8 0 0,1-1 0 0,-2-2 0 15,2 1 0-15,-1-2 0 0,2-2 0 0,-1-2 0 0,0 0-128 0,0-1 128 16,-1 0 0-16,0-2 0 16,-2 2-464-16,0-3-32 0,1-1 0 0,-1 1 0 15,0 7 176-15,-1-1 48 0,0 1 0 0,0 2 0 0,1 3 272 0,-1 2 0 16,0 2 0-1,-1 1 0-15,0 3 128 0,0 1 64 0,0 1 32 0,-1 3 0 0,0-1 288 0,1 1 48 16,-1 6 16-16,0-1 0 0,0 6-272 0,0 0-48 16,0-15-16-16,2 37 0 0,-2-37-240 0,5 42 128 15,-5-42-128-15,5 48 0 0,-5-48 128 0,6 43-128 0,-6-43 0 0,8 37 144 16,-8-37-144-16,0 0 192 0,16 41-192 0,-16-41 192 16,0 0-192-16,0 0 0 0,26 35 0 0,-26-35 0 15,0 0 0-15,0 0-256 0,0 0 64 0,0 0-16960 16</inkml:trace>
  <inkml:trace contextRef="#ctx0" brushRef="#br0" timeOffset="149854.09">9353 10410 4607 0,'-1'-1'400'0,"0"0"-400"16,1 1 0-16,0 0 0 0,0-2 960 0,-1 2 96 15,0-1 32-15,-1 1 0 0,0-2 832 0,-1 0 192 16,1 1 16-16,-1 1 16 0,2 0-528 0,0 0-96 16,0 0-32-16,0 0 0 0,1 0-16 0,0 0-16 15,1 0 0-15,-1 0 0 0,1 0-288 0,0 1-48 0,0 1-16 0,1 0 0 16,-1 1-336-16,0 1-64 0,0 4 0 0,-1-8-16 15,0 0-304-15,3 30-64 0,-2-16-16 0,-1 1 0 16,0 4-304-16,0-19 0 0,1 42 128 0,-1-18-128 16,1 0 0-16,-2 0 0 0,1-3 0 0,0-1 0 15,0-20 0-15,1 33 0 0,-1-33 0 0,0 0 0 16,6 31 0-16,-6-31 0 0,0 0 0 0,0 0 0 16,0 0-144-16,0 0 144 0,0 0-128 0,0 0-10032 15,0 0-2000-15</inkml:trace>
  <inkml:trace contextRef="#ctx0" brushRef="#br0" timeOffset="150374.74">9321 10450 12895 0,'-2'-2'576'0,"0"0"112"0,1 2-560 0,0-2-128 15,0 1 0-15,1 1 0 0,0 0 1344 0,0-2 256 16,0 0 32-16,0 1 16 0,1-3 64 0,1 0 16 15,1 0 0-15,-1 0 0 0,2-1-512 0,0 0-80 16,0 2-32-16,1-1 0 0,0-1 528 0,1 1 96 0,2-1 32 0,-2 0 0 16,2 1-1760-16,-1-1-160 0,0 0-128 0,2 3-32 15,-1 0 672-15,0 0 128 16,-8 2 32-16,0 0 0 0,0 0-208 0,0 0-48 0,37 6 0 0,-37-6 0 16,0 0-256-16,0 0 0 0,0 0 0 0,17 37 0 15,-17-37 0-15,0 0 0 0,1 27 0 16,-3-17 0-16,-1 0 0 0,0-2 0 0,-1 1 0 0,0-1 0 15,0-1 0-15,-2 1 0 0,0-2 0 0,-1 2 0 16,1-1 128-16,-2-2-128 0,2 1 0 0,-2-1 0 16,3 0 0-16,-2 0 0 0,2 0 0 0,-1-1 0 15,1-1 0-15,0-1 0 0,2 1 0 0,0-1 0 0,2-1 128 0,-1 0-128 16,2-1 0-16,1 0 0 0,0 0 0 0,0 0 0 16,2 0 0-16,1-1 0 15,1 0 176-15,0-1-176 0,2 2 160 0,1-3-160 0,0 1 352 16,-8 2-32-16,0 0 0 0,32-3 0 0,-32 3-176 15,0 0-144-15,38 0 192 0,-38 0-192 16,0 0 176-16,36 8-176 0,-36-8 160 0,0 0-160 16,0 0 128-16,0 0-128 0,41 23 0 0,-41-23 144 0,0 0-144 0,0 0 0 0,0 0 144 0,4 31-144 15,-9-24 128 1,-1 0-128-16,-1 1 160 0,-4 1-160 0,-1 2 160 0,-1-1-160 16,-2 2 160-16,-3 0-160 0,1-3 0 0,-1-2 0 15,0 1 0-15,3-2 0 0,0 2 0 16,1-4-240-16,1-1 32 0,2 0-17488 0</inkml:trace>
  <inkml:trace contextRef="#ctx0" brushRef="#br0" timeOffset="151235.35">10253 10111 7359 0,'-1'-2'656'0,"0"-1"-528"16,1 3-128-16,0-2 0 0,0 2 1152 0,0-1 208 16,0 0 48-16,0-3 0 0,0 1 656 0,2 0 144 15,-2 1 32-15,2 2 0 0,2 0-576 0,0 2-128 0,0 3 0 0,-4-5-16 16,0 0-192-16,0 0-48 0,0 0 0 0,34 39 0 15,-34-39-496-15,0 0-96 0,31 42-32 0,-31-42 0 16,0 0-96-16,25 47-32 16,-25-47 0-16,12 35 0 0,-12-35-208 0,4 35-32 15,-5-20-16-15,-2 2 0 0,0-2-80 0,-5 1 0 16,1-2-16-16,-4 1 0 0,-1 3 16 0,-3 1 16 16,-1 0 0-16,1-1 0 0,2-5-208 0,-3 3 0 15,-2-1 0-15,-2 2 0 16,-2-3-1056-16,2 0-160 0</inkml:trace>
  <inkml:trace contextRef="#ctx0" brushRef="#br0" timeOffset="151864.71">10605 10126 11967 0,'-2'-5'528'0,"0"0"112"0,0 3-512 0,1 0-128 16,1 1 0-16,0 1 0 0,0 0 1696 0,-1 0 304 15,0-2 64-15,0 2 16 0,-1 2-288 0,0 1-64 16,0 1-16-16,0 4 0 0,1-1-512 0,0 2-112 16,-1 5 0-16,0 0-16 0,2-14-496 0,-1 36-80 15,1-36-32-15,-2 36 0 0,2-36-160 0,-1 33-48 0,1-33 0 0,1 33 0 16,-1-33 64-16,0 0 0 0,7 37 0 15,-7-37 0-15,0 0-160 0,0 0-32 0,0 0 0 0,0 0 0 16,0 0-128-16,36 23 0 0,-30-26 0 0,2-3 0 16,-2 0 0-16,1-2 0 0,0-1 0 0,0 0 0 15,0 0 0-15,-1-3 0 0,0 0 0 16,0 0 0-16,-2 0-336 0,1 2 0 0,-1-1 0 0,-1 1 0 31,0 1-816-31,-1-3-176 0,-1 2-16 0,0-2-16 0,-1 3 1024 0,0-3 208 0,-1 1 128 0,1 1-160 16,0 3 576-16,0 0 112 0,0 2 32 0,-1 0 0 15,2 1 320-15,-1 2 64 0,1 1 16 0,0 2 0 0,0 1-208 16,0 1-48-16,0 3 0 0,-1-6 0 16,0 0-208-16,7 33-48 0,-7-33-16 0,5 34 0 15,-5-34-192-15,6 38-48 0,-6-38 0 0,6 42 0 0,-6-42 0 16,6 36-16-16,-6-36 0 0,0 0 0 0,13 40-48 16,-13-40-128-16,0 0 192 0,0 0-64 0,0 0-128 0,30 29 0 15,-30-29 0-15,0 0-11424 16,0 0-2240-16</inkml:trace>
  <inkml:trace contextRef="#ctx0" brushRef="#br0" timeOffset="152571.66">8085 10934 7359 0,'-1'0'656'0,"0"-1"-528"15,1 1-128-15,0 0 0 16,0-1 1024-16,0 1 192 0,0 0 16 0,1-2 16 0,0 1 400 0,0-1 80 15,1 2 0-15,1 0 16 0,0 0-208 0,2 0-32 0,2 2-16 0,-7-2 0 16,0 0-336-16,0 0-64 16,0 0 0-16,44 17-16 0,-44-17-256 0,0 0-48 15,42 12-16-15,-42-12 0 0,36 4-176 0,-36-4-16 16,44 3-16-16,-44-3 0 0,54 0 64 0,-54 0 16 16,58-3 0-16,-58 3 0 0,55-2 160 0,-23 0 48 15,2-3 0-15,3 2 0 0,2-1-256 0,2-3-64 16,3 2 0-16,-1 0 0 0,0 1-256 0,0 0-64 15,-2 1-16-15,3-3 0 0,2 2-48 0,4-1-128 16,1 0 192-16,-4 1-64 0,-2 1-128 0,3-2 0 16,3 2 0-16,1-2 128 0,4 0-128 0,-1 2 0 0,1-1 0 15,0 1 0-15,2-2 0 0,0-1 0 0,2 0 0 0,1-1 0 16,3 2 0-16,0 1 0 0,0-3 0 0,0 2 0 16,-3-2 0-16,4 2 0 0,3 3 128 0,1-1-128 15,-9-2 0-15,5 2 0 0,5-3 0 0,0 1 0 16,1 4 128-16,-4-2-128 0,0-4 0 0,-1 2 128 15,0-3-128-15,0 4 0 0,-1-1 0 0,-4-2 0 16,-4 0 0-16,-4-3 0 0,-5 2 0 0,-1 0 0 16,-3 1 0-16,-4 0 0 0,-3 2 0 0,-6 0 0 15,-31 5-368 1,43-5-96-16,-43 5-32 0,0 0-17056 0</inkml:trace>
  <inkml:trace contextRef="#ctx0" brushRef="#br0" timeOffset="153552.38">8682 11370 15663 0,'-6'0'1392'0,"3"2"-1120"0,-1-2-272 16,3 0 0-16,0 1 576 0,0 1 48 15,0-2 16-15,0 1 0 0,0 3 1472 0,0 0 320 0,2-1 48 0,1 2 16 16,2-3-704-16,-4-2-128 16,0 0-16-16,0 0-16 0,0 0-528 0,49 12-96 0,-49-12-32 15,0 0 0-15,47 0-288 0,-47 0-64 0,34 0-16 0,-34 0 0 0,35 1-416 0,-35-1-192 16,31-1 160-16,-31 1-160 15,30-2 0-15,-30 2 0 16,0 0 0-16,34-5 0 0,-25 2 0 0,-1 1 128 16,-8 2-128-16,0 0 0 0,0 0 0 0,20-7 0 0,-17 7 0 0,-2 0 0 0,0-2 0 0,-1 2 0 15,0 2 0-15,0-2 0 16,-1 0 0-16,0 0 0 0,1 0 0 0,-1 2 0 16,0-1 0-16,0-1 128 0,1 2-128 15,-1-2 0-15,0 2 0 0,1-2 176 0,0 0-176 0,-1 0 160 0,1 0 16 0,0 0 0 16,0 0 0-16,0 0 0 0,0 0-176 0,0 0 0 15,0 0 0-15,0 0 128 0,0 0-128 0,0 0 0 0,0 0 0 0,0 0 0 32,0 0 0-32,0 0 0 0,0 0 0 0,0 0 0 0,0-2 0 0,0 2 0 0,-1 0 128 0,1 0-128 15,0 0 0-15,1-2 0 0,-1 2 0 0,0-1 0 16,0 1 0-16,0 0 0 0,0 0 0 0,0 0 0 16,0 0 0-16,0 0 0 0,0 0 128 0,0 0-128 15,0 0 0-15,0 0 0 0,0 0 0 0,0 0 0 16,0 0 0-16,0 0 0 15,-1 0 0-15,1 0 0 0,0 0 0 0,0 1 0 0,-1-1 0 0,1 2 0 16,-1-2 0-16,1 0 0 0,-1 0 0 0,1 0 0 16,-1 0 0-16,1 2 0 0,-1-2 0 0,0 0 0 0,0 0-144 0,1 0 144 15,-1 0 0-15,1 0 0 16,0 0-1504-16,0 0-192 0,1 0-32 0,0 0-16 16,0 0-1360-16,0 0-272 0,0-2-48 0,0 2-16 15,-1 0 1040-15,0 0 208 0,0-2 32 0,0 2 16 0,0 0 1392 0,-1 0 288 31,0 0 48-31,0 2 16 0,0-2 400 0,0 0 0 0,0 0 0 0,1 0 176 0,-1 0 128 0,1 2 16 16,0-2 16-16,0 0 0 0,0 2-128 0,0-2-16 31,0 1-16-31,0 1-6432 0</inkml:trace>
  <inkml:trace contextRef="#ctx0" brushRef="#br0" timeOffset="154248.31">8655 11444 11055 0,'-5'-4'480'0,"2"3"112"0,0-2-464 0,2 1-128 0,0 2 0 0,0-2 0 16,-1 0 1664-16,-1-1 304 0,-1-2 64 0,0-2 16 15,-1 0 224-15,1 3 48 16,2-1 16-16,0 2 0 0,1 3-608 0,0 0-128 0,2 1-32 0,1 3 0 16,0-1-624-16,-2-3-128 0,0 0-32 0,0 0 0 15,0 0-224-15,31 40-48 0,-31-40-16 0,0 0 0 16,37 31-160-16,-37-31-16 0,0 0-16 0,49 29 0 16,-49-29 64-16,0 0 16 0,53 23 0 0,-53-23 0 15,0 0-160-15,56 14-32 0,-56-14 0 0,41 7 0 16,-41-7-192-16,0 0 144 0,51 12-144 0,-51-12 128 0,0 0-128 15,44 14 0-15,-44-14 0 0,0 0 0 0,0 0 0 0,29 31 0 16,-27-24 0-16,-2 1 0 0,-3 0 0 0,-2 1 0 16,-1 2 0-16,-3-2 0 0,-1 0 0 0,-1 1 0 15,-1-2 0-15,-2 1 0 0,0-1 0 0,0 0 0 16,0-3 0-16,0 2 0 0,0-2 0 0,0 2 0 16,0-2 0-16,0 0 0 0,1 2 0 0,2-2 0 15,1 2 0-15,0 0 0 0,2 1-144 0,1 0 144 16,1-1 0-16,2 1 0 0,2-2 0 0,0 2 0 15,2-4 0-15,0 1 0 0,2 0 0 0,-1-3 0 16,2 1 0-16,1-1 0 0,1 0 0 0,-5-2 0 16,0 0 0-16,0 0 0 0,30-4 0 0,-30 4 0 0,24-5 0 0,-24 5 0 15,33-7 0-15,-33 7 0 0,37-10 0 0,-37 10 0 16,42-8 0-16,-42 8 0 0,41-8 0 0,-41 8 0 16,37-3 0-16,-37 3 0 0,35-2 0 0,-35 2 0 15,0 0 0-15,39-2 0 0,-39 2 0 0,0 0 0 16,26-7-960-1,-20 6-144-15</inkml:trace>
  <inkml:trace contextRef="#ctx0" brushRef="#br0" timeOffset="154979.2">9154 11878 6447 0,'-3'7'272'0,"2"-4"80"15,0 2-352-15,1-2 0 0,-1 0 0 0,1-2 0 16,-1 1 1888-16,2 2 304 0,0 1 64 0,1 2 16 16,0-4 576-16,0 1 112 0,2-4 32 0,0 0 0 15,0-3-912-15,2-1-176 0,0-1-48 0,0-3 0 16,2-1-768-16,1-2-144 0,0-1-48 0,1 0 0 0,1-4-304 0,1 1-64 0,1-1-16 0,-1-3 0 15,1 2-224 1,0-1-48-16,0-2-16 0,0 1 0 0,-1-2-224 16,1-1 0-16,0-3 0 0,0 0 0 0,-2 2 0 15,-1-1 0-15,-1 1 0 0,-1-3 0 0,-1 3 0 0,-1 0-160 16,-3 3 160-16,1 0-128 0,-1 4-48 0,-1-1 0 16,-1 5 0-16,-1 0 0 0,1 5 176 0,0 0-128 15,-1 4 128-15,0 3-128 0,0 0 128 0,0 3 0 0,0 0 0 0,-1 1 0 16,0 1 0-16,1 2 0 15,0 0 0-15,0 0 0 0,0 3 0 0,-1-3 0 16,1 4 144-16,0-2-144 0,0 2 160 0,0-2-160 0,0 3 128 16,1-2-128-16,-1 3 144 0,0 0-144 0,1-1 160 15,-1 4-160-15,1-1 144 0,0 3-144 0,-1-1 128 0,0 2-128 16,1 2 0-16,-1-2 0 0,0 2 128 0,1-2-128 0,0 0 0 0,0-4 0 16,-1-15 0-16,4 26 0 0,-4-26 0 0,0 0 0 15,0 0 0-15,0 0 0 0,0 0 0 0,0 0 0 16,0 0 0-16,0 0 0 0,0 0 0 0,39-10 0 31,-32-2 0-31,-1 0 0 0,3-2-384 16,-1-2-64-16,1-1-16 0,0 0 0 15,-1-1-368-15,0-2-64 0,-1 2 0 0,0-2-16 16,1-1 304-16,-2 2 64 0,-1-2 16 0,-1 2 0 0,-2 0 400 0,-1 2 128 0,1 3 0 0,-1 2 0 16,-1 0 0-16,0 3 0 0,0 0 0 0,-1 2 144 15,1 2 384-15,-1 2 80 0,0-1 16 0,0 3 0 16,1 1 64-16,0 0 16 0,0 5 0 0,0 0 0 15,0 0-320-15,0 4-64 0,0 3-16 0,0 2 0 16,0 0-128-16,0 3-32 0,0 0 0 0,0 1 0 16,1 2-144-16,-1 1 0 0,1 1 144 0,0 1-144 0,0-2 128 0,0 1-128 15,0-1 160-15,1 0-160 0,-2-21 160 16,5 34-160-16,-5-34 160 0,0 0-160 0,13 33 0 0,-13-33 0 16,0 0 0-16,0 0 0 0,0 0 0 0,0 0 0 15,39 7 0-15,-31-12-17008 16</inkml:trace>
  <inkml:trace contextRef="#ctx0" brushRef="#br0" timeOffset="155250.84">9745 11650 5519 0,'0'2'496'0,"0"-2"-496"0,0 1 0 0,0-1 0 15,0 2 1776-15,0-2 256 0,0 2 48 0,0 3 16 16,1-1 544-16,-1 2 112 0,0 1 32 0,0-7 0 16,0 0-1040-16,1 25-208 0,-1-25-32 0,0 0-16 15,1 30-464-15,-1-30-112 0,0 0-16 0,3 30 0 16,-3-30-384-16,0 0-96 0,0 0-16 0,4 30 0 0,-4-30-400 16,0 0 0-16,0 0 0 0,0 0 0 0,0 0-160 0,0 0-112 15,0 0-32-15,0 0-14112 16</inkml:trace>
  <inkml:trace contextRef="#ctx0" brushRef="#br0" timeOffset="155685.44">9741 11655 911 0,'-1'-3'0'0,"0"1"0"0,-1 2 0 0,2-1 0 0,0 0 1952 0,0 1 304 16,0-3 64-16,0-2 16 0,1 2 688 0,0-2 144 0,1 1 32 0,0 0 0 15,2 2-768-15,1-1-160 0,1 1-32 16,0 0 0-16,-6 2-896 0,0 0-192 0,0 0-48 0,30-1 0 15,-30 1-640-15,0 0-128 0,0 0-16 16,0 0-16-16,0 0-304 0,0 0 0 0,39 18 0 16,-37-14 0-16,-2-4 0 0,0 0 0 15,0 0 0-15,-1 19 0 0,-1-14 0 0,-4-1 0 16,0 2 0-16,0 0 0 0,-1-1-256 0,-1 0 64 16,1-1 0-16,-2-1 0 0,2 2 192 0,-1-2 0 0,0 0-160 15,1 0 160-15,2 0 0 0,-1-1 0 0,3 0 0 16,0 0 0-16,1 1 0 0,1-1 0 0,1 1 0 0,0-3 0 15,2 0 208-15,0 2-32 16,3-2-16-16,-5 0 0 0,0 0 272 0,0 0 48 0,0 0 16 0,36-4 0 16,-36 4-176-16,0 0-48 0,31-6 0 0,-31 6 0 15,0 0-144-15,35-3-128 0,-35 3 144 0,0 0-144 0,0 0 0 0,37 3 0 16,-37-3 0-16,0 0 0 16,0 0 0-16,0 0 0 0,0 0 0 0,0 0 0 0,0 0 0 15,10 31 0-15,-15-26 0 0,0 0 0 16,-2 0 0-16,-1-1 0 0,-1 1 0 0,0 0 0 0,0-1 0 15,-1 1 0-15,0-2 0 0,-1 0 0 0,2 0 0 0,0 0-192 16,0-2 192 0,3 1-208-16,-1 0-688 0,3-2-128 15,0 1-16-15,1-2-16 0,1 1-1696 0,2-2-320 0</inkml:trace>
  <inkml:trace contextRef="#ctx0" brushRef="#br0" timeOffset="155976.64">10141 11311 12895 0,'-2'-3'576'0,"1"1"112"0,0 1-560 0,-1 0-128 0,1 1 0 0,-1 0 0 16,0 1 1584-16,-2 0 272 15,-3 2 64-15,-1 2 16 0,-3 1 16 0,0 2 0 16,1-2 0-16,-1 4 0 0,1 0-512 0,0 2-96 0,0 0-32 0,0 2 0 15,2 2-528-15,0 1-96 0,3 0-32 16,0 2 0-16,1 2-80 0,2-2-32 0,0 2 0 0,2-21 0 16,2 39-48-16,-2-39-16 0,6 33 0 0,-6-33 0 15,0 0-208-15,0 0-32 0,30 40-16 16,-30-40 0-16,0 0-224 0,0 0 0 0,43 9 0 0,-43-9 0 31,26-3-512-31,-13-3 16 0,1 0 0 0,-1-2-16032 0</inkml:trace>
  <inkml:trace contextRef="#ctx0" brushRef="#br0" timeOffset="156505.99">10292 11375 8287 0,'0'0'368'0,"-1"0"80"0,1 0-448 0,0 0 0 15,-1 1 0-15,1-1 0 0,-1 2 1680 0,0 0 256 16,0-1 48-16,-1 2 16 0,0 0-208 0,0 2-32 0,0-1-16 0,1 1 0 16,-1 0-368-16,1 0-80 15,0 2-16-15,1-7 0 0,0 0-112 0,-1 27-16 0,1-27-16 0,0 0 0 16,0 32-240-16,0-32-32 0,0 26-16 0,0-26 0 16,0 0-272-16,4 35-48 15,-4-35-16-15,0 0 0 0,4 29-256 0,-4-29-48 0,0 0-16 16,0 0 0-16,0 0-192 0,0 0 0 15,0 0 128-15,0 0-128 0,0 0 0 0,0 0 0 16,36 15 0-16,-30-21 0 0,1 2-336 0,-1-6 32 0,2 3 16 0,0-2 0 31,0-2-1232-31,0 0-240 0,2-3-48 0,-1 1-16 16,1 0 112-16,-1-1 32 0,-1 2 0 0,-2 0 0 16,0 0 656-16,-1 0 144 0,-2 1 32 0,1 1 0 0,-1 1 672 0,0 1 176 0,-2 0 0 0,-1 2 0 15,0 4 512-15,0-2 144 0,-1 3 32 0,0-1 0 0,0 0 640 16,0 2 128-16,0 2 16 15,0 0 16-15,0 1-336 0,0 0-80 0,0 1-16 0,-1 3 0 0,1 0-352 16,0 0-64-16,0 5 0 0,0-2-16 0,1-10-128 16,0 24-32-16,0-24 0 15,1 28 0-15,-1-28 32 0,0 0 0 0,7 40 0 0,-7-40 0 16,0 0-32-16,0 0 0 0,15 38 0 0,-15-38 0 0,0 0-320 0,0 0-144 16,0 0 128-16,0 0-128 0,0 0 0 0,0 0 0 0,34 19 0 15,-30-22-11408 1,1 1-2256-16</inkml:trace>
  <inkml:trace contextRef="#ctx0" brushRef="#br0" timeOffset="156787.03">10653 11244 8287 0,'1'0'736'0,"0"-2"-592"16,1 2-144-16,-1 0 0 0,0 0 2352 0,1 0 432 0,1-1 96 0,3 0 0 0,1 1 288 0,-7 0 48 16,0 0 16-16,0 0 0 0,40 14-1216 0,-40-14-240 15,0 0-48-15,29 36-16 0,-29-36-944 0,17 38-192 16,-17-38-48-16,13 42 0 16,-13-42-176-16,5 45-32 0,-5-45-16 0,0 43 0 0,-4-22-80 0,-1-2-16 15,-3 1 0-15,-1-2 0 16,0 1-208-16,-3-2 0 0,0-1 0 15,-2 1 0-15,-1 0 0 0,-3-3-160 0,0-1 0 16,-5 2-17600-16</inkml:trace>
  <inkml:trace contextRef="#ctx0" brushRef="#br0" timeOffset="159867.37">9816 10225 911 0,'0'-4'0'0,"1"1"0"16,-1 3 0-16,0-2 0 0,1 0 800 0,0-1 80 15,-1 0 16-15,1-5 0 0,2 0 384 0,-1-2 64 0,1 1 32 0,-1 2 0 0,0 2-32 16,-1-2-16-16,1 3 0 0,0 1 0 15,0-2-160-15,1 3-16 0,-1-2-16 0,-1 0 0 16,1 2-16-16,0 0 0 0,1-2 0 0,1 1 0 0,-1-2-432 0,1 3-96 16,1-3-16-16,-1 0 0 15,0 3-368-15,-1-3-80 0,1 2 0 0,-3 1-128 16,2 0 0-16,-1 2 0 0,0-2 0 0,0 2 0 16,-1 0 0-16,-1-2 0 0,1 4 0 0,-3-2 0 15,2 2 128-15,-1 0-128 0,1 0 0 0,-2 2 0 16,1 1 256-16,-1-2-16 0,1 2 0 0,0 0 0 15,0 2 128-15,0 3 16 0,1 2 16 0,-1 2 0 16,1 2-64-16,0 2-16 0,0-18 0 0,1 39 0 16,-1-39-192-16,2 41-128 0,-1-19 128 0,-1-2-128 15,-1 1 128-15,1-4-128 0,-1 0 160 0,1-3-160 0,0-2 128 16,0-2-128-16,0-1 0 0,1-1 0 0,-1-2 128 0,1-1-128 16,-1-1 0-16,0-1 0 0,0 0 0 0,0-1 0 15,1 0 0-15,-1-2 0 0,0 0 0 0,0 0 0 16,0-2 0-16,1-1 0 0,0 1 0 0,0-3 0 15,0 1 0-15,0-1 0 0,1 0 0 0,0 0 0 16,-2-3-160-16,1 0 160 0,1 1-304 0,-1-1 32 0,-1 1 0 16,1-2 0-1,-1 1-368-15,0 0-64 0,-1-1 0 0,-1 0-16 0,0-2 464 0,1 1 80 0,-2-2 32 0,0 1 0 16,-1 1 144-16,1-2 0 0,0 2 0 0,0 2 128 16,1 2-128-16,0 2 0 0,1-1 128 0,0 2-128 15,1 1 128-15,1 2-128 0,0 0 160 16,0 2-160-16,0 3 192 0,0 0-64 0,0 2-128 15,1 0 192-15,-2-7 96 0,0 0 16 0,5 36 0 0,-5-36 0 16,2 27-112-16,-2-27-32 0,4 27 0 0,-4-27 0 0,1 27 32 0,-1-14 16 16,0 0 0-16,0-2 0 15,-1-1 160-15,1-3 16 0,-1 2 16 0,0-3 0 0,0 0 64 0,1-1 16 16,0-2 0-16,0-1 0 0,1-2-224 0,0-2-64 16,0-1 0-16,2-1 0 0,0 1-192 15,-1-2 0-15,2-2 0 0,1 0-9328 16,0-2-1904-16</inkml:trace>
  <inkml:trace contextRef="#ctx0" brushRef="#br0" timeOffset="162820.92">12745 10397 10127 0,'1'-1'896'0,"-1"-1"-704"16,0 2-192-16,0-2 0 0,0 2 1024 0,0 0 160 0,0-1 32 0,0-1 16 16,1-1-32-16,-2 2-16 0,1 0 0 0,0-1 0 15,-1 0-544-15,1 1-96 0,0 1-32 0,-1 0 0 16,0 0 0-16,0 0-16 0,0 0 0 0,0 0 0 16,-1 0 112-16,1 0 32 0,-1 0 0 0,0 0 0 15,0 0-48-15,0 1 0 0,-1 1 0 0,-1-2 0 16,1 2-96-16,0-1-32 0,-1 0 0 0,0 1 0 15,1 1-96-15,0 0-32 0,-3 0 0 0,2 0 0 0,0 2-144 0,-1 0-16 16,1 0-16-16,-1 3 0 0,-1 0 32 16,1 4 0-16,-1 0 0 0,1 5 0 15,0-2 192-15,0 3 64 0,1 2 0 0,-1 0 0 0,2 2-96 16,-2 0-16-16,1 1 0 0,1-2 0 0,0-1 32 16,0-2 0-16,3-18 0 0,-2 31 0 15,2-31-208-15,0 0-32 0,0 0-128 0,5 33 192 16,-3-30-192-16,0-1 128 0,2-2-128 0,1 0 0 0,0-3 192 15,1-4-64-15,1 1-128 0,1-1 192 0,1-1 224 16,-1-1 32-16,2-1 16 0,1 0 0 0,0-2-320 16,0 0-144-16,0-2 128 0,0 0-128 0,-1 2 0 15,0-2 0-15,-1 2 0 0,-3 0 0 0,0 0 0 0,-1 0 0 0,-3 1 0 16,0-1 0-16,-1 1 0 0,-2-2 0 0,-1 0 0 16,-1 0 0-16,-2-1 0 0,-1 2 0 0,-1-2 0 15,0 2 0-15,-1 0 0 0,0 0 0 0,1 3 0 16,0 1 128-16,0 4-128 0,2-1 0 0,0 3 0 0,1 2 0 15,0 0 0-15,-2 3 0 16,3 1 0-16,-2 1 0 0,2 2 0 0,0 0 0 16,1 2-144-16,0 1 144 0,1 0 0 0,1-1-160 0,0 0 160 0,0-9-128 31,0 0-1536-31,0 0-320 0</inkml:trace>
  <inkml:trace contextRef="#ctx0" brushRef="#br0" timeOffset="165069.48">12937 10609 19343 0,'1'-2'1728'0,"-1"0"-1392"15,0 2-336-15,0 0 0 0,0 2 1328 0,0-2 192 0,1 0 32 0,0 0 16 16,0 2 320-16,0-1 64 15,1 3 16-15,-1 0 0 0,1 2-688 0,-2-6-144 0,0 0-32 16,0 0 0-16,0 0-816 0,0 0-160 16,12 35-128-16,-10-30 144 0,-2-5-144 0,0 0 0 0,0 0 0 0,0 0 0 31,0 0-848-31,0 0-48 0</inkml:trace>
  <inkml:trace contextRef="#ctx0" brushRef="#br0" timeOffset="165629.57">13121 10479 18431 0,'2'-3'816'0,"-1"1"160"0,1 1-784 0,-1 0-192 0,0 1 0 0,-1 0 0 0,0 1 1552 15,1 0 272-15,1 1 48 0,0 1 16 16,-2-3 48-16,0 0 16 0,0 0 0 0,0 0 0 0,0 0-992 15,0 0-208-15,0 0-48 0,0 0 0 0,40 12-240 0,-34-15-48 16,2-3-16-16,-1 0 0 16,3-1-240-16,-2 0-160 0,0-2 192 0,1 2-192 15,-2-3 0-15,0 3 0 0,-2-2 0 0,-1 1 0 0,0-1 0 0,-3 2 0 16,0-1 0-16,-2 2 0 0,0 1 0 0,-1 0 0 0,-1 1 0 0,-3 1 0 16,0 0 0-16,-2 1 0 15,-1 1-128-15,-1 1 128 0,0 1 0 0,-2-1 0 0,0 3 0 0,-1 0 0 16,1 1 0-16,-1 0 0 15,0 4 0-15,1-3 0 0,2 4 0 0,2-2 0 16,0 0 0-16,1 1 0 0,2-2 0 0,1 2 0 16,1-1 0-16,0 2 0 0,2-2 0 0,0 0 0 0,2 1 0 15,1-2 0-15,1-1 0 0,1 0 0 16,0-1 128-16,-4-4-128 0,0 0 0 0,0 0 160 0,0 0-160 16,41 12 128-16,-41-12 192 0,0 0 48 0,30 3 0 15,-30-3 0-15,0 0-208 0,0 0-32 16,30 5-128-16,-25-5 192 0,0 2-192 0,-3-2 0 0,1 0 0 15,-1 2 0-15,-1-2 0 0,0 3 0 0,-1-1 0 16,0-1 0-16,-1 3 0 0,0 0 0 0,-1 4 0 0,1-3 0 16,-1 5 0-16,-2 1 0 0,0-1 0 0,0 4 0 15,1 0 0-15,-2 0 0 0,0 2 0 0,0-1 0 16,0 2 0-16,0 0 128 0,-2-1-128 0,2-2 0 0,0 0 0 16,1-2 0-16,1-2 0 0,1 1 0 15,0-3 0-15,1-1 0 0,0 0 0 0,1-3 0 0,0-1-288 16,1-1-48-16,1-2-16 0,1 0-16416 0</inkml:trace>
  <inkml:trace contextRef="#ctx0" brushRef="#br0" timeOffset="165899.07">13331 10493 11967 0,'-1'0'1072'0,"1"1"-864"15,1-1-208-15,0 2 0 0,-1-2 1600 0,1 0 288 0,1 0 48 0,1 2 16 16,1 0 784-16,-4-2 144 16,0 0 48-16,0 0 0 0,0 0-1200 0,42 22-224 15,-42-22-48-15,0 0-16 0,33 24-688 0,-33-24-144 16,0 0-32-16,35 32 0 0,-35-32-112 0,0 0-16 16,32 34-16-16,-32-34 0 0,0 0-240 0,0 0-32 15,29 36-16-15,-29-36 0 0,0 0-144 0,0 0 0 0,0 0 0 16,0 0 0-16,0 0-144 0,0 0-16 15,0 0 0-15,0 0-11248 0,34 20-2256 0</inkml:trace>
  <inkml:trace contextRef="#ctx0" brushRef="#br0" timeOffset="166090.09">13550 10469 10127 0,'-2'-2'896'0,"1"-1"-704"0,1 3-192 0,-1 0 0 16,1 1 1296-16,-1 1 240 0,-2 0 32 0,-1-1 16 15,-1 3 336-15,-4 3 80 0,1 2 16 0,-2 3 0 0,-1 3-400 0,-2-1-80 16,0 3 0-16,-2 1-16 16,0 2-304-16,-1-2-48 0,2-1-16 0,-1 0 0 15,3-3-512-15,0-2-96 0,3-2-32 0,1-1 0 16,1 0-512-16,2-2 0 0,1-3 0 0,1-1 0 16,2 0-528-16,0-3-112 0</inkml:trace>
  <inkml:trace contextRef="#ctx0" brushRef="#br0" timeOffset="166399">13765 10403 11967 0,'4'-5'528'16,"-1"1"112"-16,0 1-512 0,-2-1-128 15,0 3 0-15,0 1 0 0,-1 0 1808 0,1-1 336 16,0 0 64-16,-1-1 16 0,1 2-176 0,-2 2-16 0,1 2-16 0,-3 4 0 0,0-1-736 0,0 5-160 16,-1-1-32-16,0 4 0 15,-1 2-496-15,1-1-96 0,-2 3-32 0,6-19 0 0,-7 32-224 16,7-32-48-16,-7 30-16 0,7-30 0 0,-5 26-176 0,5-26 0 16,0 0 0-16,-3 33 0 15,3-33-288-15,0 0-96 0,0 0 0 0,0 0-14096 0</inkml:trace>
  <inkml:trace contextRef="#ctx0" brushRef="#br0" timeOffset="167648.74">13946 10583 6447 0,'-2'0'576'0,"1"1"-576"0,0 1 0 0,1-2 0 15,-1 0 1216-15,0 0 128 0,0 2 16 0,-1-1 16 16,-1 0 288-16,2 1 48 0,-1 1 16 0,2-3 0 16,0 2-160-16,2-2-32 0,-1 0 0 0,3-2 0 15,0 2-256-15,1-3-48 0,1 1-16 0,0 1 0 16,3 0 0-16,-1-3-16 0,2 3 0 0,1-3 0 16,-2 3-240-16,0-1-64 0,1 0 0 0,-1 0 0 15,-9 2-272-15,17-3-64 0,-9 3-16 0,-1-3 0 0,0 3-320 0,-2 0-64 16,1-2-16-16,-2 2 0 0,0-1-144 0,0 0 0 15,-1 1 0-15,0-2 0 16,-1 2-848-16,0 0-48 0,0-2-16 0,-1 1-9616 16,0 1-1920-16</inkml:trace>
  <inkml:trace contextRef="#ctx0" brushRef="#br0" timeOffset="167887.1">14026 10503 3679 0,'-1'-1'320'0,"0"1"-320"0,0 0 0 0,1 0 0 16,0 1 912-16,0-1 112 0,0 2 32 0,-1-2 0 15,1 3 1024-15,0 1 208 0,-1 1 32 0,1-5 16 16,0 0-576-16,0 0-112 0,-6 37-32 0,6-37 0 16,0 0-672-16,-8 36-144 0,8-36-32 0,-8 26 0 15,8-26-192-15,-8 26-32 0,8-26-16 0,-6 22 0 16,6-22-400-16,0 0-128 0,0 0 0 0,-1 31-7792 15,1-31-1600-15</inkml:trace>
  <inkml:trace contextRef="#ctx0" brushRef="#br0" timeOffset="168377.69">14323 10472 2751 0,'1'-3'128'0,"-1"1"16"0,1-1-144 0,-1 3 0 16,0 0 0-16,0 0 0 0,0-2 1088 0,0 2 176 0,0 0 32 0,-1-1 16 16,1 0 32-16,-1 1 16 0,-1 1 0 0,1 0 0 15,-2-1-464-15,2 3-112 0,-2 1-16 0,0-1 0 0,0 1 208 0,-1 1 48 16,2 0 0-16,-2-1 0 15,1 4 16-15,0-1 16 0,-2 2 0 0,1 1 0 16,0-1-368-16,1 1-80 0,3-10-16 0,-6 20 0 16,6-20-16-16,0 0 0 0,-4 32 0 0,4-32 0 0,0 0-128 0,0 0-48 15,0 0 0-15,7 35 0 0,-7-35-272 0,0 0-128 16,0 0 0-16,0 0 128 16,0 0-128-16,28 5 128 0,-21-10-128 0,0 1 128 0,0-1 160 0,0 0 32 15,0-2 0-15,0 0 0 0,0 0-96 0,-1 0-16 16,2-3 0-16,-3 1 0 0,2 2-208 0,-2-3 0 15,1 1 0-15,-1 0 0 0,-2 0 0 0,1-1 128 0,-1 2-128 0,-1-1 0 16,-1 1 0-16,-1-1 0 0,-1 0 0 0,-1 1 0 16,-1 2 0-16,-1-2 0 15,0 4 0-15,-2-1 0 0,0 3 0 0,-2 1 0 0,1 1 0 0,-1 0 0 16,-1 0 0-16,2 3 0 0,-1 0-128 0,2 1 128 16,-1-2 0-16,2 3-128 0,0 0 128 0,0-1 0 15,2 1-160-15,0-1 160 0,0 0-128 0,2 0 128 16,1 1-1040-16,1-3-128 0</inkml:trace>
  <inkml:trace contextRef="#ctx0" brushRef="#br0" timeOffset="168616.25">14467 10571 13823 0,'1'1'1216'0,"0"-1"-960"31,0 2-256-31,-1-2 0 0,0 2 1648 0,1-2 272 16,1 0 64-16,-2 0 16 0,0 0 976 0,0 0 192 0,0 0 32 0,0 0 16 16,0 0-1728-16,23 33-336 0,-23-33-80 0,0 0-16 0,0 0-784 0,0 0-144 15,0 0-128 1,14 38 144-16,-14-38-144 0,0 0 0 0,0 0 0 0,0 0 0 31,0 0-528-31,0 0-48 0,0 0 0 0,0 0-15104 0</inkml:trace>
  <inkml:trace contextRef="#ctx0" brushRef="#br0" timeOffset="169156.28">14723 10422 11055 0,'-1'-2'480'0,"1"2"112"0,0-2-464 0,-1 1-128 15,1 1 0-15,-1 1 0 16,1-1 1712-16,-1 2 320 0,-1-2 64 0,0 2 16 0,-1-2-272 0,1 2-48 15,0 0-16-15,-1-1 0 0,1 1-976 0,0 0-192 16,1 1-32-16,0-2-16 0,2 0 16 0,-1 1 0 16,0-1 0-16,2 1 0 0,0 0 144 0,1 1 48 15,0-1 0-15,0 0 0 0,-3-2-32 0,0 0 0 16,0 0 0-16,0 0 0 0,0 0-352 0,0 0-80 16,35 29-16-16,-35-29 0 0,0 0-160 0,0 0-128 15,0 0 144-15,25 35-144 0,-25-35 144 0,0 0-144 0,0 0 128 0,0 0-128 16,14 37 0-16,-14-37 128 0,0 0-128 0,0 0 0 15,-5 27 0-15,1-22 128 0,0 1-128 0,-1-2 0 16,-1 1 0-16,-1-1 0 0,1 1 128 0,-2-2-128 16,1 1 0-16,-2-2 0 0,1 3 0 0,0-2 0 15,-2 0 0-15,1 0 0 0,1-2 0 0,0 1 0 16,2 0 0-16,-1-2 0 0,2 1 0 0,-1-2 0 16,2 1 0-16,-1-2 0 0,2-1 0 0,0-1 0 15,2 0 0-15,0-2 0 0,1 2 0 0,0-4 0 16,1 1 0-16,0-2 0 0,2-1 0 0,2-2 0 15,0 1 0-15,1 1 0 0,1-2-144 0,1-1 144 16,-1 3 0-16,1-2-128 0,0 1 128 0,0 0 0 16,2 2-128-16,-2 0 128 0,-1 1 0 0,0 1 0 0,-2 0 0 15,-1 0 0-15,0 0 0 0,-2 0 0 16,-1 1 0-16,-1 0 0 0,0-1 0 0,-1-1 0 0,-1 2 0 0,-1-2 0 16,1 0 0-16,-1 0 0 0,0 1 0 0,-1 0 0 15,-2-1 0-15,1 2 144 0,-1 0-144 0,0 3 0 16,-1 2 0-16,-1 1 0 0,-1 1 0 0,-1 2 0 15,-1 0 0-15,0 3 0 16,2-2-896-16,0 3-128 0,0-3 0 0,2 4-13968 16</inkml:trace>
  <inkml:trace contextRef="#ctx0" brushRef="#br0" timeOffset="169440.57">14927 10348 23039 0,'0'-3'1024'0,"1"0"192"15,0 2-960-15,-1-1-256 16,1 2 0-16,-1 0 0 0,0 0 1536 0,2-2 256 0,1 1 48 0,1 1 16 0,1-2-320 0,1 4-64 16,-2 1-16-16,-4-3 0 15,0 0-576-15,0 0-112 0,0 0-32 0,27 35 0 16,-27-35-368-16,0 0-80 0,0 0-16 0,20 48 0 0,-20-48-272 0,0 0 128 15,0 0-128-15,18 47 0 0,-18-47 0 0,0 0 0 16,0 0 0-16,0 0 0 0,18 38 0 0,-18-38 0 16,0 0 0-16,0 0 0 15,0 0-1296-15,0 0-224 0</inkml:trace>
  <inkml:trace contextRef="#ctx0" brushRef="#br0" timeOffset="169645.52">15042 10344 15663 0,'-2'-5'688'0,"1"3"144"0,1 1-656 0,-1 1-176 0,0 0 0 0,0 1 0 15,-1 1 1712-15,0 0 304 16,0 3 64-16,-3 2 16 0,-1 2 32 0,-3 1 16 0,1 4 0 0,-2 0 0 16,-2 1-912-16,0 2-176 15,-2-1-32-15,1 3-16 0,0-2-368 0,0-1-80 0,2-1-16 0,0-2 0 0,3-1-400 0,1-1-144 31,7-11 0-31,-9 16 144 0,9-16-640 0,0 0-128 0,0 0-16 0,0 0-15024 16</inkml:trace>
  <inkml:trace contextRef="#ctx0" brushRef="#br0" timeOffset="170040.84">15211 10342 15663 0,'0'-1'1392'0,"1"1"-1120"0,0 0-272 0,0 0 0 16,0 0 1760-16,0 0 288 0,2 0 64 0,1 0 16 15,1-2 96-15,2 2 16 0,1-2 0 0,0 1 0 16,2 1-1360-16,-2 0-272 0,2-2-48 0,-1 2-16 16,-9 0-224-16,0 0-32 0,30 5-16 0,-30-5 0 15,0 0-16-15,0 0-16 0,32 17 0 0,-32-17 0 0,0 0-240 0,0 0 0 16,0 0 128-16,0 0-128 0,14 40 0 0,-15-33 0 15,-2-1 0-15,-1 0 0 0,-1 1 0 0,-1 0 0 16,0-1 0-16,-1 0 0 0,-1 1 0 16,-2 0 0-16,0 0 0 0,0 0 0 0,1 0 0 0,-2 1 0 15,2-1 0-15,-1 1 0 0,3 0 0 0,0-1 0 16,2 1 0-16,5-8-160 0,0 0 160 0,0 0 0 16,0 0 128-16,0 0-128 0,0 0 384 0,0 0 16 15,23 33 0-15,-23-33 0 0,20-1 112 0,-8-1 0 16,2 1 16-16,0-2 0 0,1 0-288 0,0-1-64 0,0 1-16 15,-2 1 0-15,0-1-160 0,-1 1 0 0,0-1 0 0,-1 1 0 32,-3 0-448-32,0 2-64 0,-2 0 0 0,-2 1-16384 0</inkml:trace>
  <inkml:trace contextRef="#ctx0" brushRef="#br0" timeOffset="170606.58">15650 10410 13823 0,'1'-1'1216'15,"0"0"-960"-15,0 1-256 0,0 0 0 0,1 0 1184 0,0 0 192 16,1-2 32-16,3 1 16 15,2-3 624-15,3 1 112 0,2-1 16 16,0 1 16-16,1-2-144 0,0 1-48 0,2 1 0 0,0-1 0 31,-1 1-2160-31,1-1-432 0,0 1-96 0,-1 0-16 0,-1 1 576 0,-2 1 128 0,-1 0 0 0,0-1 0 32,-3 2-1216-32,0-2-192 0,-4 1-64 0,0 1-11056 0</inkml:trace>
  <inkml:trace contextRef="#ctx0" brushRef="#br0" timeOffset="170799.36">15818 10239 10127 0,'-1'-5'448'0,"0"2"96"0,1 2-544 0,-1-1 0 0,1 2 0 0,0 2 0 0,0-2 1680 0,-1 2 240 15,1-2 32-15,0 0 16 0,0 0 352 0,-3 36 80 0,3-36 16 0,-5 33 0 16,5-33-992-16,-5 33-192 0,5-33-32 0,-3 34-16 15,3-34 208-15,0 0 32 16,0 42 16-16,0-42 0 0,0 0-1152 0,0 0-288 16,0 0 0-16,13 43-10432 15,-13-43-2128-15</inkml:trace>
  <inkml:trace contextRef="#ctx0" brushRef="#br0" timeOffset="171321.85">16605 10168 10127 0,'-3'0'896'0,"-1"-1"-704"0,2 0-192 0,0 1 0 0,1 0 864 0,-1-2 144 0,-1 2 16 0,-4-2 16 32,-2 1 800-32,0-2 144 0,-1 2 48 0,2 2 0 15,2 0-640-15,-1 2-128 0,2 1-32 0,-1 3 0 0,0-1-320 16,6-6-64-16,-8 21-16 0,8-21 0 0,-9 30 16 0,9-30 0 16,-9 36 0-16,9-36 0 0,-5 35-272 0,5-35-64 15,-5 31-16-15,5-31 0 0,0 0 80 0,0 0 32 16,5 42 0-16,-5-42 0 0,0 0-240 0,0 0-48 15,0 0-16-15,29 10 0 0,-23-12 16 0,2-3 16 16,0 0 0-16,1-1 0 0,-1 0-16 0,2-1-16 16,-1-1 0-16,0-1 0 0,0 1-304 0,-1 0 0 15,-1-4 0-15,1 2 0 0,-1-1 0 0,-1-1 0 0,0 1 0 16,-2-1 0-16,1 2 0 0,-3-2 0 0,0 2 0 0,-1 1 0 16,-2 0 0-16,-1-1 0 0,0-2 0 0,-1 2 0 15,-2 1 0-15,0 0 0 0,-1 1 0 0,-1 2 0 16,-1 0 0-16,-1 2 0 0,-1-1 0 15,-1 5 0-15,0 0 0 0,1 3 0 0,-1 1 0 0,0 2 0 16,-1 2 0-16,1 0 0 0,-1 2 0 0,1 1 0 16,1-1 0-16,3 1 0 0,0-1 0 0,3-1 0 15,4-9 0-15,0 0 0 0,0 0-144 0,0 0-17136 16</inkml:trace>
  <inkml:trace contextRef="#ctx0" brushRef="#br0" timeOffset="171533.75">16775 10277 14735 0,'0'0'640'0,"0"0"160"0,0 0-640 0,0 0-160 16,0 0 0-16,0 0 0 0,0 0 2560 0,0 0 464 16,0 0 112-16,0 0 0 0,0 0-128 0,6 43-16 15,-6-43-16-15,0 0 0 0,0 0-1904 0,0 0-384 0,0 0-80 0,0 0-16 16,0 0-464-16,0 0-128 0,0 0 0 0,0 0 0 15,29 25-160-15,-26-24-96 16,1-1-32-16,-1-1-16752 16</inkml:trace>
  <inkml:trace contextRef="#ctx0" brushRef="#br0" timeOffset="172680.85">17022 10104 6447 0,'-1'-2'576'0,"1"0"-576"32,0 0 0-32,0 1 0 0,0 1 1120 0,-1 0 112 0,1-2 32 15,-1-1 0-15,0 1 816 0,0 0 160 16,-1 0 48-16,1 1 0 0,1 2-352 0,0 1-64 0,2-2-16 16,0 2 0-16,2-2-48 0,0 2-16 0,2-1 0 15,0 0 0-15,2 0-432 0,0-1-80 0,1 0-32 0,1-1 0 16,-1 1-640-16,0-1-128 0,2 0-32 0,-2 1 0 15,1 0-192-15,-3-2-32 16,1 2-16-16,-2 2 0 0,-1-1-208 0,-1 1 0 0,-4-2 128 0,0 0-128 16,0 0 0-16,0 0 0 0,0 0 0 0,-9 33 0 15,3-26 0-15,-2 0 0 0,-1 3 0 0,0-3 0 16,0 2 0-16,-2 1 0 0,1-3 0 16,0 2 0-16,0 1 0 0,0-3 0 0,-1 0 0 0,1 1 0 15,3 0 0-15,0-2-128 0,2 0 128 0,2-1 0 16,2 0 0-16,1-5 0 0,0 0 0 0,0 0 0 15,0 0 0-15,0 0 0 0,0 0 0 0,36 16 0 16,-36-16 0-16,0 0 0 0,31 6 0 0,-31-6 0 16,0 0 0-16,34 12 0 0,-34-12 0 0,0 0 0 15,32 14 0-15,-32-14 0 0,0 0 0 0,0 0 0 0,0 0 0 0,31 28 0 16,-31-28 0-16,0 0 0 0,0 0 0 0,0 0 0 16,-8 30 0-16,1-22 0 0,-1-1 208 0,-1 2-48 15,-2-1-16-15,1 1 0 0,-2 0-16 0,1 1-128 16,-1-1 192-16,0 1-64 0,0-3-128 0,-1 1 0 15,1 0 0-15,0-2 0 0,2 0 0 0,0-1 0 16,3 0 0-16,2-1 0 0,1-1 0 0,1 0 0 16,1-1 0-16,3-2 0 15,0 0-896-15,3-2-96 0</inkml:trace>
  <inkml:trace contextRef="#ctx0" brushRef="#br0" timeOffset="173020.41">17295 10211 11967 0,'1'-2'1072'0,"0"1"-864"0,0 1-208 0,0 1 0 15,0 1 1536-15,0-2 256 0,1 2 48 0,1 1 16 0,-3-3 1088 0,0 0 208 16,0 0 48-16,0 0 16 0,31 45-1408 0,-31-45-272 16,0 0-64-16,24 42-16 0,-24-42-368 0,0 0-64 15,25 41 0-15,-25-41-16 0,0 0-496 16,0 0-112-16,33 38-16 0,-33-38 0 0,0 0-384 16,0 0 128-16,0 0-128 0,31 33 0 0,-31-33 0 0,0 0 0 15,0 0 0-15,0 0 0 0,0 0 0 0,0 0-272 16,0 0 32-16,0 0-17584 0</inkml:trace>
  <inkml:trace contextRef="#ctx0" brushRef="#br0" timeOffset="173199.58">17493 10237 10127 0,'-4'-5'896'0,"1"3"-704"15,2 0-192-15,-2 2 0 0,1 2 992 0,0-1 160 16,-1 0 48-16,-1 6 0 0,-4 0 1264 0,-4 7 256 0,-3 6 48 15,-2-1 16-15,-2 3-752 0,-1 1-160 16,-2-2-16-16,1 0-16 0,1-1-624 0,-1 0-128 0,4-2-32 0,-1-1 0 16,3-1-512-16,1 0-96 0,2-2-32 0,4-2 0 15,1-3-416-15,7-9 0 0,0 0 0 0,0 0-16176 16</inkml:trace>
  <inkml:trace contextRef="#ctx0" brushRef="#br0" timeOffset="173628.2">17607 10204 21183 0,'1'-4'944'0,"-1"3"192"0,1 1-912 16,0-2-224-16,0 1 0 0,0-1 0 0,0 2 2112 0,2-1 368 0,3 0 80 0,1-3 0 15,3 3-1184 1,2-3-240-16,0 3-48 0,0-1-16 0,1 2-672 0,0-1-128 15,-1 1-16-15,0 1-16 0,-1 1-80 0,-2-1-16 16,-9-1 0-16,0 0 0 0,0 0-144 0,28 16 160 16,-28-16-160-16,0 0 160 0,0 0-160 0,0 0 0 15,0 0 0-15,0 0 128 0,-9 35-128 0,0-27 128 16,0-1-128-16,-1 0 128 0,0 0-128 0,-1 0 128 16,-2 1-128-16,2-2 128 0,1 2-128 0,1-4 128 0,1 3-128 15,1-4 128-15,3 1-128 0,2-1 0 0,1-1 0 0,2-1 128 16,0 1-128-16,4-2 0 0,0 2 0 0,1-2 0 15,2 0 176-15,2 2 0 16,0 0 0-16,2 1 0 0,-12-3 176 0,25 10 32 16,-25-10 16-16,0 0 0 0,37 19-256 0,-37-19-144 0,0 0 160 0,28 23-160 15,-28-23 128-15,0 0-128 0,0 0 0 0,0 0 144 16,17 38-144-16,-17-38 0 0,0 0 0 0,-14 21 0 16,5-15 128-16,-1 1-128 0,-2 2 0 0,-1-2 128 15,-3 2-128-15,-1 1 0 0,-5 0 0 0,-2-1 0 16,-1 3-160-16,-6 2-64 0,-6 1-16 0,-7 3-17168 15</inkml:trace>
  <inkml:trace contextRef="#ctx0" brushRef="#br0" timeOffset="174768.87">12039 10908 7359 0,'3'-5'656'0,"0"1"-528"0,0 1-128 0,0 3 0 0,-2-1 624 0,0 1 80 0,1 0 32 0,0 0 0 31,2 1 352-31,2-1 80 0,-2 2 16 0,1 1 0 0,-1-1-480 16,-1 1-112-16,-2 0-16 0,1 0 0 15,-2 0 112-15,1 0 16 0,-1-1 0 0,0 0 0 16,0 0 256-16,1-1 48 0,-1 1 16 0,1-2 0 16,1 0 0-16,0 0 0 0,1 0 0 0,1 0 0 15,2 0-272-15,0 0-48 0,-6 0-16 0,0 0 0 0,29-2 64 0,-29 2 16 16,22-1 0-16,-9-1 0 15,0 1-32-15,3 0 0 0,1-1 0 0,4-1 0 0,0 0-32 16,0 1 0-16,3 0 0 0,1 0 0 0,-3-1-288 16,2 1-64-16,3-1-16 0,1 1 0 0,1 0-144 15,-2 0-48-15,2 1 0 0,-2-1 0 0,-2 2-144 0,1-3 128 16,2 1-128-16,1 0 128 0,0 0-128 0,1 2 0 16,0-3 144-16,2 3-144 0,2 0 0 15,1 0 128-15,0 0-128 0,-1 0 0 0,0-2 0 0,-2 2 0 16,1-3 0-16,0 3 0 0,2-2 0 0,0 2 0 0,1 0 0 15,0 0 0-15,-1 2 0 0,-2-1 0 0,-3 1 0 16,0-2 0-16,2 0 0 0,0 0 0 16,-3 0 0-16,1 0 0 0,1 0 0 0,1-2 0 15,1 2 0-15,-3 0 0 0,2 0 0 0,-3 2 0 0,-1-2 0 16,-2 0 128-16,0-2-128 0,1 1 0 0,1 1 0 0,1-2 0 16,-1 2 0-16,1 0 0 0,1-2 0 0,0 2 0 15,1 2 0-15,-1-2 0 0,-1 0 0 0,-2 0 0 16,1 2 0-16,-1-4 0 0,2 2 0 0,-2 0 0 15,-2-2 0-15,3-1 0 0,5 1 0 0,2 0 128 16,3-1 64-16,1 2 0 0,0-2 16 0,-1 0 0 0,0 0-48 0,1-1-16 16,1-3 0-16,1 2 0 0,1 0-144 15,2 0 0-15,1 3 0 0,-1 0 0 0,1-2 0 16,-2 1 0-16,2-2 128 0,-1 0-128 0,0 0 0 16,1 1 0-16,3 2 0 0,-2-1 0 0,0 3 0 0,0-3 0 15,-2 1 0-15,0 0 0 0,-1-3 0 0,4 3 0 16,0 0 0-16,1 1 0 15,1 1 0-15,-3-2 128 0,0 0-128 0,0-3 0 0,0 2 128 16,1-1-128-16,1 2 128 0,-2-1-128 0,3 1 0 16,-3 0 0-16,-1-1 128 0,-1-2-128 0,0 0 0 0,3 2 0 0,0-1 0 15,1 2 0-15,1-1 0 0,-2 1 0 0,-4-2 0 16,2-1 0-16,2 0 0 0,1 0 0 16,2 0 0-16,0 2 0 0,1 0 0 0,-2 0 0 0,1-2 0 15,2 1 0-15,-1 1 0 0,2-1 0 0,0 1 0 16,1 1 0-16,-1 0 0 0,0 1 0 0,-2-1 0 0,2 0 0 15,3 1 0-15,2-1 0 0,2 2 0 0,-1 0 0 16,-1 2 0-16,-1 1 0 0,1-1 0 0,1 2 0 16,2 0 0-16,-1 1 0 0,-1 0 0 0,1-1 128 15,-3 1 0-15,3-1 0 0,2 3 0 16,-1-2 0-16,-5 2-128 0,-1-2 0 0,1-3 144 0,3 3-144 16,3 0 128-16,-2 0-128 0,0 2 128 15,-4-5-128-15,-1 1 0 0,-3 1 128 0,-1-1-128 0,-4 1 0 16,-3 3 0-16,-6-2 0 0,-4 2 0 0,-7-2 0 15,-27-5 0-15,37 10-192 0</inkml:trace>
  <inkml:trace contextRef="#ctx0" brushRef="#br0" timeOffset="176755.69">13535 11418 1839 0,'0'0'160'0,"0"0"-160"0,0 0 0 0,0 0 0 0,0 0 384 16,1 0 64-16,-1-2 0 0,1 2 0 0,-1-1 176 0,1 1 32 15,0-2 16-15,0 2 0 0,0-2 80 0,-1 1 16 16,1 1 0-16,-1-2 0 0,0 2 80 0,0-1 32 16,0 1 0-16,0-1 0 0,0 1 80 0,-1-2 0 15,2 2 16-15,-1 0 0 0,0 0-16 0,0 0 0 16,-1 2 0-16,1-2 0 0,1 0-80 0,-1 0-32 15,1 0 0-15,-1 0 0 0,1-2-128 0,0 2-16 16,0 0-16-16,-1 0 0 0,1 0-64 0,0 0-16 16,-1-2 0-16,0 1 0 0,1 1-208 0,-2 0-32 0,1-2-16 0,0 2 0 15,0 0-32 1,0 0-16-16,-1 0 0 0,-1 0 0 0,1 0-112 0,-1 0 0 0,0 2-16 0,0-1 0 16,1 1-176-16,-3 0 160 0,1 2-160 0,-1-1 160 15,0 2-160-15,-1-1 0 0,0 2 0 0,0 0 0 16,-1 2 0-16,2-2 0 0,-2 2 144 0,1 1-144 15,-1 3 128-15,-1 0-128 0,2-1 128 0,0 2-128 16,0 1 1088-16,0 1 160 16,0 1 32-16,1 0 0 0,1-1-1648 0,0 1-320 0,1-1-64 0,2-15-16 0,-1 30 1024 0,1-30 192 15,0 0 32-15,2 36 16 0,-2-36-80 0,0 0-16 16,0 0 0-16,0 0 0 0,0 0-80 16,0 0 0-16,36 14-16 0,-27-21 0 0,-1 0 256 0,2-3 48 15,3-2 16-15,1-2 0 0,1 0-432 0,0-2-64 16,0-1-128-16,0 0 176 0,-1 1-176 0,-2-1 0 15,-1 0 0-15,-2 3 0 0,-2 0-128 16,-1 2 128-16,-2 0 0 0,-2 2 0 0,-2-1 0 0,-2 1 0 16,0-1 0-16,-2 1 0 0,0 1 0 0,0 2 0 0,-1 1 0 0,-1 0 0 15,0 3-128-15,-1-1 128 16,1 3 0-16,0-1 0 0,-1 4 0 0,2 1-144 0,1-1 144 16,0 1 0-1,1 1-240-15,1-1 64 0,1 1 16 0,1 1 0 16,0 0-880-16,1 0-176 0,-1-5-48 0,0 0-14288 0</inkml:trace>
  <inkml:trace contextRef="#ctx0" brushRef="#br0" timeOffset="176953.1">13753 11548 11055 0,'1'2'976'0,"0"1"-784"0,0-1-192 0,-1-2 0 0,0 3 1504 0,1-1 256 31,0 1 48-31,0 4 16 0,-1-7 592 0,0 0 112 0,0 0 32 0,6 44 0 15,-6-44-960-15,0 0-192 16,2 34-48-16,-2-34 0 0,0 0-880 0,0 0-176 16,0 0-48-16,3 35 0 0,0-30-256 0,0-3 0 15,0-1 0-15,1-1-9696 16,1 0-1888-16</inkml:trace>
  <inkml:trace contextRef="#ctx0" brushRef="#br0" timeOffset="177437.74">14023 11487 14735 0,'2'0'640'0,"0"0"160"0,0 0-640 0,-1 0-160 0,0 2 0 0,0-2 0 16,1 2 2320-16,0-1 432 0,-2-1 96 0,0 0 16 15,0 0-176-15,0 0-16 0,35 11-16 0,-26-13 0 16,0-1-1408-16,1 1-288 0,1-5-48 0,-1 2-16 0,0-2-432 0,0-2-80 15,0 1-32-15,1-1 0 0,0-2-352 0,-2 1 128 16,0-2-128-16,-2 2 0 0,-2-1 0 0,-1 3 0 16,0-1 0-16,-2-1 0 0,-1 3 0 0,-3 0 0 15,0 2 0-15,-1-2-128 16,-2 3-128-16,0 1-32 0,-2-2 0 0,-1 3 0 0,-1 2-48 0,-1-2-16 16,-2 2 0-16,1 0 0 0,0 2 352 0,1 0-144 15,1-1 144-15,-1 3 0 0,3 1 0 0,1-1 0 0,2 2 0 0,0-2 0 16,2 3 0-16,1-1 0 0,1-2 0 0,0-4 0 15,0 0 0-15,0 0 0 0,0 0 0 16,0 0 0-16,0 0 0 0,0 0 0 16,28 34 0-16,-28-34 0 0,0 0 128 0,0 0-128 0,0 0 0 0,0 0 0 15,36 16 0-15,-36-16 128 0,0 0-128 16,0 0 0-16,0 0 0 0,0 0 0 0,21 40 0 0,-21-40 0 16,0 0 0-16,-4 35 0 0,0-21 0 0,0 1 0 0,-1 1 0 15,-2 3 0-15,-1-2 0 0,2 0 0 16,-2-1 128-16,1 4-128 0,-2 0 0 0,-1 2 0 15,1-1 128-15,1-3-128 0,1-1 0 0,2-2 0 0,5-15 144 16,-5 23-144-16,5-23 128 0,0 0-128 0,0 0 0 0,0 0 0 16,0 0 0-16,0 0 0 31,0 0-896-31,0 0-128 0</inkml:trace>
  <inkml:trace contextRef="#ctx0" brushRef="#br0" timeOffset="177651.4">14390 11534 15663 0,'5'-2'1392'0,"1"0"-1120"0,-1 1-272 0,-3 1 0 0,1 0 1840 0,2 0 304 0,3-2 64 15,7 0 16-15,4-1 144 0,5 1 48 16,1-3 0-16,-1-1 0 0,1 3-1392 0,-3-3-288 16,0 3-48-16,-2 0-16 0,-1-2-528 15,0 0-144-15,-3 3 0 0,0-1 0 0,-1-2-144 0,-3 2-112 0,-1 0 0 16,-1 0-16-1,-4-1-2032-15,0 3-416 0</inkml:trace>
  <inkml:trace contextRef="#ctx0" brushRef="#br0" timeOffset="177836.38">14674 11311 7359 0,'-1'0'656'16,"0"1"-528"-16,1 1-128 0,-1 0 0 0,0 0 1536 0,0 3 288 0,-1 2 48 0,2-7 16 15,-7 29 1056-15,1-6 192 16,0 3 64-16,0 2 0 0,0-3-1152 0,0 0-208 0,0 1-48 16,1-2-16-16,-1-2-544 0,6-22-96 0,-7 40-32 0,7-40 0 15,-3 30-656-15,3-30-144 0,0 0-32 0,0 35 0 16,0-35-272-16,0 0 0 0,0 0-128 0,0 0-16272 16</inkml:trace>
  <inkml:trace contextRef="#ctx0" brushRef="#br0" timeOffset="178209.08">14993 11354 11967 0,'0'0'1072'0,"0"1"-864"16,0 0-208-16,0 1 0 0,-1 1 1440 0,0-1 240 15,0 1 48-15,-2 1 16 0,-1 6 512 0,0 0 112 16,-3 4 0-16,0 2 16 0,-1 0-1424 0,1 1-272 15,-1 0-64-15,2-1-16 0,0 1-352 0,2-2-64 0,4-15 0 0,-6 29-16 16,6-29 352-16,0 0 80 0,0 0 16 0,0 0 0 16,21 41-272-16,-21-41-48 0,0 0-16 0,29-2 0 15,-15-3-288-15,1-2 0 0,2 0 0 0,-1-2 0 16,-1-1 0-16,1-2 0 0,1 1 0 0,-2-1 0 16,-2 0 0-16,0 0 0 0,-2 0 0 0,-2 1-144 15,-1-1 0-15,-3 0 0 0,-2 2 0 0,-3-2 0 31,-1 2-272-31,-2 1-48 0,-3 0-16 0,0 1 0 0,-3-1 96 0,-2 2 0 0,0 0 16 0,-1 1 0 16,0 0 368-16,-1 1 0 0,1 1 0 0,1 1 0 0,0 1 0 16,1 2 0-16,0 2 0 0,2-1 0 0,2 1 0 0,1 1 0 15,2 0 0-15,1 0 0 0,1-1 0 0,2 1-144 16,1-1 144-16,1 1-8688 16,-3-3-1632-16</inkml:trace>
  <inkml:trace contextRef="#ctx0" brushRef="#br0" timeOffset="178387.16">15196 11460 14735 0,'6'-2'640'0,"-1"2"160"0,-1 0-640 15,0 0-160-15,-1 0 0 0,-1 2 0 0,0-2 2208 0,-2 0 416 16,0 0 64-16,0 0 32 0,0 0-96 0,38 20 0 16,-38-20-16-16,0 0 0 0,0 0-1632 0,0 0-320 0,0 0-64 0,31 23-16 15,-28-22-576-15,0 1-160 0,0-2-16 0,0-2-15648 16</inkml:trace>
  <inkml:trace contextRef="#ctx0" brushRef="#br0" timeOffset="178921.26">15534 11236 5519 0,'1'-3'496'0,"-1"1"-496"16,1 1 0-16,-1-1 0 0,0 4 1792 0,0-2 272 15,-1 0 48-15,1 3 16 0,-1-1 784 0,0 1 160 0,1-3 16 0,0 0 16 16,0 0-1312-16,-8 29-256 0,8-29-48 0,-8 20-16 0,8-20-496 0,0 0-96 16,-7 29-32-16,7-29 0 0,0 0-16 0,0 0 0 15,0 0 0 1,4 39 0-16,-4-39-416 0,0 0-96 0,0 0 0 0,0 0-16 16,28 32-176-16,-28-32-128 0,0 0 144 0,0 0-144 0,28 26 144 0,-28-26-144 15,0 0 128-15,0 0-128 16,33 33 176-16,-33-33-48 0,0 0-128 0,0 0 192 15,28 36-192-15,-28-36 144 0,0 0-144 0,0 0 128 16,0 0-128-16,11 42 0 0,-11-42 144 0,0 0-144 16,-9 23 0-16,5-17 0 0,-1 1 0 0,0-3 128 15,-1 2-128-15,0-2 0 0,1-1 0 0,-2 1 0 0,0-1 0 16,-1-1 0-16,0-2 0 0,0 0 0 0,-2-1 0 16,0-2 0-16,1 0 0 0,0-2 0 0,1 1 0 0,2-1 0 15,-1-2 0-15,3 0 0 0,-1 0 0 0,3-1 0 16,0-1 0-16,3-1 0 0,2 1 0 15,1-3 0-15,2 0 0 0,2 0 0 16,1 3 0-16,1-3 0 0,1 3 0 0,1-1-128 0,-1 0 128 0,0-2 0 16,1 1 0-16,-1 1 0 0,-1 1 0 0,0-2 0 15,1 0 0-15,-1 2-128 0,0 0 128 0,-3-1 0 16,1 0 0-16,-3-1 0 0,1 1 0 0,-2-1 0 16,-2 1 0-16,0 0 0 0,-2 1 0 0,-2 0 0 0,0 1 0 15,-3 1 0-15,-1 0 0 0,-2 0 0 0,0 2 0 0,-2 3 0 16,-1 0 0-16,-1 2 0 0,0 0 0 0,-1 2 0 15,0 0 0-15,-1 1 0 0,0 2 0 0,1-1 0 16,0 1-192-16,2 0-64 0,2-1-16 0,2 1-16336 16</inkml:trace>
  <inkml:trace contextRef="#ctx0" brushRef="#br0" timeOffset="179123.28">15816 11366 18431 0,'0'0'816'0,"0"0"160"0,25 2-784 0,-19-2-192 0,-6 0 0 0,0 0 0 0,0 0 1952 0,22-2 352 15,-7 0 64-15,3 1 0 16,3-3-336-16,0 1-80 0,-1 1-16 0,-1-3 0 0,0 2-1104 16,-3-1-240-16,1 0-32 0,-1 1-16 0,-2 0-544 0,-1-1 0 15,-2 1 0-15,0-2-10672 16,-2 1-2048-16</inkml:trace>
  <inkml:trace contextRef="#ctx0" brushRef="#br0" timeOffset="179330.66">16075 11174 9215 0,'-1'0'816'0,"1"0"-656"0,1 0-160 0,-1 0 0 15,0 2 1664-15,0-1 288 16,-1 2 64-16,1-3 16 0,0 0 1072 0,0 0 224 0,-5 46 32 0,5-46 16 15,-4 42-1360-15,4-42-272 0,-5 52-48 0,5-52-16 16,-6 52-576-16,6-52-112 0,-2 44-32 0,2-44 0 0,0 0-512 0,4 47-96 16,-4-47-32-1,0 0 0-15,0 0-320 0,0 0 0 0,23 41 0 0,-23-41-17488 0</inkml:trace>
  <inkml:trace contextRef="#ctx0" brushRef="#br0" timeOffset="179729.45">16430 11214 11055 0,'-1'0'976'0,"1"0"-784"0,0 1-192 0,-1 0 0 0,1 1 1648 0,-1-1 272 16,-1 3 64-16,1 1 16 0,1-5 288 15,0 0 48-15,-10 26 16 0,10-26 0 16,-8 26-1328-16,8-26-272 0,-7 31-48 0,7-31-16 0,-8 33-48 0,8-33 0 15,-5 38 0-15,5-38 0 16,-2 36-160-16,2-36-32 0,0 0-16 0,4 40 0 0,-4-40-208 0,0 0-32 16,0 0-16-16,0 0 0 0,32 21-176 0,-24-23 0 15,1-1 0-15,0 1 0 0,1-2 0 0,0-3 0 16,0 2 0-16,1-3 0 0,-1 2 0 0,0-2 0 16,0-1-144-16,-1 0 144 0,-2 0 0 0,0-2 0 15,0 2 0-15,-2-3 0 0,-1 0-128 0,-2 0 128 16,-1 1 0-16,-3-1 0 0,0 1 0 0,-1-1 0 15,-2-2 0-15,-3 1 0 0,1-3 0 0,-1 2 0 0,-2-1 0 16,0 3 0-16,0 1 0 0,-1 3 0 0,1 3 0 0,-1 1 0 16,0 6 0-16,1 0 0 0,1 5 0 15,0-1 0-15,1 2 0 0,1 0 0 0,0 1 0 0,7-9 0 16,-11 21 0-16,11-21 0 0,0 0 0 0,0 0 0 16,0 0 0-16,0 38 0 0,0-38-128 0,0 0-14688 15</inkml:trace>
  <inkml:trace contextRef="#ctx0" brushRef="#br0" timeOffset="179921.43">16708 11375 16575 0,'0'0'1472'0,"0"0"-1168"0,0 0-304 0,0 0 0 15,0 0 2208-15,0 0 384 0,0 0 80 0,0 0 16 0,8 41 416 0,-8-41 96 16,0 0 0-16,0 0 16 0,9 45-2208 0,-9-45-448 15,0 0-96-15,0 0-16 0,0 0-448 0,0 0 128 16,0 0-128-16,27 33 0 16,-23-33-464-16,0-3-144 0</inkml:trace>
  <inkml:trace contextRef="#ctx0" brushRef="#br0" timeOffset="180445.68">17010 11128 23951 0,'-4'0'1056'0,"1"0"224"0,1 0-1024 0,1 1-256 0,1 1 0 0,1-2 0 16,0 2 2112-16,1-2 352 0,1 3 80 0,-3-3 16 15,0 0-1280-15,0 0-240 0,34 10-48 0,-22-8-16 0,-12-2-464 16,25 3-80-16,-10-3-32 0,-1 0 0 15,0-1-208-15,1 1-64 0,0-2 0 0,-1 2 0 0,-1 0-128 16,-3 0 0-16,0 0 0 0,-2 2 0 16,-1-1 0-16,-2 0 0 0,-1 1 0 0,-3 1 0 15,0 2 0-15,-3-1 0 0,-1-1 0 0,-1 2 0 16,0-1 0-16,-3 1 0 0,0 2 0 0,-1 0 0 16,-1-1 0-16,0 0 0 0,-1 1 0 0,0 1 0 15,-1-1-128-15,2 0 128 0,1-1 0 0,0-1 0 16,3 0 0-16,1-2 0 0,3 1 0 15,1-3 0-15,0-1 0 0,0 0 0 0,0 0 0 0,16 2 0 0,-9-2 0 0,3-2 0 16,-2 1 0-16,2 1 0 16,2-2 0-16,2 2 0 0,-14 0 0 0,29 3 0 0,-29-3 0 15,30 6 0-15,-30-6 0 0,27 8 0 0,-27-8 0 16,27 11 0-16,-27-11 0 0,0 0 0 0,36 21 0 0,-36-21 0 16,0 0 0-16,0 0 0 0,32 26 0 0,-32-26 0 15,0 0 0-15,0 0 0 0,0 0 0 0,0 0 0 16,8 41 0-16,-8-41 128 0,-10 17-128 0,2-8 0 15,-2-2 0-15,-2 3 128 0,-2-1 112 0,-3 0 16 16,-2 0 0-16,-1 0 0 0,-3 2-96 0,-3-1-16 16,-1 1 0-16,0 1 0 0,3-2-144 0,1-1 0 15,2-2 0-15,5-2 0 0,5 0-256 0,2-5-16 16,4-2-16-16,2-1-17248 0</inkml:trace>
  <inkml:trace contextRef="#ctx0" brushRef="#br0" timeOffset="181160.32">19179 10685 15663 0,'1'-2'1392'0,"1"1"-1120"16,0 0-272-16,-2 0 0 0,2 1 1952 0,0-1 336 15,2 0 64-15,2-3 16 0,5 1-624 0,0-2-112 16,2 1-32-16,1-1 0 0,0 2-224 0,-1 1-48 0,0 0-16 0,0 0 0 16,0 1-464-16,0 1-80 15,-1-2-32-15,0 2 0 0,0-2-384 0,-1 2-80 0,0 0-16 16,-1 0 0-16,0 0-256 0,0-1 0 0,0 1 0 0,-1 0 0 31,0 0-336-31,-1-2-176 0,-2 2-48 0,0 0-15904 16</inkml:trace>
  <inkml:trace contextRef="#ctx0" brushRef="#br0" timeOffset="181353.67">19262 10811 13823 0,'-1'2'608'0,"1"-1"128"0,0 1-592 0,0-2-144 0,1 2 0 0,0-2 0 16,1 0 2688-16,2 0 512 0,2 0 112 0,4 0 16 16,2 0-704-16,1-2-144 0,1 2-32 0,1-3 0 15,1-1-1360-15,0 1-288 0,0-2-48 0,-1 0-16 16,1 1-592-16,0-1-144 0,-1 2 0 0,0-1 0 31,-1 0-1088-31,0 1-256 0</inkml:trace>
  <inkml:trace contextRef="#ctx0" brushRef="#br0" timeOffset="182734.01">20103 10519 911 0,'1'-5'0'0,"0"3"0"0,-1 0 0 0,1 0 0 0,-1 1 1840 15,1 1 272-15,0-2 64 0,-1 0 16 0,2-1-336 0,-1 1-80 16,1-2-16-16,0 0 0 0,0 2-304 0,-2 0-64 15,1 0-16-15,0-1 0 0,0 3-288 0,0-2-64 16,-1 2-16-16,0-2 0 16,0 2-16-16,0-1 0 0,0 1 0 0,0 0 0 15,0 0-208-15,0 0-32 0,0 0-16 0,0 1 0 0,0-1-96 16,0 0 0-16,0 2-16 0,0-2 0 16,-1 2-64-16,1-2-16 0,-1 3 0 0,0-1 0 0,0 0-64 0,0 3-16 15,1-5 0-15,0 0 0 0,0 0-64 0,-12 26-16 16,12-26 0-16,0 0 0 0,-13 36-176 0,13-36-32 15,-11 33-16-15,11-33 0 0,-13 42-160 16,13-42 0-16,-15 50 144 0,15-50-144 0,-18 50 0 0,18-50 144 16,-19 51-144-16,19-51 0 0,-19 51 144 0,19-51-144 15,-16 48 0-15,16-48 144 0,-12 40-144 0,12-40 0 16,-7 30 0-16,7-30 0 0,0 0 0 0,0 0 0 0,-5 39 0 16,5-39 0-16,0 0 0 0,0 0 0 15,0 0 0-15,0 0-11376 0,0 0-2224 16</inkml:trace>
  <inkml:trace contextRef="#ctx0" brushRef="#br0" timeOffset="182973.05">20172 10844 17503 0,'1'-5'768'0,"-1"3"176"0,0-1-752 0,1 3-192 0,-1-2 0 0,1 2 0 0,-1 0 2208 0,1 0 416 15,0 2 64-15,1-1 32 16,-2-1 208-16,0 0 32 0,0 0 16 0,0 0 0 0,0 0-1776 0,0 0-368 16,24 37-64-16,-24-37 0 0,0 0-560 0,0 0-208 15,0 0 176-15,22 34-176 0,-22-34 0 0,0 0 0 16,0 0 0-16,0 0 0 0,0 0 0 0,0 0-240 0,0 0 32 0,24 30-17824 31</inkml:trace>
  <inkml:trace contextRef="#ctx0" brushRef="#br0" timeOffset="183426.02">20462 10590 12895 0,'0'-1'1152'0,"0"0"-928"0,1 1-224 0,0 0 0 15,0 0 1728-15,1 0 320 0,1-2 48 0,2 0 16 16,3-1 16-16,3 0 16 0,1 1 0 0,2 0 0 16,1-3-1232-16,0 2-240 0,0-1-48 0,1 0-16 15,2 1-160-15,-2-1-16 0,1 1-16 0,0-2 0 16,-1 0 96-16,-2 3 0 0,1-3 16 0,-2 2 0 16,0 1-48-16,-1 0-16 0,0 0 0 0,-1 0 0 15,-2 1 0-15,-1 1 0 0,-1 0 0 0,-1-2 0 16,-1 4-32-16,-1-2-16 0,0 0 0 0,-1 3 0 15,0-3-128-15,-2 2-32 0,1 0 0 0,-2 0 0 16,0 1-64-16,0 0-32 0,0 1 0 0,0-4 0 16,0 0-160-16,0 0 128 0,0 0-128 0,-2 40 128 15,2-40-128-15,0 0 0 0,-4 44 0 0,4-44 0 0,-6 37 0 0,6-37 0 16,-7 43 0-16,7-43 0 0,-12 47 0 0,12-47 0 16,-16 50 0-16,16-50 0 0,-20 59 0 0,8-28 0 15,-1 2 0-15,0-1 0 0,1-1 0 0,12-31 128 16,-21 54-128-16,21-54 0 0,-15 49 128 0,15-49-128 15,-13 45 0-15,13-45 128 0,-11 36-128 0,11-36 0 16,0 0 0-16,-10 35 0 0,10-35-128 0,0 0-16 0,0 0 0 16,0 0 0-1,0 0-2000-15,0 0-400 0</inkml:trace>
  <inkml:trace contextRef="#ctx0" brushRef="#br0" timeOffset="183649.98">20500 10916 19343 0,'2'-4'848'0,"-1"1"192"0,1 2-832 0,0-1-208 0,0-1 0 0,0 3 0 0,0-2 3024 0,3 0 560 15,3-1 128-15,4-1 0 0,2-2-1344 0,3 2-288 16,2-3-48-16,0 0-16 0,2-1-1328 16,2 0-272-16,1 1-48 0,1-1-16 15,2 2-352-15,0 0 0 0,1-1 0 0,0 0 128 16,0 2-128-16,-1-2 0 0,-1 0 0 0,0 0 0 0,-1 2 0 15,-1 0-192-15,0 0 64 0,-2 3-18128 16</inkml:trace>
  <inkml:trace contextRef="#ctx0" brushRef="#br0" timeOffset="189254.21">11552 10761 20271 0,'-2'0'1792'0,"1"-2"-1424"15,0 1-368-15,1 1 0 0,-1 0 1472 0,0 0 208 16,0-2 48-16,-1 1 16 0,0-2 320 0,-1 1 64 15,2 1 16-15,1-1 0 0,1 1-800 0,1 1-144 16,2 0-48-16,1 1 0 0,1-1-528 0,1 0-112 16,1 0-32-16,-8 0 0 0,0 0-192 0,35-2-32 15,-35 2-16-15,28-1 0 0,-28 1-240 0,29-4 176 16,-29 4-176-16,32-5 160 0,-32 5-160 0,29-5 0 16,-29 5 0-16,25-2 128 15,-25 2-128-15,0 0 0 0,29-4 0 0,-22 4 0 0,-2 0 0 0,-2 2 0 0,-1 1 0 16,-3 0 0-1,0 2-432-15,-3 2-64 0</inkml:trace>
  <inkml:trace contextRef="#ctx0" brushRef="#br0" timeOffset="189470.52">11594 10918 1839 0,'-2'2'160'0,"1"-2"-160"0,0 0 0 0,0 1 0 16,1-1 3360-16,1 0 640 0,0 1 128 0,0-1 32 15,1 0-256-15,0 2-32 0,3-2-16 0,1 1 0 0,1-2-1104 0,1 1-240 16,2-2-32-16,0 0-16 0,2-2-1552 0,1 0-304 16,1 1-64-16,1-2-16 15,0 2-352-15,0-2-176 0,1 3 160 0,-1-3-160 16,-1 2 0-16,1 0 0 0,-3 2 0 0,-1-1-18496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AD6F77-CFCE-A445-8E2C-54D16F9EECCC}" type="datetimeFigureOut">
              <a:rPr lang="en-US" smtClean="0"/>
              <a:t>10/23/2023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942D00-D33B-6747-961F-9152114FB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403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892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783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675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566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457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348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240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132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7415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7217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2696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8227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381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489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9398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4738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4643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0569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72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3564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8073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2541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7552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1766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3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7136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478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8874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6740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6687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64753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12403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90347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18974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01599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40495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98197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04828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88959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37508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66617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00982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863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 Cover 1">
    <p:bg>
      <p:bgPr>
        <a:solidFill>
          <a:srgbClr val="1C3D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943599" y="1751595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 page – </a:t>
            </a:r>
            <a:br>
              <a:rPr lang="en-US"/>
            </a:br>
            <a:r>
              <a:rPr lang="en-US"/>
              <a:t>Arial Bold 40pt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943598" y="2973637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Insert sub-heading / date</a:t>
            </a:r>
          </a:p>
        </p:txBody>
      </p:sp>
    </p:spTree>
    <p:extLst>
      <p:ext uri="{BB962C8B-B14F-4D97-AF65-F5344CB8AC3E}">
        <p14:creationId xmlns:p14="http://schemas.microsoft.com/office/powerpoint/2010/main" val="4010446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gradFill>
          <a:gsLst>
            <a:gs pos="12000">
              <a:srgbClr val="1C3D74"/>
            </a:gs>
            <a:gs pos="100000">
              <a:srgbClr val="2DB8C5"/>
            </a:gs>
          </a:gsLst>
          <a:lin ang="19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943599" y="1751595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 page – </a:t>
            </a:r>
            <a:br>
              <a:rPr lang="en-US"/>
            </a:br>
            <a:r>
              <a:rPr lang="en-US"/>
              <a:t>Arial Bold 40pt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943598" y="2973637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Insert sub-heading / date</a:t>
            </a:r>
          </a:p>
        </p:txBody>
      </p:sp>
    </p:spTree>
    <p:extLst>
      <p:ext uri="{BB962C8B-B14F-4D97-AF65-F5344CB8AC3E}">
        <p14:creationId xmlns:p14="http://schemas.microsoft.com/office/powerpoint/2010/main" val="1280325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Pr>
        <a:gradFill flip="none" rotWithShape="1">
          <a:gsLst>
            <a:gs pos="74000">
              <a:srgbClr val="10746A"/>
            </a:gs>
            <a:gs pos="18000">
              <a:srgbClr val="0096E3">
                <a:lumMod val="90000"/>
                <a:lumOff val="10000"/>
              </a:srgb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943599" y="1751595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 page – </a:t>
            </a:r>
            <a:br>
              <a:rPr lang="en-US"/>
            </a:br>
            <a:r>
              <a:rPr lang="en-US"/>
              <a:t>Arial Bold 40pt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943598" y="2973637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Insert sub-heading / date</a:t>
            </a:r>
          </a:p>
        </p:txBody>
      </p:sp>
    </p:spTree>
    <p:extLst>
      <p:ext uri="{BB962C8B-B14F-4D97-AF65-F5344CB8AC3E}">
        <p14:creationId xmlns:p14="http://schemas.microsoft.com/office/powerpoint/2010/main" val="3193694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bg>
      <p:bgPr>
        <a:gradFill flip="none" rotWithShape="1">
          <a:gsLst>
            <a:gs pos="0">
              <a:srgbClr val="73B82B">
                <a:lumMod val="88000"/>
                <a:lumOff val="12000"/>
              </a:srgbClr>
            </a:gs>
            <a:gs pos="97312">
              <a:srgbClr val="10746A"/>
            </a:gs>
            <a:gs pos="59000">
              <a:srgbClr val="10746A">
                <a:lumMod val="94000"/>
                <a:lumOff val="6000"/>
              </a:srgbClr>
            </a:gs>
          </a:gsLst>
          <a:lin ang="1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943599" y="1751595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 page – </a:t>
            </a:r>
            <a:br>
              <a:rPr lang="en-US"/>
            </a:br>
            <a:r>
              <a:rPr lang="en-US"/>
              <a:t>Arial Bold 40pt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943598" y="2973637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Insert sub-heading / date</a:t>
            </a:r>
          </a:p>
        </p:txBody>
      </p:sp>
    </p:spTree>
    <p:extLst>
      <p:ext uri="{BB962C8B-B14F-4D97-AF65-F5344CB8AC3E}">
        <p14:creationId xmlns:p14="http://schemas.microsoft.com/office/powerpoint/2010/main" val="1660772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bg>
      <p:bgPr>
        <a:gradFill>
          <a:gsLst>
            <a:gs pos="0">
              <a:srgbClr val="73B82B">
                <a:lumMod val="88000"/>
                <a:lumOff val="12000"/>
              </a:srgbClr>
            </a:gs>
            <a:gs pos="69000">
              <a:srgbClr val="2DB8C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943599" y="1751595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 page – </a:t>
            </a:r>
            <a:br>
              <a:rPr lang="en-US"/>
            </a:br>
            <a:r>
              <a:rPr lang="en-US"/>
              <a:t>Arial Bold 40pt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943598" y="2973637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Insert sub-heading / date</a:t>
            </a:r>
          </a:p>
        </p:txBody>
      </p:sp>
    </p:spTree>
    <p:extLst>
      <p:ext uri="{BB962C8B-B14F-4D97-AF65-F5344CB8AC3E}">
        <p14:creationId xmlns:p14="http://schemas.microsoft.com/office/powerpoint/2010/main" val="141877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bg>
      <p:bgPr>
        <a:gradFill flip="none" rotWithShape="1">
          <a:gsLst>
            <a:gs pos="85484">
              <a:srgbClr val="8D3786"/>
            </a:gs>
            <a:gs pos="19000">
              <a:srgbClr val="EC008C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943599" y="1751595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 page – </a:t>
            </a:r>
            <a:br>
              <a:rPr lang="en-US"/>
            </a:br>
            <a:r>
              <a:rPr lang="en-US"/>
              <a:t>Arial Bold 40pt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943598" y="2973637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Insert sub-heading / date</a:t>
            </a:r>
          </a:p>
        </p:txBody>
      </p:sp>
    </p:spTree>
    <p:extLst>
      <p:ext uri="{BB962C8B-B14F-4D97-AF65-F5344CB8AC3E}">
        <p14:creationId xmlns:p14="http://schemas.microsoft.com/office/powerpoint/2010/main" val="1055588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bg>
      <p:bgPr>
        <a:gradFill flip="none" rotWithShape="1">
          <a:gsLst>
            <a:gs pos="3226">
              <a:srgbClr val="8D3786"/>
            </a:gs>
            <a:gs pos="35000">
              <a:srgbClr val="8D3786"/>
            </a:gs>
            <a:gs pos="100000">
              <a:srgbClr val="F18500"/>
            </a:gs>
          </a:gsLst>
          <a:lin ang="19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943599" y="1751595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 page – </a:t>
            </a:r>
            <a:br>
              <a:rPr lang="en-US"/>
            </a:br>
            <a:r>
              <a:rPr lang="en-US"/>
              <a:t>Arial Bold 40pt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943598" y="2973637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Insert sub-heading / date</a:t>
            </a:r>
          </a:p>
        </p:txBody>
      </p:sp>
    </p:spTree>
    <p:extLst>
      <p:ext uri="{BB962C8B-B14F-4D97-AF65-F5344CB8AC3E}">
        <p14:creationId xmlns:p14="http://schemas.microsoft.com/office/powerpoint/2010/main" val="3086862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 (up to 2 lines) – </a:t>
            </a:r>
            <a:br>
              <a:rPr lang="en-US"/>
            </a:br>
            <a:r>
              <a:rPr lang="en-US"/>
              <a:t>Arial Bold 25pt 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F9F98BB-2095-434E-97D1-3636B7E756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6" y="1311275"/>
            <a:ext cx="8672097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/>
              <a:t>Click to edit Master title style – Arial Regular 14pt</a:t>
            </a:r>
          </a:p>
          <a:p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4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 (up to 2 lines) – </a:t>
            </a:r>
            <a:br>
              <a:rPr lang="en-US"/>
            </a:br>
            <a:r>
              <a:rPr lang="en-US"/>
              <a:t>Arial Bold 25pt 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F9F98BB-2095-434E-97D1-3636B7E756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6" y="1311275"/>
            <a:ext cx="4277455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/>
              <a:t>Click to edit Master title style – Arial Regular 14pt</a:t>
            </a:r>
          </a:p>
          <a:p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5C7A6F9-784D-428C-B9C4-650A70FFC07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0865" y="1311275"/>
            <a:ext cx="4277455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/>
              <a:t>Click to edit Master title style – Arial Regular 14pt</a:t>
            </a:r>
          </a:p>
          <a:p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</p:txBody>
      </p:sp>
    </p:spTree>
    <p:extLst>
      <p:ext uri="{BB962C8B-B14F-4D97-AF65-F5344CB8AC3E}">
        <p14:creationId xmlns:p14="http://schemas.microsoft.com/office/powerpoint/2010/main" val="3102203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text + ima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6C74048-C75E-FD4A-A2F0-C36E16C2A34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679950" y="1311276"/>
            <a:ext cx="4186238" cy="27919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79950" y="4176072"/>
            <a:ext cx="4186238" cy="879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 (up to 2 lines) – </a:t>
            </a:r>
            <a:br>
              <a:rPr lang="en-US"/>
            </a:br>
            <a:r>
              <a:rPr lang="en-US"/>
              <a:t>Arial Bold 25pt 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0C9E275-0734-425E-938B-16131D4657E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6" y="1311275"/>
            <a:ext cx="4385404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/>
              <a:t>Click to edit Master title style – Arial Regular 14pt</a:t>
            </a:r>
          </a:p>
          <a:p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28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text + image + ca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6C74048-C75E-FD4A-A2F0-C36E16C2A34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767512" y="1311276"/>
            <a:ext cx="2098675" cy="27737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67512" y="4176072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 (up to 2 lines) – </a:t>
            </a:r>
            <a:br>
              <a:rPr lang="en-US"/>
            </a:br>
            <a:r>
              <a:rPr lang="en-US"/>
              <a:t>Arial Bold 25pt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02840F-CF0A-4B0C-876C-214741C519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6" y="1311275"/>
            <a:ext cx="6447286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/>
              <a:t>Click to edit Master title style – Arial Regular 14pt</a:t>
            </a:r>
          </a:p>
          <a:p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1808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95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text + image + caption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EBDDE399-7978-8146-B813-A0B3CFED1CC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767512" y="2874141"/>
            <a:ext cx="2098675" cy="124076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6D51F31A-86D2-8C4F-A1A9-C88372B37B3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767513" y="1311274"/>
            <a:ext cx="2098675" cy="124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67511" y="2607606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67513" y="4176072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 (up to 2 lines) – </a:t>
            </a:r>
            <a:br>
              <a:rPr lang="en-US"/>
            </a:br>
            <a:r>
              <a:rPr lang="en-US"/>
              <a:t>Arial Bold 25pt 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39CEF63-09E5-47AB-B122-292E3DA726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6" y="1311275"/>
            <a:ext cx="6447286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/>
              <a:t>Click to edit Master title style – Arial Regular 14pt</a:t>
            </a:r>
          </a:p>
          <a:p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0498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text + image + ca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DE942392-5A1D-4B43-9FC3-CF83A59FC53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767513" y="1311275"/>
            <a:ext cx="2098675" cy="124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18" name="Picture Placeholder 5">
            <a:extLst>
              <a:ext uri="{FF2B5EF4-FFF2-40B4-BE49-F238E27FC236}">
                <a16:creationId xmlns:a16="http://schemas.microsoft.com/office/drawing/2014/main" id="{FA0FF9DD-FA38-C644-8804-531A719824B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572001" y="1322602"/>
            <a:ext cx="2098675" cy="124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67511" y="2607606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67513" y="4176072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  <p:sp>
        <p:nvSpPr>
          <p:cNvPr id="26" name="Picture Placeholder 5">
            <a:extLst>
              <a:ext uri="{FF2B5EF4-FFF2-40B4-BE49-F238E27FC236}">
                <a16:creationId xmlns:a16="http://schemas.microsoft.com/office/drawing/2014/main" id="{EBDDE399-7978-8146-B813-A0B3CFED1CC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767512" y="2874141"/>
            <a:ext cx="2098675" cy="124076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7" name="Picture Placeholder 5">
            <a:extLst>
              <a:ext uri="{FF2B5EF4-FFF2-40B4-BE49-F238E27FC236}">
                <a16:creationId xmlns:a16="http://schemas.microsoft.com/office/drawing/2014/main" id="{EBDDE399-7978-8146-B813-A0B3CFED1CCE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572001" y="2874141"/>
            <a:ext cx="2098675" cy="124076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999" y="2607606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  <p:sp>
        <p:nvSpPr>
          <p:cNvPr id="29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999" y="4173000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 (up to 2 lines) – </a:t>
            </a:r>
            <a:br>
              <a:rPr lang="en-US"/>
            </a:br>
            <a:r>
              <a:rPr lang="en-US"/>
              <a:t>Arial Bold 25pt 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A5E523E2-4C7B-424A-8715-BA3BD5E8B9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7" y="1311275"/>
            <a:ext cx="4288564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/>
              <a:t>Click to edit Master title style – Arial Regular 14pt</a:t>
            </a:r>
          </a:p>
          <a:p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9352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text + image + capt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5">
            <a:extLst>
              <a:ext uri="{FF2B5EF4-FFF2-40B4-BE49-F238E27FC236}">
                <a16:creationId xmlns:a16="http://schemas.microsoft.com/office/drawing/2014/main" id="{FA0FF9DD-FA38-C644-8804-531A719824B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572001" y="1322602"/>
            <a:ext cx="2098675" cy="124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2" name="Picture Placeholder 5">
            <a:extLst>
              <a:ext uri="{FF2B5EF4-FFF2-40B4-BE49-F238E27FC236}">
                <a16:creationId xmlns:a16="http://schemas.microsoft.com/office/drawing/2014/main" id="{EBDDE399-7978-8146-B813-A0B3CFED1CCE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572001" y="2874141"/>
            <a:ext cx="2098675" cy="124076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999" y="2607606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999" y="4173000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  <p:sp>
        <p:nvSpPr>
          <p:cNvPr id="33" name="Picture Placeholder 5">
            <a:extLst>
              <a:ext uri="{FF2B5EF4-FFF2-40B4-BE49-F238E27FC236}">
                <a16:creationId xmlns:a16="http://schemas.microsoft.com/office/drawing/2014/main" id="{FA0FF9DD-FA38-C644-8804-531A719824B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767513" y="1322601"/>
            <a:ext cx="2098675" cy="27923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67512" y="4177950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 (up to 2 lines) – </a:t>
            </a:r>
            <a:br>
              <a:rPr lang="en-US"/>
            </a:br>
            <a:r>
              <a:rPr lang="en-US"/>
              <a:t>Arial Bold 25pt 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216A11E-B4A5-4F26-9049-F166D72D62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7" y="1311275"/>
            <a:ext cx="4288564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/>
              <a:t>Click to edit Master title style – Arial Regular 14pt</a:t>
            </a:r>
          </a:p>
          <a:p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9232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text + image + caption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5">
            <a:extLst>
              <a:ext uri="{FF2B5EF4-FFF2-40B4-BE49-F238E27FC236}">
                <a16:creationId xmlns:a16="http://schemas.microsoft.com/office/drawing/2014/main" id="{FA0FF9DD-FA38-C644-8804-531A719824B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572001" y="1322602"/>
            <a:ext cx="4305300" cy="124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999" y="2607606"/>
            <a:ext cx="4305302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  <p:sp>
        <p:nvSpPr>
          <p:cNvPr id="23" name="Picture Placeholder 5">
            <a:extLst>
              <a:ext uri="{FF2B5EF4-FFF2-40B4-BE49-F238E27FC236}">
                <a16:creationId xmlns:a16="http://schemas.microsoft.com/office/drawing/2014/main" id="{EBDDE399-7978-8146-B813-A0B3CFED1CCE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572001" y="2874141"/>
            <a:ext cx="2098675" cy="124076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999" y="4173000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  <p:sp>
        <p:nvSpPr>
          <p:cNvPr id="25" name="Picture Placeholder 5">
            <a:extLst>
              <a:ext uri="{FF2B5EF4-FFF2-40B4-BE49-F238E27FC236}">
                <a16:creationId xmlns:a16="http://schemas.microsoft.com/office/drawing/2014/main" id="{EBDDE399-7978-8146-B813-A0B3CFED1CCE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778626" y="2877213"/>
            <a:ext cx="2098675" cy="124076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78624" y="4176072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 (up to 2 lines) – </a:t>
            </a:r>
            <a:br>
              <a:rPr lang="en-US"/>
            </a:br>
            <a:r>
              <a:rPr lang="en-US"/>
              <a:t>Arial Bold 25pt 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1A76B9A-C73D-41F4-848B-7B422BD254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7" y="1311275"/>
            <a:ext cx="4288564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/>
              <a:t>Click to edit Master title style – Arial Regular 14pt</a:t>
            </a:r>
          </a:p>
          <a:p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5009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2 column text + image + ca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5">
            <a:extLst>
              <a:ext uri="{FF2B5EF4-FFF2-40B4-BE49-F238E27FC236}">
                <a16:creationId xmlns:a16="http://schemas.microsoft.com/office/drawing/2014/main" id="{FA0FF9DD-FA38-C644-8804-531A719824B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102847" y="1322601"/>
            <a:ext cx="2763341" cy="27923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2847" y="4177950"/>
            <a:ext cx="2763341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 (up to 2 lines) – </a:t>
            </a:r>
            <a:br>
              <a:rPr lang="en-US"/>
            </a:br>
            <a:r>
              <a:rPr lang="en-US"/>
              <a:t>Arial Bold 25pt title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B742EC7-0905-4619-9932-945C15BD9FB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144721" y="1311275"/>
            <a:ext cx="2854557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 marL="457200" indent="0">
              <a:buFont typeface="Arial" panose="020B0604020202020204" pitchFamily="34" charset="0"/>
              <a:buNone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/>
              <a:t>Click to edit Master title style – Arial Regular 14pt</a:t>
            </a:r>
          </a:p>
          <a:p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839734A-FE59-489D-8235-3CE5E3DE21E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86595" y="1311275"/>
            <a:ext cx="2854557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/>
              <a:t>Click to edit Master title style – Arial Regular 14pt</a:t>
            </a:r>
          </a:p>
          <a:p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7197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1 column text + ima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EBDDE399-7978-8146-B813-A0B3CFED1CCE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496620" y="1309603"/>
            <a:ext cx="6380681" cy="280837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496620" y="4176072"/>
            <a:ext cx="6380680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 (up to 2 lines) – </a:t>
            </a:r>
            <a:br>
              <a:rPr lang="en-US"/>
            </a:br>
            <a:r>
              <a:rPr lang="en-US"/>
              <a:t>Arial Bold 25pt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7C490C0-3F42-428E-9663-C0315B61F1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7" y="1311275"/>
            <a:ext cx="2126297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/>
              <a:t>Click to edit Master title style – Arial Regular 14pt</a:t>
            </a:r>
          </a:p>
          <a:p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9450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hero ima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FA0FF9DD-FA38-C644-8804-531A719824B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87339" y="1322601"/>
            <a:ext cx="8578850" cy="27923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87339" y="4177950"/>
            <a:ext cx="8578850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 (up to 2 lines) – </a:t>
            </a:r>
            <a:br>
              <a:rPr lang="en-US"/>
            </a:br>
            <a:r>
              <a:rPr lang="en-US"/>
              <a:t>Arial Bold 25pt title</a:t>
            </a:r>
          </a:p>
        </p:txBody>
      </p:sp>
    </p:spTree>
    <p:extLst>
      <p:ext uri="{BB962C8B-B14F-4D97-AF65-F5344CB8AC3E}">
        <p14:creationId xmlns:p14="http://schemas.microsoft.com/office/powerpoint/2010/main" val="34615912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 ima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EBDDE399-7978-8146-B813-A0B3CFED1CCE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79400" y="250826"/>
            <a:ext cx="8597901" cy="386714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87339" y="4177950"/>
            <a:ext cx="8578850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</p:spTree>
    <p:extLst>
      <p:ext uri="{BB962C8B-B14F-4D97-AF65-F5344CB8AC3E}">
        <p14:creationId xmlns:p14="http://schemas.microsoft.com/office/powerpoint/2010/main" val="24365865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D0557C50-0B31-9348-AF2A-301002B74889}"/>
              </a:ext>
            </a:extLst>
          </p:cNvPr>
          <p:cNvGrpSpPr/>
          <p:nvPr userDrawn="1"/>
        </p:nvGrpSpPr>
        <p:grpSpPr>
          <a:xfrm>
            <a:off x="203484" y="1234649"/>
            <a:ext cx="2219675" cy="1349665"/>
            <a:chOff x="1985262" y="1786188"/>
            <a:chExt cx="3594613" cy="2579532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0759468-3783-DD45-AC2F-7E3842278B7D}"/>
                </a:ext>
              </a:extLst>
            </p:cNvPr>
            <p:cNvSpPr txBox="1"/>
            <p:nvPr/>
          </p:nvSpPr>
          <p:spPr>
            <a:xfrm>
              <a:off x="2401825" y="1786188"/>
              <a:ext cx="2677754" cy="14705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>
                  <a:solidFill>
                    <a:srgbClr val="2DB8C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19%</a:t>
              </a: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499D1F6-6F64-E045-A629-F16A8AF17DEB}"/>
                </a:ext>
              </a:extLst>
            </p:cNvPr>
            <p:cNvCxnSpPr/>
            <p:nvPr/>
          </p:nvCxnSpPr>
          <p:spPr>
            <a:xfrm flipV="1">
              <a:off x="2114979" y="3256871"/>
              <a:ext cx="3407805" cy="10321"/>
            </a:xfrm>
            <a:prstGeom prst="line">
              <a:avLst/>
            </a:prstGeom>
            <a:ln w="28575">
              <a:solidFill>
                <a:srgbClr val="2DB8C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9D3155A-02B7-9146-95B9-2D706BFA7810}"/>
                </a:ext>
              </a:extLst>
            </p:cNvPr>
            <p:cNvSpPr txBox="1"/>
            <p:nvPr/>
          </p:nvSpPr>
          <p:spPr>
            <a:xfrm>
              <a:off x="1985262" y="3500871"/>
              <a:ext cx="3594613" cy="8648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rgbClr val="2DB8C5"/>
                  </a:solidFill>
                  <a:latin typeface="Arial" panose="020B0604020202020204" pitchFamily="34" charset="0"/>
                  <a:ea typeface="Frutiger-Light" panose="02020603050405020304" pitchFamily="18" charset="77"/>
                  <a:cs typeface="Arial" panose="020B0604020202020204" pitchFamily="34" charset="0"/>
                </a:rPr>
                <a:t>Insert text Insert Text</a:t>
              </a:r>
            </a:p>
            <a:p>
              <a:pPr algn="ctr"/>
              <a:r>
                <a:rPr lang="en-US" sz="1400">
                  <a:solidFill>
                    <a:srgbClr val="2DB8C5"/>
                  </a:solidFill>
                  <a:latin typeface="Arial" panose="020B0604020202020204" pitchFamily="34" charset="0"/>
                  <a:ea typeface="Frutiger-Light" panose="02020603050405020304" pitchFamily="18" charset="77"/>
                  <a:cs typeface="Arial" panose="020B0604020202020204" pitchFamily="34" charset="0"/>
                </a:rPr>
                <a:t>Insert text Insert Text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0557C50-0B31-9348-AF2A-301002B74889}"/>
              </a:ext>
            </a:extLst>
          </p:cNvPr>
          <p:cNvGrpSpPr/>
          <p:nvPr userDrawn="1"/>
        </p:nvGrpSpPr>
        <p:grpSpPr>
          <a:xfrm>
            <a:off x="3299430" y="1210655"/>
            <a:ext cx="2156489" cy="1349665"/>
            <a:chOff x="1985262" y="1786188"/>
            <a:chExt cx="3594613" cy="2579532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0759468-3783-DD45-AC2F-7E3842278B7D}"/>
                </a:ext>
              </a:extLst>
            </p:cNvPr>
            <p:cNvSpPr txBox="1"/>
            <p:nvPr/>
          </p:nvSpPr>
          <p:spPr>
            <a:xfrm>
              <a:off x="2401825" y="1786188"/>
              <a:ext cx="2677754" cy="15262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>
                  <a:solidFill>
                    <a:srgbClr val="8D378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19%</a:t>
              </a:r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499D1F6-6F64-E045-A629-F16A8AF17DEB}"/>
                </a:ext>
              </a:extLst>
            </p:cNvPr>
            <p:cNvCxnSpPr/>
            <p:nvPr/>
          </p:nvCxnSpPr>
          <p:spPr>
            <a:xfrm flipV="1">
              <a:off x="2114979" y="3256871"/>
              <a:ext cx="3407806" cy="10321"/>
            </a:xfrm>
            <a:prstGeom prst="line">
              <a:avLst/>
            </a:prstGeom>
            <a:ln w="28575">
              <a:solidFill>
                <a:srgbClr val="8D37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9D3155A-02B7-9146-95B9-2D706BFA7810}"/>
                </a:ext>
              </a:extLst>
            </p:cNvPr>
            <p:cNvSpPr txBox="1"/>
            <p:nvPr/>
          </p:nvSpPr>
          <p:spPr>
            <a:xfrm>
              <a:off x="1985262" y="3500872"/>
              <a:ext cx="3594613" cy="8648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rgbClr val="8D3786"/>
                  </a:solidFill>
                  <a:latin typeface="Arial" panose="020B0604020202020204" pitchFamily="34" charset="0"/>
                  <a:ea typeface="Frutiger-Light" panose="02020603050405020304" pitchFamily="18" charset="77"/>
                  <a:cs typeface="Arial" panose="020B0604020202020204" pitchFamily="34" charset="0"/>
                </a:rPr>
                <a:t>Insert text Insert Text</a:t>
              </a:r>
            </a:p>
            <a:p>
              <a:pPr algn="ctr"/>
              <a:r>
                <a:rPr lang="en-US" sz="1400">
                  <a:solidFill>
                    <a:srgbClr val="8D3786"/>
                  </a:solidFill>
                  <a:latin typeface="Arial" panose="020B0604020202020204" pitchFamily="34" charset="0"/>
                  <a:ea typeface="Frutiger-Light" panose="02020603050405020304" pitchFamily="18" charset="77"/>
                  <a:cs typeface="Arial" panose="020B0604020202020204" pitchFamily="34" charset="0"/>
                </a:rPr>
                <a:t>Insert text Insert Text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D0557C50-0B31-9348-AF2A-301002B74889}"/>
              </a:ext>
            </a:extLst>
          </p:cNvPr>
          <p:cNvGrpSpPr/>
          <p:nvPr userDrawn="1"/>
        </p:nvGrpSpPr>
        <p:grpSpPr>
          <a:xfrm>
            <a:off x="6395376" y="1210655"/>
            <a:ext cx="2184743" cy="1349665"/>
            <a:chOff x="1985262" y="1786188"/>
            <a:chExt cx="3594613" cy="2579532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B0759468-3783-DD45-AC2F-7E3842278B7D}"/>
                </a:ext>
              </a:extLst>
            </p:cNvPr>
            <p:cNvSpPr txBox="1"/>
            <p:nvPr/>
          </p:nvSpPr>
          <p:spPr>
            <a:xfrm>
              <a:off x="2401825" y="1786188"/>
              <a:ext cx="2677754" cy="15262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>
                  <a:solidFill>
                    <a:srgbClr val="10746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19%</a:t>
              </a:r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499D1F6-6F64-E045-A629-F16A8AF17DEB}"/>
                </a:ext>
              </a:extLst>
            </p:cNvPr>
            <p:cNvCxnSpPr/>
            <p:nvPr/>
          </p:nvCxnSpPr>
          <p:spPr>
            <a:xfrm flipV="1">
              <a:off x="2114979" y="3256871"/>
              <a:ext cx="3407804" cy="10321"/>
            </a:xfrm>
            <a:prstGeom prst="line">
              <a:avLst/>
            </a:prstGeom>
            <a:ln w="28575">
              <a:solidFill>
                <a:srgbClr val="1074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49D3155A-02B7-9146-95B9-2D706BFA7810}"/>
                </a:ext>
              </a:extLst>
            </p:cNvPr>
            <p:cNvSpPr txBox="1"/>
            <p:nvPr/>
          </p:nvSpPr>
          <p:spPr>
            <a:xfrm>
              <a:off x="1985262" y="3500872"/>
              <a:ext cx="3594613" cy="8648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rgbClr val="10746A"/>
                  </a:solidFill>
                  <a:latin typeface="Arial" panose="020B0604020202020204" pitchFamily="34" charset="0"/>
                  <a:ea typeface="Frutiger-Light" panose="02020603050405020304" pitchFamily="18" charset="77"/>
                  <a:cs typeface="Arial" panose="020B0604020202020204" pitchFamily="34" charset="0"/>
                </a:rPr>
                <a:t>Insert text Insert Text</a:t>
              </a:r>
            </a:p>
            <a:p>
              <a:pPr algn="ctr"/>
              <a:r>
                <a:rPr lang="en-US" sz="1400">
                  <a:solidFill>
                    <a:srgbClr val="10746A"/>
                  </a:solidFill>
                  <a:latin typeface="Arial" panose="020B0604020202020204" pitchFamily="34" charset="0"/>
                  <a:ea typeface="Frutiger-Light" panose="02020603050405020304" pitchFamily="18" charset="77"/>
                  <a:cs typeface="Arial" panose="020B0604020202020204" pitchFamily="34" charset="0"/>
                </a:rPr>
                <a:t>Insert text Insert Text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0557C50-0B31-9348-AF2A-301002B74889}"/>
              </a:ext>
            </a:extLst>
          </p:cNvPr>
          <p:cNvGrpSpPr/>
          <p:nvPr userDrawn="1"/>
        </p:nvGrpSpPr>
        <p:grpSpPr>
          <a:xfrm>
            <a:off x="1800890" y="2785639"/>
            <a:ext cx="2268189" cy="1349665"/>
            <a:chOff x="1985262" y="1786188"/>
            <a:chExt cx="3594613" cy="2579532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B0759468-3783-DD45-AC2F-7E3842278B7D}"/>
                </a:ext>
              </a:extLst>
            </p:cNvPr>
            <p:cNvSpPr txBox="1"/>
            <p:nvPr/>
          </p:nvSpPr>
          <p:spPr>
            <a:xfrm>
              <a:off x="2401825" y="1786188"/>
              <a:ext cx="2677754" cy="14705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>
                  <a:solidFill>
                    <a:srgbClr val="F185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19%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7499D1F6-6F64-E045-A629-F16A8AF17DEB}"/>
                </a:ext>
              </a:extLst>
            </p:cNvPr>
            <p:cNvCxnSpPr/>
            <p:nvPr/>
          </p:nvCxnSpPr>
          <p:spPr>
            <a:xfrm flipV="1">
              <a:off x="2114979" y="3256871"/>
              <a:ext cx="3407805" cy="10321"/>
            </a:xfrm>
            <a:prstGeom prst="line">
              <a:avLst/>
            </a:prstGeom>
            <a:ln w="28575">
              <a:solidFill>
                <a:srgbClr val="F185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9D3155A-02B7-9146-95B9-2D706BFA7810}"/>
                </a:ext>
              </a:extLst>
            </p:cNvPr>
            <p:cNvSpPr txBox="1"/>
            <p:nvPr/>
          </p:nvSpPr>
          <p:spPr>
            <a:xfrm>
              <a:off x="1985262" y="3500872"/>
              <a:ext cx="3594613" cy="8648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rgbClr val="F18500"/>
                  </a:solidFill>
                  <a:latin typeface="Arial" panose="020B0604020202020204" pitchFamily="34" charset="0"/>
                  <a:ea typeface="Frutiger-Light" panose="02020603050405020304" pitchFamily="18" charset="77"/>
                  <a:cs typeface="Arial" panose="020B0604020202020204" pitchFamily="34" charset="0"/>
                </a:rPr>
                <a:t>Insert text Insert Text</a:t>
              </a:r>
            </a:p>
            <a:p>
              <a:pPr algn="ctr"/>
              <a:r>
                <a:rPr lang="en-US" sz="1400">
                  <a:solidFill>
                    <a:srgbClr val="F18500"/>
                  </a:solidFill>
                  <a:latin typeface="Arial" panose="020B0604020202020204" pitchFamily="34" charset="0"/>
                  <a:ea typeface="Frutiger-Light" panose="02020603050405020304" pitchFamily="18" charset="77"/>
                  <a:cs typeface="Arial" panose="020B0604020202020204" pitchFamily="34" charset="0"/>
                </a:rPr>
                <a:t>Insert text Insert Text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D0557C50-0B31-9348-AF2A-301002B74889}"/>
              </a:ext>
            </a:extLst>
          </p:cNvPr>
          <p:cNvGrpSpPr/>
          <p:nvPr userDrawn="1"/>
        </p:nvGrpSpPr>
        <p:grpSpPr>
          <a:xfrm>
            <a:off x="4949634" y="2785639"/>
            <a:ext cx="2289366" cy="1349665"/>
            <a:chOff x="1985262" y="1786188"/>
            <a:chExt cx="3594613" cy="2579532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B0759468-3783-DD45-AC2F-7E3842278B7D}"/>
                </a:ext>
              </a:extLst>
            </p:cNvPr>
            <p:cNvSpPr txBox="1"/>
            <p:nvPr/>
          </p:nvSpPr>
          <p:spPr>
            <a:xfrm>
              <a:off x="2401825" y="1786188"/>
              <a:ext cx="2677753" cy="14705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>
                  <a:solidFill>
                    <a:srgbClr val="73B82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19%</a:t>
              </a:r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7499D1F6-6F64-E045-A629-F16A8AF17DEB}"/>
                </a:ext>
              </a:extLst>
            </p:cNvPr>
            <p:cNvCxnSpPr/>
            <p:nvPr/>
          </p:nvCxnSpPr>
          <p:spPr>
            <a:xfrm flipV="1">
              <a:off x="2114979" y="3271937"/>
              <a:ext cx="3407805" cy="10321"/>
            </a:xfrm>
            <a:prstGeom prst="line">
              <a:avLst/>
            </a:prstGeom>
            <a:ln w="28575">
              <a:solidFill>
                <a:srgbClr val="73B8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49D3155A-02B7-9146-95B9-2D706BFA7810}"/>
                </a:ext>
              </a:extLst>
            </p:cNvPr>
            <p:cNvSpPr txBox="1"/>
            <p:nvPr/>
          </p:nvSpPr>
          <p:spPr>
            <a:xfrm>
              <a:off x="1985262" y="3500872"/>
              <a:ext cx="3594613" cy="8648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rgbClr val="73B82B"/>
                  </a:solidFill>
                  <a:latin typeface="Arial" panose="020B0604020202020204" pitchFamily="34" charset="0"/>
                  <a:ea typeface="Frutiger-Light" panose="02020603050405020304" pitchFamily="18" charset="77"/>
                  <a:cs typeface="Arial" panose="020B0604020202020204" pitchFamily="34" charset="0"/>
                </a:rPr>
                <a:t>Insert text Insert Text</a:t>
              </a:r>
            </a:p>
            <a:p>
              <a:pPr algn="ctr"/>
              <a:r>
                <a:rPr lang="en-US" sz="1400">
                  <a:solidFill>
                    <a:srgbClr val="73B82B"/>
                  </a:solidFill>
                  <a:latin typeface="Arial" panose="020B0604020202020204" pitchFamily="34" charset="0"/>
                  <a:ea typeface="Frutiger-Light" panose="02020603050405020304" pitchFamily="18" charset="77"/>
                  <a:cs typeface="Arial" panose="020B0604020202020204" pitchFamily="34" charset="0"/>
                </a:rPr>
                <a:t>Insert text Insert Text</a:t>
              </a:r>
            </a:p>
          </p:txBody>
        </p:sp>
      </p:grpSp>
      <p:sp>
        <p:nvSpPr>
          <p:cNvPr id="2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11096"/>
            <a:ext cx="8672097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 (up to 2 lines) – </a:t>
            </a:r>
            <a:br>
              <a:rPr lang="en-US"/>
            </a:br>
            <a:r>
              <a:rPr lang="en-US"/>
              <a:t>Arial Bold 25pt title</a:t>
            </a:r>
          </a:p>
        </p:txBody>
      </p:sp>
    </p:spTree>
    <p:extLst>
      <p:ext uri="{BB962C8B-B14F-4D97-AF65-F5344CB8AC3E}">
        <p14:creationId xmlns:p14="http://schemas.microsoft.com/office/powerpoint/2010/main" val="24768753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4348A56A-D03E-7C4E-AE8E-F896E6A5A11B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286463332"/>
              </p:ext>
            </p:extLst>
          </p:nvPr>
        </p:nvGraphicFramePr>
        <p:xfrm>
          <a:off x="2925649" y="1218723"/>
          <a:ext cx="4923808" cy="31491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 (up to 2 lines) – </a:t>
            </a:r>
            <a:br>
              <a:rPr lang="en-US"/>
            </a:br>
            <a:r>
              <a:rPr lang="en-US"/>
              <a:t>Arial Bold 25pt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91CD518-0B4F-4DDD-8245-74B5057E96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7" y="1311275"/>
            <a:ext cx="2296627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/>
              <a:t>Click to edit Master title style – Arial Regular 14pt</a:t>
            </a:r>
          </a:p>
          <a:p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8018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ADE844C2-66A4-7347-BB76-EF1AA2EFEA8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544693725"/>
              </p:ext>
            </p:extLst>
          </p:nvPr>
        </p:nvGraphicFramePr>
        <p:xfrm>
          <a:off x="3380198" y="1259540"/>
          <a:ext cx="5003514" cy="32957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 (up to 2 lines) – </a:t>
            </a:r>
            <a:br>
              <a:rPr lang="en-US"/>
            </a:br>
            <a:r>
              <a:rPr lang="en-US"/>
              <a:t>Arial Bold 25pt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96BE319-1C15-41CC-A596-E46D2BF7CC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7" y="1311275"/>
            <a:ext cx="2296627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/>
              <a:t>Click to edit Master title style – Arial Regular 14pt</a:t>
            </a:r>
          </a:p>
          <a:p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8132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EF8E69A5-8A32-3B48-8662-8A79DC2E0921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268563056"/>
              </p:ext>
            </p:extLst>
          </p:nvPr>
        </p:nvGraphicFramePr>
        <p:xfrm>
          <a:off x="2586555" y="1209354"/>
          <a:ext cx="5804951" cy="30274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 (up to 2 lines) – </a:t>
            </a:r>
            <a:br>
              <a:rPr lang="en-US"/>
            </a:br>
            <a:r>
              <a:rPr lang="en-US"/>
              <a:t>Arial Bold 25pt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020285F8-6946-46F6-9325-70AD32F1D6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7" y="1311275"/>
            <a:ext cx="2296627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/>
              <a:t>Click to edit Master title style – Arial Regular 14pt</a:t>
            </a:r>
          </a:p>
          <a:p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8262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AFD6674-8208-4117-92B8-8BA50FAB180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266213361"/>
              </p:ext>
            </p:extLst>
          </p:nvPr>
        </p:nvGraphicFramePr>
        <p:xfrm>
          <a:off x="287338" y="1689652"/>
          <a:ext cx="7137192" cy="1106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9532">
                  <a:extLst>
                    <a:ext uri="{9D8B030D-6E8A-4147-A177-3AD203B41FA5}">
                      <a16:colId xmlns:a16="http://schemas.microsoft.com/office/drawing/2014/main" val="3822116847"/>
                    </a:ext>
                  </a:extLst>
                </a:gridCol>
                <a:gridCol w="1189532">
                  <a:extLst>
                    <a:ext uri="{9D8B030D-6E8A-4147-A177-3AD203B41FA5}">
                      <a16:colId xmlns:a16="http://schemas.microsoft.com/office/drawing/2014/main" val="1796008628"/>
                    </a:ext>
                  </a:extLst>
                </a:gridCol>
                <a:gridCol w="1189532">
                  <a:extLst>
                    <a:ext uri="{9D8B030D-6E8A-4147-A177-3AD203B41FA5}">
                      <a16:colId xmlns:a16="http://schemas.microsoft.com/office/drawing/2014/main" val="3879958063"/>
                    </a:ext>
                  </a:extLst>
                </a:gridCol>
                <a:gridCol w="1189532">
                  <a:extLst>
                    <a:ext uri="{9D8B030D-6E8A-4147-A177-3AD203B41FA5}">
                      <a16:colId xmlns:a16="http://schemas.microsoft.com/office/drawing/2014/main" val="3650332254"/>
                    </a:ext>
                  </a:extLst>
                </a:gridCol>
                <a:gridCol w="1189532">
                  <a:extLst>
                    <a:ext uri="{9D8B030D-6E8A-4147-A177-3AD203B41FA5}">
                      <a16:colId xmlns:a16="http://schemas.microsoft.com/office/drawing/2014/main" val="3035283889"/>
                    </a:ext>
                  </a:extLst>
                </a:gridCol>
                <a:gridCol w="1189532">
                  <a:extLst>
                    <a:ext uri="{9D8B030D-6E8A-4147-A177-3AD203B41FA5}">
                      <a16:colId xmlns:a16="http://schemas.microsoft.com/office/drawing/2014/main" val="2593290401"/>
                    </a:ext>
                  </a:extLst>
                </a:gridCol>
              </a:tblGrid>
              <a:tr h="276586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>
                          <a:latin typeface="+mj-lt"/>
                        </a:rPr>
                        <a:t>XXXXXXXXXXXXX</a:t>
                      </a: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XXXXXXXXXXXX</a:t>
                      </a:r>
                      <a:endParaRPr lang="en-US" sz="800"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XXXXXXXXXXXXX</a:t>
                      </a:r>
                      <a:endParaRPr kumimoji="0" lang="en-US" sz="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XXXXXXXXXXXXX</a:t>
                      </a:r>
                      <a:endParaRPr kumimoji="0" lang="en-US" sz="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XXXXXXXXXXXXX</a:t>
                      </a:r>
                      <a:endParaRPr kumimoji="0" lang="en-US" sz="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XXXXXXXXXXXXX</a:t>
                      </a:r>
                      <a:endParaRPr kumimoji="0" lang="en-US" sz="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7180098"/>
                  </a:ext>
                </a:extLst>
              </a:tr>
              <a:tr h="276586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001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255196"/>
                  </a:ext>
                </a:extLst>
              </a:tr>
              <a:tr h="276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001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7887121"/>
                  </a:ext>
                </a:extLst>
              </a:tr>
              <a:tr h="276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001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99189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85AC98B-3184-4158-8DB1-FD0896BAEA5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248348035"/>
              </p:ext>
            </p:extLst>
          </p:nvPr>
        </p:nvGraphicFramePr>
        <p:xfrm>
          <a:off x="287338" y="3153802"/>
          <a:ext cx="7137192" cy="1106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9532">
                  <a:extLst>
                    <a:ext uri="{9D8B030D-6E8A-4147-A177-3AD203B41FA5}">
                      <a16:colId xmlns:a16="http://schemas.microsoft.com/office/drawing/2014/main" val="3822116847"/>
                    </a:ext>
                  </a:extLst>
                </a:gridCol>
                <a:gridCol w="1189532">
                  <a:extLst>
                    <a:ext uri="{9D8B030D-6E8A-4147-A177-3AD203B41FA5}">
                      <a16:colId xmlns:a16="http://schemas.microsoft.com/office/drawing/2014/main" val="1796008628"/>
                    </a:ext>
                  </a:extLst>
                </a:gridCol>
                <a:gridCol w="1189532">
                  <a:extLst>
                    <a:ext uri="{9D8B030D-6E8A-4147-A177-3AD203B41FA5}">
                      <a16:colId xmlns:a16="http://schemas.microsoft.com/office/drawing/2014/main" val="3879958063"/>
                    </a:ext>
                  </a:extLst>
                </a:gridCol>
                <a:gridCol w="1189532">
                  <a:extLst>
                    <a:ext uri="{9D8B030D-6E8A-4147-A177-3AD203B41FA5}">
                      <a16:colId xmlns:a16="http://schemas.microsoft.com/office/drawing/2014/main" val="3650332254"/>
                    </a:ext>
                  </a:extLst>
                </a:gridCol>
                <a:gridCol w="1189532">
                  <a:extLst>
                    <a:ext uri="{9D8B030D-6E8A-4147-A177-3AD203B41FA5}">
                      <a16:colId xmlns:a16="http://schemas.microsoft.com/office/drawing/2014/main" val="3035283889"/>
                    </a:ext>
                  </a:extLst>
                </a:gridCol>
                <a:gridCol w="1189532">
                  <a:extLst>
                    <a:ext uri="{9D8B030D-6E8A-4147-A177-3AD203B41FA5}">
                      <a16:colId xmlns:a16="http://schemas.microsoft.com/office/drawing/2014/main" val="2593290401"/>
                    </a:ext>
                  </a:extLst>
                </a:gridCol>
              </a:tblGrid>
              <a:tr h="276586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>
                          <a:latin typeface="+mj-lt"/>
                        </a:rPr>
                        <a:t>XXXXXXXXXXXXX</a:t>
                      </a: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B8C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XXXXXXXXXXXX</a:t>
                      </a:r>
                      <a:endParaRPr lang="en-US" sz="800"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B8C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XXXXXXXXXXXXX</a:t>
                      </a:r>
                      <a:endParaRPr kumimoji="0" lang="en-US" sz="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32707" marR="32707" marT="49061" marB="4906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B8C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XXXXXXXXXXXXX</a:t>
                      </a:r>
                      <a:endParaRPr kumimoji="0" lang="en-US" sz="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32707" marR="32707" marT="49061" marB="4906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B8C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XXXXXXXXXXXXX</a:t>
                      </a:r>
                      <a:endParaRPr kumimoji="0" lang="en-US" sz="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32707" marR="32707" marT="49061" marB="4906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B8C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XXXXXXXXXXXXX</a:t>
                      </a:r>
                      <a:endParaRPr kumimoji="0" lang="en-US" sz="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32707" marR="32707" marT="49061" marB="49061" anchor="ctr">
                    <a:lnL w="12700" cmpd="sng">
                      <a:noFill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B8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7180098"/>
                  </a:ext>
                </a:extLst>
              </a:tr>
              <a:tr h="276586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255196"/>
                  </a:ext>
                </a:extLst>
              </a:tr>
              <a:tr h="276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7887121"/>
                  </a:ext>
                </a:extLst>
              </a:tr>
              <a:tr h="276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991891"/>
                  </a:ext>
                </a:extLst>
              </a:tr>
            </a:tbl>
          </a:graphicData>
        </a:graphic>
      </p:graphicFrame>
      <p:sp>
        <p:nvSpPr>
          <p:cNvPr id="10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 (up to 2 lines) – </a:t>
            </a:r>
            <a:br>
              <a:rPr lang="en-US"/>
            </a:br>
            <a:r>
              <a:rPr lang="en-US"/>
              <a:t>Arial Bold 25pt 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3ABA65EC-BE67-47F1-855B-E0BFD2EA8C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6" y="1311275"/>
            <a:ext cx="8672097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/>
              <a:t>Click to edit Master title style – Arial Regular 14pt</a:t>
            </a:r>
          </a:p>
        </p:txBody>
      </p:sp>
    </p:spTree>
    <p:extLst>
      <p:ext uri="{BB962C8B-B14F-4D97-AF65-F5344CB8AC3E}">
        <p14:creationId xmlns:p14="http://schemas.microsoft.com/office/powerpoint/2010/main" val="383357029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d slide_Logo">
    <p:bg>
      <p:bgPr>
        <a:solidFill>
          <a:srgbClr val="1C3D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0F016AB-50EC-D145-8FEE-4F74E8E3B1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26986" y="3228967"/>
            <a:ext cx="4335556" cy="115881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F811C00-D549-464E-ADFA-3C1836754071}"/>
              </a:ext>
            </a:extLst>
          </p:cNvPr>
          <p:cNvSpPr txBox="1"/>
          <p:nvPr userDrawn="1"/>
        </p:nvSpPr>
        <p:spPr>
          <a:xfrm>
            <a:off x="3282511" y="1820461"/>
            <a:ext cx="2770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635927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d slide_Logo">
    <p:bg>
      <p:bgPr>
        <a:solidFill>
          <a:srgbClr val="1C3D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0F016AB-50EC-D145-8FEE-4F74E8E3B1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26986" y="1954745"/>
            <a:ext cx="4335556" cy="1158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692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2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4.xml"/><Relationship Id="rId2" Type="http://schemas.openxmlformats.org/officeDocument/2006/relationships/slideLayout" Target="../slideLayouts/slideLayout9.xml"/><Relationship Id="rId16" Type="http://schemas.openxmlformats.org/officeDocument/2006/relationships/slideLayout" Target="../slideLayouts/slideLayout23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7.xml"/><Relationship Id="rId19" Type="http://schemas.openxmlformats.org/officeDocument/2006/relationships/image" Target="../media/image2.jpeg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F016AB-50EC-D145-8FEE-4F74E8E3B1D6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98188" y="373575"/>
            <a:ext cx="2489200" cy="665316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A670BE8-3C46-EF4F-BC90-6793A5222276}"/>
              </a:ext>
            </a:extLst>
          </p:cNvPr>
          <p:cNvCxnSpPr/>
          <p:nvPr userDrawn="1"/>
        </p:nvCxnSpPr>
        <p:spPr>
          <a:xfrm>
            <a:off x="298188" y="4830791"/>
            <a:ext cx="8568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677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50" r:id="rId2"/>
    <p:sldLayoutId id="2147483765" r:id="rId3"/>
    <p:sldLayoutId id="2147483766" r:id="rId4"/>
    <p:sldLayoutId id="2147483767" r:id="rId5"/>
    <p:sldLayoutId id="2147483768" r:id="rId6"/>
    <p:sldLayoutId id="2147483769" r:id="rId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  <p15:guide id="2" orient="horz" pos="158" userDrawn="1">
          <p15:clr>
            <a:srgbClr val="F26B43"/>
          </p15:clr>
        </p15:guide>
        <p15:guide id="3" pos="176" userDrawn="1">
          <p15:clr>
            <a:srgbClr val="F26B43"/>
          </p15:clr>
        </p15:guide>
        <p15:guide id="4" orient="horz" pos="2981" userDrawn="1">
          <p15:clr>
            <a:srgbClr val="F26B43"/>
          </p15:clr>
        </p15:guide>
        <p15:guide id="5" pos="5585" userDrawn="1">
          <p15:clr>
            <a:srgbClr val="F26B43"/>
          </p15:clr>
        </p15:guide>
        <p15:guide id="6" orient="horz" pos="1620" userDrawn="1">
          <p15:clr>
            <a:srgbClr val="F26B43"/>
          </p15:clr>
        </p15:guide>
        <p15:guide id="7" orient="horz" pos="554" userDrawn="1">
          <p15:clr>
            <a:srgbClr val="F26B43"/>
          </p15:clr>
        </p15:guide>
        <p15:guide id="8" orient="horz" pos="690" userDrawn="1">
          <p15:clr>
            <a:srgbClr val="F26B43"/>
          </p15:clr>
        </p15:guide>
        <p15:guide id="9" orient="horz" pos="826" userDrawn="1">
          <p15:clr>
            <a:srgbClr val="F26B43"/>
          </p15:clr>
        </p15:guide>
        <p15:guide id="10" pos="2812" userDrawn="1">
          <p15:clr>
            <a:srgbClr val="F26B43"/>
          </p15:clr>
        </p15:guide>
        <p15:guide id="11" pos="2948" userDrawn="1">
          <p15:clr>
            <a:srgbClr val="F26B43"/>
          </p15:clr>
        </p15:guide>
        <p15:guide id="12" pos="1474" userDrawn="1">
          <p15:clr>
            <a:srgbClr val="F26B43"/>
          </p15:clr>
        </p15:guide>
        <p15:guide id="13" pos="4263" userDrawn="1">
          <p15:clr>
            <a:srgbClr val="F26B43"/>
          </p15:clr>
        </p15:guide>
        <p15:guide id="14" orient="horz" pos="2822" userDrawn="1">
          <p15:clr>
            <a:srgbClr val="F26B43"/>
          </p15:clr>
        </p15:guide>
        <p15:guide id="15" orient="horz" pos="275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23B30F1-BEAB-1D48-98D9-E0838B9BE6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9"/>
          <a:srcRect t="86937"/>
          <a:stretch/>
        </p:blipFill>
        <p:spPr>
          <a:xfrm>
            <a:off x="0" y="4471626"/>
            <a:ext cx="9144000" cy="6718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674CA67-DD21-8043-AD24-58925882A109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298188" y="4539884"/>
            <a:ext cx="1760102" cy="47044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EFACAD1-D0A6-9749-A5C6-07C38D8E6F7D}"/>
              </a:ext>
            </a:extLst>
          </p:cNvPr>
          <p:cNvSpPr txBox="1"/>
          <p:nvPr userDrawn="1"/>
        </p:nvSpPr>
        <p:spPr>
          <a:xfrm>
            <a:off x="7926850" y="4846638"/>
            <a:ext cx="93933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A98891B2-5225-5C40-A770-7C3A43B5E5B1}" type="slidenum">
              <a:rPr lang="en-US" sz="9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900" b="0" i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695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5" r:id="rId1"/>
    <p:sldLayoutId id="2147483868" r:id="rId2"/>
    <p:sldLayoutId id="2147483869" r:id="rId3"/>
    <p:sldLayoutId id="2147483870" r:id="rId4"/>
    <p:sldLayoutId id="2147483871" r:id="rId5"/>
    <p:sldLayoutId id="2147483872" r:id="rId6"/>
    <p:sldLayoutId id="2147483873" r:id="rId7"/>
    <p:sldLayoutId id="2147483874" r:id="rId8"/>
    <p:sldLayoutId id="2147483875" r:id="rId9"/>
    <p:sldLayoutId id="2147483876" r:id="rId10"/>
    <p:sldLayoutId id="2147483877" r:id="rId11"/>
    <p:sldLayoutId id="2147483878" r:id="rId12"/>
    <p:sldLayoutId id="2147483879" r:id="rId13"/>
    <p:sldLayoutId id="2147483880" r:id="rId14"/>
    <p:sldLayoutId id="2147483881" r:id="rId15"/>
    <p:sldLayoutId id="2147483882" r:id="rId16"/>
    <p:sldLayoutId id="214748388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686">
          <p15:clr>
            <a:srgbClr val="F26B43"/>
          </p15:clr>
        </p15:guide>
        <p15:guide id="2" pos="18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3466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84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12" Type="http://schemas.openxmlformats.org/officeDocument/2006/relationships/customXml" Target="../ink/ink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2.xml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5" Type="http://schemas.openxmlformats.org/officeDocument/2006/relationships/image" Target="../media/image9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6.png"/><Relationship Id="rId14" Type="http://schemas.openxmlformats.org/officeDocument/2006/relationships/customXml" Target="../ink/ink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ieeexplore.ieee.org/stamp/stamp.jsp?tp=&amp;arnumber=8253762" TargetMode="External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brain.edusoft.ro/index.php/brain/article/viewFile/308/390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customXml" Target="../ink/ink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0.png"/><Relationship Id="rId4" Type="http://schemas.openxmlformats.org/officeDocument/2006/relationships/image" Target="../media/image14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customXml" Target="../ink/ink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9.xml"/><Relationship Id="rId3" Type="http://schemas.openxmlformats.org/officeDocument/2006/relationships/image" Target="../media/image110.png"/><Relationship Id="rId7" Type="http://schemas.openxmlformats.org/officeDocument/2006/relationships/image" Target="../media/image16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image" Target="../media/image120.png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customXml" Target="../ink/ink10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1.png"/><Relationship Id="rId4" Type="http://schemas.openxmlformats.org/officeDocument/2006/relationships/customXml" Target="../ink/ink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customXml" Target="../ink/ink12.xml"/><Relationship Id="rId4" Type="http://schemas.openxmlformats.org/officeDocument/2006/relationships/image" Target="../media/image19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customXml" Target="../ink/ink13.xml"/><Relationship Id="rId4" Type="http://schemas.openxmlformats.org/officeDocument/2006/relationships/image" Target="../media/image20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5" Type="http://schemas.openxmlformats.org/officeDocument/2006/relationships/customXml" Target="../ink/ink14.xml"/><Relationship Id="rId4" Type="http://schemas.openxmlformats.org/officeDocument/2006/relationships/image" Target="../media/image2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5" Type="http://schemas.openxmlformats.org/officeDocument/2006/relationships/customXml" Target="../ink/ink15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16.xml"/><Relationship Id="rId5" Type="http://schemas.openxmlformats.org/officeDocument/2006/relationships/image" Target="../media/image24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17.xml"/><Relationship Id="rId5" Type="http://schemas.openxmlformats.org/officeDocument/2006/relationships/image" Target="../media/image270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png"/><Relationship Id="rId5" Type="http://schemas.openxmlformats.org/officeDocument/2006/relationships/customXml" Target="../ink/ink19.xml"/><Relationship Id="rId4" Type="http://schemas.openxmlformats.org/officeDocument/2006/relationships/image" Target="../media/image29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20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4.png"/><Relationship Id="rId4" Type="http://schemas.openxmlformats.org/officeDocument/2006/relationships/customXml" Target="../ink/ink2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40.png"/><Relationship Id="rId7" Type="http://schemas.openxmlformats.org/officeDocument/2006/relationships/customXml" Target="../ink/ink23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png"/><Relationship Id="rId5" Type="http://schemas.openxmlformats.org/officeDocument/2006/relationships/customXml" Target="../ink/ink22.xml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25.xml"/><Relationship Id="rId5" Type="http://schemas.openxmlformats.org/officeDocument/2006/relationships/image" Target="../media/image38.png"/><Relationship Id="rId4" Type="http://schemas.openxmlformats.org/officeDocument/2006/relationships/customXml" Target="../ink/ink2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0.png"/><Relationship Id="rId4" Type="http://schemas.openxmlformats.org/officeDocument/2006/relationships/customXml" Target="../ink/ink2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1.png"/><Relationship Id="rId4" Type="http://schemas.openxmlformats.org/officeDocument/2006/relationships/customXml" Target="../ink/ink2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png"/><Relationship Id="rId5" Type="http://schemas.openxmlformats.org/officeDocument/2006/relationships/customXml" Target="../ink/ink28.xml"/><Relationship Id="rId4" Type="http://schemas.openxmlformats.org/officeDocument/2006/relationships/image" Target="../media/image40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3.png"/><Relationship Id="rId5" Type="http://schemas.openxmlformats.org/officeDocument/2006/relationships/customXml" Target="../ink/ink29.xml"/><Relationship Id="rId4" Type="http://schemas.openxmlformats.org/officeDocument/2006/relationships/image" Target="../media/image42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31.xml"/><Relationship Id="rId5" Type="http://schemas.openxmlformats.org/officeDocument/2006/relationships/image" Target="../media/image43.png"/><Relationship Id="rId4" Type="http://schemas.openxmlformats.org/officeDocument/2006/relationships/customXml" Target="../ink/ink3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ustomXml" Target="../ink/ink32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ustomXml" Target="../ink/ink33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8.png"/><Relationship Id="rId5" Type="http://schemas.openxmlformats.org/officeDocument/2006/relationships/customXml" Target="../ink/ink34.xml"/><Relationship Id="rId4" Type="http://schemas.openxmlformats.org/officeDocument/2006/relationships/image" Target="../media/image4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ustomXml" Target="../ink/ink35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50.png"/><Relationship Id="rId4" Type="http://schemas.openxmlformats.org/officeDocument/2006/relationships/image" Target="../media/image44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7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1.png"/><Relationship Id="rId4" Type="http://schemas.openxmlformats.org/officeDocument/2006/relationships/customXml" Target="../ink/ink3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3.png"/><Relationship Id="rId4" Type="http://schemas.openxmlformats.org/officeDocument/2006/relationships/customXml" Target="../ink/ink37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customXml" Target="../ink/ink38.xml"/><Relationship Id="rId7" Type="http://schemas.openxmlformats.org/officeDocument/2006/relationships/customXml" Target="../ink/ink40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5.png"/><Relationship Id="rId5" Type="http://schemas.openxmlformats.org/officeDocument/2006/relationships/customXml" Target="../ink/ink39.xml"/><Relationship Id="rId4" Type="http://schemas.openxmlformats.org/officeDocument/2006/relationships/image" Target="../media/image54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type="title" idx="4294967295"/>
          </p:nvPr>
        </p:nvSpPr>
        <p:spPr>
          <a:xfrm>
            <a:off x="943599" y="1751595"/>
            <a:ext cx="7870825" cy="11715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>
              <a:spcBef>
                <a:spcPts val="750"/>
              </a:spcBef>
              <a:defRPr/>
            </a:pPr>
            <a:r>
              <a:rPr lang="en-US" dirty="0"/>
              <a:t>EMS702UP Statistical Thinking and Applied Machine Learning</a:t>
            </a:r>
            <a:br>
              <a:rPr lang="en-US" dirty="0"/>
            </a:br>
            <a:br>
              <a:rPr lang="en-US" dirty="0"/>
            </a:b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943598" y="2973637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W4.1-4.3 Introduction to Fuzzy Sets and Relations</a:t>
            </a:r>
          </a:p>
          <a:p>
            <a:r>
              <a:rPr lang="en-US" dirty="0"/>
              <a:t>Jun Chen</a:t>
            </a:r>
          </a:p>
        </p:txBody>
      </p:sp>
    </p:spTree>
    <p:extLst>
      <p:ext uri="{BB962C8B-B14F-4D97-AF65-F5344CB8AC3E}">
        <p14:creationId xmlns:p14="http://schemas.microsoft.com/office/powerpoint/2010/main" val="1863928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GB" sz="2500" b="1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Introduction to Fuzzy Systems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557D00-50C6-7D21-B888-1027CE8D2317}"/>
              </a:ext>
            </a:extLst>
          </p:cNvPr>
          <p:cNvSpPr txBox="1"/>
          <p:nvPr/>
        </p:nvSpPr>
        <p:spPr>
          <a:xfrm>
            <a:off x="186596" y="663535"/>
            <a:ext cx="8672097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 are </a:t>
            </a:r>
            <a:r>
              <a:rPr lang="en-GB" sz="1400" b="1" i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two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justifications for adopting fuzzy systems.</a:t>
            </a:r>
          </a:p>
          <a:p>
            <a:pPr marL="285750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3616325" algn="l"/>
              </a:tabLst>
            </a:pPr>
            <a:r>
              <a:rPr lang="en-GB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 world is too complicated to model and fuzziness is introduced to obtain a </a:t>
            </a:r>
            <a:r>
              <a:rPr lang="en-GB" sz="1400" b="1" i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reasonable</a:t>
            </a:r>
            <a:r>
              <a:rPr lang="en-GB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model. 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GB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 is increasing dissatisfaction with quantitative approaches. Human knowledge is becoming more and more important. The fuzziness concept can formulate knowledge in a </a:t>
            </a:r>
            <a:r>
              <a:rPr lang="en-GB" sz="1400" b="1" i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systematic</a:t>
            </a:r>
            <a:r>
              <a:rPr lang="en-GB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manner and give it an engineering flavour. 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8E488B-93E8-EC3B-3C21-0DD2DD68B011}"/>
              </a:ext>
            </a:extLst>
          </p:cNvPr>
          <p:cNvSpPr txBox="1"/>
          <p:nvPr/>
        </p:nvSpPr>
        <p:spPr>
          <a:xfrm>
            <a:off x="1155246" y="2202417"/>
            <a:ext cx="68335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i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 good engineering theory is one that makes use of </a:t>
            </a:r>
            <a:r>
              <a:rPr lang="en-GB" sz="1400" b="1" i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all</a:t>
            </a:r>
            <a:r>
              <a:rPr lang="en-GB" sz="1400" i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available information </a:t>
            </a:r>
            <a:r>
              <a:rPr lang="en-GB" sz="1400" b="1" i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effectively</a:t>
            </a:r>
            <a:r>
              <a:rPr lang="en-GB" sz="1400" i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. </a:t>
            </a:r>
            <a:endParaRPr lang="en-GB" sz="1400" i="1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CBC8214-4CE8-11ED-FA81-255821738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8956" y="2633307"/>
            <a:ext cx="3946087" cy="177239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D817836-70C7-9849-BA4A-3FA4DA74E38F}"/>
                  </a:ext>
                </a:extLst>
              </p14:cNvPr>
              <p14:cNvContentPartPr/>
              <p14:nvPr/>
            </p14:nvContentPartPr>
            <p14:xfrm>
              <a:off x="1487880" y="3166560"/>
              <a:ext cx="7077960" cy="7642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D817836-70C7-9849-BA4A-3FA4DA74E38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78520" y="3157200"/>
                <a:ext cx="7096680" cy="78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8307542-4399-4BEF-9A96-29C524127D52}"/>
                  </a:ext>
                </a:extLst>
              </p14:cNvPr>
              <p14:cNvContentPartPr/>
              <p14:nvPr/>
            </p14:nvContentPartPr>
            <p14:xfrm>
              <a:off x="8172704" y="3313753"/>
              <a:ext cx="5400" cy="5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8307542-4399-4BEF-9A96-29C524127D5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168384" y="3309433"/>
                <a:ext cx="14040" cy="1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68FACEA-7831-0CAF-6F4F-2F7AE5B35D85}"/>
                  </a:ext>
                </a:extLst>
              </p14:cNvPr>
              <p14:cNvContentPartPr/>
              <p14:nvPr/>
            </p14:nvContentPartPr>
            <p14:xfrm>
              <a:off x="7996924" y="3283399"/>
              <a:ext cx="16920" cy="180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68FACEA-7831-0CAF-6F4F-2F7AE5B35D8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992604" y="3279079"/>
                <a:ext cx="25560" cy="2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89EDD92E-7559-87F9-3884-18ED0EB1C668}"/>
              </a:ext>
            </a:extLst>
          </p:cNvPr>
          <p:cNvGrpSpPr/>
          <p:nvPr/>
        </p:nvGrpSpPr>
        <p:grpSpPr>
          <a:xfrm>
            <a:off x="8068564" y="3298879"/>
            <a:ext cx="38520" cy="11880"/>
            <a:chOff x="8068564" y="3298879"/>
            <a:chExt cx="38520" cy="118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F642872-7151-3AA9-2C99-EB786E0E24E6}"/>
                    </a:ext>
                  </a:extLst>
                </p14:cNvPr>
                <p14:cNvContentPartPr/>
                <p14:nvPr/>
              </p14:nvContentPartPr>
              <p14:xfrm>
                <a:off x="8068564" y="3304639"/>
                <a:ext cx="11160" cy="54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F642872-7151-3AA9-2C99-EB786E0E24E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064244" y="3300319"/>
                  <a:ext cx="1980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F747DA4-52EA-7FEB-C220-1ABD0FF5B60C}"/>
                    </a:ext>
                  </a:extLst>
                </p14:cNvPr>
                <p14:cNvContentPartPr/>
                <p14:nvPr/>
              </p14:nvContentPartPr>
              <p14:xfrm>
                <a:off x="8095924" y="3298879"/>
                <a:ext cx="11160" cy="11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F747DA4-52EA-7FEB-C220-1ABD0FF5B60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091604" y="3294559"/>
                  <a:ext cx="19800" cy="2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8B3CB4C-5F5D-1C30-42AC-6FBF75D1B4C0}"/>
                  </a:ext>
                </a:extLst>
              </p14:cNvPr>
              <p14:cNvContentPartPr/>
              <p14:nvPr/>
            </p14:nvContentPartPr>
            <p14:xfrm>
              <a:off x="8235244" y="3285559"/>
              <a:ext cx="9000" cy="79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8B3CB4C-5F5D-1C30-42AC-6FBF75D1B4C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230924" y="3281239"/>
                <a:ext cx="17640" cy="16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45838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GB" sz="2500" b="1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Introduction to Fuzzy Systems 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557D00-50C6-7D21-B888-1027CE8D2317}"/>
              </a:ext>
            </a:extLst>
          </p:cNvPr>
          <p:cNvSpPr txBox="1"/>
          <p:nvPr/>
        </p:nvSpPr>
        <p:spPr>
          <a:xfrm>
            <a:off x="186596" y="663535"/>
            <a:ext cx="86720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Some great logicians, mathematicians, and scientists shared their views about the world and reality.</a:t>
            </a:r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F71B93-49C9-9F3E-4190-EB122C2725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38" y="933963"/>
            <a:ext cx="4433920" cy="12287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293A85B-E048-79B6-2045-2B7604249A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787" y="2099269"/>
            <a:ext cx="4314857" cy="106204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0ED72A1-1B5D-F67E-729F-0B1A519DCA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0358" y="977052"/>
            <a:ext cx="4572000" cy="115403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AE6D982-356A-977F-1D8B-024454CE85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7787" y="3147806"/>
            <a:ext cx="4314857" cy="130573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E23CD03-631B-453E-A98E-90369BFB2F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90358" y="2099269"/>
            <a:ext cx="4572000" cy="209707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30FA02-7244-9398-76FD-7C963D0A7541}"/>
              </a:ext>
            </a:extLst>
          </p:cNvPr>
          <p:cNvSpPr txBox="1"/>
          <p:nvPr/>
        </p:nvSpPr>
        <p:spPr>
          <a:xfrm>
            <a:off x="4490358" y="4207241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8"/>
              </a:rPr>
              <a:t>https://ieeexplore.ieee.org/stamp/stamp.jsp?tp=&amp;arnumber=8253762</a:t>
            </a:r>
            <a:r>
              <a:rPr lang="en-GB" sz="1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05513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GB" sz="2500" b="1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Introduction to Fuzzy Systems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4291F6-42AB-E679-8078-1E6E4548AE2E}"/>
              </a:ext>
            </a:extLst>
          </p:cNvPr>
          <p:cNvSpPr txBox="1"/>
          <p:nvPr/>
        </p:nvSpPr>
        <p:spPr>
          <a:xfrm>
            <a:off x="186596" y="650144"/>
            <a:ext cx="8672096" cy="2197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GB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Some examples of applications of fuzzy systems include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Fuzzy washing machines:</a:t>
            </a:r>
            <a:r>
              <a:rPr lang="en-GB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first major products to use fuzzy systems (Matsushita Electric Industrial Company in Japan in 1991). The fuzzy system, hence built, had 3 inputs (dirtiness, dirt type and load size), which were ‘measured’ using optical sensors, and one output (correct cycle). 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Fuzzy control of subway train (Sendai Subway in Japan):</a:t>
            </a:r>
            <a:r>
              <a:rPr lang="en-GB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the most significant application of fuzzy systems to date, which is still operational and is still considered to be the most advanced subway system in the world. The following is a configuration of the control systems.</a:t>
            </a:r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15B64E1-BA3A-56EB-FB90-D50EF7EC4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52" y="2497202"/>
            <a:ext cx="3149043" cy="193663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55B6F9BF-63CE-B90C-05FC-8562BCC75105}"/>
              </a:ext>
            </a:extLst>
          </p:cNvPr>
          <p:cNvSpPr txBox="1"/>
          <p:nvPr/>
        </p:nvSpPr>
        <p:spPr>
          <a:xfrm>
            <a:off x="3671117" y="2403734"/>
            <a:ext cx="5187575" cy="2385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The controller was represented by two levels: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2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Level 1:</a:t>
            </a:r>
            <a:r>
              <a:rPr lang="en-GB" sz="12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Constant speed controller – </a:t>
            </a:r>
            <a:r>
              <a:rPr lang="en-GB" sz="12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GB" sz="12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tarts the train and Keeps speed below its safety limit</a:t>
            </a:r>
          </a:p>
          <a:p>
            <a:pPr marL="269875" algn="just">
              <a:spcAft>
                <a:spcPts val="600"/>
              </a:spcAft>
            </a:pPr>
            <a:r>
              <a:rPr lang="en-GB" sz="1200" b="1" u="sng" dirty="0">
                <a:solidFill>
                  <a:srgbClr val="1C3D74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For Riding Comfort</a:t>
            </a:r>
            <a:r>
              <a:rPr lang="en-GB" sz="1200" b="1" dirty="0">
                <a:solidFill>
                  <a:srgbClr val="1C3D74"/>
                </a:solidFill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GB" sz="1200" b="1" dirty="0">
                <a:solidFill>
                  <a:srgbClr val="FF0000"/>
                </a:solidFill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GB" sz="12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IF </a:t>
            </a:r>
            <a:r>
              <a:rPr lang="en-GB" sz="1200" b="1" i="1" dirty="0">
                <a:solidFill>
                  <a:srgbClr val="1C3D74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the speed of the train is in the allowed range</a:t>
            </a:r>
            <a:r>
              <a:rPr lang="en-GB" sz="1200" b="1" dirty="0">
                <a:solidFill>
                  <a:srgbClr val="1C3D74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GB" sz="12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THEN </a:t>
            </a:r>
            <a:r>
              <a:rPr lang="en-GB" sz="1200" b="1" i="1" dirty="0">
                <a:solidFill>
                  <a:srgbClr val="1C3D74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do not change the control notch</a:t>
            </a:r>
            <a:endParaRPr lang="en-GB" sz="1200" b="1" dirty="0">
              <a:solidFill>
                <a:srgbClr val="1C3D74"/>
              </a:solidFill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2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Level 2:</a:t>
            </a:r>
            <a:r>
              <a:rPr lang="en-GB" sz="12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Automatic stopping controller – regulates speed limit to stop at target position</a:t>
            </a:r>
          </a:p>
          <a:p>
            <a:pPr marL="269875" algn="just">
              <a:spcAft>
                <a:spcPts val="600"/>
              </a:spcAft>
            </a:pPr>
            <a:r>
              <a:rPr lang="en-GB" sz="1200" b="1" u="sng" dirty="0">
                <a:solidFill>
                  <a:srgbClr val="1C3D74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For Safety</a:t>
            </a:r>
            <a:r>
              <a:rPr lang="en-GB" sz="1200" b="1" dirty="0">
                <a:solidFill>
                  <a:srgbClr val="1C3D74"/>
                </a:solidFill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GB" sz="1200" b="1" dirty="0">
                <a:solidFill>
                  <a:srgbClr val="FF0000"/>
                </a:solidFill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GB" sz="12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GB" sz="12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GB" sz="1200" b="1" i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the speed of the train is approaching the limit speed</a:t>
            </a:r>
            <a:r>
              <a:rPr lang="en-GB" sz="12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GB" sz="12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THEN</a:t>
            </a:r>
            <a:r>
              <a:rPr lang="en-GB" sz="12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GB" sz="1200" b="1" i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select the maximum brake notch</a:t>
            </a:r>
            <a:endParaRPr lang="en-GB" sz="1200" b="1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269875" algn="just">
              <a:spcAft>
                <a:spcPts val="600"/>
              </a:spcAft>
            </a:pPr>
            <a:endParaRPr lang="en-GB" sz="14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5773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GB" sz="2500" b="1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Introduction to Fuzzy Systems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4291F6-42AB-E679-8078-1E6E4548AE2E}"/>
              </a:ext>
            </a:extLst>
          </p:cNvPr>
          <p:cNvSpPr txBox="1"/>
          <p:nvPr/>
        </p:nvSpPr>
        <p:spPr>
          <a:xfrm>
            <a:off x="186596" y="650144"/>
            <a:ext cx="8672096" cy="373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GB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Brief history of fuzzy technology</a:t>
            </a:r>
          </a:p>
          <a:p>
            <a:pPr algn="just">
              <a:spcAft>
                <a:spcPts val="600"/>
              </a:spcAf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1965 Concept of fuzzy sets theory by </a:t>
            </a:r>
            <a:r>
              <a:rPr lang="en-GB" sz="1400" dirty="0" err="1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Lofti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Zadeh (USA)</a:t>
            </a:r>
          </a:p>
          <a:p>
            <a:pPr algn="just">
              <a:spcAft>
                <a:spcPts val="600"/>
              </a:spcAf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1972 First working group on fuzzy systems in Japan by Toshiro </a:t>
            </a:r>
            <a:r>
              <a:rPr lang="en-GB" sz="1400" dirty="0" err="1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Terano</a:t>
            </a:r>
            <a:endParaRPr lang="en-GB" sz="14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1973 Paper about fuzzy algorithms by Zadeh (USA)</a:t>
            </a:r>
          </a:p>
          <a:p>
            <a:pPr algn="just">
              <a:spcAft>
                <a:spcPts val="600"/>
              </a:spcAf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1974 Steam engine control by Ebrahim Mamdani (UK)</a:t>
            </a:r>
          </a:p>
          <a:p>
            <a:pPr>
              <a:spcAft>
                <a:spcPts val="600"/>
              </a:spcAf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1977 First fuzzy expert system for loan applicant evaluation by Hans Zimmermann (</a:t>
            </a:r>
            <a:r>
              <a:rPr lang="en-GB" sz="1400" dirty="0" err="1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Gemany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marL="449263" indent="-449263">
              <a:spcAft>
                <a:spcPts val="600"/>
              </a:spcAf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1980 Cement Kiln control by F. L. </a:t>
            </a:r>
            <a:r>
              <a:rPr lang="en-GB" sz="1400" dirty="0" err="1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Smidth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&amp; Co. – Lauritz P </a:t>
            </a:r>
            <a:r>
              <a:rPr lang="en-GB" sz="1400" dirty="0" err="1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Holmblad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(Denmark) – the first permanent industrial     application</a:t>
            </a:r>
          </a:p>
          <a:p>
            <a:pPr marL="449263" indent="-90488">
              <a:spcAft>
                <a:spcPts val="600"/>
              </a:spcAf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Fuzzy logic chess and backgammon program – Hans Berliner (USA)</a:t>
            </a:r>
          </a:p>
          <a:p>
            <a:pPr>
              <a:spcAft>
                <a:spcPts val="600"/>
              </a:spcAf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1984 Water treatment (chemical injection) control (Japan)</a:t>
            </a:r>
          </a:p>
          <a:p>
            <a:pPr indent="90170">
              <a:spcAft>
                <a:spcPts val="600"/>
              </a:spcAf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       Subway Sendai transportation system control (Japan)</a:t>
            </a:r>
          </a:p>
          <a:p>
            <a:pPr marL="450215" indent="-450215">
              <a:spcAft>
                <a:spcPts val="600"/>
              </a:spcAf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1985 First fuzzy chip developed by Masaki </a:t>
            </a:r>
            <a:r>
              <a:rPr lang="en-GB" sz="1400" dirty="0" err="1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Togai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and </a:t>
            </a:r>
            <a:r>
              <a:rPr lang="en-GB" sz="1400" dirty="0" err="1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Hiroyuke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Watanabe in Bell Labs (USA)</a:t>
            </a:r>
          </a:p>
          <a:p>
            <a:pPr algn="just">
              <a:spcAft>
                <a:spcPts val="600"/>
              </a:spcAf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625B44-99CD-97E7-5EAB-E95D2814477A}"/>
              </a:ext>
            </a:extLst>
          </p:cNvPr>
          <p:cNvSpPr txBox="1"/>
          <p:nvPr/>
        </p:nvSpPr>
        <p:spPr>
          <a:xfrm>
            <a:off x="1061357" y="4154799"/>
            <a:ext cx="68049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2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https://brain.edusoft.ro/index.php/brain/article/viewFile/308/390</a:t>
            </a:r>
            <a:r>
              <a:rPr lang="en-GB" sz="12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6F02F75-48AD-824B-6CDE-6B448BD3E39B}"/>
                  </a:ext>
                </a:extLst>
              </p14:cNvPr>
              <p14:cNvContentPartPr/>
              <p14:nvPr/>
            </p14:nvContentPartPr>
            <p14:xfrm>
              <a:off x="560520" y="1787040"/>
              <a:ext cx="6527160" cy="20840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6F02F75-48AD-824B-6CDE-6B448BD3E39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1160" y="1777680"/>
                <a:ext cx="6545880" cy="2102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11554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GB" sz="2500" b="1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Introduction to Fuzzy Systems – Fuzzy Sets Definitions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C28BB39-6362-441A-E19B-8A25291869E9}"/>
                  </a:ext>
                </a:extLst>
              </p:cNvPr>
              <p:cNvSpPr txBox="1"/>
              <p:nvPr/>
            </p:nvSpPr>
            <p:spPr>
              <a:xfrm>
                <a:off x="186596" y="703799"/>
                <a:ext cx="8642339" cy="12618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Traditionally, a </a:t>
                </a:r>
                <a:r>
                  <a:rPr lang="en-GB" sz="1400" b="1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set</a:t>
                </a:r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is defined as a collection of objects of any kind, numbers, geometric points, chairs, pencils, etc. Usually, naming all members of the set will determine the set.</a:t>
                </a:r>
                <a:r>
                  <a:rPr lang="en-GB" sz="1400" b="1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</a:p>
              <a:p>
                <a:pPr marL="285750" indent="-285750" algn="just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tabLst>
                    <a:tab pos="3616325" algn="l"/>
                  </a:tabLst>
                </a:pPr>
                <a:r>
                  <a:rPr lang="en-GB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</a:t>
                </a:r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 individual object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𝑢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a member of a set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GB" sz="1400" b="0" i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marL="285750" indent="-285750" algn="just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tabLst>
                    <a:tab pos="3616325" algn="l"/>
                  </a:tabLst>
                </a:pPr>
                <a14:m>
                  <m:oMath xmlns:m="http://schemas.openxmlformats.org/officeDocument/2006/math">
                    <m:r>
                      <a:rPr lang="en-GB" sz="140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𝑢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not a member of a set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GB" sz="1400" b="0" i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GB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C28BB39-6362-441A-E19B-8A25291869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596" y="703799"/>
                <a:ext cx="8642339" cy="1261884"/>
              </a:xfrm>
              <a:prstGeom prst="rect">
                <a:avLst/>
              </a:prstGeom>
              <a:blipFill>
                <a:blip r:embed="rId3"/>
                <a:stretch>
                  <a:fillRect l="-212" t="-483" r="-282" b="-43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CD9A91AD-9A85-FC73-BBB8-9619F9202DF9}"/>
              </a:ext>
            </a:extLst>
          </p:cNvPr>
          <p:cNvSpPr txBox="1"/>
          <p:nvPr/>
        </p:nvSpPr>
        <p:spPr>
          <a:xfrm>
            <a:off x="186595" y="2022330"/>
            <a:ext cx="86720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Any set is said to be a subset of a </a:t>
            </a:r>
            <a:r>
              <a:rPr lang="en-GB" sz="14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Universal Set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that contains </a:t>
            </a:r>
            <a:r>
              <a:rPr lang="en-GB" sz="1400" b="1" i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all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possible elements having the nature as well as the property which are under considerations.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A36976C-D524-C863-C26B-E65F609B2011}"/>
                  </a:ext>
                </a:extLst>
              </p:cNvPr>
              <p:cNvSpPr txBox="1"/>
              <p:nvPr/>
            </p:nvSpPr>
            <p:spPr>
              <a:xfrm>
                <a:off x="186594" y="2597951"/>
                <a:ext cx="8672097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processes by which individuals from the universal set </a:t>
                </a:r>
                <a14:m>
                  <m:oMath xmlns:m="http://schemas.openxmlformats.org/officeDocument/2006/math">
                    <m:r>
                      <a:rPr lang="en-GB" sz="1400" b="1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𝑼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are determined to be either members or non-members of a set, is known as </a:t>
                </a:r>
                <a:r>
                  <a:rPr lang="en-GB" sz="14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mapping</a:t>
                </a:r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the universal set into the </a:t>
                </a:r>
                <a:r>
                  <a:rPr lang="en-GB" sz="14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determined set</a:t>
                </a:r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 As a mapping, it can be defined by a function which is referred to as the </a:t>
                </a:r>
                <a:r>
                  <a:rPr lang="en-GB" sz="14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characteristic function</a:t>
                </a:r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(or </a:t>
                </a:r>
                <a:r>
                  <a:rPr lang="en-GB" sz="14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Membership Function</a:t>
                </a:r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A36976C-D524-C863-C26B-E65F609B20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594" y="2597951"/>
                <a:ext cx="8672097" cy="738664"/>
              </a:xfrm>
              <a:prstGeom prst="rect">
                <a:avLst/>
              </a:prstGeom>
              <a:blipFill>
                <a:blip r:embed="rId4"/>
                <a:stretch>
                  <a:fillRect l="-211" t="-1653" r="-211" b="-826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5D0FB42-2198-7563-9DD6-60B1BF399928}"/>
                  </a:ext>
                </a:extLst>
              </p:cNvPr>
              <p:cNvSpPr txBox="1"/>
              <p:nvPr/>
            </p:nvSpPr>
            <p:spPr>
              <a:xfrm>
                <a:off x="186594" y="3264861"/>
                <a:ext cx="8672097" cy="13698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800"/>
                  </a:spcAft>
                  <a:tabLst>
                    <a:tab pos="3616325" algn="l"/>
                  </a:tabLst>
                </a:pPr>
                <a:r>
                  <a:rPr lang="en-GB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</a:t>
                </a:r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iven a set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the membership function assigns a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sub>
                    </m:sSub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to each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𝑈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which can either be </a:t>
                </a:r>
                <a:r>
                  <a:rPr lang="en-GB" sz="1400" b="1" i="1" dirty="0">
                    <a:solidFill>
                      <a:srgbClr val="C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TRUE</a:t>
                </a:r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or </a:t>
                </a:r>
                <a:r>
                  <a:rPr lang="en-GB" sz="1400" b="1" i="1" dirty="0">
                    <a:solidFill>
                      <a:srgbClr val="C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FALSE</a:t>
                </a:r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i.e. </a:t>
                </a:r>
              </a:p>
              <a:p>
                <a:pPr algn="ctr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sub>
                    </m:sSub>
                    <m:d>
                      <m:dPr>
                        <m:ctrlP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</m:d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GB" sz="14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GB" sz="14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1,    </m:t>
                            </m:r>
                            <m:r>
                              <a:rPr lang="en-GB" sz="14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𝑢</m:t>
                            </m:r>
                            <m:r>
                              <a:rPr lang="en-GB" sz="14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∈</m:t>
                            </m:r>
                            <m:r>
                              <a:rPr lang="en-GB" sz="14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  <m:e>
                            <m:r>
                              <a:rPr lang="en-GB" sz="14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0,     </m:t>
                            </m:r>
                            <m:r>
                              <a:rPr lang="en-GB" sz="14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𝑢</m:t>
                            </m:r>
                            <m:r>
                              <a:rPr lang="en-GB" sz="14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∉</m:t>
                            </m:r>
                            <m:r>
                              <a:rPr lang="en-GB" sz="14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</m:eqArr>
                      </m:e>
                    </m:d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      or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4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4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en-GB" sz="14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sub>
                    </m:sSub>
                    <m:r>
                      <a:rPr lang="en-GB" sz="14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:</m:t>
                    </m:r>
                    <m:r>
                      <a:rPr lang="en-GB" sz="14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𝑈</m:t>
                    </m:r>
                    <m:r>
                      <a:rPr lang="en-GB" sz="14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→</m:t>
                    </m:r>
                    <m:d>
                      <m:dPr>
                        <m:begChr m:val="{"/>
                        <m:endChr m:val="}"/>
                        <m:ctrlPr>
                          <a:rPr lang="en-GB" sz="14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14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0, 1</m:t>
                        </m:r>
                      </m:e>
                    </m:d>
                  </m:oMath>
                </a14:m>
                <a:endParaRPr lang="en-GB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just">
                  <a:lnSpc>
                    <a:spcPct val="150000"/>
                  </a:lnSpc>
                  <a:spcAft>
                    <a:spcPts val="800"/>
                  </a:spcAft>
                  <a:tabLst>
                    <a:tab pos="3616325" algn="l"/>
                  </a:tabLst>
                </a:pPr>
                <a:endParaRPr lang="en-GB" sz="105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5D0FB42-2198-7563-9DD6-60B1BF3999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594" y="3264861"/>
                <a:ext cx="8672097" cy="1369862"/>
              </a:xfrm>
              <a:prstGeom prst="rect">
                <a:avLst/>
              </a:prstGeom>
              <a:blipFill>
                <a:blip r:embed="rId5"/>
                <a:stretch>
                  <a:fillRect l="-211" t="-39286" b="-892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617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GB" sz="2500" b="1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Introduction to Fuzzy Systems – Fuzzy Sets Definitions 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C28BB39-6362-441A-E19B-8A25291869E9}"/>
                  </a:ext>
                </a:extLst>
              </p:cNvPr>
              <p:cNvSpPr txBox="1"/>
              <p:nvPr/>
            </p:nvSpPr>
            <p:spPr>
              <a:xfrm>
                <a:off x="186596" y="703799"/>
                <a:ext cx="8642339" cy="1338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Instead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400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4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en-GB" sz="14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sub>
                    </m:sSub>
                    <m:r>
                      <a:rPr lang="en-GB" sz="14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:</m:t>
                    </m:r>
                    <m:r>
                      <a:rPr lang="en-GB" sz="14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𝑈</m:t>
                    </m:r>
                    <m:r>
                      <a:rPr lang="en-GB" sz="14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→</m:t>
                    </m:r>
                    <m:d>
                      <m:dPr>
                        <m:begChr m:val="{"/>
                        <m:endChr m:val="}"/>
                        <m:ctrlPr>
                          <a:rPr lang="en-GB" sz="14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14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0, 1</m:t>
                        </m:r>
                      </m:e>
                    </m:d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consider the following mapping:</a:t>
                </a: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i="1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: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𝑈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→[0, 1]</m:t>
                      </m:r>
                    </m:oMath>
                  </m:oMathPara>
                </a14:m>
                <a:endParaRPr lang="en-GB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 algn="just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tabLst>
                    <a:tab pos="3616325" algn="l"/>
                  </a:tabLst>
                </a:pPr>
                <a:r>
                  <a:rPr lang="en-GB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</a:t>
                </a:r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mplies that an element of the Universal set belongs to the set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with the </a:t>
                </a:r>
                <a:r>
                  <a:rPr lang="en-GB" sz="1400" b="1" dirty="0">
                    <a:solidFill>
                      <a:srgbClr val="1C3D74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determined membership </a:t>
                </a:r>
                <a:r>
                  <a:rPr lang="en-GB" sz="14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degree</a:t>
                </a:r>
              </a:p>
              <a:p>
                <a:pPr marL="285750" indent="-285750" algn="just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tabLst>
                    <a:tab pos="3616325" algn="l"/>
                  </a:tabLst>
                </a:pPr>
                <a:r>
                  <a:rPr lang="en-GB" sz="14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</a:t>
                </a:r>
                <a:r>
                  <a:rPr lang="en-GB" sz="1400" b="1" dirty="0">
                    <a:solidFill>
                      <a:srgbClr val="1C3D74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determined membership </a:t>
                </a:r>
                <a:r>
                  <a:rPr lang="en-GB" sz="14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degree</a:t>
                </a:r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assessed by a number between 0 and 1 (</a:t>
                </a:r>
                <a:r>
                  <a:rPr lang="en-GB" sz="1400" b="1" i="1" dirty="0">
                    <a:solidFill>
                      <a:srgbClr val="C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inclusive</a:t>
                </a:r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C28BB39-6362-441A-E19B-8A25291869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596" y="703799"/>
                <a:ext cx="8642339" cy="1338828"/>
              </a:xfrm>
              <a:prstGeom prst="rect">
                <a:avLst/>
              </a:prstGeom>
              <a:blipFill>
                <a:blip r:embed="rId3"/>
                <a:stretch>
                  <a:fillRect l="-212" t="-455" b="-40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20615545-BCA6-379D-2425-2F760E95E04B}"/>
              </a:ext>
            </a:extLst>
          </p:cNvPr>
          <p:cNvSpPr txBox="1"/>
          <p:nvPr/>
        </p:nvSpPr>
        <p:spPr>
          <a:xfrm>
            <a:off x="186595" y="2178814"/>
            <a:ext cx="8642339" cy="215443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r>
              <a:rPr lang="en-GB" sz="1400" b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Summary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of fuzzy sets: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endParaRPr lang="en-GB" sz="1400" dirty="0"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endParaRPr lang="en-GB" sz="14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endParaRPr lang="en-GB" sz="1400" dirty="0"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endParaRPr lang="en-GB" sz="14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endParaRPr lang="en-GB" sz="14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E2F02D8-65C8-0CAF-76A6-4B92F3D672B7}"/>
                  </a:ext>
                </a:extLst>
              </p14:cNvPr>
              <p14:cNvContentPartPr/>
              <p14:nvPr/>
            </p14:nvContentPartPr>
            <p14:xfrm>
              <a:off x="331920" y="2203560"/>
              <a:ext cx="8458920" cy="21470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E2F02D8-65C8-0CAF-76A6-4B92F3D672B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2560" y="2194200"/>
                <a:ext cx="8477640" cy="2165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29720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GB" sz="2500" b="1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Introduction to Fuzzy Systems – Fuzzy Sets Definitions 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C28BB39-6362-441A-E19B-8A25291869E9}"/>
                  </a:ext>
                </a:extLst>
              </p:cNvPr>
              <p:cNvSpPr txBox="1"/>
              <p:nvPr/>
            </p:nvSpPr>
            <p:spPr>
              <a:xfrm>
                <a:off x="186596" y="703799"/>
                <a:ext cx="864233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 fuzzy set</a:t>
                </a:r>
                <a:r>
                  <a:rPr lang="en-GB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in the universal set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GB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a set of </a:t>
                </a:r>
                <a:r>
                  <a:rPr lang="en-GB" sz="1400" b="1" i="1" dirty="0">
                    <a:solidFill>
                      <a:srgbClr val="C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ordered pairs</a:t>
                </a:r>
                <a:r>
                  <a:rPr lang="en-GB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of an element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GB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and its membership degree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GB" sz="1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such as</a:t>
                </a:r>
                <a:endParaRPr lang="en-GB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C28BB39-6362-441A-E19B-8A25291869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596" y="703799"/>
                <a:ext cx="8642339" cy="307777"/>
              </a:xfrm>
              <a:prstGeom prst="rect">
                <a:avLst/>
              </a:prstGeom>
              <a:blipFill>
                <a:blip r:embed="rId3"/>
                <a:stretch>
                  <a:fillRect l="-212" t="-1961" b="-196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C209575-986F-0169-DE3A-4400ABC31F13}"/>
                  </a:ext>
                </a:extLst>
              </p:cNvPr>
              <p:cNvSpPr txBox="1"/>
              <p:nvPr/>
            </p:nvSpPr>
            <p:spPr>
              <a:xfrm>
                <a:off x="2286000" y="1060647"/>
                <a:ext cx="457200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sz="14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endChr m:val="}"/>
                              <m:sepChr m:val=","/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e>
                              <m:r>
                                <a:rPr lang="en-GB" sz="1400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GB" sz="1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d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GB" sz="1400" i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GB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C209575-986F-0169-DE3A-4400ABC31F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1060647"/>
                <a:ext cx="4572000" cy="307777"/>
              </a:xfrm>
              <a:prstGeom prst="rect">
                <a:avLst/>
              </a:prstGeom>
              <a:blipFill>
                <a:blip r:embed="rId4"/>
                <a:stretch>
                  <a:fillRect t="-108000" b="-172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EB6D083E-1702-49F8-EC54-A85474707EEE}"/>
              </a:ext>
            </a:extLst>
          </p:cNvPr>
          <p:cNvSpPr txBox="1"/>
          <p:nvPr/>
        </p:nvSpPr>
        <p:spPr>
          <a:xfrm>
            <a:off x="186595" y="1452979"/>
            <a:ext cx="8642339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r>
              <a:rPr lang="en-GB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1 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Indicate the membership degrees of each box belonging to high boxes.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r>
              <a:rPr lang="en-GB" sz="1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Solution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GB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7685CBD0-9EAC-B5B7-D8A7-3C7EAC5FE01C}"/>
              </a:ext>
            </a:extLst>
          </p:cNvPr>
          <p:cNvGraphicFramePr/>
          <p:nvPr/>
        </p:nvGraphicFramePr>
        <p:xfrm>
          <a:off x="186595" y="2130087"/>
          <a:ext cx="2872105" cy="17049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1E5084DD-3354-B1CB-2A4F-2B0A48BE8D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48643434"/>
              </p:ext>
            </p:extLst>
          </p:nvPr>
        </p:nvGraphicFramePr>
        <p:xfrm>
          <a:off x="3241222" y="2130087"/>
          <a:ext cx="2959735" cy="17765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95E8978-203C-4092-6683-F1020303E040}"/>
                  </a:ext>
                </a:extLst>
              </p:cNvPr>
              <p:cNvSpPr txBox="1"/>
              <p:nvPr/>
            </p:nvSpPr>
            <p:spPr>
              <a:xfrm>
                <a:off x="6128250" y="1009171"/>
                <a:ext cx="2773391" cy="34113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b="1" dirty="0">
                    <a:solidFill>
                      <a:srgbClr val="FF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Notes: </a:t>
                </a:r>
                <a:endParaRPr lang="en-GB" sz="1400" dirty="0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lvl="0" indent="-342900" algn="just">
                  <a:spcBef>
                    <a:spcPts val="600"/>
                  </a:spcBef>
                  <a:spcAft>
                    <a:spcPts val="600"/>
                  </a:spcAft>
                  <a:buFont typeface="Symbol" panose="05050102010706020507" pitchFamily="18" charset="2"/>
                  <a:buChar char=""/>
                </a:pPr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 fuzzy set is given by its membership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sub>
                    </m:sSub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 The value of this function determines if the element </a:t>
                </a:r>
                <a:r>
                  <a:rPr lang="en-GB" sz="14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belongs</a:t>
                </a:r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to the fuzzy set and to </a:t>
                </a:r>
                <a:r>
                  <a:rPr lang="en-GB" sz="14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what extent (degree)</a:t>
                </a:r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</a:p>
              <a:p>
                <a:pPr marL="342900" lvl="0" indent="-342900" algn="just">
                  <a:spcBef>
                    <a:spcPts val="600"/>
                  </a:spcBef>
                  <a:spcAft>
                    <a:spcPts val="600"/>
                  </a:spcAft>
                  <a:buFont typeface="Symbol" panose="05050102010706020507" pitchFamily="18" charset="2"/>
                  <a:buChar char=""/>
                </a:pPr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 should not confuse the term ‘certainty’ with probability or likelihood.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sub>
                    </m:sSub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not a probability density function, i.e.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𝑐𝑒𝑟𝑡𝑎𝑖𝑛𝑡𝑦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≡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𝐷𝑒𝑔𝑟𝑒𝑒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𝑜𝑓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𝑇𝑟𝑢𝑡h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95E8978-203C-4092-6683-F1020303E0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8250" y="1009171"/>
                <a:ext cx="2773391" cy="3411383"/>
              </a:xfrm>
              <a:prstGeom prst="rect">
                <a:avLst/>
              </a:prstGeom>
              <a:blipFill>
                <a:blip r:embed="rId7"/>
                <a:stretch>
                  <a:fillRect l="-659" t="-358" r="-659" b="-10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8C2FFFC-3194-A7B3-7FDE-867E7665519C}"/>
                  </a:ext>
                </a:extLst>
              </p14:cNvPr>
              <p14:cNvContentPartPr/>
              <p14:nvPr/>
            </p14:nvContentPartPr>
            <p14:xfrm>
              <a:off x="1431360" y="2202840"/>
              <a:ext cx="4490280" cy="17686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8C2FFFC-3194-A7B3-7FDE-867E7665519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422000" y="2193480"/>
                <a:ext cx="4509000" cy="1787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95021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GB" sz="2500" b="1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Introduction to Fuzzy Systems – Fuzzy Sets Definitions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C28BB39-6362-441A-E19B-8A25291869E9}"/>
                  </a:ext>
                </a:extLst>
              </p:cNvPr>
              <p:cNvSpPr txBox="1"/>
              <p:nvPr/>
            </p:nvSpPr>
            <p:spPr>
              <a:xfrm>
                <a:off x="186596" y="703799"/>
                <a:ext cx="8642339" cy="892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support </a:t>
                </a:r>
                <a14:m>
                  <m:oMath xmlns:m="http://schemas.openxmlformats.org/officeDocument/2006/math">
                    <m:r>
                      <a:rPr lang="en-GB" sz="1400" b="1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of a fuzzy set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the crisp set of all the elements of the Universal Set for which the membership function value is </a:t>
                </a:r>
                <a:r>
                  <a:rPr lang="en-GB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non-zero</a:t>
                </a:r>
                <a:r>
                  <a:rPr lang="en-GB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i.e. 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GB" sz="1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d>
                            <m:d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  <m:r>
                            <a:rPr lang="en-GB" sz="1400">
                              <a:latin typeface="Cambria Math" panose="02040503050406030204" pitchFamily="18" charset="0"/>
                            </a:rPr>
                            <m:t>&gt;0</m:t>
                          </m:r>
                        </m:e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</m:d>
                    </m:oMath>
                  </m:oMathPara>
                </a14:m>
                <a:endParaRPr lang="en-GB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C28BB39-6362-441A-E19B-8A25291869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596" y="703799"/>
                <a:ext cx="8642339" cy="892552"/>
              </a:xfrm>
              <a:prstGeom prst="rect">
                <a:avLst/>
              </a:prstGeom>
              <a:blipFill>
                <a:blip r:embed="rId3"/>
                <a:stretch>
                  <a:fillRect l="-212" t="-680" r="-2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AF4052F2-5A3C-7E50-50B0-3D79F7038E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8846" y="1828452"/>
            <a:ext cx="4106308" cy="236068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464F90A-FCD8-616A-6FEA-180FCFD70762}"/>
                  </a:ext>
                </a:extLst>
              </p14:cNvPr>
              <p14:cNvContentPartPr/>
              <p14:nvPr/>
            </p14:nvContentPartPr>
            <p14:xfrm>
              <a:off x="2283480" y="1818000"/>
              <a:ext cx="4391640" cy="26334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464F90A-FCD8-616A-6FEA-180FCFD7076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74120" y="1808640"/>
                <a:ext cx="4410360" cy="2652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74945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GB" sz="2500" b="1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Introduction to Fuzzy Systems – Fuzzy Sets Definitions  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28BB39-6362-441A-E19B-8A25291869E9}"/>
              </a:ext>
            </a:extLst>
          </p:cNvPr>
          <p:cNvSpPr txBox="1"/>
          <p:nvPr/>
        </p:nvSpPr>
        <p:spPr>
          <a:xfrm>
            <a:off x="186596" y="703799"/>
            <a:ext cx="86423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GB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crossover point 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corresponds to the element of the Universal Set for which the membership function has the value of 0.5.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4052F2-5A3C-7E50-50B0-3D79F7038E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8846" y="1138570"/>
            <a:ext cx="4106308" cy="23606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5BA0D61-266F-B2FE-75F9-8E5E9BEAA558}"/>
              </a:ext>
            </a:extLst>
          </p:cNvPr>
          <p:cNvSpPr txBox="1"/>
          <p:nvPr/>
        </p:nvSpPr>
        <p:spPr>
          <a:xfrm>
            <a:off x="186596" y="3696063"/>
            <a:ext cx="86720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GB" sz="14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Note: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the crossover point marks the point where the certainty of belonging becomes lower than the certainty of not belonging.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3511114-408D-E06C-4141-B8CFCDF09F1F}"/>
                  </a:ext>
                </a:extLst>
              </p14:cNvPr>
              <p14:cNvContentPartPr/>
              <p14:nvPr/>
            </p14:nvContentPartPr>
            <p14:xfrm>
              <a:off x="2233080" y="1216440"/>
              <a:ext cx="6307200" cy="2580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3511114-408D-E06C-4141-B8CFCDF09F1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23720" y="1207080"/>
                <a:ext cx="6325920" cy="2598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33483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GB" sz="2500" b="1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Introduction to Fuzzy Systems – Fuzzy Sets Definitions  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28BB39-6362-441A-E19B-8A25291869E9}"/>
              </a:ext>
            </a:extLst>
          </p:cNvPr>
          <p:cNvSpPr txBox="1"/>
          <p:nvPr/>
        </p:nvSpPr>
        <p:spPr>
          <a:xfrm>
            <a:off x="186596" y="703799"/>
            <a:ext cx="8642339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There are different </a:t>
            </a:r>
            <a:r>
              <a:rPr lang="en-GB" sz="14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shapes of membership functions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which can be used in a particular fuzzy system.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GB" sz="1400" b="1" dirty="0">
                <a:solidFill>
                  <a:srgbClr val="FF0000"/>
                </a:solidFill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(1) Triangular</a:t>
            </a:r>
            <a:r>
              <a:rPr lang="en-GB" sz="14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endParaRPr lang="en-GB" sz="14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4052F2-5A3C-7E50-50B0-3D79F7038E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596" y="1587606"/>
            <a:ext cx="4106308" cy="23606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7C770D8-33FF-53F4-4B8B-B12254F22D47}"/>
                  </a:ext>
                </a:extLst>
              </p:cNvPr>
              <p:cNvSpPr txBox="1"/>
              <p:nvPr/>
            </p:nvSpPr>
            <p:spPr>
              <a:xfrm>
                <a:off x="4292904" y="1589013"/>
                <a:ext cx="4572000" cy="2436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 the continuous case, we have</a:t>
                </a: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𝑢</m:t>
                          </m:r>
                        </m:e>
                      </m:d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/>
                            <m:e>
                              <m:f>
                                <m:fPr>
                                  <m:ctrlP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  <m: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/>
                            <m:e>
                              <m:f>
                                <m:fPr>
                                  <m:ctrlP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/>
                            <m:e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           </m:t>
                      </m:r>
                      <m:eqArr>
                        <m:eqArrPr>
                          <m:ctrlP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eqArrPr>
                        <m:e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𝑢</m:t>
                          </m:r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/>
                        <m:e>
                          <m:sSub>
                            <m:sSubPr>
                              <m:ctrlP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≤</m:t>
                          </m:r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𝑢</m:t>
                          </m:r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/>
                        <m:e/>
                        <m:e>
                          <m:sSub>
                            <m:sSubPr>
                              <m:ctrlP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≤</m:t>
                          </m:r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𝑢</m:t>
                          </m:r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  <m:e/>
                        <m:e/>
                        <m:e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𝑢</m:t>
                          </m:r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≥</m:t>
                          </m:r>
                          <m:sSub>
                            <m:sSubPr>
                              <m:ctrlP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eqArr>
                    </m:oMath>
                  </m:oMathPara>
                </a14:m>
                <a:endParaRPr lang="en-GB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7C770D8-33FF-53F4-4B8B-B12254F22D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2904" y="1589013"/>
                <a:ext cx="4572000" cy="2436886"/>
              </a:xfrm>
              <a:prstGeom prst="rect">
                <a:avLst/>
              </a:prstGeom>
              <a:blipFill>
                <a:blip r:embed="rId4"/>
                <a:stretch>
                  <a:fillRect l="-400" t="-5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60C569F-C780-86A9-CB70-CCF1C451AF2C}"/>
                  </a:ext>
                </a:extLst>
              </p14:cNvPr>
              <p14:cNvContentPartPr/>
              <p14:nvPr/>
            </p14:nvContentPartPr>
            <p14:xfrm>
              <a:off x="120600" y="1483560"/>
              <a:ext cx="4226760" cy="25866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60C569F-C780-86A9-CB70-CCF1C451AF2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1240" y="1474200"/>
                <a:ext cx="4245480" cy="2605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70527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GB" sz="2500" b="1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Introduction to Fuzzy Systems – Fuzzy Sets Definitions 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28BB39-6362-441A-E19B-8A25291869E9}"/>
              </a:ext>
            </a:extLst>
          </p:cNvPr>
          <p:cNvSpPr txBox="1"/>
          <p:nvPr/>
        </p:nvSpPr>
        <p:spPr>
          <a:xfrm>
            <a:off x="186596" y="703799"/>
            <a:ext cx="8642339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There are different </a:t>
            </a:r>
            <a:r>
              <a:rPr lang="en-GB" sz="14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shapes of membership functions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which can be used in a particular fuzzy system.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GB" sz="1400" b="1" dirty="0">
                <a:solidFill>
                  <a:srgbClr val="FF0000"/>
                </a:solidFill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(2) Trapezoidal</a:t>
            </a:r>
            <a:r>
              <a:rPr lang="en-GB" sz="14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endParaRPr lang="en-GB" sz="14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4052F2-5A3C-7E50-50B0-3D79F7038E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596" y="1587606"/>
            <a:ext cx="4106308" cy="23606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7C770D8-33FF-53F4-4B8B-B12254F22D47}"/>
                  </a:ext>
                </a:extLst>
              </p:cNvPr>
              <p:cNvSpPr txBox="1"/>
              <p:nvPr/>
            </p:nvSpPr>
            <p:spPr>
              <a:xfrm>
                <a:off x="4292904" y="1589013"/>
                <a:ext cx="4572000" cy="3122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 the continuous case, we have</a:t>
                </a: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GB" sz="1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/>
                            <m:e>
                              <m:f>
                                <m:f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GB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40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GB" sz="1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GB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40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GB" sz="1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GB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40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GB" sz="1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/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/>
                            <m:e>
                              <m:f>
                                <m:f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GB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40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GB" sz="1400" i="1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GB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40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GB" sz="1400" i="1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GB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40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GB" sz="140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/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  <m:r>
                        <a:rPr lang="en-GB" sz="1400" i="1">
                          <a:latin typeface="Cambria Math" panose="02040503050406030204" pitchFamily="18" charset="0"/>
                        </a:rPr>
                        <m:t>            </m:t>
                      </m:r>
                      <m:eqArr>
                        <m:eqArr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/>
                        <m:e/>
                        <m: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/>
                        <m: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  <m:e/>
                        <m: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  <m:e/>
                        <m:e/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≥</m:t>
                          </m:r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eqArr>
                    </m:oMath>
                  </m:oMathPara>
                </a14:m>
                <a:endParaRPr lang="en-GB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</a:pPr>
                <a:endParaRPr lang="en-GB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7C770D8-33FF-53F4-4B8B-B12254F22D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2904" y="1589013"/>
                <a:ext cx="4572000" cy="3122009"/>
              </a:xfrm>
              <a:prstGeom prst="rect">
                <a:avLst/>
              </a:prstGeom>
              <a:blipFill>
                <a:blip r:embed="rId4"/>
                <a:stretch>
                  <a:fillRect l="-400" t="-3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D95089E-DFEA-3DFE-2EC7-F7FE006D3032}"/>
                  </a:ext>
                </a:extLst>
              </p14:cNvPr>
              <p14:cNvContentPartPr/>
              <p14:nvPr/>
            </p14:nvContentPartPr>
            <p14:xfrm>
              <a:off x="148680" y="959040"/>
              <a:ext cx="7734960" cy="3134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D95089E-DFEA-3DFE-2EC7-F7FE006D303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9320" y="949680"/>
                <a:ext cx="7753680" cy="3153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22978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GB" sz="2500" b="1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Introduction to Fuzzy Systems – Fuzzy Sets Definitions 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28BB39-6362-441A-E19B-8A25291869E9}"/>
              </a:ext>
            </a:extLst>
          </p:cNvPr>
          <p:cNvSpPr txBox="1"/>
          <p:nvPr/>
        </p:nvSpPr>
        <p:spPr>
          <a:xfrm>
            <a:off x="186596" y="703799"/>
            <a:ext cx="8642339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There are different </a:t>
            </a:r>
            <a:r>
              <a:rPr lang="en-GB" sz="14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shapes of membership functions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which can be used in a particular fuzzy system.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GB" sz="1400" b="1" dirty="0">
                <a:solidFill>
                  <a:srgbClr val="FF0000"/>
                </a:solidFill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(3) Gaussian</a:t>
            </a:r>
            <a:endParaRPr lang="en-GB" sz="14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4052F2-5A3C-7E50-50B0-3D79F7038E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542" y="1093667"/>
            <a:ext cx="4106308" cy="23606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89C2C26-169B-F5BB-B425-F95525A9473F}"/>
                  </a:ext>
                </a:extLst>
              </p:cNvPr>
              <p:cNvSpPr txBox="1"/>
              <p:nvPr/>
            </p:nvSpPr>
            <p:spPr>
              <a:xfrm>
                <a:off x="6160869" y="2140350"/>
                <a:ext cx="1841046" cy="4314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GB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GB" sz="140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1400" i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GB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1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GB" sz="14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40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  <m:r>
                                        <a:rPr lang="en-GB" sz="1400" i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GB" sz="14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num>
                                    <m:den>
                                      <m:r>
                                        <a:rPr lang="en-GB" sz="1400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GB" sz="1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lang="en-GB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89C2C26-169B-F5BB-B425-F95525A947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0869" y="2140350"/>
                <a:ext cx="1841046" cy="431400"/>
              </a:xfrm>
              <a:prstGeom prst="rect">
                <a:avLst/>
              </a:prstGeom>
              <a:blipFill>
                <a:blip r:embed="rId4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34DF4633-11CE-FFF7-D219-DD038AD26671}"/>
              </a:ext>
            </a:extLst>
          </p:cNvPr>
          <p:cNvSpPr txBox="1"/>
          <p:nvPr/>
        </p:nvSpPr>
        <p:spPr>
          <a:xfrm>
            <a:off x="186596" y="3416996"/>
            <a:ext cx="8672097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GB" sz="14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Question</a:t>
            </a:r>
            <a:endParaRPr lang="en-GB" sz="14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Which membership function shape will at best represent fuzzy systems?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GB" sz="14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Answer</a:t>
            </a:r>
            <a:endParaRPr lang="en-GB" sz="1400" dirty="0">
              <a:solidFill>
                <a:srgbClr val="FF0000"/>
              </a:solidFill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42B78C7-5294-7DEB-6E4A-1550D363324E}"/>
                  </a:ext>
                </a:extLst>
              </p14:cNvPr>
              <p14:cNvContentPartPr/>
              <p14:nvPr/>
            </p14:nvContentPartPr>
            <p14:xfrm>
              <a:off x="1221840" y="970920"/>
              <a:ext cx="7857000" cy="33458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42B78C7-5294-7DEB-6E4A-1550D363324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12480" y="961560"/>
                <a:ext cx="7875720" cy="3364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96558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GB" sz="2500" b="1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Introduction to Fuzzy Systems – Fuzzy Sets Definitions 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C28BB39-6362-441A-E19B-8A25291869E9}"/>
                  </a:ext>
                </a:extLst>
              </p:cNvPr>
              <p:cNvSpPr txBox="1"/>
              <p:nvPr/>
            </p:nvSpPr>
            <p:spPr>
              <a:xfrm>
                <a:off x="186596" y="703799"/>
                <a:ext cx="8642339" cy="6771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</a:t>
                </a:r>
                <a:r>
                  <a:rPr lang="en-GB" sz="14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height of a fuzzy set</a:t>
                </a:r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h𝑔𝑡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is given by the maximum of the membership function over all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𝑈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As a summary, we have:</a:t>
                </a:r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C28BB39-6362-441A-E19B-8A25291869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596" y="703799"/>
                <a:ext cx="8642339" cy="677108"/>
              </a:xfrm>
              <a:prstGeom prst="rect">
                <a:avLst/>
              </a:prstGeom>
              <a:blipFill>
                <a:blip r:embed="rId3"/>
                <a:stretch>
                  <a:fillRect l="-212" t="-893" b="-80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AF4052F2-5A3C-7E50-50B0-3D79F7038E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8846" y="1740176"/>
            <a:ext cx="4106308" cy="236068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966E0FB-291D-C854-8D1E-C8DBB0DF5886}"/>
                  </a:ext>
                </a:extLst>
              </p14:cNvPr>
              <p14:cNvContentPartPr/>
              <p14:nvPr/>
            </p14:nvContentPartPr>
            <p14:xfrm>
              <a:off x="238680" y="1460880"/>
              <a:ext cx="8498160" cy="30409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966E0FB-291D-C854-8D1E-C8DBB0DF588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9320" y="1451520"/>
                <a:ext cx="8516880" cy="3059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62217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GB" sz="2500" b="1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Introduction to Fuzzy Systems – Fuzzy Sets Operations 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C28BB39-6362-441A-E19B-8A25291869E9}"/>
                  </a:ext>
                </a:extLst>
              </p:cNvPr>
              <p:cNvSpPr txBox="1"/>
              <p:nvPr/>
            </p:nvSpPr>
            <p:spPr>
              <a:xfrm>
                <a:off x="186596" y="703799"/>
                <a:ext cx="864233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</a:t>
                </a:r>
                <a:r>
                  <a:rPr lang="en-GB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complement</a:t>
                </a:r>
                <a:r>
                  <a:rPr lang="en-GB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of a fuzzy set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has a membership function which is defined for all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GB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by</a:t>
                </a:r>
                <a:endParaRPr lang="en-GB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C28BB39-6362-441A-E19B-8A25291869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596" y="703799"/>
                <a:ext cx="8642339" cy="307777"/>
              </a:xfrm>
              <a:prstGeom prst="rect">
                <a:avLst/>
              </a:prstGeom>
              <a:blipFill>
                <a:blip r:embed="rId3"/>
                <a:stretch>
                  <a:fillRect l="-212" t="-1961" b="-196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AF4052F2-5A3C-7E50-50B0-3D79F7038E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8846" y="1740176"/>
            <a:ext cx="4106308" cy="23606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062EF7F-EEE6-35CB-5BC2-7E9EFB6EDF9B}"/>
                  </a:ext>
                </a:extLst>
              </p:cNvPr>
              <p:cNvSpPr txBox="1"/>
              <p:nvPr/>
            </p:nvSpPr>
            <p:spPr>
              <a:xfrm>
                <a:off x="2286000" y="1069351"/>
                <a:ext cx="457200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GB" sz="1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acc>
                      <m:d>
                        <m:dPr>
                          <m:ctrlPr>
                            <a:rPr lang="en-GB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GB" sz="1400" i="0">
                          <a:latin typeface="Cambria Math" panose="02040503050406030204" pitchFamily="18" charset="0"/>
                        </a:rPr>
                        <m:t>=1−</m:t>
                      </m:r>
                      <m:sSub>
                        <m:sSubPr>
                          <m:ctrlPr>
                            <a:rPr lang="en-GB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GB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GB" sz="1400" i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062EF7F-EEE6-35CB-5BC2-7E9EFB6EDF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1069351"/>
                <a:ext cx="4572000" cy="307777"/>
              </a:xfrm>
              <a:prstGeom prst="rect">
                <a:avLst/>
              </a:prstGeom>
              <a:blipFill>
                <a:blip r:embed="rId5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60D8186-C752-E1E8-4A52-39F7CDEDE748}"/>
                  </a:ext>
                </a:extLst>
              </p14:cNvPr>
              <p14:cNvContentPartPr/>
              <p14:nvPr/>
            </p14:nvContentPartPr>
            <p14:xfrm>
              <a:off x="2331720" y="1706040"/>
              <a:ext cx="4349160" cy="2492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60D8186-C752-E1E8-4A52-39F7CDEDE74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22360" y="1696680"/>
                <a:ext cx="4367880" cy="2511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368043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GB" sz="2500" b="1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Introduction to Fuzzy Systems – Fuzzy Sets Operations 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C28BB39-6362-441A-E19B-8A25291869E9}"/>
                  </a:ext>
                </a:extLst>
              </p:cNvPr>
              <p:cNvSpPr txBox="1"/>
              <p:nvPr/>
            </p:nvSpPr>
            <p:spPr>
              <a:xfrm>
                <a:off x="186596" y="703799"/>
                <a:ext cx="864233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</a:t>
                </a:r>
                <a:r>
                  <a:rPr lang="en-GB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intersection</a:t>
                </a:r>
                <a:r>
                  <a:rPr lang="en-GB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of two fuzzy sets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⋂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a fuzzy set with the following membership function: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C28BB39-6362-441A-E19B-8A25291869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596" y="703799"/>
                <a:ext cx="8642339" cy="307777"/>
              </a:xfrm>
              <a:prstGeom prst="rect">
                <a:avLst/>
              </a:prstGeom>
              <a:blipFill>
                <a:blip r:embed="rId3"/>
                <a:stretch>
                  <a:fillRect l="-212" t="-1961" b="-196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18">
            <a:extLst>
              <a:ext uri="{FF2B5EF4-FFF2-40B4-BE49-F238E27FC236}">
                <a16:creationId xmlns:a16="http://schemas.microsoft.com/office/drawing/2014/main" id="{EFD2EFB4-AFCF-2F22-3F5F-79503E2B26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6186" y="1134911"/>
            <a:ext cx="3071628" cy="63613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0D332B1-C78A-05D9-33AE-6E51629D7B18}"/>
              </a:ext>
            </a:extLst>
          </p:cNvPr>
          <p:cNvSpPr txBox="1"/>
          <p:nvPr/>
        </p:nvSpPr>
        <p:spPr>
          <a:xfrm>
            <a:off x="186595" y="1834259"/>
            <a:ext cx="8642339" cy="38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GB" sz="14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Note: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the </a:t>
            </a:r>
            <a:r>
              <a:rPr lang="en-GB" sz="14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product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operation introduces more smoothness in the data output than the </a:t>
            </a:r>
            <a:r>
              <a:rPr lang="en-GB" sz="14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min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operation.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60A8DB4-7272-8C99-E324-981B075AF141}"/>
                  </a:ext>
                </a:extLst>
              </p:cNvPr>
              <p:cNvSpPr txBox="1"/>
              <p:nvPr/>
            </p:nvSpPr>
            <p:spPr>
              <a:xfrm>
                <a:off x="186595" y="2221085"/>
                <a:ext cx="8672096" cy="20005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Example 2</a:t>
                </a:r>
                <a:endParaRPr lang="en-GB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Consider two fuzzy sets:</a:t>
                </a: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={0/0, 0/1, 0.1/2, 0.3/3, 0.5/4, 0.7/5, 0.8/6, 0.9/7, 1/8} </m:t>
                      </m:r>
                    </m:oMath>
                  </m:oMathPara>
                </a14:m>
                <a:endParaRPr lang="en-GB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={0/0, 0.1/1, 0.5/2, 0.8/3, 1/4, 0.8/5, 0.5/6, 0.1/7, 0/8} </m:t>
                      </m:r>
                    </m:oMath>
                  </m:oMathPara>
                </a14:m>
                <a:endParaRPr lang="en-GB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Using the min and product operations to work out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⋂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and illustrate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graphically. </a:t>
                </a: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b="1" dirty="0">
                    <a:solidFill>
                      <a:srgbClr val="FF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Solution</a:t>
                </a:r>
                <a:endParaRPr lang="en-GB" sz="1400" dirty="0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60A8DB4-7272-8C99-E324-981B075AF1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595" y="2221085"/>
                <a:ext cx="8672096" cy="2000548"/>
              </a:xfrm>
              <a:prstGeom prst="rect">
                <a:avLst/>
              </a:prstGeom>
              <a:blipFill>
                <a:blip r:embed="rId5"/>
                <a:stretch>
                  <a:fillRect l="-211" t="-304" b="-212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B2E5F98-A2F1-1E79-D4EB-1FC3903034EB}"/>
                  </a:ext>
                </a:extLst>
              </p14:cNvPr>
              <p14:cNvContentPartPr/>
              <p14:nvPr/>
            </p14:nvContentPartPr>
            <p14:xfrm>
              <a:off x="1273680" y="950760"/>
              <a:ext cx="7341480" cy="3404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B2E5F98-A2F1-1E79-D4EB-1FC3903034E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64320" y="941400"/>
                <a:ext cx="7360200" cy="3423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17703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GB" sz="2500" b="1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Introduction to Fuzzy Systems – Fuzzy Sets Operations 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60A8DB4-7272-8C99-E324-981B075AF141}"/>
              </a:ext>
            </a:extLst>
          </p:cNvPr>
          <p:cNvSpPr txBox="1"/>
          <p:nvPr/>
        </p:nvSpPr>
        <p:spPr>
          <a:xfrm>
            <a:off x="186597" y="698445"/>
            <a:ext cx="8672096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GB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2 Continued…</a:t>
            </a:r>
            <a:endParaRPr lang="en-GB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GB" sz="14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Solution</a:t>
            </a:r>
            <a:endParaRPr lang="en-GB" sz="14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7ECF957-4790-0CC2-B9B0-FDA6C0BCE86C}"/>
              </a:ext>
            </a:extLst>
          </p:cNvPr>
          <p:cNvGrpSpPr/>
          <p:nvPr/>
        </p:nvGrpSpPr>
        <p:grpSpPr>
          <a:xfrm>
            <a:off x="2847372" y="1734822"/>
            <a:ext cx="3449255" cy="1998345"/>
            <a:chOff x="12399" y="0"/>
            <a:chExt cx="3729922" cy="2238405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FCF56E4D-7AA5-ACD5-6D10-47546A622111}"/>
                </a:ext>
              </a:extLst>
            </p:cNvPr>
            <p:cNvCxnSpPr/>
            <p:nvPr/>
          </p:nvCxnSpPr>
          <p:spPr>
            <a:xfrm flipH="1" flipV="1">
              <a:off x="12399" y="0"/>
              <a:ext cx="1010" cy="223840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816D6809-0C25-D75B-C44F-6B58CFEB0A96}"/>
                </a:ext>
              </a:extLst>
            </p:cNvPr>
            <p:cNvCxnSpPr/>
            <p:nvPr/>
          </p:nvCxnSpPr>
          <p:spPr>
            <a:xfrm flipV="1">
              <a:off x="17308" y="2212444"/>
              <a:ext cx="3725013" cy="176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206B9FA-DD4A-C924-6C36-57F8B3C083E7}"/>
                  </a:ext>
                </a:extLst>
              </p14:cNvPr>
              <p14:cNvContentPartPr/>
              <p14:nvPr/>
            </p14:nvContentPartPr>
            <p14:xfrm>
              <a:off x="1677600" y="654480"/>
              <a:ext cx="7193160" cy="3654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206B9FA-DD4A-C924-6C36-57F8B3C083E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68240" y="645120"/>
                <a:ext cx="7211880" cy="3673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312780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GB" sz="2500" b="1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Introduction to Fuzzy Systems – Fuzzy Sets Operations 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60A8DB4-7272-8C99-E324-981B075AF141}"/>
                  </a:ext>
                </a:extLst>
              </p:cNvPr>
              <p:cNvSpPr txBox="1"/>
              <p:nvPr/>
            </p:nvSpPr>
            <p:spPr>
              <a:xfrm>
                <a:off x="186597" y="698445"/>
                <a:ext cx="8672096" cy="9422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</a:t>
                </a:r>
                <a:r>
                  <a:rPr lang="en-GB" sz="14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union</a:t>
                </a:r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of two fuzzy sets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∪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a fuzzy set with the following membership function:</a:t>
                </a: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𝐴</m:t>
                          </m:r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∪</m:t>
                          </m:r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GB" sz="1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𝑢</m:t>
                          </m:r>
                        </m:e>
                      </m:d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sz="1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en-GB" sz="14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max</m:t>
                              </m:r>
                              <m:r>
                                <a:rPr lang="en-GB" sz="14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⁡</m:t>
                              </m:r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e>
                              </m:d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e>
                              </m:d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e>
                              </m:d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e>
                              </m:d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e>
                              </m:d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GB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60A8DB4-7272-8C99-E324-981B075AF1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597" y="698445"/>
                <a:ext cx="8672096" cy="942246"/>
              </a:xfrm>
              <a:prstGeom prst="rect">
                <a:avLst/>
              </a:prstGeom>
              <a:blipFill>
                <a:blip r:embed="rId3"/>
                <a:stretch>
                  <a:fillRect l="-211" t="-129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907D93D-E720-5551-3739-BB48EB08D214}"/>
                  </a:ext>
                </a:extLst>
              </p:cNvPr>
              <p:cNvSpPr txBox="1"/>
              <p:nvPr/>
            </p:nvSpPr>
            <p:spPr>
              <a:xfrm>
                <a:off x="186598" y="1599559"/>
                <a:ext cx="8672095" cy="10464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Example 3</a:t>
                </a:r>
                <a:endParaRPr lang="en-GB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Consider the same two fuzzy sets in Example 2, illustrate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∪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graphically.</a:t>
                </a: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b="1" dirty="0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Solution</a:t>
                </a:r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907D93D-E720-5551-3739-BB48EB08D2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598" y="1599559"/>
                <a:ext cx="8672095" cy="1046440"/>
              </a:xfrm>
              <a:prstGeom prst="rect">
                <a:avLst/>
              </a:prstGeom>
              <a:blipFill>
                <a:blip r:embed="rId4"/>
                <a:stretch>
                  <a:fillRect l="-211" t="-581" b="-52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891C7AD5-33B0-1863-09D5-693D53F6F54E}"/>
              </a:ext>
            </a:extLst>
          </p:cNvPr>
          <p:cNvGrpSpPr/>
          <p:nvPr/>
        </p:nvGrpSpPr>
        <p:grpSpPr>
          <a:xfrm>
            <a:off x="2847372" y="2408375"/>
            <a:ext cx="3449255" cy="1998345"/>
            <a:chOff x="12399" y="0"/>
            <a:chExt cx="3729922" cy="2238405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FBB995D-9151-6F37-6361-D20C6C8910E6}"/>
                </a:ext>
              </a:extLst>
            </p:cNvPr>
            <p:cNvCxnSpPr/>
            <p:nvPr/>
          </p:nvCxnSpPr>
          <p:spPr>
            <a:xfrm flipH="1" flipV="1">
              <a:off x="12399" y="0"/>
              <a:ext cx="1010" cy="223840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B1C42DF-9EE6-5ED8-DF05-DE13D316DF87}"/>
                </a:ext>
              </a:extLst>
            </p:cNvPr>
            <p:cNvCxnSpPr/>
            <p:nvPr/>
          </p:nvCxnSpPr>
          <p:spPr>
            <a:xfrm flipV="1">
              <a:off x="17308" y="2212444"/>
              <a:ext cx="3725013" cy="176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08A4591-C1A6-008D-4EC3-FF4C3867D599}"/>
                  </a:ext>
                </a:extLst>
              </p14:cNvPr>
              <p14:cNvContentPartPr/>
              <p14:nvPr/>
            </p14:nvContentPartPr>
            <p14:xfrm>
              <a:off x="2486520" y="920160"/>
              <a:ext cx="4308120" cy="3485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08A4591-C1A6-008D-4EC3-FF4C3867D59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77160" y="910800"/>
                <a:ext cx="4326840" cy="3503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764992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GB" sz="2500" b="1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Introduction to Fuzzy Systems – Extension Principles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60A8DB4-7272-8C99-E324-981B075AF141}"/>
              </a:ext>
            </a:extLst>
          </p:cNvPr>
          <p:cNvSpPr txBox="1"/>
          <p:nvPr/>
        </p:nvSpPr>
        <p:spPr>
          <a:xfrm>
            <a:off x="186597" y="698445"/>
            <a:ext cx="867209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GB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extension principles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(one of the most important result of fuzzy sets theory) enable us to get a fuzzy model for a variable if we know the fuzzy model for another variable and the functional relationship between them. The extension principles allow one to calculate the </a:t>
            </a:r>
            <a:r>
              <a:rPr lang="en-GB" sz="1400" b="1" i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a fuzzy system.</a:t>
            </a:r>
            <a:endParaRPr lang="en-GB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E4859D7-1D72-7DE3-95D1-3B43D785292B}"/>
                  </a:ext>
                </a:extLst>
              </p:cNvPr>
              <p:cNvSpPr txBox="1"/>
              <p:nvPr/>
            </p:nvSpPr>
            <p:spPr>
              <a:xfrm>
                <a:off x="186598" y="1545732"/>
                <a:ext cx="867209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Extension Principal 1: </a:t>
                </a:r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if ‘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’ is a fuzzy set in the universe ‘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𝑈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’ and ‘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𝑓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’ is a mapping from ‘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𝑈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’ to the universe of discourse ‘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’ such that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then the extension principal allows to define a fuzzy set ‘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’ in ‘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’ such that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E4859D7-1D72-7DE3-95D1-3B43D78529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598" y="1545732"/>
                <a:ext cx="8672095" cy="523220"/>
              </a:xfrm>
              <a:prstGeom prst="rect">
                <a:avLst/>
              </a:prstGeom>
              <a:blipFill>
                <a:blip r:embed="rId3"/>
                <a:stretch>
                  <a:fillRect l="-211" t="-2353" r="-211" b="-117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4711711-7CE3-8692-6B73-60F507CEAD5F}"/>
                  </a:ext>
                </a:extLst>
              </p:cNvPr>
              <p:cNvSpPr txBox="1"/>
              <p:nvPr/>
            </p:nvSpPr>
            <p:spPr>
              <a:xfrm>
                <a:off x="2236644" y="2263973"/>
                <a:ext cx="457200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GB" sz="1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GB" sz="14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GB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14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GB" sz="1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GB" sz="1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GB" sz="1400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GB" sz="1400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GB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  <m:r>
                            <a:rPr lang="en-GB" sz="1400" i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GB" sz="1400" i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</m:d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4711711-7CE3-8692-6B73-60F507CEAD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6644" y="2263973"/>
                <a:ext cx="4572000" cy="307777"/>
              </a:xfrm>
              <a:prstGeom prst="rect">
                <a:avLst/>
              </a:prstGeom>
              <a:blipFill>
                <a:blip r:embed="rId4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A3272A8-E9B2-B854-9EE8-188C557DFB07}"/>
                  </a:ext>
                </a:extLst>
              </p:cNvPr>
              <p:cNvSpPr txBox="1"/>
              <p:nvPr/>
            </p:nvSpPr>
            <p:spPr>
              <a:xfrm>
                <a:off x="2286000" y="2951152"/>
                <a:ext cx="4572000" cy="9202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Where, 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GB" sz="1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sz="1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𝑠𝑢𝑝</m:t>
                              </m:r>
                              <m:sSub>
                                <m:sSubPr>
                                  <m:ctrlP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e>
                              </m:d>
                            </m:e>
                            <m:e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eqArr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          </m:t>
                          </m:r>
                        </m:e>
                      </m:d>
                      <m:eqArr>
                        <m:eqArrPr>
                          <m:ctrlPr>
                            <a:rPr lang="en-GB" sz="1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𝑖𝑓</m:t>
                          </m:r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)≠0</m:t>
                          </m:r>
                        </m:e>
                        <m:e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𝑖𝑓</m:t>
                          </m:r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p>
                          </m:sSup>
                          <m:d>
                            <m:dPr>
                              <m:ctrlP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=0</m:t>
                          </m:r>
                        </m:e>
                      </m:eqArr>
                    </m:oMath>
                  </m:oMathPara>
                </a14:m>
                <a:endParaRPr lang="en-GB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A3272A8-E9B2-B854-9EE8-188C557DFB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2951152"/>
                <a:ext cx="4572000" cy="920252"/>
              </a:xfrm>
              <a:prstGeom prst="rect">
                <a:avLst/>
              </a:prstGeom>
              <a:blipFill>
                <a:blip r:embed="rId5"/>
                <a:stretch>
                  <a:fillRect l="-400" t="-13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ABA166D2-CFC4-430C-FDAD-EB5C1B9C3DEB}"/>
              </a:ext>
            </a:extLst>
          </p:cNvPr>
          <p:cNvSpPr txBox="1"/>
          <p:nvPr/>
        </p:nvSpPr>
        <p:spPr>
          <a:xfrm>
            <a:off x="186596" y="402653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r>
              <a:rPr lang="en-GB" sz="1400" b="1" i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“Supremum” operation?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E1E0B4D-548A-96EC-60EB-D8420B0D92D8}"/>
                  </a:ext>
                </a:extLst>
              </p14:cNvPr>
              <p14:cNvContentPartPr/>
              <p14:nvPr/>
            </p14:nvContentPartPr>
            <p14:xfrm>
              <a:off x="7418880" y="667440"/>
              <a:ext cx="1351800" cy="8740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E1E0B4D-548A-96EC-60EB-D8420B0D92D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409520" y="658080"/>
                <a:ext cx="1370520" cy="892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493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GB" sz="2500" b="1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Introduction to Fuzzy Systems – Extension Principles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A68D90D-B100-96E9-7B33-E3B8BC8141A3}"/>
                  </a:ext>
                </a:extLst>
              </p:cNvPr>
              <p:cNvSpPr txBox="1"/>
              <p:nvPr/>
            </p:nvSpPr>
            <p:spPr>
              <a:xfrm>
                <a:off x="186595" y="715800"/>
                <a:ext cx="8672097" cy="10464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Example 4</a:t>
                </a:r>
                <a:endParaRPr lang="en-GB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𝐴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={0.3/−2, 0.4/−1, 0.8/0, 1/1, 0.7/2}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=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𝑓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(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𝑢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)=</m:t>
                    </m:r>
                    <m:sSup>
                      <m:sSupPr>
                        <m:ctrlP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𝑢</m:t>
                        </m:r>
                      </m:e>
                      <m:sup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 Find a fuzzy set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𝐵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in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𝑌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b="1" dirty="0">
                    <a:solidFill>
                      <a:srgbClr val="FF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Solution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A68D90D-B100-96E9-7B33-E3B8BC8141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595" y="715800"/>
                <a:ext cx="8672097" cy="1046440"/>
              </a:xfrm>
              <a:prstGeom prst="rect">
                <a:avLst/>
              </a:prstGeom>
              <a:blipFill>
                <a:blip r:embed="rId3"/>
                <a:stretch>
                  <a:fillRect l="-211" t="-581" b="-52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838C3729-FA55-B839-A930-DE52BC0B451E}"/>
              </a:ext>
            </a:extLst>
          </p:cNvPr>
          <p:cNvSpPr txBox="1"/>
          <p:nvPr/>
        </p:nvSpPr>
        <p:spPr>
          <a:xfrm>
            <a:off x="186594" y="4052641"/>
            <a:ext cx="86720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>
                <a:effectLst/>
                <a:latin typeface="Calibri" panose="020F0502020204030204" pitchFamily="34" charset="0"/>
                <a:ea typeface="DengXian" panose="02010600030101010101" pitchFamily="2" charset="-122"/>
              </a:rPr>
              <a:t>Extension principal 1 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</a:rPr>
              <a:t>deals with </a:t>
            </a:r>
            <a:r>
              <a:rPr lang="en-GB" sz="1400" b="1" i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</a:rPr>
              <a:t>1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</a:rPr>
              <a:t> input. When we have more than one input, we will need </a:t>
            </a:r>
            <a:r>
              <a:rPr lang="en-GB" sz="1400" b="1" dirty="0">
                <a:effectLst/>
                <a:latin typeface="Calibri" panose="020F0502020204030204" pitchFamily="34" charset="0"/>
                <a:ea typeface="DengXian" panose="02010600030101010101" pitchFamily="2" charset="-122"/>
              </a:rPr>
              <a:t>Extension Principal 2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</a:rPr>
              <a:t>. </a:t>
            </a:r>
            <a:endParaRPr lang="en-GB" sz="1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FE6AD9F-0CD0-BE82-1D33-767FD1103729}"/>
                  </a:ext>
                </a:extLst>
              </p14:cNvPr>
              <p14:cNvContentPartPr/>
              <p14:nvPr/>
            </p14:nvContentPartPr>
            <p14:xfrm>
              <a:off x="1444680" y="1396800"/>
              <a:ext cx="7171560" cy="26319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FE6AD9F-0CD0-BE82-1D33-767FD110372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35320" y="1387440"/>
                <a:ext cx="7190280" cy="2650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21213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GB" sz="2500" b="1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Introduction to Fuzzy Systems – Extension Principles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A68D90D-B100-96E9-7B33-E3B8BC8141A3}"/>
                  </a:ext>
                </a:extLst>
              </p:cNvPr>
              <p:cNvSpPr txBox="1"/>
              <p:nvPr/>
            </p:nvSpPr>
            <p:spPr>
              <a:xfrm>
                <a:off x="186595" y="715800"/>
                <a:ext cx="8672097" cy="14157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600"/>
                  </a:spcBef>
                  <a:spcAft>
                    <a:spcPts val="1800"/>
                  </a:spcAft>
                  <a:tabLst>
                    <a:tab pos="3616325" algn="l"/>
                  </a:tabLst>
                </a:pPr>
                <a:r>
                  <a:rPr lang="en-GB" sz="14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Extension Principal 2: </a:t>
                </a:r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let ‘</a:t>
                </a:r>
                <a14:m>
                  <m:oMath xmlns:m="http://schemas.openxmlformats.org/officeDocument/2006/math">
                    <m:r>
                      <a:rPr lang="en-GB" sz="1400" i="1" dirty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𝑋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’ be a Cartesian product of the universes ‘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𝑈</m:t>
                        </m:r>
                      </m:e>
                      <m:sub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,…,</m:t>
                    </m:r>
                    <m:sSub>
                      <m:sSubPr>
                        <m:ctrlP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𝑈</m:t>
                        </m:r>
                      </m:e>
                      <m:sub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’ such that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𝑋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=</m:t>
                    </m:r>
                    <m:sSub>
                      <m:sSubPr>
                        <m:ctrlP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𝑈</m:t>
                        </m:r>
                      </m:e>
                      <m:sub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∗</m:t>
                    </m:r>
                    <m:sSub>
                      <m:sSubPr>
                        <m:ctrlP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𝑈</m:t>
                        </m:r>
                      </m:e>
                      <m:sub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∗…∗</m:t>
                    </m:r>
                    <m:sSub>
                      <m:sSubPr>
                        <m:ctrlP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𝑈</m:t>
                        </m:r>
                      </m:e>
                      <m:sub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′</m:t>
                    </m:r>
                    <m:sSub>
                      <m:sSubPr>
                        <m:ctrlP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𝐴</m:t>
                        </m:r>
                      </m:e>
                      <m:sub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,…,</m:t>
                    </m:r>
                    <m:sSub>
                      <m:sSubPr>
                        <m:ctrlP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𝐴</m:t>
                        </m:r>
                      </m:e>
                      <m:sub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’ are fuzzy sets in these universes. ‘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𝑓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’ is a mapping from ‘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𝑋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’ to the universe of discourse ‘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𝑌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’, where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=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𝑓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(</m:t>
                    </m:r>
                    <m:sSub>
                      <m:sSubPr>
                        <m:ctrlP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𝑢</m:t>
                        </m:r>
                      </m:e>
                      <m:sub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,…,</m:t>
                    </m:r>
                    <m:sSub>
                      <m:sSubPr>
                        <m:ctrlP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𝑢</m:t>
                        </m:r>
                      </m:e>
                      <m:sub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𝑟</m:t>
                        </m:r>
                      </m:sub>
                    </m:sSub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 The extension principal allows to define the fuzzy set ‘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𝐵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’ in ‘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𝑌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’ such that:</a:t>
                </a:r>
              </a:p>
              <a:p>
                <a:pPr>
                  <a:spcBef>
                    <a:spcPts val="600"/>
                  </a:spcBef>
                  <a:spcAft>
                    <a:spcPts val="1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1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</m:d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1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  <m:e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Calibri" panose="020F0502020204030204" pitchFamily="34" charset="0"/>
                            </a:rPr>
                            <m:t>𝑓</m:t>
                          </m:r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Calibri" panose="020F0502020204030204" pitchFamily="3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Calibri" panose="020F0502020204030204" pitchFamily="3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Calibri" panose="020F0502020204030204" pitchFamily="34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Calibri" panose="020F0502020204030204" pitchFamily="34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Calibri" panose="020F0502020204030204" pitchFamily="3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Calibri" panose="020F0502020204030204" pitchFamily="34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Calibri" panose="020F0502020204030204" pitchFamily="34" charset="0"/>
                            </a:rPr>
                            <m:t>)</m:t>
                          </m:r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Calibri" panose="020F0502020204030204" pitchFamily="3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Calibri" panose="020F0502020204030204" pitchFamily="3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Calibri" panose="020F0502020204030204" pitchFamily="34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Calibri" panose="020F0502020204030204" pitchFamily="34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Calibri" panose="020F0502020204030204" pitchFamily="3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Calibri" panose="020F0502020204030204" pitchFamily="34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Calibri" panose="020F0502020204030204" pitchFamily="34" charset="0"/>
                            </a:rPr>
                            <m:t>)</m:t>
                          </m:r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∈</m:t>
                          </m:r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en-GB" sz="1400" b="1" dirty="0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A68D90D-B100-96E9-7B33-E3B8BC8141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595" y="715800"/>
                <a:ext cx="8672097" cy="1415772"/>
              </a:xfrm>
              <a:prstGeom prst="rect">
                <a:avLst/>
              </a:prstGeom>
              <a:blipFill>
                <a:blip r:embed="rId3"/>
                <a:stretch>
                  <a:fillRect l="-211" t="-429" r="-2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1880927-0462-F5CC-6FB4-8A33944518A4}"/>
                  </a:ext>
                </a:extLst>
              </p:cNvPr>
              <p:cNvSpPr txBox="1"/>
              <p:nvPr/>
            </p:nvSpPr>
            <p:spPr>
              <a:xfrm>
                <a:off x="1347105" y="2086555"/>
                <a:ext cx="6711043" cy="13115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Where, </a:t>
                </a: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 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GB" sz="1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sz="1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𝑠𝑢𝑝</m:t>
                              </m:r>
                              <m:sSub>
                                <m:sSubPr>
                                  <m:ctrlP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GB" sz="14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min</m:t>
                                  </m:r>
                                  <m:r>
                                    <a:rPr lang="en-GB" sz="14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⁡</m:t>
                                  </m:r>
                                  <m: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{</m:t>
                                  </m:r>
                                  <m: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𝑟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𝑟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}  </m:t>
                              </m:r>
                              <m:sSub>
                                <m:sSubPr>
                                  <m:ctrlP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Calibri" panose="020F0502020204030204" pitchFamily="34" charset="0"/>
                                    </a:rPr>
                                    <m:t>(</m:t>
                                  </m:r>
                                  <m: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Calibri" panose="020F0502020204030204" pitchFamily="3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Calibri" panose="020F0502020204030204" pitchFamily="34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Calibri" panose="020F0502020204030204" pitchFamily="34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Calibri" panose="020F0502020204030204" pitchFamily="3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Calibri" panose="020F0502020204030204" pitchFamily="34" charset="0"/>
                                    </a:rPr>
                                    <m:t>𝑟</m:t>
                                  </m:r>
                                </m:sub>
                              </m:sSub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Calibri" panose="020F0502020204030204" pitchFamily="34" charset="0"/>
                                </a:rPr>
                                <m:t>)</m:t>
                              </m:r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) </m:t>
                              </m:r>
                            </m:e>
                            <m:e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eqArr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d>
                      <m:eqArr>
                        <m:eqArrPr>
                          <m:ctrlPr>
                            <a:rPr lang="en-GB" sz="14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𝑖𝑓</m:t>
                          </m:r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)≠0</m:t>
                          </m:r>
                        </m:e>
                        <m:e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𝑖𝑓</m:t>
                          </m:r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p>
                          </m:sSup>
                          <m:d>
                            <m:dPr>
                              <m:ctrlP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=0</m:t>
                          </m:r>
                        </m:e>
                      </m:eqArr>
                    </m:oMath>
                  </m:oMathPara>
                </a14:m>
                <a:endParaRPr lang="en-GB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1880927-0462-F5CC-6FB4-8A33944518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7105" y="2086555"/>
                <a:ext cx="6711043" cy="1311578"/>
              </a:xfrm>
              <a:prstGeom prst="rect">
                <a:avLst/>
              </a:prstGeom>
              <a:blipFill>
                <a:blip r:embed="rId4"/>
                <a:stretch>
                  <a:fillRect l="-272" t="-4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CC91844-56CD-23C9-0908-CBBD393D3CD3}"/>
              </a:ext>
            </a:extLst>
          </p:cNvPr>
          <p:cNvSpPr txBox="1"/>
          <p:nvPr/>
        </p:nvSpPr>
        <p:spPr>
          <a:xfrm>
            <a:off x="186595" y="3769357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r>
              <a:rPr lang="en-GB" sz="1400" b="1" i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“Min” operation?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7E0DDC3-15AB-B7DB-FB8B-A7831D03488D}"/>
              </a:ext>
            </a:extLst>
          </p:cNvPr>
          <p:cNvGrpSpPr/>
          <p:nvPr/>
        </p:nvGrpSpPr>
        <p:grpSpPr>
          <a:xfrm>
            <a:off x="2166120" y="765360"/>
            <a:ext cx="6944760" cy="3640680"/>
            <a:chOff x="2166120" y="765360"/>
            <a:chExt cx="6944760" cy="364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CAF6E46-3E12-E4FC-2226-31D310438F9F}"/>
                    </a:ext>
                  </a:extLst>
                </p14:cNvPr>
                <p14:cNvContentPartPr/>
                <p14:nvPr/>
              </p14:nvContentPartPr>
              <p14:xfrm>
                <a:off x="2166120" y="765360"/>
                <a:ext cx="6944760" cy="32061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CAF6E46-3E12-E4FC-2226-31D310438F9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156760" y="756000"/>
                  <a:ext cx="6963480" cy="322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A597392-9A52-4EC3-2C6B-1723B5DA2438}"/>
                    </a:ext>
                  </a:extLst>
                </p14:cNvPr>
                <p14:cNvContentPartPr/>
                <p14:nvPr/>
              </p14:nvContentPartPr>
              <p14:xfrm>
                <a:off x="3083760" y="3827880"/>
                <a:ext cx="5921280" cy="5781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A597392-9A52-4EC3-2C6B-1723B5DA243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074400" y="3818520"/>
                  <a:ext cx="5940000" cy="596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50869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GB" sz="2500" b="1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Introduction to Fuzzy Systems – Extension Principles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B1EB906-A959-CF9B-6BE5-B1A601501F5A}"/>
                  </a:ext>
                </a:extLst>
              </p:cNvPr>
              <p:cNvSpPr txBox="1"/>
              <p:nvPr/>
            </p:nvSpPr>
            <p:spPr>
              <a:xfrm>
                <a:off x="285307" y="682613"/>
                <a:ext cx="8573386" cy="18753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Example 5</a:t>
                </a:r>
                <a:endParaRPr lang="en-GB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Consider the case of two universes of discourse:</a:t>
                </a: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𝑈</m:t>
                        </m:r>
                      </m:e>
                      <m:sub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=</m:t>
                    </m:r>
                    <m:sSub>
                      <m:sSubPr>
                        <m:ctrlP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𝑈</m:t>
                        </m:r>
                      </m:e>
                      <m:sub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={1, 2, 3,…, 10}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Define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𝐴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={</m:t>
                    </m:r>
                    <m:f>
                      <m:fPr>
                        <m:ctrlP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0.6</m:t>
                        </m:r>
                      </m:num>
                      <m:den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1</m:t>
                        </m:r>
                      </m:den>
                    </m:f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,</m:t>
                    </m:r>
                    <m:f>
                      <m:fPr>
                        <m:ctrlP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1</m:t>
                        </m:r>
                      </m:num>
                      <m:den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2</m:t>
                        </m:r>
                      </m:den>
                    </m:f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,</m:t>
                    </m:r>
                    <m:f>
                      <m:fPr>
                        <m:ctrlP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0.8</m:t>
                        </m:r>
                      </m:num>
                      <m:den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3</m:t>
                        </m:r>
                      </m:den>
                    </m:f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} 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𝐶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={</m:t>
                    </m:r>
                    <m:f>
                      <m:fPr>
                        <m:ctrlP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0.8</m:t>
                        </m:r>
                      </m:num>
                      <m:den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2</m:t>
                        </m:r>
                      </m:den>
                    </m:f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,</m:t>
                    </m:r>
                    <m:f>
                      <m:fPr>
                        <m:ctrlP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1</m:t>
                        </m:r>
                      </m:num>
                      <m:den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3</m:t>
                        </m:r>
                      </m:den>
                    </m:f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,</m:t>
                    </m:r>
                    <m:f>
                      <m:fPr>
                        <m:ctrlP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0.6</m:t>
                        </m:r>
                      </m:num>
                      <m:den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4</m:t>
                        </m:r>
                      </m:den>
                    </m:f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} 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and a mapping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=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𝑓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(</m:t>
                    </m:r>
                    <m:sSub>
                      <m:sSubPr>
                        <m:ctrlP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(</m:t>
                        </m:r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𝑢</m:t>
                        </m:r>
                      </m:e>
                      <m:sub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(</m:t>
                        </m:r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𝑢</m:t>
                        </m:r>
                      </m:e>
                      <m:sub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)=</m:t>
                    </m:r>
                    <m:sSub>
                      <m:sSubPr>
                        <m:ctrlP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𝑢</m:t>
                        </m:r>
                      </m:e>
                      <m:sub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∙</m:t>
                    </m:r>
                    <m:sSub>
                      <m:sSubPr>
                        <m:ctrlP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𝑢</m:t>
                        </m:r>
                      </m:e>
                      <m:sub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 Find a fuzzy set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𝐵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in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𝑌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b="1" dirty="0">
                    <a:solidFill>
                      <a:srgbClr val="C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Solution</a:t>
                </a:r>
                <a:endParaRPr lang="en-GB" sz="1400" dirty="0">
                  <a:solidFill>
                    <a:srgbClr val="C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B1EB906-A959-CF9B-6BE5-B1A601501F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307" y="682613"/>
                <a:ext cx="8573386" cy="1875385"/>
              </a:xfrm>
              <a:prstGeom prst="rect">
                <a:avLst/>
              </a:prstGeom>
              <a:blipFill>
                <a:blip r:embed="rId3"/>
                <a:stretch>
                  <a:fillRect l="-213" t="-649" b="-22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29B5193B-057A-68FE-C9ED-FC8B1EA09AE9}"/>
              </a:ext>
            </a:extLst>
          </p:cNvPr>
          <p:cNvGrpSpPr/>
          <p:nvPr/>
        </p:nvGrpSpPr>
        <p:grpSpPr>
          <a:xfrm>
            <a:off x="1447560" y="2196000"/>
            <a:ext cx="7302240" cy="2875680"/>
            <a:chOff x="1447560" y="2196000"/>
            <a:chExt cx="7302240" cy="287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B57069D-07F9-69F5-9335-503F942C3915}"/>
                    </a:ext>
                  </a:extLst>
                </p14:cNvPr>
                <p14:cNvContentPartPr/>
                <p14:nvPr/>
              </p14:nvContentPartPr>
              <p14:xfrm>
                <a:off x="1447560" y="2196000"/>
                <a:ext cx="6224760" cy="12816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B57069D-07F9-69F5-9335-503F942C391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38200" y="2186640"/>
                  <a:ext cx="6243480" cy="13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72130B1-7E1E-DEE1-A10A-F64A080A0216}"/>
                    </a:ext>
                  </a:extLst>
                </p14:cNvPr>
                <p14:cNvContentPartPr/>
                <p14:nvPr/>
              </p14:nvContentPartPr>
              <p14:xfrm>
                <a:off x="1888560" y="2802960"/>
                <a:ext cx="6861240" cy="22687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72130B1-7E1E-DEE1-A10A-F64A080A021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879200" y="2793600"/>
                  <a:ext cx="6879960" cy="2287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45480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GB" sz="2500" b="1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Introduction to Fuzzy Systems – Fuzzification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B1EB906-A959-CF9B-6BE5-B1A601501F5A}"/>
                  </a:ext>
                </a:extLst>
              </p:cNvPr>
              <p:cNvSpPr txBox="1"/>
              <p:nvPr/>
            </p:nvSpPr>
            <p:spPr>
              <a:xfrm>
                <a:off x="285307" y="682613"/>
                <a:ext cx="8573386" cy="15480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The process, which allows one to convert a numeric input into a fuzzy input, is called </a:t>
                </a:r>
                <a:r>
                  <a:rPr lang="en-GB" sz="1400" b="1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fuzzification</a:t>
                </a:r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and there are two ways to achieve that:</a:t>
                </a:r>
              </a:p>
              <a:p>
                <a:pPr marL="342900" lvl="0" indent="-342900" algn="just">
                  <a:spcBef>
                    <a:spcPts val="600"/>
                  </a:spcBef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3616325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140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sSub>
                          <m:sSubPr>
                            <m:ctrlPr>
                              <a:rPr lang="en-GB" sz="14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14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GB" sz="14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a fuzzy Singleton. 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i="1">
                              <a:effectLst/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Calibri" panose="020F0502020204030204" pitchFamily="34" charset="0"/>
                            </a:rPr>
                            <m:t>𝜇</m:t>
                          </m:r>
                        </m:e>
                        <m:sub>
                          <m:sSub>
                            <m:sSubPr>
                              <m:ctrlP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GB" sz="1400" i="1">
                              <a:effectLst/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Calibri" panose="020F0502020204030204" pitchFamily="34" charset="0"/>
                            </a:rPr>
                            <m:t>𝑢</m:t>
                          </m:r>
                        </m:e>
                      </m:d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Calibri" panose="020F050202020403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sz="1400" i="1">
                              <a:effectLst/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eqArrPr>
                            <m:e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Calibri" panose="020F050202020403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Calibri" panose="020F0502020204030204" pitchFamily="34" charset="0"/>
                                </a:rPr>
                                <m:t>0</m:t>
                              </m:r>
                            </m:e>
                          </m:eqArr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Calibri" panose="020F0502020204030204" pitchFamily="34" charset="0"/>
                            </a:rPr>
                            <m:t>   </m:t>
                          </m:r>
                          <m:eqArr>
                            <m:eqArrPr>
                              <m:ctrlP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eqArrPr>
                            <m:e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Calibri" panose="020F0502020204030204" pitchFamily="34" charset="0"/>
                                </a:rPr>
                                <m:t>𝑖𝑓</m:t>
                              </m:r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Calibri" panose="020F0502020204030204" pitchFamily="34" charset="0"/>
                                </a:rPr>
                                <m:t>𝑢</m:t>
                              </m:r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Calibri" panose="020F0502020204030204" pitchFamily="34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Calibri" panose="020F0502020204030204" pitchFamily="3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Calibri" panose="020F050202020403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Calibri" panose="020F0502020204030204" pitchFamily="34" charset="0"/>
                                </a:rPr>
                                <m:t>𝑜𝑡h𝑒𝑟𝑤𝑖𝑠𝑒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1400" dirty="0">
                  <a:solidFill>
                    <a:srgbClr val="C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B1EB906-A959-CF9B-6BE5-B1A601501F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307" y="682613"/>
                <a:ext cx="8573386" cy="1548052"/>
              </a:xfrm>
              <a:prstGeom prst="rect">
                <a:avLst/>
              </a:prstGeom>
              <a:blipFill>
                <a:blip r:embed="rId3"/>
                <a:stretch>
                  <a:fillRect l="-213" t="-787" r="-21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A46A339B-7600-FBC0-D84D-DF29FFB336DE}"/>
              </a:ext>
            </a:extLst>
          </p:cNvPr>
          <p:cNvGrpSpPr/>
          <p:nvPr/>
        </p:nvGrpSpPr>
        <p:grpSpPr>
          <a:xfrm>
            <a:off x="797766" y="2230665"/>
            <a:ext cx="3449255" cy="1998345"/>
            <a:chOff x="12399" y="0"/>
            <a:chExt cx="3729922" cy="2238405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CC556282-0B4C-044B-A4FA-67E921BC0EB4}"/>
                </a:ext>
              </a:extLst>
            </p:cNvPr>
            <p:cNvCxnSpPr/>
            <p:nvPr/>
          </p:nvCxnSpPr>
          <p:spPr>
            <a:xfrm flipH="1" flipV="1">
              <a:off x="12399" y="0"/>
              <a:ext cx="1010" cy="223840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D57A8DF6-795E-EF43-4BBD-23D3649FD78D}"/>
                </a:ext>
              </a:extLst>
            </p:cNvPr>
            <p:cNvCxnSpPr/>
            <p:nvPr/>
          </p:nvCxnSpPr>
          <p:spPr>
            <a:xfrm flipV="1">
              <a:off x="17308" y="2212444"/>
              <a:ext cx="3725013" cy="176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065B3A5F-D23D-590C-6C16-92FCB7D5FE87}"/>
              </a:ext>
            </a:extLst>
          </p:cNvPr>
          <p:cNvSpPr txBox="1"/>
          <p:nvPr/>
        </p:nvSpPr>
        <p:spPr>
          <a:xfrm>
            <a:off x="4972050" y="2810360"/>
            <a:ext cx="328612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r>
              <a:rPr lang="en-GB" sz="1400" b="1" i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Calibri" panose="020F0502020204030204" pitchFamily="34" charset="0"/>
              </a:rPr>
              <a:t>Note: 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Calibri" panose="020F0502020204030204" pitchFamily="34" charset="0"/>
              </a:rPr>
              <a:t>Singleton fuzzification is generally used in implementations where there is no noise</a:t>
            </a:r>
            <a:endParaRPr lang="en-GB" sz="14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2552ABC-7DF8-F4F3-D6AE-307E307AE302}"/>
                  </a:ext>
                </a:extLst>
              </p14:cNvPr>
              <p14:cNvContentPartPr/>
              <p14:nvPr/>
            </p14:nvContentPartPr>
            <p14:xfrm>
              <a:off x="416880" y="2095200"/>
              <a:ext cx="3977280" cy="23025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2552ABC-7DF8-F4F3-D6AE-307E307AE30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7520" y="2085840"/>
                <a:ext cx="3996000" cy="2321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88863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GB" sz="2500" b="1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Introduction to Fuzzy Systems – Fuzzification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B1EB906-A959-CF9B-6BE5-B1A601501F5A}"/>
                  </a:ext>
                </a:extLst>
              </p:cNvPr>
              <p:cNvSpPr txBox="1"/>
              <p:nvPr/>
            </p:nvSpPr>
            <p:spPr>
              <a:xfrm>
                <a:off x="285307" y="682613"/>
                <a:ext cx="8573386" cy="15463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The process, which allows one to convert a numeric input into a fuzzy input, is called </a:t>
                </a:r>
                <a:r>
                  <a:rPr lang="en-GB" sz="1400" b="1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fuzzification</a:t>
                </a:r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and there are two ways to achieve that:</a:t>
                </a:r>
              </a:p>
              <a:p>
                <a:pPr marL="285750" lvl="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sSub>
                          <m:sSubPr>
                            <m:ctrlPr>
                              <a:rPr lang="en-GB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a fuzzy set (triangular, trapezoidal, Gaussian MF) such that: 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GB" sz="1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𝑑𝑒𝑐𝑟𝑒𝑎𝑠𝑒𝑠</m:t>
                              </m:r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𝑓𝑟𝑜𝑚</m:t>
                              </m:r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 1 </m:t>
                              </m:r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𝑎𝑠</m:t>
                              </m:r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𝑚𝑜𝑣𝑒𝑠</m:t>
                              </m:r>
                            </m:e>
                          </m:eqAr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 </m:t>
                          </m:r>
                          <m:eqArr>
                            <m:eqArr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𝑓𝑟𝑜𝑚</m:t>
                              </m:r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GB" sz="14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sz="1400" dirty="0">
                  <a:solidFill>
                    <a:srgbClr val="C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B1EB906-A959-CF9B-6BE5-B1A601501F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307" y="682613"/>
                <a:ext cx="8573386" cy="1546321"/>
              </a:xfrm>
              <a:prstGeom prst="rect">
                <a:avLst/>
              </a:prstGeom>
              <a:blipFill>
                <a:blip r:embed="rId3"/>
                <a:stretch>
                  <a:fillRect l="-213" t="-787" r="-21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A46A339B-7600-FBC0-D84D-DF29FFB336DE}"/>
              </a:ext>
            </a:extLst>
          </p:cNvPr>
          <p:cNvGrpSpPr/>
          <p:nvPr/>
        </p:nvGrpSpPr>
        <p:grpSpPr>
          <a:xfrm>
            <a:off x="2798016" y="2306322"/>
            <a:ext cx="3449255" cy="1998345"/>
            <a:chOff x="12399" y="0"/>
            <a:chExt cx="3729922" cy="2238405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CC556282-0B4C-044B-A4FA-67E921BC0EB4}"/>
                </a:ext>
              </a:extLst>
            </p:cNvPr>
            <p:cNvCxnSpPr/>
            <p:nvPr/>
          </p:nvCxnSpPr>
          <p:spPr>
            <a:xfrm flipH="1" flipV="1">
              <a:off x="12399" y="0"/>
              <a:ext cx="1010" cy="223840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D57A8DF6-795E-EF43-4BBD-23D3649FD78D}"/>
                </a:ext>
              </a:extLst>
            </p:cNvPr>
            <p:cNvCxnSpPr/>
            <p:nvPr/>
          </p:nvCxnSpPr>
          <p:spPr>
            <a:xfrm flipV="1">
              <a:off x="17308" y="2212444"/>
              <a:ext cx="3725013" cy="176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1D06E66-DE9B-8D77-1C42-701B93FB081B}"/>
                  </a:ext>
                </a:extLst>
              </p14:cNvPr>
              <p14:cNvContentPartPr/>
              <p14:nvPr/>
            </p14:nvContentPartPr>
            <p14:xfrm>
              <a:off x="2410920" y="2183760"/>
              <a:ext cx="3974040" cy="22752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1D06E66-DE9B-8D77-1C42-701B93FB081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01560" y="2174400"/>
                <a:ext cx="3992760" cy="2293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33481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GB" sz="2500" b="1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Introduction to Fuzzy Systems – Defuzzification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B1EB906-A959-CF9B-6BE5-B1A601501F5A}"/>
                  </a:ext>
                </a:extLst>
              </p:cNvPr>
              <p:cNvSpPr txBox="1"/>
              <p:nvPr/>
            </p:nvSpPr>
            <p:spPr>
              <a:xfrm>
                <a:off x="285307" y="682613"/>
                <a:ext cx="8573386" cy="892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The conversion of a fuzzy quantity into a </a:t>
                </a:r>
                <a:r>
                  <a:rPr lang="en-GB" sz="1400" b="1" i="1" dirty="0">
                    <a:solidFill>
                      <a:srgbClr val="C00000"/>
                    </a:solidFill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crisp</a:t>
                </a:r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one is done via a </a:t>
                </a:r>
                <a:r>
                  <a:rPr lang="en-GB" sz="1400" b="1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defuzzification</a:t>
                </a:r>
                <a:r>
                  <a:rPr lang="en-GB" sz="14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operation. Several defuzzification methods do exist and here we will review the most popular three. </a:t>
                </a:r>
              </a:p>
              <a:p>
                <a:pPr marL="285750" lvl="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GB" sz="1400" b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Max</m:t>
                    </m:r>
                    <m:r>
                      <m:rPr>
                        <m:nor/>
                      </m:rPr>
                      <a:rPr lang="en-GB" sz="1400" b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−</m:t>
                    </m:r>
                    <m:r>
                      <m:rPr>
                        <m:nor/>
                      </m:rPr>
                      <a:rPr lang="en-GB" sz="1400" b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Membership</m:t>
                    </m:r>
                    <m:r>
                      <m:rPr>
                        <m:nor/>
                      </m:rPr>
                      <a:rPr lang="en-GB" sz="1400" b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GB" sz="1400" b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method</m:t>
                    </m:r>
                  </m:oMath>
                </a14:m>
                <a:endParaRPr lang="en-GB" sz="1400" dirty="0">
                  <a:solidFill>
                    <a:srgbClr val="C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B1EB906-A959-CF9B-6BE5-B1A601501F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307" y="682613"/>
                <a:ext cx="8573386" cy="892552"/>
              </a:xfrm>
              <a:prstGeom prst="rect">
                <a:avLst/>
              </a:prstGeom>
              <a:blipFill>
                <a:blip r:embed="rId3"/>
                <a:stretch>
                  <a:fillRect l="-213" t="-1370" r="-213" b="-41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A46A339B-7600-FBC0-D84D-DF29FFB336DE}"/>
              </a:ext>
            </a:extLst>
          </p:cNvPr>
          <p:cNvGrpSpPr/>
          <p:nvPr/>
        </p:nvGrpSpPr>
        <p:grpSpPr>
          <a:xfrm>
            <a:off x="2847372" y="1530715"/>
            <a:ext cx="3449255" cy="1998345"/>
            <a:chOff x="12399" y="0"/>
            <a:chExt cx="3729922" cy="2238405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CC556282-0B4C-044B-A4FA-67E921BC0EB4}"/>
                </a:ext>
              </a:extLst>
            </p:cNvPr>
            <p:cNvCxnSpPr/>
            <p:nvPr/>
          </p:nvCxnSpPr>
          <p:spPr>
            <a:xfrm flipH="1" flipV="1">
              <a:off x="12399" y="0"/>
              <a:ext cx="1010" cy="223840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D57A8DF6-795E-EF43-4BBD-23D3649FD78D}"/>
                </a:ext>
              </a:extLst>
            </p:cNvPr>
            <p:cNvCxnSpPr/>
            <p:nvPr/>
          </p:nvCxnSpPr>
          <p:spPr>
            <a:xfrm flipV="1">
              <a:off x="17308" y="2212444"/>
              <a:ext cx="3725013" cy="176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8AFD171-7DAE-8692-7074-C615CF846A9E}"/>
                  </a:ext>
                </a:extLst>
              </p:cNvPr>
              <p:cNvSpPr txBox="1"/>
              <p:nvPr/>
            </p:nvSpPr>
            <p:spPr>
              <a:xfrm>
                <a:off x="285307" y="3672205"/>
                <a:ext cx="8571518" cy="6771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140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𝑢</m:t>
                        </m:r>
                      </m:e>
                      <m:sub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chosen such that </a:t>
                </a:r>
              </a:p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∀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𝑢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∈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𝑈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GB" sz="1400" i="1">
                              <a:effectLst/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Calibri" panose="020F0502020204030204" pitchFamily="34" charset="0"/>
                            </a:rPr>
                            <m:t>𝜇</m:t>
                          </m:r>
                        </m:e>
                        <m:sub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Calibri" panose="020F0502020204030204" pitchFamily="34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GB" sz="1400" i="1">
                              <a:effectLst/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Calibri" panose="020F0502020204030204" pitchFamily="3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Calibri" panose="020F0502020204030204" pitchFamily="34" charset="0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Calibri" panose="020F0502020204030204" pitchFamily="34" charset="0"/>
                        </a:rPr>
                        <m:t>≥</m:t>
                      </m:r>
                      <m:sSub>
                        <m:sSubPr>
                          <m:ctrlPr>
                            <a:rPr lang="en-GB" sz="1400" i="1">
                              <a:effectLst/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Calibri" panose="020F0502020204030204" pitchFamily="34" charset="0"/>
                            </a:rPr>
                            <m:t>𝜇</m:t>
                          </m:r>
                        </m:e>
                        <m:sub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Calibri" panose="020F0502020204030204" pitchFamily="34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GB" sz="1400" i="1">
                              <a:effectLst/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Calibri" panose="020F0502020204030204" pitchFamily="34" charset="0"/>
                            </a:rPr>
                            <m:t>𝑢</m:t>
                          </m:r>
                        </m:e>
                      </m:d>
                    </m:oMath>
                  </m:oMathPara>
                </a14:m>
                <a:endParaRPr lang="en-GB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8AFD171-7DAE-8692-7074-C615CF846A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307" y="3672205"/>
                <a:ext cx="8571518" cy="677108"/>
              </a:xfrm>
              <a:prstGeom prst="rect">
                <a:avLst/>
              </a:prstGeom>
              <a:blipFill>
                <a:blip r:embed="rId4"/>
                <a:stretch>
                  <a:fillRect t="-9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48BBCAB-91AF-4E7F-B406-C4A710B2162C}"/>
                  </a:ext>
                </a:extLst>
              </p14:cNvPr>
              <p14:cNvContentPartPr/>
              <p14:nvPr/>
            </p14:nvContentPartPr>
            <p14:xfrm>
              <a:off x="2392920" y="1501920"/>
              <a:ext cx="4064040" cy="22075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48BBCAB-91AF-4E7F-B406-C4A710B2162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83560" y="1492560"/>
                <a:ext cx="4082760" cy="2226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03266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GB" sz="2500" b="1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Introduction to Fuzzy Systems – Defuzzification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B1EB906-A959-CF9B-6BE5-B1A601501F5A}"/>
                  </a:ext>
                </a:extLst>
              </p:cNvPr>
              <p:cNvSpPr txBox="1"/>
              <p:nvPr/>
            </p:nvSpPr>
            <p:spPr>
              <a:xfrm>
                <a:off x="285307" y="682613"/>
                <a:ext cx="857338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lvl="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GB" sz="1400" b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Centroid</m:t>
                    </m:r>
                    <m:r>
                      <m:rPr>
                        <m:nor/>
                      </m:rPr>
                      <a:rPr lang="en-GB" sz="1400" b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GB" sz="1400" b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of</m:t>
                    </m:r>
                    <m:r>
                      <m:rPr>
                        <m:nor/>
                      </m:rPr>
                      <a:rPr lang="en-GB" sz="1400" b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GB" sz="1400" b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Gravity</m:t>
                    </m:r>
                    <m:r>
                      <m:rPr>
                        <m:nor/>
                      </m:rPr>
                      <a:rPr lang="en-GB" sz="1400" b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(</m:t>
                    </m:r>
                    <m:r>
                      <m:rPr>
                        <m:nor/>
                      </m:rPr>
                      <a:rPr lang="en-GB" sz="1400" b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Area</m:t>
                    </m:r>
                    <m:r>
                      <m:rPr>
                        <m:nor/>
                      </m:rPr>
                      <a:rPr lang="en-GB" sz="1400" b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 (</m:t>
                    </m:r>
                    <m:r>
                      <m:rPr>
                        <m:nor/>
                      </m:rPr>
                      <a:rPr lang="en-GB" sz="1400" b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COG</m:t>
                    </m:r>
                    <m:r>
                      <m:rPr>
                        <m:nor/>
                      </m:rPr>
                      <a:rPr lang="en-GB" sz="1400" b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 </m:t>
                    </m:r>
                    <m:r>
                      <m:rPr>
                        <m:nor/>
                      </m:rPr>
                      <a:rPr lang="en-GB" sz="1400" b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method</m:t>
                    </m:r>
                  </m:oMath>
                </a14:m>
                <a:endParaRPr lang="en-GB" sz="1400" dirty="0">
                  <a:solidFill>
                    <a:srgbClr val="C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B1EB906-A959-CF9B-6BE5-B1A601501F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307" y="682613"/>
                <a:ext cx="8573386" cy="307777"/>
              </a:xfrm>
              <a:prstGeom prst="rect">
                <a:avLst/>
              </a:prstGeom>
              <a:blipFill>
                <a:blip r:embed="rId3"/>
                <a:stretch>
                  <a:fillRect l="-142" b="-14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A46A339B-7600-FBC0-D84D-DF29FFB336DE}"/>
              </a:ext>
            </a:extLst>
          </p:cNvPr>
          <p:cNvGrpSpPr/>
          <p:nvPr/>
        </p:nvGrpSpPr>
        <p:grpSpPr>
          <a:xfrm>
            <a:off x="2798016" y="990390"/>
            <a:ext cx="3449255" cy="1998345"/>
            <a:chOff x="12399" y="0"/>
            <a:chExt cx="3729922" cy="2238405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CC556282-0B4C-044B-A4FA-67E921BC0EB4}"/>
                </a:ext>
              </a:extLst>
            </p:cNvPr>
            <p:cNvCxnSpPr/>
            <p:nvPr/>
          </p:nvCxnSpPr>
          <p:spPr>
            <a:xfrm flipH="1" flipV="1">
              <a:off x="12399" y="0"/>
              <a:ext cx="1010" cy="223840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D57A8DF6-795E-EF43-4BBD-23D3649FD78D}"/>
                </a:ext>
              </a:extLst>
            </p:cNvPr>
            <p:cNvCxnSpPr/>
            <p:nvPr/>
          </p:nvCxnSpPr>
          <p:spPr>
            <a:xfrm flipV="1">
              <a:off x="17308" y="2212444"/>
              <a:ext cx="3725013" cy="176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A6F3C84-1E34-E7EC-8968-6C5A72D331B4}"/>
                  </a:ext>
                </a:extLst>
              </p:cNvPr>
              <p:cNvSpPr txBox="1"/>
              <p:nvPr/>
            </p:nvSpPr>
            <p:spPr>
              <a:xfrm>
                <a:off x="217802" y="3015185"/>
                <a:ext cx="8640891" cy="1503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140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𝑢</m:t>
                        </m:r>
                      </m:e>
                      <m:sub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chosen such that it represents the centre of the above shaded area, i.e.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i="1">
                              <a:effectLst/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Calibri" panose="020F0502020204030204" pitchFamily="34" charset="0"/>
                            </a:rPr>
                            <m:t>𝜇</m:t>
                          </m:r>
                        </m:e>
                        <m:sub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Calibri" panose="020F050202020403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sz="1400" i="1">
                              <a:effectLst/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fPr>
                                <m:num>
                                  <m:nary>
                                    <m:naryPr>
                                      <m:limLoc m:val="undOvr"/>
                                      <m:subHide m:val="on"/>
                                      <m:supHide m:val="on"/>
                                      <m:ctrlP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GB" sz="1400" i="1">
                                              <a:effectLst/>
                                              <a:latin typeface="Cambria Math" panose="02040503050406030204" pitchFamily="18" charset="0"/>
                                              <a:cs typeface="Calibri" panose="020F0502020204030204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1400" i="1"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Calibri" panose="020F0502020204030204" pitchFamily="34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GB" sz="1400" i="1"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Calibri" panose="020F0502020204030204" pitchFamily="34" charset="0"/>
                                            </a:rPr>
                                            <m:t>𝐴</m:t>
                                          </m:r>
                                        </m:sub>
                                      </m:sSub>
                                      <m: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Calibri" panose="020F0502020204030204" pitchFamily="34" charset="0"/>
                                        </a:rPr>
                                        <m:t>(</m:t>
                                      </m:r>
                                      <m: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Calibri" panose="020F0502020204030204" pitchFamily="34" charset="0"/>
                                        </a:rPr>
                                        <m:t>𝑢</m:t>
                                      </m:r>
                                      <m: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Calibri" panose="020F0502020204030204" pitchFamily="34" charset="0"/>
                                        </a:rPr>
                                        <m:t>)∙</m:t>
                                      </m:r>
                                      <m: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Calibri" panose="020F0502020204030204" pitchFamily="34" charset="0"/>
                                        </a:rPr>
                                        <m:t>𝑢</m:t>
                                      </m:r>
                                      <m: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Calibri" panose="020F0502020204030204" pitchFamily="34" charset="0"/>
                                        </a:rPr>
                                        <m:t>∙</m:t>
                                      </m:r>
                                      <m: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Calibri" panose="020F0502020204030204" pitchFamily="34" charset="0"/>
                                        </a:rPr>
                                        <m:t>𝑑𝑢</m:t>
                                      </m:r>
                                    </m:e>
                                  </m:nary>
                                </m:num>
                                <m:den>
                                  <m:nary>
                                    <m:naryPr>
                                      <m:limLoc m:val="undOvr"/>
                                      <m:subHide m:val="on"/>
                                      <m:supHide m:val="on"/>
                                      <m:ctrlP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GB" sz="1400" i="1">
                                              <a:effectLst/>
                                              <a:latin typeface="Cambria Math" panose="02040503050406030204" pitchFamily="18" charset="0"/>
                                              <a:cs typeface="Calibri" panose="020F0502020204030204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1400" i="1"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Calibri" panose="020F0502020204030204" pitchFamily="34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GB" sz="1400" i="1"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Calibri" panose="020F0502020204030204" pitchFamily="34" charset="0"/>
                                            </a:rPr>
                                            <m:t>𝐴</m:t>
                                          </m:r>
                                        </m:sub>
                                      </m:sSub>
                                      <m: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Calibri" panose="020F0502020204030204" pitchFamily="34" charset="0"/>
                                        </a:rPr>
                                        <m:t>(</m:t>
                                      </m:r>
                                      <m: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Calibri" panose="020F0502020204030204" pitchFamily="34" charset="0"/>
                                        </a:rPr>
                                        <m:t>𝑢</m:t>
                                      </m:r>
                                      <m: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Calibri" panose="020F0502020204030204" pitchFamily="34" charset="0"/>
                                        </a:rPr>
                                        <m:t>)∙</m:t>
                                      </m:r>
                                      <m: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Calibri" panose="020F0502020204030204" pitchFamily="34" charset="0"/>
                                        </a:rPr>
                                        <m:t>𝑑𝑢</m:t>
                                      </m:r>
                                    </m:e>
                                  </m:nary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fPr>
                                <m:num>
                                  <m:nary>
                                    <m:naryPr>
                                      <m:chr m:val="∑"/>
                                      <m:limLoc m:val="undOvr"/>
                                      <m:subHide m:val="on"/>
                                      <m:supHide m:val="on"/>
                                      <m:ctrlP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GB" sz="1400" i="1">
                                              <a:effectLst/>
                                              <a:latin typeface="Cambria Math" panose="02040503050406030204" pitchFamily="18" charset="0"/>
                                              <a:cs typeface="Calibri" panose="020F0502020204030204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1400" i="1"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Calibri" panose="020F0502020204030204" pitchFamily="34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GB" sz="1400" i="1"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Calibri" panose="020F0502020204030204" pitchFamily="34" charset="0"/>
                                            </a:rPr>
                                            <m:t>𝐴</m:t>
                                          </m:r>
                                        </m:sub>
                                      </m:sSub>
                                      <m: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Calibri" panose="020F0502020204030204" pitchFamily="34" charset="0"/>
                                        </a:rPr>
                                        <m:t>(</m:t>
                                      </m:r>
                                      <m: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Calibri" panose="020F0502020204030204" pitchFamily="34" charset="0"/>
                                        </a:rPr>
                                        <m:t>𝑢</m:t>
                                      </m:r>
                                      <m: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Calibri" panose="020F0502020204030204" pitchFamily="34" charset="0"/>
                                        </a:rPr>
                                        <m:t>)∙</m:t>
                                      </m:r>
                                      <m: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Calibri" panose="020F0502020204030204" pitchFamily="34" charset="0"/>
                                        </a:rPr>
                                        <m:t>𝑢</m:t>
                                      </m:r>
                                    </m:e>
                                  </m:nary>
                                </m:num>
                                <m:den>
                                  <m:nary>
                                    <m:naryPr>
                                      <m:chr m:val="∑"/>
                                      <m:limLoc m:val="undOvr"/>
                                      <m:subHide m:val="on"/>
                                      <m:supHide m:val="on"/>
                                      <m:ctrlP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GB" sz="1400" i="1">
                                              <a:effectLst/>
                                              <a:latin typeface="Cambria Math" panose="02040503050406030204" pitchFamily="18" charset="0"/>
                                              <a:cs typeface="Calibri" panose="020F0502020204030204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1400" i="1"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Calibri" panose="020F0502020204030204" pitchFamily="34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GB" sz="1400" i="1"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Calibri" panose="020F0502020204030204" pitchFamily="34" charset="0"/>
                                            </a:rPr>
                                            <m:t>𝐴</m:t>
                                          </m:r>
                                        </m:sub>
                                      </m:sSub>
                                      <m: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Calibri" panose="020F0502020204030204" pitchFamily="34" charset="0"/>
                                        </a:rPr>
                                        <m:t>(</m:t>
                                      </m:r>
                                      <m: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Calibri" panose="020F0502020204030204" pitchFamily="34" charset="0"/>
                                        </a:rPr>
                                        <m:t>𝑢</m:t>
                                      </m:r>
                                      <m: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Calibri" panose="020F0502020204030204" pitchFamily="34" charset="0"/>
                                        </a:rPr>
                                        <m:t>)</m:t>
                                      </m:r>
                                    </m:e>
                                  </m:nary>
                                </m:den>
                              </m:f>
                            </m:e>
                          </m:eqArr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Calibri" panose="020F0502020204030204" pitchFamily="34" charset="0"/>
                            </a:rPr>
                            <m:t>   </m:t>
                          </m:r>
                          <m:eqArr>
                            <m:eqArrPr>
                              <m:ctrlP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eqArrPr>
                            <m:e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Calibri" panose="020F0502020204030204" pitchFamily="34" charset="0"/>
                                </a:rPr>
                                <m:t>𝑖𝑛</m:t>
                              </m:r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Calibri" panose="020F0502020204030204" pitchFamily="34" charset="0"/>
                                </a:rPr>
                                <m:t>𝑡h𝑒</m:t>
                              </m:r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Calibri" panose="020F0502020204030204" pitchFamily="34" charset="0"/>
                                </a:rPr>
                                <m:t>𝑐𝑜𝑛𝑡𝑖𝑛𝑢𝑜𝑢𝑠</m:t>
                              </m:r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Calibri" panose="020F0502020204030204" pitchFamily="34" charset="0"/>
                                </a:rPr>
                                <m:t>𝑐𝑎𝑠𝑒</m:t>
                              </m:r>
                            </m:e>
                            <m:e/>
                            <m:e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Calibri" panose="020F0502020204030204" pitchFamily="34" charset="0"/>
                                </a:rPr>
                                <m:t>𝑖𝑛</m:t>
                              </m:r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Calibri" panose="020F0502020204030204" pitchFamily="34" charset="0"/>
                                </a:rPr>
                                <m:t>𝑡h𝑒</m:t>
                              </m:r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Calibri" panose="020F0502020204030204" pitchFamily="34" charset="0"/>
                                </a:rPr>
                                <m:t>𝑑𝑖𝑠𝑐𝑟𝑒𝑡𝑒</m:t>
                              </m:r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Calibri" panose="020F0502020204030204" pitchFamily="34" charset="0"/>
                                </a:rPr>
                                <m:t>𝑐𝑎𝑠𝑒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A6F3C84-1E34-E7EC-8968-6C5A72D331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802" y="3015185"/>
                <a:ext cx="8640891" cy="1503553"/>
              </a:xfrm>
              <a:prstGeom prst="rect">
                <a:avLst/>
              </a:prstGeom>
              <a:blipFill>
                <a:blip r:embed="rId4"/>
                <a:stretch>
                  <a:fillRect t="-81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2EBD66E1-E762-8B9B-3A0B-265E142B2273}"/>
              </a:ext>
            </a:extLst>
          </p:cNvPr>
          <p:cNvSpPr txBox="1"/>
          <p:nvPr/>
        </p:nvSpPr>
        <p:spPr>
          <a:xfrm>
            <a:off x="7001809" y="1849201"/>
            <a:ext cx="16250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Any disadvantage?</a:t>
            </a:r>
            <a:endParaRPr lang="en-GB" sz="1400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D6B8A66-0B73-1651-84F0-BE1490C88CA6}"/>
                  </a:ext>
                </a:extLst>
              </p14:cNvPr>
              <p14:cNvContentPartPr/>
              <p14:nvPr/>
            </p14:nvContentPartPr>
            <p14:xfrm>
              <a:off x="2462760" y="972720"/>
              <a:ext cx="3909240" cy="21301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D6B8A66-0B73-1651-84F0-BE1490C88CA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53400" y="963360"/>
                <a:ext cx="3927960" cy="2148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07611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GB" sz="2500" b="1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Introduction to Fuzzy Systems – Defuzzification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B1EB906-A959-CF9B-6BE5-B1A601501F5A}"/>
                  </a:ext>
                </a:extLst>
              </p:cNvPr>
              <p:cNvSpPr txBox="1"/>
              <p:nvPr/>
            </p:nvSpPr>
            <p:spPr>
              <a:xfrm>
                <a:off x="285307" y="682613"/>
                <a:ext cx="857338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lvl="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GB" sz="1400" b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M</m:t>
                    </m:r>
                    <m:r>
                      <m:rPr>
                        <m:nor/>
                      </m:rPr>
                      <a:rPr lang="en-GB" sz="1400" b="1" i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ean</m:t>
                    </m:r>
                    <m:r>
                      <m:rPr>
                        <m:nor/>
                      </m:rPr>
                      <a:rPr lang="en-GB" sz="1400" b="1" i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-</m:t>
                    </m:r>
                    <m:r>
                      <m:rPr>
                        <m:nor/>
                      </m:rPr>
                      <a:rPr lang="en-GB" sz="1400" b="1" i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of</m:t>
                    </m:r>
                    <m:r>
                      <m:rPr>
                        <m:nor/>
                      </m:rPr>
                      <a:rPr lang="en-GB" sz="1400" b="1" i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-</m:t>
                    </m:r>
                    <m:r>
                      <m:rPr>
                        <m:nor/>
                      </m:rPr>
                      <a:rPr lang="en-GB" sz="1400" b="1" i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Maxima</m:t>
                    </m:r>
                    <m:r>
                      <m:rPr>
                        <m:nor/>
                      </m:rPr>
                      <a:rPr lang="en-GB" sz="1400" b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(</m:t>
                    </m:r>
                    <m:r>
                      <m:rPr>
                        <m:nor/>
                      </m:rPr>
                      <a:rPr lang="en-GB" sz="1400" b="1" i="0" smtClean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MOM</m:t>
                    </m:r>
                    <m:r>
                      <m:rPr>
                        <m:nor/>
                      </m:rPr>
                      <a:rPr lang="en-GB" sz="1400" b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 </m:t>
                    </m:r>
                    <m:r>
                      <m:rPr>
                        <m:nor/>
                      </m:rPr>
                      <a:rPr lang="en-GB" sz="1400" b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method</m:t>
                    </m:r>
                  </m:oMath>
                </a14:m>
                <a:endParaRPr lang="en-GB" sz="1400" dirty="0">
                  <a:solidFill>
                    <a:srgbClr val="C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B1EB906-A959-CF9B-6BE5-B1A601501F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307" y="682613"/>
                <a:ext cx="8573386" cy="307777"/>
              </a:xfrm>
              <a:prstGeom prst="rect">
                <a:avLst/>
              </a:prstGeom>
              <a:blipFill>
                <a:blip r:embed="rId3"/>
                <a:stretch>
                  <a:fillRect l="-142" b="-14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A46A339B-7600-FBC0-D84D-DF29FFB336DE}"/>
              </a:ext>
            </a:extLst>
          </p:cNvPr>
          <p:cNvGrpSpPr/>
          <p:nvPr/>
        </p:nvGrpSpPr>
        <p:grpSpPr>
          <a:xfrm>
            <a:off x="2798016" y="990390"/>
            <a:ext cx="3449255" cy="1998345"/>
            <a:chOff x="12399" y="0"/>
            <a:chExt cx="3729922" cy="2238405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CC556282-0B4C-044B-A4FA-67E921BC0EB4}"/>
                </a:ext>
              </a:extLst>
            </p:cNvPr>
            <p:cNvCxnSpPr/>
            <p:nvPr/>
          </p:nvCxnSpPr>
          <p:spPr>
            <a:xfrm flipH="1" flipV="1">
              <a:off x="12399" y="0"/>
              <a:ext cx="1010" cy="223840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D57A8DF6-795E-EF43-4BBD-23D3649FD78D}"/>
                </a:ext>
              </a:extLst>
            </p:cNvPr>
            <p:cNvCxnSpPr/>
            <p:nvPr/>
          </p:nvCxnSpPr>
          <p:spPr>
            <a:xfrm flipV="1">
              <a:off x="17308" y="2212444"/>
              <a:ext cx="3725013" cy="176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EA6F3C84-1E34-E7EC-8968-6C5A72D331B4}"/>
              </a:ext>
            </a:extLst>
          </p:cNvPr>
          <p:cNvSpPr txBox="1"/>
          <p:nvPr/>
        </p:nvSpPr>
        <p:spPr>
          <a:xfrm>
            <a:off x="285307" y="3536951"/>
            <a:ext cx="86408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  <a:tabLst>
                <a:tab pos="3616325" algn="l"/>
              </a:tabLst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method consists of taking the mean level of all maxima within the fuzzy membership shape.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54E45BD-E6D7-1419-89C3-D2B466C71D79}"/>
              </a:ext>
            </a:extLst>
          </p:cNvPr>
          <p:cNvGrpSpPr/>
          <p:nvPr/>
        </p:nvGrpSpPr>
        <p:grpSpPr>
          <a:xfrm>
            <a:off x="2462760" y="972720"/>
            <a:ext cx="3909240" cy="2186280"/>
            <a:chOff x="2462760" y="972720"/>
            <a:chExt cx="3909240" cy="218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D6B8A66-0B73-1651-84F0-BE1490C88CA6}"/>
                    </a:ext>
                  </a:extLst>
                </p14:cNvPr>
                <p14:cNvContentPartPr/>
                <p14:nvPr/>
              </p14:nvContentPartPr>
              <p14:xfrm>
                <a:off x="2462760" y="972720"/>
                <a:ext cx="3909240" cy="20779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D6B8A66-0B73-1651-84F0-BE1490C88CA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53400" y="963360"/>
                  <a:ext cx="3927960" cy="20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35BB117-3357-7877-92DD-34E31B9B0DD0}"/>
                    </a:ext>
                  </a:extLst>
                </p14:cNvPr>
                <p14:cNvContentPartPr/>
                <p14:nvPr/>
              </p14:nvContentPartPr>
              <p14:xfrm>
                <a:off x="2895840" y="1663200"/>
                <a:ext cx="2709360" cy="14958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35BB117-3357-7877-92DD-34E31B9B0DD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886480" y="1653840"/>
                  <a:ext cx="2728080" cy="1514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06477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GB" sz="2500" b="1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Introduction to Fuzzy Systems – Defuzzification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681ADC-4E56-5548-1A40-681940B97CD5}"/>
              </a:ext>
            </a:extLst>
          </p:cNvPr>
          <p:cNvSpPr txBox="1"/>
          <p:nvPr/>
        </p:nvSpPr>
        <p:spPr>
          <a:xfrm>
            <a:off x="186596" y="686435"/>
            <a:ext cx="8672096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r>
              <a:rPr lang="en-GB" sz="14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Calibri" panose="020F0502020204030204" pitchFamily="34" charset="0"/>
              </a:rPr>
              <a:t>Example 6</a:t>
            </a:r>
            <a:endParaRPr lang="en-GB" sz="14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Calibri" panose="020F0502020204030204" pitchFamily="34" charset="0"/>
              </a:rPr>
              <a:t>Which method proved better as far as designing fuzzy systems is concerned? </a:t>
            </a:r>
            <a:endParaRPr lang="en-GB" sz="14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sz="1400" b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</a:rPr>
              <a:t>Solution</a:t>
            </a:r>
            <a:endParaRPr lang="en-GB" sz="14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FB27DEF-86B7-0529-DE8A-DDD115BECD97}"/>
                  </a:ext>
                </a:extLst>
              </p14:cNvPr>
              <p14:cNvContentPartPr/>
              <p14:nvPr/>
            </p14:nvContentPartPr>
            <p14:xfrm>
              <a:off x="1414080" y="1478520"/>
              <a:ext cx="7293600" cy="1375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FB27DEF-86B7-0529-DE8A-DDD115BECD9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04720" y="1469160"/>
                <a:ext cx="7312320" cy="1393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57891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GB" sz="2500" b="1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Introduction to Fuzzy Systems – Defuzzification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681ADC-4E56-5548-1A40-681940B97CD5}"/>
              </a:ext>
            </a:extLst>
          </p:cNvPr>
          <p:cNvSpPr txBox="1"/>
          <p:nvPr/>
        </p:nvSpPr>
        <p:spPr>
          <a:xfrm>
            <a:off x="186596" y="686435"/>
            <a:ext cx="8672096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r>
              <a:rPr lang="en-GB" sz="14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Calibri" panose="020F0502020204030204" pitchFamily="34" charset="0"/>
              </a:rPr>
              <a:t>Example 7</a:t>
            </a:r>
            <a:endParaRPr lang="en-GB" sz="14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</a:rPr>
              <a:t>Consider the following fuzzy set: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endParaRPr lang="en-GB" sz="1400" dirty="0">
              <a:latin typeface="Calibri" panose="020F0502020204030204" pitchFamily="34" charset="0"/>
              <a:ea typeface="DengXian" panose="02010600030101010101" pitchFamily="2" charset="-122"/>
              <a:cs typeface="Calibri" panose="020F0502020204030204" pitchFamily="34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endParaRPr lang="en-GB" sz="14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Calibri" panose="020F0502020204030204" pitchFamily="34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endParaRPr lang="en-GB" sz="1400" dirty="0">
              <a:latin typeface="Calibri" panose="020F0502020204030204" pitchFamily="34" charset="0"/>
              <a:ea typeface="DengXian" panose="02010600030101010101" pitchFamily="2" charset="-122"/>
              <a:cs typeface="Calibri" panose="020F0502020204030204" pitchFamily="34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Calibri" panose="020F0502020204030204" pitchFamily="34" charset="0"/>
              </a:rPr>
              <a:t> 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endParaRPr lang="en-GB" sz="14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</a:rPr>
              <a:t>Find the </a:t>
            </a:r>
            <a:r>
              <a:rPr lang="en-GB" sz="1400" dirty="0" err="1">
                <a:effectLst/>
                <a:latin typeface="Calibri" panose="020F0502020204030204" pitchFamily="34" charset="0"/>
                <a:ea typeface="DengXian" panose="02010600030101010101" pitchFamily="2" charset="-122"/>
              </a:rPr>
              <a:t>defuzzified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</a:rPr>
              <a:t> crisp values using the COG and MOM methods.</a:t>
            </a:r>
            <a:endParaRPr lang="en-GB" sz="14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sz="1400" b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</a:rPr>
              <a:t>Solution</a:t>
            </a:r>
            <a:endParaRPr lang="en-GB" sz="1400" dirty="0">
              <a:solidFill>
                <a:srgbClr val="C00000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D10998A-D3EA-3E56-E2D6-BB9137D2882A}"/>
              </a:ext>
            </a:extLst>
          </p:cNvPr>
          <p:cNvGrpSpPr/>
          <p:nvPr/>
        </p:nvGrpSpPr>
        <p:grpSpPr>
          <a:xfrm>
            <a:off x="2904151" y="1133078"/>
            <a:ext cx="3449255" cy="1998345"/>
            <a:chOff x="12399" y="0"/>
            <a:chExt cx="3729922" cy="2238405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C359B79E-AFB4-E857-25AB-720F649C1D77}"/>
                </a:ext>
              </a:extLst>
            </p:cNvPr>
            <p:cNvCxnSpPr/>
            <p:nvPr/>
          </p:nvCxnSpPr>
          <p:spPr>
            <a:xfrm flipH="1" flipV="1">
              <a:off x="12399" y="0"/>
              <a:ext cx="1010" cy="223840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C1535696-98EC-A831-C4C2-9F09BD52C59E}"/>
                </a:ext>
              </a:extLst>
            </p:cNvPr>
            <p:cNvCxnSpPr/>
            <p:nvPr/>
          </p:nvCxnSpPr>
          <p:spPr>
            <a:xfrm flipV="1">
              <a:off x="17308" y="2212444"/>
              <a:ext cx="3725013" cy="176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79DCD9A-B76B-EDCB-F042-60F944678B39}"/>
                  </a:ext>
                </a:extLst>
              </p14:cNvPr>
              <p14:cNvContentPartPr/>
              <p14:nvPr/>
            </p14:nvContentPartPr>
            <p14:xfrm>
              <a:off x="1482480" y="933840"/>
              <a:ext cx="5023800" cy="32194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79DCD9A-B76B-EDCB-F042-60F944678B3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73120" y="924480"/>
                <a:ext cx="5042520" cy="323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4FAB8C9-A6E2-7FF8-E6D5-184F7C1382A7}"/>
                  </a:ext>
                </a:extLst>
              </p14:cNvPr>
              <p14:cNvContentPartPr/>
              <p14:nvPr/>
            </p14:nvContentPartPr>
            <p14:xfrm>
              <a:off x="3244320" y="2774520"/>
              <a:ext cx="5837400" cy="17535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4FAB8C9-A6E2-7FF8-E6D5-184F7C1382A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234960" y="2765160"/>
                <a:ext cx="5856120" cy="1772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44697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GB" sz="2500" b="1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Introduction to Fuzzy Systems – Defuzzification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681ADC-4E56-5548-1A40-681940B97CD5}"/>
              </a:ext>
            </a:extLst>
          </p:cNvPr>
          <p:cNvSpPr txBox="1"/>
          <p:nvPr/>
        </p:nvSpPr>
        <p:spPr>
          <a:xfrm>
            <a:off x="186596" y="686435"/>
            <a:ext cx="8672096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r>
              <a:rPr lang="en-GB" sz="14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Calibri" panose="020F0502020204030204" pitchFamily="34" charset="0"/>
              </a:rPr>
              <a:t>Example 7 Continued…</a:t>
            </a:r>
            <a:endParaRPr lang="en-GB" sz="14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sz="1400" b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</a:rPr>
              <a:t>Solution</a:t>
            </a:r>
            <a:endParaRPr lang="en-GB" sz="14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F585A84-4E0A-779A-8C85-78D80323DD22}"/>
                  </a:ext>
                </a:extLst>
              </p14:cNvPr>
              <p14:cNvContentPartPr/>
              <p14:nvPr/>
            </p14:nvContentPartPr>
            <p14:xfrm>
              <a:off x="750600" y="659520"/>
              <a:ext cx="8254440" cy="3789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F585A84-4E0A-779A-8C85-78D80323DD2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1240" y="650160"/>
                <a:ext cx="8273160" cy="3807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27034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GB" sz="2500" b="1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Introduction to Fuzzy Systems – Fuzzy Relations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681ADC-4E56-5548-1A40-681940B97CD5}"/>
              </a:ext>
            </a:extLst>
          </p:cNvPr>
          <p:cNvSpPr txBox="1"/>
          <p:nvPr/>
        </p:nvSpPr>
        <p:spPr>
          <a:xfrm>
            <a:off x="186596" y="686435"/>
            <a:ext cx="867209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Having described operations between fuzzy sets, we need to look at how we can represent </a:t>
            </a:r>
            <a:r>
              <a:rPr lang="en-GB" sz="14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linguistic statements 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mathematically. In fact, many application problem descriptions include </a:t>
            </a:r>
            <a:r>
              <a:rPr lang="en-GB" sz="14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fuzzy relations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. A fuzzy system is usually represented by </a:t>
            </a:r>
            <a:r>
              <a:rPr lang="en-GB" sz="1400" b="1" i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statements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or </a:t>
            </a:r>
            <a:r>
              <a:rPr lang="en-GB" sz="1400" b="1" i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rules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of the following form:</a:t>
            </a:r>
            <a:endParaRPr lang="en-GB" sz="14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828AE2C-DADA-E5F5-3F07-CC6216D5BB74}"/>
                  </a:ext>
                </a:extLst>
              </p:cNvPr>
              <p:cNvSpPr txBox="1"/>
              <p:nvPr/>
            </p:nvSpPr>
            <p:spPr>
              <a:xfrm>
                <a:off x="1824717" y="1633856"/>
                <a:ext cx="457200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smtClean="0">
                          <a:latin typeface="Cambria Math" panose="02040503050406030204" pitchFamily="18" charset="0"/>
                        </a:rPr>
                        <m:t>𝐈</m:t>
                      </m:r>
                      <m:r>
                        <a:rPr lang="en-GB" sz="1400" b="1" i="0">
                          <a:latin typeface="Cambria Math" panose="02040503050406030204" pitchFamily="18" charset="0"/>
                        </a:rPr>
                        <m:t>𝐅</m:t>
                      </m:r>
                      <m:r>
                        <a:rPr lang="en-GB" sz="1400" b="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400" b="0" i="1">
                          <a:latin typeface="Cambria Math" panose="02040503050406030204" pitchFamily="18" charset="0"/>
                        </a:rPr>
                        <m:t>𝑠𝑝𝑒𝑒𝑑</m:t>
                      </m:r>
                      <m:r>
                        <a:rPr lang="en-GB" sz="1400" b="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sz="1400" b="0" i="0">
                          <a:latin typeface="Cambria Math" panose="02040503050406030204" pitchFamily="18" charset="0"/>
                        </a:rPr>
                        <m:t>is</m:t>
                      </m:r>
                      <m:r>
                        <a:rPr lang="en-GB" sz="1400" b="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sz="1400" b="0" i="0">
                          <a:latin typeface="Cambria Math" panose="02040503050406030204" pitchFamily="18" charset="0"/>
                        </a:rPr>
                        <m:t>slow</m:t>
                      </m:r>
                      <m:r>
                        <a:rPr lang="en-GB" sz="1400" b="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400" b="1" i="0">
                          <a:latin typeface="Cambria Math" panose="02040503050406030204" pitchFamily="18" charset="0"/>
                        </a:rPr>
                        <m:t>𝐭𝐡𝐞𝐧</m:t>
                      </m:r>
                      <m:r>
                        <a:rPr lang="en-GB" sz="1400" b="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400" b="0" i="1">
                          <a:latin typeface="Cambria Math" panose="02040503050406030204" pitchFamily="18" charset="0"/>
                        </a:rPr>
                        <m:t>𝑝𝑟𝑒𝑠𝑠𝑢𝑟𝑒</m:t>
                      </m:r>
                      <m:r>
                        <a:rPr lang="en-GB" sz="1400" b="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sz="1400" b="0" i="0">
                          <a:latin typeface="Cambria Math" panose="02040503050406030204" pitchFamily="18" charset="0"/>
                        </a:rPr>
                        <m:t>should</m:t>
                      </m:r>
                      <m:r>
                        <a:rPr lang="en-GB" sz="1400" b="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sz="1400" b="0" i="0">
                          <a:latin typeface="Cambria Math" panose="02040503050406030204" pitchFamily="18" charset="0"/>
                        </a:rPr>
                        <m:t>be</m:t>
                      </m:r>
                      <m:r>
                        <a:rPr lang="en-GB" sz="1400" b="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sz="1400" b="0" i="0">
                          <a:latin typeface="Cambria Math" panose="02040503050406030204" pitchFamily="18" charset="0"/>
                        </a:rPr>
                        <m:t>high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828AE2C-DADA-E5F5-3F07-CC6216D5BB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4717" y="1633856"/>
                <a:ext cx="4572000" cy="307777"/>
              </a:xfrm>
              <a:prstGeom prst="rect">
                <a:avLst/>
              </a:prstGeom>
              <a:blipFill>
                <a:blip r:embed="rId3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BB253BD-E42E-3E5A-1740-0D6D0161DD45}"/>
              </a:ext>
            </a:extLst>
          </p:cNvPr>
          <p:cNvCxnSpPr/>
          <p:nvPr/>
        </p:nvCxnSpPr>
        <p:spPr>
          <a:xfrm flipV="1">
            <a:off x="2541814" y="1908455"/>
            <a:ext cx="178435" cy="24193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 Box 2">
            <a:extLst>
              <a:ext uri="{FF2B5EF4-FFF2-40B4-BE49-F238E27FC236}">
                <a16:creationId xmlns:a16="http://schemas.microsoft.com/office/drawing/2014/main" id="{F442140E-A385-7F2D-2D47-025A465805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2429" y="2164995"/>
            <a:ext cx="267970" cy="25336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100" b="1" i="1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</a:t>
            </a:r>
            <a:endParaRPr lang="en-GB" sz="110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5A0CB25-C597-7861-3981-74456B2B7AB2}"/>
              </a:ext>
            </a:extLst>
          </p:cNvPr>
          <p:cNvCxnSpPr/>
          <p:nvPr/>
        </p:nvCxnSpPr>
        <p:spPr>
          <a:xfrm flipV="1">
            <a:off x="4155984" y="1923060"/>
            <a:ext cx="178435" cy="24193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Box 2">
            <a:extLst>
              <a:ext uri="{FF2B5EF4-FFF2-40B4-BE49-F238E27FC236}">
                <a16:creationId xmlns:a16="http://schemas.microsoft.com/office/drawing/2014/main" id="{09CE6433-4DDC-1DF9-6050-E76570F24A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8659" y="2168805"/>
            <a:ext cx="267970" cy="25336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100" b="1" i="1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B</a:t>
            </a:r>
            <a:endParaRPr lang="en-GB" sz="110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0A29428-3083-FB30-EAC6-F6AE0F9B420A}"/>
                  </a:ext>
                </a:extLst>
              </p:cNvPr>
              <p:cNvSpPr txBox="1"/>
              <p:nvPr/>
            </p:nvSpPr>
            <p:spPr>
              <a:xfrm>
                <a:off x="1682659" y="2721331"/>
                <a:ext cx="457200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smtClean="0">
                          <a:latin typeface="Cambria Math" panose="02040503050406030204" pitchFamily="18" charset="0"/>
                        </a:rPr>
                        <m:t>𝐈</m:t>
                      </m:r>
                      <m:r>
                        <a:rPr lang="en-GB" sz="1400" b="1" i="0">
                          <a:latin typeface="Cambria Math" panose="02040503050406030204" pitchFamily="18" charset="0"/>
                        </a:rPr>
                        <m:t>𝐅</m:t>
                      </m:r>
                      <m:r>
                        <a:rPr lang="en-GB" sz="1400" b="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400" b="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sz="1400" b="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400" b="1" i="0">
                          <a:latin typeface="Cambria Math" panose="02040503050406030204" pitchFamily="18" charset="0"/>
                        </a:rPr>
                        <m:t>𝐭𝐡𝐞𝐧</m:t>
                      </m:r>
                      <m:r>
                        <a:rPr lang="en-GB" sz="1400" b="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400" b="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GB" sz="1400" b="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400" b="0" i="1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1400" b="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400" b="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sz="1400" b="0" i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1400" b="0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0A29428-3083-FB30-EAC6-F6AE0F9B42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2659" y="2721331"/>
                <a:ext cx="4572000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B0426E5-3FC3-90B7-01B9-822D5AFC5642}"/>
                  </a:ext>
                </a:extLst>
              </p:cNvPr>
              <p:cNvSpPr txBox="1"/>
              <p:nvPr/>
            </p:nvSpPr>
            <p:spPr>
              <a:xfrm>
                <a:off x="1816644" y="3402303"/>
                <a:ext cx="457200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 fuzzy relation of the form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denoted </a:t>
                </a:r>
                <a14:m>
                  <m:oMath xmlns:m="http://schemas.openxmlformats.org/officeDocument/2006/math">
                    <m:r>
                      <a:rPr lang="en-GB" sz="1400" b="1" i="1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𝑹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endParaRPr lang="en-GB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B0426E5-3FC3-90B7-01B9-822D5AFC56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6644" y="3402303"/>
                <a:ext cx="4572000" cy="307777"/>
              </a:xfrm>
              <a:prstGeom prst="rect">
                <a:avLst/>
              </a:prstGeom>
              <a:blipFill>
                <a:blip r:embed="rId5"/>
                <a:stretch>
                  <a:fillRect t="-3922" b="-196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25114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GB" sz="2500" b="1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Introduction to Fuzzy Systems – Fuzzy Relations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D681ADC-4E56-5548-1A40-681940B97CD5}"/>
                  </a:ext>
                </a:extLst>
              </p:cNvPr>
              <p:cNvSpPr txBox="1"/>
              <p:nvPr/>
            </p:nvSpPr>
            <p:spPr>
              <a:xfrm>
                <a:off x="186596" y="686435"/>
                <a:ext cx="8672096" cy="28103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b="1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Cartesian Product</a:t>
                </a: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 fuzzy relation </a:t>
                </a:r>
                <a14:m>
                  <m:oMath xmlns:m="http://schemas.openxmlformats.org/officeDocument/2006/math">
                    <m:r>
                      <a:rPr lang="en-GB" sz="1400" b="1" i="1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𝑹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defined as a relationship of two fuzzy sets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𝑈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𝑉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and it is a </a:t>
                </a:r>
                <a:r>
                  <a:rPr lang="en-GB" sz="14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subset</a:t>
                </a:r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on the Cartesian Product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𝑈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∗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𝑉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𝑅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will be characterised by the membership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𝜇</m:t>
                        </m:r>
                      </m:e>
                      <m:sub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𝑅</m:t>
                        </m:r>
                      </m:sub>
                    </m:sSub>
                    <m:d>
                      <m:dPr>
                        <m:ctrlP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𝑢</m:t>
                        </m:r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, </m:t>
                        </m:r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𝑣</m:t>
                        </m:r>
                      </m:e>
                    </m:d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, 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𝑢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𝑈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𝑉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such that:</a:t>
                </a: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𝑅</m:t>
                      </m:r>
                      <m:r>
                        <a:rPr lang="en-GB" sz="1400" i="1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400" i="1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en-GB" sz="1400" i="1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en-GB" sz="1400" i="1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en-GB" sz="1400" i="1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Calibri" panose="020F0502020204030204" pitchFamily="34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Calibri" panose="020F0502020204030204" pitchFamily="34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Calibri" panose="020F0502020204030204" pitchFamily="34" charset="0"/>
                                    </a:rPr>
                                    <m:t>𝑅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Calibri" panose="020F0502020204030204" pitchFamily="34" charset="0"/>
                                    </a:rPr>
                                    <m:t>𝑢</m:t>
                                  </m:r>
                                  <m: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Calibri" panose="020F0502020204030204" pitchFamily="34" charset="0"/>
                                    </a:rPr>
                                    <m:t>, </m:t>
                                  </m:r>
                                  <m: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Calibri" panose="020F0502020204030204" pitchFamily="34" charset="0"/>
                                    </a:rPr>
                                    <m:t>𝑣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GB" sz="1400" b="0" i="1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Calibri" panose="020F0502020204030204" pitchFamily="34" charset="0"/>
                                </a:rPr>
                                <m:t>(</m:t>
                              </m:r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Calibri" panose="020F0502020204030204" pitchFamily="34" charset="0"/>
                                </a:rPr>
                                <m:t>𝑢</m:t>
                              </m:r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Calibri" panose="020F0502020204030204" pitchFamily="34" charset="0"/>
                                </a:rPr>
                                <m:t>,</m:t>
                              </m:r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Calibri" panose="020F0502020204030204" pitchFamily="34" charset="0"/>
                                </a:rPr>
                                <m:t>𝑣</m:t>
                              </m:r>
                              <m:r>
                                <a:rPr lang="en-GB" sz="1400" b="0" i="1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Calibri" panose="020F0502020204030204" pitchFamily="34" charset="0"/>
                                </a:rPr>
                                <m:t>)</m:t>
                              </m:r>
                            </m:den>
                          </m:f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Calibri" panose="020F0502020204030204" pitchFamily="34" charset="0"/>
                            </a:rPr>
                            <m:t>=</m:t>
                          </m:r>
                        </m:e>
                      </m:nary>
                      <m:d>
                        <m:dPr>
                          <m:begChr m:val="{"/>
                          <m:endChr m:val=""/>
                          <m:ctrlP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nary>
                                <m:naryPr>
                                  <m:chr m:val="∑"/>
                                  <m:limLoc m:val="undOvr"/>
                                  <m:subHide m:val="on"/>
                                  <m:supHide m:val="on"/>
                                  <m:ctrlP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4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min</m:t>
                                  </m:r>
                                  <m:r>
                                    <a:rPr lang="en-GB" sz="14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⁡</m:t>
                                  </m:r>
                                  <m: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Calibri" panose="020F050202020403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Calibri" panose="020F0502020204030204" pitchFamily="34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Calibri" panose="020F0502020204030204" pitchFamily="34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Calibri" panose="020F0502020204030204" pitchFamily="34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Calibri" panose="020F0502020204030204" pitchFamily="34" charset="0"/>
                                        </a:rPr>
                                        <m:t>𝑢</m:t>
                                      </m:r>
                                    </m:e>
                                  </m:d>
                                  <m: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Calibri" panose="020F0502020204030204" pitchFamily="34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Calibri" panose="020F050202020403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Calibri" panose="020F0502020204030204" pitchFamily="34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Calibri" panose="020F0502020204030204" pitchFamily="34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Calibri" panose="020F0502020204030204" pitchFamily="34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Calibri" panose="020F0502020204030204" pitchFamily="34" charset="0"/>
                                        </a:rPr>
                                        <m:t>𝑣</m:t>
                                      </m:r>
                                    </m:e>
                                  </m:d>
                                  <m: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Calibri" panose="020F0502020204030204" pitchFamily="34" charset="0"/>
                                    </a:rPr>
                                    <m:t>)</m:t>
                                  </m:r>
                                </m:e>
                              </m:nary>
                            </m:e>
                            <m:e>
                              <m:nary>
                                <m:naryPr>
                                  <m:chr m:val="∑"/>
                                  <m:limLoc m:val="undOvr"/>
                                  <m:subHide m:val="on"/>
                                  <m:supHide m:val="on"/>
                                  <m:ctrlP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Calibri" panose="020F050202020403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Calibri" panose="020F0502020204030204" pitchFamily="34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Calibri" panose="020F0502020204030204" pitchFamily="34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Calibri" panose="020F0502020204030204" pitchFamily="34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Calibri" panose="020F0502020204030204" pitchFamily="34" charset="0"/>
                                        </a:rPr>
                                        <m:t>𝑢</m:t>
                                      </m:r>
                                    </m:e>
                                  </m:d>
                                  <m:r>
                                    <a:rPr lang="en-GB" sz="1400" i="1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Calibri" panose="020F0502020204030204" pitchFamily="34" charset="0"/>
                                    </a:rPr>
                                    <m:t>∙</m:t>
                                  </m:r>
                                  <m:sSub>
                                    <m:sSubPr>
                                      <m:ctrlP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Calibri" panose="020F050202020403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Calibri" panose="020F0502020204030204" pitchFamily="34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Calibri" panose="020F0502020204030204" pitchFamily="34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Calibri" panose="020F0502020204030204" pitchFamily="34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1400" i="1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Calibri" panose="020F0502020204030204" pitchFamily="34" charset="0"/>
                                        </a:rPr>
                                        <m:t>𝑢</m:t>
                                      </m:r>
                                    </m:e>
                                  </m:d>
                                </m:e>
                              </m:nary>
                            </m:e>
                          </m:eqArr>
                        </m:e>
                      </m:d>
                    </m:oMath>
                  </m:oMathPara>
                </a14:m>
                <a:endParaRPr lang="en-GB" sz="140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</a:pPr>
                <a:endParaRPr lang="en-GB" sz="1400" b="1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</a:pPr>
                <a:endParaRPr lang="en-GB" sz="1400" b="1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D681ADC-4E56-5548-1A40-681940B97C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596" y="686435"/>
                <a:ext cx="8672096" cy="2810321"/>
              </a:xfrm>
              <a:prstGeom prst="rect">
                <a:avLst/>
              </a:prstGeom>
              <a:blipFill>
                <a:blip r:embed="rId3"/>
                <a:stretch>
                  <a:fillRect l="-211" t="-434" r="-2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7EBD791-1EA2-6395-A8AD-7BF8F2C307BB}"/>
                  </a:ext>
                </a:extLst>
              </p:cNvPr>
              <p:cNvSpPr txBox="1"/>
              <p:nvPr/>
            </p:nvSpPr>
            <p:spPr>
              <a:xfrm>
                <a:off x="186595" y="2751568"/>
                <a:ext cx="8672097" cy="14536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800"/>
                  </a:spcAft>
                  <a:tabLst>
                    <a:tab pos="3616325" algn="l"/>
                  </a:tabLst>
                </a:pPr>
                <a:r>
                  <a:rPr lang="en-GB" sz="1400" b="1" i="1" dirty="0">
                    <a:solidFill>
                      <a:srgbClr val="C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Note:</a:t>
                </a:r>
              </a:p>
              <a:p>
                <a:pPr marL="342900" lvl="0" indent="-342900" algn="just">
                  <a:lnSpc>
                    <a:spcPct val="150000"/>
                  </a:lnSpc>
                  <a:buFont typeface="Symbol" panose="05050102010706020507" pitchFamily="18" charset="2"/>
                  <a:buChar char=""/>
                  <a:tabLst>
                    <a:tab pos="3616325" algn="l"/>
                  </a:tabLst>
                </a:pPr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sum does not represent a mathematical operation but shows rather all possible combinations of all elements of both universes of discourse. </a:t>
                </a:r>
              </a:p>
              <a:p>
                <a:pPr marL="342900" lvl="0" indent="-342900" algn="just">
                  <a:lnSpc>
                    <a:spcPct val="150000"/>
                  </a:lnSpc>
                  <a:spcAft>
                    <a:spcPts val="800"/>
                  </a:spcAft>
                  <a:buFont typeface="Symbol" panose="05050102010706020507" pitchFamily="18" charset="2"/>
                  <a:buChar char=""/>
                  <a:tabLst>
                    <a:tab pos="3616325" algn="l"/>
                  </a:tabLst>
                </a:pP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𝑅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also called the </a:t>
                </a:r>
                <a:r>
                  <a:rPr lang="en-GB" sz="14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relational matrix</a:t>
                </a:r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7EBD791-1EA2-6395-A8AD-7BF8F2C307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595" y="2751568"/>
                <a:ext cx="8672097" cy="1453603"/>
              </a:xfrm>
              <a:prstGeom prst="rect">
                <a:avLst/>
              </a:prstGeom>
              <a:blipFill>
                <a:blip r:embed="rId4"/>
                <a:stretch>
                  <a:fillRect l="-211" r="-211" b="-376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51940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GB" sz="2500" b="1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Introduction to Fuzzy Systems – Fuzzy Relations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D681ADC-4E56-5548-1A40-681940B97CD5}"/>
                  </a:ext>
                </a:extLst>
              </p:cNvPr>
              <p:cNvSpPr txBox="1"/>
              <p:nvPr/>
            </p:nvSpPr>
            <p:spPr>
              <a:xfrm>
                <a:off x="186596" y="686435"/>
                <a:ext cx="8672096" cy="26171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Example 8 </a:t>
                </a:r>
                <a:endParaRPr lang="en-GB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Assume a fuzzy relation of the type: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with </a:t>
                </a: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𝐴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={</m:t>
                    </m:r>
                    <m:f>
                      <m:fPr>
                        <m:ctrlP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1</m:t>
                        </m:r>
                      </m:num>
                      <m:den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1</m:t>
                        </m:r>
                      </m:den>
                    </m:f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,</m:t>
                    </m:r>
                    <m:f>
                      <m:fPr>
                        <m:ctrlP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0.8</m:t>
                        </m:r>
                      </m:num>
                      <m:den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2</m:t>
                        </m:r>
                      </m:den>
                    </m:f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,</m:t>
                    </m:r>
                    <m:f>
                      <m:fPr>
                        <m:ctrlP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0.6</m:t>
                        </m:r>
                      </m:num>
                      <m:den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3</m:t>
                        </m:r>
                      </m:den>
                    </m:f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,</m:t>
                    </m:r>
                    <m:f>
                      <m:fPr>
                        <m:ctrlP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0.5</m:t>
                        </m:r>
                      </m:num>
                      <m:den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4</m:t>
                        </m:r>
                      </m:den>
                    </m:f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 and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𝐵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={</m:t>
                    </m:r>
                    <m:f>
                      <m:fPr>
                        <m:ctrlP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0.5</m:t>
                        </m:r>
                      </m:num>
                      <m:den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1</m:t>
                        </m:r>
                      </m:den>
                    </m:f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,</m:t>
                    </m:r>
                    <m:f>
                      <m:fPr>
                        <m:ctrlP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1</m:t>
                        </m:r>
                      </m:num>
                      <m:den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2</m:t>
                        </m:r>
                      </m:den>
                    </m:f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,</m:t>
                    </m:r>
                    <m:f>
                      <m:fPr>
                        <m:ctrlP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0.3</m:t>
                        </m:r>
                      </m:num>
                      <m:den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3</m:t>
                        </m:r>
                      </m:den>
                    </m:f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,</m:t>
                    </m:r>
                    <m:f>
                      <m:fPr>
                        <m:ctrlP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0</m:t>
                        </m:r>
                      </m:num>
                      <m:den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4</m:t>
                        </m:r>
                      </m:den>
                    </m:f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endParaRPr lang="en-GB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Find the relational matrix for the above fuzzy statement using the ‘min’ operation. 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b="1" dirty="0">
                    <a:solidFill>
                      <a:srgbClr val="C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Solution</a:t>
                </a:r>
                <a:endParaRPr lang="en-GB" sz="1400" dirty="0">
                  <a:solidFill>
                    <a:srgbClr val="C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</a:pPr>
                <a:endParaRPr lang="en-GB" sz="1400" b="1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</a:pPr>
                <a:endParaRPr lang="en-GB" sz="14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D681ADC-4E56-5548-1A40-681940B97C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596" y="686435"/>
                <a:ext cx="8672096" cy="2617127"/>
              </a:xfrm>
              <a:prstGeom prst="rect">
                <a:avLst/>
              </a:prstGeom>
              <a:blipFill>
                <a:blip r:embed="rId3"/>
                <a:stretch>
                  <a:fillRect l="-211" t="-46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9EE10AA-F0C7-598C-A623-B34E774C9A91}"/>
                  </a:ext>
                </a:extLst>
              </p14:cNvPr>
              <p14:cNvContentPartPr/>
              <p14:nvPr/>
            </p14:nvContentPartPr>
            <p14:xfrm>
              <a:off x="972720" y="2219040"/>
              <a:ext cx="8105040" cy="1948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9EE10AA-F0C7-598C-A623-B34E774C9A9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63360" y="2209680"/>
                <a:ext cx="8123760" cy="1967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44515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GB" sz="2500" b="1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Introduction to Fuzzy Systems – Fuzzy Relations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D681ADC-4E56-5548-1A40-681940B97CD5}"/>
                  </a:ext>
                </a:extLst>
              </p:cNvPr>
              <p:cNvSpPr txBox="1"/>
              <p:nvPr/>
            </p:nvSpPr>
            <p:spPr>
              <a:xfrm>
                <a:off x="186596" y="686435"/>
                <a:ext cx="8672096" cy="37532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Compositional Rule of Inference </a:t>
                </a:r>
                <a:endParaRPr lang="en-GB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GB" sz="1400" b="1" i="1" smtClean="0">
                        <a:solidFill>
                          <a:srgbClr val="1C3D74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en-GB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a fuzzy relation in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∗ 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GB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a fuzzy set in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GB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then the fuzzy set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in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GB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given by: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∘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GB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</a:t>
                </a:r>
                <a:r>
                  <a:rPr lang="en-GB" sz="1400" b="1" i="1" dirty="0">
                    <a:solidFill>
                      <a:srgbClr val="C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inferred</a:t>
                </a:r>
                <a:r>
                  <a:rPr lang="en-GB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from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using the relational matrix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GB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which defines the mapping between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GB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GB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and the operation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∘</m:t>
                    </m:r>
                  </m:oMath>
                </a14:m>
                <a:r>
                  <a:rPr lang="en-GB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defined as the ‘</a:t>
                </a:r>
                <a:r>
                  <a:rPr lang="en-GB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max-min</a:t>
                </a:r>
                <a:r>
                  <a:rPr lang="en-GB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’ operation. </a:t>
                </a:r>
              </a:p>
              <a:p>
                <a:pPr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Example 9 </a:t>
                </a:r>
                <a:endParaRPr lang="en-GB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just"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Given a fuzzy mapping </a:t>
                </a:r>
                <a14:m>
                  <m:oMath xmlns:m="http://schemas.openxmlformats.org/officeDocument/2006/math">
                    <m:r>
                      <a:rPr lang="en-GB" sz="1400" i="1" dirty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𝑓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between </a:t>
                </a:r>
                <a14:m>
                  <m:oMath xmlns:m="http://schemas.openxmlformats.org/officeDocument/2006/math">
                    <m:r>
                      <a:rPr lang="en-GB" sz="1400" i="1" dirty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𝑈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GB" sz="1400" i="1" dirty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via the following relational matrix:</a:t>
                </a:r>
              </a:p>
              <a:p>
                <a:pPr algn="ctr">
                  <a:spcAft>
                    <a:spcPts val="600"/>
                  </a:spcAft>
                  <a:tabLst>
                    <a:tab pos="361632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𝑅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1400" i="1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GB" sz="1400" i="1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0.8</m:t>
                                </m:r>
                              </m:e>
                              <m:e>
                                <m:r>
                                  <a:rPr lang="en-GB" sz="1400" i="1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0.1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400" i="1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0.8</m:t>
                                </m:r>
                              </m:e>
                              <m:e>
                                <m:r>
                                  <a:rPr lang="en-GB" sz="1400" i="1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0.6</m:t>
                                </m:r>
                              </m:e>
                              <m:e>
                                <m:r>
                                  <a:rPr lang="en-GB" sz="1400" i="1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0.3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400" i="1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0.6</m:t>
                                </m:r>
                              </m:e>
                              <m:e>
                                <m:r>
                                  <a:rPr lang="en-GB" sz="1400" i="1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0.3</m:t>
                                </m:r>
                              </m:e>
                              <m:e>
                                <m:r>
                                  <a:rPr lang="en-GB" sz="1400" i="1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0.1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just"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Find the fuzzy output </a:t>
                </a:r>
                <a14:m>
                  <m:oMath xmlns:m="http://schemas.openxmlformats.org/officeDocument/2006/math">
                    <m:r>
                      <a:rPr lang="en-GB" sz="1400" i="1" dirty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𝐵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in </a:t>
                </a:r>
                <a14:m>
                  <m:oMath xmlns:m="http://schemas.openxmlformats.org/officeDocument/2006/math">
                    <m:r>
                      <a:rPr lang="en-GB" sz="1400" i="1" dirty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if a fuzzy input </a:t>
                </a:r>
                <a14:m>
                  <m:oMath xmlns:m="http://schemas.openxmlformats.org/officeDocument/2006/math">
                    <m:r>
                      <a:rPr lang="en-GB" sz="1400" i="1" dirty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𝐴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</a:t>
                </a:r>
                <a14:m>
                  <m:oMath xmlns:m="http://schemas.openxmlformats.org/officeDocument/2006/math">
                    <m:r>
                      <a:rPr lang="en-GB" sz="1400" i="1" dirty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𝑈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which is defined as follows:</a:t>
                </a:r>
              </a:p>
              <a:p>
                <a:pPr algn="just">
                  <a:spcAft>
                    <a:spcPts val="600"/>
                  </a:spcAft>
                  <a:tabLst>
                    <a:tab pos="3616325" algn="l"/>
                  </a:tabLst>
                </a:pP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𝐴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={</m:t>
                    </m:r>
                    <m:f>
                      <m:fPr>
                        <m:ctrlP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0.9</m:t>
                        </m:r>
                      </m:num>
                      <m:den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1</m:t>
                        </m:r>
                      </m:den>
                    </m:f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,</m:t>
                    </m:r>
                    <m:f>
                      <m:fPr>
                        <m:ctrlP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0.4</m:t>
                        </m:r>
                      </m:num>
                      <m:den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2</m:t>
                        </m:r>
                      </m:den>
                    </m:f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,</m:t>
                    </m:r>
                    <m:f>
                      <m:fPr>
                        <m:ctrlP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0</m:t>
                        </m:r>
                      </m:num>
                      <m:den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alibri" panose="020F0502020204030204" pitchFamily="34" charset="0"/>
                          </a:rPr>
                          <m:t>3</m:t>
                        </m:r>
                      </m:den>
                    </m:f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 Assume that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𝐵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defined in the same universe of discourse as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Calibri" panose="020F0502020204030204" pitchFamily="34" charset="0"/>
                      </a:rPr>
                      <m:t>𝐴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</a:p>
              <a:p>
                <a:pPr algn="just"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b="1" dirty="0">
                    <a:solidFill>
                      <a:srgbClr val="C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Solution</a:t>
                </a:r>
                <a:endParaRPr lang="en-GB" sz="1400" b="1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D681ADC-4E56-5548-1A40-681940B97C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596" y="686435"/>
                <a:ext cx="8672096" cy="3753207"/>
              </a:xfrm>
              <a:prstGeom prst="rect">
                <a:avLst/>
              </a:prstGeom>
              <a:blipFill>
                <a:blip r:embed="rId3"/>
                <a:stretch>
                  <a:fillRect l="-211" t="-325" b="-81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BF6D8BF-361B-3430-6141-2E4DCAEEA78B}"/>
                  </a:ext>
                </a:extLst>
              </p14:cNvPr>
              <p14:cNvContentPartPr/>
              <p14:nvPr/>
            </p14:nvContentPartPr>
            <p14:xfrm>
              <a:off x="4155840" y="1987920"/>
              <a:ext cx="4912560" cy="2418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BF6D8BF-361B-3430-6141-2E4DCAEEA78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46480" y="1978560"/>
                <a:ext cx="4931280" cy="2437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03899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GB" sz="2500" b="1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Introduction to Fuzzy Systems – Fuzzy Relations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37B4F3-41B0-5213-8389-3524D9CCA6ED}"/>
              </a:ext>
            </a:extLst>
          </p:cNvPr>
          <p:cNvSpPr txBox="1"/>
          <p:nvPr/>
        </p:nvSpPr>
        <p:spPr>
          <a:xfrm>
            <a:off x="186596" y="686094"/>
            <a:ext cx="8672096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r>
              <a:rPr lang="en-GB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9 Continued…</a:t>
            </a: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r>
              <a:rPr lang="en-GB" sz="14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Solution</a:t>
            </a:r>
            <a:r>
              <a:rPr lang="en-GB" sz="1400" b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GB" sz="1400" dirty="0">
              <a:solidFill>
                <a:srgbClr val="C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BA5B446-E1AB-30FE-581F-FB892E5B997C}"/>
                  </a:ext>
                </a:extLst>
              </p14:cNvPr>
              <p14:cNvContentPartPr/>
              <p14:nvPr/>
            </p14:nvContentPartPr>
            <p14:xfrm>
              <a:off x="5720760" y="1796040"/>
              <a:ext cx="4320" cy="144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BA5B446-E1AB-30FE-581F-FB892E5B997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11400" y="1786680"/>
                <a:ext cx="2304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DD1FA2C-0E69-B1C3-E125-9EBA2C1222DD}"/>
                  </a:ext>
                </a:extLst>
              </p14:cNvPr>
              <p14:cNvContentPartPr/>
              <p14:nvPr/>
            </p14:nvContentPartPr>
            <p14:xfrm>
              <a:off x="1074960" y="786960"/>
              <a:ext cx="5803560" cy="24901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DD1FA2C-0E69-B1C3-E125-9EBA2C1222D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65600" y="777600"/>
                <a:ext cx="5822280" cy="250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200704E-BDC6-446F-7679-BDC8BB7B87CB}"/>
                  </a:ext>
                </a:extLst>
              </p14:cNvPr>
              <p14:cNvContentPartPr/>
              <p14:nvPr/>
            </p14:nvContentPartPr>
            <p14:xfrm>
              <a:off x="850680" y="3201120"/>
              <a:ext cx="6714000" cy="10922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200704E-BDC6-446F-7679-BDC8BB7B87C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41320" y="3191760"/>
                <a:ext cx="6732720" cy="111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03687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854AB-2AA7-23CE-EA38-F8598A81E9D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28650" y="-993775"/>
            <a:ext cx="7886700" cy="993775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End slide</a:t>
            </a:r>
          </a:p>
        </p:txBody>
      </p:sp>
    </p:spTree>
    <p:extLst>
      <p:ext uri="{BB962C8B-B14F-4D97-AF65-F5344CB8AC3E}">
        <p14:creationId xmlns:p14="http://schemas.microsoft.com/office/powerpoint/2010/main" val="3080253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hannel 4 1">
      <a:dk1>
        <a:srgbClr val="000000"/>
      </a:dk1>
      <a:lt1>
        <a:srgbClr val="FFFFFF"/>
      </a:lt1>
      <a:dk2>
        <a:srgbClr val="585858"/>
      </a:dk2>
      <a:lt2>
        <a:srgbClr val="FFFFFF"/>
      </a:lt2>
      <a:accent1>
        <a:srgbClr val="6D2B83"/>
      </a:accent1>
      <a:accent2>
        <a:srgbClr val="D0091D"/>
      </a:accent2>
      <a:accent3>
        <a:srgbClr val="FFD611"/>
      </a:accent3>
      <a:accent4>
        <a:srgbClr val="85B6E2"/>
      </a:accent4>
      <a:accent5>
        <a:srgbClr val="62CBC5"/>
      </a:accent5>
      <a:accent6>
        <a:srgbClr val="7F7878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Queen Mary">
      <a:dk1>
        <a:srgbClr val="21386A"/>
      </a:dk1>
      <a:lt1>
        <a:sysClr val="window" lastClr="FFFFFF"/>
      </a:lt1>
      <a:dk2>
        <a:srgbClr val="21386A"/>
      </a:dk2>
      <a:lt2>
        <a:srgbClr val="D8D8D8"/>
      </a:lt2>
      <a:accent1>
        <a:srgbClr val="123181"/>
      </a:accent1>
      <a:accent2>
        <a:srgbClr val="792273"/>
      </a:accent2>
      <a:accent3>
        <a:srgbClr val="2DB8C5"/>
      </a:accent3>
      <a:accent4>
        <a:srgbClr val="CDA60C"/>
      </a:accent4>
      <a:accent5>
        <a:srgbClr val="BD1C1C"/>
      </a:accent5>
      <a:accent6>
        <a:srgbClr val="73B82B"/>
      </a:accent6>
      <a:hlink>
        <a:srgbClr val="E6007E"/>
      </a:hlink>
      <a:folHlink>
        <a:srgbClr val="2DB8C5"/>
      </a:folHlink>
    </a:clrScheme>
    <a:fontScheme name="Queen Mary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368CCBB75DFF4FBBF35D2CFE6FAFE5" ma:contentTypeVersion="13" ma:contentTypeDescription="Create a new document." ma:contentTypeScope="" ma:versionID="f1311ced04cfc325e5928d5533fce59e">
  <xsd:schema xmlns:xsd="http://www.w3.org/2001/XMLSchema" xmlns:xs="http://www.w3.org/2001/XMLSchema" xmlns:p="http://schemas.microsoft.com/office/2006/metadata/properties" xmlns:ns2="ae20048c-4bd1-477c-818b-309dfd2ea730" xmlns:ns3="ec8e96b7-88f6-4348-9ed3-1857a504f459" targetNamespace="http://schemas.microsoft.com/office/2006/metadata/properties" ma:root="true" ma:fieldsID="5849b0596d969c419648485de5277e80" ns2:_="" ns3:_="">
    <xsd:import namespace="ae20048c-4bd1-477c-818b-309dfd2ea730"/>
    <xsd:import namespace="ec8e96b7-88f6-4348-9ed3-1857a504f45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20048c-4bd1-477c-818b-309dfd2ea7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8e96b7-88f6-4348-9ed3-1857a504f45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ec8e96b7-88f6-4348-9ed3-1857a504f459">
      <UserInfo>
        <DisplayName>Stuart Richard Peters</DisplayName>
        <AccountId>249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73B0BFE-8693-41A1-8146-1F50DBFC88B0}">
  <ds:schemaRefs>
    <ds:schemaRef ds:uri="ae20048c-4bd1-477c-818b-309dfd2ea730"/>
    <ds:schemaRef ds:uri="ec8e96b7-88f6-4348-9ed3-1857a504f45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32CF83C-B74F-48F2-8ECA-3B65423852EE}">
  <ds:schemaRefs>
    <ds:schemaRef ds:uri="http://schemas.microsoft.com/office/2006/metadata/properties"/>
    <ds:schemaRef ds:uri="http://schemas.microsoft.com/office/infopath/2007/PartnerControls"/>
    <ds:schemaRef ds:uri="ec8e96b7-88f6-4348-9ed3-1857a504f459"/>
  </ds:schemaRefs>
</ds:datastoreItem>
</file>

<file path=customXml/itemProps3.xml><?xml version="1.0" encoding="utf-8"?>
<ds:datastoreItem xmlns:ds="http://schemas.openxmlformats.org/officeDocument/2006/customXml" ds:itemID="{3DB8F29C-7E3B-4051-A5EC-36F526E4872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2533</Words>
  <Application>Microsoft Office PowerPoint</Application>
  <PresentationFormat>On-screen Show (16:9)</PresentationFormat>
  <Paragraphs>246</Paragraphs>
  <Slides>36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36</vt:i4>
      </vt:variant>
    </vt:vector>
  </HeadingPairs>
  <TitlesOfParts>
    <vt:vector size="46" baseType="lpstr">
      <vt:lpstr>4 Text</vt:lpstr>
      <vt:lpstr>Channel 4 Chadwick</vt:lpstr>
      <vt:lpstr>Arial</vt:lpstr>
      <vt:lpstr>Calibri</vt:lpstr>
      <vt:lpstr>Calibri Light</vt:lpstr>
      <vt:lpstr>Cambria Math</vt:lpstr>
      <vt:lpstr>Symbol</vt:lpstr>
      <vt:lpstr>Office Theme</vt:lpstr>
      <vt:lpstr>1_Custom Design</vt:lpstr>
      <vt:lpstr>2_Custom Design</vt:lpstr>
      <vt:lpstr>EMS702UP Statistical Thinking and Applied Machine Learning  </vt:lpstr>
      <vt:lpstr>Introduction to Fuzzy Systems</vt:lpstr>
      <vt:lpstr>Introduction to Fuzzy Systems </vt:lpstr>
      <vt:lpstr>Introduction to Fuzzy Systems</vt:lpstr>
      <vt:lpstr>Introduction to Fuzzy Systems</vt:lpstr>
      <vt:lpstr>Introduction to Fuzzy Systems – Fuzzy Sets Definitions</vt:lpstr>
      <vt:lpstr>Introduction to Fuzzy Systems – Fuzzy Sets Definitions </vt:lpstr>
      <vt:lpstr>Introduction to Fuzzy Systems – Fuzzy Sets Definitions </vt:lpstr>
      <vt:lpstr>Introduction to Fuzzy Systems – Fuzzy Sets Definitions</vt:lpstr>
      <vt:lpstr>Introduction to Fuzzy Systems – Fuzzy Sets Definitions  </vt:lpstr>
      <vt:lpstr>Introduction to Fuzzy Systems – Fuzzy Sets Definitions  </vt:lpstr>
      <vt:lpstr>Introduction to Fuzzy Systems – Fuzzy Sets Definitions </vt:lpstr>
      <vt:lpstr>Introduction to Fuzzy Systems – Fuzzy Sets Definitions </vt:lpstr>
      <vt:lpstr>Introduction to Fuzzy Systems – Fuzzy Sets Definitions </vt:lpstr>
      <vt:lpstr>Introduction to Fuzzy Systems – Fuzzy Sets Operations </vt:lpstr>
      <vt:lpstr>Introduction to Fuzzy Systems – Fuzzy Sets Operations </vt:lpstr>
      <vt:lpstr>Introduction to Fuzzy Systems – Fuzzy Sets Operations </vt:lpstr>
      <vt:lpstr>Introduction to Fuzzy Systems – Fuzzy Sets Operations </vt:lpstr>
      <vt:lpstr>Introduction to Fuzzy Systems – Extension Principles</vt:lpstr>
      <vt:lpstr>Introduction to Fuzzy Systems – Extension Principles</vt:lpstr>
      <vt:lpstr>Introduction to Fuzzy Systems – Extension Principles</vt:lpstr>
      <vt:lpstr>Introduction to Fuzzy Systems – Extension Principles</vt:lpstr>
      <vt:lpstr>Introduction to Fuzzy Systems – Fuzzification</vt:lpstr>
      <vt:lpstr>Introduction to Fuzzy Systems – Fuzzification</vt:lpstr>
      <vt:lpstr>Introduction to Fuzzy Systems – Defuzzification</vt:lpstr>
      <vt:lpstr>Introduction to Fuzzy Systems – Defuzzification</vt:lpstr>
      <vt:lpstr>Introduction to Fuzzy Systems – Defuzzification</vt:lpstr>
      <vt:lpstr>Introduction to Fuzzy Systems – Defuzzification</vt:lpstr>
      <vt:lpstr>Introduction to Fuzzy Systems – Defuzzification</vt:lpstr>
      <vt:lpstr>Introduction to Fuzzy Systems – Defuzzification</vt:lpstr>
      <vt:lpstr>Introduction to Fuzzy Systems – Fuzzy Relations</vt:lpstr>
      <vt:lpstr>Introduction to Fuzzy Systems – Fuzzy Relations</vt:lpstr>
      <vt:lpstr>Introduction to Fuzzy Systems – Fuzzy Relations</vt:lpstr>
      <vt:lpstr>Introduction to Fuzzy Systems – Fuzzy Relations</vt:lpstr>
      <vt:lpstr>Introduction to Fuzzy Systems – Fuzzy Relations</vt:lpstr>
      <vt:lpstr>End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 J</dc:creator>
  <cp:lastModifiedBy>Jun Chen</cp:lastModifiedBy>
  <cp:revision>608</cp:revision>
  <dcterms:created xsi:type="dcterms:W3CDTF">2020-06-18T12:08:25Z</dcterms:created>
  <dcterms:modified xsi:type="dcterms:W3CDTF">2023-10-24T14:36:45Z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0x010100E1368CCBB75DFF4FBBF35D2CFE6FAFE5</vt:lpwstr>
  </property>
</Properties>
</file>